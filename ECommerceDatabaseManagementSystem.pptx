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74" r:id="rId3"/>
    <p:sldId id="257" r:id="rId4"/>
    <p:sldId id="258" r:id="rId5"/>
    <p:sldId id="259" r:id="rId6"/>
    <p:sldId id="266" r:id="rId7"/>
    <p:sldId id="267" r:id="rId8"/>
    <p:sldId id="268" r:id="rId9"/>
    <p:sldId id="269" r:id="rId10"/>
    <p:sldId id="270" r:id="rId11"/>
    <p:sldId id="271" r:id="rId12"/>
    <p:sldId id="272" r:id="rId13"/>
    <p:sldId id="273" r:id="rId14"/>
    <p:sldId id="261" r:id="rId15"/>
  </p:sldIdLst>
  <p:sldSz cx="18288000" cy="10287000"/>
  <p:notesSz cx="18288000" cy="10287000"/>
  <p:defaultTextStyle>
    <a:defPPr>
      <a:defRPr kern="0"/>
    </a:def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53" d="100"/>
          <a:sy n="53" d="100"/>
        </p:scale>
        <p:origin x="-336" y="-90"/>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371600" y="3188970"/>
            <a:ext cx="15544800" cy="216027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2743200" y="5760720"/>
            <a:ext cx="12801600" cy="257175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10/30/2025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10/30/2025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sz="half" idx="2"/>
          </p:nvPr>
        </p:nvSpPr>
        <p:spPr>
          <a:xfrm>
            <a:off x="914400" y="2366010"/>
            <a:ext cx="7955280" cy="678942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9418320" y="2366010"/>
            <a:ext cx="7955280" cy="678942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10/30/2025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10/30/2025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10/30/2025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914400" y="411480"/>
            <a:ext cx="16459200" cy="164592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body" idx="1"/>
          </p:nvPr>
        </p:nvSpPr>
        <p:spPr>
          <a:xfrm>
            <a:off x="914400" y="2366010"/>
            <a:ext cx="16459200" cy="678942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6217920" y="9566910"/>
            <a:ext cx="5852160" cy="51435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914400" y="9566910"/>
            <a:ext cx="4206240" cy="51435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10/30/2025</a:t>
            </a:fld>
            <a:endParaRPr lang="en-US"/>
          </a:p>
        </p:txBody>
      </p:sp>
      <p:sp>
        <p:nvSpPr>
          <p:cNvPr id="6" name="Holder 6"/>
          <p:cNvSpPr>
            <a:spLocks noGrp="1"/>
          </p:cNvSpPr>
          <p:nvPr>
            <p:ph type="sldNum" sz="quarter" idx="7"/>
          </p:nvPr>
        </p:nvSpPr>
        <p:spPr>
          <a:xfrm>
            <a:off x="13167361" y="9566910"/>
            <a:ext cx="4206240" cy="51435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5.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5.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png"/><Relationship Id="rId1" Type="http://schemas.openxmlformats.org/officeDocument/2006/relationships/slideLayout" Target="../slideLayouts/slideLayout5.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png"/><Relationship Id="rId1" Type="http://schemas.openxmlformats.org/officeDocument/2006/relationships/slideLayout" Target="../slideLayouts/slideLayout5.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png"/><Relationship Id="rId1" Type="http://schemas.openxmlformats.org/officeDocument/2006/relationships/slideLayout" Target="../slideLayouts/slideLayout5.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png"/><Relationship Id="rId1" Type="http://schemas.openxmlformats.org/officeDocument/2006/relationships/slideLayout" Target="../slideLayouts/slideLayout5.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png"/><Relationship Id="rId1" Type="http://schemas.openxmlformats.org/officeDocument/2006/relationships/slideLayout" Target="../slideLayouts/slideLayout5.xm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png"/><Relationship Id="rId1" Type="http://schemas.openxmlformats.org/officeDocument/2006/relationships/slideLayout" Target="../slideLayouts/slideLayout5.xml"/><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png"/><Relationship Id="rId1" Type="http://schemas.openxmlformats.org/officeDocument/2006/relationships/slideLayout" Target="../slideLayouts/slideLayout5.xml"/><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p:nvPr/>
        </p:nvSpPr>
        <p:spPr>
          <a:xfrm>
            <a:off x="2877107" y="2171700"/>
            <a:ext cx="13956920" cy="2844368"/>
          </a:xfrm>
          <a:prstGeom prst="rect">
            <a:avLst/>
          </a:prstGeom>
        </p:spPr>
        <p:txBody>
          <a:bodyPr vert="horz" wrap="square" lIns="0" tIns="12700" rIns="0" bIns="0" rtlCol="0">
            <a:spAutoFit/>
          </a:bodyPr>
          <a:lstStyle/>
          <a:p>
            <a:pPr marL="12700">
              <a:lnSpc>
                <a:spcPct val="100000"/>
              </a:lnSpc>
              <a:spcBef>
                <a:spcPts val="100"/>
              </a:spcBef>
            </a:pPr>
            <a:r>
              <a:rPr lang="en-IN" sz="9200" b="1" spc="280" dirty="0" smtClean="0">
                <a:latin typeface="Trebuchet MS"/>
                <a:cs typeface="Trebuchet MS"/>
              </a:rPr>
              <a:t>E-Commerce Database Management System</a:t>
            </a:r>
            <a:endParaRPr sz="9200" dirty="0">
              <a:latin typeface="Trebuchet MS"/>
              <a:cs typeface="Trebuchet MS"/>
            </a:endParaRPr>
          </a:p>
        </p:txBody>
      </p:sp>
      <p:sp>
        <p:nvSpPr>
          <p:cNvPr id="8" name="object 8"/>
          <p:cNvSpPr txBox="1"/>
          <p:nvPr/>
        </p:nvSpPr>
        <p:spPr>
          <a:xfrm>
            <a:off x="9448800" y="5351929"/>
            <a:ext cx="7708520" cy="732380"/>
          </a:xfrm>
          <a:prstGeom prst="rect">
            <a:avLst/>
          </a:prstGeom>
        </p:spPr>
        <p:txBody>
          <a:bodyPr vert="horz" wrap="square" lIns="0" tIns="186690" rIns="0" bIns="0" rtlCol="0">
            <a:spAutoFit/>
          </a:bodyPr>
          <a:lstStyle/>
          <a:p>
            <a:pPr marL="1203960" marR="5080" indent="-1191895">
              <a:lnSpc>
                <a:spcPct val="75900"/>
              </a:lnSpc>
              <a:spcBef>
                <a:spcPts val="1470"/>
              </a:spcBef>
            </a:pPr>
            <a:r>
              <a:rPr lang="en-IN" sz="4650" dirty="0" smtClean="0">
                <a:latin typeface="Lucida Sans Unicode"/>
                <a:cs typeface="Lucida Sans Unicode"/>
              </a:rPr>
              <a:t>-Project </a:t>
            </a:r>
            <a:r>
              <a:rPr lang="en-IN" sz="4650" dirty="0">
                <a:latin typeface="Lucida Sans Unicode"/>
                <a:cs typeface="Lucida Sans Unicode"/>
              </a:rPr>
              <a:t>b</a:t>
            </a:r>
            <a:r>
              <a:rPr lang="en-IN" sz="4650" dirty="0" smtClean="0">
                <a:latin typeface="Lucida Sans Unicode"/>
                <a:cs typeface="Lucida Sans Unicode"/>
              </a:rPr>
              <a:t>y </a:t>
            </a:r>
            <a:r>
              <a:rPr lang="en-IN" sz="4650" dirty="0" err="1" smtClean="0">
                <a:latin typeface="Lucida Sans Unicode"/>
                <a:cs typeface="Lucida Sans Unicode"/>
              </a:rPr>
              <a:t>Durga</a:t>
            </a:r>
            <a:r>
              <a:rPr lang="en-IN" sz="4650" dirty="0" smtClean="0">
                <a:latin typeface="Lucida Sans Unicode"/>
                <a:cs typeface="Lucida Sans Unicode"/>
              </a:rPr>
              <a:t> </a:t>
            </a:r>
            <a:r>
              <a:rPr lang="en-IN" sz="4650" dirty="0" err="1" smtClean="0">
                <a:latin typeface="Lucida Sans Unicode"/>
                <a:cs typeface="Lucida Sans Unicode"/>
              </a:rPr>
              <a:t>Bhavani</a:t>
            </a:r>
            <a:endParaRPr sz="4650" dirty="0">
              <a:latin typeface="Lucida Sans Unicode"/>
              <a:cs typeface="Lucida Sans Unicode"/>
            </a:endParaRPr>
          </a:p>
        </p:txBody>
      </p:sp>
      <p:sp>
        <p:nvSpPr>
          <p:cNvPr id="13" name="object 10"/>
          <p:cNvSpPr/>
          <p:nvPr/>
        </p:nvSpPr>
        <p:spPr>
          <a:xfrm>
            <a:off x="0" y="7957260"/>
            <a:ext cx="5142230" cy="2300605"/>
          </a:xfrm>
          <a:custGeom>
            <a:avLst/>
            <a:gdLst/>
            <a:ahLst/>
            <a:cxnLst/>
            <a:rect l="l" t="t" r="r" b="b"/>
            <a:pathLst>
              <a:path w="5142230" h="2300604">
                <a:moveTo>
                  <a:pt x="304967" y="2237500"/>
                </a:moveTo>
                <a:lnTo>
                  <a:pt x="298355" y="2230422"/>
                </a:lnTo>
                <a:lnTo>
                  <a:pt x="293162" y="2223494"/>
                </a:lnTo>
                <a:lnTo>
                  <a:pt x="294632" y="2213729"/>
                </a:lnTo>
                <a:lnTo>
                  <a:pt x="301555" y="2208540"/>
                </a:lnTo>
                <a:lnTo>
                  <a:pt x="308528" y="2203396"/>
                </a:lnTo>
                <a:lnTo>
                  <a:pt x="318303" y="2204857"/>
                </a:lnTo>
                <a:lnTo>
                  <a:pt x="328644" y="2218664"/>
                </a:lnTo>
                <a:lnTo>
                  <a:pt x="327174" y="2228428"/>
                </a:lnTo>
                <a:lnTo>
                  <a:pt x="313802" y="2238454"/>
                </a:lnTo>
                <a:lnTo>
                  <a:pt x="304967" y="2237500"/>
                </a:lnTo>
                <a:close/>
              </a:path>
              <a:path w="5142230" h="2300604">
                <a:moveTo>
                  <a:pt x="345873" y="2295168"/>
                </a:moveTo>
                <a:lnTo>
                  <a:pt x="339536" y="2288385"/>
                </a:lnTo>
                <a:lnTo>
                  <a:pt x="334232" y="2280557"/>
                </a:lnTo>
                <a:lnTo>
                  <a:pt x="336075" y="2270800"/>
                </a:lnTo>
                <a:lnTo>
                  <a:pt x="343273" y="2265994"/>
                </a:lnTo>
                <a:lnTo>
                  <a:pt x="350420" y="2261133"/>
                </a:lnTo>
                <a:lnTo>
                  <a:pt x="360133" y="2263027"/>
                </a:lnTo>
                <a:lnTo>
                  <a:pt x="369795" y="2277377"/>
                </a:lnTo>
                <a:lnTo>
                  <a:pt x="367906" y="2287085"/>
                </a:lnTo>
                <a:lnTo>
                  <a:pt x="360754" y="2291940"/>
                </a:lnTo>
                <a:lnTo>
                  <a:pt x="354281" y="2296252"/>
                </a:lnTo>
                <a:lnTo>
                  <a:pt x="345873" y="2295168"/>
                </a:lnTo>
                <a:close/>
              </a:path>
              <a:path w="5142230" h="2300604">
                <a:moveTo>
                  <a:pt x="216674" y="2126857"/>
                </a:moveTo>
                <a:lnTo>
                  <a:pt x="210431" y="2120173"/>
                </a:lnTo>
                <a:lnTo>
                  <a:pt x="204897" y="2113565"/>
                </a:lnTo>
                <a:lnTo>
                  <a:pt x="205751" y="2103727"/>
                </a:lnTo>
                <a:lnTo>
                  <a:pt x="211089" y="2099178"/>
                </a:lnTo>
                <a:lnTo>
                  <a:pt x="217693" y="2093638"/>
                </a:lnTo>
                <a:lnTo>
                  <a:pt x="218923" y="2092609"/>
                </a:lnTo>
                <a:lnTo>
                  <a:pt x="228810" y="2093417"/>
                </a:lnTo>
                <a:lnTo>
                  <a:pt x="239874" y="2106630"/>
                </a:lnTo>
                <a:lnTo>
                  <a:pt x="239066" y="2116517"/>
                </a:lnTo>
                <a:lnTo>
                  <a:pt x="233690" y="2121026"/>
                </a:lnTo>
                <a:lnTo>
                  <a:pt x="227112" y="2126593"/>
                </a:lnTo>
                <a:lnTo>
                  <a:pt x="226093" y="2127458"/>
                </a:lnTo>
                <a:lnTo>
                  <a:pt x="216674" y="2126857"/>
                </a:lnTo>
                <a:close/>
              </a:path>
              <a:path w="5142230" h="2300604">
                <a:moveTo>
                  <a:pt x="170491" y="2072921"/>
                </a:moveTo>
                <a:lnTo>
                  <a:pt x="164391" y="2066392"/>
                </a:lnTo>
                <a:lnTo>
                  <a:pt x="158759" y="2059875"/>
                </a:lnTo>
                <a:lnTo>
                  <a:pt x="159474" y="2049985"/>
                </a:lnTo>
                <a:lnTo>
                  <a:pt x="171650" y="2039463"/>
                </a:lnTo>
                <a:lnTo>
                  <a:pt x="172509" y="2038721"/>
                </a:lnTo>
                <a:lnTo>
                  <a:pt x="182344" y="2039386"/>
                </a:lnTo>
                <a:lnTo>
                  <a:pt x="193712" y="2052425"/>
                </a:lnTo>
                <a:lnTo>
                  <a:pt x="192998" y="2062315"/>
                </a:lnTo>
                <a:lnTo>
                  <a:pt x="180813" y="2072829"/>
                </a:lnTo>
                <a:lnTo>
                  <a:pt x="180055" y="2073483"/>
                </a:lnTo>
                <a:lnTo>
                  <a:pt x="170491" y="2072921"/>
                </a:lnTo>
                <a:close/>
              </a:path>
              <a:path w="5142230" h="2300604">
                <a:moveTo>
                  <a:pt x="123927" y="2019460"/>
                </a:moveTo>
                <a:lnTo>
                  <a:pt x="117817" y="2012919"/>
                </a:lnTo>
                <a:lnTo>
                  <a:pt x="112095" y="2006403"/>
                </a:lnTo>
                <a:lnTo>
                  <a:pt x="112761" y="1996559"/>
                </a:lnTo>
                <a:lnTo>
                  <a:pt x="124997" y="1985807"/>
                </a:lnTo>
                <a:lnTo>
                  <a:pt x="125749" y="1985147"/>
                </a:lnTo>
                <a:lnTo>
                  <a:pt x="135644" y="1985866"/>
                </a:lnTo>
                <a:lnTo>
                  <a:pt x="147005" y="1998810"/>
                </a:lnTo>
                <a:lnTo>
                  <a:pt x="146381" y="2008698"/>
                </a:lnTo>
                <a:lnTo>
                  <a:pt x="139819" y="2014381"/>
                </a:lnTo>
                <a:lnTo>
                  <a:pt x="134097" y="2019398"/>
                </a:lnTo>
                <a:lnTo>
                  <a:pt x="133444" y="2019971"/>
                </a:lnTo>
                <a:lnTo>
                  <a:pt x="123927" y="2019460"/>
                </a:lnTo>
                <a:close/>
              </a:path>
              <a:path w="5142230" h="2300604">
                <a:moveTo>
                  <a:pt x="261646" y="2181547"/>
                </a:moveTo>
                <a:lnTo>
                  <a:pt x="255265" y="2174716"/>
                </a:lnTo>
                <a:lnTo>
                  <a:pt x="249877" y="2167970"/>
                </a:lnTo>
                <a:lnTo>
                  <a:pt x="250964" y="2158089"/>
                </a:lnTo>
                <a:lnTo>
                  <a:pt x="264459" y="2147317"/>
                </a:lnTo>
                <a:lnTo>
                  <a:pt x="274288" y="2148454"/>
                </a:lnTo>
                <a:lnTo>
                  <a:pt x="285113" y="2161899"/>
                </a:lnTo>
                <a:lnTo>
                  <a:pt x="283976" y="2171728"/>
                </a:lnTo>
                <a:lnTo>
                  <a:pt x="277226" y="2177111"/>
                </a:lnTo>
                <a:lnTo>
                  <a:pt x="270823" y="2182280"/>
                </a:lnTo>
                <a:lnTo>
                  <a:pt x="261646" y="2181547"/>
                </a:lnTo>
                <a:close/>
              </a:path>
              <a:path w="5142230" h="2300604">
                <a:moveTo>
                  <a:pt x="31141" y="1911631"/>
                </a:moveTo>
                <a:lnTo>
                  <a:pt x="24906" y="1904956"/>
                </a:lnTo>
                <a:lnTo>
                  <a:pt x="19366" y="1898351"/>
                </a:lnTo>
                <a:lnTo>
                  <a:pt x="20274" y="1888464"/>
                </a:lnTo>
                <a:lnTo>
                  <a:pt x="26878" y="1882924"/>
                </a:lnTo>
                <a:lnTo>
                  <a:pt x="32189" y="1878542"/>
                </a:lnTo>
                <a:lnTo>
                  <a:pt x="33582" y="1877393"/>
                </a:lnTo>
                <a:lnTo>
                  <a:pt x="43375" y="1878297"/>
                </a:lnTo>
                <a:lnTo>
                  <a:pt x="54485" y="1891559"/>
                </a:lnTo>
                <a:lnTo>
                  <a:pt x="53587" y="1901447"/>
                </a:lnTo>
                <a:lnTo>
                  <a:pt x="41692" y="1911391"/>
                </a:lnTo>
                <a:lnTo>
                  <a:pt x="40564" y="1912334"/>
                </a:lnTo>
                <a:lnTo>
                  <a:pt x="31141" y="1911631"/>
                </a:lnTo>
                <a:close/>
              </a:path>
              <a:path w="5142230" h="2300604">
                <a:moveTo>
                  <a:pt x="77219" y="1965843"/>
                </a:moveTo>
                <a:lnTo>
                  <a:pt x="71069" y="1959260"/>
                </a:lnTo>
                <a:lnTo>
                  <a:pt x="65437" y="1952743"/>
                </a:lnTo>
                <a:lnTo>
                  <a:pt x="66147" y="1942848"/>
                </a:lnTo>
                <a:lnTo>
                  <a:pt x="78326" y="1932329"/>
                </a:lnTo>
                <a:lnTo>
                  <a:pt x="79236" y="1931543"/>
                </a:lnTo>
                <a:lnTo>
                  <a:pt x="89116" y="1932257"/>
                </a:lnTo>
                <a:lnTo>
                  <a:pt x="100435" y="1945342"/>
                </a:lnTo>
                <a:lnTo>
                  <a:pt x="99721" y="1955231"/>
                </a:lnTo>
                <a:lnTo>
                  <a:pt x="87537" y="1965745"/>
                </a:lnTo>
                <a:lnTo>
                  <a:pt x="86774" y="1966404"/>
                </a:lnTo>
                <a:lnTo>
                  <a:pt x="77219" y="1965843"/>
                </a:lnTo>
                <a:close/>
              </a:path>
              <a:path w="5142230" h="2300604">
                <a:moveTo>
                  <a:pt x="0" y="1853578"/>
                </a:moveTo>
                <a:lnTo>
                  <a:pt x="0" y="1823852"/>
                </a:lnTo>
                <a:lnTo>
                  <a:pt x="10126" y="1836938"/>
                </a:lnTo>
                <a:lnTo>
                  <a:pt x="8854" y="1846719"/>
                </a:lnTo>
                <a:lnTo>
                  <a:pt x="0" y="1853578"/>
                </a:lnTo>
                <a:close/>
              </a:path>
              <a:path w="5142230" h="2300604">
                <a:moveTo>
                  <a:pt x="799057" y="2223919"/>
                </a:moveTo>
                <a:lnTo>
                  <a:pt x="792856" y="2217280"/>
                </a:lnTo>
                <a:lnTo>
                  <a:pt x="792316" y="2216507"/>
                </a:lnTo>
                <a:lnTo>
                  <a:pt x="787736" y="2209453"/>
                </a:lnTo>
                <a:lnTo>
                  <a:pt x="789704" y="2200036"/>
                </a:lnTo>
                <a:lnTo>
                  <a:pt x="803810" y="2190885"/>
                </a:lnTo>
                <a:lnTo>
                  <a:pt x="813232" y="2192858"/>
                </a:lnTo>
                <a:lnTo>
                  <a:pt x="822378" y="2206950"/>
                </a:lnTo>
                <a:lnTo>
                  <a:pt x="820410" y="2216377"/>
                </a:lnTo>
                <a:lnTo>
                  <a:pt x="813361" y="2220953"/>
                </a:lnTo>
                <a:lnTo>
                  <a:pt x="807079" y="2225077"/>
                </a:lnTo>
                <a:lnTo>
                  <a:pt x="799057" y="2223919"/>
                </a:lnTo>
                <a:close/>
              </a:path>
              <a:path w="5142230" h="2300604">
                <a:moveTo>
                  <a:pt x="249425" y="1662529"/>
                </a:moveTo>
                <a:lnTo>
                  <a:pt x="243458" y="1656141"/>
                </a:lnTo>
                <a:lnTo>
                  <a:pt x="243485" y="1646884"/>
                </a:lnTo>
                <a:lnTo>
                  <a:pt x="249160" y="1641035"/>
                </a:lnTo>
                <a:lnTo>
                  <a:pt x="255076" y="1635061"/>
                </a:lnTo>
                <a:lnTo>
                  <a:pt x="264717" y="1634912"/>
                </a:lnTo>
                <a:lnTo>
                  <a:pt x="276686" y="1646650"/>
                </a:lnTo>
                <a:lnTo>
                  <a:pt x="276821" y="1656285"/>
                </a:lnTo>
                <a:lnTo>
                  <a:pt x="270955" y="1662313"/>
                </a:lnTo>
                <a:lnTo>
                  <a:pt x="265044" y="1668301"/>
                </a:lnTo>
                <a:lnTo>
                  <a:pt x="255457" y="1668399"/>
                </a:lnTo>
                <a:lnTo>
                  <a:pt x="249425" y="1662529"/>
                </a:lnTo>
                <a:close/>
              </a:path>
              <a:path w="5142230" h="2300604">
                <a:moveTo>
                  <a:pt x="352928" y="1760424"/>
                </a:moveTo>
                <a:lnTo>
                  <a:pt x="346729" y="1753788"/>
                </a:lnTo>
                <a:lnTo>
                  <a:pt x="346611" y="1744767"/>
                </a:lnTo>
                <a:lnTo>
                  <a:pt x="357737" y="1732739"/>
                </a:lnTo>
                <a:lnTo>
                  <a:pt x="367387" y="1732307"/>
                </a:lnTo>
                <a:lnTo>
                  <a:pt x="379698" y="1743726"/>
                </a:lnTo>
                <a:lnTo>
                  <a:pt x="380125" y="1753371"/>
                </a:lnTo>
                <a:lnTo>
                  <a:pt x="368706" y="1765682"/>
                </a:lnTo>
                <a:lnTo>
                  <a:pt x="359109" y="1766063"/>
                </a:lnTo>
                <a:lnTo>
                  <a:pt x="352928" y="1760424"/>
                </a:lnTo>
                <a:close/>
              </a:path>
              <a:path w="5142230" h="2300604">
                <a:moveTo>
                  <a:pt x="457968" y="1856152"/>
                </a:moveTo>
                <a:lnTo>
                  <a:pt x="451677" y="1849418"/>
                </a:lnTo>
                <a:lnTo>
                  <a:pt x="451513" y="1840542"/>
                </a:lnTo>
                <a:lnTo>
                  <a:pt x="456954" y="1834638"/>
                </a:lnTo>
                <a:lnTo>
                  <a:pt x="462548" y="1828407"/>
                </a:lnTo>
                <a:lnTo>
                  <a:pt x="472148" y="1827932"/>
                </a:lnTo>
                <a:lnTo>
                  <a:pt x="484595" y="1839214"/>
                </a:lnTo>
                <a:lnTo>
                  <a:pt x="485081" y="1848814"/>
                </a:lnTo>
                <a:lnTo>
                  <a:pt x="479433" y="1855084"/>
                </a:lnTo>
                <a:lnTo>
                  <a:pt x="473798" y="1861271"/>
                </a:lnTo>
                <a:lnTo>
                  <a:pt x="464194" y="1861751"/>
                </a:lnTo>
                <a:lnTo>
                  <a:pt x="457968" y="1856152"/>
                </a:lnTo>
                <a:close/>
              </a:path>
              <a:path w="5142230" h="2300604">
                <a:moveTo>
                  <a:pt x="300855" y="1711914"/>
                </a:moveTo>
                <a:lnTo>
                  <a:pt x="294751" y="1705380"/>
                </a:lnTo>
                <a:lnTo>
                  <a:pt x="294636" y="1696265"/>
                </a:lnTo>
                <a:lnTo>
                  <a:pt x="300217" y="1690412"/>
                </a:lnTo>
                <a:lnTo>
                  <a:pt x="305997" y="1684282"/>
                </a:lnTo>
                <a:lnTo>
                  <a:pt x="315586" y="1683990"/>
                </a:lnTo>
                <a:lnTo>
                  <a:pt x="327844" y="1695549"/>
                </a:lnTo>
                <a:lnTo>
                  <a:pt x="328136" y="1705147"/>
                </a:lnTo>
                <a:lnTo>
                  <a:pt x="316577" y="1717406"/>
                </a:lnTo>
                <a:lnTo>
                  <a:pt x="306938" y="1717644"/>
                </a:lnTo>
                <a:lnTo>
                  <a:pt x="300855" y="1711914"/>
                </a:lnTo>
                <a:close/>
              </a:path>
              <a:path w="5142230" h="2300604">
                <a:moveTo>
                  <a:pt x="405345" y="1808421"/>
                </a:moveTo>
                <a:lnTo>
                  <a:pt x="399154" y="1801795"/>
                </a:lnTo>
                <a:lnTo>
                  <a:pt x="398988" y="1792820"/>
                </a:lnTo>
                <a:lnTo>
                  <a:pt x="404335" y="1786911"/>
                </a:lnTo>
                <a:lnTo>
                  <a:pt x="410018" y="1780680"/>
                </a:lnTo>
                <a:lnTo>
                  <a:pt x="419663" y="1780262"/>
                </a:lnTo>
                <a:lnTo>
                  <a:pt x="432031" y="1791537"/>
                </a:lnTo>
                <a:lnTo>
                  <a:pt x="432552" y="1801185"/>
                </a:lnTo>
                <a:lnTo>
                  <a:pt x="421220" y="1813588"/>
                </a:lnTo>
                <a:lnTo>
                  <a:pt x="411575" y="1814015"/>
                </a:lnTo>
                <a:lnTo>
                  <a:pt x="405345" y="1808421"/>
                </a:lnTo>
                <a:close/>
              </a:path>
              <a:path w="5142230" h="2300604">
                <a:moveTo>
                  <a:pt x="64137" y="1457145"/>
                </a:moveTo>
                <a:lnTo>
                  <a:pt x="57795" y="1450356"/>
                </a:lnTo>
                <a:lnTo>
                  <a:pt x="52646" y="1443671"/>
                </a:lnTo>
                <a:lnTo>
                  <a:pt x="53962" y="1434132"/>
                </a:lnTo>
                <a:lnTo>
                  <a:pt x="67245" y="1423915"/>
                </a:lnTo>
                <a:lnTo>
                  <a:pt x="76832" y="1425185"/>
                </a:lnTo>
                <a:lnTo>
                  <a:pt x="87001" y="1438514"/>
                </a:lnTo>
                <a:lnTo>
                  <a:pt x="85779" y="1448056"/>
                </a:lnTo>
                <a:lnTo>
                  <a:pt x="79089" y="1453210"/>
                </a:lnTo>
                <a:lnTo>
                  <a:pt x="72837" y="1457954"/>
                </a:lnTo>
                <a:lnTo>
                  <a:pt x="64137" y="1457145"/>
                </a:lnTo>
                <a:close/>
              </a:path>
              <a:path w="5142230" h="2300604">
                <a:moveTo>
                  <a:pt x="22348" y="1399411"/>
                </a:moveTo>
                <a:lnTo>
                  <a:pt x="15637" y="1392227"/>
                </a:lnTo>
                <a:lnTo>
                  <a:pt x="10870" y="1385267"/>
                </a:lnTo>
                <a:lnTo>
                  <a:pt x="12703" y="1375793"/>
                </a:lnTo>
                <a:lnTo>
                  <a:pt x="26576" y="1366304"/>
                </a:lnTo>
                <a:lnTo>
                  <a:pt x="36004" y="1368088"/>
                </a:lnTo>
                <a:lnTo>
                  <a:pt x="45488" y="1381955"/>
                </a:lnTo>
                <a:lnTo>
                  <a:pt x="43754" y="1391437"/>
                </a:lnTo>
                <a:lnTo>
                  <a:pt x="36794" y="1396205"/>
                </a:lnTo>
                <a:lnTo>
                  <a:pt x="30464" y="1400474"/>
                </a:lnTo>
                <a:lnTo>
                  <a:pt x="22348" y="1399411"/>
                </a:lnTo>
                <a:close/>
              </a:path>
              <a:path w="5142230" h="2300604">
                <a:moveTo>
                  <a:pt x="108783" y="1512669"/>
                </a:moveTo>
                <a:lnTo>
                  <a:pt x="102722" y="1506181"/>
                </a:lnTo>
                <a:lnTo>
                  <a:pt x="97326" y="1499808"/>
                </a:lnTo>
                <a:lnTo>
                  <a:pt x="98129" y="1490210"/>
                </a:lnTo>
                <a:lnTo>
                  <a:pt x="103375" y="1485757"/>
                </a:lnTo>
                <a:lnTo>
                  <a:pt x="109778" y="1480393"/>
                </a:lnTo>
                <a:lnTo>
                  <a:pt x="111009" y="1479365"/>
                </a:lnTo>
                <a:lnTo>
                  <a:pt x="120564" y="1480209"/>
                </a:lnTo>
                <a:lnTo>
                  <a:pt x="131412" y="1492995"/>
                </a:lnTo>
                <a:lnTo>
                  <a:pt x="130564" y="1502644"/>
                </a:lnTo>
                <a:lnTo>
                  <a:pt x="125368" y="1507051"/>
                </a:lnTo>
                <a:lnTo>
                  <a:pt x="124196" y="1508045"/>
                </a:lnTo>
                <a:lnTo>
                  <a:pt x="118900" y="1512444"/>
                </a:lnTo>
                <a:lnTo>
                  <a:pt x="117924" y="1513256"/>
                </a:lnTo>
                <a:lnTo>
                  <a:pt x="108783" y="1512669"/>
                </a:lnTo>
                <a:close/>
              </a:path>
              <a:path w="5142230" h="2300604">
                <a:moveTo>
                  <a:pt x="834899" y="2284474"/>
                </a:moveTo>
                <a:lnTo>
                  <a:pt x="829433" y="2278623"/>
                </a:lnTo>
                <a:lnTo>
                  <a:pt x="828660" y="2277601"/>
                </a:lnTo>
                <a:lnTo>
                  <a:pt x="827997" y="2276403"/>
                </a:lnTo>
                <a:lnTo>
                  <a:pt x="824046" y="2269045"/>
                </a:lnTo>
                <a:lnTo>
                  <a:pt x="826767" y="2259838"/>
                </a:lnTo>
                <a:lnTo>
                  <a:pt x="834128" y="2255792"/>
                </a:lnTo>
                <a:lnTo>
                  <a:pt x="841534" y="2251795"/>
                </a:lnTo>
                <a:lnTo>
                  <a:pt x="850788" y="2254565"/>
                </a:lnTo>
                <a:lnTo>
                  <a:pt x="858736" y="2269329"/>
                </a:lnTo>
                <a:lnTo>
                  <a:pt x="856014" y="2278537"/>
                </a:lnTo>
                <a:lnTo>
                  <a:pt x="848654" y="2282582"/>
                </a:lnTo>
                <a:lnTo>
                  <a:pt x="842402" y="2285957"/>
                </a:lnTo>
                <a:lnTo>
                  <a:pt x="834899" y="2284474"/>
                </a:lnTo>
                <a:close/>
              </a:path>
              <a:path w="5142230" h="2300604">
                <a:moveTo>
                  <a:pt x="0" y="1335562"/>
                </a:moveTo>
                <a:lnTo>
                  <a:pt x="0" y="1310932"/>
                </a:lnTo>
                <a:lnTo>
                  <a:pt x="7363" y="1323255"/>
                </a:lnTo>
                <a:lnTo>
                  <a:pt x="4967" y="1332616"/>
                </a:lnTo>
                <a:lnTo>
                  <a:pt x="0" y="1335562"/>
                </a:lnTo>
                <a:close/>
              </a:path>
              <a:path w="5142230" h="2300604">
                <a:moveTo>
                  <a:pt x="667404" y="2058257"/>
                </a:moveTo>
                <a:lnTo>
                  <a:pt x="655880" y="2045921"/>
                </a:lnTo>
                <a:lnTo>
                  <a:pt x="656207" y="2036301"/>
                </a:lnTo>
                <a:lnTo>
                  <a:pt x="668540" y="2024871"/>
                </a:lnTo>
                <a:lnTo>
                  <a:pt x="678155" y="2025203"/>
                </a:lnTo>
                <a:lnTo>
                  <a:pt x="689592" y="2037447"/>
                </a:lnTo>
                <a:lnTo>
                  <a:pt x="689261" y="2047052"/>
                </a:lnTo>
                <a:lnTo>
                  <a:pt x="676978" y="2058536"/>
                </a:lnTo>
                <a:lnTo>
                  <a:pt x="667404" y="2058257"/>
                </a:lnTo>
                <a:close/>
              </a:path>
              <a:path w="5142230" h="2300604">
                <a:moveTo>
                  <a:pt x="562052" y="1952127"/>
                </a:moveTo>
                <a:lnTo>
                  <a:pt x="555993" y="1945642"/>
                </a:lnTo>
                <a:lnTo>
                  <a:pt x="555932" y="1936486"/>
                </a:lnTo>
                <a:lnTo>
                  <a:pt x="567338" y="1924552"/>
                </a:lnTo>
                <a:lnTo>
                  <a:pt x="576973" y="1924309"/>
                </a:lnTo>
                <a:lnTo>
                  <a:pt x="589093" y="1935915"/>
                </a:lnTo>
                <a:lnTo>
                  <a:pt x="589380" y="1945508"/>
                </a:lnTo>
                <a:lnTo>
                  <a:pt x="583555" y="1951589"/>
                </a:lnTo>
                <a:lnTo>
                  <a:pt x="577776" y="1957718"/>
                </a:lnTo>
                <a:lnTo>
                  <a:pt x="568132" y="1957961"/>
                </a:lnTo>
                <a:lnTo>
                  <a:pt x="562052" y="1952127"/>
                </a:lnTo>
                <a:close/>
              </a:path>
              <a:path w="5142230" h="2300604">
                <a:moveTo>
                  <a:pt x="612549" y="2001296"/>
                </a:moveTo>
                <a:lnTo>
                  <a:pt x="606719" y="1995055"/>
                </a:lnTo>
                <a:lnTo>
                  <a:pt x="606848" y="1985712"/>
                </a:lnTo>
                <a:lnTo>
                  <a:pt x="618625" y="1973980"/>
                </a:lnTo>
                <a:lnTo>
                  <a:pt x="628209" y="1973976"/>
                </a:lnTo>
                <a:lnTo>
                  <a:pt x="640126" y="1985853"/>
                </a:lnTo>
                <a:lnTo>
                  <a:pt x="640077" y="1995478"/>
                </a:lnTo>
                <a:lnTo>
                  <a:pt x="634214" y="2001420"/>
                </a:lnTo>
                <a:lnTo>
                  <a:pt x="628253" y="2007354"/>
                </a:lnTo>
                <a:lnTo>
                  <a:pt x="618575" y="2007355"/>
                </a:lnTo>
                <a:lnTo>
                  <a:pt x="612549" y="2001296"/>
                </a:lnTo>
                <a:close/>
              </a:path>
              <a:path w="5142230" h="2300604">
                <a:moveTo>
                  <a:pt x="155878" y="1566201"/>
                </a:moveTo>
                <a:lnTo>
                  <a:pt x="144307" y="1553815"/>
                </a:lnTo>
                <a:lnTo>
                  <a:pt x="144724" y="1544203"/>
                </a:lnTo>
                <a:lnTo>
                  <a:pt x="150918" y="1538508"/>
                </a:lnTo>
                <a:lnTo>
                  <a:pt x="156906" y="1533090"/>
                </a:lnTo>
                <a:lnTo>
                  <a:pt x="157153" y="1532866"/>
                </a:lnTo>
                <a:lnTo>
                  <a:pt x="166765" y="1533283"/>
                </a:lnTo>
                <a:lnTo>
                  <a:pt x="172411" y="1539523"/>
                </a:lnTo>
                <a:lnTo>
                  <a:pt x="178097" y="1545609"/>
                </a:lnTo>
                <a:lnTo>
                  <a:pt x="177680" y="1555328"/>
                </a:lnTo>
                <a:lnTo>
                  <a:pt x="171481" y="1561019"/>
                </a:lnTo>
                <a:lnTo>
                  <a:pt x="165493" y="1566436"/>
                </a:lnTo>
                <a:lnTo>
                  <a:pt x="165295" y="1566615"/>
                </a:lnTo>
                <a:lnTo>
                  <a:pt x="155878" y="1566201"/>
                </a:lnTo>
                <a:close/>
              </a:path>
              <a:path w="5142230" h="2300604">
                <a:moveTo>
                  <a:pt x="714323" y="2111025"/>
                </a:moveTo>
                <a:lnTo>
                  <a:pt x="708315" y="2104593"/>
                </a:lnTo>
                <a:lnTo>
                  <a:pt x="702868" y="2098176"/>
                </a:lnTo>
                <a:lnTo>
                  <a:pt x="703667" y="2088573"/>
                </a:lnTo>
                <a:lnTo>
                  <a:pt x="715383" y="2078632"/>
                </a:lnTo>
                <a:lnTo>
                  <a:pt x="716453" y="2077725"/>
                </a:lnTo>
                <a:lnTo>
                  <a:pt x="726105" y="2078478"/>
                </a:lnTo>
                <a:lnTo>
                  <a:pt x="736950" y="2091358"/>
                </a:lnTo>
                <a:lnTo>
                  <a:pt x="736200" y="2100916"/>
                </a:lnTo>
                <a:lnTo>
                  <a:pt x="724478" y="2110850"/>
                </a:lnTo>
                <a:lnTo>
                  <a:pt x="723560" y="2111627"/>
                </a:lnTo>
                <a:lnTo>
                  <a:pt x="714323" y="2111025"/>
                </a:lnTo>
                <a:close/>
              </a:path>
              <a:path w="5142230" h="2300604">
                <a:moveTo>
                  <a:pt x="198744" y="1611805"/>
                </a:moveTo>
                <a:lnTo>
                  <a:pt x="193096" y="1605758"/>
                </a:lnTo>
                <a:lnTo>
                  <a:pt x="193327" y="1596320"/>
                </a:lnTo>
                <a:lnTo>
                  <a:pt x="199286" y="1590480"/>
                </a:lnTo>
                <a:lnTo>
                  <a:pt x="199718" y="1590063"/>
                </a:lnTo>
                <a:lnTo>
                  <a:pt x="205333" y="1584647"/>
                </a:lnTo>
                <a:lnTo>
                  <a:pt x="214960" y="1584786"/>
                </a:lnTo>
                <a:lnTo>
                  <a:pt x="226687" y="1596841"/>
                </a:lnTo>
                <a:lnTo>
                  <a:pt x="226548" y="1606468"/>
                </a:lnTo>
                <a:lnTo>
                  <a:pt x="226111" y="1606889"/>
                </a:lnTo>
                <a:lnTo>
                  <a:pt x="220495" y="1612304"/>
                </a:lnTo>
                <a:lnTo>
                  <a:pt x="214488" y="1618190"/>
                </a:lnTo>
                <a:lnTo>
                  <a:pt x="204862" y="1618051"/>
                </a:lnTo>
                <a:lnTo>
                  <a:pt x="198744" y="1611805"/>
                </a:lnTo>
                <a:close/>
              </a:path>
              <a:path w="5142230" h="2300604">
                <a:moveTo>
                  <a:pt x="758534" y="2166171"/>
                </a:moveTo>
                <a:lnTo>
                  <a:pt x="752151" y="2159338"/>
                </a:lnTo>
                <a:lnTo>
                  <a:pt x="747045" y="2152602"/>
                </a:lnTo>
                <a:lnTo>
                  <a:pt x="748451" y="2143061"/>
                </a:lnTo>
                <a:lnTo>
                  <a:pt x="761830" y="2132947"/>
                </a:lnTo>
                <a:lnTo>
                  <a:pt x="771369" y="2134263"/>
                </a:lnTo>
                <a:lnTo>
                  <a:pt x="781485" y="2147731"/>
                </a:lnTo>
                <a:lnTo>
                  <a:pt x="780169" y="2157270"/>
                </a:lnTo>
                <a:lnTo>
                  <a:pt x="773436" y="2162281"/>
                </a:lnTo>
                <a:lnTo>
                  <a:pt x="767185" y="2167025"/>
                </a:lnTo>
                <a:lnTo>
                  <a:pt x="758534" y="2166171"/>
                </a:lnTo>
                <a:close/>
              </a:path>
              <a:path w="5142230" h="2300604">
                <a:moveTo>
                  <a:pt x="510350" y="1903918"/>
                </a:moveTo>
                <a:lnTo>
                  <a:pt x="504156" y="1897286"/>
                </a:lnTo>
                <a:lnTo>
                  <a:pt x="504038" y="1888265"/>
                </a:lnTo>
                <a:lnTo>
                  <a:pt x="515119" y="1876179"/>
                </a:lnTo>
                <a:lnTo>
                  <a:pt x="524764" y="1875752"/>
                </a:lnTo>
                <a:lnTo>
                  <a:pt x="537169" y="1887174"/>
                </a:lnTo>
                <a:lnTo>
                  <a:pt x="537550" y="1896771"/>
                </a:lnTo>
                <a:lnTo>
                  <a:pt x="531862" y="1902997"/>
                </a:lnTo>
                <a:lnTo>
                  <a:pt x="526177" y="1909130"/>
                </a:lnTo>
                <a:lnTo>
                  <a:pt x="516532" y="1909557"/>
                </a:lnTo>
                <a:lnTo>
                  <a:pt x="510350" y="1903918"/>
                </a:lnTo>
                <a:close/>
              </a:path>
              <a:path w="5142230" h="2300604">
                <a:moveTo>
                  <a:pt x="311083" y="1372452"/>
                </a:moveTo>
                <a:lnTo>
                  <a:pt x="305205" y="1366160"/>
                </a:lnTo>
                <a:lnTo>
                  <a:pt x="304883" y="1357790"/>
                </a:lnTo>
                <a:lnTo>
                  <a:pt x="309702" y="1352001"/>
                </a:lnTo>
                <a:lnTo>
                  <a:pt x="314972" y="1345717"/>
                </a:lnTo>
                <a:lnTo>
                  <a:pt x="324248" y="1344895"/>
                </a:lnTo>
                <a:lnTo>
                  <a:pt x="336830" y="1355431"/>
                </a:lnTo>
                <a:lnTo>
                  <a:pt x="337642" y="1364707"/>
                </a:lnTo>
                <a:lnTo>
                  <a:pt x="327165" y="1377243"/>
                </a:lnTo>
                <a:lnTo>
                  <a:pt x="317835" y="1378106"/>
                </a:lnTo>
                <a:lnTo>
                  <a:pt x="311083" y="1372452"/>
                </a:lnTo>
                <a:close/>
              </a:path>
              <a:path w="5142230" h="2300604">
                <a:moveTo>
                  <a:pt x="121095" y="1170824"/>
                </a:moveTo>
                <a:lnTo>
                  <a:pt x="115120" y="1164428"/>
                </a:lnTo>
                <a:lnTo>
                  <a:pt x="114716" y="1163800"/>
                </a:lnTo>
                <a:lnTo>
                  <a:pt x="110029" y="1157121"/>
                </a:lnTo>
                <a:lnTo>
                  <a:pt x="111717" y="1147883"/>
                </a:lnTo>
                <a:lnTo>
                  <a:pt x="125152" y="1138610"/>
                </a:lnTo>
                <a:lnTo>
                  <a:pt x="134354" y="1140250"/>
                </a:lnTo>
                <a:lnTo>
                  <a:pt x="143668" y="1153739"/>
                </a:lnTo>
                <a:lnTo>
                  <a:pt x="141982" y="1162892"/>
                </a:lnTo>
                <a:lnTo>
                  <a:pt x="135303" y="1167570"/>
                </a:lnTo>
                <a:lnTo>
                  <a:pt x="129170" y="1171747"/>
                </a:lnTo>
                <a:lnTo>
                  <a:pt x="121095" y="1170824"/>
                </a:lnTo>
                <a:close/>
              </a:path>
              <a:path w="5142230" h="2300604">
                <a:moveTo>
                  <a:pt x="0" y="842644"/>
                </a:moveTo>
                <a:lnTo>
                  <a:pt x="0" y="818485"/>
                </a:lnTo>
                <a:lnTo>
                  <a:pt x="505" y="818776"/>
                </a:lnTo>
                <a:lnTo>
                  <a:pt x="4736" y="834546"/>
                </a:lnTo>
                <a:lnTo>
                  <a:pt x="0" y="842644"/>
                </a:lnTo>
                <a:close/>
              </a:path>
              <a:path w="5142230" h="2300604">
                <a:moveTo>
                  <a:pt x="1280867" y="2283698"/>
                </a:moveTo>
                <a:lnTo>
                  <a:pt x="1275624" y="2278085"/>
                </a:lnTo>
                <a:lnTo>
                  <a:pt x="1274467" y="2276162"/>
                </a:lnTo>
                <a:lnTo>
                  <a:pt x="1273827" y="2274011"/>
                </a:lnTo>
                <a:lnTo>
                  <a:pt x="1271360" y="2266190"/>
                </a:lnTo>
                <a:lnTo>
                  <a:pt x="1275651" y="2257881"/>
                </a:lnTo>
                <a:lnTo>
                  <a:pt x="1283478" y="2255409"/>
                </a:lnTo>
                <a:lnTo>
                  <a:pt x="1291260" y="2252987"/>
                </a:lnTo>
                <a:lnTo>
                  <a:pt x="1299564" y="2257283"/>
                </a:lnTo>
                <a:lnTo>
                  <a:pt x="1304511" y="2272842"/>
                </a:lnTo>
                <a:lnTo>
                  <a:pt x="1300215" y="2281146"/>
                </a:lnTo>
                <a:lnTo>
                  <a:pt x="1286757" y="2285409"/>
                </a:lnTo>
                <a:lnTo>
                  <a:pt x="1280867" y="2283698"/>
                </a:lnTo>
                <a:close/>
              </a:path>
              <a:path w="5142230" h="2300604">
                <a:moveTo>
                  <a:pt x="24468" y="980109"/>
                </a:moveTo>
                <a:lnTo>
                  <a:pt x="19184" y="974453"/>
                </a:lnTo>
                <a:lnTo>
                  <a:pt x="18157" y="972855"/>
                </a:lnTo>
                <a:lnTo>
                  <a:pt x="14611" y="963293"/>
                </a:lnTo>
                <a:lnTo>
                  <a:pt x="18490" y="954738"/>
                </a:lnTo>
                <a:lnTo>
                  <a:pt x="26187" y="951931"/>
                </a:lnTo>
                <a:lnTo>
                  <a:pt x="33837" y="949076"/>
                </a:lnTo>
                <a:lnTo>
                  <a:pt x="42343" y="953001"/>
                </a:lnTo>
                <a:lnTo>
                  <a:pt x="48049" y="968297"/>
                </a:lnTo>
                <a:lnTo>
                  <a:pt x="44129" y="976808"/>
                </a:lnTo>
                <a:lnTo>
                  <a:pt x="36474" y="979658"/>
                </a:lnTo>
                <a:lnTo>
                  <a:pt x="30694" y="981780"/>
                </a:lnTo>
                <a:lnTo>
                  <a:pt x="24468" y="980109"/>
                </a:lnTo>
                <a:close/>
              </a:path>
              <a:path w="5142230" h="2300604">
                <a:moveTo>
                  <a:pt x="539860" y="1540417"/>
                </a:moveTo>
                <a:lnTo>
                  <a:pt x="534531" y="1534712"/>
                </a:lnTo>
                <a:lnTo>
                  <a:pt x="533754" y="1527037"/>
                </a:lnTo>
                <a:lnTo>
                  <a:pt x="537728" y="1521224"/>
                </a:lnTo>
                <a:lnTo>
                  <a:pt x="542255" y="1514438"/>
                </a:lnTo>
                <a:lnTo>
                  <a:pt x="551474" y="1512675"/>
                </a:lnTo>
                <a:lnTo>
                  <a:pt x="564992" y="1521770"/>
                </a:lnTo>
                <a:lnTo>
                  <a:pt x="566760" y="1530993"/>
                </a:lnTo>
                <a:lnTo>
                  <a:pt x="562233" y="1537779"/>
                </a:lnTo>
                <a:lnTo>
                  <a:pt x="557661" y="1544516"/>
                </a:lnTo>
                <a:lnTo>
                  <a:pt x="548478" y="1546328"/>
                </a:lnTo>
                <a:lnTo>
                  <a:pt x="541656" y="1541752"/>
                </a:lnTo>
                <a:lnTo>
                  <a:pt x="540732" y="1541154"/>
                </a:lnTo>
                <a:lnTo>
                  <a:pt x="539860" y="1540417"/>
                </a:lnTo>
                <a:close/>
              </a:path>
              <a:path w="5142230" h="2300604">
                <a:moveTo>
                  <a:pt x="82975" y="1110176"/>
                </a:moveTo>
                <a:lnTo>
                  <a:pt x="77646" y="1104471"/>
                </a:lnTo>
                <a:lnTo>
                  <a:pt x="76924" y="1103502"/>
                </a:lnTo>
                <a:lnTo>
                  <a:pt x="72338" y="1095367"/>
                </a:lnTo>
                <a:lnTo>
                  <a:pt x="74864" y="1086342"/>
                </a:lnTo>
                <a:lnTo>
                  <a:pt x="81987" y="1082335"/>
                </a:lnTo>
                <a:lnTo>
                  <a:pt x="89156" y="1078378"/>
                </a:lnTo>
                <a:lnTo>
                  <a:pt x="98182" y="1080904"/>
                </a:lnTo>
                <a:lnTo>
                  <a:pt x="106141" y="1095201"/>
                </a:lnTo>
                <a:lnTo>
                  <a:pt x="103570" y="1104168"/>
                </a:lnTo>
                <a:lnTo>
                  <a:pt x="96446" y="1108174"/>
                </a:lnTo>
                <a:lnTo>
                  <a:pt x="90383" y="1111556"/>
                </a:lnTo>
                <a:lnTo>
                  <a:pt x="82975" y="1110176"/>
                </a:lnTo>
                <a:close/>
              </a:path>
              <a:path w="5142230" h="2300604">
                <a:moveTo>
                  <a:pt x="51162" y="1046209"/>
                </a:moveTo>
                <a:lnTo>
                  <a:pt x="45878" y="1040553"/>
                </a:lnTo>
                <a:lnTo>
                  <a:pt x="44978" y="1039111"/>
                </a:lnTo>
                <a:lnTo>
                  <a:pt x="44234" y="1037523"/>
                </a:lnTo>
                <a:lnTo>
                  <a:pt x="40991" y="1030043"/>
                </a:lnTo>
                <a:lnTo>
                  <a:pt x="44455" y="1021338"/>
                </a:lnTo>
                <a:lnTo>
                  <a:pt x="51884" y="1018050"/>
                </a:lnTo>
                <a:lnTo>
                  <a:pt x="59403" y="1014760"/>
                </a:lnTo>
                <a:lnTo>
                  <a:pt x="68114" y="1018220"/>
                </a:lnTo>
                <a:lnTo>
                  <a:pt x="74638" y="1033219"/>
                </a:lnTo>
                <a:lnTo>
                  <a:pt x="71231" y="1041888"/>
                </a:lnTo>
                <a:lnTo>
                  <a:pt x="57813" y="1047758"/>
                </a:lnTo>
                <a:lnTo>
                  <a:pt x="51162" y="1046209"/>
                </a:lnTo>
                <a:close/>
              </a:path>
              <a:path w="5142230" h="2300604">
                <a:moveTo>
                  <a:pt x="423871" y="1459847"/>
                </a:moveTo>
                <a:lnTo>
                  <a:pt x="417800" y="1453349"/>
                </a:lnTo>
                <a:lnTo>
                  <a:pt x="417133" y="1445597"/>
                </a:lnTo>
                <a:lnTo>
                  <a:pt x="421386" y="1439788"/>
                </a:lnTo>
                <a:lnTo>
                  <a:pt x="426148" y="1433157"/>
                </a:lnTo>
                <a:lnTo>
                  <a:pt x="435452" y="1431680"/>
                </a:lnTo>
                <a:lnTo>
                  <a:pt x="448627" y="1441287"/>
                </a:lnTo>
                <a:lnTo>
                  <a:pt x="450107" y="1450496"/>
                </a:lnTo>
                <a:lnTo>
                  <a:pt x="445349" y="1457132"/>
                </a:lnTo>
                <a:lnTo>
                  <a:pt x="440546" y="1463719"/>
                </a:lnTo>
                <a:lnTo>
                  <a:pt x="431283" y="1465250"/>
                </a:lnTo>
                <a:lnTo>
                  <a:pt x="423871" y="1459847"/>
                </a:lnTo>
                <a:close/>
              </a:path>
              <a:path w="5142230" h="2300604">
                <a:moveTo>
                  <a:pt x="1223" y="912795"/>
                </a:moveTo>
                <a:lnTo>
                  <a:pt x="0" y="911485"/>
                </a:lnTo>
                <a:lnTo>
                  <a:pt x="0" y="885735"/>
                </a:lnTo>
                <a:lnTo>
                  <a:pt x="3789" y="884556"/>
                </a:lnTo>
                <a:lnTo>
                  <a:pt x="11611" y="882080"/>
                </a:lnTo>
                <a:lnTo>
                  <a:pt x="19920" y="886380"/>
                </a:lnTo>
                <a:lnTo>
                  <a:pt x="24818" y="901984"/>
                </a:lnTo>
                <a:lnTo>
                  <a:pt x="20513" y="910288"/>
                </a:lnTo>
                <a:lnTo>
                  <a:pt x="7113" y="914506"/>
                </a:lnTo>
                <a:lnTo>
                  <a:pt x="1223" y="912795"/>
                </a:lnTo>
                <a:close/>
              </a:path>
              <a:path w="5142230" h="2300604">
                <a:moveTo>
                  <a:pt x="481954" y="1501008"/>
                </a:moveTo>
                <a:lnTo>
                  <a:pt x="475837" y="1494460"/>
                </a:lnTo>
                <a:lnTo>
                  <a:pt x="475118" y="1486849"/>
                </a:lnTo>
                <a:lnTo>
                  <a:pt x="479187" y="1481039"/>
                </a:lnTo>
                <a:lnTo>
                  <a:pt x="483801" y="1474346"/>
                </a:lnTo>
                <a:lnTo>
                  <a:pt x="493016" y="1472686"/>
                </a:lnTo>
                <a:lnTo>
                  <a:pt x="506443" y="1481967"/>
                </a:lnTo>
                <a:lnTo>
                  <a:pt x="508107" y="1491177"/>
                </a:lnTo>
                <a:lnTo>
                  <a:pt x="498827" y="1504604"/>
                </a:lnTo>
                <a:lnTo>
                  <a:pt x="489611" y="1506273"/>
                </a:lnTo>
                <a:lnTo>
                  <a:pt x="482878" y="1501606"/>
                </a:lnTo>
                <a:lnTo>
                  <a:pt x="481954" y="1501008"/>
                </a:lnTo>
                <a:close/>
              </a:path>
              <a:path w="5142230" h="2300604">
                <a:moveTo>
                  <a:pt x="831444" y="1743660"/>
                </a:moveTo>
                <a:lnTo>
                  <a:pt x="825416" y="1737207"/>
                </a:lnTo>
                <a:lnTo>
                  <a:pt x="824901" y="1729227"/>
                </a:lnTo>
                <a:lnTo>
                  <a:pt x="829352" y="1723435"/>
                </a:lnTo>
                <a:lnTo>
                  <a:pt x="834247" y="1716945"/>
                </a:lnTo>
                <a:lnTo>
                  <a:pt x="843589" y="1715705"/>
                </a:lnTo>
                <a:lnTo>
                  <a:pt x="856566" y="1725589"/>
                </a:lnTo>
                <a:lnTo>
                  <a:pt x="857756" y="1734878"/>
                </a:lnTo>
                <a:lnTo>
                  <a:pt x="852861" y="1741368"/>
                </a:lnTo>
                <a:lnTo>
                  <a:pt x="847877" y="1747859"/>
                </a:lnTo>
                <a:lnTo>
                  <a:pt x="838628" y="1749103"/>
                </a:lnTo>
                <a:lnTo>
                  <a:pt x="831444" y="1743660"/>
                </a:lnTo>
                <a:close/>
              </a:path>
              <a:path w="5142230" h="2300604">
                <a:moveTo>
                  <a:pt x="657791" y="1619447"/>
                </a:moveTo>
                <a:lnTo>
                  <a:pt x="652416" y="1613693"/>
                </a:lnTo>
                <a:lnTo>
                  <a:pt x="651684" y="1606067"/>
                </a:lnTo>
                <a:lnTo>
                  <a:pt x="655560" y="1600256"/>
                </a:lnTo>
                <a:lnTo>
                  <a:pt x="660186" y="1593469"/>
                </a:lnTo>
                <a:lnTo>
                  <a:pt x="669355" y="1591652"/>
                </a:lnTo>
                <a:lnTo>
                  <a:pt x="682879" y="1600850"/>
                </a:lnTo>
                <a:lnTo>
                  <a:pt x="684691" y="1610024"/>
                </a:lnTo>
                <a:lnTo>
                  <a:pt x="680113" y="1616765"/>
                </a:lnTo>
                <a:lnTo>
                  <a:pt x="675542" y="1623592"/>
                </a:lnTo>
                <a:lnTo>
                  <a:pt x="666324" y="1625355"/>
                </a:lnTo>
                <a:lnTo>
                  <a:pt x="658617" y="1620136"/>
                </a:lnTo>
                <a:lnTo>
                  <a:pt x="657791" y="1619447"/>
                </a:lnTo>
                <a:close/>
              </a:path>
              <a:path w="5142230" h="2300604">
                <a:moveTo>
                  <a:pt x="716334" y="1659439"/>
                </a:moveTo>
                <a:lnTo>
                  <a:pt x="710964" y="1653690"/>
                </a:lnTo>
                <a:lnTo>
                  <a:pt x="710235" y="1645970"/>
                </a:lnTo>
                <a:lnTo>
                  <a:pt x="714304" y="1640160"/>
                </a:lnTo>
                <a:lnTo>
                  <a:pt x="718971" y="1633426"/>
                </a:lnTo>
                <a:lnTo>
                  <a:pt x="728186" y="1631757"/>
                </a:lnTo>
                <a:lnTo>
                  <a:pt x="741649" y="1641095"/>
                </a:lnTo>
                <a:lnTo>
                  <a:pt x="743274" y="1650352"/>
                </a:lnTo>
                <a:lnTo>
                  <a:pt x="738606" y="1656996"/>
                </a:lnTo>
                <a:lnTo>
                  <a:pt x="733939" y="1663720"/>
                </a:lnTo>
                <a:lnTo>
                  <a:pt x="724728" y="1665394"/>
                </a:lnTo>
                <a:lnTo>
                  <a:pt x="717994" y="1660727"/>
                </a:lnTo>
                <a:lnTo>
                  <a:pt x="717165" y="1660132"/>
                </a:lnTo>
                <a:lnTo>
                  <a:pt x="716334" y="1659439"/>
                </a:lnTo>
                <a:close/>
              </a:path>
              <a:path w="5142230" h="2300604">
                <a:moveTo>
                  <a:pt x="598846" y="1579904"/>
                </a:moveTo>
                <a:lnTo>
                  <a:pt x="593521" y="1574204"/>
                </a:lnTo>
                <a:lnTo>
                  <a:pt x="592736" y="1566619"/>
                </a:lnTo>
                <a:lnTo>
                  <a:pt x="601148" y="1554022"/>
                </a:lnTo>
                <a:lnTo>
                  <a:pt x="610369" y="1552164"/>
                </a:lnTo>
                <a:lnTo>
                  <a:pt x="623892" y="1561264"/>
                </a:lnTo>
                <a:lnTo>
                  <a:pt x="625794" y="1570445"/>
                </a:lnTo>
                <a:lnTo>
                  <a:pt x="621177" y="1577223"/>
                </a:lnTo>
                <a:lnTo>
                  <a:pt x="616650" y="1584008"/>
                </a:lnTo>
                <a:lnTo>
                  <a:pt x="607477" y="1585820"/>
                </a:lnTo>
                <a:lnTo>
                  <a:pt x="599717" y="1580642"/>
                </a:lnTo>
                <a:lnTo>
                  <a:pt x="598846" y="1579904"/>
                </a:lnTo>
                <a:close/>
              </a:path>
              <a:path w="5142230" h="2300604">
                <a:moveTo>
                  <a:pt x="774780" y="1701183"/>
                </a:moveTo>
                <a:lnTo>
                  <a:pt x="768705" y="1694681"/>
                </a:lnTo>
                <a:lnTo>
                  <a:pt x="768090" y="1686887"/>
                </a:lnTo>
                <a:lnTo>
                  <a:pt x="777200" y="1674450"/>
                </a:lnTo>
                <a:lnTo>
                  <a:pt x="786455" y="1673019"/>
                </a:lnTo>
                <a:lnTo>
                  <a:pt x="799627" y="1682720"/>
                </a:lnTo>
                <a:lnTo>
                  <a:pt x="801054" y="1691970"/>
                </a:lnTo>
                <a:lnTo>
                  <a:pt x="796161" y="1698559"/>
                </a:lnTo>
                <a:lnTo>
                  <a:pt x="791357" y="1705147"/>
                </a:lnTo>
                <a:lnTo>
                  <a:pt x="782102" y="1706578"/>
                </a:lnTo>
                <a:lnTo>
                  <a:pt x="775559" y="1701724"/>
                </a:lnTo>
                <a:lnTo>
                  <a:pt x="774780" y="1701183"/>
                </a:lnTo>
                <a:close/>
              </a:path>
              <a:path w="5142230" h="2300604">
                <a:moveTo>
                  <a:pt x="1100575" y="1984059"/>
                </a:moveTo>
                <a:lnTo>
                  <a:pt x="1094882" y="1977964"/>
                </a:lnTo>
                <a:lnTo>
                  <a:pt x="1089422" y="1971924"/>
                </a:lnTo>
                <a:lnTo>
                  <a:pt x="1089878" y="1962549"/>
                </a:lnTo>
                <a:lnTo>
                  <a:pt x="1101615" y="1951938"/>
                </a:lnTo>
                <a:lnTo>
                  <a:pt x="1102011" y="1951580"/>
                </a:lnTo>
                <a:lnTo>
                  <a:pt x="1111337" y="1952082"/>
                </a:lnTo>
                <a:lnTo>
                  <a:pt x="1122306" y="1964215"/>
                </a:lnTo>
                <a:lnTo>
                  <a:pt x="1121800" y="1973545"/>
                </a:lnTo>
                <a:lnTo>
                  <a:pt x="1115806" y="1979053"/>
                </a:lnTo>
                <a:lnTo>
                  <a:pt x="1110063" y="1984157"/>
                </a:lnTo>
                <a:lnTo>
                  <a:pt x="1109769" y="1984419"/>
                </a:lnTo>
                <a:lnTo>
                  <a:pt x="1100575" y="1984059"/>
                </a:lnTo>
                <a:close/>
              </a:path>
              <a:path w="5142230" h="2300604">
                <a:moveTo>
                  <a:pt x="941977" y="1831975"/>
                </a:moveTo>
                <a:lnTo>
                  <a:pt x="936099" y="1825682"/>
                </a:lnTo>
                <a:lnTo>
                  <a:pt x="935777" y="1817323"/>
                </a:lnTo>
                <a:lnTo>
                  <a:pt x="940695" y="1811542"/>
                </a:lnTo>
                <a:lnTo>
                  <a:pt x="945951" y="1805253"/>
                </a:lnTo>
                <a:lnTo>
                  <a:pt x="955287" y="1804485"/>
                </a:lnTo>
                <a:lnTo>
                  <a:pt x="967769" y="1815012"/>
                </a:lnTo>
                <a:lnTo>
                  <a:pt x="968534" y="1824433"/>
                </a:lnTo>
                <a:lnTo>
                  <a:pt x="957961" y="1836867"/>
                </a:lnTo>
                <a:lnTo>
                  <a:pt x="948635" y="1837636"/>
                </a:lnTo>
                <a:lnTo>
                  <a:pt x="941977" y="1831975"/>
                </a:lnTo>
                <a:close/>
              </a:path>
              <a:path w="5142230" h="2300604">
                <a:moveTo>
                  <a:pt x="995388" y="1878789"/>
                </a:moveTo>
                <a:lnTo>
                  <a:pt x="989371" y="1872347"/>
                </a:lnTo>
                <a:lnTo>
                  <a:pt x="989199" y="1863660"/>
                </a:lnTo>
                <a:lnTo>
                  <a:pt x="994395" y="1857893"/>
                </a:lnTo>
                <a:lnTo>
                  <a:pt x="999893" y="1851844"/>
                </a:lnTo>
                <a:lnTo>
                  <a:pt x="1009250" y="1851411"/>
                </a:lnTo>
                <a:lnTo>
                  <a:pt x="1021345" y="1862393"/>
                </a:lnTo>
                <a:lnTo>
                  <a:pt x="1021772" y="1871755"/>
                </a:lnTo>
                <a:lnTo>
                  <a:pt x="1010795" y="1883845"/>
                </a:lnTo>
                <a:lnTo>
                  <a:pt x="1001432" y="1884282"/>
                </a:lnTo>
                <a:lnTo>
                  <a:pt x="995388" y="1878789"/>
                </a:lnTo>
                <a:close/>
              </a:path>
              <a:path w="5142230" h="2300604">
                <a:moveTo>
                  <a:pt x="887832" y="1787601"/>
                </a:moveTo>
                <a:lnTo>
                  <a:pt x="881340" y="1780651"/>
                </a:lnTo>
                <a:lnTo>
                  <a:pt x="880873" y="1772635"/>
                </a:lnTo>
                <a:lnTo>
                  <a:pt x="885517" y="1766844"/>
                </a:lnTo>
                <a:lnTo>
                  <a:pt x="890597" y="1760455"/>
                </a:lnTo>
                <a:lnTo>
                  <a:pt x="899929" y="1759399"/>
                </a:lnTo>
                <a:lnTo>
                  <a:pt x="912712" y="1769564"/>
                </a:lnTo>
                <a:lnTo>
                  <a:pt x="913708" y="1778851"/>
                </a:lnTo>
                <a:lnTo>
                  <a:pt x="903553" y="1791634"/>
                </a:lnTo>
                <a:lnTo>
                  <a:pt x="894221" y="1792681"/>
                </a:lnTo>
                <a:lnTo>
                  <a:pt x="887832" y="1787601"/>
                </a:lnTo>
                <a:close/>
              </a:path>
              <a:path w="5142230" h="2300604">
                <a:moveTo>
                  <a:pt x="366737" y="1417161"/>
                </a:moveTo>
                <a:lnTo>
                  <a:pt x="360760" y="1410763"/>
                </a:lnTo>
                <a:lnTo>
                  <a:pt x="360283" y="1402726"/>
                </a:lnTo>
                <a:lnTo>
                  <a:pt x="369723" y="1390447"/>
                </a:lnTo>
                <a:lnTo>
                  <a:pt x="379017" y="1389253"/>
                </a:lnTo>
                <a:lnTo>
                  <a:pt x="391990" y="1399231"/>
                </a:lnTo>
                <a:lnTo>
                  <a:pt x="393180" y="1408520"/>
                </a:lnTo>
                <a:lnTo>
                  <a:pt x="388150" y="1414962"/>
                </a:lnTo>
                <a:lnTo>
                  <a:pt x="383161" y="1421449"/>
                </a:lnTo>
                <a:lnTo>
                  <a:pt x="373867" y="1422644"/>
                </a:lnTo>
                <a:lnTo>
                  <a:pt x="366737" y="1417161"/>
                </a:lnTo>
                <a:close/>
              </a:path>
              <a:path w="5142230" h="2300604">
                <a:moveTo>
                  <a:pt x="211981" y="1281028"/>
                </a:moveTo>
                <a:lnTo>
                  <a:pt x="200688" y="1268939"/>
                </a:lnTo>
                <a:lnTo>
                  <a:pt x="200952" y="1259838"/>
                </a:lnTo>
                <a:lnTo>
                  <a:pt x="206761" y="1254229"/>
                </a:lnTo>
                <a:lnTo>
                  <a:pt x="212713" y="1248568"/>
                </a:lnTo>
                <a:lnTo>
                  <a:pt x="222146" y="1248794"/>
                </a:lnTo>
                <a:lnTo>
                  <a:pt x="227663" y="1254699"/>
                </a:lnTo>
                <a:lnTo>
                  <a:pt x="233318" y="1260557"/>
                </a:lnTo>
                <a:lnTo>
                  <a:pt x="233140" y="1269946"/>
                </a:lnTo>
                <a:lnTo>
                  <a:pt x="226944" y="1275834"/>
                </a:lnTo>
                <a:lnTo>
                  <a:pt x="221321" y="1281251"/>
                </a:lnTo>
                <a:lnTo>
                  <a:pt x="211981" y="1281028"/>
                </a:lnTo>
                <a:close/>
              </a:path>
              <a:path w="5142230" h="2300604">
                <a:moveTo>
                  <a:pt x="1188171" y="2094649"/>
                </a:moveTo>
                <a:lnTo>
                  <a:pt x="1181639" y="2087658"/>
                </a:lnTo>
                <a:lnTo>
                  <a:pt x="1177059" y="2080888"/>
                </a:lnTo>
                <a:lnTo>
                  <a:pt x="1178832" y="2071652"/>
                </a:lnTo>
                <a:lnTo>
                  <a:pt x="1192368" y="2062487"/>
                </a:lnTo>
                <a:lnTo>
                  <a:pt x="1201518" y="2064257"/>
                </a:lnTo>
                <a:lnTo>
                  <a:pt x="1210688" y="2077788"/>
                </a:lnTo>
                <a:lnTo>
                  <a:pt x="1208954" y="2086977"/>
                </a:lnTo>
                <a:lnTo>
                  <a:pt x="1202194" y="2091567"/>
                </a:lnTo>
                <a:lnTo>
                  <a:pt x="1196059" y="2095655"/>
                </a:lnTo>
                <a:lnTo>
                  <a:pt x="1188171" y="2094649"/>
                </a:lnTo>
                <a:close/>
              </a:path>
              <a:path w="5142230" h="2300604">
                <a:moveTo>
                  <a:pt x="1256204" y="2217709"/>
                </a:moveTo>
                <a:lnTo>
                  <a:pt x="1250915" y="2212048"/>
                </a:lnTo>
                <a:lnTo>
                  <a:pt x="1250066" y="2210650"/>
                </a:lnTo>
                <a:lnTo>
                  <a:pt x="1249317" y="2209066"/>
                </a:lnTo>
                <a:lnTo>
                  <a:pt x="1246083" y="2201596"/>
                </a:lnTo>
                <a:lnTo>
                  <a:pt x="1249444" y="2192878"/>
                </a:lnTo>
                <a:lnTo>
                  <a:pt x="1256972" y="2189598"/>
                </a:lnTo>
                <a:lnTo>
                  <a:pt x="1264401" y="2186310"/>
                </a:lnTo>
                <a:lnTo>
                  <a:pt x="1273151" y="2189724"/>
                </a:lnTo>
                <a:lnTo>
                  <a:pt x="1279733" y="2204677"/>
                </a:lnTo>
                <a:lnTo>
                  <a:pt x="1276309" y="2213436"/>
                </a:lnTo>
                <a:lnTo>
                  <a:pt x="1268839" y="2216671"/>
                </a:lnTo>
                <a:lnTo>
                  <a:pt x="1262900" y="2219306"/>
                </a:lnTo>
                <a:lnTo>
                  <a:pt x="1256204" y="2217709"/>
                </a:lnTo>
                <a:close/>
              </a:path>
              <a:path w="5142230" h="2300604">
                <a:moveTo>
                  <a:pt x="164380" y="1227717"/>
                </a:moveTo>
                <a:lnTo>
                  <a:pt x="158405" y="1221320"/>
                </a:lnTo>
                <a:lnTo>
                  <a:pt x="153194" y="1215058"/>
                </a:lnTo>
                <a:lnTo>
                  <a:pt x="154078" y="1205740"/>
                </a:lnTo>
                <a:lnTo>
                  <a:pt x="160345" y="1200525"/>
                </a:lnTo>
                <a:lnTo>
                  <a:pt x="165258" y="1196497"/>
                </a:lnTo>
                <a:lnTo>
                  <a:pt x="166654" y="1195353"/>
                </a:lnTo>
                <a:lnTo>
                  <a:pt x="175976" y="1196241"/>
                </a:lnTo>
                <a:lnTo>
                  <a:pt x="186407" y="1208776"/>
                </a:lnTo>
                <a:lnTo>
                  <a:pt x="185475" y="1218139"/>
                </a:lnTo>
                <a:lnTo>
                  <a:pt x="174315" y="1227404"/>
                </a:lnTo>
                <a:lnTo>
                  <a:pt x="173184" y="1228343"/>
                </a:lnTo>
                <a:lnTo>
                  <a:pt x="164380" y="1227717"/>
                </a:lnTo>
                <a:close/>
              </a:path>
              <a:path w="5142230" h="2300604">
                <a:moveTo>
                  <a:pt x="1224923" y="2154606"/>
                </a:moveTo>
                <a:lnTo>
                  <a:pt x="1219593" y="2148901"/>
                </a:lnTo>
                <a:lnTo>
                  <a:pt x="1218924" y="2147892"/>
                </a:lnTo>
                <a:lnTo>
                  <a:pt x="1214329" y="2139757"/>
                </a:lnTo>
                <a:lnTo>
                  <a:pt x="1216865" y="2130732"/>
                </a:lnTo>
                <a:lnTo>
                  <a:pt x="1223988" y="2126725"/>
                </a:lnTo>
                <a:lnTo>
                  <a:pt x="1231152" y="2122772"/>
                </a:lnTo>
                <a:lnTo>
                  <a:pt x="1240182" y="2125294"/>
                </a:lnTo>
                <a:lnTo>
                  <a:pt x="1248101" y="2139537"/>
                </a:lnTo>
                <a:lnTo>
                  <a:pt x="1245570" y="2148558"/>
                </a:lnTo>
                <a:lnTo>
                  <a:pt x="1238442" y="2152569"/>
                </a:lnTo>
                <a:lnTo>
                  <a:pt x="1232383" y="2155946"/>
                </a:lnTo>
                <a:lnTo>
                  <a:pt x="1224923" y="2154606"/>
                </a:lnTo>
                <a:close/>
              </a:path>
              <a:path w="5142230" h="2300604">
                <a:moveTo>
                  <a:pt x="1146238" y="2037827"/>
                </a:moveTo>
                <a:lnTo>
                  <a:pt x="1140226" y="2031390"/>
                </a:lnTo>
                <a:lnTo>
                  <a:pt x="1135156" y="2024986"/>
                </a:lnTo>
                <a:lnTo>
                  <a:pt x="1136228" y="2015675"/>
                </a:lnTo>
                <a:lnTo>
                  <a:pt x="1142633" y="2010606"/>
                </a:lnTo>
                <a:lnTo>
                  <a:pt x="1148986" y="2005492"/>
                </a:lnTo>
                <a:lnTo>
                  <a:pt x="1158298" y="2006555"/>
                </a:lnTo>
                <a:lnTo>
                  <a:pt x="1168436" y="2019373"/>
                </a:lnTo>
                <a:lnTo>
                  <a:pt x="1167369" y="2028679"/>
                </a:lnTo>
                <a:lnTo>
                  <a:pt x="1160955" y="2033748"/>
                </a:lnTo>
                <a:lnTo>
                  <a:pt x="1154899" y="2038594"/>
                </a:lnTo>
                <a:lnTo>
                  <a:pt x="1146238" y="2037827"/>
                </a:lnTo>
                <a:close/>
              </a:path>
              <a:path w="5142230" h="2300604">
                <a:moveTo>
                  <a:pt x="1046378" y="1927215"/>
                </a:moveTo>
                <a:lnTo>
                  <a:pt x="1040639" y="1921071"/>
                </a:lnTo>
                <a:lnTo>
                  <a:pt x="1040708" y="1911966"/>
                </a:lnTo>
                <a:lnTo>
                  <a:pt x="1046382" y="1906301"/>
                </a:lnTo>
                <a:lnTo>
                  <a:pt x="1052098" y="1900495"/>
                </a:lnTo>
                <a:lnTo>
                  <a:pt x="1061493" y="1900484"/>
                </a:lnTo>
                <a:lnTo>
                  <a:pt x="1073046" y="1911981"/>
                </a:lnTo>
                <a:lnTo>
                  <a:pt x="1073110" y="1921326"/>
                </a:lnTo>
                <a:lnTo>
                  <a:pt x="1067336" y="1927168"/>
                </a:lnTo>
                <a:lnTo>
                  <a:pt x="1061570" y="1932920"/>
                </a:lnTo>
                <a:lnTo>
                  <a:pt x="1052225" y="1932984"/>
                </a:lnTo>
                <a:lnTo>
                  <a:pt x="1046378" y="1927215"/>
                </a:lnTo>
                <a:close/>
              </a:path>
              <a:path w="5142230" h="2300604">
                <a:moveTo>
                  <a:pt x="256862" y="1324761"/>
                </a:moveTo>
                <a:lnTo>
                  <a:pt x="251619" y="1319149"/>
                </a:lnTo>
                <a:lnTo>
                  <a:pt x="251495" y="1310316"/>
                </a:lnTo>
                <a:lnTo>
                  <a:pt x="256835" y="1304606"/>
                </a:lnTo>
                <a:lnTo>
                  <a:pt x="262379" y="1298606"/>
                </a:lnTo>
                <a:lnTo>
                  <a:pt x="271733" y="1298258"/>
                </a:lnTo>
                <a:lnTo>
                  <a:pt x="283725" y="1309345"/>
                </a:lnTo>
                <a:lnTo>
                  <a:pt x="284067" y="1318695"/>
                </a:lnTo>
                <a:lnTo>
                  <a:pt x="272994" y="1330692"/>
                </a:lnTo>
                <a:lnTo>
                  <a:pt x="263635" y="1331034"/>
                </a:lnTo>
                <a:lnTo>
                  <a:pt x="256862" y="1324761"/>
                </a:lnTo>
                <a:close/>
              </a:path>
              <a:path w="5142230" h="2300604">
                <a:moveTo>
                  <a:pt x="79106" y="659234"/>
                </a:moveTo>
                <a:lnTo>
                  <a:pt x="74054" y="653827"/>
                </a:lnTo>
                <a:lnTo>
                  <a:pt x="72850" y="651756"/>
                </a:lnTo>
                <a:lnTo>
                  <a:pt x="70262" y="641655"/>
                </a:lnTo>
                <a:lnTo>
                  <a:pt x="74829" y="633836"/>
                </a:lnTo>
                <a:lnTo>
                  <a:pt x="82545" y="631833"/>
                </a:lnTo>
                <a:lnTo>
                  <a:pt x="90208" y="629870"/>
                </a:lnTo>
                <a:lnTo>
                  <a:pt x="98036" y="634437"/>
                </a:lnTo>
                <a:lnTo>
                  <a:pt x="101997" y="649821"/>
                </a:lnTo>
                <a:lnTo>
                  <a:pt x="97435" y="657644"/>
                </a:lnTo>
                <a:lnTo>
                  <a:pt x="84431" y="661025"/>
                </a:lnTo>
                <a:lnTo>
                  <a:pt x="79106" y="659234"/>
                </a:lnTo>
                <a:close/>
              </a:path>
              <a:path w="5142230" h="2300604">
                <a:moveTo>
                  <a:pt x="349840" y="1143662"/>
                </a:moveTo>
                <a:lnTo>
                  <a:pt x="343964" y="1137371"/>
                </a:lnTo>
                <a:lnTo>
                  <a:pt x="343827" y="1128926"/>
                </a:lnTo>
                <a:lnTo>
                  <a:pt x="348883" y="1123381"/>
                </a:lnTo>
                <a:lnTo>
                  <a:pt x="354275" y="1117522"/>
                </a:lnTo>
                <a:lnTo>
                  <a:pt x="363355" y="1117075"/>
                </a:lnTo>
                <a:lnTo>
                  <a:pt x="375076" y="1127766"/>
                </a:lnTo>
                <a:lnTo>
                  <a:pt x="375523" y="1136846"/>
                </a:lnTo>
                <a:lnTo>
                  <a:pt x="370130" y="1142705"/>
                </a:lnTo>
                <a:lnTo>
                  <a:pt x="364832" y="1148567"/>
                </a:lnTo>
                <a:lnTo>
                  <a:pt x="355743" y="1149013"/>
                </a:lnTo>
                <a:lnTo>
                  <a:pt x="349840" y="1143662"/>
                </a:lnTo>
                <a:close/>
              </a:path>
              <a:path w="5142230" h="2300604">
                <a:moveTo>
                  <a:pt x="404434" y="1190374"/>
                </a:moveTo>
                <a:lnTo>
                  <a:pt x="398132" y="1183627"/>
                </a:lnTo>
                <a:lnTo>
                  <a:pt x="397750" y="1175790"/>
                </a:lnTo>
                <a:lnTo>
                  <a:pt x="402243" y="1170141"/>
                </a:lnTo>
                <a:lnTo>
                  <a:pt x="407268" y="1163986"/>
                </a:lnTo>
                <a:lnTo>
                  <a:pt x="416313" y="1163014"/>
                </a:lnTo>
                <a:lnTo>
                  <a:pt x="428680" y="1172929"/>
                </a:lnTo>
                <a:lnTo>
                  <a:pt x="429647" y="1181979"/>
                </a:lnTo>
                <a:lnTo>
                  <a:pt x="424667" y="1188183"/>
                </a:lnTo>
                <a:lnTo>
                  <a:pt x="419638" y="1194333"/>
                </a:lnTo>
                <a:lnTo>
                  <a:pt x="410638" y="1195353"/>
                </a:lnTo>
                <a:lnTo>
                  <a:pt x="404434" y="1190374"/>
                </a:lnTo>
                <a:close/>
              </a:path>
              <a:path w="5142230" h="2300604">
                <a:moveTo>
                  <a:pt x="1610909" y="2133801"/>
                </a:moveTo>
                <a:lnTo>
                  <a:pt x="1605811" y="2128344"/>
                </a:lnTo>
                <a:lnTo>
                  <a:pt x="1604733" y="2126603"/>
                </a:lnTo>
                <a:lnTo>
                  <a:pt x="1601516" y="2117099"/>
                </a:lnTo>
                <a:lnTo>
                  <a:pt x="1605575" y="2108933"/>
                </a:lnTo>
                <a:lnTo>
                  <a:pt x="1613073" y="2106403"/>
                </a:lnTo>
                <a:lnTo>
                  <a:pt x="1620615" y="2103822"/>
                </a:lnTo>
                <a:lnTo>
                  <a:pt x="1628786" y="2107877"/>
                </a:lnTo>
                <a:lnTo>
                  <a:pt x="1633851" y="2122878"/>
                </a:lnTo>
                <a:lnTo>
                  <a:pt x="1629796" y="2131049"/>
                </a:lnTo>
                <a:lnTo>
                  <a:pt x="1616753" y="2135463"/>
                </a:lnTo>
                <a:lnTo>
                  <a:pt x="1610909" y="2133801"/>
                </a:lnTo>
                <a:close/>
              </a:path>
              <a:path w="5142230" h="2300604">
                <a:moveTo>
                  <a:pt x="303766" y="1099326"/>
                </a:moveTo>
                <a:lnTo>
                  <a:pt x="292788" y="1087574"/>
                </a:lnTo>
                <a:lnTo>
                  <a:pt x="292996" y="1078707"/>
                </a:lnTo>
                <a:lnTo>
                  <a:pt x="298654" y="1073239"/>
                </a:lnTo>
                <a:lnTo>
                  <a:pt x="304416" y="1067765"/>
                </a:lnTo>
                <a:lnTo>
                  <a:pt x="313619" y="1067940"/>
                </a:lnTo>
                <a:lnTo>
                  <a:pt x="318991" y="1073690"/>
                </a:lnTo>
                <a:lnTo>
                  <a:pt x="324463" y="1079353"/>
                </a:lnTo>
                <a:lnTo>
                  <a:pt x="324290" y="1088463"/>
                </a:lnTo>
                <a:lnTo>
                  <a:pt x="318291" y="1094260"/>
                </a:lnTo>
                <a:lnTo>
                  <a:pt x="312872" y="1099495"/>
                </a:lnTo>
                <a:lnTo>
                  <a:pt x="303766" y="1099326"/>
                </a:lnTo>
                <a:close/>
              </a:path>
              <a:path w="5142230" h="2300604">
                <a:moveTo>
                  <a:pt x="1552720" y="2005728"/>
                </a:moveTo>
                <a:lnTo>
                  <a:pt x="1547527" y="2000169"/>
                </a:lnTo>
                <a:lnTo>
                  <a:pt x="1546896" y="1999298"/>
                </a:lnTo>
                <a:lnTo>
                  <a:pt x="1546313" y="1998381"/>
                </a:lnTo>
                <a:lnTo>
                  <a:pt x="1542346" y="1991495"/>
                </a:lnTo>
                <a:lnTo>
                  <a:pt x="1544628" y="1982697"/>
                </a:lnTo>
                <a:lnTo>
                  <a:pt x="1551514" y="1978730"/>
                </a:lnTo>
                <a:lnTo>
                  <a:pt x="1558350" y="1974709"/>
                </a:lnTo>
                <a:lnTo>
                  <a:pt x="1567153" y="1976996"/>
                </a:lnTo>
                <a:lnTo>
                  <a:pt x="1575136" y="1990723"/>
                </a:lnTo>
                <a:lnTo>
                  <a:pt x="1572854" y="1999520"/>
                </a:lnTo>
                <a:lnTo>
                  <a:pt x="1566013" y="2003536"/>
                </a:lnTo>
                <a:lnTo>
                  <a:pt x="1560085" y="2006965"/>
                </a:lnTo>
                <a:lnTo>
                  <a:pt x="1552720" y="2005728"/>
                </a:lnTo>
                <a:close/>
              </a:path>
              <a:path w="5142230" h="2300604">
                <a:moveTo>
                  <a:pt x="121260" y="795264"/>
                </a:moveTo>
                <a:lnTo>
                  <a:pt x="116163" y="789808"/>
                </a:lnTo>
                <a:lnTo>
                  <a:pt x="115132" y="788215"/>
                </a:lnTo>
                <a:lnTo>
                  <a:pt x="114487" y="786351"/>
                </a:lnTo>
                <a:lnTo>
                  <a:pt x="111715" y="778888"/>
                </a:lnTo>
                <a:lnTo>
                  <a:pt x="115589" y="770621"/>
                </a:lnTo>
                <a:lnTo>
                  <a:pt x="122999" y="767899"/>
                </a:lnTo>
                <a:lnTo>
                  <a:pt x="130503" y="765180"/>
                </a:lnTo>
                <a:lnTo>
                  <a:pt x="138729" y="769001"/>
                </a:lnTo>
                <a:lnTo>
                  <a:pt x="144170" y="783916"/>
                </a:lnTo>
                <a:lnTo>
                  <a:pt x="140345" y="792146"/>
                </a:lnTo>
                <a:lnTo>
                  <a:pt x="132891" y="794909"/>
                </a:lnTo>
                <a:lnTo>
                  <a:pt x="127293" y="796942"/>
                </a:lnTo>
                <a:lnTo>
                  <a:pt x="121260" y="795264"/>
                </a:lnTo>
                <a:close/>
              </a:path>
              <a:path w="5142230" h="2300604">
                <a:moveTo>
                  <a:pt x="1585102" y="2068250"/>
                </a:moveTo>
                <a:lnTo>
                  <a:pt x="1579955" y="2062740"/>
                </a:lnTo>
                <a:lnTo>
                  <a:pt x="1579094" y="2061526"/>
                </a:lnTo>
                <a:lnTo>
                  <a:pt x="1578441" y="2060044"/>
                </a:lnTo>
                <a:lnTo>
                  <a:pt x="1575098" y="2052849"/>
                </a:lnTo>
                <a:lnTo>
                  <a:pt x="1578269" y="2044318"/>
                </a:lnTo>
                <a:lnTo>
                  <a:pt x="1585505" y="2041019"/>
                </a:lnTo>
                <a:lnTo>
                  <a:pt x="1592705" y="2037681"/>
                </a:lnTo>
                <a:lnTo>
                  <a:pt x="1601232" y="2040846"/>
                </a:lnTo>
                <a:lnTo>
                  <a:pt x="1607873" y="2055287"/>
                </a:lnTo>
                <a:lnTo>
                  <a:pt x="1604699" y="2063813"/>
                </a:lnTo>
                <a:lnTo>
                  <a:pt x="1597458" y="2067108"/>
                </a:lnTo>
                <a:lnTo>
                  <a:pt x="1591707" y="2069749"/>
                </a:lnTo>
                <a:lnTo>
                  <a:pt x="1585102" y="2068250"/>
                </a:lnTo>
                <a:close/>
              </a:path>
              <a:path w="5142230" h="2300604">
                <a:moveTo>
                  <a:pt x="460023" y="1232678"/>
                </a:moveTo>
                <a:lnTo>
                  <a:pt x="454785" y="1227070"/>
                </a:lnTo>
                <a:lnTo>
                  <a:pt x="454196" y="1219402"/>
                </a:lnTo>
                <a:lnTo>
                  <a:pt x="462916" y="1207330"/>
                </a:lnTo>
                <a:lnTo>
                  <a:pt x="471888" y="1205889"/>
                </a:lnTo>
                <a:lnTo>
                  <a:pt x="484790" y="1215203"/>
                </a:lnTo>
                <a:lnTo>
                  <a:pt x="486231" y="1224175"/>
                </a:lnTo>
                <a:lnTo>
                  <a:pt x="481569" y="1230621"/>
                </a:lnTo>
                <a:lnTo>
                  <a:pt x="476871" y="1237028"/>
                </a:lnTo>
                <a:lnTo>
                  <a:pt x="467895" y="1238464"/>
                </a:lnTo>
                <a:lnTo>
                  <a:pt x="461494" y="1233861"/>
                </a:lnTo>
                <a:lnTo>
                  <a:pt x="460023" y="1232678"/>
                </a:lnTo>
                <a:close/>
              </a:path>
              <a:path w="5142230" h="2300604">
                <a:moveTo>
                  <a:pt x="1471413" y="1890833"/>
                </a:moveTo>
                <a:lnTo>
                  <a:pt x="1465719" y="1884738"/>
                </a:lnTo>
                <a:lnTo>
                  <a:pt x="1460641" y="1878715"/>
                </a:lnTo>
                <a:lnTo>
                  <a:pt x="1461375" y="1869629"/>
                </a:lnTo>
                <a:lnTo>
                  <a:pt x="1472404" y="1860321"/>
                </a:lnTo>
                <a:lnTo>
                  <a:pt x="1473527" y="1859373"/>
                </a:lnTo>
                <a:lnTo>
                  <a:pt x="1482564" y="1860153"/>
                </a:lnTo>
                <a:lnTo>
                  <a:pt x="1492816" y="1872300"/>
                </a:lnTo>
                <a:lnTo>
                  <a:pt x="1492041" y="1881342"/>
                </a:lnTo>
                <a:lnTo>
                  <a:pt x="1481001" y="1890637"/>
                </a:lnTo>
                <a:lnTo>
                  <a:pt x="1480079" y="1891411"/>
                </a:lnTo>
                <a:lnTo>
                  <a:pt x="1471413" y="1890833"/>
                </a:lnTo>
                <a:close/>
              </a:path>
              <a:path w="5142230" h="2300604">
                <a:moveTo>
                  <a:pt x="764923" y="1415182"/>
                </a:moveTo>
                <a:lnTo>
                  <a:pt x="759776" y="1409672"/>
                </a:lnTo>
                <a:lnTo>
                  <a:pt x="758725" y="1403074"/>
                </a:lnTo>
                <a:lnTo>
                  <a:pt x="761604" y="1397554"/>
                </a:lnTo>
                <a:lnTo>
                  <a:pt x="765338" y="1390506"/>
                </a:lnTo>
                <a:lnTo>
                  <a:pt x="773974" y="1387825"/>
                </a:lnTo>
                <a:lnTo>
                  <a:pt x="788029" y="1395149"/>
                </a:lnTo>
                <a:lnTo>
                  <a:pt x="790755" y="1403834"/>
                </a:lnTo>
                <a:lnTo>
                  <a:pt x="787111" y="1410881"/>
                </a:lnTo>
                <a:lnTo>
                  <a:pt x="783382" y="1417935"/>
                </a:lnTo>
                <a:lnTo>
                  <a:pt x="774746" y="1420615"/>
                </a:lnTo>
                <a:lnTo>
                  <a:pt x="767694" y="1416976"/>
                </a:lnTo>
                <a:lnTo>
                  <a:pt x="766206" y="1416165"/>
                </a:lnTo>
                <a:lnTo>
                  <a:pt x="764923" y="1415182"/>
                </a:lnTo>
                <a:close/>
              </a:path>
              <a:path w="5142230" h="2300604">
                <a:moveTo>
                  <a:pt x="256492" y="1045602"/>
                </a:moveTo>
                <a:lnTo>
                  <a:pt x="250571" y="1039264"/>
                </a:lnTo>
                <a:lnTo>
                  <a:pt x="245684" y="1033045"/>
                </a:lnTo>
                <a:lnTo>
                  <a:pt x="246751" y="1024022"/>
                </a:lnTo>
                <a:lnTo>
                  <a:pt x="252910" y="1019081"/>
                </a:lnTo>
                <a:lnTo>
                  <a:pt x="259173" y="1014153"/>
                </a:lnTo>
                <a:lnTo>
                  <a:pt x="268201" y="1015216"/>
                </a:lnTo>
                <a:lnTo>
                  <a:pt x="278021" y="1027683"/>
                </a:lnTo>
                <a:lnTo>
                  <a:pt x="276958" y="1036711"/>
                </a:lnTo>
                <a:lnTo>
                  <a:pt x="270795" y="1041647"/>
                </a:lnTo>
                <a:lnTo>
                  <a:pt x="264829" y="1046306"/>
                </a:lnTo>
                <a:lnTo>
                  <a:pt x="256492" y="1045602"/>
                </a:lnTo>
                <a:close/>
              </a:path>
              <a:path w="5142230" h="2300604">
                <a:moveTo>
                  <a:pt x="640049" y="1347194"/>
                </a:moveTo>
                <a:lnTo>
                  <a:pt x="634907" y="1341689"/>
                </a:lnTo>
                <a:lnTo>
                  <a:pt x="633907" y="1334852"/>
                </a:lnTo>
                <a:lnTo>
                  <a:pt x="637122" y="1329301"/>
                </a:lnTo>
                <a:lnTo>
                  <a:pt x="641041" y="1322353"/>
                </a:lnTo>
                <a:lnTo>
                  <a:pt x="649803" y="1320003"/>
                </a:lnTo>
                <a:lnTo>
                  <a:pt x="656710" y="1323878"/>
                </a:lnTo>
                <a:lnTo>
                  <a:pt x="663610" y="1327842"/>
                </a:lnTo>
                <a:lnTo>
                  <a:pt x="666004" y="1336563"/>
                </a:lnTo>
                <a:lnTo>
                  <a:pt x="662085" y="1343511"/>
                </a:lnTo>
                <a:lnTo>
                  <a:pt x="658169" y="1350365"/>
                </a:lnTo>
                <a:lnTo>
                  <a:pt x="649400" y="1352804"/>
                </a:lnTo>
                <a:lnTo>
                  <a:pt x="642495" y="1348845"/>
                </a:lnTo>
                <a:lnTo>
                  <a:pt x="641202" y="1348135"/>
                </a:lnTo>
                <a:lnTo>
                  <a:pt x="640049" y="1347194"/>
                </a:lnTo>
                <a:close/>
              </a:path>
              <a:path w="5142230" h="2300604">
                <a:moveTo>
                  <a:pt x="1200231" y="1655473"/>
                </a:moveTo>
                <a:lnTo>
                  <a:pt x="1194203" y="1649020"/>
                </a:lnTo>
                <a:lnTo>
                  <a:pt x="1193425" y="1641833"/>
                </a:lnTo>
                <a:lnTo>
                  <a:pt x="1197204" y="1636202"/>
                </a:lnTo>
                <a:lnTo>
                  <a:pt x="1201585" y="1629553"/>
                </a:lnTo>
                <a:lnTo>
                  <a:pt x="1210521" y="1627780"/>
                </a:lnTo>
                <a:lnTo>
                  <a:pt x="1223725" y="1636539"/>
                </a:lnTo>
                <a:lnTo>
                  <a:pt x="1225498" y="1645474"/>
                </a:lnTo>
                <a:lnTo>
                  <a:pt x="1221166" y="1652078"/>
                </a:lnTo>
                <a:lnTo>
                  <a:pt x="1216740" y="1658678"/>
                </a:lnTo>
                <a:lnTo>
                  <a:pt x="1207849" y="1660500"/>
                </a:lnTo>
                <a:lnTo>
                  <a:pt x="1200231" y="1655473"/>
                </a:lnTo>
                <a:close/>
              </a:path>
              <a:path w="5142230" h="2300604">
                <a:moveTo>
                  <a:pt x="578728" y="1311168"/>
                </a:moveTo>
                <a:lnTo>
                  <a:pt x="573581" y="1305658"/>
                </a:lnTo>
                <a:lnTo>
                  <a:pt x="572685" y="1298551"/>
                </a:lnTo>
                <a:lnTo>
                  <a:pt x="576165" y="1292892"/>
                </a:lnTo>
                <a:lnTo>
                  <a:pt x="580188" y="1286144"/>
                </a:lnTo>
                <a:lnTo>
                  <a:pt x="588817" y="1284052"/>
                </a:lnTo>
                <a:lnTo>
                  <a:pt x="589047" y="1283996"/>
                </a:lnTo>
                <a:lnTo>
                  <a:pt x="602599" y="1292247"/>
                </a:lnTo>
                <a:lnTo>
                  <a:pt x="604747" y="1301105"/>
                </a:lnTo>
                <a:lnTo>
                  <a:pt x="600651" y="1307854"/>
                </a:lnTo>
                <a:lnTo>
                  <a:pt x="596492" y="1314652"/>
                </a:lnTo>
                <a:lnTo>
                  <a:pt x="587742" y="1316809"/>
                </a:lnTo>
                <a:lnTo>
                  <a:pt x="580894" y="1312705"/>
                </a:lnTo>
                <a:lnTo>
                  <a:pt x="579780" y="1312001"/>
                </a:lnTo>
                <a:lnTo>
                  <a:pt x="578728" y="1311168"/>
                </a:lnTo>
                <a:close/>
              </a:path>
              <a:path w="5142230" h="2300604">
                <a:moveTo>
                  <a:pt x="1139703" y="1616778"/>
                </a:moveTo>
                <a:lnTo>
                  <a:pt x="1134506" y="1611214"/>
                </a:lnTo>
                <a:lnTo>
                  <a:pt x="1133665" y="1604156"/>
                </a:lnTo>
                <a:lnTo>
                  <a:pt x="1137104" y="1598453"/>
                </a:lnTo>
                <a:lnTo>
                  <a:pt x="1141289" y="1591790"/>
                </a:lnTo>
                <a:lnTo>
                  <a:pt x="1149841" y="1589704"/>
                </a:lnTo>
                <a:lnTo>
                  <a:pt x="1150064" y="1589650"/>
                </a:lnTo>
                <a:lnTo>
                  <a:pt x="1163616" y="1597900"/>
                </a:lnTo>
                <a:lnTo>
                  <a:pt x="1165769" y="1606755"/>
                </a:lnTo>
                <a:lnTo>
                  <a:pt x="1161574" y="1613504"/>
                </a:lnTo>
                <a:lnTo>
                  <a:pt x="1157477" y="1620262"/>
                </a:lnTo>
                <a:lnTo>
                  <a:pt x="1148623" y="1622416"/>
                </a:lnTo>
                <a:lnTo>
                  <a:pt x="1141870" y="1618315"/>
                </a:lnTo>
                <a:lnTo>
                  <a:pt x="1140715" y="1617567"/>
                </a:lnTo>
                <a:lnTo>
                  <a:pt x="1139703" y="1616778"/>
                </a:lnTo>
                <a:close/>
              </a:path>
              <a:path w="5142230" h="2300604">
                <a:moveTo>
                  <a:pt x="1078660" y="1580756"/>
                </a:moveTo>
                <a:lnTo>
                  <a:pt x="1073558" y="1575295"/>
                </a:lnTo>
                <a:lnTo>
                  <a:pt x="1072518" y="1568414"/>
                </a:lnTo>
                <a:lnTo>
                  <a:pt x="1079693" y="1555959"/>
                </a:lnTo>
                <a:lnTo>
                  <a:pt x="1088462" y="1553519"/>
                </a:lnTo>
                <a:lnTo>
                  <a:pt x="1102216" y="1561399"/>
                </a:lnTo>
                <a:lnTo>
                  <a:pt x="1104655" y="1570169"/>
                </a:lnTo>
                <a:lnTo>
                  <a:pt x="1096726" y="1583968"/>
                </a:lnTo>
                <a:lnTo>
                  <a:pt x="1088001" y="1586357"/>
                </a:lnTo>
                <a:lnTo>
                  <a:pt x="1081057" y="1582443"/>
                </a:lnTo>
                <a:lnTo>
                  <a:pt x="1079808" y="1581692"/>
                </a:lnTo>
                <a:lnTo>
                  <a:pt x="1078660" y="1580756"/>
                </a:lnTo>
                <a:close/>
              </a:path>
              <a:path w="5142230" h="2300604">
                <a:moveTo>
                  <a:pt x="1257512" y="1695091"/>
                </a:moveTo>
                <a:lnTo>
                  <a:pt x="1252278" y="1689488"/>
                </a:lnTo>
                <a:lnTo>
                  <a:pt x="1251689" y="1681820"/>
                </a:lnTo>
                <a:lnTo>
                  <a:pt x="1255846" y="1676202"/>
                </a:lnTo>
                <a:lnTo>
                  <a:pt x="1260504" y="1669751"/>
                </a:lnTo>
                <a:lnTo>
                  <a:pt x="1269475" y="1668310"/>
                </a:lnTo>
                <a:lnTo>
                  <a:pt x="1282328" y="1677670"/>
                </a:lnTo>
                <a:lnTo>
                  <a:pt x="1283721" y="1686687"/>
                </a:lnTo>
                <a:lnTo>
                  <a:pt x="1279013" y="1693085"/>
                </a:lnTo>
                <a:lnTo>
                  <a:pt x="1274405" y="1699490"/>
                </a:lnTo>
                <a:lnTo>
                  <a:pt x="1265438" y="1700936"/>
                </a:lnTo>
                <a:lnTo>
                  <a:pt x="1258987" y="1696279"/>
                </a:lnTo>
                <a:lnTo>
                  <a:pt x="1257512" y="1695091"/>
                </a:lnTo>
                <a:close/>
              </a:path>
              <a:path w="5142230" h="2300604">
                <a:moveTo>
                  <a:pt x="1629704" y="2201719"/>
                </a:moveTo>
                <a:lnTo>
                  <a:pt x="1624644" y="2196301"/>
                </a:lnTo>
                <a:lnTo>
                  <a:pt x="1623351" y="2194039"/>
                </a:lnTo>
                <a:lnTo>
                  <a:pt x="1622778" y="2191470"/>
                </a:lnTo>
                <a:lnTo>
                  <a:pt x="1621111" y="2183723"/>
                </a:lnTo>
                <a:lnTo>
                  <a:pt x="1625948" y="2175999"/>
                </a:lnTo>
                <a:lnTo>
                  <a:pt x="1633705" y="2174332"/>
                </a:lnTo>
                <a:lnTo>
                  <a:pt x="1641456" y="2172561"/>
                </a:lnTo>
                <a:lnTo>
                  <a:pt x="1649131" y="2177453"/>
                </a:lnTo>
                <a:lnTo>
                  <a:pt x="1652613" y="2192910"/>
                </a:lnTo>
                <a:lnTo>
                  <a:pt x="1647725" y="2200581"/>
                </a:lnTo>
                <a:lnTo>
                  <a:pt x="1639974" y="2202352"/>
                </a:lnTo>
                <a:lnTo>
                  <a:pt x="1634832" y="2203494"/>
                </a:lnTo>
                <a:lnTo>
                  <a:pt x="1629704" y="2201719"/>
                </a:lnTo>
                <a:close/>
              </a:path>
              <a:path w="5142230" h="2300604">
                <a:moveTo>
                  <a:pt x="1368203" y="1784454"/>
                </a:moveTo>
                <a:lnTo>
                  <a:pt x="1362277" y="1778110"/>
                </a:lnTo>
                <a:lnTo>
                  <a:pt x="1362141" y="1769755"/>
                </a:lnTo>
                <a:lnTo>
                  <a:pt x="1367147" y="1764165"/>
                </a:lnTo>
                <a:lnTo>
                  <a:pt x="1372494" y="1758257"/>
                </a:lnTo>
                <a:lnTo>
                  <a:pt x="1381573" y="1757811"/>
                </a:lnTo>
                <a:lnTo>
                  <a:pt x="1393344" y="1768456"/>
                </a:lnTo>
                <a:lnTo>
                  <a:pt x="1393839" y="1777490"/>
                </a:lnTo>
                <a:lnTo>
                  <a:pt x="1383189" y="1789256"/>
                </a:lnTo>
                <a:lnTo>
                  <a:pt x="1374111" y="1789801"/>
                </a:lnTo>
                <a:lnTo>
                  <a:pt x="1368203" y="1784454"/>
                </a:lnTo>
                <a:close/>
              </a:path>
              <a:path w="5142230" h="2300604">
                <a:moveTo>
                  <a:pt x="215010" y="987404"/>
                </a:moveTo>
                <a:lnTo>
                  <a:pt x="209122" y="981102"/>
                </a:lnTo>
                <a:lnTo>
                  <a:pt x="208623" y="980372"/>
                </a:lnTo>
                <a:lnTo>
                  <a:pt x="204367" y="973665"/>
                </a:lnTo>
                <a:lnTo>
                  <a:pt x="206279" y="964765"/>
                </a:lnTo>
                <a:lnTo>
                  <a:pt x="212982" y="960504"/>
                </a:lnTo>
                <a:lnTo>
                  <a:pt x="219648" y="956203"/>
                </a:lnTo>
                <a:lnTo>
                  <a:pt x="228504" y="958157"/>
                </a:lnTo>
                <a:lnTo>
                  <a:pt x="237110" y="971485"/>
                </a:lnTo>
                <a:lnTo>
                  <a:pt x="235158" y="980430"/>
                </a:lnTo>
                <a:lnTo>
                  <a:pt x="228446" y="984682"/>
                </a:lnTo>
                <a:lnTo>
                  <a:pt x="222609" y="988501"/>
                </a:lnTo>
                <a:lnTo>
                  <a:pt x="215010" y="987404"/>
                </a:lnTo>
                <a:close/>
              </a:path>
              <a:path w="5142230" h="2300604">
                <a:moveTo>
                  <a:pt x="1314248" y="1738524"/>
                </a:moveTo>
                <a:lnTo>
                  <a:pt x="1308508" y="1732380"/>
                </a:lnTo>
                <a:lnTo>
                  <a:pt x="1308072" y="1724387"/>
                </a:lnTo>
                <a:lnTo>
                  <a:pt x="1312651" y="1718731"/>
                </a:lnTo>
                <a:lnTo>
                  <a:pt x="1317586" y="1712578"/>
                </a:lnTo>
                <a:lnTo>
                  <a:pt x="1326636" y="1711611"/>
                </a:lnTo>
                <a:lnTo>
                  <a:pt x="1338993" y="1721516"/>
                </a:lnTo>
                <a:lnTo>
                  <a:pt x="1339964" y="1730571"/>
                </a:lnTo>
                <a:lnTo>
                  <a:pt x="1330055" y="1742933"/>
                </a:lnTo>
                <a:lnTo>
                  <a:pt x="1321005" y="1743900"/>
                </a:lnTo>
                <a:lnTo>
                  <a:pt x="1314801" y="1738921"/>
                </a:lnTo>
                <a:lnTo>
                  <a:pt x="1314248" y="1738524"/>
                </a:lnTo>
                <a:close/>
              </a:path>
              <a:path w="5142230" h="2300604">
                <a:moveTo>
                  <a:pt x="178857" y="925734"/>
                </a:moveTo>
                <a:lnTo>
                  <a:pt x="173660" y="920170"/>
                </a:lnTo>
                <a:lnTo>
                  <a:pt x="172941" y="919117"/>
                </a:lnTo>
                <a:lnTo>
                  <a:pt x="168638" y="910982"/>
                </a:lnTo>
                <a:lnTo>
                  <a:pt x="171348" y="902251"/>
                </a:lnTo>
                <a:lnTo>
                  <a:pt x="185333" y="894838"/>
                </a:lnTo>
                <a:lnTo>
                  <a:pt x="194074" y="897548"/>
                </a:lnTo>
                <a:lnTo>
                  <a:pt x="201433" y="911584"/>
                </a:lnTo>
                <a:lnTo>
                  <a:pt x="198772" y="920279"/>
                </a:lnTo>
                <a:lnTo>
                  <a:pt x="185892" y="927106"/>
                </a:lnTo>
                <a:lnTo>
                  <a:pt x="178857" y="925734"/>
                </a:lnTo>
                <a:close/>
              </a:path>
              <a:path w="5142230" h="2300604">
                <a:moveTo>
                  <a:pt x="827963" y="1447868"/>
                </a:moveTo>
                <a:lnTo>
                  <a:pt x="822866" y="1442412"/>
                </a:lnTo>
                <a:lnTo>
                  <a:pt x="821767" y="1435859"/>
                </a:lnTo>
                <a:lnTo>
                  <a:pt x="824646" y="1430339"/>
                </a:lnTo>
                <a:lnTo>
                  <a:pt x="828240" y="1423239"/>
                </a:lnTo>
                <a:lnTo>
                  <a:pt x="836925" y="1420513"/>
                </a:lnTo>
                <a:lnTo>
                  <a:pt x="851029" y="1427791"/>
                </a:lnTo>
                <a:lnTo>
                  <a:pt x="853803" y="1436430"/>
                </a:lnTo>
                <a:lnTo>
                  <a:pt x="846520" y="1450530"/>
                </a:lnTo>
                <a:lnTo>
                  <a:pt x="838047" y="1453286"/>
                </a:lnTo>
                <a:lnTo>
                  <a:pt x="837837" y="1453355"/>
                </a:lnTo>
                <a:lnTo>
                  <a:pt x="830785" y="1449715"/>
                </a:lnTo>
                <a:lnTo>
                  <a:pt x="829297" y="1448905"/>
                </a:lnTo>
                <a:lnTo>
                  <a:pt x="827963" y="1447868"/>
                </a:lnTo>
                <a:close/>
              </a:path>
              <a:path w="5142230" h="2300604">
                <a:moveTo>
                  <a:pt x="1514708" y="1946563"/>
                </a:moveTo>
                <a:lnTo>
                  <a:pt x="1508501" y="1939918"/>
                </a:lnTo>
                <a:lnTo>
                  <a:pt x="1503911" y="1933441"/>
                </a:lnTo>
                <a:lnTo>
                  <a:pt x="1505440" y="1924424"/>
                </a:lnTo>
                <a:lnTo>
                  <a:pt x="1511879" y="1919879"/>
                </a:lnTo>
                <a:lnTo>
                  <a:pt x="1518316" y="1915236"/>
                </a:lnTo>
                <a:lnTo>
                  <a:pt x="1527328" y="1916770"/>
                </a:lnTo>
                <a:lnTo>
                  <a:pt x="1536561" y="1929685"/>
                </a:lnTo>
                <a:lnTo>
                  <a:pt x="1534986" y="1938653"/>
                </a:lnTo>
                <a:lnTo>
                  <a:pt x="1528499" y="1943243"/>
                </a:lnTo>
                <a:lnTo>
                  <a:pt x="1522600" y="1947484"/>
                </a:lnTo>
                <a:lnTo>
                  <a:pt x="1514708" y="1946563"/>
                </a:lnTo>
                <a:close/>
              </a:path>
              <a:path w="5142230" h="2300604">
                <a:moveTo>
                  <a:pt x="62488" y="590031"/>
                </a:moveTo>
                <a:lnTo>
                  <a:pt x="57432" y="584618"/>
                </a:lnTo>
                <a:lnTo>
                  <a:pt x="56185" y="582404"/>
                </a:lnTo>
                <a:lnTo>
                  <a:pt x="55615" y="579741"/>
                </a:lnTo>
                <a:lnTo>
                  <a:pt x="53894" y="572034"/>
                </a:lnTo>
                <a:lnTo>
                  <a:pt x="58782" y="564364"/>
                </a:lnTo>
                <a:lnTo>
                  <a:pt x="74289" y="560926"/>
                </a:lnTo>
                <a:lnTo>
                  <a:pt x="81960" y="565814"/>
                </a:lnTo>
                <a:lnTo>
                  <a:pt x="83632" y="573566"/>
                </a:lnTo>
                <a:lnTo>
                  <a:pt x="85398" y="581321"/>
                </a:lnTo>
                <a:lnTo>
                  <a:pt x="80510" y="588992"/>
                </a:lnTo>
                <a:lnTo>
                  <a:pt x="67567" y="591851"/>
                </a:lnTo>
                <a:lnTo>
                  <a:pt x="62488" y="590031"/>
                </a:lnTo>
                <a:close/>
              </a:path>
              <a:path w="5142230" h="2300604">
                <a:moveTo>
                  <a:pt x="891109" y="1480373"/>
                </a:moveTo>
                <a:lnTo>
                  <a:pt x="885967" y="1474868"/>
                </a:lnTo>
                <a:lnTo>
                  <a:pt x="884913" y="1468364"/>
                </a:lnTo>
                <a:lnTo>
                  <a:pt x="887742" y="1462791"/>
                </a:lnTo>
                <a:lnTo>
                  <a:pt x="891386" y="1455744"/>
                </a:lnTo>
                <a:lnTo>
                  <a:pt x="900066" y="1453013"/>
                </a:lnTo>
                <a:lnTo>
                  <a:pt x="914129" y="1460247"/>
                </a:lnTo>
                <a:lnTo>
                  <a:pt x="916949" y="1468936"/>
                </a:lnTo>
                <a:lnTo>
                  <a:pt x="909666" y="1483035"/>
                </a:lnTo>
                <a:lnTo>
                  <a:pt x="901127" y="1485721"/>
                </a:lnTo>
                <a:lnTo>
                  <a:pt x="900986" y="1485765"/>
                </a:lnTo>
                <a:lnTo>
                  <a:pt x="893881" y="1482167"/>
                </a:lnTo>
                <a:lnTo>
                  <a:pt x="892402" y="1481366"/>
                </a:lnTo>
                <a:lnTo>
                  <a:pt x="891109" y="1480373"/>
                </a:lnTo>
                <a:close/>
              </a:path>
              <a:path w="5142230" h="2300604">
                <a:moveTo>
                  <a:pt x="147857" y="861465"/>
                </a:moveTo>
                <a:lnTo>
                  <a:pt x="142709" y="855955"/>
                </a:lnTo>
                <a:lnTo>
                  <a:pt x="141811" y="854602"/>
                </a:lnTo>
                <a:lnTo>
                  <a:pt x="137952" y="845789"/>
                </a:lnTo>
                <a:lnTo>
                  <a:pt x="141267" y="837305"/>
                </a:lnTo>
                <a:lnTo>
                  <a:pt x="155833" y="831003"/>
                </a:lnTo>
                <a:lnTo>
                  <a:pt x="164313" y="834313"/>
                </a:lnTo>
                <a:lnTo>
                  <a:pt x="170664" y="848834"/>
                </a:lnTo>
                <a:lnTo>
                  <a:pt x="167349" y="857318"/>
                </a:lnTo>
                <a:lnTo>
                  <a:pt x="160071" y="860464"/>
                </a:lnTo>
                <a:lnTo>
                  <a:pt x="154363" y="862966"/>
                </a:lnTo>
                <a:lnTo>
                  <a:pt x="147857" y="861465"/>
                </a:lnTo>
                <a:close/>
              </a:path>
              <a:path w="5142230" h="2300604">
                <a:moveTo>
                  <a:pt x="1641169" y="2271271"/>
                </a:moveTo>
                <a:lnTo>
                  <a:pt x="1636159" y="2265907"/>
                </a:lnTo>
                <a:lnTo>
                  <a:pt x="1634791" y="2263076"/>
                </a:lnTo>
                <a:lnTo>
                  <a:pt x="1633466" y="2252078"/>
                </a:lnTo>
                <a:lnTo>
                  <a:pt x="1639138" y="2244953"/>
                </a:lnTo>
                <a:lnTo>
                  <a:pt x="1647007" y="2243994"/>
                </a:lnTo>
                <a:lnTo>
                  <a:pt x="1654922" y="2243083"/>
                </a:lnTo>
                <a:lnTo>
                  <a:pt x="1662042" y="2248750"/>
                </a:lnTo>
                <a:lnTo>
                  <a:pt x="1662912" y="2256621"/>
                </a:lnTo>
                <a:lnTo>
                  <a:pt x="1663872" y="2264490"/>
                </a:lnTo>
                <a:lnTo>
                  <a:pt x="1658200" y="2271615"/>
                </a:lnTo>
                <a:lnTo>
                  <a:pt x="1650331" y="2272574"/>
                </a:lnTo>
                <a:lnTo>
                  <a:pt x="1645593" y="2273074"/>
                </a:lnTo>
                <a:lnTo>
                  <a:pt x="1641169" y="2271271"/>
                </a:lnTo>
                <a:close/>
              </a:path>
              <a:path w="5142230" h="2300604">
                <a:moveTo>
                  <a:pt x="1418673" y="1832910"/>
                </a:moveTo>
                <a:lnTo>
                  <a:pt x="1413207" y="1827059"/>
                </a:lnTo>
                <a:lnTo>
                  <a:pt x="1413364" y="1818137"/>
                </a:lnTo>
                <a:lnTo>
                  <a:pt x="1418937" y="1812666"/>
                </a:lnTo>
                <a:lnTo>
                  <a:pt x="1419417" y="1812202"/>
                </a:lnTo>
                <a:lnTo>
                  <a:pt x="1424648" y="1807148"/>
                </a:lnTo>
                <a:lnTo>
                  <a:pt x="1433757" y="1807222"/>
                </a:lnTo>
                <a:lnTo>
                  <a:pt x="1444838" y="1818594"/>
                </a:lnTo>
                <a:lnTo>
                  <a:pt x="1444768" y="1827708"/>
                </a:lnTo>
                <a:lnTo>
                  <a:pt x="1444288" y="1828172"/>
                </a:lnTo>
                <a:lnTo>
                  <a:pt x="1439057" y="1833226"/>
                </a:lnTo>
                <a:lnTo>
                  <a:pt x="1433386" y="1838788"/>
                </a:lnTo>
                <a:lnTo>
                  <a:pt x="1424236" y="1838670"/>
                </a:lnTo>
                <a:lnTo>
                  <a:pt x="1418673" y="1832910"/>
                </a:lnTo>
                <a:close/>
              </a:path>
              <a:path w="5142230" h="2300604">
                <a:moveTo>
                  <a:pt x="1016710" y="1546403"/>
                </a:moveTo>
                <a:lnTo>
                  <a:pt x="1011563" y="1540893"/>
                </a:lnTo>
                <a:lnTo>
                  <a:pt x="1010516" y="1534201"/>
                </a:lnTo>
                <a:lnTo>
                  <a:pt x="1017317" y="1521639"/>
                </a:lnTo>
                <a:lnTo>
                  <a:pt x="1026044" y="1519056"/>
                </a:lnTo>
                <a:lnTo>
                  <a:pt x="1040044" y="1526614"/>
                </a:lnTo>
                <a:lnTo>
                  <a:pt x="1042627" y="1535341"/>
                </a:lnTo>
                <a:lnTo>
                  <a:pt x="1038802" y="1542293"/>
                </a:lnTo>
                <a:lnTo>
                  <a:pt x="1035023" y="1549293"/>
                </a:lnTo>
                <a:lnTo>
                  <a:pt x="1026296" y="1551875"/>
                </a:lnTo>
                <a:lnTo>
                  <a:pt x="1019296" y="1548096"/>
                </a:lnTo>
                <a:lnTo>
                  <a:pt x="1017953" y="1547342"/>
                </a:lnTo>
                <a:lnTo>
                  <a:pt x="1016710" y="1546403"/>
                </a:lnTo>
                <a:close/>
              </a:path>
              <a:path w="5142230" h="2300604">
                <a:moveTo>
                  <a:pt x="954065" y="1513065"/>
                </a:moveTo>
                <a:lnTo>
                  <a:pt x="948963" y="1507604"/>
                </a:lnTo>
                <a:lnTo>
                  <a:pt x="947867" y="1500958"/>
                </a:lnTo>
                <a:lnTo>
                  <a:pt x="950742" y="1495433"/>
                </a:lnTo>
                <a:lnTo>
                  <a:pt x="954480" y="1488389"/>
                </a:lnTo>
                <a:lnTo>
                  <a:pt x="963165" y="1485663"/>
                </a:lnTo>
                <a:lnTo>
                  <a:pt x="977217" y="1493081"/>
                </a:lnTo>
                <a:lnTo>
                  <a:pt x="979942" y="1501766"/>
                </a:lnTo>
                <a:lnTo>
                  <a:pt x="972568" y="1515768"/>
                </a:lnTo>
                <a:lnTo>
                  <a:pt x="963888" y="1518498"/>
                </a:lnTo>
                <a:lnTo>
                  <a:pt x="956832" y="1514854"/>
                </a:lnTo>
                <a:lnTo>
                  <a:pt x="955353" y="1514053"/>
                </a:lnTo>
                <a:lnTo>
                  <a:pt x="954065" y="1513065"/>
                </a:lnTo>
                <a:close/>
              </a:path>
              <a:path w="5142230" h="2300604">
                <a:moveTo>
                  <a:pt x="98542" y="727741"/>
                </a:moveTo>
                <a:lnTo>
                  <a:pt x="93486" y="722329"/>
                </a:lnTo>
                <a:lnTo>
                  <a:pt x="92370" y="720449"/>
                </a:lnTo>
                <a:lnTo>
                  <a:pt x="91636" y="718295"/>
                </a:lnTo>
                <a:lnTo>
                  <a:pt x="89351" y="710669"/>
                </a:lnTo>
                <a:lnTo>
                  <a:pt x="93637" y="702647"/>
                </a:lnTo>
                <a:lnTo>
                  <a:pt x="101174" y="700354"/>
                </a:lnTo>
                <a:lnTo>
                  <a:pt x="108760" y="698016"/>
                </a:lnTo>
                <a:lnTo>
                  <a:pt x="116781" y="702302"/>
                </a:lnTo>
                <a:lnTo>
                  <a:pt x="121453" y="717469"/>
                </a:lnTo>
                <a:lnTo>
                  <a:pt x="117172" y="725495"/>
                </a:lnTo>
                <a:lnTo>
                  <a:pt x="109635" y="727788"/>
                </a:lnTo>
                <a:lnTo>
                  <a:pt x="104195" y="729491"/>
                </a:lnTo>
                <a:lnTo>
                  <a:pt x="98542" y="727741"/>
                </a:lnTo>
                <a:close/>
              </a:path>
              <a:path w="5142230" h="2300604">
                <a:moveTo>
                  <a:pt x="0" y="168350"/>
                </a:moveTo>
                <a:lnTo>
                  <a:pt x="0" y="141614"/>
                </a:lnTo>
                <a:lnTo>
                  <a:pt x="5778" y="140978"/>
                </a:lnTo>
                <a:lnTo>
                  <a:pt x="13685" y="140157"/>
                </a:lnTo>
                <a:lnTo>
                  <a:pt x="20766" y="145879"/>
                </a:lnTo>
                <a:lnTo>
                  <a:pt x="22443" y="161652"/>
                </a:lnTo>
                <a:lnTo>
                  <a:pt x="16730" y="168732"/>
                </a:lnTo>
                <a:lnTo>
                  <a:pt x="8818" y="169549"/>
                </a:lnTo>
                <a:lnTo>
                  <a:pt x="4175" y="170052"/>
                </a:lnTo>
                <a:lnTo>
                  <a:pt x="0" y="168350"/>
                </a:lnTo>
                <a:close/>
              </a:path>
              <a:path w="5142230" h="2300604">
                <a:moveTo>
                  <a:pt x="518599" y="1273095"/>
                </a:moveTo>
                <a:lnTo>
                  <a:pt x="513411" y="1267542"/>
                </a:lnTo>
                <a:lnTo>
                  <a:pt x="512616" y="1260239"/>
                </a:lnTo>
                <a:lnTo>
                  <a:pt x="520736" y="1247916"/>
                </a:lnTo>
                <a:lnTo>
                  <a:pt x="529626" y="1246094"/>
                </a:lnTo>
                <a:lnTo>
                  <a:pt x="542869" y="1254806"/>
                </a:lnTo>
                <a:lnTo>
                  <a:pt x="544741" y="1263750"/>
                </a:lnTo>
                <a:lnTo>
                  <a:pt x="536033" y="1276998"/>
                </a:lnTo>
                <a:lnTo>
                  <a:pt x="527089" y="1278861"/>
                </a:lnTo>
                <a:lnTo>
                  <a:pt x="519476" y="1273838"/>
                </a:lnTo>
                <a:lnTo>
                  <a:pt x="518599" y="1273095"/>
                </a:lnTo>
                <a:close/>
              </a:path>
              <a:path w="5142230" h="2300604">
                <a:moveTo>
                  <a:pt x="35944" y="450284"/>
                </a:moveTo>
                <a:lnTo>
                  <a:pt x="30934" y="444920"/>
                </a:lnTo>
                <a:lnTo>
                  <a:pt x="29606" y="442325"/>
                </a:lnTo>
                <a:lnTo>
                  <a:pt x="29091" y="439428"/>
                </a:lnTo>
                <a:lnTo>
                  <a:pt x="27894" y="431598"/>
                </a:lnTo>
                <a:lnTo>
                  <a:pt x="33198" y="424178"/>
                </a:lnTo>
                <a:lnTo>
                  <a:pt x="48862" y="421689"/>
                </a:lnTo>
                <a:lnTo>
                  <a:pt x="56229" y="427034"/>
                </a:lnTo>
                <a:lnTo>
                  <a:pt x="58770" y="442657"/>
                </a:lnTo>
                <a:lnTo>
                  <a:pt x="53416" y="450024"/>
                </a:lnTo>
                <a:lnTo>
                  <a:pt x="45587" y="451320"/>
                </a:lnTo>
                <a:lnTo>
                  <a:pt x="40651" y="452096"/>
                </a:lnTo>
                <a:lnTo>
                  <a:pt x="35944" y="450284"/>
                </a:lnTo>
                <a:close/>
              </a:path>
              <a:path w="5142230" h="2300604">
                <a:moveTo>
                  <a:pt x="48242" y="520336"/>
                </a:moveTo>
                <a:lnTo>
                  <a:pt x="43186" y="514924"/>
                </a:lnTo>
                <a:lnTo>
                  <a:pt x="41852" y="512518"/>
                </a:lnTo>
                <a:lnTo>
                  <a:pt x="41379" y="509764"/>
                </a:lnTo>
                <a:lnTo>
                  <a:pt x="39899" y="501924"/>
                </a:lnTo>
                <a:lnTo>
                  <a:pt x="45063" y="494452"/>
                </a:lnTo>
                <a:lnTo>
                  <a:pt x="60649" y="491489"/>
                </a:lnTo>
                <a:lnTo>
                  <a:pt x="68121" y="496653"/>
                </a:lnTo>
                <a:lnTo>
                  <a:pt x="69650" y="504447"/>
                </a:lnTo>
                <a:lnTo>
                  <a:pt x="71084" y="512238"/>
                </a:lnTo>
                <a:lnTo>
                  <a:pt x="65965" y="519759"/>
                </a:lnTo>
                <a:lnTo>
                  <a:pt x="58174" y="521194"/>
                </a:lnTo>
                <a:lnTo>
                  <a:pt x="53137" y="522155"/>
                </a:lnTo>
                <a:lnTo>
                  <a:pt x="48242" y="520336"/>
                </a:lnTo>
                <a:close/>
              </a:path>
              <a:path w="5142230" h="2300604">
                <a:moveTo>
                  <a:pt x="0" y="99052"/>
                </a:moveTo>
                <a:lnTo>
                  <a:pt x="0" y="70198"/>
                </a:lnTo>
                <a:lnTo>
                  <a:pt x="6223" y="69513"/>
                </a:lnTo>
                <a:lnTo>
                  <a:pt x="13303" y="75235"/>
                </a:lnTo>
                <a:lnTo>
                  <a:pt x="14981" y="91008"/>
                </a:lnTo>
                <a:lnTo>
                  <a:pt x="9268" y="98089"/>
                </a:lnTo>
                <a:lnTo>
                  <a:pt x="0" y="99052"/>
                </a:lnTo>
                <a:close/>
              </a:path>
              <a:path w="5142230" h="2300604">
                <a:moveTo>
                  <a:pt x="0" y="27599"/>
                </a:moveTo>
                <a:lnTo>
                  <a:pt x="0" y="0"/>
                </a:lnTo>
                <a:lnTo>
                  <a:pt x="5701" y="4539"/>
                </a:lnTo>
                <a:lnTo>
                  <a:pt x="7477" y="20321"/>
                </a:lnTo>
                <a:lnTo>
                  <a:pt x="1760" y="27396"/>
                </a:lnTo>
                <a:lnTo>
                  <a:pt x="0" y="27599"/>
                </a:lnTo>
                <a:close/>
              </a:path>
              <a:path w="5142230" h="2300604">
                <a:moveTo>
                  <a:pt x="25308" y="379957"/>
                </a:moveTo>
                <a:lnTo>
                  <a:pt x="20298" y="374593"/>
                </a:lnTo>
                <a:lnTo>
                  <a:pt x="18924" y="371950"/>
                </a:lnTo>
                <a:lnTo>
                  <a:pt x="17407" y="361040"/>
                </a:lnTo>
                <a:lnTo>
                  <a:pt x="22848" y="353766"/>
                </a:lnTo>
                <a:lnTo>
                  <a:pt x="30724" y="352618"/>
                </a:lnTo>
                <a:lnTo>
                  <a:pt x="38597" y="351564"/>
                </a:lnTo>
                <a:lnTo>
                  <a:pt x="45866" y="357000"/>
                </a:lnTo>
                <a:lnTo>
                  <a:pt x="46924" y="364877"/>
                </a:lnTo>
                <a:lnTo>
                  <a:pt x="48073" y="372753"/>
                </a:lnTo>
                <a:lnTo>
                  <a:pt x="42586" y="379978"/>
                </a:lnTo>
                <a:lnTo>
                  <a:pt x="34706" y="381122"/>
                </a:lnTo>
                <a:lnTo>
                  <a:pt x="29921" y="381766"/>
                </a:lnTo>
                <a:lnTo>
                  <a:pt x="25308" y="379957"/>
                </a:lnTo>
                <a:close/>
              </a:path>
              <a:path w="5142230" h="2300604">
                <a:moveTo>
                  <a:pt x="702186" y="1381747"/>
                </a:moveTo>
                <a:lnTo>
                  <a:pt x="697080" y="1376281"/>
                </a:lnTo>
                <a:lnTo>
                  <a:pt x="696038" y="1369593"/>
                </a:lnTo>
                <a:lnTo>
                  <a:pt x="702834" y="1357026"/>
                </a:lnTo>
                <a:lnTo>
                  <a:pt x="711566" y="1354448"/>
                </a:lnTo>
                <a:lnTo>
                  <a:pt x="718516" y="1358174"/>
                </a:lnTo>
                <a:lnTo>
                  <a:pt x="725472" y="1362003"/>
                </a:lnTo>
                <a:lnTo>
                  <a:pt x="728103" y="1370685"/>
                </a:lnTo>
                <a:lnTo>
                  <a:pt x="720545" y="1384685"/>
                </a:lnTo>
                <a:lnTo>
                  <a:pt x="711813" y="1387263"/>
                </a:lnTo>
                <a:lnTo>
                  <a:pt x="704818" y="1383489"/>
                </a:lnTo>
                <a:lnTo>
                  <a:pt x="703429" y="1382686"/>
                </a:lnTo>
                <a:lnTo>
                  <a:pt x="702186" y="1381747"/>
                </a:lnTo>
                <a:close/>
              </a:path>
              <a:path w="5142230" h="2300604">
                <a:moveTo>
                  <a:pt x="15900" y="309478"/>
                </a:moveTo>
                <a:lnTo>
                  <a:pt x="10894" y="304120"/>
                </a:lnTo>
                <a:lnTo>
                  <a:pt x="9568" y="301332"/>
                </a:lnTo>
                <a:lnTo>
                  <a:pt x="9113" y="298205"/>
                </a:lnTo>
                <a:lnTo>
                  <a:pt x="8153" y="290336"/>
                </a:lnTo>
                <a:lnTo>
                  <a:pt x="13779" y="283162"/>
                </a:lnTo>
                <a:lnTo>
                  <a:pt x="21649" y="282203"/>
                </a:lnTo>
                <a:lnTo>
                  <a:pt x="29473" y="281194"/>
                </a:lnTo>
                <a:lnTo>
                  <a:pt x="36695" y="286775"/>
                </a:lnTo>
                <a:lnTo>
                  <a:pt x="38659" y="302563"/>
                </a:lnTo>
                <a:lnTo>
                  <a:pt x="33082" y="309690"/>
                </a:lnTo>
                <a:lnTo>
                  <a:pt x="20423" y="311289"/>
                </a:lnTo>
                <a:lnTo>
                  <a:pt x="15900" y="309478"/>
                </a:lnTo>
                <a:close/>
              </a:path>
              <a:path w="5142230" h="2300604">
                <a:moveTo>
                  <a:pt x="7542" y="238951"/>
                </a:moveTo>
                <a:lnTo>
                  <a:pt x="2486" y="233538"/>
                </a:lnTo>
                <a:lnTo>
                  <a:pt x="1119" y="230706"/>
                </a:lnTo>
                <a:lnTo>
                  <a:pt x="0" y="219613"/>
                </a:lnTo>
                <a:lnTo>
                  <a:pt x="5563" y="212493"/>
                </a:lnTo>
                <a:lnTo>
                  <a:pt x="13429" y="211628"/>
                </a:lnTo>
                <a:lnTo>
                  <a:pt x="21344" y="210717"/>
                </a:lnTo>
                <a:lnTo>
                  <a:pt x="28468" y="216389"/>
                </a:lnTo>
                <a:lnTo>
                  <a:pt x="30240" y="232165"/>
                </a:lnTo>
                <a:lnTo>
                  <a:pt x="24573" y="239294"/>
                </a:lnTo>
                <a:lnTo>
                  <a:pt x="16658" y="240205"/>
                </a:lnTo>
                <a:lnTo>
                  <a:pt x="12014" y="240708"/>
                </a:lnTo>
                <a:lnTo>
                  <a:pt x="7542" y="238951"/>
                </a:lnTo>
                <a:close/>
              </a:path>
              <a:path w="5142230" h="2300604">
                <a:moveTo>
                  <a:pt x="1599470" y="1622560"/>
                </a:moveTo>
                <a:lnTo>
                  <a:pt x="1593714" y="1616399"/>
                </a:lnTo>
                <a:lnTo>
                  <a:pt x="1593124" y="1609121"/>
                </a:lnTo>
                <a:lnTo>
                  <a:pt x="1597045" y="1603641"/>
                </a:lnTo>
                <a:lnTo>
                  <a:pt x="1601549" y="1597417"/>
                </a:lnTo>
                <a:lnTo>
                  <a:pt x="1610286" y="1595920"/>
                </a:lnTo>
                <a:lnTo>
                  <a:pt x="1622820" y="1604939"/>
                </a:lnTo>
                <a:lnTo>
                  <a:pt x="1624227" y="1613678"/>
                </a:lnTo>
                <a:lnTo>
                  <a:pt x="1619719" y="1619898"/>
                </a:lnTo>
                <a:lnTo>
                  <a:pt x="1615257" y="1626166"/>
                </a:lnTo>
                <a:lnTo>
                  <a:pt x="1606523" y="1627569"/>
                </a:lnTo>
                <a:lnTo>
                  <a:pt x="1599470" y="1622560"/>
                </a:lnTo>
                <a:close/>
              </a:path>
              <a:path w="5142230" h="2300604">
                <a:moveTo>
                  <a:pt x="964734" y="1307783"/>
                </a:moveTo>
                <a:lnTo>
                  <a:pt x="959815" y="1302517"/>
                </a:lnTo>
                <a:lnTo>
                  <a:pt x="958599" y="1296622"/>
                </a:lnTo>
                <a:lnTo>
                  <a:pt x="963971" y="1284289"/>
                </a:lnTo>
                <a:lnTo>
                  <a:pt x="972205" y="1281081"/>
                </a:lnTo>
                <a:lnTo>
                  <a:pt x="986254" y="1287224"/>
                </a:lnTo>
                <a:lnTo>
                  <a:pt x="989561" y="1295457"/>
                </a:lnTo>
                <a:lnTo>
                  <a:pt x="986443" y="1302479"/>
                </a:lnTo>
                <a:lnTo>
                  <a:pt x="983365" y="1309546"/>
                </a:lnTo>
                <a:lnTo>
                  <a:pt x="975140" y="1312764"/>
                </a:lnTo>
                <a:lnTo>
                  <a:pt x="968069" y="1309691"/>
                </a:lnTo>
                <a:lnTo>
                  <a:pt x="966254" y="1308921"/>
                </a:lnTo>
                <a:lnTo>
                  <a:pt x="964734" y="1307783"/>
                </a:lnTo>
                <a:close/>
              </a:path>
              <a:path w="5142230" h="2300604">
                <a:moveTo>
                  <a:pt x="1095201" y="1363872"/>
                </a:moveTo>
                <a:lnTo>
                  <a:pt x="1090282" y="1358605"/>
                </a:lnTo>
                <a:lnTo>
                  <a:pt x="1089017" y="1352756"/>
                </a:lnTo>
                <a:lnTo>
                  <a:pt x="1091272" y="1347545"/>
                </a:lnTo>
                <a:lnTo>
                  <a:pt x="1094295" y="1340420"/>
                </a:lnTo>
                <a:lnTo>
                  <a:pt x="1102528" y="1337112"/>
                </a:lnTo>
                <a:lnTo>
                  <a:pt x="1109599" y="1340186"/>
                </a:lnTo>
                <a:lnTo>
                  <a:pt x="1116678" y="1343169"/>
                </a:lnTo>
                <a:lnTo>
                  <a:pt x="1119917" y="1351231"/>
                </a:lnTo>
                <a:lnTo>
                  <a:pt x="1116908" y="1358468"/>
                </a:lnTo>
                <a:lnTo>
                  <a:pt x="1113933" y="1365548"/>
                </a:lnTo>
                <a:lnTo>
                  <a:pt x="1105701" y="1368855"/>
                </a:lnTo>
                <a:lnTo>
                  <a:pt x="1098630" y="1365782"/>
                </a:lnTo>
                <a:lnTo>
                  <a:pt x="1096815" y="1365012"/>
                </a:lnTo>
                <a:lnTo>
                  <a:pt x="1095201" y="1363872"/>
                </a:lnTo>
                <a:close/>
              </a:path>
              <a:path w="5142230" h="2300604">
                <a:moveTo>
                  <a:pt x="1891611" y="2016224"/>
                </a:moveTo>
                <a:lnTo>
                  <a:pt x="1886692" y="2010958"/>
                </a:lnTo>
                <a:lnTo>
                  <a:pt x="1885579" y="2008985"/>
                </a:lnTo>
                <a:lnTo>
                  <a:pt x="1882836" y="1999402"/>
                </a:lnTo>
                <a:lnTo>
                  <a:pt x="1887153" y="1991708"/>
                </a:lnTo>
                <a:lnTo>
                  <a:pt x="1894549" y="1989557"/>
                </a:lnTo>
                <a:lnTo>
                  <a:pt x="1901981" y="1987444"/>
                </a:lnTo>
                <a:lnTo>
                  <a:pt x="1909675" y="1991771"/>
                </a:lnTo>
                <a:lnTo>
                  <a:pt x="1913885" y="2006639"/>
                </a:lnTo>
                <a:lnTo>
                  <a:pt x="1909568" y="2014333"/>
                </a:lnTo>
                <a:lnTo>
                  <a:pt x="1896931" y="2017911"/>
                </a:lnTo>
                <a:lnTo>
                  <a:pt x="1891611" y="2016224"/>
                </a:lnTo>
                <a:close/>
              </a:path>
              <a:path w="5142230" h="2300604">
                <a:moveTo>
                  <a:pt x="1655175" y="1665477"/>
                </a:moveTo>
                <a:lnTo>
                  <a:pt x="1649611" y="1659521"/>
                </a:lnTo>
                <a:lnTo>
                  <a:pt x="1649323" y="1651686"/>
                </a:lnTo>
                <a:lnTo>
                  <a:pt x="1653851" y="1646270"/>
                </a:lnTo>
                <a:lnTo>
                  <a:pt x="1658775" y="1640300"/>
                </a:lnTo>
                <a:lnTo>
                  <a:pt x="1667536" y="1639512"/>
                </a:lnTo>
                <a:lnTo>
                  <a:pt x="1679376" y="1649353"/>
                </a:lnTo>
                <a:lnTo>
                  <a:pt x="1680209" y="1658162"/>
                </a:lnTo>
                <a:lnTo>
                  <a:pt x="1675244" y="1664088"/>
                </a:lnTo>
                <a:lnTo>
                  <a:pt x="1670364" y="1670007"/>
                </a:lnTo>
                <a:lnTo>
                  <a:pt x="1661514" y="1670796"/>
                </a:lnTo>
                <a:lnTo>
                  <a:pt x="1655175" y="1665477"/>
                </a:lnTo>
                <a:close/>
              </a:path>
              <a:path w="5142230" h="2300604">
                <a:moveTo>
                  <a:pt x="1869100" y="1949412"/>
                </a:moveTo>
                <a:lnTo>
                  <a:pt x="1864135" y="1944097"/>
                </a:lnTo>
                <a:lnTo>
                  <a:pt x="1863191" y="1942696"/>
                </a:lnTo>
                <a:lnTo>
                  <a:pt x="1862540" y="1941021"/>
                </a:lnTo>
                <a:lnTo>
                  <a:pt x="1859669" y="1933842"/>
                </a:lnTo>
                <a:lnTo>
                  <a:pt x="1863155" y="1925746"/>
                </a:lnTo>
                <a:lnTo>
                  <a:pt x="1870285" y="1922920"/>
                </a:lnTo>
                <a:lnTo>
                  <a:pt x="1877419" y="1920000"/>
                </a:lnTo>
                <a:lnTo>
                  <a:pt x="1885515" y="1923486"/>
                </a:lnTo>
                <a:lnTo>
                  <a:pt x="1888435" y="1930620"/>
                </a:lnTo>
                <a:lnTo>
                  <a:pt x="1891256" y="1937745"/>
                </a:lnTo>
                <a:lnTo>
                  <a:pt x="1887816" y="1945890"/>
                </a:lnTo>
                <a:lnTo>
                  <a:pt x="1880685" y="1948716"/>
                </a:lnTo>
                <a:lnTo>
                  <a:pt x="1875185" y="1950941"/>
                </a:lnTo>
                <a:lnTo>
                  <a:pt x="1869100" y="1949412"/>
                </a:lnTo>
                <a:close/>
              </a:path>
              <a:path w="5142230" h="2300604">
                <a:moveTo>
                  <a:pt x="336437" y="872143"/>
                </a:moveTo>
                <a:lnTo>
                  <a:pt x="330733" y="866037"/>
                </a:lnTo>
                <a:lnTo>
                  <a:pt x="326063" y="858986"/>
                </a:lnTo>
                <a:lnTo>
                  <a:pt x="327822" y="850312"/>
                </a:lnTo>
                <a:lnTo>
                  <a:pt x="340665" y="841774"/>
                </a:lnTo>
                <a:lnTo>
                  <a:pt x="349344" y="843538"/>
                </a:lnTo>
                <a:lnTo>
                  <a:pt x="357828" y="856432"/>
                </a:lnTo>
                <a:lnTo>
                  <a:pt x="356069" y="865106"/>
                </a:lnTo>
                <a:lnTo>
                  <a:pt x="349599" y="869323"/>
                </a:lnTo>
                <a:lnTo>
                  <a:pt x="343851" y="873140"/>
                </a:lnTo>
                <a:lnTo>
                  <a:pt x="336437" y="872143"/>
                </a:lnTo>
                <a:close/>
              </a:path>
              <a:path w="5142230" h="2300604">
                <a:moveTo>
                  <a:pt x="586213" y="1112056"/>
                </a:moveTo>
                <a:lnTo>
                  <a:pt x="581203" y="1106693"/>
                </a:lnTo>
                <a:lnTo>
                  <a:pt x="580357" y="1099630"/>
                </a:lnTo>
                <a:lnTo>
                  <a:pt x="583942" y="1094181"/>
                </a:lnTo>
                <a:lnTo>
                  <a:pt x="588172" y="1087664"/>
                </a:lnTo>
                <a:lnTo>
                  <a:pt x="596784" y="1085837"/>
                </a:lnTo>
                <a:lnTo>
                  <a:pt x="603251" y="1090023"/>
                </a:lnTo>
                <a:lnTo>
                  <a:pt x="609714" y="1094303"/>
                </a:lnTo>
                <a:lnTo>
                  <a:pt x="611546" y="1102910"/>
                </a:lnTo>
                <a:lnTo>
                  <a:pt x="607360" y="1109377"/>
                </a:lnTo>
                <a:lnTo>
                  <a:pt x="603129" y="1115795"/>
                </a:lnTo>
                <a:lnTo>
                  <a:pt x="594521" y="1117626"/>
                </a:lnTo>
                <a:lnTo>
                  <a:pt x="588055" y="1113441"/>
                </a:lnTo>
                <a:lnTo>
                  <a:pt x="587085" y="1112794"/>
                </a:lnTo>
                <a:lnTo>
                  <a:pt x="586213" y="1112056"/>
                </a:lnTo>
                <a:close/>
              </a:path>
              <a:path w="5142230" h="2300604">
                <a:moveTo>
                  <a:pt x="1540119" y="1582584"/>
                </a:moveTo>
                <a:lnTo>
                  <a:pt x="1535109" y="1577220"/>
                </a:lnTo>
                <a:lnTo>
                  <a:pt x="1534260" y="1570251"/>
                </a:lnTo>
                <a:lnTo>
                  <a:pt x="1537473" y="1565090"/>
                </a:lnTo>
                <a:lnTo>
                  <a:pt x="1541611" y="1558572"/>
                </a:lnTo>
                <a:lnTo>
                  <a:pt x="1541796" y="1558281"/>
                </a:lnTo>
                <a:lnTo>
                  <a:pt x="1550361" y="1556306"/>
                </a:lnTo>
                <a:lnTo>
                  <a:pt x="1563396" y="1564492"/>
                </a:lnTo>
                <a:lnTo>
                  <a:pt x="1565416" y="1573106"/>
                </a:lnTo>
                <a:lnTo>
                  <a:pt x="1561460" y="1579331"/>
                </a:lnTo>
                <a:lnTo>
                  <a:pt x="1557359" y="1585888"/>
                </a:lnTo>
                <a:lnTo>
                  <a:pt x="1557176" y="1586181"/>
                </a:lnTo>
                <a:lnTo>
                  <a:pt x="1548570" y="1588112"/>
                </a:lnTo>
                <a:lnTo>
                  <a:pt x="1542100" y="1584020"/>
                </a:lnTo>
                <a:lnTo>
                  <a:pt x="1541032" y="1583365"/>
                </a:lnTo>
                <a:lnTo>
                  <a:pt x="1540119" y="1582584"/>
                </a:lnTo>
                <a:close/>
              </a:path>
              <a:path w="5142230" h="2300604">
                <a:moveTo>
                  <a:pt x="708462" y="1184761"/>
                </a:moveTo>
                <a:lnTo>
                  <a:pt x="703501" y="1179451"/>
                </a:lnTo>
                <a:lnTo>
                  <a:pt x="702497" y="1172902"/>
                </a:lnTo>
                <a:lnTo>
                  <a:pt x="705418" y="1167525"/>
                </a:lnTo>
                <a:lnTo>
                  <a:pt x="709142" y="1160759"/>
                </a:lnTo>
                <a:lnTo>
                  <a:pt x="717583" y="1158261"/>
                </a:lnTo>
                <a:lnTo>
                  <a:pt x="731118" y="1165614"/>
                </a:lnTo>
                <a:lnTo>
                  <a:pt x="733616" y="1174056"/>
                </a:lnTo>
                <a:lnTo>
                  <a:pt x="729933" y="1180865"/>
                </a:lnTo>
                <a:lnTo>
                  <a:pt x="726262" y="1187590"/>
                </a:lnTo>
                <a:lnTo>
                  <a:pt x="717768" y="1190129"/>
                </a:lnTo>
                <a:lnTo>
                  <a:pt x="711052" y="1186459"/>
                </a:lnTo>
                <a:lnTo>
                  <a:pt x="709704" y="1185700"/>
                </a:lnTo>
                <a:lnTo>
                  <a:pt x="708462" y="1184761"/>
                </a:lnTo>
                <a:close/>
              </a:path>
              <a:path w="5142230" h="2300604">
                <a:moveTo>
                  <a:pt x="1479274" y="1546286"/>
                </a:moveTo>
                <a:lnTo>
                  <a:pt x="1474309" y="1540971"/>
                </a:lnTo>
                <a:lnTo>
                  <a:pt x="1473356" y="1534282"/>
                </a:lnTo>
                <a:lnTo>
                  <a:pt x="1476416" y="1528858"/>
                </a:lnTo>
                <a:lnTo>
                  <a:pt x="1480284" y="1522149"/>
                </a:lnTo>
                <a:lnTo>
                  <a:pt x="1488813" y="1519843"/>
                </a:lnTo>
                <a:lnTo>
                  <a:pt x="1502146" y="1527467"/>
                </a:lnTo>
                <a:lnTo>
                  <a:pt x="1504502" y="1536050"/>
                </a:lnTo>
                <a:lnTo>
                  <a:pt x="1496872" y="1549387"/>
                </a:lnTo>
                <a:lnTo>
                  <a:pt x="1488343" y="1551693"/>
                </a:lnTo>
                <a:lnTo>
                  <a:pt x="1481626" y="1547924"/>
                </a:lnTo>
                <a:lnTo>
                  <a:pt x="1480377" y="1547173"/>
                </a:lnTo>
                <a:lnTo>
                  <a:pt x="1479274" y="1546286"/>
                </a:lnTo>
                <a:close/>
              </a:path>
              <a:path w="5142230" h="2300604">
                <a:moveTo>
                  <a:pt x="107330" y="129752"/>
                </a:moveTo>
                <a:lnTo>
                  <a:pt x="102411" y="124486"/>
                </a:lnTo>
                <a:lnTo>
                  <a:pt x="101170" y="121984"/>
                </a:lnTo>
                <a:lnTo>
                  <a:pt x="100656" y="119186"/>
                </a:lnTo>
                <a:lnTo>
                  <a:pt x="99452" y="111545"/>
                </a:lnTo>
                <a:lnTo>
                  <a:pt x="104604" y="104450"/>
                </a:lnTo>
                <a:lnTo>
                  <a:pt x="119796" y="101945"/>
                </a:lnTo>
                <a:lnTo>
                  <a:pt x="126985" y="107100"/>
                </a:lnTo>
                <a:lnTo>
                  <a:pt x="129490" y="122292"/>
                </a:lnTo>
                <a:lnTo>
                  <a:pt x="124290" y="129433"/>
                </a:lnTo>
                <a:lnTo>
                  <a:pt x="112104" y="131441"/>
                </a:lnTo>
                <a:lnTo>
                  <a:pt x="111946" y="131467"/>
                </a:lnTo>
                <a:lnTo>
                  <a:pt x="107330" y="129752"/>
                </a:lnTo>
                <a:close/>
              </a:path>
              <a:path w="5142230" h="2300604">
                <a:moveTo>
                  <a:pt x="1417171" y="1512258"/>
                </a:moveTo>
                <a:lnTo>
                  <a:pt x="1412206" y="1506943"/>
                </a:lnTo>
                <a:lnTo>
                  <a:pt x="1411150" y="1500534"/>
                </a:lnTo>
                <a:lnTo>
                  <a:pt x="1417556" y="1488331"/>
                </a:lnTo>
                <a:lnTo>
                  <a:pt x="1426005" y="1485744"/>
                </a:lnTo>
                <a:lnTo>
                  <a:pt x="1439641" y="1492912"/>
                </a:lnTo>
                <a:lnTo>
                  <a:pt x="1442233" y="1501356"/>
                </a:lnTo>
                <a:lnTo>
                  <a:pt x="1435061" y="1514987"/>
                </a:lnTo>
                <a:lnTo>
                  <a:pt x="1426621" y="1517584"/>
                </a:lnTo>
                <a:lnTo>
                  <a:pt x="1418365" y="1513243"/>
                </a:lnTo>
                <a:lnTo>
                  <a:pt x="1417171" y="1512258"/>
                </a:lnTo>
                <a:close/>
              </a:path>
              <a:path w="5142230" h="2300604">
                <a:moveTo>
                  <a:pt x="528120" y="1072448"/>
                </a:moveTo>
                <a:lnTo>
                  <a:pt x="522369" y="1066292"/>
                </a:lnTo>
                <a:lnTo>
                  <a:pt x="521783" y="1059018"/>
                </a:lnTo>
                <a:lnTo>
                  <a:pt x="525748" y="1053488"/>
                </a:lnTo>
                <a:lnTo>
                  <a:pt x="530256" y="1047268"/>
                </a:lnTo>
                <a:lnTo>
                  <a:pt x="538991" y="1045866"/>
                </a:lnTo>
                <a:lnTo>
                  <a:pt x="551479" y="1054836"/>
                </a:lnTo>
                <a:lnTo>
                  <a:pt x="552877" y="1063566"/>
                </a:lnTo>
                <a:lnTo>
                  <a:pt x="548414" y="1069834"/>
                </a:lnTo>
                <a:lnTo>
                  <a:pt x="543911" y="1076059"/>
                </a:lnTo>
                <a:lnTo>
                  <a:pt x="535172" y="1077456"/>
                </a:lnTo>
                <a:lnTo>
                  <a:pt x="528120" y="1072448"/>
                </a:lnTo>
                <a:close/>
              </a:path>
              <a:path w="5142230" h="2300604">
                <a:moveTo>
                  <a:pt x="1225417" y="1420376"/>
                </a:moveTo>
                <a:lnTo>
                  <a:pt x="1220453" y="1415061"/>
                </a:lnTo>
                <a:lnTo>
                  <a:pt x="1219286" y="1409120"/>
                </a:lnTo>
                <a:lnTo>
                  <a:pt x="1224752" y="1396791"/>
                </a:lnTo>
                <a:lnTo>
                  <a:pt x="1232986" y="1393583"/>
                </a:lnTo>
                <a:lnTo>
                  <a:pt x="1247077" y="1399869"/>
                </a:lnTo>
                <a:lnTo>
                  <a:pt x="1250241" y="1408144"/>
                </a:lnTo>
                <a:lnTo>
                  <a:pt x="1243999" y="1422184"/>
                </a:lnTo>
                <a:lnTo>
                  <a:pt x="1235724" y="1425349"/>
                </a:lnTo>
                <a:lnTo>
                  <a:pt x="1228702" y="1422230"/>
                </a:lnTo>
                <a:lnTo>
                  <a:pt x="1226940" y="1421419"/>
                </a:lnTo>
                <a:lnTo>
                  <a:pt x="1225417" y="1420376"/>
                </a:lnTo>
                <a:close/>
              </a:path>
              <a:path w="5142230" h="2300604">
                <a:moveTo>
                  <a:pt x="425246" y="983927"/>
                </a:moveTo>
                <a:lnTo>
                  <a:pt x="414633" y="972565"/>
                </a:lnTo>
                <a:lnTo>
                  <a:pt x="414929" y="963889"/>
                </a:lnTo>
                <a:lnTo>
                  <a:pt x="420396" y="958599"/>
                </a:lnTo>
                <a:lnTo>
                  <a:pt x="425954" y="953307"/>
                </a:lnTo>
                <a:lnTo>
                  <a:pt x="435013" y="953524"/>
                </a:lnTo>
                <a:lnTo>
                  <a:pt x="445446" y="964692"/>
                </a:lnTo>
                <a:lnTo>
                  <a:pt x="445242" y="973466"/>
                </a:lnTo>
                <a:lnTo>
                  <a:pt x="439438" y="978982"/>
                </a:lnTo>
                <a:lnTo>
                  <a:pt x="434069" y="984085"/>
                </a:lnTo>
                <a:lnTo>
                  <a:pt x="425246" y="983927"/>
                </a:lnTo>
                <a:close/>
              </a:path>
              <a:path w="5142230" h="2300604">
                <a:moveTo>
                  <a:pt x="130983" y="269826"/>
                </a:moveTo>
                <a:lnTo>
                  <a:pt x="126063" y="264560"/>
                </a:lnTo>
                <a:lnTo>
                  <a:pt x="124770" y="262198"/>
                </a:lnTo>
                <a:lnTo>
                  <a:pt x="122955" y="251849"/>
                </a:lnTo>
                <a:lnTo>
                  <a:pt x="128015" y="244657"/>
                </a:lnTo>
                <a:lnTo>
                  <a:pt x="135569" y="243261"/>
                </a:lnTo>
                <a:lnTo>
                  <a:pt x="143169" y="241915"/>
                </a:lnTo>
                <a:lnTo>
                  <a:pt x="150455" y="246978"/>
                </a:lnTo>
                <a:lnTo>
                  <a:pt x="153082" y="262008"/>
                </a:lnTo>
                <a:lnTo>
                  <a:pt x="149371" y="267517"/>
                </a:lnTo>
                <a:lnTo>
                  <a:pt x="148088" y="269370"/>
                </a:lnTo>
                <a:lnTo>
                  <a:pt x="140563" y="270697"/>
                </a:lnTo>
                <a:lnTo>
                  <a:pt x="135644" y="271590"/>
                </a:lnTo>
                <a:lnTo>
                  <a:pt x="130983" y="269826"/>
                </a:lnTo>
                <a:close/>
              </a:path>
              <a:path w="5142230" h="2300604">
                <a:moveTo>
                  <a:pt x="143947" y="339713"/>
                </a:moveTo>
                <a:lnTo>
                  <a:pt x="139073" y="334495"/>
                </a:lnTo>
                <a:lnTo>
                  <a:pt x="137825" y="332182"/>
                </a:lnTo>
                <a:lnTo>
                  <a:pt x="135819" y="321921"/>
                </a:lnTo>
                <a:lnTo>
                  <a:pt x="140788" y="314631"/>
                </a:lnTo>
                <a:lnTo>
                  <a:pt x="155902" y="311652"/>
                </a:lnTo>
                <a:lnTo>
                  <a:pt x="163241" y="316576"/>
                </a:lnTo>
                <a:lnTo>
                  <a:pt x="164681" y="324178"/>
                </a:lnTo>
                <a:lnTo>
                  <a:pt x="166171" y="331735"/>
                </a:lnTo>
                <a:lnTo>
                  <a:pt x="161202" y="339025"/>
                </a:lnTo>
                <a:lnTo>
                  <a:pt x="153645" y="340515"/>
                </a:lnTo>
                <a:lnTo>
                  <a:pt x="148751" y="341434"/>
                </a:lnTo>
                <a:lnTo>
                  <a:pt x="143947" y="339713"/>
                </a:lnTo>
                <a:close/>
              </a:path>
              <a:path w="5142230" h="2300604">
                <a:moveTo>
                  <a:pt x="646636" y="1149662"/>
                </a:moveTo>
                <a:lnTo>
                  <a:pt x="641621" y="1144293"/>
                </a:lnTo>
                <a:lnTo>
                  <a:pt x="640771" y="1137518"/>
                </a:lnTo>
                <a:lnTo>
                  <a:pt x="647838" y="1125437"/>
                </a:lnTo>
                <a:lnTo>
                  <a:pt x="656532" y="1123209"/>
                </a:lnTo>
                <a:lnTo>
                  <a:pt x="656665" y="1123352"/>
                </a:lnTo>
                <a:lnTo>
                  <a:pt x="669691" y="1131138"/>
                </a:lnTo>
                <a:lnTo>
                  <a:pt x="671903" y="1139664"/>
                </a:lnTo>
                <a:lnTo>
                  <a:pt x="663994" y="1152896"/>
                </a:lnTo>
                <a:lnTo>
                  <a:pt x="655468" y="1155108"/>
                </a:lnTo>
                <a:lnTo>
                  <a:pt x="648851" y="1151153"/>
                </a:lnTo>
                <a:lnTo>
                  <a:pt x="647693" y="1150500"/>
                </a:lnTo>
                <a:lnTo>
                  <a:pt x="646636" y="1149662"/>
                </a:lnTo>
                <a:close/>
              </a:path>
              <a:path w="5142230" h="2300604">
                <a:moveTo>
                  <a:pt x="1160436" y="1391868"/>
                </a:moveTo>
                <a:lnTo>
                  <a:pt x="1155471" y="1386554"/>
                </a:lnTo>
                <a:lnTo>
                  <a:pt x="1154301" y="1380707"/>
                </a:lnTo>
                <a:lnTo>
                  <a:pt x="1156510" y="1375448"/>
                </a:lnTo>
                <a:lnTo>
                  <a:pt x="1159583" y="1368376"/>
                </a:lnTo>
                <a:lnTo>
                  <a:pt x="1167808" y="1365158"/>
                </a:lnTo>
                <a:lnTo>
                  <a:pt x="1181958" y="1371215"/>
                </a:lnTo>
                <a:lnTo>
                  <a:pt x="1185172" y="1379445"/>
                </a:lnTo>
                <a:lnTo>
                  <a:pt x="1182140" y="1386560"/>
                </a:lnTo>
                <a:lnTo>
                  <a:pt x="1179115" y="1393585"/>
                </a:lnTo>
                <a:lnTo>
                  <a:pt x="1170890" y="1396804"/>
                </a:lnTo>
                <a:lnTo>
                  <a:pt x="1163811" y="1393820"/>
                </a:lnTo>
                <a:lnTo>
                  <a:pt x="1161955" y="1393006"/>
                </a:lnTo>
                <a:lnTo>
                  <a:pt x="1160436" y="1391868"/>
                </a:lnTo>
                <a:close/>
              </a:path>
              <a:path w="5142230" h="2300604">
                <a:moveTo>
                  <a:pt x="118869" y="199775"/>
                </a:moveTo>
                <a:lnTo>
                  <a:pt x="114000" y="194562"/>
                </a:lnTo>
                <a:lnTo>
                  <a:pt x="112714" y="192111"/>
                </a:lnTo>
                <a:lnTo>
                  <a:pt x="110939" y="181707"/>
                </a:lnTo>
                <a:lnTo>
                  <a:pt x="116098" y="174522"/>
                </a:lnTo>
                <a:lnTo>
                  <a:pt x="131286" y="172013"/>
                </a:lnTo>
                <a:lnTo>
                  <a:pt x="138483" y="177078"/>
                </a:lnTo>
                <a:lnTo>
                  <a:pt x="141033" y="192319"/>
                </a:lnTo>
                <a:lnTo>
                  <a:pt x="135923" y="199458"/>
                </a:lnTo>
                <a:lnTo>
                  <a:pt x="128282" y="200761"/>
                </a:lnTo>
                <a:lnTo>
                  <a:pt x="123688" y="201512"/>
                </a:lnTo>
                <a:lnTo>
                  <a:pt x="123530" y="201538"/>
                </a:lnTo>
                <a:lnTo>
                  <a:pt x="118869" y="199775"/>
                </a:lnTo>
                <a:close/>
              </a:path>
              <a:path w="5142230" h="2300604">
                <a:moveTo>
                  <a:pt x="1353964" y="1480176"/>
                </a:moveTo>
                <a:lnTo>
                  <a:pt x="1348999" y="1474861"/>
                </a:lnTo>
                <a:lnTo>
                  <a:pt x="1347936" y="1468640"/>
                </a:lnTo>
                <a:lnTo>
                  <a:pt x="1350525" y="1463299"/>
                </a:lnTo>
                <a:lnTo>
                  <a:pt x="1353924" y="1456381"/>
                </a:lnTo>
                <a:lnTo>
                  <a:pt x="1362329" y="1453551"/>
                </a:lnTo>
                <a:lnTo>
                  <a:pt x="1376166" y="1460348"/>
                </a:lnTo>
                <a:lnTo>
                  <a:pt x="1378950" y="1468705"/>
                </a:lnTo>
                <a:lnTo>
                  <a:pt x="1372202" y="1482496"/>
                </a:lnTo>
                <a:lnTo>
                  <a:pt x="1363842" y="1485375"/>
                </a:lnTo>
                <a:lnTo>
                  <a:pt x="1356924" y="1481976"/>
                </a:lnTo>
                <a:lnTo>
                  <a:pt x="1355346" y="1481167"/>
                </a:lnTo>
                <a:lnTo>
                  <a:pt x="1353964" y="1480176"/>
                </a:lnTo>
                <a:close/>
              </a:path>
              <a:path w="5142230" h="2300604">
                <a:moveTo>
                  <a:pt x="1289991" y="1449621"/>
                </a:moveTo>
                <a:lnTo>
                  <a:pt x="1285077" y="1444359"/>
                </a:lnTo>
                <a:lnTo>
                  <a:pt x="1283867" y="1438275"/>
                </a:lnTo>
                <a:lnTo>
                  <a:pt x="1289573" y="1426006"/>
                </a:lnTo>
                <a:lnTo>
                  <a:pt x="1297890" y="1422985"/>
                </a:lnTo>
                <a:lnTo>
                  <a:pt x="1311880" y="1429456"/>
                </a:lnTo>
                <a:lnTo>
                  <a:pt x="1314897" y="1437769"/>
                </a:lnTo>
                <a:lnTo>
                  <a:pt x="1308384" y="1451715"/>
                </a:lnTo>
                <a:lnTo>
                  <a:pt x="1300112" y="1454785"/>
                </a:lnTo>
                <a:lnTo>
                  <a:pt x="1293142" y="1451526"/>
                </a:lnTo>
                <a:lnTo>
                  <a:pt x="1291465" y="1450709"/>
                </a:lnTo>
                <a:lnTo>
                  <a:pt x="1289991" y="1449621"/>
                </a:lnTo>
                <a:close/>
              </a:path>
              <a:path w="5142230" h="2300604">
                <a:moveTo>
                  <a:pt x="95836" y="59680"/>
                </a:moveTo>
                <a:lnTo>
                  <a:pt x="90917" y="54414"/>
                </a:lnTo>
                <a:lnTo>
                  <a:pt x="89631" y="51962"/>
                </a:lnTo>
                <a:lnTo>
                  <a:pt x="89207" y="49162"/>
                </a:lnTo>
                <a:lnTo>
                  <a:pt x="87955" y="41566"/>
                </a:lnTo>
                <a:lnTo>
                  <a:pt x="93064" y="34328"/>
                </a:lnTo>
                <a:lnTo>
                  <a:pt x="108256" y="31824"/>
                </a:lnTo>
                <a:lnTo>
                  <a:pt x="115445" y="36978"/>
                </a:lnTo>
                <a:lnTo>
                  <a:pt x="117950" y="52171"/>
                </a:lnTo>
                <a:lnTo>
                  <a:pt x="112790" y="59355"/>
                </a:lnTo>
                <a:lnTo>
                  <a:pt x="100605" y="61364"/>
                </a:lnTo>
                <a:lnTo>
                  <a:pt x="100447" y="61390"/>
                </a:lnTo>
                <a:lnTo>
                  <a:pt x="95836" y="59680"/>
                </a:lnTo>
                <a:close/>
              </a:path>
              <a:path w="5142230" h="2300604">
                <a:moveTo>
                  <a:pt x="1839448" y="1885609"/>
                </a:moveTo>
                <a:lnTo>
                  <a:pt x="1834442" y="1880250"/>
                </a:lnTo>
                <a:lnTo>
                  <a:pt x="1833720" y="1879282"/>
                </a:lnTo>
                <a:lnTo>
                  <a:pt x="1829550" y="1871397"/>
                </a:lnTo>
                <a:lnTo>
                  <a:pt x="1832052" y="1862933"/>
                </a:lnTo>
                <a:lnTo>
                  <a:pt x="1838885" y="1859299"/>
                </a:lnTo>
                <a:lnTo>
                  <a:pt x="1845618" y="1855657"/>
                </a:lnTo>
                <a:lnTo>
                  <a:pt x="1854119" y="1858207"/>
                </a:lnTo>
                <a:lnTo>
                  <a:pt x="1857716" y="1864991"/>
                </a:lnTo>
                <a:lnTo>
                  <a:pt x="1861404" y="1871773"/>
                </a:lnTo>
                <a:lnTo>
                  <a:pt x="1858803" y="1880230"/>
                </a:lnTo>
                <a:lnTo>
                  <a:pt x="1852069" y="1883872"/>
                </a:lnTo>
                <a:lnTo>
                  <a:pt x="1846347" y="1886934"/>
                </a:lnTo>
                <a:lnTo>
                  <a:pt x="1839448" y="1885609"/>
                </a:lnTo>
                <a:close/>
              </a:path>
              <a:path w="5142230" h="2300604">
                <a:moveTo>
                  <a:pt x="1803230" y="1825530"/>
                </a:moveTo>
                <a:lnTo>
                  <a:pt x="1797062" y="1818927"/>
                </a:lnTo>
                <a:lnTo>
                  <a:pt x="1792747" y="1812549"/>
                </a:lnTo>
                <a:lnTo>
                  <a:pt x="1794317" y="1803868"/>
                </a:lnTo>
                <a:lnTo>
                  <a:pt x="1800696" y="1799553"/>
                </a:lnTo>
                <a:lnTo>
                  <a:pt x="1807029" y="1795190"/>
                </a:lnTo>
                <a:lnTo>
                  <a:pt x="1815755" y="1796809"/>
                </a:lnTo>
                <a:lnTo>
                  <a:pt x="1824429" y="1809515"/>
                </a:lnTo>
                <a:lnTo>
                  <a:pt x="1822818" y="1818152"/>
                </a:lnTo>
                <a:lnTo>
                  <a:pt x="1816485" y="1822515"/>
                </a:lnTo>
                <a:lnTo>
                  <a:pt x="1810680" y="1826468"/>
                </a:lnTo>
                <a:lnTo>
                  <a:pt x="1803230" y="1825530"/>
                </a:lnTo>
                <a:close/>
              </a:path>
              <a:path w="5142230" h="2300604">
                <a:moveTo>
                  <a:pt x="1918610" y="2225664"/>
                </a:moveTo>
                <a:lnTo>
                  <a:pt x="1913741" y="2220451"/>
                </a:lnTo>
                <a:lnTo>
                  <a:pt x="1912339" y="2217094"/>
                </a:lnTo>
                <a:lnTo>
                  <a:pt x="1912326" y="2213463"/>
                </a:lnTo>
                <a:lnTo>
                  <a:pt x="1912253" y="2205761"/>
                </a:lnTo>
                <a:lnTo>
                  <a:pt x="1918510" y="2199459"/>
                </a:lnTo>
                <a:lnTo>
                  <a:pt x="1926205" y="2199485"/>
                </a:lnTo>
                <a:lnTo>
                  <a:pt x="1933907" y="2199421"/>
                </a:lnTo>
                <a:lnTo>
                  <a:pt x="1940163" y="2205630"/>
                </a:lnTo>
                <a:lnTo>
                  <a:pt x="1940232" y="2213327"/>
                </a:lnTo>
                <a:lnTo>
                  <a:pt x="1940247" y="2221065"/>
                </a:lnTo>
                <a:lnTo>
                  <a:pt x="1934043" y="2227327"/>
                </a:lnTo>
                <a:lnTo>
                  <a:pt x="1922287" y="2227351"/>
                </a:lnTo>
                <a:lnTo>
                  <a:pt x="1918610" y="2225664"/>
                </a:lnTo>
                <a:close/>
              </a:path>
              <a:path w="5142230" h="2300604">
                <a:moveTo>
                  <a:pt x="266879" y="747539"/>
                </a:moveTo>
                <a:lnTo>
                  <a:pt x="261914" y="742224"/>
                </a:lnTo>
                <a:lnTo>
                  <a:pt x="261058" y="741015"/>
                </a:lnTo>
                <a:lnTo>
                  <a:pt x="257188" y="732669"/>
                </a:lnTo>
                <a:lnTo>
                  <a:pt x="260208" y="724368"/>
                </a:lnTo>
                <a:lnTo>
                  <a:pt x="267163" y="721159"/>
                </a:lnTo>
                <a:lnTo>
                  <a:pt x="274121" y="717855"/>
                </a:lnTo>
                <a:lnTo>
                  <a:pt x="282421" y="720876"/>
                </a:lnTo>
                <a:lnTo>
                  <a:pt x="288976" y="734832"/>
                </a:lnTo>
                <a:lnTo>
                  <a:pt x="285960" y="743137"/>
                </a:lnTo>
                <a:lnTo>
                  <a:pt x="273344" y="748987"/>
                </a:lnTo>
                <a:lnTo>
                  <a:pt x="266879" y="747539"/>
                </a:lnTo>
                <a:close/>
              </a:path>
              <a:path w="5142230" h="2300604">
                <a:moveTo>
                  <a:pt x="174528" y="478601"/>
                </a:moveTo>
                <a:lnTo>
                  <a:pt x="169613" y="473340"/>
                </a:lnTo>
                <a:lnTo>
                  <a:pt x="168503" y="471272"/>
                </a:lnTo>
                <a:lnTo>
                  <a:pt x="167873" y="468838"/>
                </a:lnTo>
                <a:lnTo>
                  <a:pt x="166007" y="461367"/>
                </a:lnTo>
                <a:lnTo>
                  <a:pt x="170488" y="453946"/>
                </a:lnTo>
                <a:lnTo>
                  <a:pt x="185507" y="450082"/>
                </a:lnTo>
                <a:lnTo>
                  <a:pt x="193097" y="454689"/>
                </a:lnTo>
                <a:lnTo>
                  <a:pt x="196791" y="469591"/>
                </a:lnTo>
                <a:lnTo>
                  <a:pt x="192307" y="477106"/>
                </a:lnTo>
                <a:lnTo>
                  <a:pt x="184809" y="479050"/>
                </a:lnTo>
                <a:lnTo>
                  <a:pt x="179663" y="480286"/>
                </a:lnTo>
                <a:lnTo>
                  <a:pt x="174528" y="478601"/>
                </a:lnTo>
                <a:close/>
              </a:path>
              <a:path w="5142230" h="2300604">
                <a:moveTo>
                  <a:pt x="1915825" y="2155042"/>
                </a:moveTo>
                <a:lnTo>
                  <a:pt x="1910947" y="2149820"/>
                </a:lnTo>
                <a:lnTo>
                  <a:pt x="1909583" y="2146894"/>
                </a:lnTo>
                <a:lnTo>
                  <a:pt x="1909320" y="2143679"/>
                </a:lnTo>
                <a:lnTo>
                  <a:pt x="1908632" y="2136003"/>
                </a:lnTo>
                <a:lnTo>
                  <a:pt x="1914390" y="2129264"/>
                </a:lnTo>
                <a:lnTo>
                  <a:pt x="1929729" y="2127992"/>
                </a:lnTo>
                <a:lnTo>
                  <a:pt x="1936471" y="2133646"/>
                </a:lnTo>
                <a:lnTo>
                  <a:pt x="1937748" y="2148990"/>
                </a:lnTo>
                <a:lnTo>
                  <a:pt x="1932040" y="2155783"/>
                </a:lnTo>
                <a:lnTo>
                  <a:pt x="1919920" y="2156787"/>
                </a:lnTo>
                <a:lnTo>
                  <a:pt x="1915825" y="2155042"/>
                </a:lnTo>
                <a:close/>
              </a:path>
              <a:path w="5142230" h="2300604">
                <a:moveTo>
                  <a:pt x="835296" y="1249082"/>
                </a:moveTo>
                <a:lnTo>
                  <a:pt x="830336" y="1243772"/>
                </a:lnTo>
                <a:lnTo>
                  <a:pt x="829221" y="1237691"/>
                </a:lnTo>
                <a:lnTo>
                  <a:pt x="831716" y="1232347"/>
                </a:lnTo>
                <a:lnTo>
                  <a:pt x="835069" y="1225379"/>
                </a:lnTo>
                <a:lnTo>
                  <a:pt x="843338" y="1222403"/>
                </a:lnTo>
                <a:lnTo>
                  <a:pt x="857275" y="1229015"/>
                </a:lnTo>
                <a:lnTo>
                  <a:pt x="860203" y="1237329"/>
                </a:lnTo>
                <a:lnTo>
                  <a:pt x="856944" y="1244300"/>
                </a:lnTo>
                <a:lnTo>
                  <a:pt x="853640" y="1251221"/>
                </a:lnTo>
                <a:lnTo>
                  <a:pt x="845322" y="1254243"/>
                </a:lnTo>
                <a:lnTo>
                  <a:pt x="838355" y="1250890"/>
                </a:lnTo>
                <a:lnTo>
                  <a:pt x="836729" y="1250127"/>
                </a:lnTo>
                <a:lnTo>
                  <a:pt x="835296" y="1249082"/>
                </a:lnTo>
                <a:close/>
              </a:path>
              <a:path w="5142230" h="2300604">
                <a:moveTo>
                  <a:pt x="193011" y="547358"/>
                </a:moveTo>
                <a:lnTo>
                  <a:pt x="188092" y="542092"/>
                </a:lnTo>
                <a:lnTo>
                  <a:pt x="186979" y="540119"/>
                </a:lnTo>
                <a:lnTo>
                  <a:pt x="186339" y="537968"/>
                </a:lnTo>
                <a:lnTo>
                  <a:pt x="184236" y="530536"/>
                </a:lnTo>
                <a:lnTo>
                  <a:pt x="188459" y="522838"/>
                </a:lnTo>
                <a:lnTo>
                  <a:pt x="195900" y="520736"/>
                </a:lnTo>
                <a:lnTo>
                  <a:pt x="203291" y="518580"/>
                </a:lnTo>
                <a:lnTo>
                  <a:pt x="211030" y="522856"/>
                </a:lnTo>
                <a:lnTo>
                  <a:pt x="213186" y="530247"/>
                </a:lnTo>
                <a:lnTo>
                  <a:pt x="215248" y="537635"/>
                </a:lnTo>
                <a:lnTo>
                  <a:pt x="210971" y="545373"/>
                </a:lnTo>
                <a:lnTo>
                  <a:pt x="203576" y="547524"/>
                </a:lnTo>
                <a:lnTo>
                  <a:pt x="198384" y="549005"/>
                </a:lnTo>
                <a:lnTo>
                  <a:pt x="193011" y="547358"/>
                </a:lnTo>
                <a:close/>
              </a:path>
              <a:path w="5142230" h="2300604">
                <a:moveTo>
                  <a:pt x="1760498" y="1769621"/>
                </a:moveTo>
                <a:lnTo>
                  <a:pt x="1754898" y="1763626"/>
                </a:lnTo>
                <a:lnTo>
                  <a:pt x="1749899" y="1757786"/>
                </a:lnTo>
                <a:lnTo>
                  <a:pt x="1750628" y="1748987"/>
                </a:lnTo>
                <a:lnTo>
                  <a:pt x="1755480" y="1744896"/>
                </a:lnTo>
                <a:lnTo>
                  <a:pt x="1761326" y="1739913"/>
                </a:lnTo>
                <a:lnTo>
                  <a:pt x="1762392" y="1739002"/>
                </a:lnTo>
                <a:lnTo>
                  <a:pt x="1771191" y="1739721"/>
                </a:lnTo>
                <a:lnTo>
                  <a:pt x="1781133" y="1751536"/>
                </a:lnTo>
                <a:lnTo>
                  <a:pt x="1780408" y="1760340"/>
                </a:lnTo>
                <a:lnTo>
                  <a:pt x="1775602" y="1764382"/>
                </a:lnTo>
                <a:lnTo>
                  <a:pt x="1769698" y="1769402"/>
                </a:lnTo>
                <a:lnTo>
                  <a:pt x="1768834" y="1770138"/>
                </a:lnTo>
                <a:lnTo>
                  <a:pt x="1760498" y="1769621"/>
                </a:lnTo>
                <a:close/>
              </a:path>
              <a:path w="5142230" h="2300604">
                <a:moveTo>
                  <a:pt x="238655" y="682137"/>
                </a:moveTo>
                <a:lnTo>
                  <a:pt x="233690" y="676823"/>
                </a:lnTo>
                <a:lnTo>
                  <a:pt x="232795" y="675376"/>
                </a:lnTo>
                <a:lnTo>
                  <a:pt x="229272" y="666522"/>
                </a:lnTo>
                <a:lnTo>
                  <a:pt x="232807" y="658381"/>
                </a:lnTo>
                <a:lnTo>
                  <a:pt x="239983" y="655604"/>
                </a:lnTo>
                <a:lnTo>
                  <a:pt x="247109" y="652773"/>
                </a:lnTo>
                <a:lnTo>
                  <a:pt x="255204" y="656259"/>
                </a:lnTo>
                <a:lnTo>
                  <a:pt x="260858" y="670619"/>
                </a:lnTo>
                <a:lnTo>
                  <a:pt x="257372" y="678714"/>
                </a:lnTo>
                <a:lnTo>
                  <a:pt x="250191" y="681487"/>
                </a:lnTo>
                <a:lnTo>
                  <a:pt x="244691" y="683712"/>
                </a:lnTo>
                <a:lnTo>
                  <a:pt x="238655" y="682137"/>
                </a:lnTo>
                <a:close/>
              </a:path>
              <a:path w="5142230" h="2300604">
                <a:moveTo>
                  <a:pt x="1707437" y="1712624"/>
                </a:moveTo>
                <a:lnTo>
                  <a:pt x="1701975" y="1706778"/>
                </a:lnTo>
                <a:lnTo>
                  <a:pt x="1701977" y="1698276"/>
                </a:lnTo>
                <a:lnTo>
                  <a:pt x="1707304" y="1692933"/>
                </a:lnTo>
                <a:lnTo>
                  <a:pt x="1712684" y="1687451"/>
                </a:lnTo>
                <a:lnTo>
                  <a:pt x="1721472" y="1687378"/>
                </a:lnTo>
                <a:lnTo>
                  <a:pt x="1732482" y="1698186"/>
                </a:lnTo>
                <a:lnTo>
                  <a:pt x="1732556" y="1706964"/>
                </a:lnTo>
                <a:lnTo>
                  <a:pt x="1721752" y="1717979"/>
                </a:lnTo>
                <a:lnTo>
                  <a:pt x="1712964" y="1718053"/>
                </a:lnTo>
                <a:lnTo>
                  <a:pt x="1707437" y="1712624"/>
                </a:lnTo>
                <a:close/>
              </a:path>
              <a:path w="5142230" h="2300604">
                <a:moveTo>
                  <a:pt x="771448" y="1217780"/>
                </a:moveTo>
                <a:lnTo>
                  <a:pt x="766488" y="1212470"/>
                </a:lnTo>
                <a:lnTo>
                  <a:pt x="765412" y="1206137"/>
                </a:lnTo>
                <a:lnTo>
                  <a:pt x="768112" y="1200817"/>
                </a:lnTo>
                <a:lnTo>
                  <a:pt x="771556" y="1193948"/>
                </a:lnTo>
                <a:lnTo>
                  <a:pt x="779954" y="1191207"/>
                </a:lnTo>
                <a:lnTo>
                  <a:pt x="793743" y="1198149"/>
                </a:lnTo>
                <a:lnTo>
                  <a:pt x="796479" y="1206551"/>
                </a:lnTo>
                <a:lnTo>
                  <a:pt x="793030" y="1213416"/>
                </a:lnTo>
                <a:lnTo>
                  <a:pt x="789545" y="1220242"/>
                </a:lnTo>
                <a:lnTo>
                  <a:pt x="781189" y="1223026"/>
                </a:lnTo>
                <a:lnTo>
                  <a:pt x="772782" y="1218817"/>
                </a:lnTo>
                <a:lnTo>
                  <a:pt x="771448" y="1217780"/>
                </a:lnTo>
                <a:close/>
              </a:path>
              <a:path w="5142230" h="2300604">
                <a:moveTo>
                  <a:pt x="1916157" y="2296347"/>
                </a:moveTo>
                <a:lnTo>
                  <a:pt x="1911283" y="2291130"/>
                </a:lnTo>
                <a:lnTo>
                  <a:pt x="1909850" y="2287446"/>
                </a:lnTo>
                <a:lnTo>
                  <a:pt x="1910083" y="2283394"/>
                </a:lnTo>
                <a:lnTo>
                  <a:pt x="1910580" y="2275716"/>
                </a:lnTo>
                <a:lnTo>
                  <a:pt x="1916495" y="2270514"/>
                </a:lnTo>
                <a:lnTo>
                  <a:pt x="1917247" y="2269853"/>
                </a:lnTo>
                <a:lnTo>
                  <a:pt x="1924927" y="2270449"/>
                </a:lnTo>
                <a:lnTo>
                  <a:pt x="1932605" y="2270947"/>
                </a:lnTo>
                <a:lnTo>
                  <a:pt x="1938418" y="2277560"/>
                </a:lnTo>
                <a:lnTo>
                  <a:pt x="1937423" y="2292917"/>
                </a:lnTo>
                <a:lnTo>
                  <a:pt x="1931507" y="2298117"/>
                </a:lnTo>
                <a:lnTo>
                  <a:pt x="1930805" y="2298734"/>
                </a:lnTo>
                <a:lnTo>
                  <a:pt x="1923127" y="2298237"/>
                </a:lnTo>
                <a:lnTo>
                  <a:pt x="1919406" y="2297969"/>
                </a:lnTo>
                <a:lnTo>
                  <a:pt x="1916157" y="2296347"/>
                </a:lnTo>
                <a:close/>
              </a:path>
              <a:path w="5142230" h="2300604">
                <a:moveTo>
                  <a:pt x="158336" y="409364"/>
                </a:moveTo>
                <a:lnTo>
                  <a:pt x="153457" y="404142"/>
                </a:lnTo>
                <a:lnTo>
                  <a:pt x="152264" y="401887"/>
                </a:lnTo>
                <a:lnTo>
                  <a:pt x="151686" y="399314"/>
                </a:lnTo>
                <a:lnTo>
                  <a:pt x="150058" y="391804"/>
                </a:lnTo>
                <a:lnTo>
                  <a:pt x="154842" y="384413"/>
                </a:lnTo>
                <a:lnTo>
                  <a:pt x="162356" y="382781"/>
                </a:lnTo>
                <a:lnTo>
                  <a:pt x="169825" y="381099"/>
                </a:lnTo>
                <a:lnTo>
                  <a:pt x="177310" y="385886"/>
                </a:lnTo>
                <a:lnTo>
                  <a:pt x="180576" y="400916"/>
                </a:lnTo>
                <a:lnTo>
                  <a:pt x="175784" y="408396"/>
                </a:lnTo>
                <a:lnTo>
                  <a:pt x="168274" y="410033"/>
                </a:lnTo>
                <a:lnTo>
                  <a:pt x="163324" y="411087"/>
                </a:lnTo>
                <a:lnTo>
                  <a:pt x="158336" y="409364"/>
                </a:lnTo>
                <a:close/>
              </a:path>
              <a:path w="5142230" h="2300604">
                <a:moveTo>
                  <a:pt x="214258" y="615261"/>
                </a:moveTo>
                <a:lnTo>
                  <a:pt x="209288" y="609941"/>
                </a:lnTo>
                <a:lnTo>
                  <a:pt x="208264" y="608259"/>
                </a:lnTo>
                <a:lnTo>
                  <a:pt x="207574" y="606347"/>
                </a:lnTo>
                <a:lnTo>
                  <a:pt x="205132" y="599040"/>
                </a:lnTo>
                <a:lnTo>
                  <a:pt x="209037" y="591101"/>
                </a:lnTo>
                <a:lnTo>
                  <a:pt x="223650" y="586216"/>
                </a:lnTo>
                <a:lnTo>
                  <a:pt x="231590" y="590121"/>
                </a:lnTo>
                <a:lnTo>
                  <a:pt x="236474" y="604734"/>
                </a:lnTo>
                <a:lnTo>
                  <a:pt x="232523" y="612625"/>
                </a:lnTo>
                <a:lnTo>
                  <a:pt x="225262" y="615116"/>
                </a:lnTo>
                <a:lnTo>
                  <a:pt x="219868" y="616868"/>
                </a:lnTo>
                <a:lnTo>
                  <a:pt x="214258" y="615261"/>
                </a:lnTo>
                <a:close/>
              </a:path>
              <a:path w="5142230" h="2300604">
                <a:moveTo>
                  <a:pt x="378265" y="929920"/>
                </a:moveTo>
                <a:lnTo>
                  <a:pt x="372572" y="923825"/>
                </a:lnTo>
                <a:lnTo>
                  <a:pt x="367825" y="917767"/>
                </a:lnTo>
                <a:lnTo>
                  <a:pt x="368833" y="908973"/>
                </a:lnTo>
                <a:lnTo>
                  <a:pt x="374896" y="904222"/>
                </a:lnTo>
                <a:lnTo>
                  <a:pt x="380913" y="899423"/>
                </a:lnTo>
                <a:lnTo>
                  <a:pt x="389654" y="900471"/>
                </a:lnTo>
                <a:lnTo>
                  <a:pt x="399257" y="912511"/>
                </a:lnTo>
                <a:lnTo>
                  <a:pt x="398250" y="921305"/>
                </a:lnTo>
                <a:lnTo>
                  <a:pt x="392232" y="926104"/>
                </a:lnTo>
                <a:lnTo>
                  <a:pt x="386413" y="930627"/>
                </a:lnTo>
                <a:lnTo>
                  <a:pt x="378265" y="929920"/>
                </a:lnTo>
                <a:close/>
              </a:path>
              <a:path w="5142230" h="2300604">
                <a:moveTo>
                  <a:pt x="899811" y="1278947"/>
                </a:moveTo>
                <a:lnTo>
                  <a:pt x="894846" y="1273632"/>
                </a:lnTo>
                <a:lnTo>
                  <a:pt x="893679" y="1267691"/>
                </a:lnTo>
                <a:lnTo>
                  <a:pt x="896032" y="1262390"/>
                </a:lnTo>
                <a:lnTo>
                  <a:pt x="899240" y="1255365"/>
                </a:lnTo>
                <a:lnTo>
                  <a:pt x="907466" y="1252246"/>
                </a:lnTo>
                <a:lnTo>
                  <a:pt x="921513" y="1258583"/>
                </a:lnTo>
                <a:lnTo>
                  <a:pt x="924677" y="1266858"/>
                </a:lnTo>
                <a:lnTo>
                  <a:pt x="921464" y="1273877"/>
                </a:lnTo>
                <a:lnTo>
                  <a:pt x="918341" y="1280895"/>
                </a:lnTo>
                <a:lnTo>
                  <a:pt x="910025" y="1284016"/>
                </a:lnTo>
                <a:lnTo>
                  <a:pt x="901285" y="1280036"/>
                </a:lnTo>
                <a:lnTo>
                  <a:pt x="899811" y="1278947"/>
                </a:lnTo>
                <a:close/>
              </a:path>
              <a:path w="5142230" h="2300604">
                <a:moveTo>
                  <a:pt x="1029914" y="1336014"/>
                </a:moveTo>
                <a:lnTo>
                  <a:pt x="1024949" y="1330700"/>
                </a:lnTo>
                <a:lnTo>
                  <a:pt x="1023779" y="1324853"/>
                </a:lnTo>
                <a:lnTo>
                  <a:pt x="1025984" y="1319589"/>
                </a:lnTo>
                <a:lnTo>
                  <a:pt x="1029057" y="1312517"/>
                </a:lnTo>
                <a:lnTo>
                  <a:pt x="1037241" y="1309255"/>
                </a:lnTo>
                <a:lnTo>
                  <a:pt x="1044320" y="1312239"/>
                </a:lnTo>
                <a:lnTo>
                  <a:pt x="1051391" y="1315312"/>
                </a:lnTo>
                <a:lnTo>
                  <a:pt x="1054653" y="1323496"/>
                </a:lnTo>
                <a:lnTo>
                  <a:pt x="1051674" y="1330571"/>
                </a:lnTo>
                <a:lnTo>
                  <a:pt x="1048596" y="1337637"/>
                </a:lnTo>
                <a:lnTo>
                  <a:pt x="1040413" y="1340899"/>
                </a:lnTo>
                <a:lnTo>
                  <a:pt x="1033343" y="1337925"/>
                </a:lnTo>
                <a:lnTo>
                  <a:pt x="1031478" y="1337102"/>
                </a:lnTo>
                <a:lnTo>
                  <a:pt x="1029914" y="1336014"/>
                </a:lnTo>
                <a:close/>
              </a:path>
              <a:path w="5142230" h="2300604">
                <a:moveTo>
                  <a:pt x="1907016" y="2085009"/>
                </a:moveTo>
                <a:lnTo>
                  <a:pt x="1902146" y="2079797"/>
                </a:lnTo>
                <a:lnTo>
                  <a:pt x="1900861" y="2077345"/>
                </a:lnTo>
                <a:lnTo>
                  <a:pt x="1899037" y="2066987"/>
                </a:lnTo>
                <a:lnTo>
                  <a:pt x="1904151" y="2059754"/>
                </a:lnTo>
                <a:lnTo>
                  <a:pt x="1911701" y="2058453"/>
                </a:lnTo>
                <a:lnTo>
                  <a:pt x="1919301" y="2057106"/>
                </a:lnTo>
                <a:lnTo>
                  <a:pt x="1926542" y="2062121"/>
                </a:lnTo>
                <a:lnTo>
                  <a:pt x="1929164" y="2077146"/>
                </a:lnTo>
                <a:lnTo>
                  <a:pt x="1925488" y="2082594"/>
                </a:lnTo>
                <a:lnTo>
                  <a:pt x="1924126" y="2084558"/>
                </a:lnTo>
                <a:lnTo>
                  <a:pt x="1916683" y="2085876"/>
                </a:lnTo>
                <a:lnTo>
                  <a:pt x="1911725" y="2086727"/>
                </a:lnTo>
                <a:lnTo>
                  <a:pt x="1907016" y="2085009"/>
                </a:lnTo>
                <a:close/>
              </a:path>
              <a:path w="5142230" h="2300604">
                <a:moveTo>
                  <a:pt x="299320" y="811102"/>
                </a:moveTo>
                <a:lnTo>
                  <a:pt x="294264" y="805689"/>
                </a:lnTo>
                <a:lnTo>
                  <a:pt x="293587" y="804769"/>
                </a:lnTo>
                <a:lnTo>
                  <a:pt x="293003" y="803753"/>
                </a:lnTo>
                <a:lnTo>
                  <a:pt x="289271" y="797022"/>
                </a:lnTo>
                <a:lnTo>
                  <a:pt x="291733" y="788513"/>
                </a:lnTo>
                <a:lnTo>
                  <a:pt x="305206" y="781041"/>
                </a:lnTo>
                <a:lnTo>
                  <a:pt x="313714" y="783502"/>
                </a:lnTo>
                <a:lnTo>
                  <a:pt x="321138" y="797021"/>
                </a:lnTo>
                <a:lnTo>
                  <a:pt x="318725" y="805483"/>
                </a:lnTo>
                <a:lnTo>
                  <a:pt x="306263" y="812377"/>
                </a:lnTo>
                <a:lnTo>
                  <a:pt x="299320" y="811102"/>
                </a:lnTo>
                <a:close/>
              </a:path>
              <a:path w="5142230" h="2300604">
                <a:moveTo>
                  <a:pt x="472222" y="1028250"/>
                </a:moveTo>
                <a:lnTo>
                  <a:pt x="466385" y="1022002"/>
                </a:lnTo>
                <a:lnTo>
                  <a:pt x="466094" y="1013968"/>
                </a:lnTo>
                <a:lnTo>
                  <a:pt x="475871" y="1002735"/>
                </a:lnTo>
                <a:lnTo>
                  <a:pt x="484724" y="1002144"/>
                </a:lnTo>
                <a:lnTo>
                  <a:pt x="496325" y="1012217"/>
                </a:lnTo>
                <a:lnTo>
                  <a:pt x="496921" y="1021065"/>
                </a:lnTo>
                <a:lnTo>
                  <a:pt x="486848" y="1032666"/>
                </a:lnTo>
                <a:lnTo>
                  <a:pt x="478045" y="1033311"/>
                </a:lnTo>
                <a:lnTo>
                  <a:pt x="472222" y="1028250"/>
                </a:lnTo>
                <a:close/>
              </a:path>
              <a:path w="5142230" h="2300604">
                <a:moveTo>
                  <a:pt x="1630612" y="1403907"/>
                </a:moveTo>
                <a:lnTo>
                  <a:pt x="1625783" y="1398738"/>
                </a:lnTo>
                <a:lnTo>
                  <a:pt x="1624658" y="1392841"/>
                </a:lnTo>
                <a:lnTo>
                  <a:pt x="1627008" y="1387733"/>
                </a:lnTo>
                <a:lnTo>
                  <a:pt x="1630166" y="1380948"/>
                </a:lnTo>
                <a:lnTo>
                  <a:pt x="1638197" y="1378011"/>
                </a:lnTo>
                <a:lnTo>
                  <a:pt x="1651816" y="1384281"/>
                </a:lnTo>
                <a:lnTo>
                  <a:pt x="1654748" y="1392308"/>
                </a:lnTo>
                <a:lnTo>
                  <a:pt x="1648437" y="1405883"/>
                </a:lnTo>
                <a:lnTo>
                  <a:pt x="1640406" y="1408820"/>
                </a:lnTo>
                <a:lnTo>
                  <a:pt x="1631994" y="1404898"/>
                </a:lnTo>
                <a:lnTo>
                  <a:pt x="1630612" y="1403907"/>
                </a:lnTo>
                <a:close/>
              </a:path>
              <a:path w="5142230" h="2300604">
                <a:moveTo>
                  <a:pt x="1757282" y="1467367"/>
                </a:moveTo>
                <a:lnTo>
                  <a:pt x="1752413" y="1462155"/>
                </a:lnTo>
                <a:lnTo>
                  <a:pt x="1751447" y="1455843"/>
                </a:lnTo>
                <a:lnTo>
                  <a:pt x="1757891" y="1444071"/>
                </a:lnTo>
                <a:lnTo>
                  <a:pt x="1766140" y="1441661"/>
                </a:lnTo>
                <a:lnTo>
                  <a:pt x="1779210" y="1448810"/>
                </a:lnTo>
                <a:lnTo>
                  <a:pt x="1781620" y="1457059"/>
                </a:lnTo>
                <a:lnTo>
                  <a:pt x="1774467" y="1470124"/>
                </a:lnTo>
                <a:lnTo>
                  <a:pt x="1766218" y="1472534"/>
                </a:lnTo>
                <a:lnTo>
                  <a:pt x="1758389" y="1468260"/>
                </a:lnTo>
                <a:lnTo>
                  <a:pt x="1757282" y="1467367"/>
                </a:lnTo>
                <a:close/>
              </a:path>
              <a:path w="5142230" h="2300604">
                <a:moveTo>
                  <a:pt x="1936726" y="1582629"/>
                </a:moveTo>
                <a:lnTo>
                  <a:pt x="1930785" y="1576270"/>
                </a:lnTo>
                <a:lnTo>
                  <a:pt x="1930341" y="1568952"/>
                </a:lnTo>
                <a:lnTo>
                  <a:pt x="1939271" y="1557789"/>
                </a:lnTo>
                <a:lnTo>
                  <a:pt x="1947755" y="1556803"/>
                </a:lnTo>
                <a:lnTo>
                  <a:pt x="1959423" y="1566165"/>
                </a:lnTo>
                <a:lnTo>
                  <a:pt x="1960413" y="1574654"/>
                </a:lnTo>
                <a:lnTo>
                  <a:pt x="1951046" y="1586327"/>
                </a:lnTo>
                <a:lnTo>
                  <a:pt x="1942557" y="1587308"/>
                </a:lnTo>
                <a:lnTo>
                  <a:pt x="1936726" y="1582629"/>
                </a:lnTo>
                <a:close/>
              </a:path>
              <a:path w="5142230" h="2300604">
                <a:moveTo>
                  <a:pt x="1818691" y="1502509"/>
                </a:moveTo>
                <a:lnTo>
                  <a:pt x="1813862" y="1497341"/>
                </a:lnTo>
                <a:lnTo>
                  <a:pt x="1813001" y="1490749"/>
                </a:lnTo>
                <a:lnTo>
                  <a:pt x="1816152" y="1485423"/>
                </a:lnTo>
                <a:lnTo>
                  <a:pt x="1820056" y="1479045"/>
                </a:lnTo>
                <a:lnTo>
                  <a:pt x="1828193" y="1477004"/>
                </a:lnTo>
                <a:lnTo>
                  <a:pt x="1828341" y="1476967"/>
                </a:lnTo>
                <a:lnTo>
                  <a:pt x="1841109" y="1484672"/>
                </a:lnTo>
                <a:lnTo>
                  <a:pt x="1843134" y="1492998"/>
                </a:lnTo>
                <a:lnTo>
                  <a:pt x="1839333" y="1499388"/>
                </a:lnTo>
                <a:lnTo>
                  <a:pt x="1835474" y="1505814"/>
                </a:lnTo>
                <a:lnTo>
                  <a:pt x="1827144" y="1507844"/>
                </a:lnTo>
                <a:lnTo>
                  <a:pt x="1820812" y="1503998"/>
                </a:lnTo>
                <a:lnTo>
                  <a:pt x="1819654" y="1503345"/>
                </a:lnTo>
                <a:lnTo>
                  <a:pt x="1818691" y="1502509"/>
                </a:lnTo>
                <a:close/>
              </a:path>
              <a:path w="5142230" h="2300604">
                <a:moveTo>
                  <a:pt x="1878538" y="1540378"/>
                </a:moveTo>
                <a:lnTo>
                  <a:pt x="1873619" y="1535112"/>
                </a:lnTo>
                <a:lnTo>
                  <a:pt x="1872910" y="1528196"/>
                </a:lnTo>
                <a:lnTo>
                  <a:pt x="1880568" y="1516649"/>
                </a:lnTo>
                <a:lnTo>
                  <a:pt x="1888985" y="1515005"/>
                </a:lnTo>
                <a:lnTo>
                  <a:pt x="1901402" y="1523311"/>
                </a:lnTo>
                <a:lnTo>
                  <a:pt x="1903095" y="1531673"/>
                </a:lnTo>
                <a:lnTo>
                  <a:pt x="1898965" y="1537906"/>
                </a:lnTo>
                <a:lnTo>
                  <a:pt x="1894789" y="1544090"/>
                </a:lnTo>
                <a:lnTo>
                  <a:pt x="1886422" y="1545788"/>
                </a:lnTo>
                <a:lnTo>
                  <a:pt x="1880189" y="1541657"/>
                </a:lnTo>
                <a:lnTo>
                  <a:pt x="1879314" y="1541014"/>
                </a:lnTo>
                <a:lnTo>
                  <a:pt x="1878538" y="1540378"/>
                </a:lnTo>
                <a:close/>
              </a:path>
              <a:path w="5142230" h="2300604">
                <a:moveTo>
                  <a:pt x="1036159" y="1170568"/>
                </a:moveTo>
                <a:lnTo>
                  <a:pt x="1031377" y="1165449"/>
                </a:lnTo>
                <a:lnTo>
                  <a:pt x="1030197" y="1159885"/>
                </a:lnTo>
                <a:lnTo>
                  <a:pt x="1032162" y="1154853"/>
                </a:lnTo>
                <a:lnTo>
                  <a:pt x="1034995" y="1147915"/>
                </a:lnTo>
                <a:lnTo>
                  <a:pt x="1042846" y="1144590"/>
                </a:lnTo>
                <a:lnTo>
                  <a:pt x="1056684" y="1150117"/>
                </a:lnTo>
                <a:lnTo>
                  <a:pt x="1060045" y="1158016"/>
                </a:lnTo>
                <a:lnTo>
                  <a:pt x="1057266" y="1164914"/>
                </a:lnTo>
                <a:lnTo>
                  <a:pt x="1054527" y="1171855"/>
                </a:lnTo>
                <a:lnTo>
                  <a:pt x="1046623" y="1175221"/>
                </a:lnTo>
                <a:lnTo>
                  <a:pt x="1037822" y="1171664"/>
                </a:lnTo>
                <a:lnTo>
                  <a:pt x="1036159" y="1170568"/>
                </a:lnTo>
                <a:close/>
              </a:path>
              <a:path w="5142230" h="2300604">
                <a:moveTo>
                  <a:pt x="1694477" y="1434543"/>
                </a:moveTo>
                <a:lnTo>
                  <a:pt x="1689654" y="1429380"/>
                </a:lnTo>
                <a:lnTo>
                  <a:pt x="1688616" y="1423284"/>
                </a:lnTo>
                <a:lnTo>
                  <a:pt x="1691216" y="1418150"/>
                </a:lnTo>
                <a:lnTo>
                  <a:pt x="1694560" y="1411465"/>
                </a:lnTo>
                <a:lnTo>
                  <a:pt x="1702679" y="1408720"/>
                </a:lnTo>
                <a:lnTo>
                  <a:pt x="1715999" y="1415453"/>
                </a:lnTo>
                <a:lnTo>
                  <a:pt x="1718744" y="1423572"/>
                </a:lnTo>
                <a:lnTo>
                  <a:pt x="1712052" y="1436936"/>
                </a:lnTo>
                <a:lnTo>
                  <a:pt x="1703888" y="1439632"/>
                </a:lnTo>
                <a:lnTo>
                  <a:pt x="1697208" y="1436293"/>
                </a:lnTo>
                <a:lnTo>
                  <a:pt x="1695770" y="1435536"/>
                </a:lnTo>
                <a:lnTo>
                  <a:pt x="1694477" y="1434543"/>
                </a:lnTo>
                <a:close/>
              </a:path>
              <a:path w="5142230" h="2300604">
                <a:moveTo>
                  <a:pt x="1168679" y="1221817"/>
                </a:moveTo>
                <a:lnTo>
                  <a:pt x="1163896" y="1216697"/>
                </a:lnTo>
                <a:lnTo>
                  <a:pt x="1162665" y="1211273"/>
                </a:lnTo>
                <a:lnTo>
                  <a:pt x="1164528" y="1206328"/>
                </a:lnTo>
                <a:lnTo>
                  <a:pt x="1167126" y="1199335"/>
                </a:lnTo>
                <a:lnTo>
                  <a:pt x="1174947" y="1195782"/>
                </a:lnTo>
                <a:lnTo>
                  <a:pt x="1188930" y="1201073"/>
                </a:lnTo>
                <a:lnTo>
                  <a:pt x="1192442" y="1208840"/>
                </a:lnTo>
                <a:lnTo>
                  <a:pt x="1187245" y="1222826"/>
                </a:lnTo>
                <a:lnTo>
                  <a:pt x="1179429" y="1226384"/>
                </a:lnTo>
                <a:lnTo>
                  <a:pt x="1172436" y="1223786"/>
                </a:lnTo>
                <a:lnTo>
                  <a:pt x="1170387" y="1222961"/>
                </a:lnTo>
                <a:lnTo>
                  <a:pt x="1168679" y="1221817"/>
                </a:lnTo>
                <a:close/>
              </a:path>
              <a:path w="5142230" h="2300604">
                <a:moveTo>
                  <a:pt x="1368256" y="1296073"/>
                </a:moveTo>
                <a:lnTo>
                  <a:pt x="1363473" y="1290953"/>
                </a:lnTo>
                <a:lnTo>
                  <a:pt x="1362287" y="1285578"/>
                </a:lnTo>
                <a:lnTo>
                  <a:pt x="1364109" y="1280588"/>
                </a:lnTo>
                <a:lnTo>
                  <a:pt x="1366802" y="1273599"/>
                </a:lnTo>
                <a:lnTo>
                  <a:pt x="1374570" y="1270086"/>
                </a:lnTo>
                <a:lnTo>
                  <a:pt x="1381563" y="1272685"/>
                </a:lnTo>
                <a:lnTo>
                  <a:pt x="1388548" y="1275373"/>
                </a:lnTo>
                <a:lnTo>
                  <a:pt x="1392065" y="1283145"/>
                </a:lnTo>
                <a:lnTo>
                  <a:pt x="1389466" y="1290138"/>
                </a:lnTo>
                <a:lnTo>
                  <a:pt x="1386773" y="1297128"/>
                </a:lnTo>
                <a:lnTo>
                  <a:pt x="1379001" y="1300635"/>
                </a:lnTo>
                <a:lnTo>
                  <a:pt x="1372008" y="1298037"/>
                </a:lnTo>
                <a:lnTo>
                  <a:pt x="1370005" y="1297260"/>
                </a:lnTo>
                <a:lnTo>
                  <a:pt x="1368256" y="1296073"/>
                </a:lnTo>
                <a:close/>
              </a:path>
              <a:path w="5142230" h="2300604">
                <a:moveTo>
                  <a:pt x="1102265" y="1196565"/>
                </a:moveTo>
                <a:lnTo>
                  <a:pt x="1097482" y="1191445"/>
                </a:lnTo>
                <a:lnTo>
                  <a:pt x="1096246" y="1186017"/>
                </a:lnTo>
                <a:lnTo>
                  <a:pt x="1098216" y="1180990"/>
                </a:lnTo>
                <a:lnTo>
                  <a:pt x="1100860" y="1174045"/>
                </a:lnTo>
                <a:lnTo>
                  <a:pt x="1108722" y="1170536"/>
                </a:lnTo>
                <a:lnTo>
                  <a:pt x="1122652" y="1175967"/>
                </a:lnTo>
                <a:lnTo>
                  <a:pt x="1126116" y="1183780"/>
                </a:lnTo>
                <a:lnTo>
                  <a:pt x="1123423" y="1190770"/>
                </a:lnTo>
                <a:lnTo>
                  <a:pt x="1120734" y="1197666"/>
                </a:lnTo>
                <a:lnTo>
                  <a:pt x="1112921" y="1201129"/>
                </a:lnTo>
                <a:lnTo>
                  <a:pt x="1103973" y="1197709"/>
                </a:lnTo>
                <a:lnTo>
                  <a:pt x="1102265" y="1196565"/>
                </a:lnTo>
                <a:close/>
              </a:path>
              <a:path w="5142230" h="2300604">
                <a:moveTo>
                  <a:pt x="1565832" y="1375028"/>
                </a:moveTo>
                <a:lnTo>
                  <a:pt x="1561044" y="1369904"/>
                </a:lnTo>
                <a:lnTo>
                  <a:pt x="1559921" y="1364205"/>
                </a:lnTo>
                <a:lnTo>
                  <a:pt x="1562078" y="1359085"/>
                </a:lnTo>
                <a:lnTo>
                  <a:pt x="1565092" y="1352244"/>
                </a:lnTo>
                <a:lnTo>
                  <a:pt x="1572994" y="1349071"/>
                </a:lnTo>
                <a:lnTo>
                  <a:pt x="1586720" y="1354967"/>
                </a:lnTo>
                <a:lnTo>
                  <a:pt x="1589895" y="1362959"/>
                </a:lnTo>
                <a:lnTo>
                  <a:pt x="1586922" y="1369845"/>
                </a:lnTo>
                <a:lnTo>
                  <a:pt x="1583998" y="1376685"/>
                </a:lnTo>
                <a:lnTo>
                  <a:pt x="1576006" y="1379860"/>
                </a:lnTo>
                <a:lnTo>
                  <a:pt x="1569120" y="1376887"/>
                </a:lnTo>
                <a:lnTo>
                  <a:pt x="1567400" y="1376120"/>
                </a:lnTo>
                <a:lnTo>
                  <a:pt x="1565832" y="1375028"/>
                </a:lnTo>
                <a:close/>
              </a:path>
              <a:path w="5142230" h="2300604">
                <a:moveTo>
                  <a:pt x="1235252" y="1246555"/>
                </a:moveTo>
                <a:lnTo>
                  <a:pt x="1230470" y="1241435"/>
                </a:lnTo>
                <a:lnTo>
                  <a:pt x="1229186" y="1236151"/>
                </a:lnTo>
                <a:lnTo>
                  <a:pt x="1231004" y="1231157"/>
                </a:lnTo>
                <a:lnTo>
                  <a:pt x="1233602" y="1224164"/>
                </a:lnTo>
                <a:lnTo>
                  <a:pt x="1241377" y="1220562"/>
                </a:lnTo>
                <a:lnTo>
                  <a:pt x="1248416" y="1223209"/>
                </a:lnTo>
                <a:lnTo>
                  <a:pt x="1255458" y="1225762"/>
                </a:lnTo>
                <a:lnTo>
                  <a:pt x="1258970" y="1233529"/>
                </a:lnTo>
                <a:lnTo>
                  <a:pt x="1256417" y="1240571"/>
                </a:lnTo>
                <a:lnTo>
                  <a:pt x="1253819" y="1247564"/>
                </a:lnTo>
                <a:lnTo>
                  <a:pt x="1246002" y="1251122"/>
                </a:lnTo>
                <a:lnTo>
                  <a:pt x="1239009" y="1248524"/>
                </a:lnTo>
                <a:lnTo>
                  <a:pt x="1236957" y="1247793"/>
                </a:lnTo>
                <a:lnTo>
                  <a:pt x="1235252" y="1246555"/>
                </a:lnTo>
                <a:close/>
              </a:path>
              <a:path w="5142230" h="2300604">
                <a:moveTo>
                  <a:pt x="1301780" y="1271244"/>
                </a:moveTo>
                <a:lnTo>
                  <a:pt x="1296997" y="1266124"/>
                </a:lnTo>
                <a:lnTo>
                  <a:pt x="1295763" y="1260794"/>
                </a:lnTo>
                <a:lnTo>
                  <a:pt x="1297585" y="1255805"/>
                </a:lnTo>
                <a:lnTo>
                  <a:pt x="1300232" y="1248766"/>
                </a:lnTo>
                <a:lnTo>
                  <a:pt x="1308000" y="1245254"/>
                </a:lnTo>
                <a:lnTo>
                  <a:pt x="1322034" y="1250405"/>
                </a:lnTo>
                <a:lnTo>
                  <a:pt x="1325592" y="1258222"/>
                </a:lnTo>
                <a:lnTo>
                  <a:pt x="1320395" y="1272208"/>
                </a:lnTo>
                <a:lnTo>
                  <a:pt x="1312574" y="1275761"/>
                </a:lnTo>
                <a:lnTo>
                  <a:pt x="1305581" y="1273162"/>
                </a:lnTo>
                <a:lnTo>
                  <a:pt x="1303529" y="1272431"/>
                </a:lnTo>
                <a:lnTo>
                  <a:pt x="1301780" y="1271244"/>
                </a:lnTo>
                <a:close/>
              </a:path>
              <a:path w="5142230" h="2300604">
                <a:moveTo>
                  <a:pt x="1434568" y="1321411"/>
                </a:moveTo>
                <a:lnTo>
                  <a:pt x="1429790" y="1316296"/>
                </a:lnTo>
                <a:lnTo>
                  <a:pt x="1428554" y="1310867"/>
                </a:lnTo>
                <a:lnTo>
                  <a:pt x="1430524" y="1305840"/>
                </a:lnTo>
                <a:lnTo>
                  <a:pt x="1433216" y="1298850"/>
                </a:lnTo>
                <a:lnTo>
                  <a:pt x="1441075" y="1295435"/>
                </a:lnTo>
                <a:lnTo>
                  <a:pt x="1455006" y="1300867"/>
                </a:lnTo>
                <a:lnTo>
                  <a:pt x="1458421" y="1308725"/>
                </a:lnTo>
                <a:lnTo>
                  <a:pt x="1455682" y="1315666"/>
                </a:lnTo>
                <a:lnTo>
                  <a:pt x="1452985" y="1322651"/>
                </a:lnTo>
                <a:lnTo>
                  <a:pt x="1445131" y="1326071"/>
                </a:lnTo>
                <a:lnTo>
                  <a:pt x="1438190" y="1323332"/>
                </a:lnTo>
                <a:lnTo>
                  <a:pt x="1436232" y="1322605"/>
                </a:lnTo>
                <a:lnTo>
                  <a:pt x="1434568" y="1321411"/>
                </a:lnTo>
                <a:close/>
              </a:path>
              <a:path w="5142230" h="2300604">
                <a:moveTo>
                  <a:pt x="1500434" y="1347640"/>
                </a:moveTo>
                <a:lnTo>
                  <a:pt x="1495647" y="1342515"/>
                </a:lnTo>
                <a:lnTo>
                  <a:pt x="1494472" y="1336956"/>
                </a:lnTo>
                <a:lnTo>
                  <a:pt x="1499360" y="1324985"/>
                </a:lnTo>
                <a:lnTo>
                  <a:pt x="1507220" y="1321669"/>
                </a:lnTo>
                <a:lnTo>
                  <a:pt x="1521091" y="1327330"/>
                </a:lnTo>
                <a:lnTo>
                  <a:pt x="1524367" y="1335236"/>
                </a:lnTo>
                <a:lnTo>
                  <a:pt x="1521583" y="1342128"/>
                </a:lnTo>
                <a:lnTo>
                  <a:pt x="1518750" y="1349066"/>
                </a:lnTo>
                <a:lnTo>
                  <a:pt x="1510850" y="1352338"/>
                </a:lnTo>
                <a:lnTo>
                  <a:pt x="1502048" y="1348780"/>
                </a:lnTo>
                <a:lnTo>
                  <a:pt x="1500434" y="1347640"/>
                </a:lnTo>
                <a:close/>
              </a:path>
              <a:path w="5142230" h="2300604">
                <a:moveTo>
                  <a:pt x="2167440" y="2080518"/>
                </a:moveTo>
                <a:lnTo>
                  <a:pt x="2162703" y="2075447"/>
                </a:lnTo>
                <a:lnTo>
                  <a:pt x="2161344" y="2072233"/>
                </a:lnTo>
                <a:lnTo>
                  <a:pt x="2161298" y="2061236"/>
                </a:lnTo>
                <a:lnTo>
                  <a:pt x="2167312" y="2055162"/>
                </a:lnTo>
                <a:lnTo>
                  <a:pt x="2182227" y="2055098"/>
                </a:lnTo>
                <a:lnTo>
                  <a:pt x="2188306" y="2061117"/>
                </a:lnTo>
                <a:lnTo>
                  <a:pt x="2188360" y="2076032"/>
                </a:lnTo>
                <a:lnTo>
                  <a:pt x="2182351" y="2082111"/>
                </a:lnTo>
                <a:lnTo>
                  <a:pt x="2170972" y="2082149"/>
                </a:lnTo>
                <a:lnTo>
                  <a:pt x="2167440" y="2080518"/>
                </a:lnTo>
                <a:close/>
              </a:path>
              <a:path w="5142230" h="2300604">
                <a:moveTo>
                  <a:pt x="2147217" y="2291702"/>
                </a:moveTo>
                <a:lnTo>
                  <a:pt x="2142530" y="2286684"/>
                </a:lnTo>
                <a:lnTo>
                  <a:pt x="2141117" y="2282435"/>
                </a:lnTo>
                <a:lnTo>
                  <a:pt x="2141826" y="2278111"/>
                </a:lnTo>
                <a:lnTo>
                  <a:pt x="2143162" y="2270744"/>
                </a:lnTo>
                <a:lnTo>
                  <a:pt x="2150129" y="2265788"/>
                </a:lnTo>
                <a:lnTo>
                  <a:pt x="2157500" y="2267130"/>
                </a:lnTo>
                <a:lnTo>
                  <a:pt x="2164865" y="2268367"/>
                </a:lnTo>
                <a:lnTo>
                  <a:pt x="2169777" y="2275384"/>
                </a:lnTo>
                <a:lnTo>
                  <a:pt x="2168535" y="2282754"/>
                </a:lnTo>
                <a:lnTo>
                  <a:pt x="2167242" y="2290070"/>
                </a:lnTo>
                <a:lnTo>
                  <a:pt x="2160231" y="2295076"/>
                </a:lnTo>
                <a:lnTo>
                  <a:pt x="2152860" y="2293735"/>
                </a:lnTo>
                <a:lnTo>
                  <a:pt x="2149860" y="2293260"/>
                </a:lnTo>
                <a:lnTo>
                  <a:pt x="2147217" y="2291702"/>
                </a:lnTo>
                <a:close/>
              </a:path>
              <a:path w="5142230" h="2300604">
                <a:moveTo>
                  <a:pt x="841046" y="1084473"/>
                </a:moveTo>
                <a:lnTo>
                  <a:pt x="836263" y="1079353"/>
                </a:lnTo>
                <a:lnTo>
                  <a:pt x="835193" y="1073321"/>
                </a:lnTo>
                <a:lnTo>
                  <a:pt x="841029" y="1061387"/>
                </a:lnTo>
                <a:lnTo>
                  <a:pt x="849102" y="1058593"/>
                </a:lnTo>
                <a:lnTo>
                  <a:pt x="862520" y="1065235"/>
                </a:lnTo>
                <a:lnTo>
                  <a:pt x="865314" y="1073308"/>
                </a:lnTo>
                <a:lnTo>
                  <a:pt x="862016" y="1080041"/>
                </a:lnTo>
                <a:lnTo>
                  <a:pt x="858721" y="1086680"/>
                </a:lnTo>
                <a:lnTo>
                  <a:pt x="850648" y="1089474"/>
                </a:lnTo>
                <a:lnTo>
                  <a:pt x="843910" y="1086171"/>
                </a:lnTo>
                <a:lnTo>
                  <a:pt x="842428" y="1085465"/>
                </a:lnTo>
                <a:lnTo>
                  <a:pt x="841046" y="1084473"/>
                </a:lnTo>
                <a:close/>
              </a:path>
              <a:path w="5142230" h="2300604">
                <a:moveTo>
                  <a:pt x="2113868" y="1805587"/>
                </a:moveTo>
                <a:lnTo>
                  <a:pt x="2109035" y="1800413"/>
                </a:lnTo>
                <a:lnTo>
                  <a:pt x="2108232" y="1799163"/>
                </a:lnTo>
                <a:lnTo>
                  <a:pt x="2104494" y="1790958"/>
                </a:lnTo>
                <a:lnTo>
                  <a:pt x="2107555" y="1782994"/>
                </a:lnTo>
                <a:lnTo>
                  <a:pt x="2121172" y="1776849"/>
                </a:lnTo>
                <a:lnTo>
                  <a:pt x="2129190" y="1779860"/>
                </a:lnTo>
                <a:lnTo>
                  <a:pt x="2135336" y="1793476"/>
                </a:lnTo>
                <a:lnTo>
                  <a:pt x="2132271" y="1801535"/>
                </a:lnTo>
                <a:lnTo>
                  <a:pt x="2125417" y="1804559"/>
                </a:lnTo>
                <a:lnTo>
                  <a:pt x="2120051" y="1807025"/>
                </a:lnTo>
                <a:lnTo>
                  <a:pt x="2113868" y="1805587"/>
                </a:lnTo>
                <a:close/>
              </a:path>
              <a:path w="5142230" h="2300604">
                <a:moveTo>
                  <a:pt x="2081297" y="1743449"/>
                </a:moveTo>
                <a:lnTo>
                  <a:pt x="2075727" y="1737487"/>
                </a:lnTo>
                <a:lnTo>
                  <a:pt x="2071293" y="1730297"/>
                </a:lnTo>
                <a:lnTo>
                  <a:pt x="2073277" y="1721961"/>
                </a:lnTo>
                <a:lnTo>
                  <a:pt x="2079693" y="1718077"/>
                </a:lnTo>
                <a:lnTo>
                  <a:pt x="2086009" y="1714185"/>
                </a:lnTo>
                <a:lnTo>
                  <a:pt x="2094345" y="1716168"/>
                </a:lnTo>
                <a:lnTo>
                  <a:pt x="2102171" y="1728846"/>
                </a:lnTo>
                <a:lnTo>
                  <a:pt x="2100187" y="1737182"/>
                </a:lnTo>
                <a:lnTo>
                  <a:pt x="2093826" y="1741124"/>
                </a:lnTo>
                <a:lnTo>
                  <a:pt x="2088230" y="1744517"/>
                </a:lnTo>
                <a:lnTo>
                  <a:pt x="2081297" y="1743449"/>
                </a:lnTo>
                <a:close/>
              </a:path>
              <a:path w="5142230" h="2300604">
                <a:moveTo>
                  <a:pt x="409304" y="735690"/>
                </a:moveTo>
                <a:lnTo>
                  <a:pt x="403641" y="729628"/>
                </a:lnTo>
                <a:lnTo>
                  <a:pt x="403153" y="728715"/>
                </a:lnTo>
                <a:lnTo>
                  <a:pt x="399354" y="722302"/>
                </a:lnTo>
                <a:lnTo>
                  <a:pt x="401576" y="714026"/>
                </a:lnTo>
                <a:lnTo>
                  <a:pt x="407979" y="710226"/>
                </a:lnTo>
                <a:lnTo>
                  <a:pt x="414433" y="706480"/>
                </a:lnTo>
                <a:lnTo>
                  <a:pt x="422767" y="708657"/>
                </a:lnTo>
                <a:lnTo>
                  <a:pt x="430254" y="721560"/>
                </a:lnTo>
                <a:lnTo>
                  <a:pt x="428090" y="729799"/>
                </a:lnTo>
                <a:lnTo>
                  <a:pt x="421628" y="733635"/>
                </a:lnTo>
                <a:lnTo>
                  <a:pt x="416047" y="736849"/>
                </a:lnTo>
                <a:lnTo>
                  <a:pt x="409304" y="735690"/>
                </a:lnTo>
                <a:close/>
              </a:path>
              <a:path w="5142230" h="2300604">
                <a:moveTo>
                  <a:pt x="301553" y="472260"/>
                </a:moveTo>
                <a:lnTo>
                  <a:pt x="296766" y="467135"/>
                </a:lnTo>
                <a:lnTo>
                  <a:pt x="295696" y="465404"/>
                </a:lnTo>
                <a:lnTo>
                  <a:pt x="295104" y="463401"/>
                </a:lnTo>
                <a:lnTo>
                  <a:pt x="292892" y="456244"/>
                </a:lnTo>
                <a:lnTo>
                  <a:pt x="296928" y="448639"/>
                </a:lnTo>
                <a:lnTo>
                  <a:pt x="311193" y="444262"/>
                </a:lnTo>
                <a:lnTo>
                  <a:pt x="318752" y="448249"/>
                </a:lnTo>
                <a:lnTo>
                  <a:pt x="323175" y="462563"/>
                </a:lnTo>
                <a:lnTo>
                  <a:pt x="319188" y="470122"/>
                </a:lnTo>
                <a:lnTo>
                  <a:pt x="306926" y="473906"/>
                </a:lnTo>
                <a:lnTo>
                  <a:pt x="301553" y="472260"/>
                </a:lnTo>
                <a:close/>
              </a:path>
              <a:path w="5142230" h="2300604">
                <a:moveTo>
                  <a:pt x="2157961" y="2221683"/>
                </a:moveTo>
                <a:lnTo>
                  <a:pt x="2153224" y="2216612"/>
                </a:lnTo>
                <a:lnTo>
                  <a:pt x="2151752" y="2212690"/>
                </a:lnTo>
                <a:lnTo>
                  <a:pt x="2153185" y="2201125"/>
                </a:lnTo>
                <a:lnTo>
                  <a:pt x="2159973" y="2195880"/>
                </a:lnTo>
                <a:lnTo>
                  <a:pt x="2167396" y="2196789"/>
                </a:lnTo>
                <a:lnTo>
                  <a:pt x="2174780" y="2197753"/>
                </a:lnTo>
                <a:lnTo>
                  <a:pt x="2180074" y="2204496"/>
                </a:lnTo>
                <a:lnTo>
                  <a:pt x="2179115" y="2211875"/>
                </a:lnTo>
                <a:lnTo>
                  <a:pt x="2178201" y="2219303"/>
                </a:lnTo>
                <a:lnTo>
                  <a:pt x="2171408" y="2224543"/>
                </a:lnTo>
                <a:lnTo>
                  <a:pt x="2164030" y="2223683"/>
                </a:lnTo>
                <a:lnTo>
                  <a:pt x="2160788" y="2223242"/>
                </a:lnTo>
                <a:lnTo>
                  <a:pt x="2157961" y="2221683"/>
                </a:lnTo>
                <a:close/>
              </a:path>
              <a:path w="5142230" h="2300604">
                <a:moveTo>
                  <a:pt x="2155178" y="1939930"/>
                </a:moveTo>
                <a:lnTo>
                  <a:pt x="2150400" y="1934816"/>
                </a:lnTo>
                <a:lnTo>
                  <a:pt x="2149198" y="1932551"/>
                </a:lnTo>
                <a:lnTo>
                  <a:pt x="2148677" y="1929942"/>
                </a:lnTo>
                <a:lnTo>
                  <a:pt x="2147317" y="1922620"/>
                </a:lnTo>
                <a:lnTo>
                  <a:pt x="2152141" y="1915566"/>
                </a:lnTo>
                <a:lnTo>
                  <a:pt x="2159461" y="1914116"/>
                </a:lnTo>
                <a:lnTo>
                  <a:pt x="2166772" y="1912755"/>
                </a:lnTo>
                <a:lnTo>
                  <a:pt x="2173880" y="1917529"/>
                </a:lnTo>
                <a:lnTo>
                  <a:pt x="2176688" y="1932264"/>
                </a:lnTo>
                <a:lnTo>
                  <a:pt x="2171868" y="1939323"/>
                </a:lnTo>
                <a:lnTo>
                  <a:pt x="2159752" y="1941602"/>
                </a:lnTo>
                <a:lnTo>
                  <a:pt x="2155178" y="1939930"/>
                </a:lnTo>
                <a:close/>
              </a:path>
              <a:path w="5142230" h="2300604">
                <a:moveTo>
                  <a:pt x="2138484" y="1871428"/>
                </a:moveTo>
                <a:lnTo>
                  <a:pt x="2133747" y="1866357"/>
                </a:lnTo>
                <a:lnTo>
                  <a:pt x="2132632" y="1864577"/>
                </a:lnTo>
                <a:lnTo>
                  <a:pt x="2132039" y="1862574"/>
                </a:lnTo>
                <a:lnTo>
                  <a:pt x="2129828" y="1855417"/>
                </a:lnTo>
                <a:lnTo>
                  <a:pt x="2133815" y="1847857"/>
                </a:lnTo>
                <a:lnTo>
                  <a:pt x="2148075" y="1843475"/>
                </a:lnTo>
                <a:lnTo>
                  <a:pt x="2155683" y="1847417"/>
                </a:lnTo>
                <a:lnTo>
                  <a:pt x="2160065" y="1861686"/>
                </a:lnTo>
                <a:lnTo>
                  <a:pt x="2156078" y="1869246"/>
                </a:lnTo>
                <a:lnTo>
                  <a:pt x="2148962" y="1871501"/>
                </a:lnTo>
                <a:lnTo>
                  <a:pt x="2143862" y="1873079"/>
                </a:lnTo>
                <a:lnTo>
                  <a:pt x="2138484" y="1871428"/>
                </a:lnTo>
                <a:close/>
              </a:path>
              <a:path w="5142230" h="2300604">
                <a:moveTo>
                  <a:pt x="263301" y="335325"/>
                </a:moveTo>
                <a:lnTo>
                  <a:pt x="258518" y="330205"/>
                </a:lnTo>
                <a:lnTo>
                  <a:pt x="257405" y="328231"/>
                </a:lnTo>
                <a:lnTo>
                  <a:pt x="254991" y="318707"/>
                </a:lnTo>
                <a:lnTo>
                  <a:pt x="259422" y="311331"/>
                </a:lnTo>
                <a:lnTo>
                  <a:pt x="273820" y="307683"/>
                </a:lnTo>
                <a:lnTo>
                  <a:pt x="281183" y="312045"/>
                </a:lnTo>
                <a:lnTo>
                  <a:pt x="284845" y="326522"/>
                </a:lnTo>
                <a:lnTo>
                  <a:pt x="280487" y="333880"/>
                </a:lnTo>
                <a:lnTo>
                  <a:pt x="268296" y="336958"/>
                </a:lnTo>
                <a:lnTo>
                  <a:pt x="263301" y="335325"/>
                </a:lnTo>
                <a:close/>
              </a:path>
              <a:path w="5142230" h="2300604">
                <a:moveTo>
                  <a:pt x="970518" y="1143407"/>
                </a:moveTo>
                <a:lnTo>
                  <a:pt x="965690" y="1138239"/>
                </a:lnTo>
                <a:lnTo>
                  <a:pt x="964509" y="1132576"/>
                </a:lnTo>
                <a:lnTo>
                  <a:pt x="966622" y="1127507"/>
                </a:lnTo>
                <a:lnTo>
                  <a:pt x="969546" y="1120667"/>
                </a:lnTo>
                <a:lnTo>
                  <a:pt x="977492" y="1117443"/>
                </a:lnTo>
                <a:lnTo>
                  <a:pt x="991267" y="1123294"/>
                </a:lnTo>
                <a:lnTo>
                  <a:pt x="994420" y="1131068"/>
                </a:lnTo>
                <a:lnTo>
                  <a:pt x="988642" y="1144921"/>
                </a:lnTo>
                <a:lnTo>
                  <a:pt x="980696" y="1148144"/>
                </a:lnTo>
                <a:lnTo>
                  <a:pt x="971992" y="1144496"/>
                </a:lnTo>
                <a:lnTo>
                  <a:pt x="970518" y="1143407"/>
                </a:lnTo>
                <a:close/>
              </a:path>
              <a:path w="5142230" h="2300604">
                <a:moveTo>
                  <a:pt x="495291" y="849828"/>
                </a:moveTo>
                <a:lnTo>
                  <a:pt x="484997" y="838808"/>
                </a:lnTo>
                <a:lnTo>
                  <a:pt x="485380" y="830323"/>
                </a:lnTo>
                <a:lnTo>
                  <a:pt x="496159" y="820162"/>
                </a:lnTo>
                <a:lnTo>
                  <a:pt x="504835" y="820458"/>
                </a:lnTo>
                <a:lnTo>
                  <a:pt x="514988" y="831326"/>
                </a:lnTo>
                <a:lnTo>
                  <a:pt x="514704" y="839819"/>
                </a:lnTo>
                <a:lnTo>
                  <a:pt x="503827" y="850071"/>
                </a:lnTo>
                <a:lnTo>
                  <a:pt x="495291" y="849828"/>
                </a:lnTo>
                <a:close/>
              </a:path>
              <a:path w="5142230" h="2300604">
                <a:moveTo>
                  <a:pt x="715579" y="1017414"/>
                </a:moveTo>
                <a:lnTo>
                  <a:pt x="710751" y="1012245"/>
                </a:lnTo>
                <a:lnTo>
                  <a:pt x="709840" y="1005699"/>
                </a:lnTo>
                <a:lnTo>
                  <a:pt x="716707" y="993989"/>
                </a:lnTo>
                <a:lnTo>
                  <a:pt x="724991" y="991811"/>
                </a:lnTo>
                <a:lnTo>
                  <a:pt x="737863" y="999336"/>
                </a:lnTo>
                <a:lnTo>
                  <a:pt x="740036" y="1007624"/>
                </a:lnTo>
                <a:lnTo>
                  <a:pt x="732517" y="1020492"/>
                </a:lnTo>
                <a:lnTo>
                  <a:pt x="724274" y="1022714"/>
                </a:lnTo>
                <a:lnTo>
                  <a:pt x="717790" y="1018901"/>
                </a:lnTo>
                <a:lnTo>
                  <a:pt x="716636" y="1018252"/>
                </a:lnTo>
                <a:lnTo>
                  <a:pt x="715579" y="1017414"/>
                </a:lnTo>
                <a:close/>
              </a:path>
              <a:path w="5142230" h="2300604">
                <a:moveTo>
                  <a:pt x="281546" y="404022"/>
                </a:moveTo>
                <a:lnTo>
                  <a:pt x="276809" y="398951"/>
                </a:lnTo>
                <a:lnTo>
                  <a:pt x="275692" y="397072"/>
                </a:lnTo>
                <a:lnTo>
                  <a:pt x="275106" y="394880"/>
                </a:lnTo>
                <a:lnTo>
                  <a:pt x="273086" y="387635"/>
                </a:lnTo>
                <a:lnTo>
                  <a:pt x="277304" y="380226"/>
                </a:lnTo>
                <a:lnTo>
                  <a:pt x="284500" y="378252"/>
                </a:lnTo>
                <a:lnTo>
                  <a:pt x="291646" y="376224"/>
                </a:lnTo>
                <a:lnTo>
                  <a:pt x="299150" y="380445"/>
                </a:lnTo>
                <a:lnTo>
                  <a:pt x="303098" y="394837"/>
                </a:lnTo>
                <a:lnTo>
                  <a:pt x="298930" y="402300"/>
                </a:lnTo>
                <a:lnTo>
                  <a:pt x="291734" y="404274"/>
                </a:lnTo>
                <a:lnTo>
                  <a:pt x="286681" y="405707"/>
                </a:lnTo>
                <a:lnTo>
                  <a:pt x="281546" y="404022"/>
                </a:lnTo>
                <a:close/>
              </a:path>
              <a:path w="5142230" h="2300604">
                <a:moveTo>
                  <a:pt x="542062" y="894617"/>
                </a:moveTo>
                <a:lnTo>
                  <a:pt x="536408" y="888565"/>
                </a:lnTo>
                <a:lnTo>
                  <a:pt x="536254" y="880775"/>
                </a:lnTo>
                <a:lnTo>
                  <a:pt x="540918" y="875505"/>
                </a:lnTo>
                <a:lnTo>
                  <a:pt x="545830" y="869912"/>
                </a:lnTo>
                <a:lnTo>
                  <a:pt x="554346" y="869353"/>
                </a:lnTo>
                <a:lnTo>
                  <a:pt x="565528" y="879270"/>
                </a:lnTo>
                <a:lnTo>
                  <a:pt x="566088" y="887786"/>
                </a:lnTo>
                <a:lnTo>
                  <a:pt x="556216" y="899017"/>
                </a:lnTo>
                <a:lnTo>
                  <a:pt x="547649" y="899523"/>
                </a:lnTo>
                <a:lnTo>
                  <a:pt x="542062" y="894617"/>
                </a:lnTo>
                <a:close/>
              </a:path>
              <a:path w="5142230" h="2300604">
                <a:moveTo>
                  <a:pt x="323796" y="539861"/>
                </a:moveTo>
                <a:lnTo>
                  <a:pt x="319018" y="534746"/>
                </a:lnTo>
                <a:lnTo>
                  <a:pt x="317987" y="533153"/>
                </a:lnTo>
                <a:lnTo>
                  <a:pt x="314890" y="524267"/>
                </a:lnTo>
                <a:lnTo>
                  <a:pt x="318646" y="516558"/>
                </a:lnTo>
                <a:lnTo>
                  <a:pt x="325669" y="514106"/>
                </a:lnTo>
                <a:lnTo>
                  <a:pt x="332810" y="511584"/>
                </a:lnTo>
                <a:lnTo>
                  <a:pt x="340446" y="515360"/>
                </a:lnTo>
                <a:lnTo>
                  <a:pt x="345354" y="529411"/>
                </a:lnTo>
                <a:lnTo>
                  <a:pt x="341644" y="537169"/>
                </a:lnTo>
                <a:lnTo>
                  <a:pt x="334575" y="539572"/>
                </a:lnTo>
                <a:lnTo>
                  <a:pt x="329366" y="541425"/>
                </a:lnTo>
                <a:lnTo>
                  <a:pt x="323796" y="539861"/>
                </a:lnTo>
                <a:close/>
              </a:path>
              <a:path w="5142230" h="2300604">
                <a:moveTo>
                  <a:pt x="214700" y="127784"/>
                </a:moveTo>
                <a:lnTo>
                  <a:pt x="209967" y="122718"/>
                </a:lnTo>
                <a:lnTo>
                  <a:pt x="208812" y="120602"/>
                </a:lnTo>
                <a:lnTo>
                  <a:pt x="208235" y="118127"/>
                </a:lnTo>
                <a:lnTo>
                  <a:pt x="206642" y="110850"/>
                </a:lnTo>
                <a:lnTo>
                  <a:pt x="211226" y="103636"/>
                </a:lnTo>
                <a:lnTo>
                  <a:pt x="218458" y="101994"/>
                </a:lnTo>
                <a:lnTo>
                  <a:pt x="225788" y="100360"/>
                </a:lnTo>
                <a:lnTo>
                  <a:pt x="232997" y="104949"/>
                </a:lnTo>
                <a:lnTo>
                  <a:pt x="236278" y="119507"/>
                </a:lnTo>
                <a:lnTo>
                  <a:pt x="231686" y="126809"/>
                </a:lnTo>
                <a:lnTo>
                  <a:pt x="219557" y="129465"/>
                </a:lnTo>
                <a:lnTo>
                  <a:pt x="214700" y="127784"/>
                </a:lnTo>
                <a:close/>
              </a:path>
              <a:path w="5142230" h="2300604">
                <a:moveTo>
                  <a:pt x="655055" y="979994"/>
                </a:moveTo>
                <a:lnTo>
                  <a:pt x="650136" y="974728"/>
                </a:lnTo>
                <a:lnTo>
                  <a:pt x="649424" y="967905"/>
                </a:lnTo>
                <a:lnTo>
                  <a:pt x="656996" y="956266"/>
                </a:lnTo>
                <a:lnTo>
                  <a:pt x="665363" y="954568"/>
                </a:lnTo>
                <a:lnTo>
                  <a:pt x="677872" y="962779"/>
                </a:lnTo>
                <a:lnTo>
                  <a:pt x="679623" y="971105"/>
                </a:lnTo>
                <a:lnTo>
                  <a:pt x="675538" y="977386"/>
                </a:lnTo>
                <a:lnTo>
                  <a:pt x="671408" y="983619"/>
                </a:lnTo>
                <a:lnTo>
                  <a:pt x="663033" y="985406"/>
                </a:lnTo>
                <a:lnTo>
                  <a:pt x="655877" y="980678"/>
                </a:lnTo>
                <a:lnTo>
                  <a:pt x="655055" y="979994"/>
                </a:lnTo>
                <a:close/>
              </a:path>
              <a:path w="5142230" h="2300604">
                <a:moveTo>
                  <a:pt x="2164938" y="2151247"/>
                </a:moveTo>
                <a:lnTo>
                  <a:pt x="2160201" y="2146176"/>
                </a:lnTo>
                <a:lnTo>
                  <a:pt x="2158814" y="2142541"/>
                </a:lnTo>
                <a:lnTo>
                  <a:pt x="2159040" y="2138678"/>
                </a:lnTo>
                <a:lnTo>
                  <a:pt x="2159531" y="2131188"/>
                </a:lnTo>
                <a:lnTo>
                  <a:pt x="2165292" y="2126212"/>
                </a:lnTo>
                <a:lnTo>
                  <a:pt x="2166000" y="2125601"/>
                </a:lnTo>
                <a:lnTo>
                  <a:pt x="2173439" y="2126039"/>
                </a:lnTo>
                <a:lnTo>
                  <a:pt x="2180885" y="2126580"/>
                </a:lnTo>
                <a:lnTo>
                  <a:pt x="2186520" y="2133004"/>
                </a:lnTo>
                <a:lnTo>
                  <a:pt x="2185537" y="2147884"/>
                </a:lnTo>
                <a:lnTo>
                  <a:pt x="2179817" y="2152904"/>
                </a:lnTo>
                <a:lnTo>
                  <a:pt x="2179065" y="2153565"/>
                </a:lnTo>
                <a:lnTo>
                  <a:pt x="2171674" y="2153082"/>
                </a:lnTo>
                <a:lnTo>
                  <a:pt x="2168043" y="2152812"/>
                </a:lnTo>
                <a:lnTo>
                  <a:pt x="2164938" y="2151247"/>
                </a:lnTo>
                <a:close/>
              </a:path>
              <a:path w="5142230" h="2300604">
                <a:moveTo>
                  <a:pt x="2040896" y="1686028"/>
                </a:moveTo>
                <a:lnTo>
                  <a:pt x="2035334" y="1680074"/>
                </a:lnTo>
                <a:lnTo>
                  <a:pt x="2030664" y="1674292"/>
                </a:lnTo>
                <a:lnTo>
                  <a:pt x="2031567" y="1665778"/>
                </a:lnTo>
                <a:lnTo>
                  <a:pt x="2037438" y="1661116"/>
                </a:lnTo>
                <a:lnTo>
                  <a:pt x="2043215" y="1656450"/>
                </a:lnTo>
                <a:lnTo>
                  <a:pt x="2051734" y="1657358"/>
                </a:lnTo>
                <a:lnTo>
                  <a:pt x="2061063" y="1669006"/>
                </a:lnTo>
                <a:lnTo>
                  <a:pt x="2060155" y="1677515"/>
                </a:lnTo>
                <a:lnTo>
                  <a:pt x="2050101" y="1685618"/>
                </a:lnTo>
                <a:lnTo>
                  <a:pt x="2048796" y="1686665"/>
                </a:lnTo>
                <a:lnTo>
                  <a:pt x="2040896" y="1686028"/>
                </a:lnTo>
                <a:close/>
              </a:path>
              <a:path w="5142230" h="2300604">
                <a:moveTo>
                  <a:pt x="230283" y="197151"/>
                </a:moveTo>
                <a:lnTo>
                  <a:pt x="225501" y="192031"/>
                </a:lnTo>
                <a:lnTo>
                  <a:pt x="224341" y="189910"/>
                </a:lnTo>
                <a:lnTo>
                  <a:pt x="222170" y="180158"/>
                </a:lnTo>
                <a:lnTo>
                  <a:pt x="226764" y="172954"/>
                </a:lnTo>
                <a:lnTo>
                  <a:pt x="233995" y="171312"/>
                </a:lnTo>
                <a:lnTo>
                  <a:pt x="241276" y="169624"/>
                </a:lnTo>
                <a:lnTo>
                  <a:pt x="248529" y="174163"/>
                </a:lnTo>
                <a:lnTo>
                  <a:pt x="251860" y="188774"/>
                </a:lnTo>
                <a:lnTo>
                  <a:pt x="247271" y="195983"/>
                </a:lnTo>
                <a:lnTo>
                  <a:pt x="239991" y="197670"/>
                </a:lnTo>
                <a:lnTo>
                  <a:pt x="235139" y="198733"/>
                </a:lnTo>
                <a:lnTo>
                  <a:pt x="230283" y="197151"/>
                </a:lnTo>
                <a:close/>
              </a:path>
              <a:path w="5142230" h="2300604">
                <a:moveTo>
                  <a:pt x="905347" y="1114794"/>
                </a:moveTo>
                <a:lnTo>
                  <a:pt x="900569" y="1109679"/>
                </a:lnTo>
                <a:lnTo>
                  <a:pt x="899444" y="1103881"/>
                </a:lnTo>
                <a:lnTo>
                  <a:pt x="901744" y="1098719"/>
                </a:lnTo>
                <a:lnTo>
                  <a:pt x="904857" y="1091886"/>
                </a:lnTo>
                <a:lnTo>
                  <a:pt x="912842" y="1088900"/>
                </a:lnTo>
                <a:lnTo>
                  <a:pt x="926460" y="1095071"/>
                </a:lnTo>
                <a:lnTo>
                  <a:pt x="929496" y="1103110"/>
                </a:lnTo>
                <a:lnTo>
                  <a:pt x="926432" y="1109899"/>
                </a:lnTo>
                <a:lnTo>
                  <a:pt x="923320" y="1116733"/>
                </a:lnTo>
                <a:lnTo>
                  <a:pt x="915329" y="1119713"/>
                </a:lnTo>
                <a:lnTo>
                  <a:pt x="908496" y="1116601"/>
                </a:lnTo>
                <a:lnTo>
                  <a:pt x="906820" y="1115883"/>
                </a:lnTo>
                <a:lnTo>
                  <a:pt x="905347" y="1114794"/>
                </a:lnTo>
                <a:close/>
              </a:path>
              <a:path w="5142230" h="2300604">
                <a:moveTo>
                  <a:pt x="376614" y="672057"/>
                </a:moveTo>
                <a:lnTo>
                  <a:pt x="371786" y="666888"/>
                </a:lnTo>
                <a:lnTo>
                  <a:pt x="370930" y="665679"/>
                </a:lnTo>
                <a:lnTo>
                  <a:pt x="370363" y="664290"/>
                </a:lnTo>
                <a:lnTo>
                  <a:pt x="367242" y="657528"/>
                </a:lnTo>
                <a:lnTo>
                  <a:pt x="370253" y="649510"/>
                </a:lnTo>
                <a:lnTo>
                  <a:pt x="377016" y="646388"/>
                </a:lnTo>
                <a:lnTo>
                  <a:pt x="383824" y="643315"/>
                </a:lnTo>
                <a:lnTo>
                  <a:pt x="391796" y="646278"/>
                </a:lnTo>
                <a:lnTo>
                  <a:pt x="394963" y="653089"/>
                </a:lnTo>
                <a:lnTo>
                  <a:pt x="398036" y="659898"/>
                </a:lnTo>
                <a:lnTo>
                  <a:pt x="395025" y="667915"/>
                </a:lnTo>
                <a:lnTo>
                  <a:pt x="388217" y="670988"/>
                </a:lnTo>
                <a:lnTo>
                  <a:pt x="382845" y="673449"/>
                </a:lnTo>
                <a:lnTo>
                  <a:pt x="376614" y="672057"/>
                </a:lnTo>
                <a:close/>
              </a:path>
              <a:path w="5142230" h="2300604">
                <a:moveTo>
                  <a:pt x="246340" y="266341"/>
                </a:moveTo>
                <a:lnTo>
                  <a:pt x="241557" y="261221"/>
                </a:lnTo>
                <a:lnTo>
                  <a:pt x="240443" y="259148"/>
                </a:lnTo>
                <a:lnTo>
                  <a:pt x="238131" y="249538"/>
                </a:lnTo>
                <a:lnTo>
                  <a:pt x="242411" y="242585"/>
                </a:lnTo>
                <a:lnTo>
                  <a:pt x="242629" y="242232"/>
                </a:lnTo>
                <a:lnTo>
                  <a:pt x="249909" y="240544"/>
                </a:lnTo>
                <a:lnTo>
                  <a:pt x="257139" y="238803"/>
                </a:lnTo>
                <a:lnTo>
                  <a:pt x="264450" y="243305"/>
                </a:lnTo>
                <a:lnTo>
                  <a:pt x="266187" y="250540"/>
                </a:lnTo>
                <a:lnTo>
                  <a:pt x="267874" y="257820"/>
                </a:lnTo>
                <a:lnTo>
                  <a:pt x="263638" y="264722"/>
                </a:lnTo>
                <a:lnTo>
                  <a:pt x="263421" y="265076"/>
                </a:lnTo>
                <a:lnTo>
                  <a:pt x="256142" y="266863"/>
                </a:lnTo>
                <a:lnTo>
                  <a:pt x="251242" y="267971"/>
                </a:lnTo>
                <a:lnTo>
                  <a:pt x="246340" y="266341"/>
                </a:lnTo>
                <a:close/>
              </a:path>
              <a:path w="5142230" h="2300604">
                <a:moveTo>
                  <a:pt x="449092" y="795193"/>
                </a:moveTo>
                <a:lnTo>
                  <a:pt x="443397" y="789097"/>
                </a:lnTo>
                <a:lnTo>
                  <a:pt x="438926" y="783138"/>
                </a:lnTo>
                <a:lnTo>
                  <a:pt x="440113" y="774633"/>
                </a:lnTo>
                <a:lnTo>
                  <a:pt x="446026" y="770113"/>
                </a:lnTo>
                <a:lnTo>
                  <a:pt x="451985" y="765642"/>
                </a:lnTo>
                <a:lnTo>
                  <a:pt x="460490" y="766829"/>
                </a:lnTo>
                <a:lnTo>
                  <a:pt x="469480" y="778701"/>
                </a:lnTo>
                <a:lnTo>
                  <a:pt x="468294" y="787206"/>
                </a:lnTo>
                <a:lnTo>
                  <a:pt x="462381" y="791725"/>
                </a:lnTo>
                <a:lnTo>
                  <a:pt x="456808" y="795926"/>
                </a:lnTo>
                <a:lnTo>
                  <a:pt x="449092" y="795193"/>
                </a:lnTo>
                <a:close/>
              </a:path>
              <a:path w="5142230" h="2300604">
                <a:moveTo>
                  <a:pt x="777749" y="1052100"/>
                </a:moveTo>
                <a:lnTo>
                  <a:pt x="772921" y="1046931"/>
                </a:lnTo>
                <a:lnTo>
                  <a:pt x="771911" y="1040670"/>
                </a:lnTo>
                <a:lnTo>
                  <a:pt x="774686" y="1035430"/>
                </a:lnTo>
                <a:lnTo>
                  <a:pt x="778210" y="1028841"/>
                </a:lnTo>
                <a:lnTo>
                  <a:pt x="786373" y="1026338"/>
                </a:lnTo>
                <a:lnTo>
                  <a:pt x="799589" y="1033350"/>
                </a:lnTo>
                <a:lnTo>
                  <a:pt x="802097" y="1041509"/>
                </a:lnTo>
                <a:lnTo>
                  <a:pt x="798613" y="1048141"/>
                </a:lnTo>
                <a:lnTo>
                  <a:pt x="795085" y="1054725"/>
                </a:lnTo>
                <a:lnTo>
                  <a:pt x="786881" y="1057184"/>
                </a:lnTo>
                <a:lnTo>
                  <a:pt x="780289" y="1053744"/>
                </a:lnTo>
                <a:lnTo>
                  <a:pt x="778950" y="1052995"/>
                </a:lnTo>
                <a:lnTo>
                  <a:pt x="777749" y="1052100"/>
                </a:lnTo>
                <a:close/>
              </a:path>
              <a:path w="5142230" h="2300604">
                <a:moveTo>
                  <a:pt x="348676" y="606570"/>
                </a:moveTo>
                <a:lnTo>
                  <a:pt x="343843" y="601397"/>
                </a:lnTo>
                <a:lnTo>
                  <a:pt x="342899" y="599996"/>
                </a:lnTo>
                <a:lnTo>
                  <a:pt x="342298" y="598375"/>
                </a:lnTo>
                <a:lnTo>
                  <a:pt x="339560" y="591436"/>
                </a:lnTo>
                <a:lnTo>
                  <a:pt x="342897" y="583571"/>
                </a:lnTo>
                <a:lnTo>
                  <a:pt x="356823" y="578050"/>
                </a:lnTo>
                <a:lnTo>
                  <a:pt x="364684" y="581480"/>
                </a:lnTo>
                <a:lnTo>
                  <a:pt x="370160" y="595357"/>
                </a:lnTo>
                <a:lnTo>
                  <a:pt x="366778" y="603174"/>
                </a:lnTo>
                <a:lnTo>
                  <a:pt x="359840" y="605912"/>
                </a:lnTo>
                <a:lnTo>
                  <a:pt x="354527" y="608044"/>
                </a:lnTo>
                <a:lnTo>
                  <a:pt x="348676" y="606570"/>
                </a:lnTo>
                <a:close/>
              </a:path>
              <a:path w="5142230" h="2300604">
                <a:moveTo>
                  <a:pt x="2164503" y="2009929"/>
                </a:moveTo>
                <a:lnTo>
                  <a:pt x="2159766" y="2004858"/>
                </a:lnTo>
                <a:lnTo>
                  <a:pt x="2158449" y="2002080"/>
                </a:lnTo>
                <a:lnTo>
                  <a:pt x="2157534" y="1991521"/>
                </a:lnTo>
                <a:lnTo>
                  <a:pt x="2162998" y="1984956"/>
                </a:lnTo>
                <a:lnTo>
                  <a:pt x="2170476" y="1984262"/>
                </a:lnTo>
                <a:lnTo>
                  <a:pt x="2177914" y="1983623"/>
                </a:lnTo>
                <a:lnTo>
                  <a:pt x="2184426" y="1989127"/>
                </a:lnTo>
                <a:lnTo>
                  <a:pt x="2185812" y="2004003"/>
                </a:lnTo>
                <a:lnTo>
                  <a:pt x="2180250" y="2010560"/>
                </a:lnTo>
                <a:lnTo>
                  <a:pt x="2168507" y="2011576"/>
                </a:lnTo>
                <a:lnTo>
                  <a:pt x="2164503" y="2009929"/>
                </a:lnTo>
                <a:close/>
              </a:path>
              <a:path w="5142230" h="2300604">
                <a:moveTo>
                  <a:pt x="597274" y="939546"/>
                </a:moveTo>
                <a:lnTo>
                  <a:pt x="591757" y="933641"/>
                </a:lnTo>
                <a:lnTo>
                  <a:pt x="591305" y="926412"/>
                </a:lnTo>
                <a:lnTo>
                  <a:pt x="595309" y="921120"/>
                </a:lnTo>
                <a:lnTo>
                  <a:pt x="599762" y="915134"/>
                </a:lnTo>
                <a:lnTo>
                  <a:pt x="608252" y="913959"/>
                </a:lnTo>
                <a:lnTo>
                  <a:pt x="620170" y="922905"/>
                </a:lnTo>
                <a:lnTo>
                  <a:pt x="621398" y="931355"/>
                </a:lnTo>
                <a:lnTo>
                  <a:pt x="616892" y="937381"/>
                </a:lnTo>
                <a:lnTo>
                  <a:pt x="612394" y="943318"/>
                </a:lnTo>
                <a:lnTo>
                  <a:pt x="603949" y="944542"/>
                </a:lnTo>
                <a:lnTo>
                  <a:pt x="597971" y="940000"/>
                </a:lnTo>
                <a:lnTo>
                  <a:pt x="597274" y="939546"/>
                </a:lnTo>
                <a:close/>
              </a:path>
              <a:path w="5142230" h="2300604">
                <a:moveTo>
                  <a:pt x="1988788" y="1628684"/>
                </a:moveTo>
                <a:lnTo>
                  <a:pt x="1983504" y="1623027"/>
                </a:lnTo>
                <a:lnTo>
                  <a:pt x="1983545" y="1614762"/>
                </a:lnTo>
                <a:lnTo>
                  <a:pt x="1988637" y="1609559"/>
                </a:lnTo>
                <a:lnTo>
                  <a:pt x="1993916" y="1604262"/>
                </a:lnTo>
                <a:lnTo>
                  <a:pt x="2002462" y="1604222"/>
                </a:lnTo>
                <a:lnTo>
                  <a:pt x="2013102" y="1614635"/>
                </a:lnTo>
                <a:lnTo>
                  <a:pt x="2013188" y="1623231"/>
                </a:lnTo>
                <a:lnTo>
                  <a:pt x="2007909" y="1628527"/>
                </a:lnTo>
                <a:lnTo>
                  <a:pt x="2002675" y="1633873"/>
                </a:lnTo>
                <a:lnTo>
                  <a:pt x="1994129" y="1633912"/>
                </a:lnTo>
                <a:lnTo>
                  <a:pt x="1988788" y="1628684"/>
                </a:lnTo>
                <a:close/>
              </a:path>
              <a:path w="5142230" h="2300604">
                <a:moveTo>
                  <a:pt x="1200954" y="1087754"/>
                </a:moveTo>
                <a:lnTo>
                  <a:pt x="1196308" y="1082781"/>
                </a:lnTo>
                <a:lnTo>
                  <a:pt x="1195067" y="1077640"/>
                </a:lnTo>
                <a:lnTo>
                  <a:pt x="1199286" y="1066028"/>
                </a:lnTo>
                <a:lnTo>
                  <a:pt x="1206865" y="1062509"/>
                </a:lnTo>
                <a:lnTo>
                  <a:pt x="1220476" y="1067500"/>
                </a:lnTo>
                <a:lnTo>
                  <a:pt x="1223954" y="1075035"/>
                </a:lnTo>
                <a:lnTo>
                  <a:pt x="1218958" y="1088650"/>
                </a:lnTo>
                <a:lnTo>
                  <a:pt x="1211423" y="1092119"/>
                </a:lnTo>
                <a:lnTo>
                  <a:pt x="1202658" y="1088893"/>
                </a:lnTo>
                <a:lnTo>
                  <a:pt x="1200954" y="1087754"/>
                </a:lnTo>
                <a:close/>
              </a:path>
              <a:path w="5142230" h="2300604">
                <a:moveTo>
                  <a:pt x="2407019" y="2061239"/>
                </a:moveTo>
                <a:lnTo>
                  <a:pt x="2402419" y="2056315"/>
                </a:lnTo>
                <a:lnTo>
                  <a:pt x="2401032" y="2052679"/>
                </a:lnTo>
                <a:lnTo>
                  <a:pt x="2402121" y="2041627"/>
                </a:lnTo>
                <a:lnTo>
                  <a:pt x="2407100" y="2037476"/>
                </a:lnTo>
                <a:lnTo>
                  <a:pt x="2408486" y="2036320"/>
                </a:lnTo>
                <a:lnTo>
                  <a:pt x="2422932" y="2037709"/>
                </a:lnTo>
                <a:lnTo>
                  <a:pt x="2428186" y="2044115"/>
                </a:lnTo>
                <a:lnTo>
                  <a:pt x="2427520" y="2051320"/>
                </a:lnTo>
                <a:lnTo>
                  <a:pt x="2426756" y="2058517"/>
                </a:lnTo>
                <a:lnTo>
                  <a:pt x="2421777" y="2062668"/>
                </a:lnTo>
                <a:lnTo>
                  <a:pt x="2420391" y="2063824"/>
                </a:lnTo>
                <a:lnTo>
                  <a:pt x="2413189" y="2063054"/>
                </a:lnTo>
                <a:lnTo>
                  <a:pt x="2409895" y="2062753"/>
                </a:lnTo>
                <a:lnTo>
                  <a:pt x="2407019" y="2061239"/>
                </a:lnTo>
                <a:close/>
              </a:path>
              <a:path w="5142230" h="2300604">
                <a:moveTo>
                  <a:pt x="331900" y="168791"/>
                </a:moveTo>
                <a:lnTo>
                  <a:pt x="327299" y="163866"/>
                </a:lnTo>
                <a:lnTo>
                  <a:pt x="326228" y="162036"/>
                </a:lnTo>
                <a:lnTo>
                  <a:pt x="323607" y="153071"/>
                </a:lnTo>
                <a:lnTo>
                  <a:pt x="327629" y="145843"/>
                </a:lnTo>
                <a:lnTo>
                  <a:pt x="341553" y="141785"/>
                </a:lnTo>
                <a:lnTo>
                  <a:pt x="348780" y="145808"/>
                </a:lnTo>
                <a:lnTo>
                  <a:pt x="352839" y="159731"/>
                </a:lnTo>
                <a:lnTo>
                  <a:pt x="348816" y="166959"/>
                </a:lnTo>
                <a:lnTo>
                  <a:pt x="341850" y="168983"/>
                </a:lnTo>
                <a:lnTo>
                  <a:pt x="336944" y="170379"/>
                </a:lnTo>
                <a:lnTo>
                  <a:pt x="331900" y="168791"/>
                </a:lnTo>
                <a:close/>
              </a:path>
              <a:path w="5142230" h="2300604">
                <a:moveTo>
                  <a:pt x="1335238" y="1134342"/>
                </a:moveTo>
                <a:lnTo>
                  <a:pt x="1330592" y="1129368"/>
                </a:lnTo>
                <a:lnTo>
                  <a:pt x="1329344" y="1124416"/>
                </a:lnTo>
                <a:lnTo>
                  <a:pt x="1330874" y="1119700"/>
                </a:lnTo>
                <a:lnTo>
                  <a:pt x="1333066" y="1113054"/>
                </a:lnTo>
                <a:lnTo>
                  <a:pt x="1333137" y="1112837"/>
                </a:lnTo>
                <a:lnTo>
                  <a:pt x="1340580" y="1109172"/>
                </a:lnTo>
                <a:lnTo>
                  <a:pt x="1354301" y="1113694"/>
                </a:lnTo>
                <a:lnTo>
                  <a:pt x="1358014" y="1121091"/>
                </a:lnTo>
                <a:lnTo>
                  <a:pt x="1355751" y="1127954"/>
                </a:lnTo>
                <a:lnTo>
                  <a:pt x="1353511" y="1134646"/>
                </a:lnTo>
                <a:lnTo>
                  <a:pt x="1353439" y="1134862"/>
                </a:lnTo>
                <a:lnTo>
                  <a:pt x="1346046" y="1138581"/>
                </a:lnTo>
                <a:lnTo>
                  <a:pt x="1339184" y="1136317"/>
                </a:lnTo>
                <a:lnTo>
                  <a:pt x="1337037" y="1135583"/>
                </a:lnTo>
                <a:lnTo>
                  <a:pt x="1335238" y="1134342"/>
                </a:lnTo>
                <a:close/>
              </a:path>
              <a:path w="5142230" h="2300604">
                <a:moveTo>
                  <a:pt x="543604" y="694324"/>
                </a:moveTo>
                <a:lnTo>
                  <a:pt x="538035" y="688362"/>
                </a:lnTo>
                <a:lnTo>
                  <a:pt x="533701" y="682550"/>
                </a:lnTo>
                <a:lnTo>
                  <a:pt x="534878" y="674328"/>
                </a:lnTo>
                <a:lnTo>
                  <a:pt x="546454" y="665705"/>
                </a:lnTo>
                <a:lnTo>
                  <a:pt x="554676" y="666882"/>
                </a:lnTo>
                <a:lnTo>
                  <a:pt x="563344" y="678507"/>
                </a:lnTo>
                <a:lnTo>
                  <a:pt x="562118" y="686675"/>
                </a:lnTo>
                <a:lnTo>
                  <a:pt x="556355" y="691063"/>
                </a:lnTo>
                <a:lnTo>
                  <a:pt x="550928" y="695028"/>
                </a:lnTo>
                <a:lnTo>
                  <a:pt x="543604" y="694324"/>
                </a:lnTo>
                <a:close/>
              </a:path>
              <a:path w="5142230" h="2300604">
                <a:moveTo>
                  <a:pt x="937934" y="979892"/>
                </a:moveTo>
                <a:lnTo>
                  <a:pt x="933288" y="974919"/>
                </a:lnTo>
                <a:lnTo>
                  <a:pt x="932213" y="969175"/>
                </a:lnTo>
                <a:lnTo>
                  <a:pt x="934548" y="964245"/>
                </a:lnTo>
                <a:lnTo>
                  <a:pt x="937511" y="957642"/>
                </a:lnTo>
                <a:lnTo>
                  <a:pt x="945355" y="954798"/>
                </a:lnTo>
                <a:lnTo>
                  <a:pt x="958463" y="960815"/>
                </a:lnTo>
                <a:lnTo>
                  <a:pt x="961361" y="968609"/>
                </a:lnTo>
                <a:lnTo>
                  <a:pt x="955291" y="981758"/>
                </a:lnTo>
                <a:lnTo>
                  <a:pt x="947497" y="984656"/>
                </a:lnTo>
                <a:lnTo>
                  <a:pt x="939317" y="980884"/>
                </a:lnTo>
                <a:lnTo>
                  <a:pt x="937934" y="979892"/>
                </a:lnTo>
                <a:close/>
              </a:path>
              <a:path w="5142230" h="2300604">
                <a:moveTo>
                  <a:pt x="2286217" y="1597924"/>
                </a:moveTo>
                <a:lnTo>
                  <a:pt x="2281070" y="1592414"/>
                </a:lnTo>
                <a:lnTo>
                  <a:pt x="2276346" y="1586966"/>
                </a:lnTo>
                <a:lnTo>
                  <a:pt x="2276911" y="1578676"/>
                </a:lnTo>
                <a:lnTo>
                  <a:pt x="2287101" y="1569840"/>
                </a:lnTo>
                <a:lnTo>
                  <a:pt x="2287808" y="1569228"/>
                </a:lnTo>
                <a:lnTo>
                  <a:pt x="2296093" y="1569788"/>
                </a:lnTo>
                <a:lnTo>
                  <a:pt x="2305587" y="1580733"/>
                </a:lnTo>
                <a:lnTo>
                  <a:pt x="2304981" y="1588979"/>
                </a:lnTo>
                <a:lnTo>
                  <a:pt x="2299578" y="1593752"/>
                </a:lnTo>
                <a:lnTo>
                  <a:pt x="2294833" y="1597861"/>
                </a:lnTo>
                <a:lnTo>
                  <a:pt x="2294227" y="1598386"/>
                </a:lnTo>
                <a:lnTo>
                  <a:pt x="2286217" y="1597924"/>
                </a:lnTo>
                <a:close/>
              </a:path>
              <a:path w="5142230" h="2300604">
                <a:moveTo>
                  <a:pt x="589551" y="749081"/>
                </a:moveTo>
                <a:lnTo>
                  <a:pt x="579667" y="738500"/>
                </a:lnTo>
                <a:lnTo>
                  <a:pt x="579901" y="730246"/>
                </a:lnTo>
                <a:lnTo>
                  <a:pt x="590432" y="720308"/>
                </a:lnTo>
                <a:lnTo>
                  <a:pt x="598830" y="720599"/>
                </a:lnTo>
                <a:lnTo>
                  <a:pt x="608623" y="731082"/>
                </a:lnTo>
                <a:lnTo>
                  <a:pt x="608435" y="739384"/>
                </a:lnTo>
                <a:lnTo>
                  <a:pt x="597854" y="749269"/>
                </a:lnTo>
                <a:lnTo>
                  <a:pt x="589551" y="749081"/>
                </a:lnTo>
                <a:close/>
              </a:path>
              <a:path w="5142230" h="2300604">
                <a:moveTo>
                  <a:pt x="1267892" y="1111513"/>
                </a:moveTo>
                <a:lnTo>
                  <a:pt x="1263291" y="1106588"/>
                </a:lnTo>
                <a:lnTo>
                  <a:pt x="1262042" y="1101537"/>
                </a:lnTo>
                <a:lnTo>
                  <a:pt x="1266028" y="1089969"/>
                </a:lnTo>
                <a:lnTo>
                  <a:pt x="1273516" y="1086353"/>
                </a:lnTo>
                <a:lnTo>
                  <a:pt x="1280326" y="1088657"/>
                </a:lnTo>
                <a:lnTo>
                  <a:pt x="1287141" y="1091065"/>
                </a:lnTo>
                <a:lnTo>
                  <a:pt x="1290806" y="1098508"/>
                </a:lnTo>
                <a:lnTo>
                  <a:pt x="1288448" y="1105367"/>
                </a:lnTo>
                <a:lnTo>
                  <a:pt x="1286045" y="1112178"/>
                </a:lnTo>
                <a:lnTo>
                  <a:pt x="1278651" y="1115798"/>
                </a:lnTo>
                <a:lnTo>
                  <a:pt x="1271792" y="1113440"/>
                </a:lnTo>
                <a:lnTo>
                  <a:pt x="1269690" y="1112754"/>
                </a:lnTo>
                <a:lnTo>
                  <a:pt x="1267892" y="1111513"/>
                </a:lnTo>
                <a:close/>
              </a:path>
              <a:path w="5142230" h="2300604">
                <a:moveTo>
                  <a:pt x="2411552" y="1990631"/>
                </a:moveTo>
                <a:lnTo>
                  <a:pt x="2406997" y="1985755"/>
                </a:lnTo>
                <a:lnTo>
                  <a:pt x="2405648" y="1982356"/>
                </a:lnTo>
                <a:lnTo>
                  <a:pt x="2405867" y="1971643"/>
                </a:lnTo>
                <a:lnTo>
                  <a:pt x="2411873" y="1965951"/>
                </a:lnTo>
                <a:lnTo>
                  <a:pt x="2419133" y="1966099"/>
                </a:lnTo>
                <a:lnTo>
                  <a:pt x="2426350" y="1966298"/>
                </a:lnTo>
                <a:lnTo>
                  <a:pt x="2432095" y="1972253"/>
                </a:lnTo>
                <a:lnTo>
                  <a:pt x="2431947" y="1979523"/>
                </a:lnTo>
                <a:lnTo>
                  <a:pt x="2431744" y="1986734"/>
                </a:lnTo>
                <a:lnTo>
                  <a:pt x="2425748" y="1992436"/>
                </a:lnTo>
                <a:lnTo>
                  <a:pt x="2414846" y="1992202"/>
                </a:lnTo>
                <a:lnTo>
                  <a:pt x="2411552" y="1990631"/>
                </a:lnTo>
                <a:close/>
              </a:path>
              <a:path w="5142230" h="2300604">
                <a:moveTo>
                  <a:pt x="1402652" y="1156559"/>
                </a:moveTo>
                <a:lnTo>
                  <a:pt x="1398052" y="1151634"/>
                </a:lnTo>
                <a:lnTo>
                  <a:pt x="1396800" y="1146677"/>
                </a:lnTo>
                <a:lnTo>
                  <a:pt x="1400597" y="1135103"/>
                </a:lnTo>
                <a:lnTo>
                  <a:pt x="1407949" y="1131340"/>
                </a:lnTo>
                <a:lnTo>
                  <a:pt x="1414860" y="1133558"/>
                </a:lnTo>
                <a:lnTo>
                  <a:pt x="1421723" y="1135822"/>
                </a:lnTo>
                <a:lnTo>
                  <a:pt x="1425485" y="1143173"/>
                </a:lnTo>
                <a:lnTo>
                  <a:pt x="1423267" y="1150085"/>
                </a:lnTo>
                <a:lnTo>
                  <a:pt x="1421004" y="1156947"/>
                </a:lnTo>
                <a:lnTo>
                  <a:pt x="1413604" y="1160755"/>
                </a:lnTo>
                <a:lnTo>
                  <a:pt x="1406737" y="1158487"/>
                </a:lnTo>
                <a:lnTo>
                  <a:pt x="1404546" y="1157803"/>
                </a:lnTo>
                <a:lnTo>
                  <a:pt x="1402652" y="1156559"/>
                </a:lnTo>
                <a:close/>
              </a:path>
              <a:path w="5142230" h="2300604">
                <a:moveTo>
                  <a:pt x="414605" y="440795"/>
                </a:moveTo>
                <a:lnTo>
                  <a:pt x="409959" y="435822"/>
                </a:lnTo>
                <a:lnTo>
                  <a:pt x="409019" y="434326"/>
                </a:lnTo>
                <a:lnTo>
                  <a:pt x="405958" y="425771"/>
                </a:lnTo>
                <a:lnTo>
                  <a:pt x="409519" y="418245"/>
                </a:lnTo>
                <a:lnTo>
                  <a:pt x="416305" y="415832"/>
                </a:lnTo>
                <a:lnTo>
                  <a:pt x="423140" y="413374"/>
                </a:lnTo>
                <a:lnTo>
                  <a:pt x="430616" y="416881"/>
                </a:lnTo>
                <a:lnTo>
                  <a:pt x="435533" y="430550"/>
                </a:lnTo>
                <a:lnTo>
                  <a:pt x="431931" y="438033"/>
                </a:lnTo>
                <a:lnTo>
                  <a:pt x="425141" y="440441"/>
                </a:lnTo>
                <a:lnTo>
                  <a:pt x="420030" y="442302"/>
                </a:lnTo>
                <a:lnTo>
                  <a:pt x="414605" y="440795"/>
                </a:lnTo>
                <a:close/>
              </a:path>
              <a:path w="5142230" h="2300604">
                <a:moveTo>
                  <a:pt x="440245" y="507242"/>
                </a:moveTo>
                <a:lnTo>
                  <a:pt x="435598" y="502269"/>
                </a:lnTo>
                <a:lnTo>
                  <a:pt x="434700" y="500916"/>
                </a:lnTo>
                <a:lnTo>
                  <a:pt x="434137" y="499433"/>
                </a:lnTo>
                <a:lnTo>
                  <a:pt x="431344" y="492729"/>
                </a:lnTo>
                <a:lnTo>
                  <a:pt x="434531" y="485095"/>
                </a:lnTo>
                <a:lnTo>
                  <a:pt x="447891" y="479554"/>
                </a:lnTo>
                <a:lnTo>
                  <a:pt x="455573" y="482696"/>
                </a:lnTo>
                <a:lnTo>
                  <a:pt x="461061" y="496096"/>
                </a:lnTo>
                <a:lnTo>
                  <a:pt x="457879" y="503735"/>
                </a:lnTo>
                <a:lnTo>
                  <a:pt x="451223" y="506483"/>
                </a:lnTo>
                <a:lnTo>
                  <a:pt x="446181" y="508612"/>
                </a:lnTo>
                <a:lnTo>
                  <a:pt x="446050" y="508667"/>
                </a:lnTo>
                <a:lnTo>
                  <a:pt x="440245" y="507242"/>
                </a:lnTo>
                <a:close/>
              </a:path>
              <a:path w="5142230" h="2300604">
                <a:moveTo>
                  <a:pt x="2361954" y="1715457"/>
                </a:moveTo>
                <a:lnTo>
                  <a:pt x="2357257" y="1710430"/>
                </a:lnTo>
                <a:lnTo>
                  <a:pt x="2356493" y="1709318"/>
                </a:lnTo>
                <a:lnTo>
                  <a:pt x="2352848" y="1701410"/>
                </a:lnTo>
                <a:lnTo>
                  <a:pt x="2355751" y="1693667"/>
                </a:lnTo>
                <a:lnTo>
                  <a:pt x="2362276" y="1690584"/>
                </a:lnTo>
                <a:lnTo>
                  <a:pt x="2368852" y="1687555"/>
                </a:lnTo>
                <a:lnTo>
                  <a:pt x="2376679" y="1690461"/>
                </a:lnTo>
                <a:lnTo>
                  <a:pt x="2382752" y="1703608"/>
                </a:lnTo>
                <a:lnTo>
                  <a:pt x="2379844" y="1711345"/>
                </a:lnTo>
                <a:lnTo>
                  <a:pt x="2367992" y="1716839"/>
                </a:lnTo>
                <a:lnTo>
                  <a:pt x="2361954" y="1715457"/>
                </a:lnTo>
                <a:close/>
              </a:path>
              <a:path w="5142230" h="2300604">
                <a:moveTo>
                  <a:pt x="1002956" y="1008737"/>
                </a:moveTo>
                <a:lnTo>
                  <a:pt x="998310" y="1003763"/>
                </a:lnTo>
                <a:lnTo>
                  <a:pt x="997176" y="998248"/>
                </a:lnTo>
                <a:lnTo>
                  <a:pt x="1002101" y="986708"/>
                </a:lnTo>
                <a:lnTo>
                  <a:pt x="1009807" y="983618"/>
                </a:lnTo>
                <a:lnTo>
                  <a:pt x="1023116" y="989264"/>
                </a:lnTo>
                <a:lnTo>
                  <a:pt x="1026157" y="997016"/>
                </a:lnTo>
                <a:lnTo>
                  <a:pt x="1020511" y="1010326"/>
                </a:lnTo>
                <a:lnTo>
                  <a:pt x="1012805" y="1013415"/>
                </a:lnTo>
                <a:lnTo>
                  <a:pt x="1004430" y="1009825"/>
                </a:lnTo>
                <a:lnTo>
                  <a:pt x="1002956" y="1008737"/>
                </a:lnTo>
                <a:close/>
              </a:path>
              <a:path w="5142230" h="2300604">
                <a:moveTo>
                  <a:pt x="469661" y="572161"/>
                </a:moveTo>
                <a:lnTo>
                  <a:pt x="464973" y="567143"/>
                </a:lnTo>
                <a:lnTo>
                  <a:pt x="464206" y="566126"/>
                </a:lnTo>
                <a:lnTo>
                  <a:pt x="460456" y="558397"/>
                </a:lnTo>
                <a:lnTo>
                  <a:pt x="463083" y="550555"/>
                </a:lnTo>
                <a:lnTo>
                  <a:pt x="469612" y="547379"/>
                </a:lnTo>
                <a:lnTo>
                  <a:pt x="475783" y="544308"/>
                </a:lnTo>
                <a:lnTo>
                  <a:pt x="476095" y="544153"/>
                </a:lnTo>
                <a:lnTo>
                  <a:pt x="483934" y="546875"/>
                </a:lnTo>
                <a:lnTo>
                  <a:pt x="487159" y="553358"/>
                </a:lnTo>
                <a:lnTo>
                  <a:pt x="490290" y="559838"/>
                </a:lnTo>
                <a:lnTo>
                  <a:pt x="487663" y="567679"/>
                </a:lnTo>
                <a:lnTo>
                  <a:pt x="481134" y="570856"/>
                </a:lnTo>
                <a:lnTo>
                  <a:pt x="475851" y="573509"/>
                </a:lnTo>
                <a:lnTo>
                  <a:pt x="469661" y="572161"/>
                </a:lnTo>
                <a:close/>
              </a:path>
              <a:path w="5142230" h="2300604">
                <a:moveTo>
                  <a:pt x="2386619" y="1781253"/>
                </a:moveTo>
                <a:lnTo>
                  <a:pt x="2382018" y="1776328"/>
                </a:lnTo>
                <a:lnTo>
                  <a:pt x="2380998" y="1774551"/>
                </a:lnTo>
                <a:lnTo>
                  <a:pt x="2380400" y="1772543"/>
                </a:lnTo>
                <a:lnTo>
                  <a:pt x="2378278" y="1765678"/>
                </a:lnTo>
                <a:lnTo>
                  <a:pt x="2382205" y="1758347"/>
                </a:lnTo>
                <a:lnTo>
                  <a:pt x="2389126" y="1756274"/>
                </a:lnTo>
                <a:lnTo>
                  <a:pt x="2396041" y="1754097"/>
                </a:lnTo>
                <a:lnTo>
                  <a:pt x="2403371" y="1758034"/>
                </a:lnTo>
                <a:lnTo>
                  <a:pt x="2407567" y="1771910"/>
                </a:lnTo>
                <a:lnTo>
                  <a:pt x="2403640" y="1779240"/>
                </a:lnTo>
                <a:lnTo>
                  <a:pt x="2391806" y="1782798"/>
                </a:lnTo>
                <a:lnTo>
                  <a:pt x="2386619" y="1781253"/>
                </a:lnTo>
                <a:close/>
              </a:path>
              <a:path w="5142230" h="2300604">
                <a:moveTo>
                  <a:pt x="2369447" y="2270468"/>
                </a:moveTo>
                <a:lnTo>
                  <a:pt x="2364851" y="2265548"/>
                </a:lnTo>
                <a:lnTo>
                  <a:pt x="2363539" y="2261113"/>
                </a:lnTo>
                <a:lnTo>
                  <a:pt x="2366287" y="2249588"/>
                </a:lnTo>
                <a:lnTo>
                  <a:pt x="2373374" y="2245250"/>
                </a:lnTo>
                <a:lnTo>
                  <a:pt x="2380396" y="2247000"/>
                </a:lnTo>
                <a:lnTo>
                  <a:pt x="2387426" y="2248660"/>
                </a:lnTo>
                <a:lnTo>
                  <a:pt x="2391760" y="2255743"/>
                </a:lnTo>
                <a:lnTo>
                  <a:pt x="2388359" y="2269795"/>
                </a:lnTo>
                <a:lnTo>
                  <a:pt x="2381271" y="2274133"/>
                </a:lnTo>
                <a:lnTo>
                  <a:pt x="2371666" y="2271866"/>
                </a:lnTo>
                <a:lnTo>
                  <a:pt x="2369447" y="2270468"/>
                </a:lnTo>
                <a:close/>
              </a:path>
              <a:path w="5142230" h="2300604">
                <a:moveTo>
                  <a:pt x="2385073" y="2201276"/>
                </a:moveTo>
                <a:lnTo>
                  <a:pt x="2380468" y="2196346"/>
                </a:lnTo>
                <a:lnTo>
                  <a:pt x="2379108" y="2192056"/>
                </a:lnTo>
                <a:lnTo>
                  <a:pt x="2379978" y="2187709"/>
                </a:lnTo>
                <a:lnTo>
                  <a:pt x="2381427" y="2180658"/>
                </a:lnTo>
                <a:lnTo>
                  <a:pt x="2388386" y="2176085"/>
                </a:lnTo>
                <a:lnTo>
                  <a:pt x="2402543" y="2179021"/>
                </a:lnTo>
                <a:lnTo>
                  <a:pt x="2407120" y="2185876"/>
                </a:lnTo>
                <a:lnTo>
                  <a:pt x="2405650" y="2193002"/>
                </a:lnTo>
                <a:lnTo>
                  <a:pt x="2404234" y="2200087"/>
                </a:lnTo>
                <a:lnTo>
                  <a:pt x="2397275" y="2204661"/>
                </a:lnTo>
                <a:lnTo>
                  <a:pt x="2390195" y="2203240"/>
                </a:lnTo>
                <a:lnTo>
                  <a:pt x="2387435" y="2202631"/>
                </a:lnTo>
                <a:lnTo>
                  <a:pt x="2385073" y="2201276"/>
                </a:lnTo>
                <a:close/>
              </a:path>
              <a:path w="5142230" h="2300604">
                <a:moveTo>
                  <a:pt x="503693" y="634885"/>
                </a:moveTo>
                <a:lnTo>
                  <a:pt x="498951" y="629809"/>
                </a:lnTo>
                <a:lnTo>
                  <a:pt x="498415" y="629040"/>
                </a:lnTo>
                <a:lnTo>
                  <a:pt x="494217" y="622005"/>
                </a:lnTo>
                <a:lnTo>
                  <a:pt x="496236" y="614001"/>
                </a:lnTo>
                <a:lnTo>
                  <a:pt x="502403" y="610240"/>
                </a:lnTo>
                <a:lnTo>
                  <a:pt x="508619" y="606533"/>
                </a:lnTo>
                <a:lnTo>
                  <a:pt x="516673" y="608606"/>
                </a:lnTo>
                <a:lnTo>
                  <a:pt x="524135" y="620993"/>
                </a:lnTo>
                <a:lnTo>
                  <a:pt x="522067" y="629043"/>
                </a:lnTo>
                <a:lnTo>
                  <a:pt x="515851" y="632750"/>
                </a:lnTo>
                <a:lnTo>
                  <a:pt x="510500" y="636014"/>
                </a:lnTo>
                <a:lnTo>
                  <a:pt x="503693" y="634885"/>
                </a:lnTo>
                <a:close/>
              </a:path>
              <a:path w="5142230" h="2300604">
                <a:moveTo>
                  <a:pt x="2328416" y="1653947"/>
                </a:moveTo>
                <a:lnTo>
                  <a:pt x="2323075" y="1648229"/>
                </a:lnTo>
                <a:lnTo>
                  <a:pt x="2318674" y="1641466"/>
                </a:lnTo>
                <a:lnTo>
                  <a:pt x="2320414" y="1633358"/>
                </a:lnTo>
                <a:lnTo>
                  <a:pt x="2332530" y="1625508"/>
                </a:lnTo>
                <a:lnTo>
                  <a:pt x="2340643" y="1627253"/>
                </a:lnTo>
                <a:lnTo>
                  <a:pt x="2348492" y="1639369"/>
                </a:lnTo>
                <a:lnTo>
                  <a:pt x="2346794" y="1647521"/>
                </a:lnTo>
                <a:lnTo>
                  <a:pt x="2335309" y="1654972"/>
                </a:lnTo>
                <a:lnTo>
                  <a:pt x="2328416" y="1653947"/>
                </a:lnTo>
                <a:close/>
              </a:path>
              <a:path w="5142230" h="2300604">
                <a:moveTo>
                  <a:pt x="1134446" y="1062499"/>
                </a:moveTo>
                <a:lnTo>
                  <a:pt x="1129800" y="1057526"/>
                </a:lnTo>
                <a:lnTo>
                  <a:pt x="1128611" y="1052245"/>
                </a:lnTo>
                <a:lnTo>
                  <a:pt x="1130569" y="1047402"/>
                </a:lnTo>
                <a:lnTo>
                  <a:pt x="1133207" y="1040646"/>
                </a:lnTo>
                <a:lnTo>
                  <a:pt x="1140779" y="1037316"/>
                </a:lnTo>
                <a:lnTo>
                  <a:pt x="1147531" y="1039949"/>
                </a:lnTo>
                <a:lnTo>
                  <a:pt x="1154237" y="1042632"/>
                </a:lnTo>
                <a:lnTo>
                  <a:pt x="1157572" y="1050209"/>
                </a:lnTo>
                <a:lnTo>
                  <a:pt x="1152297" y="1063721"/>
                </a:lnTo>
                <a:lnTo>
                  <a:pt x="1144674" y="1066997"/>
                </a:lnTo>
                <a:lnTo>
                  <a:pt x="1136055" y="1063635"/>
                </a:lnTo>
                <a:lnTo>
                  <a:pt x="1134446" y="1062499"/>
                </a:lnTo>
                <a:close/>
              </a:path>
              <a:path w="5142230" h="2300604">
                <a:moveTo>
                  <a:pt x="351338" y="237104"/>
                </a:moveTo>
                <a:lnTo>
                  <a:pt x="346692" y="232130"/>
                </a:lnTo>
                <a:lnTo>
                  <a:pt x="345621" y="230300"/>
                </a:lnTo>
                <a:lnTo>
                  <a:pt x="345028" y="228297"/>
                </a:lnTo>
                <a:lnTo>
                  <a:pt x="343048" y="221290"/>
                </a:lnTo>
                <a:lnTo>
                  <a:pt x="347071" y="214062"/>
                </a:lnTo>
                <a:lnTo>
                  <a:pt x="354078" y="212082"/>
                </a:lnTo>
                <a:lnTo>
                  <a:pt x="361037" y="210147"/>
                </a:lnTo>
                <a:lnTo>
                  <a:pt x="368264" y="214170"/>
                </a:lnTo>
                <a:lnTo>
                  <a:pt x="372228" y="228090"/>
                </a:lnTo>
                <a:lnTo>
                  <a:pt x="368205" y="235317"/>
                </a:lnTo>
                <a:lnTo>
                  <a:pt x="361198" y="237298"/>
                </a:lnTo>
                <a:lnTo>
                  <a:pt x="356337" y="238643"/>
                </a:lnTo>
                <a:lnTo>
                  <a:pt x="351338" y="237104"/>
                </a:lnTo>
                <a:close/>
              </a:path>
              <a:path w="5142230" h="2300604">
                <a:moveTo>
                  <a:pt x="2410464" y="1919968"/>
                </a:moveTo>
                <a:lnTo>
                  <a:pt x="2405859" y="1915039"/>
                </a:lnTo>
                <a:lnTo>
                  <a:pt x="2404590" y="1912215"/>
                </a:lnTo>
                <a:lnTo>
                  <a:pt x="2404409" y="1909088"/>
                </a:lnTo>
                <a:lnTo>
                  <a:pt x="2403903" y="1901900"/>
                </a:lnTo>
                <a:lnTo>
                  <a:pt x="2409403" y="1895667"/>
                </a:lnTo>
                <a:lnTo>
                  <a:pt x="2416641" y="1895205"/>
                </a:lnTo>
                <a:lnTo>
                  <a:pt x="2423835" y="1894694"/>
                </a:lnTo>
                <a:lnTo>
                  <a:pt x="2430068" y="1900194"/>
                </a:lnTo>
                <a:lnTo>
                  <a:pt x="2430530" y="1907433"/>
                </a:lnTo>
                <a:lnTo>
                  <a:pt x="2431040" y="1914626"/>
                </a:lnTo>
                <a:lnTo>
                  <a:pt x="2425540" y="1920859"/>
                </a:lnTo>
                <a:lnTo>
                  <a:pt x="2414234" y="1921560"/>
                </a:lnTo>
                <a:lnTo>
                  <a:pt x="2410464" y="1919968"/>
                </a:lnTo>
                <a:close/>
              </a:path>
              <a:path w="5142230" h="2300604">
                <a:moveTo>
                  <a:pt x="391826" y="373402"/>
                </a:moveTo>
                <a:lnTo>
                  <a:pt x="387180" y="368429"/>
                </a:lnTo>
                <a:lnTo>
                  <a:pt x="386156" y="366746"/>
                </a:lnTo>
                <a:lnTo>
                  <a:pt x="385560" y="364838"/>
                </a:lnTo>
                <a:lnTo>
                  <a:pt x="383340" y="357964"/>
                </a:lnTo>
                <a:lnTo>
                  <a:pt x="387127" y="350582"/>
                </a:lnTo>
                <a:lnTo>
                  <a:pt x="394051" y="348414"/>
                </a:lnTo>
                <a:lnTo>
                  <a:pt x="400644" y="346284"/>
                </a:lnTo>
                <a:lnTo>
                  <a:pt x="400924" y="346194"/>
                </a:lnTo>
                <a:lnTo>
                  <a:pt x="408302" y="349985"/>
                </a:lnTo>
                <a:lnTo>
                  <a:pt x="410523" y="356859"/>
                </a:lnTo>
                <a:lnTo>
                  <a:pt x="412695" y="363779"/>
                </a:lnTo>
                <a:lnTo>
                  <a:pt x="408898" y="371151"/>
                </a:lnTo>
                <a:lnTo>
                  <a:pt x="402025" y="373372"/>
                </a:lnTo>
                <a:lnTo>
                  <a:pt x="397019" y="374953"/>
                </a:lnTo>
                <a:lnTo>
                  <a:pt x="391826" y="373402"/>
                </a:lnTo>
                <a:close/>
              </a:path>
              <a:path w="5142230" h="2300604">
                <a:moveTo>
                  <a:pt x="1068496" y="1036083"/>
                </a:moveTo>
                <a:lnTo>
                  <a:pt x="1063850" y="1031110"/>
                </a:lnTo>
                <a:lnTo>
                  <a:pt x="1062664" y="1025734"/>
                </a:lnTo>
                <a:lnTo>
                  <a:pt x="1067445" y="1014137"/>
                </a:lnTo>
                <a:lnTo>
                  <a:pt x="1075064" y="1010955"/>
                </a:lnTo>
                <a:lnTo>
                  <a:pt x="1081771" y="1013638"/>
                </a:lnTo>
                <a:lnTo>
                  <a:pt x="1088429" y="1016367"/>
                </a:lnTo>
                <a:lnTo>
                  <a:pt x="1091662" y="1024031"/>
                </a:lnTo>
                <a:lnTo>
                  <a:pt x="1088974" y="1030733"/>
                </a:lnTo>
                <a:lnTo>
                  <a:pt x="1086250" y="1037396"/>
                </a:lnTo>
                <a:lnTo>
                  <a:pt x="1078586" y="1040628"/>
                </a:lnTo>
                <a:lnTo>
                  <a:pt x="1071879" y="1037945"/>
                </a:lnTo>
                <a:lnTo>
                  <a:pt x="1070064" y="1037175"/>
                </a:lnTo>
                <a:lnTo>
                  <a:pt x="1068496" y="1036083"/>
                </a:lnTo>
                <a:close/>
              </a:path>
              <a:path w="5142230" h="2300604">
                <a:moveTo>
                  <a:pt x="2402559" y="1849829"/>
                </a:moveTo>
                <a:lnTo>
                  <a:pt x="2397959" y="1844904"/>
                </a:lnTo>
                <a:lnTo>
                  <a:pt x="2396711" y="1842591"/>
                </a:lnTo>
                <a:lnTo>
                  <a:pt x="2396285" y="1839985"/>
                </a:lnTo>
                <a:lnTo>
                  <a:pt x="2395063" y="1832909"/>
                </a:lnTo>
                <a:lnTo>
                  <a:pt x="2399827" y="1826084"/>
                </a:lnTo>
                <a:lnTo>
                  <a:pt x="2406997" y="1824865"/>
                </a:lnTo>
                <a:lnTo>
                  <a:pt x="2414117" y="1823592"/>
                </a:lnTo>
                <a:lnTo>
                  <a:pt x="2420898" y="1828406"/>
                </a:lnTo>
                <a:lnTo>
                  <a:pt x="2423340" y="1842652"/>
                </a:lnTo>
                <a:lnTo>
                  <a:pt x="2418571" y="1849472"/>
                </a:lnTo>
                <a:lnTo>
                  <a:pt x="2411612" y="1850625"/>
                </a:lnTo>
                <a:lnTo>
                  <a:pt x="2406974" y="1851427"/>
                </a:lnTo>
                <a:lnTo>
                  <a:pt x="2403958" y="1850349"/>
                </a:lnTo>
                <a:lnTo>
                  <a:pt x="2402559" y="1849829"/>
                </a:lnTo>
                <a:close/>
              </a:path>
              <a:path w="5142230" h="2300604">
                <a:moveTo>
                  <a:pt x="370968" y="305329"/>
                </a:moveTo>
                <a:lnTo>
                  <a:pt x="366368" y="300404"/>
                </a:lnTo>
                <a:lnTo>
                  <a:pt x="365294" y="298668"/>
                </a:lnTo>
                <a:lnTo>
                  <a:pt x="364750" y="296620"/>
                </a:lnTo>
                <a:lnTo>
                  <a:pt x="362672" y="289703"/>
                </a:lnTo>
                <a:lnTo>
                  <a:pt x="366649" y="282427"/>
                </a:lnTo>
                <a:lnTo>
                  <a:pt x="373565" y="280349"/>
                </a:lnTo>
                <a:lnTo>
                  <a:pt x="380527" y="278320"/>
                </a:lnTo>
                <a:lnTo>
                  <a:pt x="387803" y="282297"/>
                </a:lnTo>
                <a:lnTo>
                  <a:pt x="389881" y="289213"/>
                </a:lnTo>
                <a:lnTo>
                  <a:pt x="391910" y="296175"/>
                </a:lnTo>
                <a:lnTo>
                  <a:pt x="387933" y="303452"/>
                </a:lnTo>
                <a:lnTo>
                  <a:pt x="380972" y="305481"/>
                </a:lnTo>
                <a:lnTo>
                  <a:pt x="376058" y="306966"/>
                </a:lnTo>
                <a:lnTo>
                  <a:pt x="370968" y="305329"/>
                </a:lnTo>
                <a:close/>
              </a:path>
              <a:path w="5142230" h="2300604">
                <a:moveTo>
                  <a:pt x="2397831" y="2131458"/>
                </a:moveTo>
                <a:lnTo>
                  <a:pt x="2393276" y="2126582"/>
                </a:lnTo>
                <a:lnTo>
                  <a:pt x="2391907" y="2122574"/>
                </a:lnTo>
                <a:lnTo>
                  <a:pt x="2392515" y="2118436"/>
                </a:lnTo>
                <a:lnTo>
                  <a:pt x="2393653" y="2111346"/>
                </a:lnTo>
                <a:lnTo>
                  <a:pt x="2400387" y="2106434"/>
                </a:lnTo>
                <a:lnTo>
                  <a:pt x="2414665" y="2108619"/>
                </a:lnTo>
                <a:lnTo>
                  <a:pt x="2419528" y="2115390"/>
                </a:lnTo>
                <a:lnTo>
                  <a:pt x="2418390" y="2122480"/>
                </a:lnTo>
                <a:lnTo>
                  <a:pt x="2417297" y="2129618"/>
                </a:lnTo>
                <a:lnTo>
                  <a:pt x="2410621" y="2134494"/>
                </a:lnTo>
                <a:lnTo>
                  <a:pt x="2403478" y="2133397"/>
                </a:lnTo>
                <a:lnTo>
                  <a:pt x="2400428" y="2132967"/>
                </a:lnTo>
                <a:lnTo>
                  <a:pt x="2397831" y="2131458"/>
                </a:lnTo>
                <a:close/>
              </a:path>
              <a:path w="5142230" h="2300604">
                <a:moveTo>
                  <a:pt x="1870302" y="1323264"/>
                </a:moveTo>
                <a:lnTo>
                  <a:pt x="1865656" y="1318291"/>
                </a:lnTo>
                <a:lnTo>
                  <a:pt x="1864566" y="1312725"/>
                </a:lnTo>
                <a:lnTo>
                  <a:pt x="1869585" y="1301188"/>
                </a:lnTo>
                <a:lnTo>
                  <a:pt x="1877337" y="1298147"/>
                </a:lnTo>
                <a:lnTo>
                  <a:pt x="1890599" y="1303938"/>
                </a:lnTo>
                <a:lnTo>
                  <a:pt x="1893594" y="1311641"/>
                </a:lnTo>
                <a:lnTo>
                  <a:pt x="1890726" y="1318247"/>
                </a:lnTo>
                <a:lnTo>
                  <a:pt x="1887804" y="1324894"/>
                </a:lnTo>
                <a:lnTo>
                  <a:pt x="1880101" y="1327889"/>
                </a:lnTo>
                <a:lnTo>
                  <a:pt x="1873451" y="1325071"/>
                </a:lnTo>
                <a:lnTo>
                  <a:pt x="1871725" y="1324299"/>
                </a:lnTo>
                <a:lnTo>
                  <a:pt x="1870302" y="1323264"/>
                </a:lnTo>
                <a:close/>
              </a:path>
              <a:path w="5142230" h="2300604">
                <a:moveTo>
                  <a:pt x="2232372" y="1543216"/>
                </a:moveTo>
                <a:lnTo>
                  <a:pt x="2226896" y="1537355"/>
                </a:lnTo>
                <a:lnTo>
                  <a:pt x="2226737" y="1529853"/>
                </a:lnTo>
                <a:lnTo>
                  <a:pt x="2231255" y="1524719"/>
                </a:lnTo>
                <a:lnTo>
                  <a:pt x="2236061" y="1519308"/>
                </a:lnTo>
                <a:lnTo>
                  <a:pt x="2244386" y="1518836"/>
                </a:lnTo>
                <a:lnTo>
                  <a:pt x="2255200" y="1528457"/>
                </a:lnTo>
                <a:lnTo>
                  <a:pt x="2255626" y="1536733"/>
                </a:lnTo>
                <a:lnTo>
                  <a:pt x="2246010" y="1547552"/>
                </a:lnTo>
                <a:lnTo>
                  <a:pt x="2237779" y="1548027"/>
                </a:lnTo>
                <a:lnTo>
                  <a:pt x="2232372" y="1543216"/>
                </a:lnTo>
                <a:close/>
              </a:path>
              <a:path w="5142230" h="2300604">
                <a:moveTo>
                  <a:pt x="1738832" y="1270305"/>
                </a:moveTo>
                <a:lnTo>
                  <a:pt x="1734186" y="1265331"/>
                </a:lnTo>
                <a:lnTo>
                  <a:pt x="1732993" y="1260145"/>
                </a:lnTo>
                <a:lnTo>
                  <a:pt x="1737348" y="1248580"/>
                </a:lnTo>
                <a:lnTo>
                  <a:pt x="1744882" y="1245112"/>
                </a:lnTo>
                <a:lnTo>
                  <a:pt x="1758400" y="1250199"/>
                </a:lnTo>
                <a:lnTo>
                  <a:pt x="1761873" y="1257729"/>
                </a:lnTo>
                <a:lnTo>
                  <a:pt x="1759281" y="1264533"/>
                </a:lnTo>
                <a:lnTo>
                  <a:pt x="1756779" y="1271336"/>
                </a:lnTo>
                <a:lnTo>
                  <a:pt x="1749256" y="1274720"/>
                </a:lnTo>
                <a:lnTo>
                  <a:pt x="1740491" y="1271494"/>
                </a:lnTo>
                <a:lnTo>
                  <a:pt x="1738832" y="1270305"/>
                </a:lnTo>
                <a:close/>
              </a:path>
              <a:path w="5142230" h="2300604">
                <a:moveTo>
                  <a:pt x="1934734" y="1352650"/>
                </a:moveTo>
                <a:lnTo>
                  <a:pt x="1930088" y="1347677"/>
                </a:lnTo>
                <a:lnTo>
                  <a:pt x="1929053" y="1341877"/>
                </a:lnTo>
                <a:lnTo>
                  <a:pt x="1931446" y="1336912"/>
                </a:lnTo>
                <a:lnTo>
                  <a:pt x="1934549" y="1330361"/>
                </a:lnTo>
                <a:lnTo>
                  <a:pt x="1942385" y="1327606"/>
                </a:lnTo>
                <a:lnTo>
                  <a:pt x="1955438" y="1333857"/>
                </a:lnTo>
                <a:lnTo>
                  <a:pt x="1958188" y="1341689"/>
                </a:lnTo>
                <a:lnTo>
                  <a:pt x="1955044" y="1348196"/>
                </a:lnTo>
                <a:lnTo>
                  <a:pt x="1951937" y="1354742"/>
                </a:lnTo>
                <a:lnTo>
                  <a:pt x="1944101" y="1357496"/>
                </a:lnTo>
                <a:lnTo>
                  <a:pt x="1936117" y="1353641"/>
                </a:lnTo>
                <a:lnTo>
                  <a:pt x="1934734" y="1352650"/>
                </a:lnTo>
                <a:close/>
              </a:path>
              <a:path w="5142230" h="2300604">
                <a:moveTo>
                  <a:pt x="1804946" y="1295919"/>
                </a:moveTo>
                <a:lnTo>
                  <a:pt x="1800299" y="1290946"/>
                </a:lnTo>
                <a:lnTo>
                  <a:pt x="1799118" y="1285576"/>
                </a:lnTo>
                <a:lnTo>
                  <a:pt x="1803755" y="1274021"/>
                </a:lnTo>
                <a:lnTo>
                  <a:pt x="1811424" y="1270793"/>
                </a:lnTo>
                <a:lnTo>
                  <a:pt x="1824837" y="1276159"/>
                </a:lnTo>
                <a:lnTo>
                  <a:pt x="1828119" y="1283777"/>
                </a:lnTo>
                <a:lnTo>
                  <a:pt x="1825382" y="1290525"/>
                </a:lnTo>
                <a:lnTo>
                  <a:pt x="1822699" y="1297232"/>
                </a:lnTo>
                <a:lnTo>
                  <a:pt x="1815040" y="1300469"/>
                </a:lnTo>
                <a:lnTo>
                  <a:pt x="1808333" y="1297786"/>
                </a:lnTo>
                <a:lnTo>
                  <a:pt x="1806518" y="1297016"/>
                </a:lnTo>
                <a:lnTo>
                  <a:pt x="1804946" y="1295919"/>
                </a:lnTo>
                <a:close/>
              </a:path>
              <a:path w="5142230" h="2300604">
                <a:moveTo>
                  <a:pt x="750088" y="878607"/>
                </a:moveTo>
                <a:lnTo>
                  <a:pt x="745356" y="873541"/>
                </a:lnTo>
                <a:lnTo>
                  <a:pt x="744634" y="867002"/>
                </a:lnTo>
                <a:lnTo>
                  <a:pt x="751816" y="855727"/>
                </a:lnTo>
                <a:lnTo>
                  <a:pt x="759944" y="853969"/>
                </a:lnTo>
                <a:lnTo>
                  <a:pt x="772098" y="861799"/>
                </a:lnTo>
                <a:lnTo>
                  <a:pt x="773900" y="869886"/>
                </a:lnTo>
                <a:lnTo>
                  <a:pt x="770006" y="875980"/>
                </a:lnTo>
                <a:lnTo>
                  <a:pt x="766026" y="882081"/>
                </a:lnTo>
                <a:lnTo>
                  <a:pt x="757988" y="883838"/>
                </a:lnTo>
                <a:lnTo>
                  <a:pt x="751884" y="879943"/>
                </a:lnTo>
                <a:lnTo>
                  <a:pt x="750919" y="879301"/>
                </a:lnTo>
                <a:lnTo>
                  <a:pt x="750088" y="878607"/>
                </a:lnTo>
                <a:close/>
              </a:path>
              <a:path w="5142230" h="2300604">
                <a:moveTo>
                  <a:pt x="692017" y="838631"/>
                </a:moveTo>
                <a:lnTo>
                  <a:pt x="686672" y="832910"/>
                </a:lnTo>
                <a:lnTo>
                  <a:pt x="686170" y="825922"/>
                </a:lnTo>
                <a:lnTo>
                  <a:pt x="689975" y="820806"/>
                </a:lnTo>
                <a:lnTo>
                  <a:pt x="694286" y="814962"/>
                </a:lnTo>
                <a:lnTo>
                  <a:pt x="702493" y="813778"/>
                </a:lnTo>
                <a:lnTo>
                  <a:pt x="714097" y="822388"/>
                </a:lnTo>
                <a:lnTo>
                  <a:pt x="715327" y="830644"/>
                </a:lnTo>
                <a:lnTo>
                  <a:pt x="711024" y="836399"/>
                </a:lnTo>
                <a:lnTo>
                  <a:pt x="706713" y="842243"/>
                </a:lnTo>
                <a:lnTo>
                  <a:pt x="698510" y="843432"/>
                </a:lnTo>
                <a:lnTo>
                  <a:pt x="692661" y="839125"/>
                </a:lnTo>
                <a:lnTo>
                  <a:pt x="692017" y="838631"/>
                </a:lnTo>
                <a:close/>
              </a:path>
              <a:path w="5142230" h="2300604">
                <a:moveTo>
                  <a:pt x="2059749" y="1419128"/>
                </a:moveTo>
                <a:lnTo>
                  <a:pt x="2055011" y="1414057"/>
                </a:lnTo>
                <a:lnTo>
                  <a:pt x="2054184" y="1407698"/>
                </a:lnTo>
                <a:lnTo>
                  <a:pt x="2060944" y="1396361"/>
                </a:lnTo>
                <a:lnTo>
                  <a:pt x="2069070" y="1394308"/>
                </a:lnTo>
                <a:lnTo>
                  <a:pt x="2069203" y="1394450"/>
                </a:lnTo>
                <a:lnTo>
                  <a:pt x="2081391" y="1401731"/>
                </a:lnTo>
                <a:lnTo>
                  <a:pt x="2083484" y="1409738"/>
                </a:lnTo>
                <a:lnTo>
                  <a:pt x="2079731" y="1415984"/>
                </a:lnTo>
                <a:lnTo>
                  <a:pt x="2076075" y="1422138"/>
                </a:lnTo>
                <a:lnTo>
                  <a:pt x="2067978" y="1424223"/>
                </a:lnTo>
                <a:lnTo>
                  <a:pt x="2060710" y="1419864"/>
                </a:lnTo>
                <a:lnTo>
                  <a:pt x="2059749" y="1419128"/>
                </a:lnTo>
                <a:close/>
              </a:path>
              <a:path w="5142230" h="2300604">
                <a:moveTo>
                  <a:pt x="636605" y="793879"/>
                </a:moveTo>
                <a:lnTo>
                  <a:pt x="631132" y="788021"/>
                </a:lnTo>
                <a:lnTo>
                  <a:pt x="630871" y="780508"/>
                </a:lnTo>
                <a:lnTo>
                  <a:pt x="635394" y="775379"/>
                </a:lnTo>
                <a:lnTo>
                  <a:pt x="640204" y="769972"/>
                </a:lnTo>
                <a:lnTo>
                  <a:pt x="648438" y="769402"/>
                </a:lnTo>
                <a:lnTo>
                  <a:pt x="659301" y="778978"/>
                </a:lnTo>
                <a:lnTo>
                  <a:pt x="659822" y="787257"/>
                </a:lnTo>
                <a:lnTo>
                  <a:pt x="650340" y="798123"/>
                </a:lnTo>
                <a:lnTo>
                  <a:pt x="642061" y="798644"/>
                </a:lnTo>
                <a:lnTo>
                  <a:pt x="636605" y="793879"/>
                </a:lnTo>
                <a:close/>
              </a:path>
              <a:path w="5142230" h="2300604">
                <a:moveTo>
                  <a:pt x="2177624" y="1498392"/>
                </a:moveTo>
                <a:lnTo>
                  <a:pt x="2172284" y="1492676"/>
                </a:lnTo>
                <a:lnTo>
                  <a:pt x="2171826" y="1485637"/>
                </a:lnTo>
                <a:lnTo>
                  <a:pt x="2180176" y="1474733"/>
                </a:lnTo>
                <a:lnTo>
                  <a:pt x="2188376" y="1473638"/>
                </a:lnTo>
                <a:lnTo>
                  <a:pt x="2199883" y="1482438"/>
                </a:lnTo>
                <a:lnTo>
                  <a:pt x="2200973" y="1490642"/>
                </a:lnTo>
                <a:lnTo>
                  <a:pt x="2192174" y="1502140"/>
                </a:lnTo>
                <a:lnTo>
                  <a:pt x="2183969" y="1503230"/>
                </a:lnTo>
                <a:lnTo>
                  <a:pt x="2177624" y="1498392"/>
                </a:lnTo>
                <a:close/>
              </a:path>
              <a:path w="5142230" h="2300604">
                <a:moveTo>
                  <a:pt x="1997992" y="1384494"/>
                </a:moveTo>
                <a:lnTo>
                  <a:pt x="1993305" y="1379476"/>
                </a:lnTo>
                <a:lnTo>
                  <a:pt x="1992326" y="1373442"/>
                </a:lnTo>
                <a:lnTo>
                  <a:pt x="1998428" y="1361989"/>
                </a:lnTo>
                <a:lnTo>
                  <a:pt x="2006349" y="1359521"/>
                </a:lnTo>
                <a:lnTo>
                  <a:pt x="2012751" y="1362954"/>
                </a:lnTo>
                <a:lnTo>
                  <a:pt x="2019198" y="1366336"/>
                </a:lnTo>
                <a:lnTo>
                  <a:pt x="2021568" y="1374249"/>
                </a:lnTo>
                <a:lnTo>
                  <a:pt x="2018190" y="1380701"/>
                </a:lnTo>
                <a:lnTo>
                  <a:pt x="2014806" y="1387049"/>
                </a:lnTo>
                <a:lnTo>
                  <a:pt x="2006840" y="1389468"/>
                </a:lnTo>
                <a:lnTo>
                  <a:pt x="2000492" y="1386094"/>
                </a:lnTo>
                <a:lnTo>
                  <a:pt x="1999144" y="1385335"/>
                </a:lnTo>
                <a:lnTo>
                  <a:pt x="1997992" y="1384494"/>
                </a:lnTo>
                <a:close/>
              </a:path>
              <a:path w="5142230" h="2300604">
                <a:moveTo>
                  <a:pt x="2119602" y="1456808"/>
                </a:moveTo>
                <a:lnTo>
                  <a:pt x="2114865" y="1451737"/>
                </a:lnTo>
                <a:lnTo>
                  <a:pt x="2114150" y="1445009"/>
                </a:lnTo>
                <a:lnTo>
                  <a:pt x="2117631" y="1439840"/>
                </a:lnTo>
                <a:lnTo>
                  <a:pt x="2121660" y="1433793"/>
                </a:lnTo>
                <a:lnTo>
                  <a:pt x="2129782" y="1432223"/>
                </a:lnTo>
                <a:lnTo>
                  <a:pt x="2135785" y="1436304"/>
                </a:lnTo>
                <a:lnTo>
                  <a:pt x="2141787" y="1440285"/>
                </a:lnTo>
                <a:lnTo>
                  <a:pt x="2143397" y="1448460"/>
                </a:lnTo>
                <a:lnTo>
                  <a:pt x="2139366" y="1454408"/>
                </a:lnTo>
                <a:lnTo>
                  <a:pt x="2135336" y="1460455"/>
                </a:lnTo>
                <a:lnTo>
                  <a:pt x="2127210" y="1462020"/>
                </a:lnTo>
                <a:lnTo>
                  <a:pt x="2121208" y="1458039"/>
                </a:lnTo>
                <a:lnTo>
                  <a:pt x="2120383" y="1457449"/>
                </a:lnTo>
                <a:lnTo>
                  <a:pt x="2119602" y="1456808"/>
                </a:lnTo>
                <a:close/>
              </a:path>
              <a:path w="5142230" h="2300604">
                <a:moveTo>
                  <a:pt x="873889" y="948967"/>
                </a:moveTo>
                <a:lnTo>
                  <a:pt x="869198" y="943944"/>
                </a:lnTo>
                <a:lnTo>
                  <a:pt x="868219" y="938010"/>
                </a:lnTo>
                <a:lnTo>
                  <a:pt x="874039" y="926547"/>
                </a:lnTo>
                <a:lnTo>
                  <a:pt x="881917" y="923935"/>
                </a:lnTo>
                <a:lnTo>
                  <a:pt x="894772" y="930463"/>
                </a:lnTo>
                <a:lnTo>
                  <a:pt x="897384" y="938342"/>
                </a:lnTo>
                <a:lnTo>
                  <a:pt x="894141" y="944841"/>
                </a:lnTo>
                <a:lnTo>
                  <a:pt x="890902" y="951245"/>
                </a:lnTo>
                <a:lnTo>
                  <a:pt x="883023" y="953857"/>
                </a:lnTo>
                <a:lnTo>
                  <a:pt x="875132" y="949906"/>
                </a:lnTo>
                <a:lnTo>
                  <a:pt x="873889" y="948967"/>
                </a:lnTo>
                <a:close/>
              </a:path>
              <a:path w="5142230" h="2300604">
                <a:moveTo>
                  <a:pt x="1537730" y="1200477"/>
                </a:moveTo>
                <a:lnTo>
                  <a:pt x="1533134" y="1195558"/>
                </a:lnTo>
                <a:lnTo>
                  <a:pt x="1531887" y="1190605"/>
                </a:lnTo>
                <a:lnTo>
                  <a:pt x="1533412" y="1185884"/>
                </a:lnTo>
                <a:lnTo>
                  <a:pt x="1535675" y="1179021"/>
                </a:lnTo>
                <a:lnTo>
                  <a:pt x="1543077" y="1175313"/>
                </a:lnTo>
                <a:lnTo>
                  <a:pt x="1549939" y="1177576"/>
                </a:lnTo>
                <a:lnTo>
                  <a:pt x="1556846" y="1179789"/>
                </a:lnTo>
                <a:lnTo>
                  <a:pt x="1560565" y="1187191"/>
                </a:lnTo>
                <a:lnTo>
                  <a:pt x="1558347" y="1194102"/>
                </a:lnTo>
                <a:lnTo>
                  <a:pt x="1556107" y="1200893"/>
                </a:lnTo>
                <a:lnTo>
                  <a:pt x="1548638" y="1204725"/>
                </a:lnTo>
                <a:lnTo>
                  <a:pt x="1541775" y="1202461"/>
                </a:lnTo>
                <a:lnTo>
                  <a:pt x="1539628" y="1201727"/>
                </a:lnTo>
                <a:lnTo>
                  <a:pt x="1537730" y="1200477"/>
                </a:lnTo>
                <a:close/>
              </a:path>
              <a:path w="5142230" h="2300604">
                <a:moveTo>
                  <a:pt x="1605094" y="1222934"/>
                </a:moveTo>
                <a:lnTo>
                  <a:pt x="1600494" y="1218009"/>
                </a:lnTo>
                <a:lnTo>
                  <a:pt x="1599200" y="1213008"/>
                </a:lnTo>
                <a:lnTo>
                  <a:pt x="1600779" y="1208246"/>
                </a:lnTo>
                <a:lnTo>
                  <a:pt x="1603137" y="1201387"/>
                </a:lnTo>
                <a:lnTo>
                  <a:pt x="1610579" y="1197721"/>
                </a:lnTo>
                <a:lnTo>
                  <a:pt x="1617438" y="1200079"/>
                </a:lnTo>
                <a:lnTo>
                  <a:pt x="1624301" y="1202343"/>
                </a:lnTo>
                <a:lnTo>
                  <a:pt x="1627962" y="1209780"/>
                </a:lnTo>
                <a:lnTo>
                  <a:pt x="1625608" y="1216645"/>
                </a:lnTo>
                <a:lnTo>
                  <a:pt x="1623345" y="1223508"/>
                </a:lnTo>
                <a:lnTo>
                  <a:pt x="1615898" y="1227168"/>
                </a:lnTo>
                <a:lnTo>
                  <a:pt x="1608990" y="1224855"/>
                </a:lnTo>
                <a:lnTo>
                  <a:pt x="1606889" y="1224170"/>
                </a:lnTo>
                <a:lnTo>
                  <a:pt x="1605094" y="1222934"/>
                </a:lnTo>
                <a:close/>
              </a:path>
              <a:path w="5142230" h="2300604">
                <a:moveTo>
                  <a:pt x="1672140" y="1246125"/>
                </a:moveTo>
                <a:lnTo>
                  <a:pt x="1667494" y="1241151"/>
                </a:lnTo>
                <a:lnTo>
                  <a:pt x="1666303" y="1236064"/>
                </a:lnTo>
                <a:lnTo>
                  <a:pt x="1670379" y="1224495"/>
                </a:lnTo>
                <a:lnTo>
                  <a:pt x="1677867" y="1220879"/>
                </a:lnTo>
                <a:lnTo>
                  <a:pt x="1691530" y="1225729"/>
                </a:lnTo>
                <a:lnTo>
                  <a:pt x="1695105" y="1233173"/>
                </a:lnTo>
                <a:lnTo>
                  <a:pt x="1692653" y="1240030"/>
                </a:lnTo>
                <a:lnTo>
                  <a:pt x="1690249" y="1246840"/>
                </a:lnTo>
                <a:lnTo>
                  <a:pt x="1682810" y="1250411"/>
                </a:lnTo>
                <a:lnTo>
                  <a:pt x="1675951" y="1248053"/>
                </a:lnTo>
                <a:lnTo>
                  <a:pt x="1673898" y="1247322"/>
                </a:lnTo>
                <a:lnTo>
                  <a:pt x="1672140" y="1246125"/>
                </a:lnTo>
                <a:close/>
              </a:path>
              <a:path w="5142230" h="2300604">
                <a:moveTo>
                  <a:pt x="811106" y="915383"/>
                </a:moveTo>
                <a:lnTo>
                  <a:pt x="806419" y="910366"/>
                </a:lnTo>
                <a:lnTo>
                  <a:pt x="805499" y="904103"/>
                </a:lnTo>
                <a:lnTo>
                  <a:pt x="808362" y="899054"/>
                </a:lnTo>
                <a:lnTo>
                  <a:pt x="811975" y="892757"/>
                </a:lnTo>
                <a:lnTo>
                  <a:pt x="819935" y="890526"/>
                </a:lnTo>
                <a:lnTo>
                  <a:pt x="826236" y="894045"/>
                </a:lnTo>
                <a:lnTo>
                  <a:pt x="832529" y="897653"/>
                </a:lnTo>
                <a:lnTo>
                  <a:pt x="834765" y="905618"/>
                </a:lnTo>
                <a:lnTo>
                  <a:pt x="831245" y="911919"/>
                </a:lnTo>
                <a:lnTo>
                  <a:pt x="827627" y="918212"/>
                </a:lnTo>
                <a:lnTo>
                  <a:pt x="819672" y="920448"/>
                </a:lnTo>
                <a:lnTo>
                  <a:pt x="812168" y="916227"/>
                </a:lnTo>
                <a:lnTo>
                  <a:pt x="811106" y="915383"/>
                </a:lnTo>
                <a:close/>
              </a:path>
              <a:path w="5142230" h="2300604">
                <a:moveTo>
                  <a:pt x="1470261" y="1178494"/>
                </a:moveTo>
                <a:lnTo>
                  <a:pt x="1465615" y="1173521"/>
                </a:lnTo>
                <a:lnTo>
                  <a:pt x="1464318" y="1168614"/>
                </a:lnTo>
                <a:lnTo>
                  <a:pt x="1465898" y="1163952"/>
                </a:lnTo>
                <a:lnTo>
                  <a:pt x="1468116" y="1157040"/>
                </a:lnTo>
                <a:lnTo>
                  <a:pt x="1475511" y="1153227"/>
                </a:lnTo>
                <a:lnTo>
                  <a:pt x="1482379" y="1155496"/>
                </a:lnTo>
                <a:lnTo>
                  <a:pt x="1489290" y="1157714"/>
                </a:lnTo>
                <a:lnTo>
                  <a:pt x="1493049" y="1165159"/>
                </a:lnTo>
                <a:lnTo>
                  <a:pt x="1490786" y="1172022"/>
                </a:lnTo>
                <a:lnTo>
                  <a:pt x="1488568" y="1178933"/>
                </a:lnTo>
                <a:lnTo>
                  <a:pt x="1481171" y="1182647"/>
                </a:lnTo>
                <a:lnTo>
                  <a:pt x="1474260" y="1180429"/>
                </a:lnTo>
                <a:lnTo>
                  <a:pt x="1472113" y="1179695"/>
                </a:lnTo>
                <a:lnTo>
                  <a:pt x="1470261" y="1178494"/>
                </a:lnTo>
                <a:close/>
              </a:path>
              <a:path w="5142230" h="2300604">
                <a:moveTo>
                  <a:pt x="2633656" y="1760769"/>
                </a:moveTo>
                <a:lnTo>
                  <a:pt x="2629197" y="1755996"/>
                </a:lnTo>
                <a:lnTo>
                  <a:pt x="2628085" y="1753829"/>
                </a:lnTo>
                <a:lnTo>
                  <a:pt x="2627629" y="1751288"/>
                </a:lnTo>
                <a:lnTo>
                  <a:pt x="2626325" y="1744516"/>
                </a:lnTo>
                <a:lnTo>
                  <a:pt x="2630846" y="1737918"/>
                </a:lnTo>
                <a:lnTo>
                  <a:pt x="2644631" y="1735277"/>
                </a:lnTo>
                <a:lnTo>
                  <a:pt x="2651269" y="1739841"/>
                </a:lnTo>
                <a:lnTo>
                  <a:pt x="2652503" y="1746733"/>
                </a:lnTo>
                <a:lnTo>
                  <a:pt x="2653826" y="1753624"/>
                </a:lnTo>
                <a:lnTo>
                  <a:pt x="2649301" y="1760216"/>
                </a:lnTo>
                <a:lnTo>
                  <a:pt x="2637996" y="1762385"/>
                </a:lnTo>
                <a:lnTo>
                  <a:pt x="2633656" y="1760769"/>
                </a:lnTo>
                <a:close/>
              </a:path>
              <a:path w="5142230" h="2300604">
                <a:moveTo>
                  <a:pt x="1688207" y="1108494"/>
                </a:moveTo>
                <a:lnTo>
                  <a:pt x="1683743" y="1103715"/>
                </a:lnTo>
                <a:lnTo>
                  <a:pt x="1682478" y="1099136"/>
                </a:lnTo>
                <a:lnTo>
                  <a:pt x="1683814" y="1094701"/>
                </a:lnTo>
                <a:lnTo>
                  <a:pt x="1685743" y="1087968"/>
                </a:lnTo>
                <a:lnTo>
                  <a:pt x="1692814" y="1084102"/>
                </a:lnTo>
                <a:lnTo>
                  <a:pt x="1699544" y="1086125"/>
                </a:lnTo>
                <a:lnTo>
                  <a:pt x="1706276" y="1088053"/>
                </a:lnTo>
                <a:lnTo>
                  <a:pt x="1710097" y="1095076"/>
                </a:lnTo>
                <a:lnTo>
                  <a:pt x="1706145" y="1108538"/>
                </a:lnTo>
                <a:lnTo>
                  <a:pt x="1699123" y="1112359"/>
                </a:lnTo>
                <a:lnTo>
                  <a:pt x="1690146" y="1109787"/>
                </a:lnTo>
                <a:lnTo>
                  <a:pt x="1688207" y="1108494"/>
                </a:lnTo>
                <a:close/>
              </a:path>
              <a:path w="5142230" h="2300604">
                <a:moveTo>
                  <a:pt x="2402603" y="1413047"/>
                </a:moveTo>
                <a:lnTo>
                  <a:pt x="2396934" y="1406979"/>
                </a:lnTo>
                <a:lnTo>
                  <a:pt x="2396472" y="1400229"/>
                </a:lnTo>
                <a:lnTo>
                  <a:pt x="2400328" y="1395266"/>
                </a:lnTo>
                <a:lnTo>
                  <a:pt x="2404572" y="1389741"/>
                </a:lnTo>
                <a:lnTo>
                  <a:pt x="2412539" y="1388690"/>
                </a:lnTo>
                <a:lnTo>
                  <a:pt x="2423630" y="1397239"/>
                </a:lnTo>
                <a:lnTo>
                  <a:pt x="2424676" y="1405202"/>
                </a:lnTo>
                <a:lnTo>
                  <a:pt x="2416136" y="1416293"/>
                </a:lnTo>
                <a:lnTo>
                  <a:pt x="2408169" y="1417344"/>
                </a:lnTo>
                <a:lnTo>
                  <a:pt x="2402603" y="1413047"/>
                </a:lnTo>
                <a:close/>
              </a:path>
              <a:path w="5142230" h="2300604">
                <a:moveTo>
                  <a:pt x="2598730" y="2180737"/>
                </a:moveTo>
                <a:lnTo>
                  <a:pt x="2594316" y="2176013"/>
                </a:lnTo>
                <a:lnTo>
                  <a:pt x="2593004" y="2171577"/>
                </a:lnTo>
                <a:lnTo>
                  <a:pt x="2595887" y="2160392"/>
                </a:lnTo>
                <a:lnTo>
                  <a:pt x="2602699" y="2156443"/>
                </a:lnTo>
                <a:lnTo>
                  <a:pt x="2616394" y="2159863"/>
                </a:lnTo>
                <a:lnTo>
                  <a:pt x="2620455" y="2166752"/>
                </a:lnTo>
                <a:lnTo>
                  <a:pt x="2618702" y="2173380"/>
                </a:lnTo>
                <a:lnTo>
                  <a:pt x="2616923" y="2180370"/>
                </a:lnTo>
                <a:lnTo>
                  <a:pt x="2610034" y="2184432"/>
                </a:lnTo>
                <a:lnTo>
                  <a:pt x="2600817" y="2181993"/>
                </a:lnTo>
                <a:lnTo>
                  <a:pt x="2598730" y="2180737"/>
                </a:lnTo>
                <a:close/>
              </a:path>
              <a:path w="5142230" h="2300604">
                <a:moveTo>
                  <a:pt x="1018746" y="872177"/>
                </a:moveTo>
                <a:lnTo>
                  <a:pt x="1014232" y="867345"/>
                </a:lnTo>
                <a:lnTo>
                  <a:pt x="1013192" y="861834"/>
                </a:lnTo>
                <a:lnTo>
                  <a:pt x="1015438" y="857005"/>
                </a:lnTo>
                <a:lnTo>
                  <a:pt x="1018440" y="850639"/>
                </a:lnTo>
                <a:lnTo>
                  <a:pt x="1025945" y="847921"/>
                </a:lnTo>
                <a:lnTo>
                  <a:pt x="1038626" y="853871"/>
                </a:lnTo>
                <a:lnTo>
                  <a:pt x="1041394" y="861429"/>
                </a:lnTo>
                <a:lnTo>
                  <a:pt x="1035439" y="874115"/>
                </a:lnTo>
                <a:lnTo>
                  <a:pt x="1027935" y="876833"/>
                </a:lnTo>
                <a:lnTo>
                  <a:pt x="1021565" y="873827"/>
                </a:lnTo>
                <a:lnTo>
                  <a:pt x="1020029" y="873161"/>
                </a:lnTo>
                <a:lnTo>
                  <a:pt x="1018746" y="872177"/>
                </a:lnTo>
                <a:close/>
              </a:path>
              <a:path w="5142230" h="2300604">
                <a:moveTo>
                  <a:pt x="2615387" y="2111769"/>
                </a:moveTo>
                <a:lnTo>
                  <a:pt x="2610969" y="2107040"/>
                </a:lnTo>
                <a:lnTo>
                  <a:pt x="2609691" y="2102837"/>
                </a:lnTo>
                <a:lnTo>
                  <a:pt x="2612050" y="2091776"/>
                </a:lnTo>
                <a:lnTo>
                  <a:pt x="2618855" y="2087428"/>
                </a:lnTo>
                <a:lnTo>
                  <a:pt x="2625653" y="2088939"/>
                </a:lnTo>
                <a:lnTo>
                  <a:pt x="2632496" y="2090399"/>
                </a:lnTo>
                <a:lnTo>
                  <a:pt x="2636839" y="2097199"/>
                </a:lnTo>
                <a:lnTo>
                  <a:pt x="2635333" y="2103993"/>
                </a:lnTo>
                <a:lnTo>
                  <a:pt x="2633878" y="2110841"/>
                </a:lnTo>
                <a:lnTo>
                  <a:pt x="2627073" y="2115189"/>
                </a:lnTo>
                <a:lnTo>
                  <a:pt x="2620279" y="2113683"/>
                </a:lnTo>
                <a:lnTo>
                  <a:pt x="2617654" y="2113121"/>
                </a:lnTo>
                <a:lnTo>
                  <a:pt x="2615387" y="2111769"/>
                </a:lnTo>
                <a:close/>
              </a:path>
              <a:path w="5142230" h="2300604">
                <a:moveTo>
                  <a:pt x="2638792" y="1972023"/>
                </a:moveTo>
                <a:lnTo>
                  <a:pt x="2634373" y="1967293"/>
                </a:lnTo>
                <a:lnTo>
                  <a:pt x="2633032" y="1963707"/>
                </a:lnTo>
                <a:lnTo>
                  <a:pt x="2634102" y="1952928"/>
                </a:lnTo>
                <a:lnTo>
                  <a:pt x="2640363" y="1947900"/>
                </a:lnTo>
                <a:lnTo>
                  <a:pt x="2654289" y="1949319"/>
                </a:lnTo>
                <a:lnTo>
                  <a:pt x="2659365" y="1955534"/>
                </a:lnTo>
                <a:lnTo>
                  <a:pt x="2657947" y="1969460"/>
                </a:lnTo>
                <a:lnTo>
                  <a:pt x="2653182" y="1973352"/>
                </a:lnTo>
                <a:lnTo>
                  <a:pt x="2651731" y="1974536"/>
                </a:lnTo>
                <a:lnTo>
                  <a:pt x="2644723" y="1973778"/>
                </a:lnTo>
                <a:lnTo>
                  <a:pt x="2641527" y="1973485"/>
                </a:lnTo>
                <a:lnTo>
                  <a:pt x="2638792" y="1972023"/>
                </a:lnTo>
                <a:close/>
              </a:path>
              <a:path w="5142230" h="2300604">
                <a:moveTo>
                  <a:pt x="2642321" y="1830746"/>
                </a:moveTo>
                <a:lnTo>
                  <a:pt x="2637907" y="1826021"/>
                </a:lnTo>
                <a:lnTo>
                  <a:pt x="2636677" y="1823335"/>
                </a:lnTo>
                <a:lnTo>
                  <a:pt x="2635931" y="1813348"/>
                </a:lnTo>
                <a:lnTo>
                  <a:pt x="2641190" y="1807249"/>
                </a:lnTo>
                <a:lnTo>
                  <a:pt x="2648146" y="1806777"/>
                </a:lnTo>
                <a:lnTo>
                  <a:pt x="2655146" y="1806255"/>
                </a:lnTo>
                <a:lnTo>
                  <a:pt x="2661197" y="1811560"/>
                </a:lnTo>
                <a:lnTo>
                  <a:pt x="2661719" y="1818570"/>
                </a:lnTo>
                <a:lnTo>
                  <a:pt x="2662185" y="1825520"/>
                </a:lnTo>
                <a:lnTo>
                  <a:pt x="2656980" y="1831580"/>
                </a:lnTo>
                <a:lnTo>
                  <a:pt x="2649975" y="1832097"/>
                </a:lnTo>
                <a:lnTo>
                  <a:pt x="2646001" y="1832339"/>
                </a:lnTo>
                <a:lnTo>
                  <a:pt x="2642321" y="1830746"/>
                </a:lnTo>
                <a:close/>
              </a:path>
              <a:path w="5142230" h="2300604">
                <a:moveTo>
                  <a:pt x="1756348" y="1128654"/>
                </a:moveTo>
                <a:lnTo>
                  <a:pt x="1751889" y="1123880"/>
                </a:lnTo>
                <a:lnTo>
                  <a:pt x="1750583" y="1119256"/>
                </a:lnTo>
                <a:lnTo>
                  <a:pt x="1751963" y="1114771"/>
                </a:lnTo>
                <a:lnTo>
                  <a:pt x="1753932" y="1108083"/>
                </a:lnTo>
                <a:lnTo>
                  <a:pt x="1760960" y="1104267"/>
                </a:lnTo>
                <a:lnTo>
                  <a:pt x="1774373" y="1108264"/>
                </a:lnTo>
                <a:lnTo>
                  <a:pt x="1778239" y="1115335"/>
                </a:lnTo>
                <a:lnTo>
                  <a:pt x="1776216" y="1122065"/>
                </a:lnTo>
                <a:lnTo>
                  <a:pt x="1774242" y="1128748"/>
                </a:lnTo>
                <a:lnTo>
                  <a:pt x="1767174" y="1132521"/>
                </a:lnTo>
                <a:lnTo>
                  <a:pt x="1760441" y="1130592"/>
                </a:lnTo>
                <a:lnTo>
                  <a:pt x="1758246" y="1129903"/>
                </a:lnTo>
                <a:lnTo>
                  <a:pt x="1756348" y="1128654"/>
                </a:lnTo>
                <a:close/>
              </a:path>
              <a:path w="5142230" h="2300604">
                <a:moveTo>
                  <a:pt x="1484194" y="1046692"/>
                </a:moveTo>
                <a:lnTo>
                  <a:pt x="1479730" y="1041914"/>
                </a:lnTo>
                <a:lnTo>
                  <a:pt x="1478476" y="1037150"/>
                </a:lnTo>
                <a:lnTo>
                  <a:pt x="1479994" y="1032618"/>
                </a:lnTo>
                <a:lnTo>
                  <a:pt x="1482162" y="1025945"/>
                </a:lnTo>
                <a:lnTo>
                  <a:pt x="1489272" y="1022316"/>
                </a:lnTo>
                <a:lnTo>
                  <a:pt x="1502581" y="1026593"/>
                </a:lnTo>
                <a:lnTo>
                  <a:pt x="1506256" y="1033752"/>
                </a:lnTo>
                <a:lnTo>
                  <a:pt x="1501930" y="1047107"/>
                </a:lnTo>
                <a:lnTo>
                  <a:pt x="1494815" y="1050731"/>
                </a:lnTo>
                <a:lnTo>
                  <a:pt x="1486037" y="1047883"/>
                </a:lnTo>
                <a:lnTo>
                  <a:pt x="1484194" y="1046692"/>
                </a:lnTo>
                <a:close/>
              </a:path>
              <a:path w="5142230" h="2300604">
                <a:moveTo>
                  <a:pt x="2629037" y="2042222"/>
                </a:moveTo>
                <a:lnTo>
                  <a:pt x="2624574" y="2037444"/>
                </a:lnTo>
                <a:lnTo>
                  <a:pt x="2623291" y="2033529"/>
                </a:lnTo>
                <a:lnTo>
                  <a:pt x="2623944" y="2029439"/>
                </a:lnTo>
                <a:lnTo>
                  <a:pt x="2625122" y="2022587"/>
                </a:lnTo>
                <a:lnTo>
                  <a:pt x="2631612" y="2017902"/>
                </a:lnTo>
                <a:lnTo>
                  <a:pt x="2645460" y="2020215"/>
                </a:lnTo>
                <a:lnTo>
                  <a:pt x="2650100" y="2026746"/>
                </a:lnTo>
                <a:lnTo>
                  <a:pt x="2647832" y="2040544"/>
                </a:lnTo>
                <a:lnTo>
                  <a:pt x="2641301" y="2045184"/>
                </a:lnTo>
                <a:lnTo>
                  <a:pt x="2631489" y="2043576"/>
                </a:lnTo>
                <a:lnTo>
                  <a:pt x="2629037" y="2042222"/>
                </a:lnTo>
                <a:close/>
              </a:path>
              <a:path w="5142230" h="2300604">
                <a:moveTo>
                  <a:pt x="2589992" y="1627620"/>
                </a:moveTo>
                <a:lnTo>
                  <a:pt x="2585437" y="1622744"/>
                </a:lnTo>
                <a:lnTo>
                  <a:pt x="2584763" y="1621730"/>
                </a:lnTo>
                <a:lnTo>
                  <a:pt x="2584183" y="1620619"/>
                </a:lnTo>
                <a:lnTo>
                  <a:pt x="2581049" y="1614333"/>
                </a:lnTo>
                <a:lnTo>
                  <a:pt x="2583617" y="1606720"/>
                </a:lnTo>
                <a:lnTo>
                  <a:pt x="2589814" y="1603580"/>
                </a:lnTo>
                <a:lnTo>
                  <a:pt x="2595985" y="1600509"/>
                </a:lnTo>
                <a:lnTo>
                  <a:pt x="2603717" y="1603019"/>
                </a:lnTo>
                <a:lnTo>
                  <a:pt x="2606810" y="1609261"/>
                </a:lnTo>
                <a:lnTo>
                  <a:pt x="2609992" y="1615502"/>
                </a:lnTo>
                <a:lnTo>
                  <a:pt x="2607424" y="1623115"/>
                </a:lnTo>
                <a:lnTo>
                  <a:pt x="2601227" y="1626256"/>
                </a:lnTo>
                <a:lnTo>
                  <a:pt x="2596041" y="1628817"/>
                </a:lnTo>
                <a:lnTo>
                  <a:pt x="2589992" y="1627620"/>
                </a:lnTo>
                <a:close/>
              </a:path>
              <a:path w="5142230" h="2300604">
                <a:moveTo>
                  <a:pt x="2157295" y="1270386"/>
                </a:moveTo>
                <a:lnTo>
                  <a:pt x="2152786" y="1265559"/>
                </a:lnTo>
                <a:lnTo>
                  <a:pt x="2151743" y="1260141"/>
                </a:lnTo>
                <a:lnTo>
                  <a:pt x="2153890" y="1255304"/>
                </a:lnTo>
                <a:lnTo>
                  <a:pt x="2156798" y="1248936"/>
                </a:lnTo>
                <a:lnTo>
                  <a:pt x="2164260" y="1246074"/>
                </a:lnTo>
                <a:lnTo>
                  <a:pt x="2170629" y="1248982"/>
                </a:lnTo>
                <a:lnTo>
                  <a:pt x="2177042" y="1251839"/>
                </a:lnTo>
                <a:lnTo>
                  <a:pt x="2179859" y="1259351"/>
                </a:lnTo>
                <a:lnTo>
                  <a:pt x="2176997" y="1265769"/>
                </a:lnTo>
                <a:lnTo>
                  <a:pt x="2174085" y="1272133"/>
                </a:lnTo>
                <a:lnTo>
                  <a:pt x="2166577" y="1274946"/>
                </a:lnTo>
                <a:lnTo>
                  <a:pt x="2158678" y="1271377"/>
                </a:lnTo>
                <a:lnTo>
                  <a:pt x="2157295" y="1270386"/>
                </a:lnTo>
                <a:close/>
              </a:path>
              <a:path w="5142230" h="2300604">
                <a:moveTo>
                  <a:pt x="1149398" y="928366"/>
                </a:moveTo>
                <a:lnTo>
                  <a:pt x="1144934" y="923588"/>
                </a:lnTo>
                <a:lnTo>
                  <a:pt x="1143741" y="918401"/>
                </a:lnTo>
                <a:lnTo>
                  <a:pt x="1145644" y="913693"/>
                </a:lnTo>
                <a:lnTo>
                  <a:pt x="1148182" y="907222"/>
                </a:lnTo>
                <a:lnTo>
                  <a:pt x="1155563" y="903980"/>
                </a:lnTo>
                <a:lnTo>
                  <a:pt x="1168605" y="909145"/>
                </a:lnTo>
                <a:lnTo>
                  <a:pt x="1171749" y="916517"/>
                </a:lnTo>
                <a:lnTo>
                  <a:pt x="1166588" y="929565"/>
                </a:lnTo>
                <a:lnTo>
                  <a:pt x="1159252" y="932757"/>
                </a:lnTo>
                <a:lnTo>
                  <a:pt x="1152735" y="930179"/>
                </a:lnTo>
                <a:lnTo>
                  <a:pt x="1150961" y="929453"/>
                </a:lnTo>
                <a:lnTo>
                  <a:pt x="1149398" y="928366"/>
                </a:lnTo>
                <a:close/>
              </a:path>
              <a:path w="5142230" h="2300604">
                <a:moveTo>
                  <a:pt x="1620059" y="1088423"/>
                </a:moveTo>
                <a:lnTo>
                  <a:pt x="1615640" y="1083694"/>
                </a:lnTo>
                <a:lnTo>
                  <a:pt x="1614334" y="1079070"/>
                </a:lnTo>
                <a:lnTo>
                  <a:pt x="1615710" y="1074580"/>
                </a:lnTo>
                <a:lnTo>
                  <a:pt x="1617643" y="1067852"/>
                </a:lnTo>
                <a:lnTo>
                  <a:pt x="1624707" y="1064075"/>
                </a:lnTo>
                <a:lnTo>
                  <a:pt x="1631444" y="1066009"/>
                </a:lnTo>
                <a:lnTo>
                  <a:pt x="1638173" y="1068032"/>
                </a:lnTo>
                <a:lnTo>
                  <a:pt x="1641994" y="1075054"/>
                </a:lnTo>
                <a:lnTo>
                  <a:pt x="1639967" y="1081779"/>
                </a:lnTo>
                <a:lnTo>
                  <a:pt x="1637997" y="1088467"/>
                </a:lnTo>
                <a:lnTo>
                  <a:pt x="1630921" y="1092329"/>
                </a:lnTo>
                <a:lnTo>
                  <a:pt x="1624242" y="1090360"/>
                </a:lnTo>
                <a:lnTo>
                  <a:pt x="1621998" y="1089717"/>
                </a:lnTo>
                <a:lnTo>
                  <a:pt x="1620059" y="1088423"/>
                </a:lnTo>
                <a:close/>
              </a:path>
              <a:path w="5142230" h="2300604">
                <a:moveTo>
                  <a:pt x="1083659" y="901296"/>
                </a:moveTo>
                <a:lnTo>
                  <a:pt x="1079150" y="896469"/>
                </a:lnTo>
                <a:lnTo>
                  <a:pt x="1078055" y="891192"/>
                </a:lnTo>
                <a:lnTo>
                  <a:pt x="1080108" y="886352"/>
                </a:lnTo>
                <a:lnTo>
                  <a:pt x="1082876" y="879931"/>
                </a:lnTo>
                <a:lnTo>
                  <a:pt x="1090295" y="876926"/>
                </a:lnTo>
                <a:lnTo>
                  <a:pt x="1103132" y="882457"/>
                </a:lnTo>
                <a:lnTo>
                  <a:pt x="1106116" y="889757"/>
                </a:lnTo>
                <a:lnTo>
                  <a:pt x="1100652" y="902772"/>
                </a:lnTo>
                <a:lnTo>
                  <a:pt x="1093227" y="905772"/>
                </a:lnTo>
                <a:lnTo>
                  <a:pt x="1085087" y="902336"/>
                </a:lnTo>
                <a:lnTo>
                  <a:pt x="1083659" y="901296"/>
                </a:lnTo>
                <a:close/>
              </a:path>
              <a:path w="5142230" h="2300604">
                <a:moveTo>
                  <a:pt x="2283625" y="1334264"/>
                </a:moveTo>
                <a:lnTo>
                  <a:pt x="2279116" y="1329437"/>
                </a:lnTo>
                <a:lnTo>
                  <a:pt x="2278190" y="1323363"/>
                </a:lnTo>
                <a:lnTo>
                  <a:pt x="2281049" y="1318409"/>
                </a:lnTo>
                <a:lnTo>
                  <a:pt x="2284509" y="1312337"/>
                </a:lnTo>
                <a:lnTo>
                  <a:pt x="2292281" y="1310199"/>
                </a:lnTo>
                <a:lnTo>
                  <a:pt x="2298345" y="1313757"/>
                </a:lnTo>
                <a:lnTo>
                  <a:pt x="2304411" y="1317221"/>
                </a:lnTo>
                <a:lnTo>
                  <a:pt x="2306504" y="1324936"/>
                </a:lnTo>
                <a:lnTo>
                  <a:pt x="2299576" y="1337069"/>
                </a:lnTo>
                <a:lnTo>
                  <a:pt x="2291813" y="1339217"/>
                </a:lnTo>
                <a:lnTo>
                  <a:pt x="2285746" y="1335753"/>
                </a:lnTo>
                <a:lnTo>
                  <a:pt x="2284633" y="1335049"/>
                </a:lnTo>
                <a:lnTo>
                  <a:pt x="2283625" y="1334264"/>
                </a:lnTo>
                <a:close/>
              </a:path>
              <a:path w="5142230" h="2300604">
                <a:moveTo>
                  <a:pt x="1416883" y="1024195"/>
                </a:moveTo>
                <a:lnTo>
                  <a:pt x="1412374" y="1019368"/>
                </a:lnTo>
                <a:lnTo>
                  <a:pt x="1411164" y="1014554"/>
                </a:lnTo>
                <a:lnTo>
                  <a:pt x="1412740" y="1009986"/>
                </a:lnTo>
                <a:lnTo>
                  <a:pt x="1414949" y="1003357"/>
                </a:lnTo>
                <a:lnTo>
                  <a:pt x="1422100" y="999772"/>
                </a:lnTo>
                <a:lnTo>
                  <a:pt x="1435408" y="1004242"/>
                </a:lnTo>
                <a:lnTo>
                  <a:pt x="1438935" y="1011439"/>
                </a:lnTo>
                <a:lnTo>
                  <a:pt x="1436726" y="1018068"/>
                </a:lnTo>
                <a:lnTo>
                  <a:pt x="1434469" y="1024742"/>
                </a:lnTo>
                <a:lnTo>
                  <a:pt x="1427272" y="1028278"/>
                </a:lnTo>
                <a:lnTo>
                  <a:pt x="1420639" y="1026065"/>
                </a:lnTo>
                <a:lnTo>
                  <a:pt x="1418591" y="1025339"/>
                </a:lnTo>
                <a:lnTo>
                  <a:pt x="1416883" y="1024195"/>
                </a:lnTo>
                <a:close/>
              </a:path>
              <a:path w="5142230" h="2300604">
                <a:moveTo>
                  <a:pt x="2616482" y="1692632"/>
                </a:moveTo>
                <a:lnTo>
                  <a:pt x="2611968" y="1687800"/>
                </a:lnTo>
                <a:lnTo>
                  <a:pt x="2611036" y="1686215"/>
                </a:lnTo>
                <a:lnTo>
                  <a:pt x="2610482" y="1684450"/>
                </a:lnTo>
                <a:lnTo>
                  <a:pt x="2608255" y="1677765"/>
                </a:lnTo>
                <a:lnTo>
                  <a:pt x="2611897" y="1670618"/>
                </a:lnTo>
                <a:lnTo>
                  <a:pt x="2625170" y="1666255"/>
                </a:lnTo>
                <a:lnTo>
                  <a:pt x="2632365" y="1669851"/>
                </a:lnTo>
                <a:lnTo>
                  <a:pt x="2636728" y="1683124"/>
                </a:lnTo>
                <a:lnTo>
                  <a:pt x="2633082" y="1690266"/>
                </a:lnTo>
                <a:lnTo>
                  <a:pt x="2621574" y="1694076"/>
                </a:lnTo>
                <a:lnTo>
                  <a:pt x="2616482" y="1692632"/>
                </a:lnTo>
                <a:close/>
              </a:path>
              <a:path w="5142230" h="2300604">
                <a:moveTo>
                  <a:pt x="2510154" y="1512539"/>
                </a:moveTo>
                <a:lnTo>
                  <a:pt x="2505285" y="1507326"/>
                </a:lnTo>
                <a:lnTo>
                  <a:pt x="2500600" y="1502115"/>
                </a:lnTo>
                <a:lnTo>
                  <a:pt x="2501061" y="1494106"/>
                </a:lnTo>
                <a:lnTo>
                  <a:pt x="2511087" y="1485093"/>
                </a:lnTo>
                <a:lnTo>
                  <a:pt x="2511434" y="1484781"/>
                </a:lnTo>
                <a:lnTo>
                  <a:pt x="2519443" y="1485143"/>
                </a:lnTo>
                <a:lnTo>
                  <a:pt x="2528818" y="1495570"/>
                </a:lnTo>
                <a:lnTo>
                  <a:pt x="2528402" y="1503628"/>
                </a:lnTo>
                <a:lnTo>
                  <a:pt x="2518376" y="1512640"/>
                </a:lnTo>
                <a:lnTo>
                  <a:pt x="2518078" y="1512908"/>
                </a:lnTo>
                <a:lnTo>
                  <a:pt x="2510154" y="1512539"/>
                </a:lnTo>
                <a:close/>
              </a:path>
              <a:path w="5142230" h="2300604">
                <a:moveTo>
                  <a:pt x="1891972" y="1170519"/>
                </a:moveTo>
                <a:lnTo>
                  <a:pt x="1887509" y="1165740"/>
                </a:lnTo>
                <a:lnTo>
                  <a:pt x="1886259" y="1160981"/>
                </a:lnTo>
                <a:lnTo>
                  <a:pt x="1889954" y="1149786"/>
                </a:lnTo>
                <a:lnTo>
                  <a:pt x="1897056" y="1146147"/>
                </a:lnTo>
                <a:lnTo>
                  <a:pt x="1910365" y="1150424"/>
                </a:lnTo>
                <a:lnTo>
                  <a:pt x="1913991" y="1157629"/>
                </a:lnTo>
                <a:lnTo>
                  <a:pt x="1911877" y="1164261"/>
                </a:lnTo>
                <a:lnTo>
                  <a:pt x="1909714" y="1170938"/>
                </a:lnTo>
                <a:lnTo>
                  <a:pt x="1902554" y="1174613"/>
                </a:lnTo>
                <a:lnTo>
                  <a:pt x="1893776" y="1171765"/>
                </a:lnTo>
                <a:lnTo>
                  <a:pt x="1891972" y="1170519"/>
                </a:lnTo>
                <a:close/>
              </a:path>
              <a:path w="5142230" h="2300604">
                <a:moveTo>
                  <a:pt x="1959288" y="1193020"/>
                </a:moveTo>
                <a:lnTo>
                  <a:pt x="1954824" y="1188242"/>
                </a:lnTo>
                <a:lnTo>
                  <a:pt x="1953617" y="1183334"/>
                </a:lnTo>
                <a:lnTo>
                  <a:pt x="1957496" y="1172140"/>
                </a:lnTo>
                <a:lnTo>
                  <a:pt x="1964693" y="1168603"/>
                </a:lnTo>
                <a:lnTo>
                  <a:pt x="1977899" y="1173160"/>
                </a:lnTo>
                <a:lnTo>
                  <a:pt x="1981430" y="1180362"/>
                </a:lnTo>
                <a:lnTo>
                  <a:pt x="1976873" y="1193567"/>
                </a:lnTo>
                <a:lnTo>
                  <a:pt x="1969676" y="1197104"/>
                </a:lnTo>
                <a:lnTo>
                  <a:pt x="1960995" y="1194164"/>
                </a:lnTo>
                <a:lnTo>
                  <a:pt x="1959288" y="1193020"/>
                </a:lnTo>
                <a:close/>
              </a:path>
              <a:path w="5142230" h="2300604">
                <a:moveTo>
                  <a:pt x="2343928" y="1371252"/>
                </a:moveTo>
                <a:lnTo>
                  <a:pt x="2339327" y="1366327"/>
                </a:lnTo>
                <a:lnTo>
                  <a:pt x="2338692" y="1359881"/>
                </a:lnTo>
                <a:lnTo>
                  <a:pt x="2345813" y="1349029"/>
                </a:lnTo>
                <a:lnTo>
                  <a:pt x="2353704" y="1347409"/>
                </a:lnTo>
                <a:lnTo>
                  <a:pt x="2359525" y="1351294"/>
                </a:lnTo>
                <a:lnTo>
                  <a:pt x="2365386" y="1355124"/>
                </a:lnTo>
                <a:lnTo>
                  <a:pt x="2366965" y="1362972"/>
                </a:lnTo>
                <a:lnTo>
                  <a:pt x="2359295" y="1374702"/>
                </a:lnTo>
                <a:lnTo>
                  <a:pt x="2351403" y="1376322"/>
                </a:lnTo>
                <a:lnTo>
                  <a:pt x="2345582" y="1372437"/>
                </a:lnTo>
                <a:lnTo>
                  <a:pt x="2344709" y="1371893"/>
                </a:lnTo>
                <a:lnTo>
                  <a:pt x="2343928" y="1371252"/>
                </a:lnTo>
                <a:close/>
              </a:path>
              <a:path w="5142230" h="2300604">
                <a:moveTo>
                  <a:pt x="2643598" y="1901415"/>
                </a:moveTo>
                <a:lnTo>
                  <a:pt x="2639184" y="1896690"/>
                </a:lnTo>
                <a:lnTo>
                  <a:pt x="2637873" y="1893429"/>
                </a:lnTo>
                <a:lnTo>
                  <a:pt x="2637945" y="1890085"/>
                </a:lnTo>
                <a:lnTo>
                  <a:pt x="2638137" y="1883058"/>
                </a:lnTo>
                <a:lnTo>
                  <a:pt x="2643939" y="1877538"/>
                </a:lnTo>
                <a:lnTo>
                  <a:pt x="2650971" y="1877735"/>
                </a:lnTo>
                <a:lnTo>
                  <a:pt x="2658046" y="1877880"/>
                </a:lnTo>
                <a:lnTo>
                  <a:pt x="2663463" y="1883679"/>
                </a:lnTo>
                <a:lnTo>
                  <a:pt x="2663320" y="1890661"/>
                </a:lnTo>
                <a:lnTo>
                  <a:pt x="2663128" y="1897689"/>
                </a:lnTo>
                <a:lnTo>
                  <a:pt x="2657327" y="1903209"/>
                </a:lnTo>
                <a:lnTo>
                  <a:pt x="2646802" y="1902987"/>
                </a:lnTo>
                <a:lnTo>
                  <a:pt x="2643598" y="1901415"/>
                </a:lnTo>
                <a:close/>
              </a:path>
              <a:path w="5142230" h="2300604">
                <a:moveTo>
                  <a:pt x="1824248" y="1149240"/>
                </a:moveTo>
                <a:lnTo>
                  <a:pt x="1819784" y="1144461"/>
                </a:lnTo>
                <a:lnTo>
                  <a:pt x="1818575" y="1139746"/>
                </a:lnTo>
                <a:lnTo>
                  <a:pt x="1822019" y="1128576"/>
                </a:lnTo>
                <a:lnTo>
                  <a:pt x="1829092" y="1124809"/>
                </a:lnTo>
                <a:lnTo>
                  <a:pt x="1842453" y="1128946"/>
                </a:lnTo>
                <a:lnTo>
                  <a:pt x="1846221" y="1136009"/>
                </a:lnTo>
                <a:lnTo>
                  <a:pt x="1844157" y="1142694"/>
                </a:lnTo>
                <a:lnTo>
                  <a:pt x="1842134" y="1149424"/>
                </a:lnTo>
                <a:lnTo>
                  <a:pt x="1835015" y="1153142"/>
                </a:lnTo>
                <a:lnTo>
                  <a:pt x="1828339" y="1151079"/>
                </a:lnTo>
                <a:lnTo>
                  <a:pt x="1826095" y="1150436"/>
                </a:lnTo>
                <a:lnTo>
                  <a:pt x="1824248" y="1149240"/>
                </a:lnTo>
                <a:close/>
              </a:path>
              <a:path w="5142230" h="2300604">
                <a:moveTo>
                  <a:pt x="1215757" y="953852"/>
                </a:moveTo>
                <a:lnTo>
                  <a:pt x="1211293" y="949074"/>
                </a:lnTo>
                <a:lnTo>
                  <a:pt x="1210094" y="944076"/>
                </a:lnTo>
                <a:lnTo>
                  <a:pt x="1211812" y="939366"/>
                </a:lnTo>
                <a:lnTo>
                  <a:pt x="1214255" y="932793"/>
                </a:lnTo>
                <a:lnTo>
                  <a:pt x="1221544" y="929453"/>
                </a:lnTo>
                <a:lnTo>
                  <a:pt x="1234691" y="934338"/>
                </a:lnTo>
                <a:lnTo>
                  <a:pt x="1238031" y="941628"/>
                </a:lnTo>
                <a:lnTo>
                  <a:pt x="1233146" y="954775"/>
                </a:lnTo>
                <a:lnTo>
                  <a:pt x="1225856" y="958114"/>
                </a:lnTo>
                <a:lnTo>
                  <a:pt x="1219283" y="955672"/>
                </a:lnTo>
                <a:lnTo>
                  <a:pt x="1217370" y="954993"/>
                </a:lnTo>
                <a:lnTo>
                  <a:pt x="1215757" y="953852"/>
                </a:lnTo>
                <a:close/>
              </a:path>
              <a:path w="5142230" h="2300604">
                <a:moveTo>
                  <a:pt x="1282538" y="978031"/>
                </a:moveTo>
                <a:lnTo>
                  <a:pt x="1278074" y="973252"/>
                </a:lnTo>
                <a:lnTo>
                  <a:pt x="1276872" y="968349"/>
                </a:lnTo>
                <a:lnTo>
                  <a:pt x="1278493" y="963730"/>
                </a:lnTo>
                <a:lnTo>
                  <a:pt x="1280841" y="957153"/>
                </a:lnTo>
                <a:lnTo>
                  <a:pt x="1288088" y="953671"/>
                </a:lnTo>
                <a:lnTo>
                  <a:pt x="1294665" y="956019"/>
                </a:lnTo>
                <a:lnTo>
                  <a:pt x="1301290" y="958322"/>
                </a:lnTo>
                <a:lnTo>
                  <a:pt x="1304720" y="965609"/>
                </a:lnTo>
                <a:lnTo>
                  <a:pt x="1302371" y="972186"/>
                </a:lnTo>
                <a:lnTo>
                  <a:pt x="1300073" y="978816"/>
                </a:lnTo>
                <a:lnTo>
                  <a:pt x="1292829" y="982205"/>
                </a:lnTo>
                <a:lnTo>
                  <a:pt x="1286204" y="979902"/>
                </a:lnTo>
                <a:lnTo>
                  <a:pt x="1284246" y="979175"/>
                </a:lnTo>
                <a:lnTo>
                  <a:pt x="1282538" y="978031"/>
                </a:lnTo>
                <a:close/>
              </a:path>
              <a:path w="5142230" h="2300604">
                <a:moveTo>
                  <a:pt x="2555982" y="2300034"/>
                </a:moveTo>
                <a:lnTo>
                  <a:pt x="2557125" y="2296406"/>
                </a:lnTo>
                <a:lnTo>
                  <a:pt x="2564193" y="2292634"/>
                </a:lnTo>
                <a:lnTo>
                  <a:pt x="2577595" y="2296815"/>
                </a:lnTo>
                <a:lnTo>
                  <a:pt x="2579280" y="2300034"/>
                </a:lnTo>
                <a:lnTo>
                  <a:pt x="2555982" y="2300034"/>
                </a:lnTo>
                <a:close/>
              </a:path>
              <a:path w="5142230" h="2300604">
                <a:moveTo>
                  <a:pt x="2456212" y="1457922"/>
                </a:moveTo>
                <a:lnTo>
                  <a:pt x="2450969" y="1452310"/>
                </a:lnTo>
                <a:lnTo>
                  <a:pt x="2450895" y="1444900"/>
                </a:lnTo>
                <a:lnTo>
                  <a:pt x="2455358" y="1440001"/>
                </a:lnTo>
                <a:lnTo>
                  <a:pt x="2460114" y="1434828"/>
                </a:lnTo>
                <a:lnTo>
                  <a:pt x="2468108" y="1434491"/>
                </a:lnTo>
                <a:lnTo>
                  <a:pt x="2478452" y="1443903"/>
                </a:lnTo>
                <a:lnTo>
                  <a:pt x="2478840" y="1451942"/>
                </a:lnTo>
                <a:lnTo>
                  <a:pt x="2469378" y="1462242"/>
                </a:lnTo>
                <a:lnTo>
                  <a:pt x="2461339" y="1462629"/>
                </a:lnTo>
                <a:lnTo>
                  <a:pt x="2456212" y="1457922"/>
                </a:lnTo>
                <a:close/>
              </a:path>
              <a:path w="5142230" h="2300604">
                <a:moveTo>
                  <a:pt x="2092103" y="1242532"/>
                </a:moveTo>
                <a:lnTo>
                  <a:pt x="2087639" y="1237753"/>
                </a:lnTo>
                <a:lnTo>
                  <a:pt x="2086495" y="1232521"/>
                </a:lnTo>
                <a:lnTo>
                  <a:pt x="2088450" y="1227773"/>
                </a:lnTo>
                <a:lnTo>
                  <a:pt x="2091078" y="1221300"/>
                </a:lnTo>
                <a:lnTo>
                  <a:pt x="2098501" y="1218201"/>
                </a:lnTo>
                <a:lnTo>
                  <a:pt x="2111442" y="1223452"/>
                </a:lnTo>
                <a:lnTo>
                  <a:pt x="2114546" y="1230880"/>
                </a:lnTo>
                <a:lnTo>
                  <a:pt x="2109290" y="1243825"/>
                </a:lnTo>
                <a:lnTo>
                  <a:pt x="2101867" y="1246924"/>
                </a:lnTo>
                <a:lnTo>
                  <a:pt x="2095394" y="1244296"/>
                </a:lnTo>
                <a:lnTo>
                  <a:pt x="2093670" y="1243624"/>
                </a:lnTo>
                <a:lnTo>
                  <a:pt x="2092103" y="1242532"/>
                </a:lnTo>
                <a:close/>
              </a:path>
              <a:path w="5142230" h="2300604">
                <a:moveTo>
                  <a:pt x="2221266" y="1300842"/>
                </a:moveTo>
                <a:lnTo>
                  <a:pt x="2216711" y="1295966"/>
                </a:lnTo>
                <a:lnTo>
                  <a:pt x="2215767" y="1290264"/>
                </a:lnTo>
                <a:lnTo>
                  <a:pt x="2218201" y="1285342"/>
                </a:lnTo>
                <a:lnTo>
                  <a:pt x="2221344" y="1279128"/>
                </a:lnTo>
                <a:lnTo>
                  <a:pt x="2228982" y="1276650"/>
                </a:lnTo>
                <a:lnTo>
                  <a:pt x="2235250" y="1279743"/>
                </a:lnTo>
                <a:lnTo>
                  <a:pt x="2241510" y="1282926"/>
                </a:lnTo>
                <a:lnTo>
                  <a:pt x="2243993" y="1290568"/>
                </a:lnTo>
                <a:lnTo>
                  <a:pt x="2240801" y="1296828"/>
                </a:lnTo>
                <a:lnTo>
                  <a:pt x="2237667" y="1303052"/>
                </a:lnTo>
                <a:lnTo>
                  <a:pt x="2230075" y="1305579"/>
                </a:lnTo>
                <a:lnTo>
                  <a:pt x="2223810" y="1302392"/>
                </a:lnTo>
                <a:lnTo>
                  <a:pt x="2222463" y="1301732"/>
                </a:lnTo>
                <a:lnTo>
                  <a:pt x="2221266" y="1300842"/>
                </a:lnTo>
                <a:close/>
              </a:path>
              <a:path w="5142230" h="2300604">
                <a:moveTo>
                  <a:pt x="2026028" y="1216862"/>
                </a:moveTo>
                <a:lnTo>
                  <a:pt x="2021564" y="1212084"/>
                </a:lnTo>
                <a:lnTo>
                  <a:pt x="2020419" y="1207045"/>
                </a:lnTo>
                <a:lnTo>
                  <a:pt x="2022178" y="1202379"/>
                </a:lnTo>
                <a:lnTo>
                  <a:pt x="2024576" y="1195856"/>
                </a:lnTo>
                <a:lnTo>
                  <a:pt x="2031915" y="1192471"/>
                </a:lnTo>
                <a:lnTo>
                  <a:pt x="2038439" y="1194959"/>
                </a:lnTo>
                <a:lnTo>
                  <a:pt x="2045013" y="1197402"/>
                </a:lnTo>
                <a:lnTo>
                  <a:pt x="2048353" y="1204691"/>
                </a:lnTo>
                <a:lnTo>
                  <a:pt x="2043467" y="1217838"/>
                </a:lnTo>
                <a:lnTo>
                  <a:pt x="2036128" y="1221124"/>
                </a:lnTo>
                <a:lnTo>
                  <a:pt x="2029604" y="1218735"/>
                </a:lnTo>
                <a:lnTo>
                  <a:pt x="2027695" y="1217962"/>
                </a:lnTo>
                <a:lnTo>
                  <a:pt x="2026028" y="1216862"/>
                </a:lnTo>
                <a:close/>
              </a:path>
              <a:path w="5142230" h="2300604">
                <a:moveTo>
                  <a:pt x="1349631" y="1001370"/>
                </a:moveTo>
                <a:lnTo>
                  <a:pt x="1345167" y="996591"/>
                </a:lnTo>
                <a:lnTo>
                  <a:pt x="1343916" y="991733"/>
                </a:lnTo>
                <a:lnTo>
                  <a:pt x="1347786" y="980530"/>
                </a:lnTo>
                <a:lnTo>
                  <a:pt x="1354992" y="977003"/>
                </a:lnTo>
                <a:lnTo>
                  <a:pt x="1368246" y="981514"/>
                </a:lnTo>
                <a:lnTo>
                  <a:pt x="1371778" y="988716"/>
                </a:lnTo>
                <a:lnTo>
                  <a:pt x="1369475" y="995342"/>
                </a:lnTo>
                <a:lnTo>
                  <a:pt x="1367267" y="1001970"/>
                </a:lnTo>
                <a:lnTo>
                  <a:pt x="1360017" y="1005547"/>
                </a:lnTo>
                <a:lnTo>
                  <a:pt x="1351384" y="1002563"/>
                </a:lnTo>
                <a:lnTo>
                  <a:pt x="1349631" y="1001370"/>
                </a:lnTo>
                <a:close/>
              </a:path>
              <a:path w="5142230" h="2300604">
                <a:moveTo>
                  <a:pt x="1552017" y="1067979"/>
                </a:moveTo>
                <a:lnTo>
                  <a:pt x="1547554" y="1063200"/>
                </a:lnTo>
                <a:lnTo>
                  <a:pt x="1546296" y="1058531"/>
                </a:lnTo>
                <a:lnTo>
                  <a:pt x="1549740" y="1047360"/>
                </a:lnTo>
                <a:lnTo>
                  <a:pt x="1556813" y="1043593"/>
                </a:lnTo>
                <a:lnTo>
                  <a:pt x="1563494" y="1045662"/>
                </a:lnTo>
                <a:lnTo>
                  <a:pt x="1570223" y="1047685"/>
                </a:lnTo>
                <a:lnTo>
                  <a:pt x="1573942" y="1054794"/>
                </a:lnTo>
                <a:lnTo>
                  <a:pt x="1571923" y="1061528"/>
                </a:lnTo>
                <a:lnTo>
                  <a:pt x="1569904" y="1068163"/>
                </a:lnTo>
                <a:lnTo>
                  <a:pt x="1562787" y="1071981"/>
                </a:lnTo>
                <a:lnTo>
                  <a:pt x="1553911" y="1069224"/>
                </a:lnTo>
                <a:lnTo>
                  <a:pt x="1552017" y="1067979"/>
                </a:lnTo>
                <a:close/>
              </a:path>
              <a:path w="5142230" h="2300604">
                <a:moveTo>
                  <a:pt x="2554282" y="1567303"/>
                </a:moveTo>
                <a:lnTo>
                  <a:pt x="2548811" y="1561447"/>
                </a:lnTo>
                <a:lnTo>
                  <a:pt x="2544806" y="1555692"/>
                </a:lnTo>
                <a:lnTo>
                  <a:pt x="2546157" y="1547755"/>
                </a:lnTo>
                <a:lnTo>
                  <a:pt x="2551916" y="1543754"/>
                </a:lnTo>
                <a:lnTo>
                  <a:pt x="2557620" y="1539695"/>
                </a:lnTo>
                <a:lnTo>
                  <a:pt x="2565503" y="1541096"/>
                </a:lnTo>
                <a:lnTo>
                  <a:pt x="2573564" y="1552559"/>
                </a:lnTo>
                <a:lnTo>
                  <a:pt x="2572167" y="1560448"/>
                </a:lnTo>
                <a:lnTo>
                  <a:pt x="2561229" y="1568191"/>
                </a:lnTo>
                <a:lnTo>
                  <a:pt x="2554282" y="1567303"/>
                </a:lnTo>
                <a:close/>
              </a:path>
              <a:path w="5142230" h="2300604">
                <a:moveTo>
                  <a:pt x="2579785" y="2249113"/>
                </a:moveTo>
                <a:lnTo>
                  <a:pt x="2575367" y="2244383"/>
                </a:lnTo>
                <a:lnTo>
                  <a:pt x="2574111" y="2239813"/>
                </a:lnTo>
                <a:lnTo>
                  <a:pt x="2577321" y="2228587"/>
                </a:lnTo>
                <a:lnTo>
                  <a:pt x="2584397" y="2224726"/>
                </a:lnTo>
                <a:lnTo>
                  <a:pt x="2597813" y="2228629"/>
                </a:lnTo>
                <a:lnTo>
                  <a:pt x="2601680" y="2235700"/>
                </a:lnTo>
                <a:lnTo>
                  <a:pt x="2599751" y="2242433"/>
                </a:lnTo>
                <a:lnTo>
                  <a:pt x="2597777" y="2249116"/>
                </a:lnTo>
                <a:lnTo>
                  <a:pt x="2590799" y="2252986"/>
                </a:lnTo>
                <a:lnTo>
                  <a:pt x="2584067" y="2251058"/>
                </a:lnTo>
                <a:lnTo>
                  <a:pt x="2581777" y="2250366"/>
                </a:lnTo>
                <a:lnTo>
                  <a:pt x="2579785" y="2249113"/>
                </a:lnTo>
                <a:close/>
              </a:path>
              <a:path w="5142230" h="2300604">
                <a:moveTo>
                  <a:pt x="773880" y="729012"/>
                </a:moveTo>
                <a:lnTo>
                  <a:pt x="768723" y="723492"/>
                </a:lnTo>
                <a:lnTo>
                  <a:pt x="768304" y="716689"/>
                </a:lnTo>
                <a:lnTo>
                  <a:pt x="772015" y="711670"/>
                </a:lnTo>
                <a:lnTo>
                  <a:pt x="776218" y="706100"/>
                </a:lnTo>
                <a:lnTo>
                  <a:pt x="784233" y="705004"/>
                </a:lnTo>
                <a:lnTo>
                  <a:pt x="795367" y="713404"/>
                </a:lnTo>
                <a:lnTo>
                  <a:pt x="796517" y="721379"/>
                </a:lnTo>
                <a:lnTo>
                  <a:pt x="788064" y="732563"/>
                </a:lnTo>
                <a:lnTo>
                  <a:pt x="780093" y="733708"/>
                </a:lnTo>
                <a:lnTo>
                  <a:pt x="773880" y="729012"/>
                </a:lnTo>
                <a:close/>
              </a:path>
              <a:path w="5142230" h="2300604">
                <a:moveTo>
                  <a:pt x="719177" y="682867"/>
                </a:moveTo>
                <a:lnTo>
                  <a:pt x="714075" y="677406"/>
                </a:lnTo>
                <a:lnTo>
                  <a:pt x="714049" y="669852"/>
                </a:lnTo>
                <a:lnTo>
                  <a:pt x="723403" y="659826"/>
                </a:lnTo>
                <a:lnTo>
                  <a:pt x="731394" y="659584"/>
                </a:lnTo>
                <a:lnTo>
                  <a:pt x="741642" y="669186"/>
                </a:lnTo>
                <a:lnTo>
                  <a:pt x="741890" y="677173"/>
                </a:lnTo>
                <a:lnTo>
                  <a:pt x="732336" y="687375"/>
                </a:lnTo>
                <a:lnTo>
                  <a:pt x="724301" y="687668"/>
                </a:lnTo>
                <a:lnTo>
                  <a:pt x="719177" y="682867"/>
                </a:lnTo>
                <a:close/>
              </a:path>
              <a:path w="5142230" h="2300604">
                <a:moveTo>
                  <a:pt x="630266" y="579773"/>
                </a:moveTo>
                <a:lnTo>
                  <a:pt x="624688" y="573802"/>
                </a:lnTo>
                <a:lnTo>
                  <a:pt x="620634" y="568094"/>
                </a:lnTo>
                <a:lnTo>
                  <a:pt x="621990" y="560161"/>
                </a:lnTo>
                <a:lnTo>
                  <a:pt x="627700" y="556206"/>
                </a:lnTo>
                <a:lnTo>
                  <a:pt x="633453" y="552101"/>
                </a:lnTo>
                <a:lnTo>
                  <a:pt x="641336" y="553502"/>
                </a:lnTo>
                <a:lnTo>
                  <a:pt x="649404" y="564876"/>
                </a:lnTo>
                <a:lnTo>
                  <a:pt x="648048" y="572808"/>
                </a:lnTo>
                <a:lnTo>
                  <a:pt x="637115" y="580556"/>
                </a:lnTo>
                <a:lnTo>
                  <a:pt x="630266" y="579773"/>
                </a:lnTo>
                <a:close/>
              </a:path>
              <a:path w="5142230" h="2300604">
                <a:moveTo>
                  <a:pt x="591372" y="519860"/>
                </a:moveTo>
                <a:lnTo>
                  <a:pt x="586070" y="514184"/>
                </a:lnTo>
                <a:lnTo>
                  <a:pt x="582059" y="507348"/>
                </a:lnTo>
                <a:lnTo>
                  <a:pt x="584067" y="499528"/>
                </a:lnTo>
                <a:lnTo>
                  <a:pt x="596163" y="492438"/>
                </a:lnTo>
                <a:lnTo>
                  <a:pt x="603884" y="494448"/>
                </a:lnTo>
                <a:lnTo>
                  <a:pt x="607408" y="500469"/>
                </a:lnTo>
                <a:lnTo>
                  <a:pt x="611023" y="506488"/>
                </a:lnTo>
                <a:lnTo>
                  <a:pt x="609063" y="514263"/>
                </a:lnTo>
                <a:lnTo>
                  <a:pt x="597743" y="520912"/>
                </a:lnTo>
                <a:lnTo>
                  <a:pt x="591372" y="519860"/>
                </a:lnTo>
                <a:close/>
              </a:path>
              <a:path w="5142230" h="2300604">
                <a:moveTo>
                  <a:pt x="674128" y="636013"/>
                </a:moveTo>
                <a:lnTo>
                  <a:pt x="669163" y="630698"/>
                </a:lnTo>
                <a:lnTo>
                  <a:pt x="664571" y="625391"/>
                </a:lnTo>
                <a:lnTo>
                  <a:pt x="665132" y="617389"/>
                </a:lnTo>
                <a:lnTo>
                  <a:pt x="674978" y="608869"/>
                </a:lnTo>
                <a:lnTo>
                  <a:pt x="675736" y="608214"/>
                </a:lnTo>
                <a:lnTo>
                  <a:pt x="683788" y="608818"/>
                </a:lnTo>
                <a:lnTo>
                  <a:pt x="692910" y="619463"/>
                </a:lnTo>
                <a:lnTo>
                  <a:pt x="692309" y="627421"/>
                </a:lnTo>
                <a:lnTo>
                  <a:pt x="682457" y="635936"/>
                </a:lnTo>
                <a:lnTo>
                  <a:pt x="681851" y="636460"/>
                </a:lnTo>
                <a:lnTo>
                  <a:pt x="674128" y="636013"/>
                </a:lnTo>
                <a:close/>
              </a:path>
              <a:path w="5142230" h="2300604">
                <a:moveTo>
                  <a:pt x="557090" y="457259"/>
                </a:moveTo>
                <a:lnTo>
                  <a:pt x="552535" y="452383"/>
                </a:lnTo>
                <a:lnTo>
                  <a:pt x="551813" y="451414"/>
                </a:lnTo>
                <a:lnTo>
                  <a:pt x="551232" y="450304"/>
                </a:lnTo>
                <a:lnTo>
                  <a:pt x="548140" y="444061"/>
                </a:lnTo>
                <a:lnTo>
                  <a:pt x="550622" y="436455"/>
                </a:lnTo>
                <a:lnTo>
                  <a:pt x="556497" y="433458"/>
                </a:lnTo>
                <a:lnTo>
                  <a:pt x="563159" y="430131"/>
                </a:lnTo>
                <a:lnTo>
                  <a:pt x="570766" y="432604"/>
                </a:lnTo>
                <a:lnTo>
                  <a:pt x="576980" y="444926"/>
                </a:lnTo>
                <a:lnTo>
                  <a:pt x="577114" y="445069"/>
                </a:lnTo>
                <a:lnTo>
                  <a:pt x="574522" y="452753"/>
                </a:lnTo>
                <a:lnTo>
                  <a:pt x="563185" y="458505"/>
                </a:lnTo>
                <a:lnTo>
                  <a:pt x="557090" y="457259"/>
                </a:lnTo>
                <a:close/>
              </a:path>
              <a:path w="5142230" h="2300604">
                <a:moveTo>
                  <a:pt x="526659" y="392915"/>
                </a:moveTo>
                <a:lnTo>
                  <a:pt x="522149" y="388088"/>
                </a:lnTo>
                <a:lnTo>
                  <a:pt x="521342" y="386833"/>
                </a:lnTo>
                <a:lnTo>
                  <a:pt x="517969" y="379117"/>
                </a:lnTo>
                <a:lnTo>
                  <a:pt x="520817" y="371609"/>
                </a:lnTo>
                <a:lnTo>
                  <a:pt x="527243" y="368811"/>
                </a:lnTo>
                <a:lnTo>
                  <a:pt x="533619" y="365959"/>
                </a:lnTo>
                <a:lnTo>
                  <a:pt x="541119" y="368905"/>
                </a:lnTo>
                <a:lnTo>
                  <a:pt x="546774" y="381703"/>
                </a:lnTo>
                <a:lnTo>
                  <a:pt x="543876" y="389158"/>
                </a:lnTo>
                <a:lnTo>
                  <a:pt x="537500" y="392009"/>
                </a:lnTo>
                <a:lnTo>
                  <a:pt x="532422" y="394197"/>
                </a:lnTo>
                <a:lnTo>
                  <a:pt x="526659" y="392915"/>
                </a:lnTo>
                <a:close/>
              </a:path>
              <a:path w="5142230" h="2300604">
                <a:moveTo>
                  <a:pt x="892476" y="806507"/>
                </a:moveTo>
                <a:lnTo>
                  <a:pt x="887967" y="801680"/>
                </a:lnTo>
                <a:lnTo>
                  <a:pt x="887089" y="795560"/>
                </a:lnTo>
                <a:lnTo>
                  <a:pt x="889949" y="790606"/>
                </a:lnTo>
                <a:lnTo>
                  <a:pt x="893459" y="784588"/>
                </a:lnTo>
                <a:lnTo>
                  <a:pt x="901178" y="782490"/>
                </a:lnTo>
                <a:lnTo>
                  <a:pt x="913308" y="789512"/>
                </a:lnTo>
                <a:lnTo>
                  <a:pt x="915401" y="797227"/>
                </a:lnTo>
                <a:lnTo>
                  <a:pt x="911888" y="803339"/>
                </a:lnTo>
                <a:lnTo>
                  <a:pt x="908383" y="809362"/>
                </a:lnTo>
                <a:lnTo>
                  <a:pt x="900664" y="811459"/>
                </a:lnTo>
                <a:lnTo>
                  <a:pt x="894547" y="807942"/>
                </a:lnTo>
                <a:lnTo>
                  <a:pt x="893488" y="807297"/>
                </a:lnTo>
                <a:lnTo>
                  <a:pt x="892476" y="806507"/>
                </a:lnTo>
                <a:close/>
              </a:path>
              <a:path w="5142230" h="2300604">
                <a:moveTo>
                  <a:pt x="954945" y="840731"/>
                </a:moveTo>
                <a:lnTo>
                  <a:pt x="950390" y="835855"/>
                </a:lnTo>
                <a:lnTo>
                  <a:pt x="949406" y="830109"/>
                </a:lnTo>
                <a:lnTo>
                  <a:pt x="951979" y="825240"/>
                </a:lnTo>
                <a:lnTo>
                  <a:pt x="955171" y="818980"/>
                </a:lnTo>
                <a:lnTo>
                  <a:pt x="962855" y="816550"/>
                </a:lnTo>
                <a:lnTo>
                  <a:pt x="975287" y="823016"/>
                </a:lnTo>
                <a:lnTo>
                  <a:pt x="977671" y="830651"/>
                </a:lnTo>
                <a:lnTo>
                  <a:pt x="971253" y="843038"/>
                </a:lnTo>
                <a:lnTo>
                  <a:pt x="963756" y="845470"/>
                </a:lnTo>
                <a:lnTo>
                  <a:pt x="963615" y="845516"/>
                </a:lnTo>
                <a:lnTo>
                  <a:pt x="957399" y="842283"/>
                </a:lnTo>
                <a:lnTo>
                  <a:pt x="956048" y="841618"/>
                </a:lnTo>
                <a:lnTo>
                  <a:pt x="954945" y="840731"/>
                </a:lnTo>
                <a:close/>
              </a:path>
              <a:path w="5142230" h="2300604">
                <a:moveTo>
                  <a:pt x="499007" y="327344"/>
                </a:moveTo>
                <a:lnTo>
                  <a:pt x="494543" y="322565"/>
                </a:lnTo>
                <a:lnTo>
                  <a:pt x="493645" y="321213"/>
                </a:lnTo>
                <a:lnTo>
                  <a:pt x="493077" y="319725"/>
                </a:lnTo>
                <a:lnTo>
                  <a:pt x="490466" y="313216"/>
                </a:lnTo>
                <a:lnTo>
                  <a:pt x="493602" y="305821"/>
                </a:lnTo>
                <a:lnTo>
                  <a:pt x="506616" y="300594"/>
                </a:lnTo>
                <a:lnTo>
                  <a:pt x="513972" y="303776"/>
                </a:lnTo>
                <a:lnTo>
                  <a:pt x="516583" y="310285"/>
                </a:lnTo>
                <a:lnTo>
                  <a:pt x="519243" y="316749"/>
                </a:lnTo>
                <a:lnTo>
                  <a:pt x="516061" y="324095"/>
                </a:lnTo>
                <a:lnTo>
                  <a:pt x="509602" y="326760"/>
                </a:lnTo>
                <a:lnTo>
                  <a:pt x="504846" y="328609"/>
                </a:lnTo>
                <a:lnTo>
                  <a:pt x="504578" y="328713"/>
                </a:lnTo>
                <a:lnTo>
                  <a:pt x="499007" y="327344"/>
                </a:lnTo>
                <a:close/>
              </a:path>
              <a:path w="5142230" h="2300604">
                <a:moveTo>
                  <a:pt x="831852" y="769272"/>
                </a:moveTo>
                <a:lnTo>
                  <a:pt x="827251" y="764347"/>
                </a:lnTo>
                <a:lnTo>
                  <a:pt x="826572" y="757951"/>
                </a:lnTo>
                <a:lnTo>
                  <a:pt x="829763" y="752961"/>
                </a:lnTo>
                <a:lnTo>
                  <a:pt x="833598" y="747096"/>
                </a:lnTo>
                <a:lnTo>
                  <a:pt x="841445" y="745427"/>
                </a:lnTo>
                <a:lnTo>
                  <a:pt x="853224" y="753051"/>
                </a:lnTo>
                <a:lnTo>
                  <a:pt x="854839" y="760938"/>
                </a:lnTo>
                <a:lnTo>
                  <a:pt x="847169" y="772669"/>
                </a:lnTo>
                <a:lnTo>
                  <a:pt x="839376" y="774296"/>
                </a:lnTo>
                <a:lnTo>
                  <a:pt x="833511" y="770462"/>
                </a:lnTo>
                <a:lnTo>
                  <a:pt x="832628" y="769908"/>
                </a:lnTo>
                <a:lnTo>
                  <a:pt x="831852" y="769272"/>
                </a:lnTo>
                <a:close/>
              </a:path>
              <a:path w="5142230" h="2300604">
                <a:moveTo>
                  <a:pt x="473169" y="261173"/>
                </a:moveTo>
                <a:lnTo>
                  <a:pt x="468655" y="256341"/>
                </a:lnTo>
                <a:lnTo>
                  <a:pt x="467811" y="254948"/>
                </a:lnTo>
                <a:lnTo>
                  <a:pt x="467250" y="253371"/>
                </a:lnTo>
                <a:lnTo>
                  <a:pt x="464688" y="246816"/>
                </a:lnTo>
                <a:lnTo>
                  <a:pt x="468005" y="239517"/>
                </a:lnTo>
                <a:lnTo>
                  <a:pt x="474557" y="237049"/>
                </a:lnTo>
                <a:lnTo>
                  <a:pt x="481112" y="234487"/>
                </a:lnTo>
                <a:lnTo>
                  <a:pt x="488411" y="237804"/>
                </a:lnTo>
                <a:lnTo>
                  <a:pt x="490874" y="244351"/>
                </a:lnTo>
                <a:lnTo>
                  <a:pt x="493396" y="250862"/>
                </a:lnTo>
                <a:lnTo>
                  <a:pt x="490124" y="258210"/>
                </a:lnTo>
                <a:lnTo>
                  <a:pt x="483568" y="260673"/>
                </a:lnTo>
                <a:lnTo>
                  <a:pt x="478598" y="262585"/>
                </a:lnTo>
                <a:lnTo>
                  <a:pt x="473169" y="261173"/>
                </a:lnTo>
                <a:close/>
              </a:path>
              <a:path w="5142230" h="2300604">
                <a:moveTo>
                  <a:pt x="2790634" y="2174056"/>
                </a:moveTo>
                <a:lnTo>
                  <a:pt x="2786347" y="2169467"/>
                </a:lnTo>
                <a:lnTo>
                  <a:pt x="2785132" y="2164941"/>
                </a:lnTo>
                <a:lnTo>
                  <a:pt x="2786412" y="2160641"/>
                </a:lnTo>
                <a:lnTo>
                  <a:pt x="2788384" y="2154151"/>
                </a:lnTo>
                <a:lnTo>
                  <a:pt x="2795207" y="2150507"/>
                </a:lnTo>
                <a:lnTo>
                  <a:pt x="2808201" y="2154349"/>
                </a:lnTo>
                <a:lnTo>
                  <a:pt x="2811844" y="2161181"/>
                </a:lnTo>
                <a:lnTo>
                  <a:pt x="2808003" y="2174175"/>
                </a:lnTo>
                <a:lnTo>
                  <a:pt x="2801175" y="2177813"/>
                </a:lnTo>
                <a:lnTo>
                  <a:pt x="2792481" y="2175252"/>
                </a:lnTo>
                <a:lnTo>
                  <a:pt x="2790634" y="2174056"/>
                </a:lnTo>
                <a:close/>
              </a:path>
              <a:path w="5142230" h="2300604">
                <a:moveTo>
                  <a:pt x="1972510" y="1056841"/>
                </a:moveTo>
                <a:lnTo>
                  <a:pt x="1968233" y="1052263"/>
                </a:lnTo>
                <a:lnTo>
                  <a:pt x="1967015" y="1047831"/>
                </a:lnTo>
                <a:lnTo>
                  <a:pt x="1968200" y="1043528"/>
                </a:lnTo>
                <a:lnTo>
                  <a:pt x="1970074" y="1037029"/>
                </a:lnTo>
                <a:lnTo>
                  <a:pt x="1976904" y="1033296"/>
                </a:lnTo>
                <a:lnTo>
                  <a:pt x="1989901" y="1037043"/>
                </a:lnTo>
                <a:lnTo>
                  <a:pt x="1993633" y="1043775"/>
                </a:lnTo>
                <a:lnTo>
                  <a:pt x="1991759" y="1050273"/>
                </a:lnTo>
                <a:lnTo>
                  <a:pt x="1989936" y="1056825"/>
                </a:lnTo>
                <a:lnTo>
                  <a:pt x="1983105" y="1060558"/>
                </a:lnTo>
                <a:lnTo>
                  <a:pt x="1976607" y="1058685"/>
                </a:lnTo>
                <a:lnTo>
                  <a:pt x="1974408" y="1058091"/>
                </a:lnTo>
                <a:lnTo>
                  <a:pt x="1972510" y="1056841"/>
                </a:lnTo>
                <a:close/>
              </a:path>
              <a:path w="5142230" h="2300604">
                <a:moveTo>
                  <a:pt x="2769579" y="2241835"/>
                </a:moveTo>
                <a:lnTo>
                  <a:pt x="2765257" y="2237208"/>
                </a:lnTo>
                <a:lnTo>
                  <a:pt x="2764091" y="2232636"/>
                </a:lnTo>
                <a:lnTo>
                  <a:pt x="2765463" y="2228241"/>
                </a:lnTo>
                <a:lnTo>
                  <a:pt x="2767526" y="2221848"/>
                </a:lnTo>
                <a:lnTo>
                  <a:pt x="2774395" y="2218253"/>
                </a:lnTo>
                <a:lnTo>
                  <a:pt x="2787338" y="2222333"/>
                </a:lnTo>
                <a:lnTo>
                  <a:pt x="2790879" y="2229252"/>
                </a:lnTo>
                <a:lnTo>
                  <a:pt x="2788817" y="2235744"/>
                </a:lnTo>
                <a:lnTo>
                  <a:pt x="2786754" y="2242137"/>
                </a:lnTo>
                <a:lnTo>
                  <a:pt x="2779885" y="2245732"/>
                </a:lnTo>
                <a:lnTo>
                  <a:pt x="2773437" y="2243619"/>
                </a:lnTo>
                <a:lnTo>
                  <a:pt x="2771386" y="2242987"/>
                </a:lnTo>
                <a:lnTo>
                  <a:pt x="2769579" y="2241835"/>
                </a:lnTo>
                <a:close/>
              </a:path>
              <a:path w="5142230" h="2300604">
                <a:moveTo>
                  <a:pt x="2620878" y="1334503"/>
                </a:moveTo>
                <a:lnTo>
                  <a:pt x="2615858" y="1329129"/>
                </a:lnTo>
                <a:lnTo>
                  <a:pt x="2615437" y="1322521"/>
                </a:lnTo>
                <a:lnTo>
                  <a:pt x="2619183" y="1317733"/>
                </a:lnTo>
                <a:lnTo>
                  <a:pt x="2623289" y="1312354"/>
                </a:lnTo>
                <a:lnTo>
                  <a:pt x="2631014" y="1311338"/>
                </a:lnTo>
                <a:lnTo>
                  <a:pt x="2641733" y="1319587"/>
                </a:lnTo>
                <a:lnTo>
                  <a:pt x="2642745" y="1327316"/>
                </a:lnTo>
                <a:lnTo>
                  <a:pt x="2634455" y="1337992"/>
                </a:lnTo>
                <a:lnTo>
                  <a:pt x="2626771" y="1339052"/>
                </a:lnTo>
                <a:lnTo>
                  <a:pt x="2621436" y="1334905"/>
                </a:lnTo>
                <a:lnTo>
                  <a:pt x="2620878" y="1334503"/>
                </a:lnTo>
                <a:close/>
              </a:path>
              <a:path w="5142230" h="2300604">
                <a:moveTo>
                  <a:pt x="1835947" y="1017588"/>
                </a:moveTo>
                <a:lnTo>
                  <a:pt x="1831670" y="1013009"/>
                </a:lnTo>
                <a:lnTo>
                  <a:pt x="1830452" y="1008578"/>
                </a:lnTo>
                <a:lnTo>
                  <a:pt x="1831731" y="1004278"/>
                </a:lnTo>
                <a:lnTo>
                  <a:pt x="1833605" y="997779"/>
                </a:lnTo>
                <a:lnTo>
                  <a:pt x="1840436" y="994046"/>
                </a:lnTo>
                <a:lnTo>
                  <a:pt x="1846929" y="995915"/>
                </a:lnTo>
                <a:lnTo>
                  <a:pt x="1853383" y="997839"/>
                </a:lnTo>
                <a:lnTo>
                  <a:pt x="1857112" y="1004665"/>
                </a:lnTo>
                <a:lnTo>
                  <a:pt x="1855238" y="1011163"/>
                </a:lnTo>
                <a:lnTo>
                  <a:pt x="1853324" y="1017618"/>
                </a:lnTo>
                <a:lnTo>
                  <a:pt x="1846493" y="1021351"/>
                </a:lnTo>
                <a:lnTo>
                  <a:pt x="1839995" y="1019477"/>
                </a:lnTo>
                <a:lnTo>
                  <a:pt x="1837845" y="1018838"/>
                </a:lnTo>
                <a:lnTo>
                  <a:pt x="1835947" y="1017588"/>
                </a:lnTo>
                <a:close/>
              </a:path>
              <a:path w="5142230" h="2300604">
                <a:moveTo>
                  <a:pt x="2562614" y="1293247"/>
                </a:moveTo>
                <a:lnTo>
                  <a:pt x="2558196" y="1288517"/>
                </a:lnTo>
                <a:lnTo>
                  <a:pt x="2557559" y="1282263"/>
                </a:lnTo>
                <a:lnTo>
                  <a:pt x="2560695" y="1277508"/>
                </a:lnTo>
                <a:lnTo>
                  <a:pt x="2564384" y="1271779"/>
                </a:lnTo>
                <a:lnTo>
                  <a:pt x="2571985" y="1270239"/>
                </a:lnTo>
                <a:lnTo>
                  <a:pt x="2583352" y="1277618"/>
                </a:lnTo>
                <a:lnTo>
                  <a:pt x="2584931" y="1285173"/>
                </a:lnTo>
                <a:lnTo>
                  <a:pt x="2581197" y="1290853"/>
                </a:lnTo>
                <a:lnTo>
                  <a:pt x="2577557" y="1296536"/>
                </a:lnTo>
                <a:lnTo>
                  <a:pt x="2569907" y="1298121"/>
                </a:lnTo>
                <a:lnTo>
                  <a:pt x="2564273" y="1294436"/>
                </a:lnTo>
                <a:lnTo>
                  <a:pt x="2563390" y="1293882"/>
                </a:lnTo>
                <a:lnTo>
                  <a:pt x="2562614" y="1293247"/>
                </a:lnTo>
                <a:close/>
              </a:path>
              <a:path w="5142230" h="2300604">
                <a:moveTo>
                  <a:pt x="2851833" y="1897456"/>
                </a:moveTo>
                <a:lnTo>
                  <a:pt x="2847556" y="1892877"/>
                </a:lnTo>
                <a:lnTo>
                  <a:pt x="2846252" y="1889429"/>
                </a:lnTo>
                <a:lnTo>
                  <a:pt x="2846615" y="1885712"/>
                </a:lnTo>
                <a:lnTo>
                  <a:pt x="2847367" y="1878991"/>
                </a:lnTo>
                <a:lnTo>
                  <a:pt x="2853433" y="1874146"/>
                </a:lnTo>
                <a:lnTo>
                  <a:pt x="2866883" y="1875543"/>
                </a:lnTo>
                <a:lnTo>
                  <a:pt x="2871728" y="1881609"/>
                </a:lnTo>
                <a:lnTo>
                  <a:pt x="2870980" y="1888335"/>
                </a:lnTo>
                <a:lnTo>
                  <a:pt x="2870277" y="1895109"/>
                </a:lnTo>
                <a:lnTo>
                  <a:pt x="2864216" y="1899959"/>
                </a:lnTo>
                <a:lnTo>
                  <a:pt x="2857490" y="1899211"/>
                </a:lnTo>
                <a:lnTo>
                  <a:pt x="2854474" y="1898915"/>
                </a:lnTo>
                <a:lnTo>
                  <a:pt x="2851833" y="1897456"/>
                </a:lnTo>
                <a:close/>
              </a:path>
              <a:path w="5142230" h="2300604">
                <a:moveTo>
                  <a:pt x="1767959" y="997103"/>
                </a:moveTo>
                <a:lnTo>
                  <a:pt x="1763632" y="992471"/>
                </a:lnTo>
                <a:lnTo>
                  <a:pt x="1762462" y="987993"/>
                </a:lnTo>
                <a:lnTo>
                  <a:pt x="1763745" y="983599"/>
                </a:lnTo>
                <a:lnTo>
                  <a:pt x="1765758" y="977153"/>
                </a:lnTo>
                <a:lnTo>
                  <a:pt x="1772581" y="973509"/>
                </a:lnTo>
                <a:lnTo>
                  <a:pt x="1779081" y="975482"/>
                </a:lnTo>
                <a:lnTo>
                  <a:pt x="1785528" y="977495"/>
                </a:lnTo>
                <a:lnTo>
                  <a:pt x="1789166" y="984323"/>
                </a:lnTo>
                <a:lnTo>
                  <a:pt x="1787199" y="990818"/>
                </a:lnTo>
                <a:lnTo>
                  <a:pt x="1785185" y="997264"/>
                </a:lnTo>
                <a:lnTo>
                  <a:pt x="1778357" y="1000903"/>
                </a:lnTo>
                <a:lnTo>
                  <a:pt x="1771862" y="998935"/>
                </a:lnTo>
                <a:lnTo>
                  <a:pt x="1769761" y="998250"/>
                </a:lnTo>
                <a:lnTo>
                  <a:pt x="1767959" y="997103"/>
                </a:lnTo>
                <a:close/>
              </a:path>
              <a:path w="5142230" h="2300604">
                <a:moveTo>
                  <a:pt x="2742156" y="2300034"/>
                </a:moveTo>
                <a:lnTo>
                  <a:pt x="2743628" y="2295673"/>
                </a:lnTo>
                <a:lnTo>
                  <a:pt x="2745731" y="2289225"/>
                </a:lnTo>
                <a:lnTo>
                  <a:pt x="2752605" y="2285734"/>
                </a:lnTo>
                <a:lnTo>
                  <a:pt x="2765492" y="2289949"/>
                </a:lnTo>
                <a:lnTo>
                  <a:pt x="2768984" y="2296913"/>
                </a:lnTo>
                <a:lnTo>
                  <a:pt x="2767960" y="2300034"/>
                </a:lnTo>
                <a:lnTo>
                  <a:pt x="2742156" y="2300034"/>
                </a:lnTo>
                <a:close/>
              </a:path>
              <a:path w="5142230" h="2300604">
                <a:moveTo>
                  <a:pt x="1904253" y="1037338"/>
                </a:moveTo>
                <a:lnTo>
                  <a:pt x="1899926" y="1032706"/>
                </a:lnTo>
                <a:lnTo>
                  <a:pt x="1898659" y="1028320"/>
                </a:lnTo>
                <a:lnTo>
                  <a:pt x="1899933" y="1024015"/>
                </a:lnTo>
                <a:lnTo>
                  <a:pt x="1901807" y="1017517"/>
                </a:lnTo>
                <a:lnTo>
                  <a:pt x="1908597" y="1013740"/>
                </a:lnTo>
                <a:lnTo>
                  <a:pt x="1921589" y="1017482"/>
                </a:lnTo>
                <a:lnTo>
                  <a:pt x="1925375" y="1024272"/>
                </a:lnTo>
                <a:lnTo>
                  <a:pt x="1921628" y="1037269"/>
                </a:lnTo>
                <a:lnTo>
                  <a:pt x="1914843" y="1041050"/>
                </a:lnTo>
                <a:lnTo>
                  <a:pt x="1906101" y="1038534"/>
                </a:lnTo>
                <a:lnTo>
                  <a:pt x="1904253" y="1037338"/>
                </a:lnTo>
                <a:close/>
              </a:path>
              <a:path w="5142230" h="2300604">
                <a:moveTo>
                  <a:pt x="2841610" y="1967544"/>
                </a:moveTo>
                <a:lnTo>
                  <a:pt x="2837333" y="1962966"/>
                </a:lnTo>
                <a:lnTo>
                  <a:pt x="2836042" y="1959140"/>
                </a:lnTo>
                <a:lnTo>
                  <a:pt x="2837914" y="1948535"/>
                </a:lnTo>
                <a:lnTo>
                  <a:pt x="2844255" y="1944081"/>
                </a:lnTo>
                <a:lnTo>
                  <a:pt x="2850914" y="1945248"/>
                </a:lnTo>
                <a:lnTo>
                  <a:pt x="2857631" y="1946378"/>
                </a:lnTo>
                <a:lnTo>
                  <a:pt x="2862041" y="1952760"/>
                </a:lnTo>
                <a:lnTo>
                  <a:pt x="2859699" y="1966088"/>
                </a:lnTo>
                <a:lnTo>
                  <a:pt x="2853362" y="1970546"/>
                </a:lnTo>
                <a:lnTo>
                  <a:pt x="2843976" y="1968904"/>
                </a:lnTo>
                <a:lnTo>
                  <a:pt x="2841610" y="1967544"/>
                </a:lnTo>
                <a:close/>
              </a:path>
              <a:path w="5142230" h="2300604">
                <a:moveTo>
                  <a:pt x="2502103" y="1256719"/>
                </a:moveTo>
                <a:lnTo>
                  <a:pt x="2497689" y="1251994"/>
                </a:lnTo>
                <a:lnTo>
                  <a:pt x="2496847" y="1246206"/>
                </a:lnTo>
                <a:lnTo>
                  <a:pt x="2502825" y="1235499"/>
                </a:lnTo>
                <a:lnTo>
                  <a:pt x="2510307" y="1233441"/>
                </a:lnTo>
                <a:lnTo>
                  <a:pt x="2522126" y="1240032"/>
                </a:lnTo>
                <a:lnTo>
                  <a:pt x="2524230" y="1247563"/>
                </a:lnTo>
                <a:lnTo>
                  <a:pt x="2520867" y="1253444"/>
                </a:lnTo>
                <a:lnTo>
                  <a:pt x="2517593" y="1259324"/>
                </a:lnTo>
                <a:lnTo>
                  <a:pt x="2510111" y="1261382"/>
                </a:lnTo>
                <a:lnTo>
                  <a:pt x="2503073" y="1257465"/>
                </a:lnTo>
                <a:lnTo>
                  <a:pt x="2502103" y="1256719"/>
                </a:lnTo>
                <a:close/>
              </a:path>
              <a:path w="5142230" h="2300604">
                <a:moveTo>
                  <a:pt x="2309717" y="1166897"/>
                </a:moveTo>
                <a:lnTo>
                  <a:pt x="2305390" y="1162265"/>
                </a:lnTo>
                <a:lnTo>
                  <a:pt x="2304232" y="1157311"/>
                </a:lnTo>
                <a:lnTo>
                  <a:pt x="2305997" y="1152750"/>
                </a:lnTo>
                <a:lnTo>
                  <a:pt x="2308519" y="1146457"/>
                </a:lnTo>
                <a:lnTo>
                  <a:pt x="2315615" y="1143399"/>
                </a:lnTo>
                <a:lnTo>
                  <a:pt x="2328237" y="1148309"/>
                </a:lnTo>
                <a:lnTo>
                  <a:pt x="2331305" y="1155405"/>
                </a:lnTo>
                <a:lnTo>
                  <a:pt x="2326345" y="1167983"/>
                </a:lnTo>
                <a:lnTo>
                  <a:pt x="2319246" y="1171136"/>
                </a:lnTo>
                <a:lnTo>
                  <a:pt x="2312910" y="1168654"/>
                </a:lnTo>
                <a:lnTo>
                  <a:pt x="2311145" y="1167937"/>
                </a:lnTo>
                <a:lnTo>
                  <a:pt x="2309717" y="1166897"/>
                </a:lnTo>
                <a:close/>
              </a:path>
              <a:path w="5142230" h="2300604">
                <a:moveTo>
                  <a:pt x="854234" y="619341"/>
                </a:moveTo>
                <a:lnTo>
                  <a:pt x="848841" y="613568"/>
                </a:lnTo>
                <a:lnTo>
                  <a:pt x="848468" y="606913"/>
                </a:lnTo>
                <a:lnTo>
                  <a:pt x="856600" y="596850"/>
                </a:lnTo>
                <a:lnTo>
                  <a:pt x="864328" y="596032"/>
                </a:lnTo>
                <a:lnTo>
                  <a:pt x="874893" y="604507"/>
                </a:lnTo>
                <a:lnTo>
                  <a:pt x="875720" y="612235"/>
                </a:lnTo>
                <a:lnTo>
                  <a:pt x="867195" y="622756"/>
                </a:lnTo>
                <a:lnTo>
                  <a:pt x="859472" y="623579"/>
                </a:lnTo>
                <a:lnTo>
                  <a:pt x="854234" y="619341"/>
                </a:lnTo>
                <a:close/>
              </a:path>
              <a:path w="5142230" h="2300604">
                <a:moveTo>
                  <a:pt x="1162563" y="792615"/>
                </a:moveTo>
                <a:lnTo>
                  <a:pt x="1158232" y="787978"/>
                </a:lnTo>
                <a:lnTo>
                  <a:pt x="1157184" y="782848"/>
                </a:lnTo>
                <a:lnTo>
                  <a:pt x="1161754" y="772004"/>
                </a:lnTo>
                <a:lnTo>
                  <a:pt x="1168982" y="769087"/>
                </a:lnTo>
                <a:lnTo>
                  <a:pt x="1181407" y="774372"/>
                </a:lnTo>
                <a:lnTo>
                  <a:pt x="1184324" y="781600"/>
                </a:lnTo>
                <a:lnTo>
                  <a:pt x="1181657" y="787835"/>
                </a:lnTo>
                <a:lnTo>
                  <a:pt x="1179039" y="794025"/>
                </a:lnTo>
                <a:lnTo>
                  <a:pt x="1171811" y="796942"/>
                </a:lnTo>
                <a:lnTo>
                  <a:pt x="1165621" y="794324"/>
                </a:lnTo>
                <a:lnTo>
                  <a:pt x="1163995" y="793560"/>
                </a:lnTo>
                <a:lnTo>
                  <a:pt x="1162563" y="792615"/>
                </a:lnTo>
                <a:close/>
              </a:path>
              <a:path w="5142230" h="2300604">
                <a:moveTo>
                  <a:pt x="800140" y="571796"/>
                </a:moveTo>
                <a:lnTo>
                  <a:pt x="795271" y="566583"/>
                </a:lnTo>
                <a:lnTo>
                  <a:pt x="795242" y="559123"/>
                </a:lnTo>
                <a:lnTo>
                  <a:pt x="804490" y="549571"/>
                </a:lnTo>
                <a:lnTo>
                  <a:pt x="812239" y="549363"/>
                </a:lnTo>
                <a:lnTo>
                  <a:pt x="821969" y="558801"/>
                </a:lnTo>
                <a:lnTo>
                  <a:pt x="822182" y="566555"/>
                </a:lnTo>
                <a:lnTo>
                  <a:pt x="812739" y="576290"/>
                </a:lnTo>
                <a:lnTo>
                  <a:pt x="805038" y="576452"/>
                </a:lnTo>
                <a:lnTo>
                  <a:pt x="800140" y="571796"/>
                </a:lnTo>
                <a:close/>
              </a:path>
              <a:path w="5142230" h="2300604">
                <a:moveTo>
                  <a:pt x="2243285" y="1142018"/>
                </a:moveTo>
                <a:lnTo>
                  <a:pt x="2238963" y="1137391"/>
                </a:lnTo>
                <a:lnTo>
                  <a:pt x="2237806" y="1132536"/>
                </a:lnTo>
                <a:lnTo>
                  <a:pt x="2239416" y="1128101"/>
                </a:lnTo>
                <a:lnTo>
                  <a:pt x="2241668" y="1121715"/>
                </a:lnTo>
                <a:lnTo>
                  <a:pt x="2248720" y="1118414"/>
                </a:lnTo>
                <a:lnTo>
                  <a:pt x="2261454" y="1122955"/>
                </a:lnTo>
                <a:lnTo>
                  <a:pt x="2264750" y="1130002"/>
                </a:lnTo>
                <a:lnTo>
                  <a:pt x="2262461" y="1136349"/>
                </a:lnTo>
                <a:lnTo>
                  <a:pt x="2260214" y="1142741"/>
                </a:lnTo>
                <a:lnTo>
                  <a:pt x="2253157" y="1146036"/>
                </a:lnTo>
                <a:lnTo>
                  <a:pt x="2244907" y="1143069"/>
                </a:lnTo>
                <a:lnTo>
                  <a:pt x="2243285" y="1142018"/>
                </a:lnTo>
                <a:close/>
              </a:path>
              <a:path w="5142230" h="2300604">
                <a:moveTo>
                  <a:pt x="911287" y="661647"/>
                </a:moveTo>
                <a:lnTo>
                  <a:pt x="906171" y="656171"/>
                </a:lnTo>
                <a:lnTo>
                  <a:pt x="905548" y="649933"/>
                </a:lnTo>
                <a:lnTo>
                  <a:pt x="912653" y="639552"/>
                </a:lnTo>
                <a:lnTo>
                  <a:pt x="920255" y="638111"/>
                </a:lnTo>
                <a:lnTo>
                  <a:pt x="925882" y="641886"/>
                </a:lnTo>
                <a:lnTo>
                  <a:pt x="931468" y="645716"/>
                </a:lnTo>
                <a:lnTo>
                  <a:pt x="932909" y="653319"/>
                </a:lnTo>
                <a:lnTo>
                  <a:pt x="929079" y="658896"/>
                </a:lnTo>
                <a:lnTo>
                  <a:pt x="925304" y="664532"/>
                </a:lnTo>
                <a:lnTo>
                  <a:pt x="917702" y="665973"/>
                </a:lnTo>
                <a:lnTo>
                  <a:pt x="912071" y="662193"/>
                </a:lnTo>
                <a:lnTo>
                  <a:pt x="911287" y="661647"/>
                </a:lnTo>
                <a:close/>
              </a:path>
              <a:path w="5142230" h="2300604">
                <a:moveTo>
                  <a:pt x="970916" y="698990"/>
                </a:moveTo>
                <a:lnTo>
                  <a:pt x="966543" y="694309"/>
                </a:lnTo>
                <a:lnTo>
                  <a:pt x="965705" y="688426"/>
                </a:lnTo>
                <a:lnTo>
                  <a:pt x="968513" y="683612"/>
                </a:lnTo>
                <a:lnTo>
                  <a:pt x="971876" y="677731"/>
                </a:lnTo>
                <a:lnTo>
                  <a:pt x="979355" y="675766"/>
                </a:lnTo>
                <a:lnTo>
                  <a:pt x="985236" y="679130"/>
                </a:lnTo>
                <a:lnTo>
                  <a:pt x="991068" y="682538"/>
                </a:lnTo>
                <a:lnTo>
                  <a:pt x="993078" y="690066"/>
                </a:lnTo>
                <a:lnTo>
                  <a:pt x="989665" y="695893"/>
                </a:lnTo>
                <a:lnTo>
                  <a:pt x="986306" y="701779"/>
                </a:lnTo>
                <a:lnTo>
                  <a:pt x="978774" y="703784"/>
                </a:lnTo>
                <a:lnTo>
                  <a:pt x="971882" y="699731"/>
                </a:lnTo>
                <a:lnTo>
                  <a:pt x="970916" y="698990"/>
                </a:lnTo>
                <a:close/>
              </a:path>
              <a:path w="5142230" h="2300604">
                <a:moveTo>
                  <a:pt x="1228351" y="819639"/>
                </a:moveTo>
                <a:lnTo>
                  <a:pt x="1224019" y="815002"/>
                </a:lnTo>
                <a:lnTo>
                  <a:pt x="1222919" y="810012"/>
                </a:lnTo>
                <a:lnTo>
                  <a:pt x="1224675" y="805441"/>
                </a:lnTo>
                <a:lnTo>
                  <a:pt x="1227207" y="799158"/>
                </a:lnTo>
                <a:lnTo>
                  <a:pt x="1234293" y="796090"/>
                </a:lnTo>
                <a:lnTo>
                  <a:pt x="1246920" y="801005"/>
                </a:lnTo>
                <a:lnTo>
                  <a:pt x="1249985" y="808195"/>
                </a:lnTo>
                <a:lnTo>
                  <a:pt x="1247506" y="814437"/>
                </a:lnTo>
                <a:lnTo>
                  <a:pt x="1244974" y="820719"/>
                </a:lnTo>
                <a:lnTo>
                  <a:pt x="1237888" y="823788"/>
                </a:lnTo>
                <a:lnTo>
                  <a:pt x="1231597" y="821355"/>
                </a:lnTo>
                <a:lnTo>
                  <a:pt x="1229828" y="820633"/>
                </a:lnTo>
                <a:lnTo>
                  <a:pt x="1228351" y="819639"/>
                </a:lnTo>
                <a:close/>
              </a:path>
              <a:path w="5142230" h="2300604">
                <a:moveTo>
                  <a:pt x="1033538" y="732888"/>
                </a:moveTo>
                <a:lnTo>
                  <a:pt x="1029165" y="728207"/>
                </a:lnTo>
                <a:lnTo>
                  <a:pt x="1028256" y="722640"/>
                </a:lnTo>
                <a:lnTo>
                  <a:pt x="1033639" y="711884"/>
                </a:lnTo>
                <a:lnTo>
                  <a:pt x="1041044" y="709449"/>
                </a:lnTo>
                <a:lnTo>
                  <a:pt x="1053112" y="715525"/>
                </a:lnTo>
                <a:lnTo>
                  <a:pt x="1055551" y="722926"/>
                </a:lnTo>
                <a:lnTo>
                  <a:pt x="1049426" y="735039"/>
                </a:lnTo>
                <a:lnTo>
                  <a:pt x="1042074" y="737433"/>
                </a:lnTo>
                <a:lnTo>
                  <a:pt x="1034689" y="733730"/>
                </a:lnTo>
                <a:lnTo>
                  <a:pt x="1033538" y="732888"/>
                </a:lnTo>
                <a:close/>
              </a:path>
              <a:path w="5142230" h="2300604">
                <a:moveTo>
                  <a:pt x="1097595" y="763730"/>
                </a:moveTo>
                <a:lnTo>
                  <a:pt x="1093263" y="759093"/>
                </a:lnTo>
                <a:lnTo>
                  <a:pt x="1092217" y="753770"/>
                </a:lnTo>
                <a:lnTo>
                  <a:pt x="1094358" y="749122"/>
                </a:lnTo>
                <a:lnTo>
                  <a:pt x="1097215" y="742992"/>
                </a:lnTo>
                <a:lnTo>
                  <a:pt x="1104482" y="740312"/>
                </a:lnTo>
                <a:lnTo>
                  <a:pt x="1110617" y="743165"/>
                </a:lnTo>
                <a:lnTo>
                  <a:pt x="1116800" y="745972"/>
                </a:lnTo>
                <a:lnTo>
                  <a:pt x="1119475" y="753234"/>
                </a:lnTo>
                <a:lnTo>
                  <a:pt x="1113774" y="765508"/>
                </a:lnTo>
                <a:lnTo>
                  <a:pt x="1106553" y="768236"/>
                </a:lnTo>
                <a:lnTo>
                  <a:pt x="1100370" y="765429"/>
                </a:lnTo>
                <a:lnTo>
                  <a:pt x="1098883" y="764718"/>
                </a:lnTo>
                <a:lnTo>
                  <a:pt x="1097595" y="763730"/>
                </a:lnTo>
                <a:close/>
              </a:path>
              <a:path w="5142230" h="2300604">
                <a:moveTo>
                  <a:pt x="2439400" y="1223809"/>
                </a:moveTo>
                <a:lnTo>
                  <a:pt x="2435027" y="1219128"/>
                </a:lnTo>
                <a:lnTo>
                  <a:pt x="2434123" y="1213663"/>
                </a:lnTo>
                <a:lnTo>
                  <a:pt x="2439404" y="1202895"/>
                </a:lnTo>
                <a:lnTo>
                  <a:pt x="2446754" y="1200402"/>
                </a:lnTo>
                <a:lnTo>
                  <a:pt x="2458878" y="1206343"/>
                </a:lnTo>
                <a:lnTo>
                  <a:pt x="2461362" y="1213693"/>
                </a:lnTo>
                <a:lnTo>
                  <a:pt x="2455377" y="1225859"/>
                </a:lnTo>
                <a:lnTo>
                  <a:pt x="2448026" y="1228351"/>
                </a:lnTo>
                <a:lnTo>
                  <a:pt x="2441985" y="1225403"/>
                </a:lnTo>
                <a:lnTo>
                  <a:pt x="2440593" y="1224694"/>
                </a:lnTo>
                <a:lnTo>
                  <a:pt x="2439400" y="1223809"/>
                </a:lnTo>
                <a:close/>
              </a:path>
              <a:path w="5142230" h="2300604">
                <a:moveTo>
                  <a:pt x="1361644" y="868978"/>
                </a:moveTo>
                <a:lnTo>
                  <a:pt x="1357312" y="864341"/>
                </a:lnTo>
                <a:lnTo>
                  <a:pt x="1356108" y="859631"/>
                </a:lnTo>
                <a:lnTo>
                  <a:pt x="1357722" y="855201"/>
                </a:lnTo>
                <a:lnTo>
                  <a:pt x="1359924" y="848761"/>
                </a:lnTo>
                <a:lnTo>
                  <a:pt x="1366931" y="845412"/>
                </a:lnTo>
                <a:lnTo>
                  <a:pt x="1379668" y="849858"/>
                </a:lnTo>
                <a:lnTo>
                  <a:pt x="1383066" y="856819"/>
                </a:lnTo>
                <a:lnTo>
                  <a:pt x="1380864" y="863259"/>
                </a:lnTo>
                <a:lnTo>
                  <a:pt x="1378616" y="869650"/>
                </a:lnTo>
                <a:lnTo>
                  <a:pt x="1371610" y="873000"/>
                </a:lnTo>
                <a:lnTo>
                  <a:pt x="1363257" y="870119"/>
                </a:lnTo>
                <a:lnTo>
                  <a:pt x="1361644" y="868978"/>
                </a:lnTo>
                <a:close/>
              </a:path>
              <a:path w="5142230" h="2300604">
                <a:moveTo>
                  <a:pt x="2827447" y="2037032"/>
                </a:moveTo>
                <a:lnTo>
                  <a:pt x="2823166" y="2032448"/>
                </a:lnTo>
                <a:lnTo>
                  <a:pt x="2821938" y="2028299"/>
                </a:lnTo>
                <a:lnTo>
                  <a:pt x="2822834" y="2024175"/>
                </a:lnTo>
                <a:lnTo>
                  <a:pt x="2824328" y="2017565"/>
                </a:lnTo>
                <a:lnTo>
                  <a:pt x="2830894" y="2013450"/>
                </a:lnTo>
                <a:lnTo>
                  <a:pt x="2844105" y="2016449"/>
                </a:lnTo>
                <a:lnTo>
                  <a:pt x="2848220" y="2023005"/>
                </a:lnTo>
                <a:lnTo>
                  <a:pt x="2845226" y="2036221"/>
                </a:lnTo>
                <a:lnTo>
                  <a:pt x="2838660" y="2040336"/>
                </a:lnTo>
                <a:lnTo>
                  <a:pt x="2829623" y="2038286"/>
                </a:lnTo>
                <a:lnTo>
                  <a:pt x="2827447" y="2037032"/>
                </a:lnTo>
                <a:close/>
              </a:path>
              <a:path w="5142230" h="2300604">
                <a:moveTo>
                  <a:pt x="2810187" y="2105842"/>
                </a:moveTo>
                <a:lnTo>
                  <a:pt x="2805905" y="2101259"/>
                </a:lnTo>
                <a:lnTo>
                  <a:pt x="2804684" y="2096921"/>
                </a:lnTo>
                <a:lnTo>
                  <a:pt x="2807549" y="2086109"/>
                </a:lnTo>
                <a:lnTo>
                  <a:pt x="2813995" y="2082452"/>
                </a:lnTo>
                <a:lnTo>
                  <a:pt x="2814293" y="2082283"/>
                </a:lnTo>
                <a:lnTo>
                  <a:pt x="2820839" y="2084012"/>
                </a:lnTo>
                <a:lnTo>
                  <a:pt x="2827345" y="2085796"/>
                </a:lnTo>
                <a:lnTo>
                  <a:pt x="2831220" y="2092485"/>
                </a:lnTo>
                <a:lnTo>
                  <a:pt x="2829491" y="2099040"/>
                </a:lnTo>
                <a:lnTo>
                  <a:pt x="2827712" y="2105542"/>
                </a:lnTo>
                <a:lnTo>
                  <a:pt x="2821314" y="2109250"/>
                </a:lnTo>
                <a:lnTo>
                  <a:pt x="2821018" y="2109421"/>
                </a:lnTo>
                <a:lnTo>
                  <a:pt x="2812174" y="2107090"/>
                </a:lnTo>
                <a:lnTo>
                  <a:pt x="2810187" y="2105842"/>
                </a:lnTo>
                <a:close/>
              </a:path>
              <a:path w="5142230" h="2300604">
                <a:moveTo>
                  <a:pt x="633675" y="349222"/>
                </a:moveTo>
                <a:lnTo>
                  <a:pt x="628513" y="343696"/>
                </a:lnTo>
                <a:lnTo>
                  <a:pt x="628020" y="342777"/>
                </a:lnTo>
                <a:lnTo>
                  <a:pt x="624731" y="336911"/>
                </a:lnTo>
                <a:lnTo>
                  <a:pt x="626828" y="329381"/>
                </a:lnTo>
                <a:lnTo>
                  <a:pt x="632746" y="326136"/>
                </a:lnTo>
                <a:lnTo>
                  <a:pt x="638666" y="322797"/>
                </a:lnTo>
                <a:lnTo>
                  <a:pt x="646101" y="324891"/>
                </a:lnTo>
                <a:lnTo>
                  <a:pt x="649440" y="330812"/>
                </a:lnTo>
                <a:lnTo>
                  <a:pt x="652685" y="336729"/>
                </a:lnTo>
                <a:lnTo>
                  <a:pt x="650636" y="344213"/>
                </a:lnTo>
                <a:lnTo>
                  <a:pt x="644670" y="347503"/>
                </a:lnTo>
                <a:lnTo>
                  <a:pt x="639712" y="350309"/>
                </a:lnTo>
                <a:lnTo>
                  <a:pt x="633675" y="349222"/>
                </a:lnTo>
                <a:close/>
              </a:path>
              <a:path w="5142230" h="2300604">
                <a:moveTo>
                  <a:pt x="2040719" y="1076682"/>
                </a:moveTo>
                <a:lnTo>
                  <a:pt x="2036391" y="1072050"/>
                </a:lnTo>
                <a:lnTo>
                  <a:pt x="2035173" y="1067618"/>
                </a:lnTo>
                <a:lnTo>
                  <a:pt x="2038370" y="1056770"/>
                </a:lnTo>
                <a:lnTo>
                  <a:pt x="2045202" y="1053136"/>
                </a:lnTo>
                <a:lnTo>
                  <a:pt x="2051652" y="1055055"/>
                </a:lnTo>
                <a:lnTo>
                  <a:pt x="2058146" y="1056923"/>
                </a:lnTo>
                <a:lnTo>
                  <a:pt x="2061883" y="1063759"/>
                </a:lnTo>
                <a:lnTo>
                  <a:pt x="2059916" y="1070254"/>
                </a:lnTo>
                <a:lnTo>
                  <a:pt x="2058042" y="1076753"/>
                </a:lnTo>
                <a:lnTo>
                  <a:pt x="2051260" y="1080440"/>
                </a:lnTo>
                <a:lnTo>
                  <a:pt x="2042566" y="1077878"/>
                </a:lnTo>
                <a:lnTo>
                  <a:pt x="2040719" y="1076682"/>
                </a:lnTo>
                <a:close/>
              </a:path>
              <a:path w="5142230" h="2300604">
                <a:moveTo>
                  <a:pt x="1294757" y="844980"/>
                </a:moveTo>
                <a:lnTo>
                  <a:pt x="1290435" y="840353"/>
                </a:lnTo>
                <a:lnTo>
                  <a:pt x="1289278" y="835498"/>
                </a:lnTo>
                <a:lnTo>
                  <a:pt x="1293283" y="824635"/>
                </a:lnTo>
                <a:lnTo>
                  <a:pt x="1300332" y="821428"/>
                </a:lnTo>
                <a:lnTo>
                  <a:pt x="1306674" y="823721"/>
                </a:lnTo>
                <a:lnTo>
                  <a:pt x="1313013" y="826109"/>
                </a:lnTo>
                <a:lnTo>
                  <a:pt x="1316269" y="833112"/>
                </a:lnTo>
                <a:lnTo>
                  <a:pt x="1311585" y="845888"/>
                </a:lnTo>
                <a:lnTo>
                  <a:pt x="1304536" y="849095"/>
                </a:lnTo>
                <a:lnTo>
                  <a:pt x="1296330" y="846077"/>
                </a:lnTo>
                <a:lnTo>
                  <a:pt x="1294757" y="844980"/>
                </a:lnTo>
                <a:close/>
              </a:path>
              <a:path w="5142230" h="2300604">
                <a:moveTo>
                  <a:pt x="670161" y="410370"/>
                </a:moveTo>
                <a:lnTo>
                  <a:pt x="665138" y="404993"/>
                </a:lnTo>
                <a:lnTo>
                  <a:pt x="661053" y="398665"/>
                </a:lnTo>
                <a:lnTo>
                  <a:pt x="662732" y="391079"/>
                </a:lnTo>
                <a:lnTo>
                  <a:pt x="668473" y="387450"/>
                </a:lnTo>
                <a:lnTo>
                  <a:pt x="674165" y="383768"/>
                </a:lnTo>
                <a:lnTo>
                  <a:pt x="681756" y="385443"/>
                </a:lnTo>
                <a:lnTo>
                  <a:pt x="689013" y="396926"/>
                </a:lnTo>
                <a:lnTo>
                  <a:pt x="687297" y="404473"/>
                </a:lnTo>
                <a:lnTo>
                  <a:pt x="676577" y="411373"/>
                </a:lnTo>
                <a:lnTo>
                  <a:pt x="670161" y="410370"/>
                </a:lnTo>
                <a:close/>
              </a:path>
              <a:path w="5142230" h="2300604">
                <a:moveTo>
                  <a:pt x="600253" y="286271"/>
                </a:moveTo>
                <a:lnTo>
                  <a:pt x="595830" y="281537"/>
                </a:lnTo>
                <a:lnTo>
                  <a:pt x="595158" y="280621"/>
                </a:lnTo>
                <a:lnTo>
                  <a:pt x="591578" y="273465"/>
                </a:lnTo>
                <a:lnTo>
                  <a:pt x="594046" y="266137"/>
                </a:lnTo>
                <a:lnTo>
                  <a:pt x="599680" y="263273"/>
                </a:lnTo>
                <a:lnTo>
                  <a:pt x="606026" y="260097"/>
                </a:lnTo>
                <a:lnTo>
                  <a:pt x="613478" y="262503"/>
                </a:lnTo>
                <a:lnTo>
                  <a:pt x="619577" y="274602"/>
                </a:lnTo>
                <a:lnTo>
                  <a:pt x="617113" y="281935"/>
                </a:lnTo>
                <a:lnTo>
                  <a:pt x="611475" y="284795"/>
                </a:lnTo>
                <a:lnTo>
                  <a:pt x="606114" y="287462"/>
                </a:lnTo>
                <a:lnTo>
                  <a:pt x="600253" y="286271"/>
                </a:lnTo>
                <a:close/>
              </a:path>
              <a:path w="5142230" h="2300604">
                <a:moveTo>
                  <a:pt x="2176190" y="1118872"/>
                </a:moveTo>
                <a:lnTo>
                  <a:pt x="2171904" y="1114284"/>
                </a:lnTo>
                <a:lnTo>
                  <a:pt x="2170746" y="1109623"/>
                </a:lnTo>
                <a:lnTo>
                  <a:pt x="2172171" y="1105186"/>
                </a:lnTo>
                <a:lnTo>
                  <a:pt x="2174252" y="1099008"/>
                </a:lnTo>
                <a:lnTo>
                  <a:pt x="2174325" y="1098792"/>
                </a:lnTo>
                <a:lnTo>
                  <a:pt x="2181289" y="1095299"/>
                </a:lnTo>
                <a:lnTo>
                  <a:pt x="2187679" y="1097448"/>
                </a:lnTo>
                <a:lnTo>
                  <a:pt x="2194126" y="1099560"/>
                </a:lnTo>
                <a:lnTo>
                  <a:pt x="2197569" y="1106471"/>
                </a:lnTo>
                <a:lnTo>
                  <a:pt x="2195466" y="1112919"/>
                </a:lnTo>
                <a:lnTo>
                  <a:pt x="2193337" y="1119144"/>
                </a:lnTo>
                <a:lnTo>
                  <a:pt x="2193264" y="1119359"/>
                </a:lnTo>
                <a:lnTo>
                  <a:pt x="2186348" y="1122806"/>
                </a:lnTo>
                <a:lnTo>
                  <a:pt x="2179900" y="1120693"/>
                </a:lnTo>
                <a:lnTo>
                  <a:pt x="2177898" y="1120016"/>
                </a:lnTo>
                <a:lnTo>
                  <a:pt x="2176190" y="1118872"/>
                </a:lnTo>
                <a:close/>
              </a:path>
              <a:path w="5142230" h="2300604">
                <a:moveTo>
                  <a:pt x="710549" y="469146"/>
                </a:moveTo>
                <a:lnTo>
                  <a:pt x="705349" y="463580"/>
                </a:lnTo>
                <a:lnTo>
                  <a:pt x="701285" y="458154"/>
                </a:lnTo>
                <a:lnTo>
                  <a:pt x="702491" y="450453"/>
                </a:lnTo>
                <a:lnTo>
                  <a:pt x="707914" y="446483"/>
                </a:lnTo>
                <a:lnTo>
                  <a:pt x="713340" y="442419"/>
                </a:lnTo>
                <a:lnTo>
                  <a:pt x="720996" y="443576"/>
                </a:lnTo>
                <a:lnTo>
                  <a:pt x="729075" y="454473"/>
                </a:lnTo>
                <a:lnTo>
                  <a:pt x="727918" y="462129"/>
                </a:lnTo>
                <a:lnTo>
                  <a:pt x="722492" y="466193"/>
                </a:lnTo>
                <a:lnTo>
                  <a:pt x="717456" y="469893"/>
                </a:lnTo>
                <a:lnTo>
                  <a:pt x="710549" y="469146"/>
                </a:lnTo>
                <a:close/>
              </a:path>
              <a:path w="5142230" h="2300604">
                <a:moveTo>
                  <a:pt x="2108614" y="1097263"/>
                </a:moveTo>
                <a:lnTo>
                  <a:pt x="2104286" y="1092631"/>
                </a:lnTo>
                <a:lnTo>
                  <a:pt x="2103120" y="1088059"/>
                </a:lnTo>
                <a:lnTo>
                  <a:pt x="2104444" y="1083709"/>
                </a:lnTo>
                <a:lnTo>
                  <a:pt x="2106457" y="1077263"/>
                </a:lnTo>
                <a:lnTo>
                  <a:pt x="2113330" y="1073673"/>
                </a:lnTo>
                <a:lnTo>
                  <a:pt x="2119830" y="1075646"/>
                </a:lnTo>
                <a:lnTo>
                  <a:pt x="2126276" y="1077659"/>
                </a:lnTo>
                <a:lnTo>
                  <a:pt x="2129866" y="1084532"/>
                </a:lnTo>
                <a:lnTo>
                  <a:pt x="2127899" y="1091027"/>
                </a:lnTo>
                <a:lnTo>
                  <a:pt x="2125885" y="1097474"/>
                </a:lnTo>
                <a:lnTo>
                  <a:pt x="2119012" y="1101064"/>
                </a:lnTo>
                <a:lnTo>
                  <a:pt x="2112517" y="1099096"/>
                </a:lnTo>
                <a:lnTo>
                  <a:pt x="2110416" y="1098411"/>
                </a:lnTo>
                <a:lnTo>
                  <a:pt x="2108614" y="1097263"/>
                </a:lnTo>
                <a:close/>
              </a:path>
              <a:path w="5142230" h="2300604">
                <a:moveTo>
                  <a:pt x="755193" y="524756"/>
                </a:moveTo>
                <a:lnTo>
                  <a:pt x="750415" y="519641"/>
                </a:lnTo>
                <a:lnTo>
                  <a:pt x="745960" y="514580"/>
                </a:lnTo>
                <a:lnTo>
                  <a:pt x="746461" y="506807"/>
                </a:lnTo>
                <a:lnTo>
                  <a:pt x="751617" y="502356"/>
                </a:lnTo>
                <a:lnTo>
                  <a:pt x="756077" y="498431"/>
                </a:lnTo>
                <a:lnTo>
                  <a:pt x="756678" y="497902"/>
                </a:lnTo>
                <a:lnTo>
                  <a:pt x="764397" y="498443"/>
                </a:lnTo>
                <a:lnTo>
                  <a:pt x="773356" y="508619"/>
                </a:lnTo>
                <a:lnTo>
                  <a:pt x="772810" y="516343"/>
                </a:lnTo>
                <a:lnTo>
                  <a:pt x="763237" y="524765"/>
                </a:lnTo>
                <a:lnTo>
                  <a:pt x="762736" y="525206"/>
                </a:lnTo>
                <a:lnTo>
                  <a:pt x="755193" y="524756"/>
                </a:lnTo>
                <a:close/>
              </a:path>
              <a:path w="5142230" h="2300604">
                <a:moveTo>
                  <a:pt x="2855843" y="1756204"/>
                </a:moveTo>
                <a:lnTo>
                  <a:pt x="2851557" y="1751616"/>
                </a:lnTo>
                <a:lnTo>
                  <a:pt x="2850323" y="1749024"/>
                </a:lnTo>
                <a:lnTo>
                  <a:pt x="2849707" y="1739373"/>
                </a:lnTo>
                <a:lnTo>
                  <a:pt x="2854821" y="1733509"/>
                </a:lnTo>
                <a:lnTo>
                  <a:pt x="2861540" y="1733076"/>
                </a:lnTo>
                <a:lnTo>
                  <a:pt x="2868303" y="1732594"/>
                </a:lnTo>
                <a:lnTo>
                  <a:pt x="2874131" y="1737659"/>
                </a:lnTo>
                <a:lnTo>
                  <a:pt x="2875086" y="1751194"/>
                </a:lnTo>
                <a:lnTo>
                  <a:pt x="2870025" y="1757017"/>
                </a:lnTo>
                <a:lnTo>
                  <a:pt x="2863254" y="1757490"/>
                </a:lnTo>
                <a:lnTo>
                  <a:pt x="2859374" y="1757736"/>
                </a:lnTo>
                <a:lnTo>
                  <a:pt x="2855843" y="1756204"/>
                </a:lnTo>
                <a:close/>
              </a:path>
              <a:path w="5142230" h="2300604">
                <a:moveTo>
                  <a:pt x="2727878" y="1435262"/>
                </a:moveTo>
                <a:lnTo>
                  <a:pt x="2722998" y="1430038"/>
                </a:lnTo>
                <a:lnTo>
                  <a:pt x="2718597" y="1424936"/>
                </a:lnTo>
                <a:lnTo>
                  <a:pt x="2719143" y="1417212"/>
                </a:lnTo>
                <a:lnTo>
                  <a:pt x="2728648" y="1409010"/>
                </a:lnTo>
                <a:lnTo>
                  <a:pt x="2729406" y="1408356"/>
                </a:lnTo>
                <a:lnTo>
                  <a:pt x="2737175" y="1408951"/>
                </a:lnTo>
                <a:lnTo>
                  <a:pt x="2745979" y="1419254"/>
                </a:lnTo>
                <a:lnTo>
                  <a:pt x="2745391" y="1426934"/>
                </a:lnTo>
                <a:lnTo>
                  <a:pt x="2735878" y="1435126"/>
                </a:lnTo>
                <a:lnTo>
                  <a:pt x="2735271" y="1435649"/>
                </a:lnTo>
                <a:lnTo>
                  <a:pt x="2727878" y="1435262"/>
                </a:lnTo>
                <a:close/>
              </a:path>
              <a:path w="5142230" h="2300604">
                <a:moveTo>
                  <a:pt x="2674706" y="1380005"/>
                </a:moveTo>
                <a:lnTo>
                  <a:pt x="2669746" y="1374695"/>
                </a:lnTo>
                <a:lnTo>
                  <a:pt x="2669665" y="1367374"/>
                </a:lnTo>
                <a:lnTo>
                  <a:pt x="2674116" y="1362659"/>
                </a:lnTo>
                <a:lnTo>
                  <a:pt x="2678677" y="1357668"/>
                </a:lnTo>
                <a:lnTo>
                  <a:pt x="2686480" y="1357419"/>
                </a:lnTo>
                <a:lnTo>
                  <a:pt x="2696359" y="1366626"/>
                </a:lnTo>
                <a:lnTo>
                  <a:pt x="2696613" y="1374424"/>
                </a:lnTo>
                <a:lnTo>
                  <a:pt x="2687405" y="1384313"/>
                </a:lnTo>
                <a:lnTo>
                  <a:pt x="2679648" y="1384610"/>
                </a:lnTo>
                <a:lnTo>
                  <a:pt x="2674706" y="1380005"/>
                </a:lnTo>
                <a:close/>
              </a:path>
              <a:path w="5142230" h="2300604">
                <a:moveTo>
                  <a:pt x="2830526" y="1617868"/>
                </a:moveTo>
                <a:lnTo>
                  <a:pt x="2826195" y="1613231"/>
                </a:lnTo>
                <a:lnTo>
                  <a:pt x="2825262" y="1611646"/>
                </a:lnTo>
                <a:lnTo>
                  <a:pt x="2824708" y="1609880"/>
                </a:lnTo>
                <a:lnTo>
                  <a:pt x="2822614" y="1603436"/>
                </a:lnTo>
                <a:lnTo>
                  <a:pt x="2826148" y="1596564"/>
                </a:lnTo>
                <a:lnTo>
                  <a:pt x="2832597" y="1594475"/>
                </a:lnTo>
                <a:lnTo>
                  <a:pt x="2839087" y="1592430"/>
                </a:lnTo>
                <a:lnTo>
                  <a:pt x="2845949" y="1595963"/>
                </a:lnTo>
                <a:lnTo>
                  <a:pt x="2848043" y="1602408"/>
                </a:lnTo>
                <a:lnTo>
                  <a:pt x="2850088" y="1608898"/>
                </a:lnTo>
                <a:lnTo>
                  <a:pt x="2846555" y="1615770"/>
                </a:lnTo>
                <a:lnTo>
                  <a:pt x="2840060" y="1617810"/>
                </a:lnTo>
                <a:lnTo>
                  <a:pt x="2835434" y="1619309"/>
                </a:lnTo>
                <a:lnTo>
                  <a:pt x="2830526" y="1617868"/>
                </a:lnTo>
                <a:close/>
              </a:path>
              <a:path w="5142230" h="2300604">
                <a:moveTo>
                  <a:pt x="1496460" y="913790"/>
                </a:moveTo>
                <a:lnTo>
                  <a:pt x="1492133" y="909157"/>
                </a:lnTo>
                <a:lnTo>
                  <a:pt x="1490966" y="904586"/>
                </a:lnTo>
                <a:lnTo>
                  <a:pt x="1494405" y="893703"/>
                </a:lnTo>
                <a:lnTo>
                  <a:pt x="1501275" y="890207"/>
                </a:lnTo>
                <a:lnTo>
                  <a:pt x="1514214" y="894283"/>
                </a:lnTo>
                <a:lnTo>
                  <a:pt x="1517755" y="901201"/>
                </a:lnTo>
                <a:lnTo>
                  <a:pt x="1515691" y="907594"/>
                </a:lnTo>
                <a:lnTo>
                  <a:pt x="1513629" y="914086"/>
                </a:lnTo>
                <a:lnTo>
                  <a:pt x="1506761" y="917681"/>
                </a:lnTo>
                <a:lnTo>
                  <a:pt x="1500317" y="915573"/>
                </a:lnTo>
                <a:lnTo>
                  <a:pt x="1498257" y="914932"/>
                </a:lnTo>
                <a:lnTo>
                  <a:pt x="1496460" y="913790"/>
                </a:lnTo>
                <a:close/>
              </a:path>
              <a:path w="5142230" h="2300604">
                <a:moveTo>
                  <a:pt x="1632078" y="955843"/>
                </a:moveTo>
                <a:lnTo>
                  <a:pt x="1627792" y="951255"/>
                </a:lnTo>
                <a:lnTo>
                  <a:pt x="1626581" y="946733"/>
                </a:lnTo>
                <a:lnTo>
                  <a:pt x="1629877" y="935893"/>
                </a:lnTo>
                <a:lnTo>
                  <a:pt x="1636700" y="932249"/>
                </a:lnTo>
                <a:lnTo>
                  <a:pt x="1649695" y="936190"/>
                </a:lnTo>
                <a:lnTo>
                  <a:pt x="1653334" y="943017"/>
                </a:lnTo>
                <a:lnTo>
                  <a:pt x="1649398" y="956008"/>
                </a:lnTo>
                <a:lnTo>
                  <a:pt x="1642571" y="959646"/>
                </a:lnTo>
                <a:lnTo>
                  <a:pt x="1633926" y="957039"/>
                </a:lnTo>
                <a:lnTo>
                  <a:pt x="1632078" y="955843"/>
                </a:lnTo>
                <a:close/>
              </a:path>
              <a:path w="5142230" h="2300604">
                <a:moveTo>
                  <a:pt x="2375124" y="1194003"/>
                </a:moveTo>
                <a:lnTo>
                  <a:pt x="2370796" y="1189371"/>
                </a:lnTo>
                <a:lnTo>
                  <a:pt x="2369747" y="1184142"/>
                </a:lnTo>
                <a:lnTo>
                  <a:pt x="2371740" y="1179532"/>
                </a:lnTo>
                <a:lnTo>
                  <a:pt x="2374458" y="1173350"/>
                </a:lnTo>
                <a:lnTo>
                  <a:pt x="2381682" y="1170527"/>
                </a:lnTo>
                <a:lnTo>
                  <a:pt x="2387914" y="1173289"/>
                </a:lnTo>
                <a:lnTo>
                  <a:pt x="2394150" y="1175956"/>
                </a:lnTo>
                <a:lnTo>
                  <a:pt x="2396973" y="1183181"/>
                </a:lnTo>
                <a:lnTo>
                  <a:pt x="2394207" y="1189408"/>
                </a:lnTo>
                <a:lnTo>
                  <a:pt x="2391498" y="1195599"/>
                </a:lnTo>
                <a:lnTo>
                  <a:pt x="2384274" y="1198422"/>
                </a:lnTo>
                <a:lnTo>
                  <a:pt x="2378083" y="1195704"/>
                </a:lnTo>
                <a:lnTo>
                  <a:pt x="2376506" y="1194995"/>
                </a:lnTo>
                <a:lnTo>
                  <a:pt x="2375124" y="1194003"/>
                </a:lnTo>
                <a:close/>
              </a:path>
              <a:path w="5142230" h="2300604">
                <a:moveTo>
                  <a:pt x="1564238" y="935028"/>
                </a:moveTo>
                <a:lnTo>
                  <a:pt x="1559906" y="930391"/>
                </a:lnTo>
                <a:lnTo>
                  <a:pt x="1558696" y="925869"/>
                </a:lnTo>
                <a:lnTo>
                  <a:pt x="1560019" y="921519"/>
                </a:lnTo>
                <a:lnTo>
                  <a:pt x="1562033" y="915073"/>
                </a:lnTo>
                <a:lnTo>
                  <a:pt x="1568959" y="911442"/>
                </a:lnTo>
                <a:lnTo>
                  <a:pt x="1581852" y="915469"/>
                </a:lnTo>
                <a:lnTo>
                  <a:pt x="1585486" y="922291"/>
                </a:lnTo>
                <a:lnTo>
                  <a:pt x="1583473" y="928738"/>
                </a:lnTo>
                <a:lnTo>
                  <a:pt x="1581510" y="935238"/>
                </a:lnTo>
                <a:lnTo>
                  <a:pt x="1574588" y="938873"/>
                </a:lnTo>
                <a:lnTo>
                  <a:pt x="1568141" y="936860"/>
                </a:lnTo>
                <a:lnTo>
                  <a:pt x="1566040" y="936175"/>
                </a:lnTo>
                <a:lnTo>
                  <a:pt x="1564238" y="935028"/>
                </a:lnTo>
                <a:close/>
              </a:path>
              <a:path w="5142230" h="2300604">
                <a:moveTo>
                  <a:pt x="2770303" y="1491331"/>
                </a:moveTo>
                <a:lnTo>
                  <a:pt x="2765288" y="1485962"/>
                </a:lnTo>
                <a:lnTo>
                  <a:pt x="2764930" y="1485384"/>
                </a:lnTo>
                <a:lnTo>
                  <a:pt x="2761203" y="1479733"/>
                </a:lnTo>
                <a:lnTo>
                  <a:pt x="2762734" y="1472085"/>
                </a:lnTo>
                <a:lnTo>
                  <a:pt x="2774034" y="1464633"/>
                </a:lnTo>
                <a:lnTo>
                  <a:pt x="2781629" y="1466214"/>
                </a:lnTo>
                <a:lnTo>
                  <a:pt x="2789081" y="1477514"/>
                </a:lnTo>
                <a:lnTo>
                  <a:pt x="2787549" y="1485063"/>
                </a:lnTo>
                <a:lnTo>
                  <a:pt x="2781899" y="1488789"/>
                </a:lnTo>
                <a:lnTo>
                  <a:pt x="2776832" y="1492162"/>
                </a:lnTo>
                <a:lnTo>
                  <a:pt x="2770303" y="1491331"/>
                </a:lnTo>
                <a:close/>
              </a:path>
              <a:path w="5142230" h="2300604">
                <a:moveTo>
                  <a:pt x="2804758" y="1552455"/>
                </a:moveTo>
                <a:lnTo>
                  <a:pt x="2800385" y="1547774"/>
                </a:lnTo>
                <a:lnTo>
                  <a:pt x="2799707" y="1546755"/>
                </a:lnTo>
                <a:lnTo>
                  <a:pt x="2796228" y="1539513"/>
                </a:lnTo>
                <a:lnTo>
                  <a:pt x="2798791" y="1532188"/>
                </a:lnTo>
                <a:lnTo>
                  <a:pt x="2810979" y="1526272"/>
                </a:lnTo>
                <a:lnTo>
                  <a:pt x="2818300" y="1528929"/>
                </a:lnTo>
                <a:lnTo>
                  <a:pt x="2824166" y="1541073"/>
                </a:lnTo>
                <a:lnTo>
                  <a:pt x="2821603" y="1548397"/>
                </a:lnTo>
                <a:lnTo>
                  <a:pt x="2815507" y="1551353"/>
                </a:lnTo>
                <a:lnTo>
                  <a:pt x="2810516" y="1553732"/>
                </a:lnTo>
                <a:lnTo>
                  <a:pt x="2804758" y="1552455"/>
                </a:lnTo>
                <a:close/>
              </a:path>
              <a:path w="5142230" h="2300604">
                <a:moveTo>
                  <a:pt x="1428896" y="891803"/>
                </a:moveTo>
                <a:lnTo>
                  <a:pt x="1424614" y="887220"/>
                </a:lnTo>
                <a:lnTo>
                  <a:pt x="1423402" y="882599"/>
                </a:lnTo>
                <a:lnTo>
                  <a:pt x="1424828" y="878163"/>
                </a:lnTo>
                <a:lnTo>
                  <a:pt x="1426928" y="871907"/>
                </a:lnTo>
                <a:lnTo>
                  <a:pt x="1426977" y="871764"/>
                </a:lnTo>
                <a:lnTo>
                  <a:pt x="1433900" y="868227"/>
                </a:lnTo>
                <a:lnTo>
                  <a:pt x="1446783" y="872537"/>
                </a:lnTo>
                <a:lnTo>
                  <a:pt x="1450230" y="879452"/>
                </a:lnTo>
                <a:lnTo>
                  <a:pt x="1448122" y="885896"/>
                </a:lnTo>
                <a:lnTo>
                  <a:pt x="1446018" y="892146"/>
                </a:lnTo>
                <a:lnTo>
                  <a:pt x="1445969" y="892290"/>
                </a:lnTo>
                <a:lnTo>
                  <a:pt x="1439099" y="895786"/>
                </a:lnTo>
                <a:lnTo>
                  <a:pt x="1432656" y="893678"/>
                </a:lnTo>
                <a:lnTo>
                  <a:pt x="1430649" y="892996"/>
                </a:lnTo>
                <a:lnTo>
                  <a:pt x="1428896" y="891803"/>
                </a:lnTo>
                <a:close/>
              </a:path>
              <a:path w="5142230" h="2300604">
                <a:moveTo>
                  <a:pt x="1700019" y="976473"/>
                </a:moveTo>
                <a:lnTo>
                  <a:pt x="1695691" y="971841"/>
                </a:lnTo>
                <a:lnTo>
                  <a:pt x="1694522" y="967363"/>
                </a:lnTo>
                <a:lnTo>
                  <a:pt x="1697818" y="956523"/>
                </a:lnTo>
                <a:lnTo>
                  <a:pt x="1704641" y="952879"/>
                </a:lnTo>
                <a:lnTo>
                  <a:pt x="1717586" y="956766"/>
                </a:lnTo>
                <a:lnTo>
                  <a:pt x="1721275" y="963647"/>
                </a:lnTo>
                <a:lnTo>
                  <a:pt x="1719307" y="970142"/>
                </a:lnTo>
                <a:lnTo>
                  <a:pt x="1717293" y="976589"/>
                </a:lnTo>
                <a:lnTo>
                  <a:pt x="1710466" y="980228"/>
                </a:lnTo>
                <a:lnTo>
                  <a:pt x="1701866" y="977669"/>
                </a:lnTo>
                <a:lnTo>
                  <a:pt x="1700019" y="976473"/>
                </a:lnTo>
                <a:close/>
              </a:path>
              <a:path w="5142230" h="2300604">
                <a:moveTo>
                  <a:pt x="2847366" y="1686234"/>
                </a:moveTo>
                <a:lnTo>
                  <a:pt x="2843080" y="1681646"/>
                </a:lnTo>
                <a:lnTo>
                  <a:pt x="2841978" y="1679488"/>
                </a:lnTo>
                <a:lnTo>
                  <a:pt x="2841524" y="1677047"/>
                </a:lnTo>
                <a:lnTo>
                  <a:pt x="2840337" y="1670400"/>
                </a:lnTo>
                <a:lnTo>
                  <a:pt x="2844669" y="1664091"/>
                </a:lnTo>
                <a:lnTo>
                  <a:pt x="2857972" y="1661616"/>
                </a:lnTo>
                <a:lnTo>
                  <a:pt x="2864388" y="1666041"/>
                </a:lnTo>
                <a:lnTo>
                  <a:pt x="2865668" y="1672689"/>
                </a:lnTo>
                <a:lnTo>
                  <a:pt x="2866862" y="1679344"/>
                </a:lnTo>
                <a:lnTo>
                  <a:pt x="2862442" y="1685756"/>
                </a:lnTo>
                <a:lnTo>
                  <a:pt x="2855793" y="1686946"/>
                </a:lnTo>
                <a:lnTo>
                  <a:pt x="2851512" y="1687739"/>
                </a:lnTo>
                <a:lnTo>
                  <a:pt x="2847366" y="1686234"/>
                </a:lnTo>
                <a:close/>
              </a:path>
              <a:path w="5142230" h="2300604">
                <a:moveTo>
                  <a:pt x="2856931" y="1826867"/>
                </a:moveTo>
                <a:lnTo>
                  <a:pt x="2852649" y="1822283"/>
                </a:lnTo>
                <a:lnTo>
                  <a:pt x="2851382" y="1819167"/>
                </a:lnTo>
                <a:lnTo>
                  <a:pt x="2851499" y="1815871"/>
                </a:lnTo>
                <a:lnTo>
                  <a:pt x="2851681" y="1809126"/>
                </a:lnTo>
                <a:lnTo>
                  <a:pt x="2857287" y="1803788"/>
                </a:lnTo>
                <a:lnTo>
                  <a:pt x="2870876" y="1804161"/>
                </a:lnTo>
                <a:lnTo>
                  <a:pt x="2876155" y="1809813"/>
                </a:lnTo>
                <a:lnTo>
                  <a:pt x="2875795" y="1823307"/>
                </a:lnTo>
                <a:lnTo>
                  <a:pt x="2870131" y="1828680"/>
                </a:lnTo>
                <a:lnTo>
                  <a:pt x="2859995" y="1828387"/>
                </a:lnTo>
                <a:lnTo>
                  <a:pt x="2856931" y="1826867"/>
                </a:lnTo>
                <a:close/>
              </a:path>
              <a:path w="5142230" h="2300604">
                <a:moveTo>
                  <a:pt x="1571334" y="812425"/>
                </a:moveTo>
                <a:lnTo>
                  <a:pt x="1567193" y="807993"/>
                </a:lnTo>
                <a:lnTo>
                  <a:pt x="1566013" y="803699"/>
                </a:lnTo>
                <a:lnTo>
                  <a:pt x="1567196" y="799590"/>
                </a:lnTo>
                <a:lnTo>
                  <a:pt x="1568969" y="793277"/>
                </a:lnTo>
                <a:lnTo>
                  <a:pt x="1575513" y="789628"/>
                </a:lnTo>
                <a:lnTo>
                  <a:pt x="1588090" y="793219"/>
                </a:lnTo>
                <a:lnTo>
                  <a:pt x="1591739" y="799764"/>
                </a:lnTo>
                <a:lnTo>
                  <a:pt x="1589966" y="806077"/>
                </a:lnTo>
                <a:lnTo>
                  <a:pt x="1588148" y="812341"/>
                </a:lnTo>
                <a:lnTo>
                  <a:pt x="1581603" y="815990"/>
                </a:lnTo>
                <a:lnTo>
                  <a:pt x="1575339" y="814171"/>
                </a:lnTo>
                <a:lnTo>
                  <a:pt x="1573136" y="813572"/>
                </a:lnTo>
                <a:lnTo>
                  <a:pt x="1571334" y="812425"/>
                </a:lnTo>
                <a:close/>
              </a:path>
              <a:path w="5142230" h="2300604">
                <a:moveTo>
                  <a:pt x="3050528" y="1761981"/>
                </a:moveTo>
                <a:lnTo>
                  <a:pt x="3046383" y="1757544"/>
                </a:lnTo>
                <a:lnTo>
                  <a:pt x="3045119" y="1754432"/>
                </a:lnTo>
                <a:lnTo>
                  <a:pt x="3045326" y="1751134"/>
                </a:lnTo>
                <a:lnTo>
                  <a:pt x="3045686" y="1744580"/>
                </a:lnTo>
                <a:lnTo>
                  <a:pt x="3050896" y="1739893"/>
                </a:lnTo>
                <a:lnTo>
                  <a:pt x="3051243" y="1739581"/>
                </a:lnTo>
                <a:lnTo>
                  <a:pt x="3057747" y="1739896"/>
                </a:lnTo>
                <a:lnTo>
                  <a:pt x="3064297" y="1740261"/>
                </a:lnTo>
                <a:lnTo>
                  <a:pt x="3069296" y="1745808"/>
                </a:lnTo>
                <a:lnTo>
                  <a:pt x="3068936" y="1752363"/>
                </a:lnTo>
                <a:lnTo>
                  <a:pt x="3068616" y="1758862"/>
                </a:lnTo>
                <a:lnTo>
                  <a:pt x="3063019" y="1763917"/>
                </a:lnTo>
                <a:lnTo>
                  <a:pt x="3056515" y="1763601"/>
                </a:lnTo>
                <a:lnTo>
                  <a:pt x="3053307" y="1763393"/>
                </a:lnTo>
                <a:lnTo>
                  <a:pt x="3050528" y="1761981"/>
                </a:lnTo>
                <a:close/>
              </a:path>
              <a:path w="5142230" h="2300604">
                <a:moveTo>
                  <a:pt x="738191" y="316243"/>
                </a:moveTo>
                <a:lnTo>
                  <a:pt x="732888" y="310567"/>
                </a:lnTo>
                <a:lnTo>
                  <a:pt x="729245" y="305103"/>
                </a:lnTo>
                <a:lnTo>
                  <a:pt x="730680" y="297745"/>
                </a:lnTo>
                <a:lnTo>
                  <a:pt x="741549" y="290514"/>
                </a:lnTo>
                <a:lnTo>
                  <a:pt x="748912" y="291945"/>
                </a:lnTo>
                <a:lnTo>
                  <a:pt x="756187" y="302763"/>
                </a:lnTo>
                <a:lnTo>
                  <a:pt x="754761" y="310131"/>
                </a:lnTo>
                <a:lnTo>
                  <a:pt x="749298" y="313764"/>
                </a:lnTo>
                <a:lnTo>
                  <a:pt x="744422" y="317049"/>
                </a:lnTo>
                <a:lnTo>
                  <a:pt x="738191" y="316243"/>
                </a:lnTo>
                <a:close/>
              </a:path>
              <a:path w="5142230" h="2300604">
                <a:moveTo>
                  <a:pt x="1503193" y="792265"/>
                </a:moveTo>
                <a:lnTo>
                  <a:pt x="1499048" y="787828"/>
                </a:lnTo>
                <a:lnTo>
                  <a:pt x="1497871" y="783440"/>
                </a:lnTo>
                <a:lnTo>
                  <a:pt x="1501064" y="772978"/>
                </a:lnTo>
                <a:lnTo>
                  <a:pt x="1507651" y="769473"/>
                </a:lnTo>
                <a:lnTo>
                  <a:pt x="1520168" y="773293"/>
                </a:lnTo>
                <a:lnTo>
                  <a:pt x="1523674" y="779880"/>
                </a:lnTo>
                <a:lnTo>
                  <a:pt x="1519848" y="792402"/>
                </a:lnTo>
                <a:lnTo>
                  <a:pt x="1513261" y="795908"/>
                </a:lnTo>
                <a:lnTo>
                  <a:pt x="1507005" y="794000"/>
                </a:lnTo>
                <a:lnTo>
                  <a:pt x="1504995" y="793412"/>
                </a:lnTo>
                <a:lnTo>
                  <a:pt x="1503193" y="792265"/>
                </a:lnTo>
                <a:close/>
              </a:path>
              <a:path w="5142230" h="2300604">
                <a:moveTo>
                  <a:pt x="1435375" y="770790"/>
                </a:moveTo>
                <a:lnTo>
                  <a:pt x="1431230" y="766352"/>
                </a:lnTo>
                <a:lnTo>
                  <a:pt x="1430061" y="761875"/>
                </a:lnTo>
                <a:lnTo>
                  <a:pt x="1431480" y="757627"/>
                </a:lnTo>
                <a:lnTo>
                  <a:pt x="1433484" y="751464"/>
                </a:lnTo>
                <a:lnTo>
                  <a:pt x="1440162" y="748056"/>
                </a:lnTo>
                <a:lnTo>
                  <a:pt x="1446371" y="750108"/>
                </a:lnTo>
                <a:lnTo>
                  <a:pt x="1452624" y="752110"/>
                </a:lnTo>
                <a:lnTo>
                  <a:pt x="1456037" y="758793"/>
                </a:lnTo>
                <a:lnTo>
                  <a:pt x="1451927" y="771207"/>
                </a:lnTo>
                <a:lnTo>
                  <a:pt x="1445254" y="774619"/>
                </a:lnTo>
                <a:lnTo>
                  <a:pt x="1437083" y="771934"/>
                </a:lnTo>
                <a:lnTo>
                  <a:pt x="1435375" y="770790"/>
                </a:lnTo>
                <a:close/>
              </a:path>
              <a:path w="5142230" h="2300604">
                <a:moveTo>
                  <a:pt x="2525213" y="1089680"/>
                </a:moveTo>
                <a:lnTo>
                  <a:pt x="2521023" y="1085194"/>
                </a:lnTo>
                <a:lnTo>
                  <a:pt x="2519912" y="1080388"/>
                </a:lnTo>
                <a:lnTo>
                  <a:pt x="2521710" y="1075960"/>
                </a:lnTo>
                <a:lnTo>
                  <a:pt x="2524088" y="1069904"/>
                </a:lnTo>
                <a:lnTo>
                  <a:pt x="2530987" y="1066928"/>
                </a:lnTo>
                <a:lnTo>
                  <a:pt x="2543101" y="1071783"/>
                </a:lnTo>
                <a:lnTo>
                  <a:pt x="2546072" y="1078677"/>
                </a:lnTo>
                <a:lnTo>
                  <a:pt x="2543694" y="1084734"/>
                </a:lnTo>
                <a:lnTo>
                  <a:pt x="2541222" y="1090787"/>
                </a:lnTo>
                <a:lnTo>
                  <a:pt x="2534323" y="1093762"/>
                </a:lnTo>
                <a:lnTo>
                  <a:pt x="2528320" y="1091344"/>
                </a:lnTo>
                <a:lnTo>
                  <a:pt x="2526596" y="1090671"/>
                </a:lnTo>
                <a:lnTo>
                  <a:pt x="2525213" y="1089680"/>
                </a:lnTo>
                <a:close/>
              </a:path>
              <a:path w="5142230" h="2300604">
                <a:moveTo>
                  <a:pt x="2977733" y="1422389"/>
                </a:moveTo>
                <a:lnTo>
                  <a:pt x="2972804" y="1417113"/>
                </a:lnTo>
                <a:lnTo>
                  <a:pt x="2972404" y="1416391"/>
                </a:lnTo>
                <a:lnTo>
                  <a:pt x="2969055" y="1410753"/>
                </a:lnTo>
                <a:lnTo>
                  <a:pt x="2970860" y="1403497"/>
                </a:lnTo>
                <a:lnTo>
                  <a:pt x="2976497" y="1400149"/>
                </a:lnTo>
                <a:lnTo>
                  <a:pt x="2982089" y="1396751"/>
                </a:lnTo>
                <a:lnTo>
                  <a:pt x="2989341" y="1398551"/>
                </a:lnTo>
                <a:lnTo>
                  <a:pt x="2992690" y="1404188"/>
                </a:lnTo>
                <a:lnTo>
                  <a:pt x="2996092" y="1409785"/>
                </a:lnTo>
                <a:lnTo>
                  <a:pt x="2994234" y="1417082"/>
                </a:lnTo>
                <a:lnTo>
                  <a:pt x="2983779" y="1423387"/>
                </a:lnTo>
                <a:lnTo>
                  <a:pt x="2977733" y="1422389"/>
                </a:lnTo>
                <a:close/>
              </a:path>
              <a:path w="5142230" h="2300604">
                <a:moveTo>
                  <a:pt x="3032434" y="1902427"/>
                </a:moveTo>
                <a:lnTo>
                  <a:pt x="3028289" y="1897990"/>
                </a:lnTo>
                <a:lnTo>
                  <a:pt x="3027048" y="1894218"/>
                </a:lnTo>
                <a:lnTo>
                  <a:pt x="3027790" y="1890321"/>
                </a:lnTo>
                <a:lnTo>
                  <a:pt x="3029050" y="1883948"/>
                </a:lnTo>
                <a:lnTo>
                  <a:pt x="3035237" y="1879721"/>
                </a:lnTo>
                <a:lnTo>
                  <a:pt x="3048090" y="1882141"/>
                </a:lnTo>
                <a:lnTo>
                  <a:pt x="3052264" y="1888368"/>
                </a:lnTo>
                <a:lnTo>
                  <a:pt x="3049843" y="1901221"/>
                </a:lnTo>
                <a:lnTo>
                  <a:pt x="3043616" y="1905405"/>
                </a:lnTo>
                <a:lnTo>
                  <a:pt x="3037238" y="1904149"/>
                </a:lnTo>
                <a:lnTo>
                  <a:pt x="3034651" y="1903726"/>
                </a:lnTo>
                <a:lnTo>
                  <a:pt x="3032434" y="1902427"/>
                </a:lnTo>
                <a:close/>
              </a:path>
              <a:path w="5142230" h="2300604">
                <a:moveTo>
                  <a:pt x="3031908" y="1551736"/>
                </a:moveTo>
                <a:lnTo>
                  <a:pt x="3027762" y="1547299"/>
                </a:lnTo>
                <a:lnTo>
                  <a:pt x="3026783" y="1545566"/>
                </a:lnTo>
                <a:lnTo>
                  <a:pt x="3026231" y="1543607"/>
                </a:lnTo>
                <a:lnTo>
                  <a:pt x="3024561" y="1537323"/>
                </a:lnTo>
                <a:lnTo>
                  <a:pt x="3028370" y="1530844"/>
                </a:lnTo>
                <a:lnTo>
                  <a:pt x="3040947" y="1527495"/>
                </a:lnTo>
                <a:lnTo>
                  <a:pt x="3047476" y="1531258"/>
                </a:lnTo>
                <a:lnTo>
                  <a:pt x="3049101" y="1537592"/>
                </a:lnTo>
                <a:lnTo>
                  <a:pt x="3050771" y="1543876"/>
                </a:lnTo>
                <a:lnTo>
                  <a:pt x="3047057" y="1550359"/>
                </a:lnTo>
                <a:lnTo>
                  <a:pt x="3036339" y="1553157"/>
                </a:lnTo>
                <a:lnTo>
                  <a:pt x="3031908" y="1551736"/>
                </a:lnTo>
                <a:close/>
              </a:path>
              <a:path w="5142230" h="2300604">
                <a:moveTo>
                  <a:pt x="2458842" y="1064572"/>
                </a:moveTo>
                <a:lnTo>
                  <a:pt x="2454651" y="1060086"/>
                </a:lnTo>
                <a:lnTo>
                  <a:pt x="2453533" y="1055468"/>
                </a:lnTo>
                <a:lnTo>
                  <a:pt x="2455145" y="1051133"/>
                </a:lnTo>
                <a:lnTo>
                  <a:pt x="2457337" y="1044976"/>
                </a:lnTo>
                <a:lnTo>
                  <a:pt x="2464144" y="1041803"/>
                </a:lnTo>
                <a:lnTo>
                  <a:pt x="2470301" y="1043996"/>
                </a:lnTo>
                <a:lnTo>
                  <a:pt x="2476414" y="1046239"/>
                </a:lnTo>
                <a:lnTo>
                  <a:pt x="2479581" y="1053050"/>
                </a:lnTo>
                <a:lnTo>
                  <a:pt x="2477339" y="1059154"/>
                </a:lnTo>
                <a:lnTo>
                  <a:pt x="2475151" y="1065316"/>
                </a:lnTo>
                <a:lnTo>
                  <a:pt x="2468339" y="1068483"/>
                </a:lnTo>
                <a:lnTo>
                  <a:pt x="2462231" y="1066245"/>
                </a:lnTo>
                <a:lnTo>
                  <a:pt x="2460364" y="1065615"/>
                </a:lnTo>
                <a:lnTo>
                  <a:pt x="2458842" y="1064572"/>
                </a:lnTo>
                <a:close/>
              </a:path>
              <a:path w="5142230" h="2300604">
                <a:moveTo>
                  <a:pt x="2324266" y="1019627"/>
                </a:moveTo>
                <a:lnTo>
                  <a:pt x="2320116" y="1015185"/>
                </a:lnTo>
                <a:lnTo>
                  <a:pt x="2318948" y="1010806"/>
                </a:lnTo>
                <a:lnTo>
                  <a:pt x="2322231" y="1000343"/>
                </a:lnTo>
                <a:lnTo>
                  <a:pt x="2328819" y="996838"/>
                </a:lnTo>
                <a:lnTo>
                  <a:pt x="2341337" y="1000757"/>
                </a:lnTo>
                <a:lnTo>
                  <a:pt x="2344789" y="1007385"/>
                </a:lnTo>
                <a:lnTo>
                  <a:pt x="2342836" y="1013602"/>
                </a:lnTo>
                <a:lnTo>
                  <a:pt x="2340923" y="1019863"/>
                </a:lnTo>
                <a:lnTo>
                  <a:pt x="2334290" y="1023320"/>
                </a:lnTo>
                <a:lnTo>
                  <a:pt x="2325969" y="1020766"/>
                </a:lnTo>
                <a:lnTo>
                  <a:pt x="2324266" y="1019627"/>
                </a:lnTo>
                <a:close/>
              </a:path>
              <a:path w="5142230" h="2300604">
                <a:moveTo>
                  <a:pt x="1639756" y="831518"/>
                </a:moveTo>
                <a:lnTo>
                  <a:pt x="1635611" y="827081"/>
                </a:lnTo>
                <a:lnTo>
                  <a:pt x="1634432" y="822886"/>
                </a:lnTo>
                <a:lnTo>
                  <a:pt x="1635557" y="818813"/>
                </a:lnTo>
                <a:lnTo>
                  <a:pt x="1637236" y="812497"/>
                </a:lnTo>
                <a:lnTo>
                  <a:pt x="1643788" y="808759"/>
                </a:lnTo>
                <a:lnTo>
                  <a:pt x="1650056" y="810483"/>
                </a:lnTo>
                <a:lnTo>
                  <a:pt x="1656372" y="812161"/>
                </a:lnTo>
                <a:lnTo>
                  <a:pt x="1660110" y="818704"/>
                </a:lnTo>
                <a:lnTo>
                  <a:pt x="1656663" y="831338"/>
                </a:lnTo>
                <a:lnTo>
                  <a:pt x="1650518" y="834827"/>
                </a:lnTo>
                <a:lnTo>
                  <a:pt x="1650160" y="835031"/>
                </a:lnTo>
                <a:lnTo>
                  <a:pt x="1641649" y="832763"/>
                </a:lnTo>
                <a:lnTo>
                  <a:pt x="1639756" y="831518"/>
                </a:lnTo>
                <a:close/>
              </a:path>
              <a:path w="5142230" h="2300604">
                <a:moveTo>
                  <a:pt x="1107235" y="634468"/>
                </a:moveTo>
                <a:lnTo>
                  <a:pt x="1102999" y="629933"/>
                </a:lnTo>
                <a:lnTo>
                  <a:pt x="1102099" y="624473"/>
                </a:lnTo>
                <a:lnTo>
                  <a:pt x="1104568" y="619883"/>
                </a:lnTo>
                <a:lnTo>
                  <a:pt x="1107645" y="614087"/>
                </a:lnTo>
                <a:lnTo>
                  <a:pt x="1114848" y="611924"/>
                </a:lnTo>
                <a:lnTo>
                  <a:pt x="1120591" y="615042"/>
                </a:lnTo>
                <a:lnTo>
                  <a:pt x="1126346" y="618075"/>
                </a:lnTo>
                <a:lnTo>
                  <a:pt x="1128509" y="625278"/>
                </a:lnTo>
                <a:lnTo>
                  <a:pt x="1125476" y="631024"/>
                </a:lnTo>
                <a:lnTo>
                  <a:pt x="1122358" y="636776"/>
                </a:lnTo>
                <a:lnTo>
                  <a:pt x="1115201" y="638988"/>
                </a:lnTo>
                <a:lnTo>
                  <a:pt x="1109453" y="635865"/>
                </a:lnTo>
                <a:lnTo>
                  <a:pt x="1108247" y="635257"/>
                </a:lnTo>
                <a:lnTo>
                  <a:pt x="1107235" y="634468"/>
                </a:lnTo>
                <a:close/>
              </a:path>
              <a:path w="5142230" h="2300604">
                <a:moveTo>
                  <a:pt x="2391786" y="1041370"/>
                </a:moveTo>
                <a:lnTo>
                  <a:pt x="2387646" y="1036938"/>
                </a:lnTo>
                <a:lnTo>
                  <a:pt x="2386525" y="1032415"/>
                </a:lnTo>
                <a:lnTo>
                  <a:pt x="2387899" y="1028119"/>
                </a:lnTo>
                <a:lnTo>
                  <a:pt x="2389948" y="1022102"/>
                </a:lnTo>
                <a:lnTo>
                  <a:pt x="2389997" y="1021958"/>
                </a:lnTo>
                <a:lnTo>
                  <a:pt x="2396670" y="1018546"/>
                </a:lnTo>
                <a:lnTo>
                  <a:pt x="2409090" y="1022750"/>
                </a:lnTo>
                <a:lnTo>
                  <a:pt x="2412452" y="1029379"/>
                </a:lnTo>
                <a:lnTo>
                  <a:pt x="2408390" y="1041648"/>
                </a:lnTo>
                <a:lnTo>
                  <a:pt x="2408343" y="1041792"/>
                </a:lnTo>
                <a:lnTo>
                  <a:pt x="2401623" y="1045156"/>
                </a:lnTo>
                <a:lnTo>
                  <a:pt x="2393449" y="1042466"/>
                </a:lnTo>
                <a:lnTo>
                  <a:pt x="2391786" y="1041370"/>
                </a:lnTo>
                <a:close/>
              </a:path>
              <a:path w="5142230" h="2300604">
                <a:moveTo>
                  <a:pt x="1301371" y="722937"/>
                </a:moveTo>
                <a:lnTo>
                  <a:pt x="1297226" y="718500"/>
                </a:lnTo>
                <a:lnTo>
                  <a:pt x="1296115" y="713694"/>
                </a:lnTo>
                <a:lnTo>
                  <a:pt x="1300201" y="703211"/>
                </a:lnTo>
                <a:lnTo>
                  <a:pt x="1307055" y="700187"/>
                </a:lnTo>
                <a:lnTo>
                  <a:pt x="1319213" y="704991"/>
                </a:lnTo>
                <a:lnTo>
                  <a:pt x="1322233" y="711840"/>
                </a:lnTo>
                <a:lnTo>
                  <a:pt x="1319860" y="717901"/>
                </a:lnTo>
                <a:lnTo>
                  <a:pt x="1317527" y="724006"/>
                </a:lnTo>
                <a:lnTo>
                  <a:pt x="1310628" y="726982"/>
                </a:lnTo>
                <a:lnTo>
                  <a:pt x="1302799" y="723977"/>
                </a:lnTo>
                <a:lnTo>
                  <a:pt x="1301371" y="722937"/>
                </a:lnTo>
                <a:close/>
              </a:path>
              <a:path w="5142230" h="2300604">
                <a:moveTo>
                  <a:pt x="1045408" y="599269"/>
                </a:moveTo>
                <a:lnTo>
                  <a:pt x="1041126" y="594686"/>
                </a:lnTo>
                <a:lnTo>
                  <a:pt x="1040330" y="588946"/>
                </a:lnTo>
                <a:lnTo>
                  <a:pt x="1046534" y="578677"/>
                </a:lnTo>
                <a:lnTo>
                  <a:pt x="1053818" y="576895"/>
                </a:lnTo>
                <a:lnTo>
                  <a:pt x="1059367" y="580294"/>
                </a:lnTo>
                <a:lnTo>
                  <a:pt x="1064965" y="583647"/>
                </a:lnTo>
                <a:lnTo>
                  <a:pt x="1066807" y="590799"/>
                </a:lnTo>
                <a:lnTo>
                  <a:pt x="1060040" y="602128"/>
                </a:lnTo>
                <a:lnTo>
                  <a:pt x="1052757" y="603910"/>
                </a:lnTo>
                <a:lnTo>
                  <a:pt x="1047158" y="600556"/>
                </a:lnTo>
                <a:lnTo>
                  <a:pt x="1046235" y="599958"/>
                </a:lnTo>
                <a:lnTo>
                  <a:pt x="1045408" y="599269"/>
                </a:lnTo>
                <a:close/>
              </a:path>
              <a:path w="5142230" h="2300604">
                <a:moveTo>
                  <a:pt x="827245" y="427506"/>
                </a:moveTo>
                <a:lnTo>
                  <a:pt x="818317" y="417949"/>
                </a:lnTo>
                <a:lnTo>
                  <a:pt x="818522" y="410545"/>
                </a:lnTo>
                <a:lnTo>
                  <a:pt x="828033" y="401568"/>
                </a:lnTo>
                <a:lnTo>
                  <a:pt x="835622" y="401774"/>
                </a:lnTo>
                <a:lnTo>
                  <a:pt x="844464" y="411239"/>
                </a:lnTo>
                <a:lnTo>
                  <a:pt x="844251" y="418733"/>
                </a:lnTo>
                <a:lnTo>
                  <a:pt x="834744" y="427714"/>
                </a:lnTo>
                <a:lnTo>
                  <a:pt x="827245" y="427506"/>
                </a:lnTo>
                <a:close/>
              </a:path>
              <a:path w="5142230" h="2300604">
                <a:moveTo>
                  <a:pt x="3009386" y="1485108"/>
                </a:moveTo>
                <a:lnTo>
                  <a:pt x="3005154" y="1480578"/>
                </a:lnTo>
                <a:lnTo>
                  <a:pt x="3004438" y="1479420"/>
                </a:lnTo>
                <a:lnTo>
                  <a:pt x="3003864" y="1478121"/>
                </a:lnTo>
                <a:lnTo>
                  <a:pt x="3001331" y="1472087"/>
                </a:lnTo>
                <a:lnTo>
                  <a:pt x="3004123" y="1465105"/>
                </a:lnTo>
                <a:lnTo>
                  <a:pt x="3016143" y="1460085"/>
                </a:lnTo>
                <a:lnTo>
                  <a:pt x="3023125" y="1462867"/>
                </a:lnTo>
                <a:lnTo>
                  <a:pt x="3028195" y="1474942"/>
                </a:lnTo>
                <a:lnTo>
                  <a:pt x="3025363" y="1481879"/>
                </a:lnTo>
                <a:lnTo>
                  <a:pt x="3019377" y="1484367"/>
                </a:lnTo>
                <a:lnTo>
                  <a:pt x="3014677" y="1486374"/>
                </a:lnTo>
                <a:lnTo>
                  <a:pt x="3009386" y="1485108"/>
                </a:lnTo>
                <a:close/>
              </a:path>
              <a:path w="5142230" h="2300604">
                <a:moveTo>
                  <a:pt x="780306" y="373643"/>
                </a:moveTo>
                <a:lnTo>
                  <a:pt x="775528" y="368528"/>
                </a:lnTo>
                <a:lnTo>
                  <a:pt x="771495" y="363429"/>
                </a:lnTo>
                <a:lnTo>
                  <a:pt x="772274" y="355954"/>
                </a:lnTo>
                <a:lnTo>
                  <a:pt x="777368" y="351926"/>
                </a:lnTo>
                <a:lnTo>
                  <a:pt x="782465" y="347803"/>
                </a:lnTo>
                <a:lnTo>
                  <a:pt x="789896" y="348623"/>
                </a:lnTo>
                <a:lnTo>
                  <a:pt x="794019" y="353720"/>
                </a:lnTo>
                <a:lnTo>
                  <a:pt x="798047" y="358814"/>
                </a:lnTo>
                <a:lnTo>
                  <a:pt x="797273" y="366294"/>
                </a:lnTo>
                <a:lnTo>
                  <a:pt x="792130" y="370368"/>
                </a:lnTo>
                <a:lnTo>
                  <a:pt x="788477" y="373299"/>
                </a:lnTo>
                <a:lnTo>
                  <a:pt x="787277" y="374263"/>
                </a:lnTo>
                <a:lnTo>
                  <a:pt x="780306" y="373643"/>
                </a:lnTo>
                <a:close/>
              </a:path>
              <a:path w="5142230" h="2300604">
                <a:moveTo>
                  <a:pt x="928466" y="518951"/>
                </a:moveTo>
                <a:lnTo>
                  <a:pt x="923728" y="513880"/>
                </a:lnTo>
                <a:lnTo>
                  <a:pt x="923335" y="507398"/>
                </a:lnTo>
                <a:lnTo>
                  <a:pt x="926989" y="502707"/>
                </a:lnTo>
                <a:lnTo>
                  <a:pt x="931035" y="497558"/>
                </a:lnTo>
                <a:lnTo>
                  <a:pt x="938430" y="496676"/>
                </a:lnTo>
                <a:lnTo>
                  <a:pt x="948729" y="504769"/>
                </a:lnTo>
                <a:lnTo>
                  <a:pt x="949652" y="512208"/>
                </a:lnTo>
                <a:lnTo>
                  <a:pt x="945610" y="517362"/>
                </a:lnTo>
                <a:lnTo>
                  <a:pt x="941513" y="522459"/>
                </a:lnTo>
                <a:lnTo>
                  <a:pt x="934123" y="523345"/>
                </a:lnTo>
                <a:lnTo>
                  <a:pt x="928973" y="519298"/>
                </a:lnTo>
                <a:lnTo>
                  <a:pt x="928466" y="518951"/>
                </a:lnTo>
                <a:close/>
              </a:path>
              <a:path w="5142230" h="2300604">
                <a:moveTo>
                  <a:pt x="2256374" y="998951"/>
                </a:moveTo>
                <a:lnTo>
                  <a:pt x="2252229" y="994514"/>
                </a:lnTo>
                <a:lnTo>
                  <a:pt x="2251003" y="990171"/>
                </a:lnTo>
                <a:lnTo>
                  <a:pt x="2254148" y="979755"/>
                </a:lnTo>
                <a:lnTo>
                  <a:pt x="2260738" y="976156"/>
                </a:lnTo>
                <a:lnTo>
                  <a:pt x="2266995" y="978064"/>
                </a:lnTo>
                <a:lnTo>
                  <a:pt x="2273263" y="979887"/>
                </a:lnTo>
                <a:lnTo>
                  <a:pt x="2276814" y="986523"/>
                </a:lnTo>
                <a:lnTo>
                  <a:pt x="2274946" y="992733"/>
                </a:lnTo>
                <a:lnTo>
                  <a:pt x="2273079" y="999043"/>
                </a:lnTo>
                <a:lnTo>
                  <a:pt x="2266496" y="1002553"/>
                </a:lnTo>
                <a:lnTo>
                  <a:pt x="2260232" y="1000735"/>
                </a:lnTo>
                <a:lnTo>
                  <a:pt x="2258176" y="1000098"/>
                </a:lnTo>
                <a:lnTo>
                  <a:pt x="2256374" y="998951"/>
                </a:lnTo>
                <a:close/>
              </a:path>
              <a:path w="5142230" h="2300604">
                <a:moveTo>
                  <a:pt x="986084" y="561276"/>
                </a:moveTo>
                <a:lnTo>
                  <a:pt x="981151" y="555995"/>
                </a:lnTo>
                <a:lnTo>
                  <a:pt x="980567" y="549994"/>
                </a:lnTo>
                <a:lnTo>
                  <a:pt x="983794" y="545336"/>
                </a:lnTo>
                <a:lnTo>
                  <a:pt x="987473" y="539890"/>
                </a:lnTo>
                <a:lnTo>
                  <a:pt x="994835" y="538583"/>
                </a:lnTo>
                <a:lnTo>
                  <a:pt x="1000231" y="542208"/>
                </a:lnTo>
                <a:lnTo>
                  <a:pt x="1005632" y="545937"/>
                </a:lnTo>
                <a:lnTo>
                  <a:pt x="1006985" y="553348"/>
                </a:lnTo>
                <a:lnTo>
                  <a:pt x="999580" y="564091"/>
                </a:lnTo>
                <a:lnTo>
                  <a:pt x="992268" y="565452"/>
                </a:lnTo>
                <a:lnTo>
                  <a:pt x="986084" y="561276"/>
                </a:lnTo>
                <a:close/>
              </a:path>
              <a:path w="5142230" h="2300604">
                <a:moveTo>
                  <a:pt x="874129" y="473003"/>
                </a:moveTo>
                <a:lnTo>
                  <a:pt x="869254" y="467784"/>
                </a:lnTo>
                <a:lnTo>
                  <a:pt x="869117" y="460893"/>
                </a:lnTo>
                <a:lnTo>
                  <a:pt x="873332" y="456315"/>
                </a:lnTo>
                <a:lnTo>
                  <a:pt x="877698" y="451507"/>
                </a:lnTo>
                <a:lnTo>
                  <a:pt x="885166" y="451095"/>
                </a:lnTo>
                <a:lnTo>
                  <a:pt x="894833" y="459880"/>
                </a:lnTo>
                <a:lnTo>
                  <a:pt x="895186" y="467393"/>
                </a:lnTo>
                <a:lnTo>
                  <a:pt x="886411" y="477060"/>
                </a:lnTo>
                <a:lnTo>
                  <a:pt x="878983" y="477417"/>
                </a:lnTo>
                <a:lnTo>
                  <a:pt x="874129" y="473003"/>
                </a:lnTo>
                <a:close/>
              </a:path>
              <a:path w="5142230" h="2300604">
                <a:moveTo>
                  <a:pt x="1368081" y="747821"/>
                </a:moveTo>
                <a:lnTo>
                  <a:pt x="1363890" y="743335"/>
                </a:lnTo>
                <a:lnTo>
                  <a:pt x="1362773" y="738718"/>
                </a:lnTo>
                <a:lnTo>
                  <a:pt x="1364335" y="734428"/>
                </a:lnTo>
                <a:lnTo>
                  <a:pt x="1366528" y="728271"/>
                </a:lnTo>
                <a:lnTo>
                  <a:pt x="1373294" y="725055"/>
                </a:lnTo>
                <a:lnTo>
                  <a:pt x="1385608" y="729439"/>
                </a:lnTo>
                <a:lnTo>
                  <a:pt x="1388778" y="736157"/>
                </a:lnTo>
                <a:lnTo>
                  <a:pt x="1386631" y="742363"/>
                </a:lnTo>
                <a:lnTo>
                  <a:pt x="1384439" y="748520"/>
                </a:lnTo>
                <a:lnTo>
                  <a:pt x="1377668" y="751731"/>
                </a:lnTo>
                <a:lnTo>
                  <a:pt x="1371516" y="749543"/>
                </a:lnTo>
                <a:lnTo>
                  <a:pt x="1369698" y="748868"/>
                </a:lnTo>
                <a:lnTo>
                  <a:pt x="1368081" y="747821"/>
                </a:lnTo>
                <a:close/>
              </a:path>
              <a:path w="5142230" h="2300604">
                <a:moveTo>
                  <a:pt x="2051913" y="939211"/>
                </a:moveTo>
                <a:lnTo>
                  <a:pt x="2047768" y="934774"/>
                </a:lnTo>
                <a:lnTo>
                  <a:pt x="2046584" y="930575"/>
                </a:lnTo>
                <a:lnTo>
                  <a:pt x="2049446" y="920149"/>
                </a:lnTo>
                <a:lnTo>
                  <a:pt x="2055945" y="916452"/>
                </a:lnTo>
                <a:lnTo>
                  <a:pt x="2068571" y="919997"/>
                </a:lnTo>
                <a:lnTo>
                  <a:pt x="2072268" y="926497"/>
                </a:lnTo>
                <a:lnTo>
                  <a:pt x="2068771" y="939077"/>
                </a:lnTo>
                <a:lnTo>
                  <a:pt x="2062267" y="942769"/>
                </a:lnTo>
                <a:lnTo>
                  <a:pt x="2055959" y="941001"/>
                </a:lnTo>
                <a:lnTo>
                  <a:pt x="2053760" y="940407"/>
                </a:lnTo>
                <a:lnTo>
                  <a:pt x="2051913" y="939211"/>
                </a:lnTo>
                <a:close/>
              </a:path>
              <a:path w="5142230" h="2300604">
                <a:moveTo>
                  <a:pt x="3045460" y="1620982"/>
                </a:moveTo>
                <a:lnTo>
                  <a:pt x="3041315" y="1616545"/>
                </a:lnTo>
                <a:lnTo>
                  <a:pt x="3040207" y="1614284"/>
                </a:lnTo>
                <a:lnTo>
                  <a:pt x="3039824" y="1611820"/>
                </a:lnTo>
                <a:lnTo>
                  <a:pt x="3038910" y="1605369"/>
                </a:lnTo>
                <a:lnTo>
                  <a:pt x="3043412" y="1599338"/>
                </a:lnTo>
                <a:lnTo>
                  <a:pt x="3049909" y="1598473"/>
                </a:lnTo>
                <a:lnTo>
                  <a:pt x="3056409" y="1597514"/>
                </a:lnTo>
                <a:lnTo>
                  <a:pt x="3062341" y="1602007"/>
                </a:lnTo>
                <a:lnTo>
                  <a:pt x="3064218" y="1614964"/>
                </a:lnTo>
                <a:lnTo>
                  <a:pt x="3059671" y="1620947"/>
                </a:lnTo>
                <a:lnTo>
                  <a:pt x="3053215" y="1621855"/>
                </a:lnTo>
                <a:lnTo>
                  <a:pt x="3049233" y="1622480"/>
                </a:lnTo>
                <a:lnTo>
                  <a:pt x="3045460" y="1620982"/>
                </a:lnTo>
                <a:close/>
              </a:path>
              <a:path w="5142230" h="2300604">
                <a:moveTo>
                  <a:pt x="2913101" y="2300034"/>
                </a:moveTo>
                <a:lnTo>
                  <a:pt x="2915179" y="2293010"/>
                </a:lnTo>
                <a:lnTo>
                  <a:pt x="2921766" y="2289504"/>
                </a:lnTo>
                <a:lnTo>
                  <a:pt x="2934299" y="2293146"/>
                </a:lnTo>
                <a:lnTo>
                  <a:pt x="2937850" y="2299782"/>
                </a:lnTo>
                <a:lnTo>
                  <a:pt x="2937776" y="2300034"/>
                </a:lnTo>
                <a:lnTo>
                  <a:pt x="2913101" y="2300034"/>
                </a:lnTo>
                <a:close/>
              </a:path>
              <a:path w="5142230" h="2300604">
                <a:moveTo>
                  <a:pt x="2833945" y="1260843"/>
                </a:moveTo>
                <a:lnTo>
                  <a:pt x="2829208" y="1255772"/>
                </a:lnTo>
                <a:lnTo>
                  <a:pt x="2828912" y="1249200"/>
                </a:lnTo>
                <a:lnTo>
                  <a:pt x="2832660" y="1244512"/>
                </a:lnTo>
                <a:lnTo>
                  <a:pt x="2836797" y="1239460"/>
                </a:lnTo>
                <a:lnTo>
                  <a:pt x="2844189" y="1238673"/>
                </a:lnTo>
                <a:lnTo>
                  <a:pt x="2854388" y="1246951"/>
                </a:lnTo>
                <a:lnTo>
                  <a:pt x="2855126" y="1254388"/>
                </a:lnTo>
                <a:lnTo>
                  <a:pt x="2851029" y="1259484"/>
                </a:lnTo>
                <a:lnTo>
                  <a:pt x="2846892" y="1264537"/>
                </a:lnTo>
                <a:lnTo>
                  <a:pt x="2839455" y="1265275"/>
                </a:lnTo>
                <a:lnTo>
                  <a:pt x="2834407" y="1261142"/>
                </a:lnTo>
                <a:lnTo>
                  <a:pt x="2833945" y="1260843"/>
                </a:lnTo>
                <a:close/>
              </a:path>
              <a:path w="5142230" h="2300604">
                <a:moveTo>
                  <a:pt x="2938035" y="2244265"/>
                </a:moveTo>
                <a:lnTo>
                  <a:pt x="2933890" y="2239827"/>
                </a:lnTo>
                <a:lnTo>
                  <a:pt x="2932722" y="2235449"/>
                </a:lnTo>
                <a:lnTo>
                  <a:pt x="2933994" y="2231239"/>
                </a:lnTo>
                <a:lnTo>
                  <a:pt x="2935956" y="2225032"/>
                </a:lnTo>
                <a:lnTo>
                  <a:pt x="2942543" y="2221526"/>
                </a:lnTo>
                <a:lnTo>
                  <a:pt x="2955061" y="2225347"/>
                </a:lnTo>
                <a:lnTo>
                  <a:pt x="2958517" y="2231979"/>
                </a:lnTo>
                <a:lnTo>
                  <a:pt x="2954697" y="2244506"/>
                </a:lnTo>
                <a:lnTo>
                  <a:pt x="2948064" y="2247963"/>
                </a:lnTo>
                <a:lnTo>
                  <a:pt x="2939748" y="2245413"/>
                </a:lnTo>
                <a:lnTo>
                  <a:pt x="2938035" y="2244265"/>
                </a:lnTo>
                <a:close/>
              </a:path>
              <a:path w="5142230" h="2300604">
                <a:moveTo>
                  <a:pt x="3051370" y="1691332"/>
                </a:moveTo>
                <a:lnTo>
                  <a:pt x="3047225" y="1686895"/>
                </a:lnTo>
                <a:lnTo>
                  <a:pt x="3046043" y="1684164"/>
                </a:lnTo>
                <a:lnTo>
                  <a:pt x="3045954" y="1681234"/>
                </a:lnTo>
                <a:lnTo>
                  <a:pt x="3045708" y="1674715"/>
                </a:lnTo>
                <a:lnTo>
                  <a:pt x="3050805" y="1669223"/>
                </a:lnTo>
                <a:lnTo>
                  <a:pt x="3063847" y="1668718"/>
                </a:lnTo>
                <a:lnTo>
                  <a:pt x="3069339" y="1673815"/>
                </a:lnTo>
                <a:lnTo>
                  <a:pt x="3069844" y="1686867"/>
                </a:lnTo>
                <a:lnTo>
                  <a:pt x="3064747" y="1692359"/>
                </a:lnTo>
                <a:lnTo>
                  <a:pt x="3058219" y="1692604"/>
                </a:lnTo>
                <a:lnTo>
                  <a:pt x="3054630" y="1692770"/>
                </a:lnTo>
                <a:lnTo>
                  <a:pt x="3051370" y="1691332"/>
                </a:lnTo>
                <a:close/>
              </a:path>
              <a:path w="5142230" h="2300604">
                <a:moveTo>
                  <a:pt x="1777085" y="867681"/>
                </a:moveTo>
                <a:lnTo>
                  <a:pt x="1772940" y="863244"/>
                </a:lnTo>
                <a:lnTo>
                  <a:pt x="1771712" y="859095"/>
                </a:lnTo>
                <a:lnTo>
                  <a:pt x="1772695" y="855064"/>
                </a:lnTo>
                <a:lnTo>
                  <a:pt x="1774373" y="848748"/>
                </a:lnTo>
                <a:lnTo>
                  <a:pt x="1780835" y="844912"/>
                </a:lnTo>
                <a:lnTo>
                  <a:pt x="1793470" y="848175"/>
                </a:lnTo>
                <a:lnTo>
                  <a:pt x="1797260" y="854578"/>
                </a:lnTo>
                <a:lnTo>
                  <a:pt x="1794043" y="867263"/>
                </a:lnTo>
                <a:lnTo>
                  <a:pt x="1787650" y="871073"/>
                </a:lnTo>
                <a:lnTo>
                  <a:pt x="1781226" y="869475"/>
                </a:lnTo>
                <a:lnTo>
                  <a:pt x="1779027" y="868881"/>
                </a:lnTo>
                <a:lnTo>
                  <a:pt x="1777085" y="867681"/>
                </a:lnTo>
                <a:close/>
              </a:path>
              <a:path w="5142230" h="2300604">
                <a:moveTo>
                  <a:pt x="2959089" y="2176485"/>
                </a:moveTo>
                <a:lnTo>
                  <a:pt x="2954944" y="2172048"/>
                </a:lnTo>
                <a:lnTo>
                  <a:pt x="2953771" y="2167664"/>
                </a:lnTo>
                <a:lnTo>
                  <a:pt x="2955048" y="2163459"/>
                </a:lnTo>
                <a:lnTo>
                  <a:pt x="2957001" y="2157242"/>
                </a:lnTo>
                <a:lnTo>
                  <a:pt x="2963637" y="2153691"/>
                </a:lnTo>
                <a:lnTo>
                  <a:pt x="2969854" y="2155654"/>
                </a:lnTo>
                <a:lnTo>
                  <a:pt x="2976115" y="2157567"/>
                </a:lnTo>
                <a:lnTo>
                  <a:pt x="2979617" y="2164248"/>
                </a:lnTo>
                <a:lnTo>
                  <a:pt x="2977659" y="2170460"/>
                </a:lnTo>
                <a:lnTo>
                  <a:pt x="2975742" y="2176716"/>
                </a:lnTo>
                <a:lnTo>
                  <a:pt x="2969109" y="2180173"/>
                </a:lnTo>
                <a:lnTo>
                  <a:pt x="2960797" y="2177629"/>
                </a:lnTo>
                <a:lnTo>
                  <a:pt x="2959089" y="2176485"/>
                </a:lnTo>
                <a:close/>
              </a:path>
              <a:path w="5142230" h="2300604">
                <a:moveTo>
                  <a:pt x="1983381" y="920686"/>
                </a:moveTo>
                <a:lnTo>
                  <a:pt x="1979236" y="916248"/>
                </a:lnTo>
                <a:lnTo>
                  <a:pt x="1978054" y="912148"/>
                </a:lnTo>
                <a:lnTo>
                  <a:pt x="1980817" y="901714"/>
                </a:lnTo>
                <a:lnTo>
                  <a:pt x="1987270" y="897969"/>
                </a:lnTo>
                <a:lnTo>
                  <a:pt x="1999903" y="901325"/>
                </a:lnTo>
                <a:lnTo>
                  <a:pt x="2003649" y="907779"/>
                </a:lnTo>
                <a:lnTo>
                  <a:pt x="2000292" y="920411"/>
                </a:lnTo>
                <a:lnTo>
                  <a:pt x="1994075" y="924020"/>
                </a:lnTo>
                <a:lnTo>
                  <a:pt x="1993838" y="924157"/>
                </a:lnTo>
                <a:lnTo>
                  <a:pt x="1985323" y="921885"/>
                </a:lnTo>
                <a:lnTo>
                  <a:pt x="1983381" y="920686"/>
                </a:lnTo>
                <a:close/>
              </a:path>
              <a:path w="5142230" h="2300604">
                <a:moveTo>
                  <a:pt x="1914684" y="902862"/>
                </a:moveTo>
                <a:lnTo>
                  <a:pt x="1910494" y="898377"/>
                </a:lnTo>
                <a:lnTo>
                  <a:pt x="1909307" y="894271"/>
                </a:lnTo>
                <a:lnTo>
                  <a:pt x="1911980" y="883839"/>
                </a:lnTo>
                <a:lnTo>
                  <a:pt x="1918433" y="880093"/>
                </a:lnTo>
                <a:lnTo>
                  <a:pt x="1931118" y="883311"/>
                </a:lnTo>
                <a:lnTo>
                  <a:pt x="1934958" y="889767"/>
                </a:lnTo>
                <a:lnTo>
                  <a:pt x="1933300" y="896007"/>
                </a:lnTo>
                <a:lnTo>
                  <a:pt x="1931647" y="902448"/>
                </a:lnTo>
                <a:lnTo>
                  <a:pt x="1925234" y="906238"/>
                </a:lnTo>
                <a:lnTo>
                  <a:pt x="1918994" y="904641"/>
                </a:lnTo>
                <a:lnTo>
                  <a:pt x="1916626" y="904062"/>
                </a:lnTo>
                <a:lnTo>
                  <a:pt x="1914684" y="902862"/>
                </a:lnTo>
                <a:close/>
              </a:path>
              <a:path w="5142230" h="2300604">
                <a:moveTo>
                  <a:pt x="1845882" y="885220"/>
                </a:moveTo>
                <a:lnTo>
                  <a:pt x="1841741" y="880788"/>
                </a:lnTo>
                <a:lnTo>
                  <a:pt x="1840510" y="876733"/>
                </a:lnTo>
                <a:lnTo>
                  <a:pt x="1843179" y="866296"/>
                </a:lnTo>
                <a:lnTo>
                  <a:pt x="1849587" y="862501"/>
                </a:lnTo>
                <a:lnTo>
                  <a:pt x="1862271" y="865718"/>
                </a:lnTo>
                <a:lnTo>
                  <a:pt x="1866111" y="872175"/>
                </a:lnTo>
                <a:lnTo>
                  <a:pt x="1862844" y="884806"/>
                </a:lnTo>
                <a:lnTo>
                  <a:pt x="1856441" y="888605"/>
                </a:lnTo>
                <a:lnTo>
                  <a:pt x="1850121" y="887021"/>
                </a:lnTo>
                <a:lnTo>
                  <a:pt x="1847828" y="886424"/>
                </a:lnTo>
                <a:lnTo>
                  <a:pt x="1845882" y="885220"/>
                </a:lnTo>
                <a:close/>
              </a:path>
              <a:path w="5142230" h="2300604">
                <a:moveTo>
                  <a:pt x="2716842" y="1180939"/>
                </a:moveTo>
                <a:lnTo>
                  <a:pt x="2712611" y="1176410"/>
                </a:lnTo>
                <a:lnTo>
                  <a:pt x="2711766" y="1170716"/>
                </a:lnTo>
                <a:lnTo>
                  <a:pt x="2714424" y="1166132"/>
                </a:lnTo>
                <a:lnTo>
                  <a:pt x="2717732" y="1160486"/>
                </a:lnTo>
                <a:lnTo>
                  <a:pt x="2724973" y="1158560"/>
                </a:lnTo>
                <a:lnTo>
                  <a:pt x="2736266" y="1165077"/>
                </a:lnTo>
                <a:lnTo>
                  <a:pt x="2738191" y="1172319"/>
                </a:lnTo>
                <a:lnTo>
                  <a:pt x="2734888" y="1177970"/>
                </a:lnTo>
                <a:lnTo>
                  <a:pt x="2731625" y="1183666"/>
                </a:lnTo>
                <a:lnTo>
                  <a:pt x="2724428" y="1185541"/>
                </a:lnTo>
                <a:lnTo>
                  <a:pt x="2718737" y="1182283"/>
                </a:lnTo>
                <a:lnTo>
                  <a:pt x="2717714" y="1181677"/>
                </a:lnTo>
                <a:lnTo>
                  <a:pt x="2716842" y="1180939"/>
                </a:lnTo>
                <a:close/>
              </a:path>
              <a:path w="5142230" h="2300604">
                <a:moveTo>
                  <a:pt x="2654535" y="1147377"/>
                </a:moveTo>
                <a:lnTo>
                  <a:pt x="2650303" y="1142847"/>
                </a:lnTo>
                <a:lnTo>
                  <a:pt x="2649446" y="1137531"/>
                </a:lnTo>
                <a:lnTo>
                  <a:pt x="2651673" y="1132975"/>
                </a:lnTo>
                <a:lnTo>
                  <a:pt x="2654705" y="1127130"/>
                </a:lnTo>
                <a:lnTo>
                  <a:pt x="2661775" y="1124826"/>
                </a:lnTo>
                <a:lnTo>
                  <a:pt x="2673472" y="1130700"/>
                </a:lnTo>
                <a:lnTo>
                  <a:pt x="2675780" y="1137766"/>
                </a:lnTo>
                <a:lnTo>
                  <a:pt x="2669901" y="1149458"/>
                </a:lnTo>
                <a:lnTo>
                  <a:pt x="2662787" y="1151812"/>
                </a:lnTo>
                <a:lnTo>
                  <a:pt x="2656943" y="1148880"/>
                </a:lnTo>
                <a:lnTo>
                  <a:pt x="2655686" y="1148219"/>
                </a:lnTo>
                <a:lnTo>
                  <a:pt x="2654535" y="1147377"/>
                </a:lnTo>
                <a:close/>
              </a:path>
              <a:path w="5142230" h="2300604">
                <a:moveTo>
                  <a:pt x="3043834" y="1832426"/>
                </a:moveTo>
                <a:lnTo>
                  <a:pt x="3039734" y="1828037"/>
                </a:lnTo>
                <a:lnTo>
                  <a:pt x="3038484" y="1824549"/>
                </a:lnTo>
                <a:lnTo>
                  <a:pt x="3039720" y="1814436"/>
                </a:lnTo>
                <a:lnTo>
                  <a:pt x="3045687" y="1809876"/>
                </a:lnTo>
                <a:lnTo>
                  <a:pt x="3052175" y="1810663"/>
                </a:lnTo>
                <a:lnTo>
                  <a:pt x="3058656" y="1811540"/>
                </a:lnTo>
                <a:lnTo>
                  <a:pt x="3063274" y="1817461"/>
                </a:lnTo>
                <a:lnTo>
                  <a:pt x="3062392" y="1823946"/>
                </a:lnTo>
                <a:lnTo>
                  <a:pt x="3061605" y="1830434"/>
                </a:lnTo>
                <a:lnTo>
                  <a:pt x="3055638" y="1834995"/>
                </a:lnTo>
                <a:lnTo>
                  <a:pt x="3049105" y="1834158"/>
                </a:lnTo>
                <a:lnTo>
                  <a:pt x="3046285" y="1833779"/>
                </a:lnTo>
                <a:lnTo>
                  <a:pt x="3043834" y="1832426"/>
                </a:lnTo>
                <a:close/>
              </a:path>
              <a:path w="5142230" h="2300604">
                <a:moveTo>
                  <a:pt x="2776748" y="1218480"/>
                </a:moveTo>
                <a:lnTo>
                  <a:pt x="2772471" y="1213902"/>
                </a:lnTo>
                <a:lnTo>
                  <a:pt x="2771876" y="1207791"/>
                </a:lnTo>
                <a:lnTo>
                  <a:pt x="2778683" y="1197679"/>
                </a:lnTo>
                <a:lnTo>
                  <a:pt x="2786053" y="1196283"/>
                </a:lnTo>
                <a:lnTo>
                  <a:pt x="2796845" y="1203632"/>
                </a:lnTo>
                <a:lnTo>
                  <a:pt x="2798247" y="1210998"/>
                </a:lnTo>
                <a:lnTo>
                  <a:pt x="2794621" y="1216402"/>
                </a:lnTo>
                <a:lnTo>
                  <a:pt x="2790897" y="1221799"/>
                </a:lnTo>
                <a:lnTo>
                  <a:pt x="2783573" y="1223245"/>
                </a:lnTo>
                <a:lnTo>
                  <a:pt x="2777438" y="1219023"/>
                </a:lnTo>
                <a:lnTo>
                  <a:pt x="2776748" y="1218480"/>
                </a:lnTo>
                <a:close/>
              </a:path>
              <a:path w="5142230" h="2300604">
                <a:moveTo>
                  <a:pt x="2886405" y="1307714"/>
                </a:moveTo>
                <a:lnTo>
                  <a:pt x="2881754" y="1302736"/>
                </a:lnTo>
                <a:lnTo>
                  <a:pt x="2881813" y="1295467"/>
                </a:lnTo>
                <a:lnTo>
                  <a:pt x="2886313" y="1290999"/>
                </a:lnTo>
                <a:lnTo>
                  <a:pt x="2890909" y="1286340"/>
                </a:lnTo>
                <a:lnTo>
                  <a:pt x="2898369" y="1286311"/>
                </a:lnTo>
                <a:lnTo>
                  <a:pt x="2907687" y="1295503"/>
                </a:lnTo>
                <a:lnTo>
                  <a:pt x="2907668" y="1303009"/>
                </a:lnTo>
                <a:lnTo>
                  <a:pt x="2898524" y="1312281"/>
                </a:lnTo>
                <a:lnTo>
                  <a:pt x="2890965" y="1312302"/>
                </a:lnTo>
                <a:lnTo>
                  <a:pt x="2886405" y="1307714"/>
                </a:lnTo>
                <a:close/>
              </a:path>
              <a:path w="5142230" h="2300604">
                <a:moveTo>
                  <a:pt x="1170721" y="666555"/>
                </a:moveTo>
                <a:lnTo>
                  <a:pt x="1166535" y="662074"/>
                </a:lnTo>
                <a:lnTo>
                  <a:pt x="1165531" y="656894"/>
                </a:lnTo>
                <a:lnTo>
                  <a:pt x="1167669" y="652340"/>
                </a:lnTo>
                <a:lnTo>
                  <a:pt x="1170512" y="646488"/>
                </a:lnTo>
                <a:lnTo>
                  <a:pt x="1177538" y="643942"/>
                </a:lnTo>
                <a:lnTo>
                  <a:pt x="1189384" y="649585"/>
                </a:lnTo>
                <a:lnTo>
                  <a:pt x="1191882" y="656657"/>
                </a:lnTo>
                <a:lnTo>
                  <a:pt x="1189080" y="662553"/>
                </a:lnTo>
                <a:lnTo>
                  <a:pt x="1186242" y="668410"/>
                </a:lnTo>
                <a:lnTo>
                  <a:pt x="1179170" y="670907"/>
                </a:lnTo>
                <a:lnTo>
                  <a:pt x="1173269" y="668110"/>
                </a:lnTo>
                <a:lnTo>
                  <a:pt x="1171922" y="667450"/>
                </a:lnTo>
                <a:lnTo>
                  <a:pt x="1170721" y="666555"/>
                </a:lnTo>
                <a:close/>
              </a:path>
              <a:path w="5142230" h="2300604">
                <a:moveTo>
                  <a:pt x="2188275" y="978835"/>
                </a:moveTo>
                <a:lnTo>
                  <a:pt x="2184129" y="974398"/>
                </a:lnTo>
                <a:lnTo>
                  <a:pt x="2182954" y="970109"/>
                </a:lnTo>
                <a:lnTo>
                  <a:pt x="2184131" y="965895"/>
                </a:lnTo>
                <a:lnTo>
                  <a:pt x="2185999" y="959685"/>
                </a:lnTo>
                <a:lnTo>
                  <a:pt x="2192585" y="956080"/>
                </a:lnTo>
                <a:lnTo>
                  <a:pt x="2205118" y="959722"/>
                </a:lnTo>
                <a:lnTo>
                  <a:pt x="2208713" y="966307"/>
                </a:lnTo>
                <a:lnTo>
                  <a:pt x="2206846" y="972617"/>
                </a:lnTo>
                <a:lnTo>
                  <a:pt x="2205028" y="978881"/>
                </a:lnTo>
                <a:lnTo>
                  <a:pt x="2198442" y="982486"/>
                </a:lnTo>
                <a:lnTo>
                  <a:pt x="2192132" y="980619"/>
                </a:lnTo>
                <a:lnTo>
                  <a:pt x="2190077" y="979982"/>
                </a:lnTo>
                <a:lnTo>
                  <a:pt x="2188275" y="978835"/>
                </a:lnTo>
                <a:close/>
              </a:path>
              <a:path w="5142230" h="2300604">
                <a:moveTo>
                  <a:pt x="1235486" y="696004"/>
                </a:moveTo>
                <a:lnTo>
                  <a:pt x="1231296" y="691518"/>
                </a:lnTo>
                <a:lnTo>
                  <a:pt x="1230285" y="686526"/>
                </a:lnTo>
                <a:lnTo>
                  <a:pt x="1232231" y="682061"/>
                </a:lnTo>
                <a:lnTo>
                  <a:pt x="1234749" y="676056"/>
                </a:lnTo>
                <a:lnTo>
                  <a:pt x="1241732" y="673268"/>
                </a:lnTo>
                <a:lnTo>
                  <a:pt x="1247737" y="675885"/>
                </a:lnTo>
                <a:lnTo>
                  <a:pt x="1253742" y="678402"/>
                </a:lnTo>
                <a:lnTo>
                  <a:pt x="1256457" y="685219"/>
                </a:lnTo>
                <a:lnTo>
                  <a:pt x="1253909" y="691386"/>
                </a:lnTo>
                <a:lnTo>
                  <a:pt x="1251347" y="697441"/>
                </a:lnTo>
                <a:lnTo>
                  <a:pt x="1244408" y="700179"/>
                </a:lnTo>
                <a:lnTo>
                  <a:pt x="1236823" y="696946"/>
                </a:lnTo>
                <a:lnTo>
                  <a:pt x="1235486" y="696004"/>
                </a:lnTo>
                <a:close/>
              </a:path>
              <a:path w="5142230" h="2300604">
                <a:moveTo>
                  <a:pt x="3017375" y="1971738"/>
                </a:moveTo>
                <a:lnTo>
                  <a:pt x="3013185" y="1967252"/>
                </a:lnTo>
                <a:lnTo>
                  <a:pt x="3011995" y="1963241"/>
                </a:lnTo>
                <a:lnTo>
                  <a:pt x="3012933" y="1959260"/>
                </a:lnTo>
                <a:lnTo>
                  <a:pt x="3014471" y="1952892"/>
                </a:lnTo>
                <a:lnTo>
                  <a:pt x="3020837" y="1948954"/>
                </a:lnTo>
                <a:lnTo>
                  <a:pt x="3033578" y="1952036"/>
                </a:lnTo>
                <a:lnTo>
                  <a:pt x="3037511" y="1958397"/>
                </a:lnTo>
                <a:lnTo>
                  <a:pt x="3035972" y="1964765"/>
                </a:lnTo>
                <a:lnTo>
                  <a:pt x="3034483" y="1971088"/>
                </a:lnTo>
                <a:lnTo>
                  <a:pt x="3028121" y="1975031"/>
                </a:lnTo>
                <a:lnTo>
                  <a:pt x="3021749" y="1973487"/>
                </a:lnTo>
                <a:lnTo>
                  <a:pt x="3019412" y="1972940"/>
                </a:lnTo>
                <a:lnTo>
                  <a:pt x="3017375" y="1971738"/>
                </a:lnTo>
                <a:close/>
              </a:path>
              <a:path w="5142230" h="2300604">
                <a:moveTo>
                  <a:pt x="2590562" y="1117114"/>
                </a:moveTo>
                <a:lnTo>
                  <a:pt x="2586367" y="1112624"/>
                </a:lnTo>
                <a:lnTo>
                  <a:pt x="2585315" y="1107588"/>
                </a:lnTo>
                <a:lnTo>
                  <a:pt x="2589968" y="1097125"/>
                </a:lnTo>
                <a:lnTo>
                  <a:pt x="2596952" y="1094435"/>
                </a:lnTo>
                <a:lnTo>
                  <a:pt x="2608902" y="1099799"/>
                </a:lnTo>
                <a:lnTo>
                  <a:pt x="2611591" y="1106783"/>
                </a:lnTo>
                <a:lnTo>
                  <a:pt x="2606272" y="1118683"/>
                </a:lnTo>
                <a:lnTo>
                  <a:pt x="2599288" y="1121372"/>
                </a:lnTo>
                <a:lnTo>
                  <a:pt x="2593340" y="1118720"/>
                </a:lnTo>
                <a:lnTo>
                  <a:pt x="2591805" y="1118054"/>
                </a:lnTo>
                <a:lnTo>
                  <a:pt x="2590562" y="1117114"/>
                </a:lnTo>
                <a:close/>
              </a:path>
              <a:path w="5142230" h="2300604">
                <a:moveTo>
                  <a:pt x="1708388" y="849858"/>
                </a:moveTo>
                <a:lnTo>
                  <a:pt x="1704243" y="845421"/>
                </a:lnTo>
                <a:lnTo>
                  <a:pt x="1703015" y="841272"/>
                </a:lnTo>
                <a:lnTo>
                  <a:pt x="1704046" y="837195"/>
                </a:lnTo>
                <a:lnTo>
                  <a:pt x="1705725" y="830879"/>
                </a:lnTo>
                <a:lnTo>
                  <a:pt x="1712050" y="827191"/>
                </a:lnTo>
                <a:lnTo>
                  <a:pt x="1712227" y="827088"/>
                </a:lnTo>
                <a:lnTo>
                  <a:pt x="1724819" y="830401"/>
                </a:lnTo>
                <a:lnTo>
                  <a:pt x="1728606" y="836898"/>
                </a:lnTo>
                <a:lnTo>
                  <a:pt x="1725347" y="849539"/>
                </a:lnTo>
                <a:lnTo>
                  <a:pt x="1719022" y="853227"/>
                </a:lnTo>
                <a:lnTo>
                  <a:pt x="1718845" y="853330"/>
                </a:lnTo>
                <a:lnTo>
                  <a:pt x="1712529" y="851652"/>
                </a:lnTo>
                <a:lnTo>
                  <a:pt x="1710282" y="851103"/>
                </a:lnTo>
                <a:lnTo>
                  <a:pt x="1708388" y="849858"/>
                </a:lnTo>
                <a:close/>
              </a:path>
              <a:path w="5142230" h="2300604">
                <a:moveTo>
                  <a:pt x="2979854" y="2108591"/>
                </a:moveTo>
                <a:lnTo>
                  <a:pt x="2975714" y="2104159"/>
                </a:lnTo>
                <a:lnTo>
                  <a:pt x="2974488" y="2099817"/>
                </a:lnTo>
                <a:lnTo>
                  <a:pt x="2977628" y="2089396"/>
                </a:lnTo>
                <a:lnTo>
                  <a:pt x="2984218" y="2085796"/>
                </a:lnTo>
                <a:lnTo>
                  <a:pt x="2990484" y="2087714"/>
                </a:lnTo>
                <a:lnTo>
                  <a:pt x="2996748" y="2089532"/>
                </a:lnTo>
                <a:lnTo>
                  <a:pt x="3000299" y="2096168"/>
                </a:lnTo>
                <a:lnTo>
                  <a:pt x="2998481" y="2102432"/>
                </a:lnTo>
                <a:lnTo>
                  <a:pt x="2996568" y="2108693"/>
                </a:lnTo>
                <a:lnTo>
                  <a:pt x="2990026" y="2112247"/>
                </a:lnTo>
                <a:lnTo>
                  <a:pt x="2983717" y="2110380"/>
                </a:lnTo>
                <a:lnTo>
                  <a:pt x="2981661" y="2109743"/>
                </a:lnTo>
                <a:lnTo>
                  <a:pt x="2979854" y="2108591"/>
                </a:lnTo>
                <a:close/>
              </a:path>
              <a:path w="5142230" h="2300604">
                <a:moveTo>
                  <a:pt x="2999552" y="2040435"/>
                </a:moveTo>
                <a:lnTo>
                  <a:pt x="2995362" y="2035949"/>
                </a:lnTo>
                <a:lnTo>
                  <a:pt x="2994183" y="2031754"/>
                </a:lnTo>
                <a:lnTo>
                  <a:pt x="2995361" y="2027640"/>
                </a:lnTo>
                <a:lnTo>
                  <a:pt x="2997035" y="2021319"/>
                </a:lnTo>
                <a:lnTo>
                  <a:pt x="3003117" y="2017859"/>
                </a:lnTo>
                <a:lnTo>
                  <a:pt x="3003534" y="2017622"/>
                </a:lnTo>
                <a:lnTo>
                  <a:pt x="3016168" y="2021078"/>
                </a:lnTo>
                <a:lnTo>
                  <a:pt x="3019911" y="2027626"/>
                </a:lnTo>
                <a:lnTo>
                  <a:pt x="3018133" y="2033934"/>
                </a:lnTo>
                <a:lnTo>
                  <a:pt x="3016409" y="2040201"/>
                </a:lnTo>
                <a:lnTo>
                  <a:pt x="3010328" y="2043661"/>
                </a:lnTo>
                <a:lnTo>
                  <a:pt x="3009910" y="2043899"/>
                </a:lnTo>
                <a:lnTo>
                  <a:pt x="3001444" y="2041580"/>
                </a:lnTo>
                <a:lnTo>
                  <a:pt x="2999552" y="2040435"/>
                </a:lnTo>
                <a:close/>
              </a:path>
              <a:path w="5142230" h="2300604">
                <a:moveTo>
                  <a:pt x="2120126" y="958765"/>
                </a:moveTo>
                <a:lnTo>
                  <a:pt x="2115981" y="954327"/>
                </a:lnTo>
                <a:lnTo>
                  <a:pt x="2114760" y="949990"/>
                </a:lnTo>
                <a:lnTo>
                  <a:pt x="2117900" y="939569"/>
                </a:lnTo>
                <a:lnTo>
                  <a:pt x="2124490" y="935969"/>
                </a:lnTo>
                <a:lnTo>
                  <a:pt x="2130751" y="937882"/>
                </a:lnTo>
                <a:lnTo>
                  <a:pt x="2137011" y="939695"/>
                </a:lnTo>
                <a:lnTo>
                  <a:pt x="2140615" y="946290"/>
                </a:lnTo>
                <a:lnTo>
                  <a:pt x="2138702" y="952551"/>
                </a:lnTo>
                <a:lnTo>
                  <a:pt x="2136884" y="958816"/>
                </a:lnTo>
                <a:lnTo>
                  <a:pt x="2130293" y="962415"/>
                </a:lnTo>
                <a:lnTo>
                  <a:pt x="2123984" y="960548"/>
                </a:lnTo>
                <a:lnTo>
                  <a:pt x="2121924" y="959907"/>
                </a:lnTo>
                <a:lnTo>
                  <a:pt x="2120126" y="958765"/>
                </a:lnTo>
                <a:close/>
              </a:path>
              <a:path w="5142230" h="2300604">
                <a:moveTo>
                  <a:pt x="2937622" y="1364594"/>
                </a:moveTo>
                <a:lnTo>
                  <a:pt x="2932798" y="1359430"/>
                </a:lnTo>
                <a:lnTo>
                  <a:pt x="2928720" y="1354282"/>
                </a:lnTo>
                <a:lnTo>
                  <a:pt x="2929593" y="1346810"/>
                </a:lnTo>
                <a:lnTo>
                  <a:pt x="2939830" y="1338708"/>
                </a:lnTo>
                <a:lnTo>
                  <a:pt x="2947261" y="1339528"/>
                </a:lnTo>
                <a:lnTo>
                  <a:pt x="2955408" y="1349813"/>
                </a:lnTo>
                <a:lnTo>
                  <a:pt x="2954539" y="1357191"/>
                </a:lnTo>
                <a:lnTo>
                  <a:pt x="2949446" y="1361318"/>
                </a:lnTo>
                <a:lnTo>
                  <a:pt x="2944547" y="1365164"/>
                </a:lnTo>
                <a:lnTo>
                  <a:pt x="2937622" y="1364594"/>
                </a:lnTo>
                <a:close/>
              </a:path>
              <a:path w="5142230" h="2300604">
                <a:moveTo>
                  <a:pt x="1125074" y="498733"/>
                </a:moveTo>
                <a:lnTo>
                  <a:pt x="1121020" y="494394"/>
                </a:lnTo>
                <a:lnTo>
                  <a:pt x="1120211" y="489031"/>
                </a:lnTo>
                <a:lnTo>
                  <a:pt x="1122580" y="484627"/>
                </a:lnTo>
                <a:lnTo>
                  <a:pt x="1125647" y="479114"/>
                </a:lnTo>
                <a:lnTo>
                  <a:pt x="1132563" y="477036"/>
                </a:lnTo>
                <a:lnTo>
                  <a:pt x="1138077" y="480103"/>
                </a:lnTo>
                <a:lnTo>
                  <a:pt x="1143639" y="483125"/>
                </a:lnTo>
                <a:lnTo>
                  <a:pt x="1145623" y="490038"/>
                </a:lnTo>
                <a:lnTo>
                  <a:pt x="1142601" y="495600"/>
                </a:lnTo>
                <a:lnTo>
                  <a:pt x="1139578" y="501063"/>
                </a:lnTo>
                <a:lnTo>
                  <a:pt x="1132661" y="503141"/>
                </a:lnTo>
                <a:lnTo>
                  <a:pt x="1126040" y="499474"/>
                </a:lnTo>
                <a:lnTo>
                  <a:pt x="1125074" y="498733"/>
                </a:lnTo>
                <a:close/>
              </a:path>
              <a:path w="5142230" h="2300604">
                <a:moveTo>
                  <a:pt x="1518493" y="663002"/>
                </a:moveTo>
                <a:lnTo>
                  <a:pt x="1514490" y="658716"/>
                </a:lnTo>
                <a:lnTo>
                  <a:pt x="1513355" y="654471"/>
                </a:lnTo>
                <a:lnTo>
                  <a:pt x="1516625" y="644385"/>
                </a:lnTo>
                <a:lnTo>
                  <a:pt x="1523017" y="641062"/>
                </a:lnTo>
                <a:lnTo>
                  <a:pt x="1535023" y="644921"/>
                </a:lnTo>
                <a:lnTo>
                  <a:pt x="1538342" y="651309"/>
                </a:lnTo>
                <a:lnTo>
                  <a:pt x="1536395" y="657337"/>
                </a:lnTo>
                <a:lnTo>
                  <a:pt x="1534492" y="663315"/>
                </a:lnTo>
                <a:lnTo>
                  <a:pt x="1528100" y="666638"/>
                </a:lnTo>
                <a:lnTo>
                  <a:pt x="1522076" y="664687"/>
                </a:lnTo>
                <a:lnTo>
                  <a:pt x="1520156" y="664097"/>
                </a:lnTo>
                <a:lnTo>
                  <a:pt x="1518493" y="663002"/>
                </a:lnTo>
                <a:close/>
              </a:path>
              <a:path w="5142230" h="2300604">
                <a:moveTo>
                  <a:pt x="1586471" y="684063"/>
                </a:moveTo>
                <a:lnTo>
                  <a:pt x="1582463" y="679772"/>
                </a:lnTo>
                <a:lnTo>
                  <a:pt x="1581325" y="675621"/>
                </a:lnTo>
                <a:lnTo>
                  <a:pt x="1584317" y="665530"/>
                </a:lnTo>
                <a:lnTo>
                  <a:pt x="1590666" y="662064"/>
                </a:lnTo>
                <a:lnTo>
                  <a:pt x="1596693" y="663922"/>
                </a:lnTo>
                <a:lnTo>
                  <a:pt x="1602723" y="665685"/>
                </a:lnTo>
                <a:lnTo>
                  <a:pt x="1606189" y="672035"/>
                </a:lnTo>
                <a:lnTo>
                  <a:pt x="1602569" y="684091"/>
                </a:lnTo>
                <a:lnTo>
                  <a:pt x="1596219" y="687558"/>
                </a:lnTo>
                <a:lnTo>
                  <a:pt x="1588175" y="685202"/>
                </a:lnTo>
                <a:lnTo>
                  <a:pt x="1586471" y="684063"/>
                </a:lnTo>
                <a:close/>
              </a:path>
              <a:path w="5142230" h="2300604">
                <a:moveTo>
                  <a:pt x="3092527" y="2261656"/>
                </a:moveTo>
                <a:lnTo>
                  <a:pt x="3088518" y="2257365"/>
                </a:lnTo>
                <a:lnTo>
                  <a:pt x="3087373" y="2253696"/>
                </a:lnTo>
                <a:lnTo>
                  <a:pt x="3089361" y="2243703"/>
                </a:lnTo>
                <a:lnTo>
                  <a:pt x="3095403" y="2239712"/>
                </a:lnTo>
                <a:lnTo>
                  <a:pt x="3101539" y="2241002"/>
                </a:lnTo>
                <a:lnTo>
                  <a:pt x="3107732" y="2242256"/>
                </a:lnTo>
                <a:lnTo>
                  <a:pt x="3111724" y="2248288"/>
                </a:lnTo>
                <a:lnTo>
                  <a:pt x="3109233" y="2260577"/>
                </a:lnTo>
                <a:lnTo>
                  <a:pt x="3103191" y="2264569"/>
                </a:lnTo>
                <a:lnTo>
                  <a:pt x="3097052" y="2263373"/>
                </a:lnTo>
                <a:lnTo>
                  <a:pt x="3094662" y="2262867"/>
                </a:lnTo>
                <a:lnTo>
                  <a:pt x="3092527" y="2261656"/>
                </a:lnTo>
                <a:close/>
              </a:path>
              <a:path w="5142230" h="2300604">
                <a:moveTo>
                  <a:pt x="1188158" y="531661"/>
                </a:moveTo>
                <a:lnTo>
                  <a:pt x="1184104" y="527322"/>
                </a:lnTo>
                <a:lnTo>
                  <a:pt x="1183191" y="522239"/>
                </a:lnTo>
                <a:lnTo>
                  <a:pt x="1188159" y="512211"/>
                </a:lnTo>
                <a:lnTo>
                  <a:pt x="1194987" y="509941"/>
                </a:lnTo>
                <a:lnTo>
                  <a:pt x="1200649" y="512679"/>
                </a:lnTo>
                <a:lnTo>
                  <a:pt x="1206317" y="515520"/>
                </a:lnTo>
                <a:lnTo>
                  <a:pt x="1208586" y="522348"/>
                </a:lnTo>
                <a:lnTo>
                  <a:pt x="1205844" y="528014"/>
                </a:lnTo>
                <a:lnTo>
                  <a:pt x="1203003" y="533673"/>
                </a:lnTo>
                <a:lnTo>
                  <a:pt x="1196179" y="535947"/>
                </a:lnTo>
                <a:lnTo>
                  <a:pt x="1190513" y="533205"/>
                </a:lnTo>
                <a:lnTo>
                  <a:pt x="1189261" y="532549"/>
                </a:lnTo>
                <a:lnTo>
                  <a:pt x="1188158" y="531661"/>
                </a:lnTo>
                <a:close/>
              </a:path>
              <a:path w="5142230" h="2300604">
                <a:moveTo>
                  <a:pt x="3101466" y="1247430"/>
                </a:moveTo>
                <a:lnTo>
                  <a:pt x="3097003" y="1242652"/>
                </a:lnTo>
                <a:lnTo>
                  <a:pt x="3092817" y="1237878"/>
                </a:lnTo>
                <a:lnTo>
                  <a:pt x="3093397" y="1230679"/>
                </a:lnTo>
                <a:lnTo>
                  <a:pt x="3097504" y="1227158"/>
                </a:lnTo>
                <a:lnTo>
                  <a:pt x="3102225" y="1223024"/>
                </a:lnTo>
                <a:lnTo>
                  <a:pt x="3102927" y="1222407"/>
                </a:lnTo>
                <a:lnTo>
                  <a:pt x="3110135" y="1222987"/>
                </a:lnTo>
                <a:lnTo>
                  <a:pt x="3114263" y="1227797"/>
                </a:lnTo>
                <a:lnTo>
                  <a:pt x="3118403" y="1232522"/>
                </a:lnTo>
                <a:lnTo>
                  <a:pt x="3117823" y="1239721"/>
                </a:lnTo>
                <a:lnTo>
                  <a:pt x="3113716" y="1243242"/>
                </a:lnTo>
                <a:lnTo>
                  <a:pt x="3108991" y="1247372"/>
                </a:lnTo>
                <a:lnTo>
                  <a:pt x="3108439" y="1247856"/>
                </a:lnTo>
                <a:lnTo>
                  <a:pt x="3101466" y="1247430"/>
                </a:lnTo>
                <a:close/>
              </a:path>
              <a:path w="5142230" h="2300604">
                <a:moveTo>
                  <a:pt x="1451044" y="640552"/>
                </a:moveTo>
                <a:lnTo>
                  <a:pt x="1446986" y="636208"/>
                </a:lnTo>
                <a:lnTo>
                  <a:pt x="1445912" y="631833"/>
                </a:lnTo>
                <a:lnTo>
                  <a:pt x="1449371" y="621753"/>
                </a:lnTo>
                <a:lnTo>
                  <a:pt x="1455900" y="618576"/>
                </a:lnTo>
                <a:lnTo>
                  <a:pt x="1467797" y="622711"/>
                </a:lnTo>
                <a:lnTo>
                  <a:pt x="1470929" y="629191"/>
                </a:lnTo>
                <a:lnTo>
                  <a:pt x="1468886" y="635117"/>
                </a:lnTo>
                <a:lnTo>
                  <a:pt x="1466840" y="641137"/>
                </a:lnTo>
                <a:lnTo>
                  <a:pt x="1460355" y="644264"/>
                </a:lnTo>
                <a:lnTo>
                  <a:pt x="1454388" y="642177"/>
                </a:lnTo>
                <a:lnTo>
                  <a:pt x="1452567" y="641595"/>
                </a:lnTo>
                <a:lnTo>
                  <a:pt x="1451044" y="640552"/>
                </a:lnTo>
                <a:close/>
              </a:path>
              <a:path w="5142230" h="2300604">
                <a:moveTo>
                  <a:pt x="3107970" y="2192269"/>
                </a:moveTo>
                <a:lnTo>
                  <a:pt x="3103962" y="2187978"/>
                </a:lnTo>
                <a:lnTo>
                  <a:pt x="3102819" y="2184115"/>
                </a:lnTo>
                <a:lnTo>
                  <a:pt x="3105233" y="2174090"/>
                </a:lnTo>
                <a:lnTo>
                  <a:pt x="3111408" y="2170339"/>
                </a:lnTo>
                <a:lnTo>
                  <a:pt x="3123676" y="2173306"/>
                </a:lnTo>
                <a:lnTo>
                  <a:pt x="3127431" y="2179477"/>
                </a:lnTo>
                <a:lnTo>
                  <a:pt x="3125899" y="2185656"/>
                </a:lnTo>
                <a:lnTo>
                  <a:pt x="3124416" y="2191790"/>
                </a:lnTo>
                <a:lnTo>
                  <a:pt x="3118245" y="2195546"/>
                </a:lnTo>
                <a:lnTo>
                  <a:pt x="3109912" y="2193468"/>
                </a:lnTo>
                <a:lnTo>
                  <a:pt x="3107970" y="2192269"/>
                </a:lnTo>
                <a:close/>
              </a:path>
              <a:path w="5142230" h="2300604">
                <a:moveTo>
                  <a:pt x="891050" y="339413"/>
                </a:moveTo>
                <a:lnTo>
                  <a:pt x="886165" y="334184"/>
                </a:lnTo>
                <a:lnTo>
                  <a:pt x="885963" y="327811"/>
                </a:lnTo>
                <a:lnTo>
                  <a:pt x="889709" y="323317"/>
                </a:lnTo>
                <a:lnTo>
                  <a:pt x="893791" y="318498"/>
                </a:lnTo>
                <a:lnTo>
                  <a:pt x="900939" y="317939"/>
                </a:lnTo>
                <a:lnTo>
                  <a:pt x="905757" y="322022"/>
                </a:lnTo>
                <a:lnTo>
                  <a:pt x="910624" y="326058"/>
                </a:lnTo>
                <a:lnTo>
                  <a:pt x="911180" y="333300"/>
                </a:lnTo>
                <a:lnTo>
                  <a:pt x="903064" y="342891"/>
                </a:lnTo>
                <a:lnTo>
                  <a:pt x="895863" y="343491"/>
                </a:lnTo>
                <a:lnTo>
                  <a:pt x="891050" y="339413"/>
                </a:lnTo>
                <a:close/>
              </a:path>
              <a:path w="5142230" h="2300604">
                <a:moveTo>
                  <a:pt x="3178484" y="1364771"/>
                </a:moveTo>
                <a:lnTo>
                  <a:pt x="3174380" y="1360378"/>
                </a:lnTo>
                <a:lnTo>
                  <a:pt x="3173703" y="1359458"/>
                </a:lnTo>
                <a:lnTo>
                  <a:pt x="3173173" y="1358401"/>
                </a:lnTo>
                <a:lnTo>
                  <a:pt x="3170492" y="1352697"/>
                </a:lnTo>
                <a:lnTo>
                  <a:pt x="3172796" y="1345878"/>
                </a:lnTo>
                <a:lnTo>
                  <a:pt x="3178555" y="1343147"/>
                </a:lnTo>
                <a:lnTo>
                  <a:pt x="3184218" y="1340413"/>
                </a:lnTo>
                <a:lnTo>
                  <a:pt x="3191029" y="1342816"/>
                </a:lnTo>
                <a:lnTo>
                  <a:pt x="3193768" y="1348485"/>
                </a:lnTo>
                <a:lnTo>
                  <a:pt x="3196449" y="1354189"/>
                </a:lnTo>
                <a:lnTo>
                  <a:pt x="3194045" y="1361000"/>
                </a:lnTo>
                <a:lnTo>
                  <a:pt x="3188386" y="1363739"/>
                </a:lnTo>
                <a:lnTo>
                  <a:pt x="3183774" y="1365938"/>
                </a:lnTo>
                <a:lnTo>
                  <a:pt x="3178484" y="1364771"/>
                </a:lnTo>
                <a:close/>
              </a:path>
              <a:path w="5142230" h="2300604">
                <a:moveTo>
                  <a:pt x="1063493" y="463114"/>
                </a:moveTo>
                <a:lnTo>
                  <a:pt x="1059398" y="458730"/>
                </a:lnTo>
                <a:lnTo>
                  <a:pt x="1058644" y="453134"/>
                </a:lnTo>
                <a:lnTo>
                  <a:pt x="1061433" y="448592"/>
                </a:lnTo>
                <a:lnTo>
                  <a:pt x="1064766" y="443266"/>
                </a:lnTo>
                <a:lnTo>
                  <a:pt x="1071536" y="441618"/>
                </a:lnTo>
                <a:lnTo>
                  <a:pt x="1071685" y="441582"/>
                </a:lnTo>
                <a:lnTo>
                  <a:pt x="1077102" y="444839"/>
                </a:lnTo>
                <a:lnTo>
                  <a:pt x="1082466" y="448138"/>
                </a:lnTo>
                <a:lnTo>
                  <a:pt x="1084164" y="455135"/>
                </a:lnTo>
                <a:lnTo>
                  <a:pt x="1080865" y="460499"/>
                </a:lnTo>
                <a:lnTo>
                  <a:pt x="1077608" y="465907"/>
                </a:lnTo>
                <a:lnTo>
                  <a:pt x="1070615" y="467610"/>
                </a:lnTo>
                <a:lnTo>
                  <a:pt x="1065202" y="464357"/>
                </a:lnTo>
                <a:lnTo>
                  <a:pt x="1064278" y="463759"/>
                </a:lnTo>
                <a:lnTo>
                  <a:pt x="1063493" y="463114"/>
                </a:lnTo>
                <a:close/>
              </a:path>
              <a:path w="5142230" h="2300604">
                <a:moveTo>
                  <a:pt x="1003624" y="424635"/>
                </a:moveTo>
                <a:lnTo>
                  <a:pt x="999524" y="420246"/>
                </a:lnTo>
                <a:lnTo>
                  <a:pt x="998923" y="414325"/>
                </a:lnTo>
                <a:lnTo>
                  <a:pt x="1005485" y="404634"/>
                </a:lnTo>
                <a:lnTo>
                  <a:pt x="1012612" y="403271"/>
                </a:lnTo>
                <a:lnTo>
                  <a:pt x="1023041" y="410330"/>
                </a:lnTo>
                <a:lnTo>
                  <a:pt x="1024399" y="417453"/>
                </a:lnTo>
                <a:lnTo>
                  <a:pt x="1017345" y="427887"/>
                </a:lnTo>
                <a:lnTo>
                  <a:pt x="1010266" y="429204"/>
                </a:lnTo>
                <a:lnTo>
                  <a:pt x="1004313" y="425177"/>
                </a:lnTo>
                <a:lnTo>
                  <a:pt x="1003624" y="424635"/>
                </a:lnTo>
                <a:close/>
              </a:path>
              <a:path w="5142230" h="2300604">
                <a:moveTo>
                  <a:pt x="946842" y="384084"/>
                </a:moveTo>
                <a:lnTo>
                  <a:pt x="941674" y="378553"/>
                </a:lnTo>
                <a:lnTo>
                  <a:pt x="941285" y="372565"/>
                </a:lnTo>
                <a:lnTo>
                  <a:pt x="948500" y="363085"/>
                </a:lnTo>
                <a:lnTo>
                  <a:pt x="955615" y="362100"/>
                </a:lnTo>
                <a:lnTo>
                  <a:pt x="960632" y="365906"/>
                </a:lnTo>
                <a:lnTo>
                  <a:pt x="965697" y="369666"/>
                </a:lnTo>
                <a:lnTo>
                  <a:pt x="966679" y="376876"/>
                </a:lnTo>
                <a:lnTo>
                  <a:pt x="959067" y="386908"/>
                </a:lnTo>
                <a:lnTo>
                  <a:pt x="951907" y="387845"/>
                </a:lnTo>
                <a:lnTo>
                  <a:pt x="946842" y="384084"/>
                </a:lnTo>
                <a:close/>
              </a:path>
              <a:path w="5142230" h="2300604">
                <a:moveTo>
                  <a:pt x="3143943" y="1303555"/>
                </a:moveTo>
                <a:lnTo>
                  <a:pt x="3139287" y="1298571"/>
                </a:lnTo>
                <a:lnTo>
                  <a:pt x="3138975" y="1298041"/>
                </a:lnTo>
                <a:lnTo>
                  <a:pt x="3135425" y="1292774"/>
                </a:lnTo>
                <a:lnTo>
                  <a:pt x="3136936" y="1285692"/>
                </a:lnTo>
                <a:lnTo>
                  <a:pt x="3142158" y="1282193"/>
                </a:lnTo>
                <a:lnTo>
                  <a:pt x="3147422" y="1278737"/>
                </a:lnTo>
                <a:lnTo>
                  <a:pt x="3154502" y="1280158"/>
                </a:lnTo>
                <a:lnTo>
                  <a:pt x="3161459" y="1290734"/>
                </a:lnTo>
                <a:lnTo>
                  <a:pt x="3159993" y="1297765"/>
                </a:lnTo>
                <a:lnTo>
                  <a:pt x="3154775" y="1301270"/>
                </a:lnTo>
                <a:lnTo>
                  <a:pt x="3149991" y="1304360"/>
                </a:lnTo>
                <a:lnTo>
                  <a:pt x="3143943" y="1303555"/>
                </a:lnTo>
                <a:close/>
              </a:path>
              <a:path w="5142230" h="2300604">
                <a:moveTo>
                  <a:pt x="1654724" y="703853"/>
                </a:moveTo>
                <a:lnTo>
                  <a:pt x="1650715" y="699563"/>
                </a:lnTo>
                <a:lnTo>
                  <a:pt x="1649627" y="695466"/>
                </a:lnTo>
                <a:lnTo>
                  <a:pt x="1650708" y="691442"/>
                </a:lnTo>
                <a:lnTo>
                  <a:pt x="1652377" y="685409"/>
                </a:lnTo>
                <a:lnTo>
                  <a:pt x="1658681" y="681894"/>
                </a:lnTo>
                <a:lnTo>
                  <a:pt x="1664760" y="683612"/>
                </a:lnTo>
                <a:lnTo>
                  <a:pt x="1670838" y="685230"/>
                </a:lnTo>
                <a:lnTo>
                  <a:pt x="1674398" y="691583"/>
                </a:lnTo>
                <a:lnTo>
                  <a:pt x="1671012" y="703695"/>
                </a:lnTo>
                <a:lnTo>
                  <a:pt x="1664663" y="707260"/>
                </a:lnTo>
                <a:lnTo>
                  <a:pt x="1658585" y="705543"/>
                </a:lnTo>
                <a:lnTo>
                  <a:pt x="1656526" y="705001"/>
                </a:lnTo>
                <a:lnTo>
                  <a:pt x="1654724" y="703853"/>
                </a:lnTo>
                <a:close/>
              </a:path>
              <a:path w="5142230" h="2300604">
                <a:moveTo>
                  <a:pt x="3125748" y="2123523"/>
                </a:moveTo>
                <a:lnTo>
                  <a:pt x="3121740" y="2119232"/>
                </a:lnTo>
                <a:lnTo>
                  <a:pt x="3120598" y="2115176"/>
                </a:lnTo>
                <a:lnTo>
                  <a:pt x="3123353" y="2105124"/>
                </a:lnTo>
                <a:lnTo>
                  <a:pt x="3129254" y="2101764"/>
                </a:lnTo>
                <a:lnTo>
                  <a:pt x="3129611" y="2101561"/>
                </a:lnTo>
                <a:lnTo>
                  <a:pt x="3135693" y="2103184"/>
                </a:lnTo>
                <a:lnTo>
                  <a:pt x="3141768" y="2104897"/>
                </a:lnTo>
                <a:lnTo>
                  <a:pt x="3145331" y="2111155"/>
                </a:lnTo>
                <a:lnTo>
                  <a:pt x="3143708" y="2117237"/>
                </a:lnTo>
                <a:lnTo>
                  <a:pt x="3142039" y="2123271"/>
                </a:lnTo>
                <a:lnTo>
                  <a:pt x="3135732" y="2126880"/>
                </a:lnTo>
                <a:lnTo>
                  <a:pt x="3129703" y="2125216"/>
                </a:lnTo>
                <a:lnTo>
                  <a:pt x="3127546" y="2124666"/>
                </a:lnTo>
                <a:lnTo>
                  <a:pt x="3125748" y="2123523"/>
                </a:lnTo>
                <a:close/>
              </a:path>
              <a:path w="5142230" h="2300604">
                <a:moveTo>
                  <a:pt x="1929960" y="774453"/>
                </a:moveTo>
                <a:lnTo>
                  <a:pt x="1925952" y="770162"/>
                </a:lnTo>
                <a:lnTo>
                  <a:pt x="1924763" y="766250"/>
                </a:lnTo>
                <a:lnTo>
                  <a:pt x="1925744" y="762413"/>
                </a:lnTo>
                <a:lnTo>
                  <a:pt x="1927177" y="756225"/>
                </a:lnTo>
                <a:lnTo>
                  <a:pt x="1933352" y="752474"/>
                </a:lnTo>
                <a:lnTo>
                  <a:pt x="1945620" y="755441"/>
                </a:lnTo>
                <a:lnTo>
                  <a:pt x="1949376" y="761612"/>
                </a:lnTo>
                <a:lnTo>
                  <a:pt x="1947892" y="767746"/>
                </a:lnTo>
                <a:lnTo>
                  <a:pt x="1946458" y="773834"/>
                </a:lnTo>
                <a:lnTo>
                  <a:pt x="1940287" y="777590"/>
                </a:lnTo>
                <a:lnTo>
                  <a:pt x="1934153" y="776106"/>
                </a:lnTo>
                <a:lnTo>
                  <a:pt x="1931857" y="775603"/>
                </a:lnTo>
                <a:lnTo>
                  <a:pt x="1929960" y="774453"/>
                </a:lnTo>
                <a:close/>
              </a:path>
              <a:path w="5142230" h="2300604">
                <a:moveTo>
                  <a:pt x="3164245" y="1986835"/>
                </a:moveTo>
                <a:lnTo>
                  <a:pt x="3160241" y="1982549"/>
                </a:lnTo>
                <a:lnTo>
                  <a:pt x="3159103" y="1978399"/>
                </a:lnTo>
                <a:lnTo>
                  <a:pt x="3161944" y="1968440"/>
                </a:lnTo>
                <a:lnTo>
                  <a:pt x="3168252" y="1964830"/>
                </a:lnTo>
                <a:lnTo>
                  <a:pt x="3174286" y="1966598"/>
                </a:lnTo>
                <a:lnTo>
                  <a:pt x="3180368" y="1968222"/>
                </a:lnTo>
                <a:lnTo>
                  <a:pt x="3183924" y="1974570"/>
                </a:lnTo>
                <a:lnTo>
                  <a:pt x="3180494" y="1986732"/>
                </a:lnTo>
                <a:lnTo>
                  <a:pt x="3174185" y="1990242"/>
                </a:lnTo>
                <a:lnTo>
                  <a:pt x="3168111" y="1988529"/>
                </a:lnTo>
                <a:lnTo>
                  <a:pt x="3166052" y="1987987"/>
                </a:lnTo>
                <a:lnTo>
                  <a:pt x="3164245" y="1986835"/>
                </a:lnTo>
                <a:close/>
              </a:path>
              <a:path w="5142230" h="2300604">
                <a:moveTo>
                  <a:pt x="3183005" y="1918359"/>
                </a:moveTo>
                <a:lnTo>
                  <a:pt x="3179001" y="1914073"/>
                </a:lnTo>
                <a:lnTo>
                  <a:pt x="3177816" y="1910067"/>
                </a:lnTo>
                <a:lnTo>
                  <a:pt x="3178831" y="1906365"/>
                </a:lnTo>
                <a:lnTo>
                  <a:pt x="3180423" y="1900053"/>
                </a:lnTo>
                <a:lnTo>
                  <a:pt x="3186680" y="1896390"/>
                </a:lnTo>
                <a:lnTo>
                  <a:pt x="3192766" y="1898018"/>
                </a:lnTo>
                <a:lnTo>
                  <a:pt x="3198897" y="1899596"/>
                </a:lnTo>
                <a:lnTo>
                  <a:pt x="3202510" y="1905809"/>
                </a:lnTo>
                <a:lnTo>
                  <a:pt x="3199353" y="1917971"/>
                </a:lnTo>
                <a:lnTo>
                  <a:pt x="3193273" y="1921530"/>
                </a:lnTo>
                <a:lnTo>
                  <a:pt x="3193095" y="1921634"/>
                </a:lnTo>
                <a:lnTo>
                  <a:pt x="3184812" y="1919511"/>
                </a:lnTo>
                <a:lnTo>
                  <a:pt x="3183005" y="1918359"/>
                </a:lnTo>
                <a:close/>
              </a:path>
              <a:path w="5142230" h="2300604">
                <a:moveTo>
                  <a:pt x="3144836" y="2055105"/>
                </a:moveTo>
                <a:lnTo>
                  <a:pt x="3140828" y="2050814"/>
                </a:lnTo>
                <a:lnTo>
                  <a:pt x="3139735" y="2046713"/>
                </a:lnTo>
                <a:lnTo>
                  <a:pt x="3142584" y="2036664"/>
                </a:lnTo>
                <a:lnTo>
                  <a:pt x="3148884" y="2033144"/>
                </a:lnTo>
                <a:lnTo>
                  <a:pt x="3154967" y="2034867"/>
                </a:lnTo>
                <a:lnTo>
                  <a:pt x="3160997" y="2036630"/>
                </a:lnTo>
                <a:lnTo>
                  <a:pt x="3164507" y="2042929"/>
                </a:lnTo>
                <a:lnTo>
                  <a:pt x="3162794" y="2049013"/>
                </a:lnTo>
                <a:lnTo>
                  <a:pt x="3161027" y="2055038"/>
                </a:lnTo>
                <a:lnTo>
                  <a:pt x="3154723" y="2058553"/>
                </a:lnTo>
                <a:lnTo>
                  <a:pt x="3148697" y="2056795"/>
                </a:lnTo>
                <a:lnTo>
                  <a:pt x="3146634" y="2056248"/>
                </a:lnTo>
                <a:lnTo>
                  <a:pt x="3144836" y="2055105"/>
                </a:lnTo>
                <a:close/>
              </a:path>
              <a:path w="5142230" h="2300604">
                <a:moveTo>
                  <a:pt x="1998985" y="790965"/>
                </a:moveTo>
                <a:lnTo>
                  <a:pt x="1994972" y="786670"/>
                </a:lnTo>
                <a:lnTo>
                  <a:pt x="1993788" y="782763"/>
                </a:lnTo>
                <a:lnTo>
                  <a:pt x="1996207" y="772742"/>
                </a:lnTo>
                <a:lnTo>
                  <a:pt x="2002377" y="768987"/>
                </a:lnTo>
                <a:lnTo>
                  <a:pt x="2014600" y="771905"/>
                </a:lnTo>
                <a:lnTo>
                  <a:pt x="2018355" y="778076"/>
                </a:lnTo>
                <a:lnTo>
                  <a:pt x="2016920" y="784164"/>
                </a:lnTo>
                <a:lnTo>
                  <a:pt x="2015437" y="790298"/>
                </a:lnTo>
                <a:lnTo>
                  <a:pt x="2009312" y="794102"/>
                </a:lnTo>
                <a:lnTo>
                  <a:pt x="2003219" y="792663"/>
                </a:lnTo>
                <a:lnTo>
                  <a:pt x="2000931" y="792070"/>
                </a:lnTo>
                <a:lnTo>
                  <a:pt x="1998985" y="790965"/>
                </a:lnTo>
                <a:close/>
              </a:path>
              <a:path w="5142230" h="2300604">
                <a:moveTo>
                  <a:pt x="2067963" y="807330"/>
                </a:moveTo>
                <a:lnTo>
                  <a:pt x="2064005" y="803093"/>
                </a:lnTo>
                <a:lnTo>
                  <a:pt x="2063609" y="801789"/>
                </a:lnTo>
                <a:lnTo>
                  <a:pt x="2062834" y="799102"/>
                </a:lnTo>
                <a:lnTo>
                  <a:pt x="2063698" y="795335"/>
                </a:lnTo>
                <a:lnTo>
                  <a:pt x="2065181" y="789201"/>
                </a:lnTo>
                <a:lnTo>
                  <a:pt x="2071357" y="785450"/>
                </a:lnTo>
                <a:lnTo>
                  <a:pt x="2077489" y="786835"/>
                </a:lnTo>
                <a:lnTo>
                  <a:pt x="2083623" y="788318"/>
                </a:lnTo>
                <a:lnTo>
                  <a:pt x="2087383" y="794494"/>
                </a:lnTo>
                <a:lnTo>
                  <a:pt x="2085900" y="800628"/>
                </a:lnTo>
                <a:lnTo>
                  <a:pt x="2084511" y="806765"/>
                </a:lnTo>
                <a:lnTo>
                  <a:pt x="2078340" y="810520"/>
                </a:lnTo>
                <a:lnTo>
                  <a:pt x="2072157" y="809082"/>
                </a:lnTo>
                <a:lnTo>
                  <a:pt x="2069910" y="808534"/>
                </a:lnTo>
                <a:lnTo>
                  <a:pt x="2067963" y="807330"/>
                </a:lnTo>
                <a:close/>
              </a:path>
              <a:path w="5142230" h="2300604">
                <a:moveTo>
                  <a:pt x="3214199" y="1780011"/>
                </a:moveTo>
                <a:lnTo>
                  <a:pt x="3210236" y="1775768"/>
                </a:lnTo>
                <a:lnTo>
                  <a:pt x="3208993" y="1772190"/>
                </a:lnTo>
                <a:lnTo>
                  <a:pt x="3209684" y="1768531"/>
                </a:lnTo>
                <a:lnTo>
                  <a:pt x="3210789" y="1762285"/>
                </a:lnTo>
                <a:lnTo>
                  <a:pt x="3216694" y="1758148"/>
                </a:lnTo>
                <a:lnTo>
                  <a:pt x="3222890" y="1759208"/>
                </a:lnTo>
                <a:lnTo>
                  <a:pt x="3229082" y="1760363"/>
                </a:lnTo>
                <a:lnTo>
                  <a:pt x="3233225" y="1766264"/>
                </a:lnTo>
                <a:lnTo>
                  <a:pt x="3232159" y="1772455"/>
                </a:lnTo>
                <a:lnTo>
                  <a:pt x="3231055" y="1778701"/>
                </a:lnTo>
                <a:lnTo>
                  <a:pt x="3225149" y="1782838"/>
                </a:lnTo>
                <a:lnTo>
                  <a:pt x="3216379" y="1781270"/>
                </a:lnTo>
                <a:lnTo>
                  <a:pt x="3214199" y="1780011"/>
                </a:lnTo>
                <a:close/>
              </a:path>
              <a:path w="5142230" h="2300604">
                <a:moveTo>
                  <a:pt x="2274610" y="858363"/>
                </a:moveTo>
                <a:lnTo>
                  <a:pt x="2270601" y="854072"/>
                </a:lnTo>
                <a:lnTo>
                  <a:pt x="2269466" y="850120"/>
                </a:lnTo>
                <a:lnTo>
                  <a:pt x="2272073" y="840106"/>
                </a:lnTo>
                <a:lnTo>
                  <a:pt x="2278157" y="836551"/>
                </a:lnTo>
                <a:lnTo>
                  <a:pt x="2278335" y="836448"/>
                </a:lnTo>
                <a:lnTo>
                  <a:pt x="2284415" y="837972"/>
                </a:lnTo>
                <a:lnTo>
                  <a:pt x="2290502" y="839600"/>
                </a:lnTo>
                <a:lnTo>
                  <a:pt x="2294160" y="845862"/>
                </a:lnTo>
                <a:lnTo>
                  <a:pt x="2292597" y="851716"/>
                </a:lnTo>
                <a:lnTo>
                  <a:pt x="2291007" y="858029"/>
                </a:lnTo>
                <a:lnTo>
                  <a:pt x="2284746" y="861687"/>
                </a:lnTo>
                <a:lnTo>
                  <a:pt x="2278781" y="860091"/>
                </a:lnTo>
                <a:lnTo>
                  <a:pt x="2276511" y="859518"/>
                </a:lnTo>
                <a:lnTo>
                  <a:pt x="2274610" y="858363"/>
                </a:lnTo>
                <a:close/>
              </a:path>
              <a:path w="5142230" h="2300604">
                <a:moveTo>
                  <a:pt x="2205859" y="840873"/>
                </a:moveTo>
                <a:lnTo>
                  <a:pt x="2201850" y="836582"/>
                </a:lnTo>
                <a:lnTo>
                  <a:pt x="2200662" y="832671"/>
                </a:lnTo>
                <a:lnTo>
                  <a:pt x="2203174" y="822653"/>
                </a:lnTo>
                <a:lnTo>
                  <a:pt x="2204816" y="821674"/>
                </a:lnTo>
                <a:lnTo>
                  <a:pt x="2209510" y="818977"/>
                </a:lnTo>
                <a:lnTo>
                  <a:pt x="2215476" y="820476"/>
                </a:lnTo>
                <a:lnTo>
                  <a:pt x="2221610" y="821959"/>
                </a:lnTo>
                <a:lnTo>
                  <a:pt x="2225316" y="828175"/>
                </a:lnTo>
                <a:lnTo>
                  <a:pt x="2223833" y="834309"/>
                </a:lnTo>
                <a:lnTo>
                  <a:pt x="2222304" y="840394"/>
                </a:lnTo>
                <a:lnTo>
                  <a:pt x="2216088" y="844101"/>
                </a:lnTo>
                <a:lnTo>
                  <a:pt x="2209954" y="842618"/>
                </a:lnTo>
                <a:lnTo>
                  <a:pt x="2207755" y="842024"/>
                </a:lnTo>
                <a:lnTo>
                  <a:pt x="2205859" y="840873"/>
                </a:lnTo>
                <a:close/>
              </a:path>
              <a:path w="5142230" h="2300604">
                <a:moveTo>
                  <a:pt x="2874965" y="1070847"/>
                </a:moveTo>
                <a:lnTo>
                  <a:pt x="2870870" y="1066463"/>
                </a:lnTo>
                <a:lnTo>
                  <a:pt x="2870061" y="1061101"/>
                </a:lnTo>
                <a:lnTo>
                  <a:pt x="2872475" y="1056746"/>
                </a:lnTo>
                <a:lnTo>
                  <a:pt x="2875497" y="1051183"/>
                </a:lnTo>
                <a:lnTo>
                  <a:pt x="2882459" y="1049154"/>
                </a:lnTo>
                <a:lnTo>
                  <a:pt x="2893489" y="1055195"/>
                </a:lnTo>
                <a:lnTo>
                  <a:pt x="2895567" y="1062111"/>
                </a:lnTo>
                <a:lnTo>
                  <a:pt x="2892500" y="1067625"/>
                </a:lnTo>
                <a:lnTo>
                  <a:pt x="2889478" y="1073187"/>
                </a:lnTo>
                <a:lnTo>
                  <a:pt x="2882512" y="1075211"/>
                </a:lnTo>
                <a:lnTo>
                  <a:pt x="2875936" y="1071593"/>
                </a:lnTo>
                <a:lnTo>
                  <a:pt x="2874965" y="1070847"/>
                </a:lnTo>
                <a:close/>
              </a:path>
              <a:path w="5142230" h="2300604">
                <a:moveTo>
                  <a:pt x="3199990" y="1849449"/>
                </a:moveTo>
                <a:lnTo>
                  <a:pt x="3195982" y="1845158"/>
                </a:lnTo>
                <a:lnTo>
                  <a:pt x="3194835" y="1841390"/>
                </a:lnTo>
                <a:lnTo>
                  <a:pt x="3197106" y="1831407"/>
                </a:lnTo>
                <a:lnTo>
                  <a:pt x="3203190" y="1827558"/>
                </a:lnTo>
                <a:lnTo>
                  <a:pt x="3215465" y="1830337"/>
                </a:lnTo>
                <a:lnTo>
                  <a:pt x="3219318" y="1836416"/>
                </a:lnTo>
                <a:lnTo>
                  <a:pt x="3217929" y="1842553"/>
                </a:lnTo>
                <a:lnTo>
                  <a:pt x="3216585" y="1848739"/>
                </a:lnTo>
                <a:lnTo>
                  <a:pt x="3210411" y="1852589"/>
                </a:lnTo>
                <a:lnTo>
                  <a:pt x="3201978" y="1850697"/>
                </a:lnTo>
                <a:lnTo>
                  <a:pt x="3199990" y="1849449"/>
                </a:lnTo>
                <a:close/>
              </a:path>
              <a:path w="5142230" h="2300604">
                <a:moveTo>
                  <a:pt x="3229799" y="1639437"/>
                </a:moveTo>
                <a:lnTo>
                  <a:pt x="3225836" y="1635195"/>
                </a:lnTo>
                <a:lnTo>
                  <a:pt x="3224617" y="1632228"/>
                </a:lnTo>
                <a:lnTo>
                  <a:pt x="3224767" y="1629163"/>
                </a:lnTo>
                <a:lnTo>
                  <a:pt x="3224982" y="1622844"/>
                </a:lnTo>
                <a:lnTo>
                  <a:pt x="3230293" y="1617972"/>
                </a:lnTo>
                <a:lnTo>
                  <a:pt x="3236468" y="1618131"/>
                </a:lnTo>
                <a:lnTo>
                  <a:pt x="3242881" y="1618350"/>
                </a:lnTo>
                <a:lnTo>
                  <a:pt x="3247755" y="1623567"/>
                </a:lnTo>
                <a:lnTo>
                  <a:pt x="3247330" y="1636209"/>
                </a:lnTo>
                <a:lnTo>
                  <a:pt x="3242063" y="1641129"/>
                </a:lnTo>
                <a:lnTo>
                  <a:pt x="3235790" y="1640963"/>
                </a:lnTo>
                <a:lnTo>
                  <a:pt x="3232632" y="1640808"/>
                </a:lnTo>
                <a:lnTo>
                  <a:pt x="3229799" y="1639437"/>
                </a:lnTo>
                <a:close/>
              </a:path>
              <a:path w="5142230" h="2300604">
                <a:moveTo>
                  <a:pt x="2936607" y="1107314"/>
                </a:moveTo>
                <a:lnTo>
                  <a:pt x="2931763" y="1102128"/>
                </a:lnTo>
                <a:lnTo>
                  <a:pt x="2931124" y="1096557"/>
                </a:lnTo>
                <a:lnTo>
                  <a:pt x="2937098" y="1087117"/>
                </a:lnTo>
                <a:lnTo>
                  <a:pt x="2937355" y="1086709"/>
                </a:lnTo>
                <a:lnTo>
                  <a:pt x="2944395" y="1085154"/>
                </a:lnTo>
                <a:lnTo>
                  <a:pt x="2949707" y="1088593"/>
                </a:lnTo>
                <a:lnTo>
                  <a:pt x="2955073" y="1091990"/>
                </a:lnTo>
                <a:lnTo>
                  <a:pt x="2956627" y="1099030"/>
                </a:lnTo>
                <a:lnTo>
                  <a:pt x="2953446" y="1103934"/>
                </a:lnTo>
                <a:lnTo>
                  <a:pt x="2950061" y="1109302"/>
                </a:lnTo>
                <a:lnTo>
                  <a:pt x="2949840" y="1109653"/>
                </a:lnTo>
                <a:lnTo>
                  <a:pt x="2942805" y="1111212"/>
                </a:lnTo>
                <a:lnTo>
                  <a:pt x="2937444" y="1107819"/>
                </a:lnTo>
                <a:lnTo>
                  <a:pt x="2936607" y="1107314"/>
                </a:lnTo>
                <a:close/>
              </a:path>
              <a:path w="5142230" h="2300604">
                <a:moveTo>
                  <a:pt x="2136895" y="823938"/>
                </a:moveTo>
                <a:lnTo>
                  <a:pt x="2132887" y="819647"/>
                </a:lnTo>
                <a:lnTo>
                  <a:pt x="2132506" y="818360"/>
                </a:lnTo>
                <a:lnTo>
                  <a:pt x="2131763" y="815707"/>
                </a:lnTo>
                <a:lnTo>
                  <a:pt x="2134162" y="805764"/>
                </a:lnTo>
                <a:lnTo>
                  <a:pt x="2140333" y="802008"/>
                </a:lnTo>
                <a:lnTo>
                  <a:pt x="2152601" y="804975"/>
                </a:lnTo>
                <a:lnTo>
                  <a:pt x="2156356" y="811146"/>
                </a:lnTo>
                <a:lnTo>
                  <a:pt x="2153385" y="823409"/>
                </a:lnTo>
                <a:lnTo>
                  <a:pt x="2147219" y="827169"/>
                </a:lnTo>
                <a:lnTo>
                  <a:pt x="2141035" y="825632"/>
                </a:lnTo>
                <a:lnTo>
                  <a:pt x="2138837" y="825137"/>
                </a:lnTo>
                <a:lnTo>
                  <a:pt x="2136895" y="823938"/>
                </a:lnTo>
                <a:close/>
              </a:path>
              <a:path w="5142230" h="2300604">
                <a:moveTo>
                  <a:pt x="2747167" y="1009992"/>
                </a:moveTo>
                <a:lnTo>
                  <a:pt x="2743109" y="1005647"/>
                </a:lnTo>
                <a:lnTo>
                  <a:pt x="2742138" y="1000893"/>
                </a:lnTo>
                <a:lnTo>
                  <a:pt x="2743889" y="996610"/>
                </a:lnTo>
                <a:lnTo>
                  <a:pt x="2746400" y="990794"/>
                </a:lnTo>
                <a:lnTo>
                  <a:pt x="2753056" y="988046"/>
                </a:lnTo>
                <a:lnTo>
                  <a:pt x="2759021" y="990619"/>
                </a:lnTo>
                <a:lnTo>
                  <a:pt x="2764695" y="992979"/>
                </a:lnTo>
                <a:lnTo>
                  <a:pt x="2767442" y="999635"/>
                </a:lnTo>
                <a:lnTo>
                  <a:pt x="2762514" y="1011269"/>
                </a:lnTo>
                <a:lnTo>
                  <a:pt x="2755854" y="1014012"/>
                </a:lnTo>
                <a:lnTo>
                  <a:pt x="2748500" y="1010929"/>
                </a:lnTo>
                <a:lnTo>
                  <a:pt x="2747167" y="1009992"/>
                </a:lnTo>
                <a:close/>
              </a:path>
              <a:path w="5142230" h="2300604">
                <a:moveTo>
                  <a:pt x="1723343" y="722571"/>
                </a:moveTo>
                <a:lnTo>
                  <a:pt x="1719335" y="718280"/>
                </a:lnTo>
                <a:lnTo>
                  <a:pt x="1718145" y="714269"/>
                </a:lnTo>
                <a:lnTo>
                  <a:pt x="1719182" y="710296"/>
                </a:lnTo>
                <a:lnTo>
                  <a:pt x="1720805" y="704214"/>
                </a:lnTo>
                <a:lnTo>
                  <a:pt x="1726825" y="700786"/>
                </a:lnTo>
                <a:lnTo>
                  <a:pt x="1727063" y="700651"/>
                </a:lnTo>
                <a:lnTo>
                  <a:pt x="1733145" y="702274"/>
                </a:lnTo>
                <a:lnTo>
                  <a:pt x="1739272" y="703847"/>
                </a:lnTo>
                <a:lnTo>
                  <a:pt x="1742840" y="710110"/>
                </a:lnTo>
                <a:lnTo>
                  <a:pt x="1741217" y="716192"/>
                </a:lnTo>
                <a:lnTo>
                  <a:pt x="1739642" y="722229"/>
                </a:lnTo>
                <a:lnTo>
                  <a:pt x="1733617" y="725749"/>
                </a:lnTo>
                <a:lnTo>
                  <a:pt x="1733380" y="725887"/>
                </a:lnTo>
                <a:lnTo>
                  <a:pt x="1727298" y="724263"/>
                </a:lnTo>
                <a:lnTo>
                  <a:pt x="1725141" y="723713"/>
                </a:lnTo>
                <a:lnTo>
                  <a:pt x="1723343" y="722571"/>
                </a:lnTo>
                <a:close/>
              </a:path>
              <a:path w="5142230" h="2300604">
                <a:moveTo>
                  <a:pt x="2811897" y="1038817"/>
                </a:moveTo>
                <a:lnTo>
                  <a:pt x="2807802" y="1034433"/>
                </a:lnTo>
                <a:lnTo>
                  <a:pt x="2806882" y="1029440"/>
                </a:lnTo>
                <a:lnTo>
                  <a:pt x="2808969" y="1025125"/>
                </a:lnTo>
                <a:lnTo>
                  <a:pt x="2811666" y="1019410"/>
                </a:lnTo>
                <a:lnTo>
                  <a:pt x="2818452" y="1016997"/>
                </a:lnTo>
                <a:lnTo>
                  <a:pt x="2829877" y="1022386"/>
                </a:lnTo>
                <a:lnTo>
                  <a:pt x="2832294" y="1029177"/>
                </a:lnTo>
                <a:lnTo>
                  <a:pt x="2829593" y="1034887"/>
                </a:lnTo>
                <a:lnTo>
                  <a:pt x="2826855" y="1040558"/>
                </a:lnTo>
                <a:lnTo>
                  <a:pt x="2820065" y="1042966"/>
                </a:lnTo>
                <a:lnTo>
                  <a:pt x="2813049" y="1039658"/>
                </a:lnTo>
                <a:lnTo>
                  <a:pt x="2811897" y="1038817"/>
                </a:lnTo>
                <a:close/>
              </a:path>
              <a:path w="5142230" h="2300604">
                <a:moveTo>
                  <a:pt x="1860945" y="757658"/>
                </a:moveTo>
                <a:lnTo>
                  <a:pt x="1856932" y="753362"/>
                </a:lnTo>
                <a:lnTo>
                  <a:pt x="1855842" y="749458"/>
                </a:lnTo>
                <a:lnTo>
                  <a:pt x="1858261" y="739438"/>
                </a:lnTo>
                <a:lnTo>
                  <a:pt x="1864477" y="735731"/>
                </a:lnTo>
                <a:lnTo>
                  <a:pt x="1870611" y="737214"/>
                </a:lnTo>
                <a:lnTo>
                  <a:pt x="1876696" y="738743"/>
                </a:lnTo>
                <a:lnTo>
                  <a:pt x="1880447" y="744909"/>
                </a:lnTo>
                <a:lnTo>
                  <a:pt x="1878923" y="750999"/>
                </a:lnTo>
                <a:lnTo>
                  <a:pt x="1877439" y="757133"/>
                </a:lnTo>
                <a:lnTo>
                  <a:pt x="1871264" y="760884"/>
                </a:lnTo>
                <a:lnTo>
                  <a:pt x="1862887" y="758857"/>
                </a:lnTo>
                <a:lnTo>
                  <a:pt x="1860945" y="757658"/>
                </a:lnTo>
                <a:close/>
              </a:path>
              <a:path w="5142230" h="2300604">
                <a:moveTo>
                  <a:pt x="3204200" y="1430225"/>
                </a:moveTo>
                <a:lnTo>
                  <a:pt x="3200191" y="1425934"/>
                </a:lnTo>
                <a:lnTo>
                  <a:pt x="3199345" y="1424441"/>
                </a:lnTo>
                <a:lnTo>
                  <a:pt x="3198838" y="1422824"/>
                </a:lnTo>
                <a:lnTo>
                  <a:pt x="3196871" y="1416808"/>
                </a:lnTo>
                <a:lnTo>
                  <a:pt x="3200201" y="1410402"/>
                </a:lnTo>
                <a:lnTo>
                  <a:pt x="3206172" y="1408486"/>
                </a:lnTo>
                <a:lnTo>
                  <a:pt x="3211907" y="1406610"/>
                </a:lnTo>
                <a:lnTo>
                  <a:pt x="3212187" y="1406519"/>
                </a:lnTo>
                <a:lnTo>
                  <a:pt x="3218589" y="1409852"/>
                </a:lnTo>
                <a:lnTo>
                  <a:pt x="3222477" y="1421834"/>
                </a:lnTo>
                <a:lnTo>
                  <a:pt x="3219189" y="1428285"/>
                </a:lnTo>
                <a:lnTo>
                  <a:pt x="3208828" y="1431562"/>
                </a:lnTo>
                <a:lnTo>
                  <a:pt x="3204200" y="1430225"/>
                </a:lnTo>
                <a:close/>
              </a:path>
              <a:path w="5142230" h="2300604">
                <a:moveTo>
                  <a:pt x="3220942" y="1498682"/>
                </a:moveTo>
                <a:lnTo>
                  <a:pt x="3216979" y="1494440"/>
                </a:lnTo>
                <a:lnTo>
                  <a:pt x="3215915" y="1492421"/>
                </a:lnTo>
                <a:lnTo>
                  <a:pt x="3215571" y="1490195"/>
                </a:lnTo>
                <a:lnTo>
                  <a:pt x="3214459" y="1484020"/>
                </a:lnTo>
                <a:lnTo>
                  <a:pt x="3218575" y="1478065"/>
                </a:lnTo>
                <a:lnTo>
                  <a:pt x="3230930" y="1475847"/>
                </a:lnTo>
                <a:lnTo>
                  <a:pt x="3236875" y="1479963"/>
                </a:lnTo>
                <a:lnTo>
                  <a:pt x="3239144" y="1492362"/>
                </a:lnTo>
                <a:lnTo>
                  <a:pt x="3234982" y="1498268"/>
                </a:lnTo>
                <a:lnTo>
                  <a:pt x="3228803" y="1499374"/>
                </a:lnTo>
                <a:lnTo>
                  <a:pt x="3224863" y="1500142"/>
                </a:lnTo>
                <a:lnTo>
                  <a:pt x="3220942" y="1498682"/>
                </a:lnTo>
                <a:close/>
              </a:path>
              <a:path w="5142230" h="2300604">
                <a:moveTo>
                  <a:pt x="1792086" y="740443"/>
                </a:moveTo>
                <a:lnTo>
                  <a:pt x="1788077" y="736152"/>
                </a:lnTo>
                <a:lnTo>
                  <a:pt x="1786933" y="732190"/>
                </a:lnTo>
                <a:lnTo>
                  <a:pt x="1789450" y="722177"/>
                </a:lnTo>
                <a:lnTo>
                  <a:pt x="1795666" y="718471"/>
                </a:lnTo>
                <a:lnTo>
                  <a:pt x="1807878" y="721572"/>
                </a:lnTo>
                <a:lnTo>
                  <a:pt x="1811584" y="727789"/>
                </a:lnTo>
                <a:lnTo>
                  <a:pt x="1810031" y="733848"/>
                </a:lnTo>
                <a:lnTo>
                  <a:pt x="1808482" y="740009"/>
                </a:lnTo>
                <a:lnTo>
                  <a:pt x="1802266" y="743716"/>
                </a:lnTo>
                <a:lnTo>
                  <a:pt x="1796296" y="742212"/>
                </a:lnTo>
                <a:lnTo>
                  <a:pt x="1793978" y="741588"/>
                </a:lnTo>
                <a:lnTo>
                  <a:pt x="1792086" y="740443"/>
                </a:lnTo>
                <a:close/>
              </a:path>
              <a:path w="5142230" h="2300604">
                <a:moveTo>
                  <a:pt x="3224516" y="1709925"/>
                </a:moveTo>
                <a:lnTo>
                  <a:pt x="3220553" y="1705683"/>
                </a:lnTo>
                <a:lnTo>
                  <a:pt x="3219346" y="1702436"/>
                </a:lnTo>
                <a:lnTo>
                  <a:pt x="3219699" y="1699002"/>
                </a:lnTo>
                <a:lnTo>
                  <a:pt x="3220431" y="1692748"/>
                </a:lnTo>
                <a:lnTo>
                  <a:pt x="3226062" y="1688219"/>
                </a:lnTo>
                <a:lnTo>
                  <a:pt x="3232311" y="1688946"/>
                </a:lnTo>
                <a:lnTo>
                  <a:pt x="3238568" y="1689584"/>
                </a:lnTo>
                <a:lnTo>
                  <a:pt x="3243098" y="1695214"/>
                </a:lnTo>
                <a:lnTo>
                  <a:pt x="3242411" y="1701517"/>
                </a:lnTo>
                <a:lnTo>
                  <a:pt x="3241683" y="1707776"/>
                </a:lnTo>
                <a:lnTo>
                  <a:pt x="3236053" y="1712305"/>
                </a:lnTo>
                <a:lnTo>
                  <a:pt x="3226976" y="1711288"/>
                </a:lnTo>
                <a:lnTo>
                  <a:pt x="3224516" y="1709925"/>
                </a:lnTo>
                <a:close/>
              </a:path>
              <a:path w="5142230" h="2300604">
                <a:moveTo>
                  <a:pt x="2994447" y="1147433"/>
                </a:moveTo>
                <a:lnTo>
                  <a:pt x="2989796" y="1142454"/>
                </a:lnTo>
                <a:lnTo>
                  <a:pt x="2989345" y="1136302"/>
                </a:lnTo>
                <a:lnTo>
                  <a:pt x="2992807" y="1131798"/>
                </a:lnTo>
                <a:lnTo>
                  <a:pt x="2996613" y="1126781"/>
                </a:lnTo>
                <a:lnTo>
                  <a:pt x="3003728" y="1125796"/>
                </a:lnTo>
                <a:lnTo>
                  <a:pt x="3013756" y="1133403"/>
                </a:lnTo>
                <a:lnTo>
                  <a:pt x="3014792" y="1140572"/>
                </a:lnTo>
                <a:lnTo>
                  <a:pt x="3007131" y="1150650"/>
                </a:lnTo>
                <a:lnTo>
                  <a:pt x="2999966" y="1151581"/>
                </a:lnTo>
                <a:lnTo>
                  <a:pt x="2994954" y="1147780"/>
                </a:lnTo>
                <a:lnTo>
                  <a:pt x="2994447" y="1147433"/>
                </a:lnTo>
                <a:close/>
              </a:path>
              <a:path w="5142230" h="2300604">
                <a:moveTo>
                  <a:pt x="3229088" y="1568787"/>
                </a:moveTo>
                <a:lnTo>
                  <a:pt x="3225075" y="1564491"/>
                </a:lnTo>
                <a:lnTo>
                  <a:pt x="3223930" y="1562092"/>
                </a:lnTo>
                <a:lnTo>
                  <a:pt x="3223793" y="1559306"/>
                </a:lnTo>
                <a:lnTo>
                  <a:pt x="3223394" y="1553014"/>
                </a:lnTo>
                <a:lnTo>
                  <a:pt x="3228155" y="1547653"/>
                </a:lnTo>
                <a:lnTo>
                  <a:pt x="3240736" y="1546849"/>
                </a:lnTo>
                <a:lnTo>
                  <a:pt x="3246143" y="1551659"/>
                </a:lnTo>
                <a:lnTo>
                  <a:pt x="3246896" y="1564195"/>
                </a:lnTo>
                <a:lnTo>
                  <a:pt x="3242185" y="1569610"/>
                </a:lnTo>
                <a:lnTo>
                  <a:pt x="3235842" y="1569956"/>
                </a:lnTo>
                <a:lnTo>
                  <a:pt x="3232340" y="1570215"/>
                </a:lnTo>
                <a:lnTo>
                  <a:pt x="3229088" y="1568787"/>
                </a:lnTo>
                <a:close/>
              </a:path>
              <a:path w="5142230" h="2300604">
                <a:moveTo>
                  <a:pt x="1384075" y="616367"/>
                </a:moveTo>
                <a:lnTo>
                  <a:pt x="1380066" y="612077"/>
                </a:lnTo>
                <a:lnTo>
                  <a:pt x="1378994" y="607508"/>
                </a:lnTo>
                <a:lnTo>
                  <a:pt x="1382785" y="597393"/>
                </a:lnTo>
                <a:lnTo>
                  <a:pt x="1389353" y="594453"/>
                </a:lnTo>
                <a:lnTo>
                  <a:pt x="1401146" y="598867"/>
                </a:lnTo>
                <a:lnTo>
                  <a:pt x="1404176" y="605433"/>
                </a:lnTo>
                <a:lnTo>
                  <a:pt x="1399717" y="617278"/>
                </a:lnTo>
                <a:lnTo>
                  <a:pt x="1393149" y="620217"/>
                </a:lnTo>
                <a:lnTo>
                  <a:pt x="1385551" y="617362"/>
                </a:lnTo>
                <a:lnTo>
                  <a:pt x="1384075" y="616367"/>
                </a:lnTo>
                <a:close/>
              </a:path>
              <a:path w="5142230" h="2300604">
                <a:moveTo>
                  <a:pt x="2343148" y="876700"/>
                </a:moveTo>
                <a:lnTo>
                  <a:pt x="2339144" y="872414"/>
                </a:lnTo>
                <a:lnTo>
                  <a:pt x="2338002" y="868358"/>
                </a:lnTo>
                <a:lnTo>
                  <a:pt x="2339134" y="864388"/>
                </a:lnTo>
                <a:lnTo>
                  <a:pt x="2340806" y="858261"/>
                </a:lnTo>
                <a:lnTo>
                  <a:pt x="2346685" y="854975"/>
                </a:lnTo>
                <a:lnTo>
                  <a:pt x="2347105" y="854741"/>
                </a:lnTo>
                <a:lnTo>
                  <a:pt x="2359271" y="858086"/>
                </a:lnTo>
                <a:lnTo>
                  <a:pt x="2362834" y="864345"/>
                </a:lnTo>
                <a:lnTo>
                  <a:pt x="2361117" y="870424"/>
                </a:lnTo>
                <a:lnTo>
                  <a:pt x="2359445" y="876551"/>
                </a:lnTo>
                <a:lnTo>
                  <a:pt x="2353603" y="879878"/>
                </a:lnTo>
                <a:lnTo>
                  <a:pt x="2353186" y="880115"/>
                </a:lnTo>
                <a:lnTo>
                  <a:pt x="2344998" y="877802"/>
                </a:lnTo>
                <a:lnTo>
                  <a:pt x="2343148" y="876700"/>
                </a:lnTo>
                <a:close/>
              </a:path>
              <a:path w="5142230" h="2300604">
                <a:moveTo>
                  <a:pt x="1252458" y="562176"/>
                </a:moveTo>
                <a:lnTo>
                  <a:pt x="1248404" y="557836"/>
                </a:lnTo>
                <a:lnTo>
                  <a:pt x="1247484" y="552942"/>
                </a:lnTo>
                <a:lnTo>
                  <a:pt x="1249427" y="548571"/>
                </a:lnTo>
                <a:lnTo>
                  <a:pt x="1252025" y="542848"/>
                </a:lnTo>
                <a:lnTo>
                  <a:pt x="1258773" y="540297"/>
                </a:lnTo>
                <a:lnTo>
                  <a:pt x="1264491" y="542899"/>
                </a:lnTo>
                <a:lnTo>
                  <a:pt x="1270258" y="545456"/>
                </a:lnTo>
                <a:lnTo>
                  <a:pt x="1272814" y="552199"/>
                </a:lnTo>
                <a:lnTo>
                  <a:pt x="1270257" y="557966"/>
                </a:lnTo>
                <a:lnTo>
                  <a:pt x="1267606" y="563730"/>
                </a:lnTo>
                <a:lnTo>
                  <a:pt x="1260863" y="566286"/>
                </a:lnTo>
                <a:lnTo>
                  <a:pt x="1253703" y="563021"/>
                </a:lnTo>
                <a:lnTo>
                  <a:pt x="1252458" y="562176"/>
                </a:lnTo>
                <a:close/>
              </a:path>
              <a:path w="5142230" h="2300604">
                <a:moveTo>
                  <a:pt x="2614564" y="959826"/>
                </a:moveTo>
                <a:lnTo>
                  <a:pt x="2610510" y="955487"/>
                </a:lnTo>
                <a:lnTo>
                  <a:pt x="2609431" y="951107"/>
                </a:lnTo>
                <a:lnTo>
                  <a:pt x="2610843" y="946948"/>
                </a:lnTo>
                <a:lnTo>
                  <a:pt x="2612890" y="941027"/>
                </a:lnTo>
                <a:lnTo>
                  <a:pt x="2619414" y="937845"/>
                </a:lnTo>
                <a:lnTo>
                  <a:pt x="2631312" y="941980"/>
                </a:lnTo>
                <a:lnTo>
                  <a:pt x="2634497" y="948419"/>
                </a:lnTo>
                <a:lnTo>
                  <a:pt x="2632405" y="954391"/>
                </a:lnTo>
                <a:lnTo>
                  <a:pt x="2630403" y="960361"/>
                </a:lnTo>
                <a:lnTo>
                  <a:pt x="2623879" y="963543"/>
                </a:lnTo>
                <a:lnTo>
                  <a:pt x="2617907" y="961451"/>
                </a:lnTo>
                <a:lnTo>
                  <a:pt x="2616086" y="960870"/>
                </a:lnTo>
                <a:lnTo>
                  <a:pt x="2614564" y="959826"/>
                </a:lnTo>
                <a:close/>
              </a:path>
              <a:path w="5142230" h="2300604">
                <a:moveTo>
                  <a:pt x="2547201" y="937469"/>
                </a:moveTo>
                <a:lnTo>
                  <a:pt x="2543193" y="933179"/>
                </a:lnTo>
                <a:lnTo>
                  <a:pt x="2542062" y="928938"/>
                </a:lnTo>
                <a:lnTo>
                  <a:pt x="2545328" y="918848"/>
                </a:lnTo>
                <a:lnTo>
                  <a:pt x="2551720" y="915524"/>
                </a:lnTo>
                <a:lnTo>
                  <a:pt x="2563726" y="919384"/>
                </a:lnTo>
                <a:lnTo>
                  <a:pt x="2567049" y="925776"/>
                </a:lnTo>
                <a:lnTo>
                  <a:pt x="2565098" y="931800"/>
                </a:lnTo>
                <a:lnTo>
                  <a:pt x="2563195" y="937778"/>
                </a:lnTo>
                <a:lnTo>
                  <a:pt x="2556803" y="941101"/>
                </a:lnTo>
                <a:lnTo>
                  <a:pt x="2550774" y="939144"/>
                </a:lnTo>
                <a:lnTo>
                  <a:pt x="2548863" y="938565"/>
                </a:lnTo>
                <a:lnTo>
                  <a:pt x="2547201" y="937469"/>
                </a:lnTo>
                <a:close/>
              </a:path>
              <a:path w="5142230" h="2300604">
                <a:moveTo>
                  <a:pt x="2681347" y="983811"/>
                </a:moveTo>
                <a:lnTo>
                  <a:pt x="2677297" y="979477"/>
                </a:lnTo>
                <a:lnTo>
                  <a:pt x="2676221" y="974903"/>
                </a:lnTo>
                <a:lnTo>
                  <a:pt x="2677825" y="970756"/>
                </a:lnTo>
                <a:lnTo>
                  <a:pt x="2680061" y="964841"/>
                </a:lnTo>
                <a:lnTo>
                  <a:pt x="2686579" y="961848"/>
                </a:lnTo>
                <a:lnTo>
                  <a:pt x="2698423" y="966316"/>
                </a:lnTo>
                <a:lnTo>
                  <a:pt x="2701362" y="972884"/>
                </a:lnTo>
                <a:lnTo>
                  <a:pt x="2699131" y="978803"/>
                </a:lnTo>
                <a:lnTo>
                  <a:pt x="2696948" y="984678"/>
                </a:lnTo>
                <a:lnTo>
                  <a:pt x="2690327" y="987658"/>
                </a:lnTo>
                <a:lnTo>
                  <a:pt x="2684453" y="985475"/>
                </a:lnTo>
                <a:lnTo>
                  <a:pt x="2682729" y="984803"/>
                </a:lnTo>
                <a:lnTo>
                  <a:pt x="2681347" y="983811"/>
                </a:lnTo>
                <a:close/>
              </a:path>
              <a:path w="5142230" h="2300604">
                <a:moveTo>
                  <a:pt x="3048517" y="1192607"/>
                </a:moveTo>
                <a:lnTo>
                  <a:pt x="3043917" y="1187682"/>
                </a:lnTo>
                <a:lnTo>
                  <a:pt x="3043816" y="1180928"/>
                </a:lnTo>
                <a:lnTo>
                  <a:pt x="3052204" y="1171823"/>
                </a:lnTo>
                <a:lnTo>
                  <a:pt x="3059436" y="1171550"/>
                </a:lnTo>
                <a:lnTo>
                  <a:pt x="3064006" y="1175855"/>
                </a:lnTo>
                <a:lnTo>
                  <a:pt x="3068633" y="1180125"/>
                </a:lnTo>
                <a:lnTo>
                  <a:pt x="3068907" y="1187357"/>
                </a:lnTo>
                <a:lnTo>
                  <a:pt x="3060377" y="1196603"/>
                </a:lnTo>
                <a:lnTo>
                  <a:pt x="3053145" y="1196876"/>
                </a:lnTo>
                <a:lnTo>
                  <a:pt x="3048517" y="1192607"/>
                </a:lnTo>
                <a:close/>
              </a:path>
              <a:path w="5142230" h="2300604">
                <a:moveTo>
                  <a:pt x="2411466" y="896073"/>
                </a:moveTo>
                <a:lnTo>
                  <a:pt x="2407453" y="891777"/>
                </a:lnTo>
                <a:lnTo>
                  <a:pt x="2406324" y="887636"/>
                </a:lnTo>
                <a:lnTo>
                  <a:pt x="2409263" y="877586"/>
                </a:lnTo>
                <a:lnTo>
                  <a:pt x="2415612" y="874120"/>
                </a:lnTo>
                <a:lnTo>
                  <a:pt x="2427668" y="877641"/>
                </a:lnTo>
                <a:lnTo>
                  <a:pt x="2431139" y="883996"/>
                </a:lnTo>
                <a:lnTo>
                  <a:pt x="2429376" y="890026"/>
                </a:lnTo>
                <a:lnTo>
                  <a:pt x="2427564" y="896102"/>
                </a:lnTo>
                <a:lnTo>
                  <a:pt x="2421214" y="899568"/>
                </a:lnTo>
                <a:lnTo>
                  <a:pt x="2413174" y="897217"/>
                </a:lnTo>
                <a:lnTo>
                  <a:pt x="2411466" y="896073"/>
                </a:lnTo>
                <a:close/>
              </a:path>
              <a:path w="5142230" h="2300604">
                <a:moveTo>
                  <a:pt x="1317829" y="590319"/>
                </a:moveTo>
                <a:lnTo>
                  <a:pt x="1313821" y="586028"/>
                </a:lnTo>
                <a:lnTo>
                  <a:pt x="1312801" y="581320"/>
                </a:lnTo>
                <a:lnTo>
                  <a:pt x="1316964" y="571212"/>
                </a:lnTo>
                <a:lnTo>
                  <a:pt x="1323579" y="568421"/>
                </a:lnTo>
                <a:lnTo>
                  <a:pt x="1329591" y="570849"/>
                </a:lnTo>
                <a:lnTo>
                  <a:pt x="1335265" y="573209"/>
                </a:lnTo>
                <a:lnTo>
                  <a:pt x="1338013" y="579864"/>
                </a:lnTo>
                <a:lnTo>
                  <a:pt x="1335686" y="585682"/>
                </a:lnTo>
                <a:lnTo>
                  <a:pt x="1333274" y="591506"/>
                </a:lnTo>
                <a:lnTo>
                  <a:pt x="1326569" y="594299"/>
                </a:lnTo>
                <a:lnTo>
                  <a:pt x="1320796" y="591931"/>
                </a:lnTo>
                <a:lnTo>
                  <a:pt x="1319212" y="591310"/>
                </a:lnTo>
                <a:lnTo>
                  <a:pt x="1317829" y="590319"/>
                </a:lnTo>
                <a:close/>
              </a:path>
              <a:path w="5142230" h="2300604">
                <a:moveTo>
                  <a:pt x="2479461" y="916369"/>
                </a:moveTo>
                <a:lnTo>
                  <a:pt x="2475457" y="912083"/>
                </a:lnTo>
                <a:lnTo>
                  <a:pt x="2474319" y="907933"/>
                </a:lnTo>
                <a:lnTo>
                  <a:pt x="2477400" y="897840"/>
                </a:lnTo>
                <a:lnTo>
                  <a:pt x="2483747" y="894468"/>
                </a:lnTo>
                <a:lnTo>
                  <a:pt x="2489781" y="896237"/>
                </a:lnTo>
                <a:lnTo>
                  <a:pt x="2495804" y="898089"/>
                </a:lnTo>
                <a:lnTo>
                  <a:pt x="2499221" y="904484"/>
                </a:lnTo>
                <a:lnTo>
                  <a:pt x="2495511" y="916543"/>
                </a:lnTo>
                <a:lnTo>
                  <a:pt x="2489160" y="919910"/>
                </a:lnTo>
                <a:lnTo>
                  <a:pt x="2483134" y="918152"/>
                </a:lnTo>
                <a:lnTo>
                  <a:pt x="2481168" y="917513"/>
                </a:lnTo>
                <a:lnTo>
                  <a:pt x="2479461" y="916369"/>
                </a:lnTo>
                <a:close/>
              </a:path>
              <a:path w="5142230" h="2300604">
                <a:moveTo>
                  <a:pt x="3351748" y="1389454"/>
                </a:moveTo>
                <a:lnTo>
                  <a:pt x="3347881" y="1385314"/>
                </a:lnTo>
                <a:lnTo>
                  <a:pt x="3346943" y="1383625"/>
                </a:lnTo>
                <a:lnTo>
                  <a:pt x="3346497" y="1381584"/>
                </a:lnTo>
                <a:lnTo>
                  <a:pt x="3345139" y="1375731"/>
                </a:lnTo>
                <a:lnTo>
                  <a:pt x="3348834" y="1369814"/>
                </a:lnTo>
                <a:lnTo>
                  <a:pt x="3354827" y="1368508"/>
                </a:lnTo>
                <a:lnTo>
                  <a:pt x="3360680" y="1367149"/>
                </a:lnTo>
                <a:lnTo>
                  <a:pt x="3366597" y="1370844"/>
                </a:lnTo>
                <a:lnTo>
                  <a:pt x="3369262" y="1382690"/>
                </a:lnTo>
                <a:lnTo>
                  <a:pt x="3365567" y="1388607"/>
                </a:lnTo>
                <a:lnTo>
                  <a:pt x="3355672" y="1390819"/>
                </a:lnTo>
                <a:lnTo>
                  <a:pt x="3351748" y="1389454"/>
                </a:lnTo>
                <a:close/>
              </a:path>
              <a:path w="5142230" h="2300604">
                <a:moveTo>
                  <a:pt x="2461083" y="779596"/>
                </a:moveTo>
                <a:lnTo>
                  <a:pt x="2457206" y="775447"/>
                </a:lnTo>
                <a:lnTo>
                  <a:pt x="2456162" y="771592"/>
                </a:lnTo>
                <a:lnTo>
                  <a:pt x="2457188" y="767803"/>
                </a:lnTo>
                <a:lnTo>
                  <a:pt x="2458706" y="761901"/>
                </a:lnTo>
                <a:lnTo>
                  <a:pt x="2464777" y="758430"/>
                </a:lnTo>
                <a:lnTo>
                  <a:pt x="2476473" y="761567"/>
                </a:lnTo>
                <a:lnTo>
                  <a:pt x="2479949" y="767633"/>
                </a:lnTo>
                <a:lnTo>
                  <a:pt x="2476812" y="779329"/>
                </a:lnTo>
                <a:lnTo>
                  <a:pt x="2471039" y="782630"/>
                </a:lnTo>
                <a:lnTo>
                  <a:pt x="2470741" y="782800"/>
                </a:lnTo>
                <a:lnTo>
                  <a:pt x="2462835" y="780690"/>
                </a:lnTo>
                <a:lnTo>
                  <a:pt x="2461083" y="779596"/>
                </a:lnTo>
                <a:close/>
              </a:path>
              <a:path w="5142230" h="2300604">
                <a:moveTo>
                  <a:pt x="3320309" y="1880501"/>
                </a:moveTo>
                <a:lnTo>
                  <a:pt x="3316483" y="1876405"/>
                </a:lnTo>
                <a:lnTo>
                  <a:pt x="3315326" y="1872821"/>
                </a:lnTo>
                <a:lnTo>
                  <a:pt x="3316067" y="1869215"/>
                </a:lnTo>
                <a:lnTo>
                  <a:pt x="3317212" y="1863306"/>
                </a:lnTo>
                <a:lnTo>
                  <a:pt x="3323009" y="1859443"/>
                </a:lnTo>
                <a:lnTo>
                  <a:pt x="3334919" y="1861831"/>
                </a:lnTo>
                <a:lnTo>
                  <a:pt x="3338777" y="1867623"/>
                </a:lnTo>
                <a:lnTo>
                  <a:pt x="3336393" y="1879538"/>
                </a:lnTo>
                <a:lnTo>
                  <a:pt x="3330645" y="1883355"/>
                </a:lnTo>
                <a:lnTo>
                  <a:pt x="3322346" y="1881704"/>
                </a:lnTo>
                <a:lnTo>
                  <a:pt x="3320309" y="1880501"/>
                </a:lnTo>
                <a:close/>
              </a:path>
              <a:path w="5142230" h="2300604">
                <a:moveTo>
                  <a:pt x="3277946" y="2300034"/>
                </a:moveTo>
                <a:lnTo>
                  <a:pt x="3277302" y="2299345"/>
                </a:lnTo>
                <a:lnTo>
                  <a:pt x="3276195" y="2297183"/>
                </a:lnTo>
                <a:lnTo>
                  <a:pt x="3275947" y="2294767"/>
                </a:lnTo>
                <a:lnTo>
                  <a:pt x="3275250" y="2288742"/>
                </a:lnTo>
                <a:lnTo>
                  <a:pt x="3279594" y="2283324"/>
                </a:lnTo>
                <a:lnTo>
                  <a:pt x="3291632" y="2281940"/>
                </a:lnTo>
                <a:lnTo>
                  <a:pt x="3297099" y="2286229"/>
                </a:lnTo>
                <a:lnTo>
                  <a:pt x="3298484" y="2298267"/>
                </a:lnTo>
                <a:lnTo>
                  <a:pt x="3297093" y="2300034"/>
                </a:lnTo>
                <a:lnTo>
                  <a:pt x="3277946" y="2300034"/>
                </a:lnTo>
                <a:close/>
              </a:path>
              <a:path w="5142230" h="2300604">
                <a:moveTo>
                  <a:pt x="1567199" y="549851"/>
                </a:moveTo>
                <a:lnTo>
                  <a:pt x="1563327" y="545706"/>
                </a:lnTo>
                <a:lnTo>
                  <a:pt x="1562285" y="541658"/>
                </a:lnTo>
                <a:lnTo>
                  <a:pt x="1563457" y="537732"/>
                </a:lnTo>
                <a:lnTo>
                  <a:pt x="1565259" y="531939"/>
                </a:lnTo>
                <a:lnTo>
                  <a:pt x="1571459" y="528704"/>
                </a:lnTo>
                <a:lnTo>
                  <a:pt x="1583040" y="532304"/>
                </a:lnTo>
                <a:lnTo>
                  <a:pt x="1586280" y="538509"/>
                </a:lnTo>
                <a:lnTo>
                  <a:pt x="1584432" y="544253"/>
                </a:lnTo>
                <a:lnTo>
                  <a:pt x="1582630" y="550045"/>
                </a:lnTo>
                <a:lnTo>
                  <a:pt x="1576524" y="553284"/>
                </a:lnTo>
                <a:lnTo>
                  <a:pt x="1568816" y="550897"/>
                </a:lnTo>
                <a:lnTo>
                  <a:pt x="1567199" y="549851"/>
                </a:lnTo>
                <a:close/>
              </a:path>
              <a:path w="5142230" h="2300604">
                <a:moveTo>
                  <a:pt x="3306602" y="1950184"/>
                </a:moveTo>
                <a:lnTo>
                  <a:pt x="3302776" y="1946088"/>
                </a:lnTo>
                <a:lnTo>
                  <a:pt x="3301620" y="1942602"/>
                </a:lnTo>
                <a:lnTo>
                  <a:pt x="3302357" y="1938992"/>
                </a:lnTo>
                <a:lnTo>
                  <a:pt x="3303461" y="1933039"/>
                </a:lnTo>
                <a:lnTo>
                  <a:pt x="3309208" y="1929122"/>
                </a:lnTo>
                <a:lnTo>
                  <a:pt x="3315170" y="1930227"/>
                </a:lnTo>
                <a:lnTo>
                  <a:pt x="3321125" y="1931421"/>
                </a:lnTo>
                <a:lnTo>
                  <a:pt x="3325032" y="1937167"/>
                </a:lnTo>
                <a:lnTo>
                  <a:pt x="3323932" y="1943125"/>
                </a:lnTo>
                <a:lnTo>
                  <a:pt x="3322743" y="1949085"/>
                </a:lnTo>
                <a:lnTo>
                  <a:pt x="3316987" y="1952992"/>
                </a:lnTo>
                <a:lnTo>
                  <a:pt x="3311034" y="1951897"/>
                </a:lnTo>
                <a:lnTo>
                  <a:pt x="3308639" y="1951386"/>
                </a:lnTo>
                <a:lnTo>
                  <a:pt x="3306602" y="1950184"/>
                </a:lnTo>
                <a:close/>
              </a:path>
              <a:path w="5142230" h="2300604">
                <a:moveTo>
                  <a:pt x="2529510" y="798401"/>
                </a:moveTo>
                <a:lnTo>
                  <a:pt x="2525638" y="794257"/>
                </a:lnTo>
                <a:lnTo>
                  <a:pt x="2524544" y="790348"/>
                </a:lnTo>
                <a:lnTo>
                  <a:pt x="2525614" y="786509"/>
                </a:lnTo>
                <a:lnTo>
                  <a:pt x="2527281" y="780669"/>
                </a:lnTo>
                <a:lnTo>
                  <a:pt x="2532818" y="777506"/>
                </a:lnTo>
                <a:lnTo>
                  <a:pt x="2533295" y="777234"/>
                </a:lnTo>
                <a:lnTo>
                  <a:pt x="2544988" y="780564"/>
                </a:lnTo>
                <a:lnTo>
                  <a:pt x="2548419" y="786582"/>
                </a:lnTo>
                <a:lnTo>
                  <a:pt x="2546752" y="792421"/>
                </a:lnTo>
                <a:lnTo>
                  <a:pt x="2545135" y="798315"/>
                </a:lnTo>
                <a:lnTo>
                  <a:pt x="2539071" y="801696"/>
                </a:lnTo>
                <a:lnTo>
                  <a:pt x="2531221" y="799451"/>
                </a:lnTo>
                <a:lnTo>
                  <a:pt x="2529510" y="798401"/>
                </a:lnTo>
                <a:close/>
              </a:path>
              <a:path w="5142230" h="2300604">
                <a:moveTo>
                  <a:pt x="1299661" y="454162"/>
                </a:moveTo>
                <a:lnTo>
                  <a:pt x="1295790" y="450017"/>
                </a:lnTo>
                <a:lnTo>
                  <a:pt x="1294808" y="445447"/>
                </a:lnTo>
                <a:lnTo>
                  <a:pt x="1296462" y="441353"/>
                </a:lnTo>
                <a:lnTo>
                  <a:pt x="1298778" y="435720"/>
                </a:lnTo>
                <a:lnTo>
                  <a:pt x="1305189" y="433101"/>
                </a:lnTo>
                <a:lnTo>
                  <a:pt x="1316415" y="437689"/>
                </a:lnTo>
                <a:lnTo>
                  <a:pt x="1319124" y="444108"/>
                </a:lnTo>
                <a:lnTo>
                  <a:pt x="1316807" y="449741"/>
                </a:lnTo>
                <a:lnTo>
                  <a:pt x="1314540" y="455329"/>
                </a:lnTo>
                <a:lnTo>
                  <a:pt x="1308072" y="457984"/>
                </a:lnTo>
                <a:lnTo>
                  <a:pt x="1302488" y="455721"/>
                </a:lnTo>
                <a:lnTo>
                  <a:pt x="1300953" y="455055"/>
                </a:lnTo>
                <a:lnTo>
                  <a:pt x="1299661" y="454162"/>
                </a:lnTo>
                <a:close/>
              </a:path>
              <a:path w="5142230" h="2300604">
                <a:moveTo>
                  <a:pt x="3277747" y="2161314"/>
                </a:moveTo>
                <a:lnTo>
                  <a:pt x="3273920" y="2157218"/>
                </a:lnTo>
                <a:lnTo>
                  <a:pt x="3272750" y="2154303"/>
                </a:lnTo>
                <a:lnTo>
                  <a:pt x="3272999" y="2151149"/>
                </a:lnTo>
                <a:lnTo>
                  <a:pt x="3273347" y="2145071"/>
                </a:lnTo>
                <a:lnTo>
                  <a:pt x="3278054" y="2140921"/>
                </a:lnTo>
                <a:lnTo>
                  <a:pt x="3278555" y="2140480"/>
                </a:lnTo>
                <a:lnTo>
                  <a:pt x="3284580" y="2140869"/>
                </a:lnTo>
                <a:lnTo>
                  <a:pt x="3290658" y="2141218"/>
                </a:lnTo>
                <a:lnTo>
                  <a:pt x="3295249" y="2146425"/>
                </a:lnTo>
                <a:lnTo>
                  <a:pt x="3294900" y="2152503"/>
                </a:lnTo>
                <a:lnTo>
                  <a:pt x="3294506" y="2158533"/>
                </a:lnTo>
                <a:lnTo>
                  <a:pt x="3289803" y="2162687"/>
                </a:lnTo>
                <a:lnTo>
                  <a:pt x="3289303" y="2163129"/>
                </a:lnTo>
                <a:lnTo>
                  <a:pt x="3280345" y="2162630"/>
                </a:lnTo>
                <a:lnTo>
                  <a:pt x="3277747" y="2161314"/>
                </a:lnTo>
                <a:close/>
              </a:path>
              <a:path w="5142230" h="2300604">
                <a:moveTo>
                  <a:pt x="1978629" y="660871"/>
                </a:moveTo>
                <a:lnTo>
                  <a:pt x="1974798" y="656770"/>
                </a:lnTo>
                <a:lnTo>
                  <a:pt x="1974433" y="655500"/>
                </a:lnTo>
                <a:lnTo>
                  <a:pt x="1973724" y="652884"/>
                </a:lnTo>
                <a:lnTo>
                  <a:pt x="1974633" y="649263"/>
                </a:lnTo>
                <a:lnTo>
                  <a:pt x="1976061" y="643363"/>
                </a:lnTo>
                <a:lnTo>
                  <a:pt x="1981991" y="639741"/>
                </a:lnTo>
                <a:lnTo>
                  <a:pt x="1993791" y="642598"/>
                </a:lnTo>
                <a:lnTo>
                  <a:pt x="1997364" y="648573"/>
                </a:lnTo>
                <a:lnTo>
                  <a:pt x="1995936" y="654473"/>
                </a:lnTo>
                <a:lnTo>
                  <a:pt x="1994557" y="660327"/>
                </a:lnTo>
                <a:lnTo>
                  <a:pt x="1988578" y="663995"/>
                </a:lnTo>
                <a:lnTo>
                  <a:pt x="1982727" y="662521"/>
                </a:lnTo>
                <a:lnTo>
                  <a:pt x="1980525" y="662021"/>
                </a:lnTo>
                <a:lnTo>
                  <a:pt x="1978629" y="660871"/>
                </a:lnTo>
                <a:close/>
              </a:path>
              <a:path w="5142230" h="2300604">
                <a:moveTo>
                  <a:pt x="3346914" y="1741053"/>
                </a:moveTo>
                <a:lnTo>
                  <a:pt x="3343038" y="1736903"/>
                </a:lnTo>
                <a:lnTo>
                  <a:pt x="3341878" y="1733512"/>
                </a:lnTo>
                <a:lnTo>
                  <a:pt x="3342522" y="1729998"/>
                </a:lnTo>
                <a:lnTo>
                  <a:pt x="3343527" y="1724036"/>
                </a:lnTo>
                <a:lnTo>
                  <a:pt x="3349142" y="1719979"/>
                </a:lnTo>
                <a:lnTo>
                  <a:pt x="3361106" y="1722033"/>
                </a:lnTo>
                <a:lnTo>
                  <a:pt x="3365163" y="1727648"/>
                </a:lnTo>
                <a:lnTo>
                  <a:pt x="3363154" y="1739670"/>
                </a:lnTo>
                <a:lnTo>
                  <a:pt x="3357489" y="1743674"/>
                </a:lnTo>
                <a:lnTo>
                  <a:pt x="3349044" y="1742258"/>
                </a:lnTo>
                <a:lnTo>
                  <a:pt x="3346914" y="1741053"/>
                </a:lnTo>
                <a:close/>
              </a:path>
              <a:path w="5142230" h="2300604">
                <a:moveTo>
                  <a:pt x="1234324" y="426251"/>
                </a:moveTo>
                <a:lnTo>
                  <a:pt x="1230412" y="422062"/>
                </a:lnTo>
                <a:lnTo>
                  <a:pt x="1229486" y="417357"/>
                </a:lnTo>
                <a:lnTo>
                  <a:pt x="1231369" y="413215"/>
                </a:lnTo>
                <a:lnTo>
                  <a:pt x="1233781" y="407684"/>
                </a:lnTo>
                <a:lnTo>
                  <a:pt x="1240287" y="405167"/>
                </a:lnTo>
                <a:lnTo>
                  <a:pt x="1245820" y="407669"/>
                </a:lnTo>
                <a:lnTo>
                  <a:pt x="1251401" y="410125"/>
                </a:lnTo>
                <a:lnTo>
                  <a:pt x="1253873" y="416582"/>
                </a:lnTo>
                <a:lnTo>
                  <a:pt x="1251417" y="422164"/>
                </a:lnTo>
                <a:lnTo>
                  <a:pt x="1249009" y="427700"/>
                </a:lnTo>
                <a:lnTo>
                  <a:pt x="1242499" y="430212"/>
                </a:lnTo>
                <a:lnTo>
                  <a:pt x="1235526" y="427146"/>
                </a:lnTo>
                <a:lnTo>
                  <a:pt x="1234324" y="426251"/>
                </a:lnTo>
                <a:close/>
              </a:path>
              <a:path w="5142230" h="2300604">
                <a:moveTo>
                  <a:pt x="1909711" y="643984"/>
                </a:moveTo>
                <a:lnTo>
                  <a:pt x="1905839" y="639840"/>
                </a:lnTo>
                <a:lnTo>
                  <a:pt x="1905441" y="638534"/>
                </a:lnTo>
                <a:lnTo>
                  <a:pt x="1904708" y="635990"/>
                </a:lnTo>
                <a:lnTo>
                  <a:pt x="1905684" y="632245"/>
                </a:lnTo>
                <a:lnTo>
                  <a:pt x="1907094" y="626423"/>
                </a:lnTo>
                <a:lnTo>
                  <a:pt x="1908677" y="625478"/>
                </a:lnTo>
                <a:lnTo>
                  <a:pt x="1913192" y="622883"/>
                </a:lnTo>
                <a:lnTo>
                  <a:pt x="1918974" y="624283"/>
                </a:lnTo>
                <a:lnTo>
                  <a:pt x="1924825" y="625757"/>
                </a:lnTo>
                <a:lnTo>
                  <a:pt x="1928447" y="631687"/>
                </a:lnTo>
                <a:lnTo>
                  <a:pt x="1926970" y="637632"/>
                </a:lnTo>
                <a:lnTo>
                  <a:pt x="1925491" y="643478"/>
                </a:lnTo>
                <a:lnTo>
                  <a:pt x="1919561" y="647100"/>
                </a:lnTo>
                <a:lnTo>
                  <a:pt x="1913665" y="645578"/>
                </a:lnTo>
                <a:lnTo>
                  <a:pt x="1911557" y="645081"/>
                </a:lnTo>
                <a:lnTo>
                  <a:pt x="1909711" y="643984"/>
                </a:lnTo>
                <a:close/>
              </a:path>
              <a:path w="5142230" h="2300604">
                <a:moveTo>
                  <a:pt x="3332247" y="1321757"/>
                </a:moveTo>
                <a:lnTo>
                  <a:pt x="3328329" y="1317563"/>
                </a:lnTo>
                <a:lnTo>
                  <a:pt x="3327571" y="1316263"/>
                </a:lnTo>
                <a:lnTo>
                  <a:pt x="3327053" y="1314829"/>
                </a:lnTo>
                <a:lnTo>
                  <a:pt x="3324929" y="1309134"/>
                </a:lnTo>
                <a:lnTo>
                  <a:pt x="3327928" y="1302863"/>
                </a:lnTo>
                <a:lnTo>
                  <a:pt x="3333668" y="1300797"/>
                </a:lnTo>
                <a:lnTo>
                  <a:pt x="3339305" y="1298718"/>
                </a:lnTo>
                <a:lnTo>
                  <a:pt x="3345629" y="1301676"/>
                </a:lnTo>
                <a:lnTo>
                  <a:pt x="3349774" y="1313053"/>
                </a:lnTo>
                <a:lnTo>
                  <a:pt x="3346821" y="1319373"/>
                </a:lnTo>
                <a:lnTo>
                  <a:pt x="3336832" y="1322952"/>
                </a:lnTo>
                <a:lnTo>
                  <a:pt x="3332247" y="1321757"/>
                </a:lnTo>
                <a:close/>
              </a:path>
              <a:path w="5142230" h="2300604">
                <a:moveTo>
                  <a:pt x="1703496" y="589992"/>
                </a:moveTo>
                <a:lnTo>
                  <a:pt x="1699670" y="585896"/>
                </a:lnTo>
                <a:lnTo>
                  <a:pt x="1698575" y="581987"/>
                </a:lnTo>
                <a:lnTo>
                  <a:pt x="1699650" y="578153"/>
                </a:lnTo>
                <a:lnTo>
                  <a:pt x="1701267" y="572259"/>
                </a:lnTo>
                <a:lnTo>
                  <a:pt x="1707330" y="568878"/>
                </a:lnTo>
                <a:lnTo>
                  <a:pt x="1719018" y="572104"/>
                </a:lnTo>
                <a:lnTo>
                  <a:pt x="1722404" y="578172"/>
                </a:lnTo>
                <a:lnTo>
                  <a:pt x="1720787" y="584065"/>
                </a:lnTo>
                <a:lnTo>
                  <a:pt x="1719169" y="589859"/>
                </a:lnTo>
                <a:lnTo>
                  <a:pt x="1713526" y="593007"/>
                </a:lnTo>
                <a:lnTo>
                  <a:pt x="1713106" y="593241"/>
                </a:lnTo>
                <a:lnTo>
                  <a:pt x="1707258" y="591673"/>
                </a:lnTo>
                <a:lnTo>
                  <a:pt x="1705252" y="591090"/>
                </a:lnTo>
                <a:lnTo>
                  <a:pt x="1703496" y="589992"/>
                </a:lnTo>
                <a:close/>
              </a:path>
              <a:path w="5142230" h="2300604">
                <a:moveTo>
                  <a:pt x="2732788" y="860882"/>
                </a:moveTo>
                <a:lnTo>
                  <a:pt x="2728962" y="856786"/>
                </a:lnTo>
                <a:lnTo>
                  <a:pt x="2727877" y="852594"/>
                </a:lnTo>
                <a:lnTo>
                  <a:pt x="2731188" y="842845"/>
                </a:lnTo>
                <a:lnTo>
                  <a:pt x="2737426" y="839748"/>
                </a:lnTo>
                <a:lnTo>
                  <a:pt x="2743117" y="841736"/>
                </a:lnTo>
                <a:lnTo>
                  <a:pt x="2748863" y="843683"/>
                </a:lnTo>
                <a:lnTo>
                  <a:pt x="2751955" y="849925"/>
                </a:lnTo>
                <a:lnTo>
                  <a:pt x="2748066" y="861402"/>
                </a:lnTo>
                <a:lnTo>
                  <a:pt x="2741828" y="864499"/>
                </a:lnTo>
                <a:lnTo>
                  <a:pt x="2736087" y="862557"/>
                </a:lnTo>
                <a:lnTo>
                  <a:pt x="2734315" y="861930"/>
                </a:lnTo>
                <a:lnTo>
                  <a:pt x="2732788" y="860882"/>
                </a:lnTo>
                <a:close/>
              </a:path>
              <a:path w="5142230" h="2300604">
                <a:moveTo>
                  <a:pt x="3267964" y="1196935"/>
                </a:moveTo>
                <a:lnTo>
                  <a:pt x="3263119" y="1191749"/>
                </a:lnTo>
                <a:lnTo>
                  <a:pt x="3259649" y="1186764"/>
                </a:lnTo>
                <a:lnTo>
                  <a:pt x="3260826" y="1179911"/>
                </a:lnTo>
                <a:lnTo>
                  <a:pt x="3270792" y="1172985"/>
                </a:lnTo>
                <a:lnTo>
                  <a:pt x="3277645" y="1174162"/>
                </a:lnTo>
                <a:lnTo>
                  <a:pt x="3284576" y="1184123"/>
                </a:lnTo>
                <a:lnTo>
                  <a:pt x="3283398" y="1190976"/>
                </a:lnTo>
                <a:lnTo>
                  <a:pt x="3278418" y="1194441"/>
                </a:lnTo>
                <a:lnTo>
                  <a:pt x="3273918" y="1197640"/>
                </a:lnTo>
                <a:lnTo>
                  <a:pt x="3267964" y="1196935"/>
                </a:lnTo>
                <a:close/>
              </a:path>
              <a:path w="5142230" h="2300604">
                <a:moveTo>
                  <a:pt x="2799687" y="884502"/>
                </a:moveTo>
                <a:lnTo>
                  <a:pt x="2795811" y="880353"/>
                </a:lnTo>
                <a:lnTo>
                  <a:pt x="2794778" y="876022"/>
                </a:lnTo>
                <a:lnTo>
                  <a:pt x="2796236" y="872011"/>
                </a:lnTo>
                <a:lnTo>
                  <a:pt x="2798372" y="866282"/>
                </a:lnTo>
                <a:lnTo>
                  <a:pt x="2804698" y="863377"/>
                </a:lnTo>
                <a:lnTo>
                  <a:pt x="2810391" y="865463"/>
                </a:lnTo>
                <a:lnTo>
                  <a:pt x="2816026" y="867586"/>
                </a:lnTo>
                <a:lnTo>
                  <a:pt x="2818980" y="873876"/>
                </a:lnTo>
                <a:lnTo>
                  <a:pt x="2816849" y="879610"/>
                </a:lnTo>
                <a:lnTo>
                  <a:pt x="2814767" y="885299"/>
                </a:lnTo>
                <a:lnTo>
                  <a:pt x="2808437" y="888199"/>
                </a:lnTo>
                <a:lnTo>
                  <a:pt x="2801070" y="885494"/>
                </a:lnTo>
                <a:lnTo>
                  <a:pt x="2799687" y="884502"/>
                </a:lnTo>
                <a:close/>
              </a:path>
              <a:path w="5142230" h="2300604">
                <a:moveTo>
                  <a:pt x="1635229" y="570479"/>
                </a:moveTo>
                <a:lnTo>
                  <a:pt x="1631362" y="566339"/>
                </a:lnTo>
                <a:lnTo>
                  <a:pt x="1630271" y="562336"/>
                </a:lnTo>
                <a:lnTo>
                  <a:pt x="1633102" y="552660"/>
                </a:lnTo>
                <a:lnTo>
                  <a:pt x="1639211" y="549328"/>
                </a:lnTo>
                <a:lnTo>
                  <a:pt x="1645056" y="550990"/>
                </a:lnTo>
                <a:lnTo>
                  <a:pt x="1650852" y="552698"/>
                </a:lnTo>
                <a:lnTo>
                  <a:pt x="1654185" y="558807"/>
                </a:lnTo>
                <a:lnTo>
                  <a:pt x="1650765" y="570493"/>
                </a:lnTo>
                <a:lnTo>
                  <a:pt x="1644656" y="573826"/>
                </a:lnTo>
                <a:lnTo>
                  <a:pt x="1636850" y="571530"/>
                </a:lnTo>
                <a:lnTo>
                  <a:pt x="1635229" y="570479"/>
                </a:lnTo>
                <a:close/>
              </a:path>
              <a:path w="5142230" h="2300604">
                <a:moveTo>
                  <a:pt x="3170185" y="1088355"/>
                </a:moveTo>
                <a:lnTo>
                  <a:pt x="3165624" y="1083473"/>
                </a:lnTo>
                <a:lnTo>
                  <a:pt x="3165467" y="1077147"/>
                </a:lnTo>
                <a:lnTo>
                  <a:pt x="3173279" y="1068306"/>
                </a:lnTo>
                <a:lnTo>
                  <a:pt x="3180227" y="1067924"/>
                </a:lnTo>
                <a:lnTo>
                  <a:pt x="3184770" y="1071908"/>
                </a:lnTo>
                <a:lnTo>
                  <a:pt x="3189305" y="1075981"/>
                </a:lnTo>
                <a:lnTo>
                  <a:pt x="3189731" y="1082888"/>
                </a:lnTo>
                <a:lnTo>
                  <a:pt x="3185704" y="1087472"/>
                </a:lnTo>
                <a:lnTo>
                  <a:pt x="3181680" y="1091961"/>
                </a:lnTo>
                <a:lnTo>
                  <a:pt x="3174679" y="1092384"/>
                </a:lnTo>
                <a:lnTo>
                  <a:pt x="3170185" y="1088355"/>
                </a:lnTo>
                <a:close/>
              </a:path>
              <a:path w="5142230" h="2300604">
                <a:moveTo>
                  <a:pt x="3304185" y="1257116"/>
                </a:moveTo>
                <a:lnTo>
                  <a:pt x="3300223" y="1252874"/>
                </a:lnTo>
                <a:lnTo>
                  <a:pt x="3299632" y="1252046"/>
                </a:lnTo>
                <a:lnTo>
                  <a:pt x="3296356" y="1245802"/>
                </a:lnTo>
                <a:lnTo>
                  <a:pt x="3298470" y="1239171"/>
                </a:lnTo>
                <a:lnTo>
                  <a:pt x="3303850" y="1236327"/>
                </a:lnTo>
                <a:lnTo>
                  <a:pt x="3309231" y="1233584"/>
                </a:lnTo>
                <a:lnTo>
                  <a:pt x="3315862" y="1235698"/>
                </a:lnTo>
                <a:lnTo>
                  <a:pt x="3321444" y="1246463"/>
                </a:lnTo>
                <a:lnTo>
                  <a:pt x="3319402" y="1252976"/>
                </a:lnTo>
                <a:lnTo>
                  <a:pt x="3309483" y="1258193"/>
                </a:lnTo>
                <a:lnTo>
                  <a:pt x="3304185" y="1257116"/>
                </a:lnTo>
                <a:close/>
              </a:path>
              <a:path w="5142230" h="2300604">
                <a:moveTo>
                  <a:pt x="3284126" y="2090533"/>
                </a:moveTo>
                <a:lnTo>
                  <a:pt x="3280254" y="2086388"/>
                </a:lnTo>
                <a:lnTo>
                  <a:pt x="3279134" y="2083234"/>
                </a:lnTo>
                <a:lnTo>
                  <a:pt x="3279533" y="2079849"/>
                </a:lnTo>
                <a:lnTo>
                  <a:pt x="3280304" y="2073832"/>
                </a:lnTo>
                <a:lnTo>
                  <a:pt x="3285785" y="2069534"/>
                </a:lnTo>
                <a:lnTo>
                  <a:pt x="3297817" y="2070977"/>
                </a:lnTo>
                <a:lnTo>
                  <a:pt x="3302115" y="2076458"/>
                </a:lnTo>
                <a:lnTo>
                  <a:pt x="3301344" y="2082475"/>
                </a:lnTo>
                <a:lnTo>
                  <a:pt x="3300618" y="2088540"/>
                </a:lnTo>
                <a:lnTo>
                  <a:pt x="3295186" y="2092793"/>
                </a:lnTo>
                <a:lnTo>
                  <a:pt x="3286445" y="2091745"/>
                </a:lnTo>
                <a:lnTo>
                  <a:pt x="3284126" y="2090533"/>
                </a:lnTo>
                <a:close/>
              </a:path>
              <a:path w="5142230" h="2300604">
                <a:moveTo>
                  <a:pt x="3363067" y="1459143"/>
                </a:moveTo>
                <a:lnTo>
                  <a:pt x="3359200" y="1455003"/>
                </a:lnTo>
                <a:lnTo>
                  <a:pt x="3358188" y="1452844"/>
                </a:lnTo>
                <a:lnTo>
                  <a:pt x="3357894" y="1450379"/>
                </a:lnTo>
                <a:lnTo>
                  <a:pt x="3357250" y="1444314"/>
                </a:lnTo>
                <a:lnTo>
                  <a:pt x="3361585" y="1438886"/>
                </a:lnTo>
                <a:lnTo>
                  <a:pt x="3367605" y="1438293"/>
                </a:lnTo>
                <a:lnTo>
                  <a:pt x="3373625" y="1437601"/>
                </a:lnTo>
                <a:lnTo>
                  <a:pt x="3379043" y="1441936"/>
                </a:lnTo>
                <a:lnTo>
                  <a:pt x="3379740" y="1447960"/>
                </a:lnTo>
                <a:lnTo>
                  <a:pt x="3380379" y="1454019"/>
                </a:lnTo>
                <a:lnTo>
                  <a:pt x="3376044" y="1459447"/>
                </a:lnTo>
                <a:lnTo>
                  <a:pt x="3370025" y="1460139"/>
                </a:lnTo>
                <a:lnTo>
                  <a:pt x="3366425" y="1460489"/>
                </a:lnTo>
                <a:lnTo>
                  <a:pt x="3363067" y="1459143"/>
                </a:lnTo>
                <a:close/>
              </a:path>
              <a:path w="5142230" h="2300604">
                <a:moveTo>
                  <a:pt x="1840809" y="626626"/>
                </a:moveTo>
                <a:lnTo>
                  <a:pt x="1836937" y="622482"/>
                </a:lnTo>
                <a:lnTo>
                  <a:pt x="1835840" y="618668"/>
                </a:lnTo>
                <a:lnTo>
                  <a:pt x="1838335" y="609023"/>
                </a:lnTo>
                <a:lnTo>
                  <a:pt x="1844315" y="605454"/>
                </a:lnTo>
                <a:lnTo>
                  <a:pt x="1856058" y="608446"/>
                </a:lnTo>
                <a:lnTo>
                  <a:pt x="1859583" y="614467"/>
                </a:lnTo>
                <a:lnTo>
                  <a:pt x="1856586" y="626215"/>
                </a:lnTo>
                <a:lnTo>
                  <a:pt x="1850615" y="629793"/>
                </a:lnTo>
                <a:lnTo>
                  <a:pt x="1844839" y="628301"/>
                </a:lnTo>
                <a:lnTo>
                  <a:pt x="1842611" y="627774"/>
                </a:lnTo>
                <a:lnTo>
                  <a:pt x="1840809" y="626626"/>
                </a:lnTo>
                <a:close/>
              </a:path>
              <a:path w="5142230" h="2300604">
                <a:moveTo>
                  <a:pt x="2665412" y="838902"/>
                </a:moveTo>
                <a:lnTo>
                  <a:pt x="2661545" y="834762"/>
                </a:lnTo>
                <a:lnTo>
                  <a:pt x="2660453" y="830660"/>
                </a:lnTo>
                <a:lnTo>
                  <a:pt x="2661724" y="826743"/>
                </a:lnTo>
                <a:lnTo>
                  <a:pt x="2663522" y="820945"/>
                </a:lnTo>
                <a:lnTo>
                  <a:pt x="2669678" y="817760"/>
                </a:lnTo>
                <a:lnTo>
                  <a:pt x="2681304" y="821409"/>
                </a:lnTo>
                <a:lnTo>
                  <a:pt x="2684494" y="827560"/>
                </a:lnTo>
                <a:lnTo>
                  <a:pt x="2682647" y="833403"/>
                </a:lnTo>
                <a:lnTo>
                  <a:pt x="2680845" y="839196"/>
                </a:lnTo>
                <a:lnTo>
                  <a:pt x="2674648" y="842337"/>
                </a:lnTo>
                <a:lnTo>
                  <a:pt x="2667034" y="839953"/>
                </a:lnTo>
                <a:lnTo>
                  <a:pt x="2665412" y="838902"/>
                </a:lnTo>
                <a:close/>
              </a:path>
              <a:path w="5142230" h="2300604">
                <a:moveTo>
                  <a:pt x="3294170" y="2020155"/>
                </a:moveTo>
                <a:lnTo>
                  <a:pt x="3290343" y="2016059"/>
                </a:lnTo>
                <a:lnTo>
                  <a:pt x="3289184" y="2012667"/>
                </a:lnTo>
                <a:lnTo>
                  <a:pt x="3289729" y="2009145"/>
                </a:lnTo>
                <a:lnTo>
                  <a:pt x="3290735" y="2003184"/>
                </a:lnTo>
                <a:lnTo>
                  <a:pt x="3296398" y="1999081"/>
                </a:lnTo>
                <a:lnTo>
                  <a:pt x="3308415" y="2001095"/>
                </a:lnTo>
                <a:lnTo>
                  <a:pt x="3312419" y="2006750"/>
                </a:lnTo>
                <a:lnTo>
                  <a:pt x="3311414" y="2012711"/>
                </a:lnTo>
                <a:lnTo>
                  <a:pt x="3310458" y="2018726"/>
                </a:lnTo>
                <a:lnTo>
                  <a:pt x="3304798" y="2022735"/>
                </a:lnTo>
                <a:lnTo>
                  <a:pt x="3296300" y="2021360"/>
                </a:lnTo>
                <a:lnTo>
                  <a:pt x="3294170" y="2020155"/>
                </a:lnTo>
                <a:close/>
              </a:path>
              <a:path w="5142230" h="2300604">
                <a:moveTo>
                  <a:pt x="3366945" y="1529664"/>
                </a:moveTo>
                <a:lnTo>
                  <a:pt x="3363124" y="1525573"/>
                </a:lnTo>
                <a:lnTo>
                  <a:pt x="3361980" y="1522980"/>
                </a:lnTo>
                <a:lnTo>
                  <a:pt x="3361986" y="1520153"/>
                </a:lnTo>
                <a:lnTo>
                  <a:pt x="3361958" y="1514062"/>
                </a:lnTo>
                <a:lnTo>
                  <a:pt x="3366801" y="1509081"/>
                </a:lnTo>
                <a:lnTo>
                  <a:pt x="3372842" y="1508998"/>
                </a:lnTo>
                <a:lnTo>
                  <a:pt x="3378933" y="1508969"/>
                </a:lnTo>
                <a:lnTo>
                  <a:pt x="3383914" y="1513813"/>
                </a:lnTo>
                <a:lnTo>
                  <a:pt x="3383943" y="1519904"/>
                </a:lnTo>
                <a:lnTo>
                  <a:pt x="3384020" y="1525949"/>
                </a:lnTo>
                <a:lnTo>
                  <a:pt x="3379181" y="1530935"/>
                </a:lnTo>
                <a:lnTo>
                  <a:pt x="3373090" y="1530964"/>
                </a:lnTo>
                <a:lnTo>
                  <a:pt x="3369877" y="1531043"/>
                </a:lnTo>
                <a:lnTo>
                  <a:pt x="3366945" y="1529664"/>
                </a:lnTo>
                <a:close/>
              </a:path>
              <a:path w="5142230" h="2300604">
                <a:moveTo>
                  <a:pt x="3115090" y="1044137"/>
                </a:moveTo>
                <a:lnTo>
                  <a:pt x="3110565" y="1039293"/>
                </a:lnTo>
                <a:lnTo>
                  <a:pt x="3110116" y="1033535"/>
                </a:lnTo>
                <a:lnTo>
                  <a:pt x="3116899" y="1024276"/>
                </a:lnTo>
                <a:lnTo>
                  <a:pt x="3123780" y="1023236"/>
                </a:lnTo>
                <a:lnTo>
                  <a:pt x="3133546" y="1030366"/>
                </a:lnTo>
                <a:lnTo>
                  <a:pt x="3134582" y="1037242"/>
                </a:lnTo>
                <a:lnTo>
                  <a:pt x="3131066" y="1042179"/>
                </a:lnTo>
                <a:lnTo>
                  <a:pt x="3127501" y="1047062"/>
                </a:lnTo>
                <a:lnTo>
                  <a:pt x="3120571" y="1048148"/>
                </a:lnTo>
                <a:lnTo>
                  <a:pt x="3115090" y="1044137"/>
                </a:lnTo>
                <a:close/>
              </a:path>
              <a:path w="5142230" h="2300604">
                <a:moveTo>
                  <a:pt x="2185794" y="710506"/>
                </a:moveTo>
                <a:lnTo>
                  <a:pt x="2181923" y="706361"/>
                </a:lnTo>
                <a:lnTo>
                  <a:pt x="2180822" y="702641"/>
                </a:lnTo>
                <a:lnTo>
                  <a:pt x="2181705" y="698894"/>
                </a:lnTo>
                <a:lnTo>
                  <a:pt x="2183133" y="692995"/>
                </a:lnTo>
                <a:lnTo>
                  <a:pt x="2189063" y="689372"/>
                </a:lnTo>
                <a:lnTo>
                  <a:pt x="2195007" y="690750"/>
                </a:lnTo>
                <a:lnTo>
                  <a:pt x="2200911" y="692183"/>
                </a:lnTo>
                <a:lnTo>
                  <a:pt x="2204534" y="698114"/>
                </a:lnTo>
                <a:lnTo>
                  <a:pt x="2201677" y="709913"/>
                </a:lnTo>
                <a:lnTo>
                  <a:pt x="2195747" y="713535"/>
                </a:lnTo>
                <a:lnTo>
                  <a:pt x="2189843" y="712102"/>
                </a:lnTo>
                <a:lnTo>
                  <a:pt x="2187645" y="711607"/>
                </a:lnTo>
                <a:lnTo>
                  <a:pt x="2185794" y="710506"/>
                </a:lnTo>
                <a:close/>
              </a:path>
              <a:path w="5142230" h="2300604">
                <a:moveTo>
                  <a:pt x="1106312" y="364775"/>
                </a:moveTo>
                <a:lnTo>
                  <a:pt x="1102390" y="360576"/>
                </a:lnTo>
                <a:lnTo>
                  <a:pt x="1101527" y="355548"/>
                </a:lnTo>
                <a:lnTo>
                  <a:pt x="1103795" y="351329"/>
                </a:lnTo>
                <a:lnTo>
                  <a:pt x="1106577" y="345900"/>
                </a:lnTo>
                <a:lnTo>
                  <a:pt x="1113205" y="343807"/>
                </a:lnTo>
                <a:lnTo>
                  <a:pt x="1118590" y="346639"/>
                </a:lnTo>
                <a:lnTo>
                  <a:pt x="1123969" y="349367"/>
                </a:lnTo>
                <a:lnTo>
                  <a:pt x="1126106" y="356054"/>
                </a:lnTo>
                <a:lnTo>
                  <a:pt x="1120453" y="366814"/>
                </a:lnTo>
                <a:lnTo>
                  <a:pt x="1114005" y="368905"/>
                </a:lnTo>
                <a:lnTo>
                  <a:pt x="1113865" y="368950"/>
                </a:lnTo>
                <a:lnTo>
                  <a:pt x="1107372" y="365519"/>
                </a:lnTo>
                <a:lnTo>
                  <a:pt x="1106312" y="364775"/>
                </a:lnTo>
                <a:close/>
              </a:path>
              <a:path w="5142230" h="2300604">
                <a:moveTo>
                  <a:pt x="2930754" y="938203"/>
                </a:moveTo>
                <a:lnTo>
                  <a:pt x="2926878" y="934054"/>
                </a:lnTo>
                <a:lnTo>
                  <a:pt x="2925907" y="929300"/>
                </a:lnTo>
                <a:lnTo>
                  <a:pt x="2930395" y="919638"/>
                </a:lnTo>
                <a:lnTo>
                  <a:pt x="2936898" y="917215"/>
                </a:lnTo>
                <a:lnTo>
                  <a:pt x="2942431" y="919717"/>
                </a:lnTo>
                <a:lnTo>
                  <a:pt x="2947915" y="922264"/>
                </a:lnTo>
                <a:lnTo>
                  <a:pt x="2950378" y="928811"/>
                </a:lnTo>
                <a:lnTo>
                  <a:pt x="2945235" y="939824"/>
                </a:lnTo>
                <a:lnTo>
                  <a:pt x="2938737" y="942252"/>
                </a:lnTo>
                <a:lnTo>
                  <a:pt x="2933253" y="939705"/>
                </a:lnTo>
                <a:lnTo>
                  <a:pt x="2931906" y="939045"/>
                </a:lnTo>
                <a:lnTo>
                  <a:pt x="2930754" y="938203"/>
                </a:lnTo>
                <a:close/>
              </a:path>
              <a:path w="5142230" h="2300604">
                <a:moveTo>
                  <a:pt x="3055778" y="1004398"/>
                </a:moveTo>
                <a:lnTo>
                  <a:pt x="3051861" y="1000205"/>
                </a:lnTo>
                <a:lnTo>
                  <a:pt x="3051195" y="994800"/>
                </a:lnTo>
                <a:lnTo>
                  <a:pt x="3053798" y="990451"/>
                </a:lnTo>
                <a:lnTo>
                  <a:pt x="3056991" y="985267"/>
                </a:lnTo>
                <a:lnTo>
                  <a:pt x="3063802" y="983663"/>
                </a:lnTo>
                <a:lnTo>
                  <a:pt x="3074113" y="990009"/>
                </a:lnTo>
                <a:lnTo>
                  <a:pt x="3075723" y="996815"/>
                </a:lnTo>
                <a:lnTo>
                  <a:pt x="3069372" y="1007122"/>
                </a:lnTo>
                <a:lnTo>
                  <a:pt x="3062570" y="1008736"/>
                </a:lnTo>
                <a:lnTo>
                  <a:pt x="3056555" y="1005033"/>
                </a:lnTo>
                <a:lnTo>
                  <a:pt x="3055778" y="1004398"/>
                </a:lnTo>
                <a:close/>
              </a:path>
              <a:path w="5142230" h="2300604">
                <a:moveTo>
                  <a:pt x="2392535" y="761542"/>
                </a:moveTo>
                <a:lnTo>
                  <a:pt x="2388663" y="757397"/>
                </a:lnTo>
                <a:lnTo>
                  <a:pt x="2387561" y="753578"/>
                </a:lnTo>
                <a:lnTo>
                  <a:pt x="2389967" y="743935"/>
                </a:lnTo>
                <a:lnTo>
                  <a:pt x="2395988" y="740410"/>
                </a:lnTo>
                <a:lnTo>
                  <a:pt x="2407740" y="743412"/>
                </a:lnTo>
                <a:lnTo>
                  <a:pt x="2411264" y="749433"/>
                </a:lnTo>
                <a:lnTo>
                  <a:pt x="2408268" y="761181"/>
                </a:lnTo>
                <a:lnTo>
                  <a:pt x="2402247" y="764705"/>
                </a:lnTo>
                <a:lnTo>
                  <a:pt x="2396391" y="763226"/>
                </a:lnTo>
                <a:lnTo>
                  <a:pt x="2394292" y="762640"/>
                </a:lnTo>
                <a:lnTo>
                  <a:pt x="2392535" y="761542"/>
                </a:lnTo>
                <a:close/>
              </a:path>
              <a:path w="5142230" h="2300604">
                <a:moveTo>
                  <a:pt x="2865760" y="910073"/>
                </a:moveTo>
                <a:lnTo>
                  <a:pt x="2861888" y="905928"/>
                </a:lnTo>
                <a:lnTo>
                  <a:pt x="2860857" y="901404"/>
                </a:lnTo>
                <a:lnTo>
                  <a:pt x="2862512" y="897310"/>
                </a:lnTo>
                <a:lnTo>
                  <a:pt x="2864874" y="891725"/>
                </a:lnTo>
                <a:lnTo>
                  <a:pt x="2871288" y="889012"/>
                </a:lnTo>
                <a:lnTo>
                  <a:pt x="2882514" y="893600"/>
                </a:lnTo>
                <a:lnTo>
                  <a:pt x="2885218" y="900014"/>
                </a:lnTo>
                <a:lnTo>
                  <a:pt x="2880590" y="911286"/>
                </a:lnTo>
                <a:lnTo>
                  <a:pt x="2874220" y="913949"/>
                </a:lnTo>
                <a:lnTo>
                  <a:pt x="2868582" y="911628"/>
                </a:lnTo>
                <a:lnTo>
                  <a:pt x="2867003" y="911012"/>
                </a:lnTo>
                <a:lnTo>
                  <a:pt x="2865760" y="910073"/>
                </a:lnTo>
                <a:close/>
              </a:path>
              <a:path w="5142230" h="2300604">
                <a:moveTo>
                  <a:pt x="3334151" y="1810866"/>
                </a:moveTo>
                <a:lnTo>
                  <a:pt x="3330275" y="1806717"/>
                </a:lnTo>
                <a:lnTo>
                  <a:pt x="3329119" y="1803231"/>
                </a:lnTo>
                <a:lnTo>
                  <a:pt x="3330960" y="1793668"/>
                </a:lnTo>
                <a:lnTo>
                  <a:pt x="3336757" y="1789805"/>
                </a:lnTo>
                <a:lnTo>
                  <a:pt x="3348670" y="1792099"/>
                </a:lnTo>
                <a:lnTo>
                  <a:pt x="3352581" y="1797850"/>
                </a:lnTo>
                <a:lnTo>
                  <a:pt x="3351387" y="1803805"/>
                </a:lnTo>
                <a:lnTo>
                  <a:pt x="3350237" y="1809709"/>
                </a:lnTo>
                <a:lnTo>
                  <a:pt x="3344486" y="1813621"/>
                </a:lnTo>
                <a:lnTo>
                  <a:pt x="3338533" y="1812526"/>
                </a:lnTo>
                <a:lnTo>
                  <a:pt x="3336188" y="1812069"/>
                </a:lnTo>
                <a:lnTo>
                  <a:pt x="3334151" y="1810866"/>
                </a:lnTo>
                <a:close/>
              </a:path>
              <a:path w="5142230" h="2300604">
                <a:moveTo>
                  <a:pt x="1772070" y="608660"/>
                </a:moveTo>
                <a:lnTo>
                  <a:pt x="1768198" y="604516"/>
                </a:lnTo>
                <a:lnTo>
                  <a:pt x="1767100" y="600702"/>
                </a:lnTo>
                <a:lnTo>
                  <a:pt x="1769694" y="591065"/>
                </a:lnTo>
                <a:lnTo>
                  <a:pt x="1775715" y="587540"/>
                </a:lnTo>
                <a:lnTo>
                  <a:pt x="1787411" y="590676"/>
                </a:lnTo>
                <a:lnTo>
                  <a:pt x="1790936" y="596698"/>
                </a:lnTo>
                <a:lnTo>
                  <a:pt x="1787799" y="608393"/>
                </a:lnTo>
                <a:lnTo>
                  <a:pt x="1781778" y="611918"/>
                </a:lnTo>
                <a:lnTo>
                  <a:pt x="1773872" y="609807"/>
                </a:lnTo>
                <a:lnTo>
                  <a:pt x="1772070" y="608660"/>
                </a:lnTo>
                <a:close/>
              </a:path>
              <a:path w="5142230" h="2300604">
                <a:moveTo>
                  <a:pt x="3364632" y="1600400"/>
                </a:moveTo>
                <a:lnTo>
                  <a:pt x="3360765" y="1596260"/>
                </a:lnTo>
                <a:lnTo>
                  <a:pt x="3359635" y="1593389"/>
                </a:lnTo>
                <a:lnTo>
                  <a:pt x="3360233" y="1584156"/>
                </a:lnTo>
                <a:lnTo>
                  <a:pt x="3364880" y="1580138"/>
                </a:lnTo>
                <a:lnTo>
                  <a:pt x="3365486" y="1579614"/>
                </a:lnTo>
                <a:lnTo>
                  <a:pt x="3371564" y="1579963"/>
                </a:lnTo>
                <a:lnTo>
                  <a:pt x="3377594" y="1580357"/>
                </a:lnTo>
                <a:lnTo>
                  <a:pt x="3382181" y="1585659"/>
                </a:lnTo>
                <a:lnTo>
                  <a:pt x="3381787" y="1591688"/>
                </a:lnTo>
                <a:lnTo>
                  <a:pt x="3381344" y="1597763"/>
                </a:lnTo>
                <a:lnTo>
                  <a:pt x="3376697" y="1601781"/>
                </a:lnTo>
                <a:lnTo>
                  <a:pt x="3376091" y="1602305"/>
                </a:lnTo>
                <a:lnTo>
                  <a:pt x="3367141" y="1601717"/>
                </a:lnTo>
                <a:lnTo>
                  <a:pt x="3364632" y="1600400"/>
                </a:lnTo>
                <a:close/>
              </a:path>
              <a:path w="5142230" h="2300604">
                <a:moveTo>
                  <a:pt x="2994274" y="969446"/>
                </a:moveTo>
                <a:lnTo>
                  <a:pt x="2990356" y="965253"/>
                </a:lnTo>
                <a:lnTo>
                  <a:pt x="2989583" y="960223"/>
                </a:lnTo>
                <a:lnTo>
                  <a:pt x="2991801" y="955950"/>
                </a:lnTo>
                <a:lnTo>
                  <a:pt x="2994633" y="950575"/>
                </a:lnTo>
                <a:lnTo>
                  <a:pt x="3001311" y="948536"/>
                </a:lnTo>
                <a:lnTo>
                  <a:pt x="3011977" y="954187"/>
                </a:lnTo>
                <a:lnTo>
                  <a:pt x="3014065" y="960820"/>
                </a:lnTo>
                <a:lnTo>
                  <a:pt x="3008411" y="971580"/>
                </a:lnTo>
                <a:lnTo>
                  <a:pt x="3001732" y="973619"/>
                </a:lnTo>
                <a:lnTo>
                  <a:pt x="2995281" y="970231"/>
                </a:lnTo>
                <a:lnTo>
                  <a:pt x="2994274" y="969446"/>
                </a:lnTo>
                <a:close/>
              </a:path>
              <a:path w="5142230" h="2300604">
                <a:moveTo>
                  <a:pt x="1499575" y="528094"/>
                </a:moveTo>
                <a:lnTo>
                  <a:pt x="1495708" y="523954"/>
                </a:lnTo>
                <a:lnTo>
                  <a:pt x="1494623" y="519763"/>
                </a:lnTo>
                <a:lnTo>
                  <a:pt x="1495938" y="515795"/>
                </a:lnTo>
                <a:lnTo>
                  <a:pt x="1497832" y="510197"/>
                </a:lnTo>
                <a:lnTo>
                  <a:pt x="1497881" y="510054"/>
                </a:lnTo>
                <a:lnTo>
                  <a:pt x="1504078" y="506913"/>
                </a:lnTo>
                <a:lnTo>
                  <a:pt x="1509818" y="508855"/>
                </a:lnTo>
                <a:lnTo>
                  <a:pt x="1515608" y="510752"/>
                </a:lnTo>
                <a:lnTo>
                  <a:pt x="1518700" y="516994"/>
                </a:lnTo>
                <a:lnTo>
                  <a:pt x="1516806" y="522689"/>
                </a:lnTo>
                <a:lnTo>
                  <a:pt x="1514957" y="528334"/>
                </a:lnTo>
                <a:lnTo>
                  <a:pt x="1514910" y="528479"/>
                </a:lnTo>
                <a:lnTo>
                  <a:pt x="1508667" y="531571"/>
                </a:lnTo>
                <a:lnTo>
                  <a:pt x="1502919" y="529718"/>
                </a:lnTo>
                <a:lnTo>
                  <a:pt x="1501146" y="529091"/>
                </a:lnTo>
                <a:lnTo>
                  <a:pt x="1499575" y="528094"/>
                </a:lnTo>
                <a:close/>
              </a:path>
              <a:path w="5142230" h="2300604">
                <a:moveTo>
                  <a:pt x="3276323" y="2232415"/>
                </a:moveTo>
                <a:lnTo>
                  <a:pt x="3272496" y="2228320"/>
                </a:lnTo>
                <a:lnTo>
                  <a:pt x="3271357" y="2225731"/>
                </a:lnTo>
                <a:lnTo>
                  <a:pt x="3271183" y="2216845"/>
                </a:lnTo>
                <a:lnTo>
                  <a:pt x="3276030" y="2211869"/>
                </a:lnTo>
                <a:lnTo>
                  <a:pt x="3282125" y="2211746"/>
                </a:lnTo>
                <a:lnTo>
                  <a:pt x="3288166" y="2211664"/>
                </a:lnTo>
                <a:lnTo>
                  <a:pt x="3293195" y="2216462"/>
                </a:lnTo>
                <a:lnTo>
                  <a:pt x="3293273" y="2222507"/>
                </a:lnTo>
                <a:lnTo>
                  <a:pt x="3293400" y="2228606"/>
                </a:lnTo>
                <a:lnTo>
                  <a:pt x="3288557" y="2233587"/>
                </a:lnTo>
                <a:lnTo>
                  <a:pt x="3282458" y="2233705"/>
                </a:lnTo>
                <a:lnTo>
                  <a:pt x="3279250" y="2233790"/>
                </a:lnTo>
                <a:lnTo>
                  <a:pt x="3276323" y="2232415"/>
                </a:lnTo>
                <a:close/>
              </a:path>
              <a:path w="5142230" h="2300604">
                <a:moveTo>
                  <a:pt x="3223933" y="1141884"/>
                </a:moveTo>
                <a:lnTo>
                  <a:pt x="3219742" y="1137398"/>
                </a:lnTo>
                <a:lnTo>
                  <a:pt x="3215695" y="1132869"/>
                </a:lnTo>
                <a:lnTo>
                  <a:pt x="3216022" y="1125889"/>
                </a:lnTo>
                <a:lnTo>
                  <a:pt x="3220257" y="1122114"/>
                </a:lnTo>
                <a:lnTo>
                  <a:pt x="3224989" y="1117795"/>
                </a:lnTo>
                <a:lnTo>
                  <a:pt x="3232006" y="1118171"/>
                </a:lnTo>
                <a:lnTo>
                  <a:pt x="3236012" y="1122656"/>
                </a:lnTo>
                <a:lnTo>
                  <a:pt x="3240113" y="1127045"/>
                </a:lnTo>
                <a:lnTo>
                  <a:pt x="3239772" y="1134109"/>
                </a:lnTo>
                <a:lnTo>
                  <a:pt x="3235248" y="1138162"/>
                </a:lnTo>
                <a:lnTo>
                  <a:pt x="3230814" y="1142212"/>
                </a:lnTo>
                <a:lnTo>
                  <a:pt x="3223933" y="1141884"/>
                </a:lnTo>
                <a:close/>
              </a:path>
              <a:path w="5142230" h="2300604">
                <a:moveTo>
                  <a:pt x="1365712" y="480392"/>
                </a:moveTo>
                <a:lnTo>
                  <a:pt x="1361795" y="476199"/>
                </a:lnTo>
                <a:lnTo>
                  <a:pt x="1360811" y="471822"/>
                </a:lnTo>
                <a:lnTo>
                  <a:pt x="1362318" y="467766"/>
                </a:lnTo>
                <a:lnTo>
                  <a:pt x="1364494" y="462081"/>
                </a:lnTo>
                <a:lnTo>
                  <a:pt x="1370865" y="459224"/>
                </a:lnTo>
                <a:lnTo>
                  <a:pt x="1382195" y="463533"/>
                </a:lnTo>
                <a:lnTo>
                  <a:pt x="1385047" y="469909"/>
                </a:lnTo>
                <a:lnTo>
                  <a:pt x="1380739" y="481230"/>
                </a:lnTo>
                <a:lnTo>
                  <a:pt x="1374367" y="484086"/>
                </a:lnTo>
                <a:lnTo>
                  <a:pt x="1368727" y="481959"/>
                </a:lnTo>
                <a:lnTo>
                  <a:pt x="1367098" y="481289"/>
                </a:lnTo>
                <a:lnTo>
                  <a:pt x="1365712" y="480392"/>
                </a:lnTo>
                <a:close/>
              </a:path>
              <a:path w="5142230" h="2300604">
                <a:moveTo>
                  <a:pt x="1169864" y="396444"/>
                </a:moveTo>
                <a:lnTo>
                  <a:pt x="1165947" y="392251"/>
                </a:lnTo>
                <a:lnTo>
                  <a:pt x="1165024" y="387451"/>
                </a:lnTo>
                <a:lnTo>
                  <a:pt x="1169692" y="377786"/>
                </a:lnTo>
                <a:lnTo>
                  <a:pt x="1176237" y="375506"/>
                </a:lnTo>
                <a:lnTo>
                  <a:pt x="1181726" y="378058"/>
                </a:lnTo>
                <a:lnTo>
                  <a:pt x="1187207" y="380700"/>
                </a:lnTo>
                <a:lnTo>
                  <a:pt x="1189531" y="387294"/>
                </a:lnTo>
                <a:lnTo>
                  <a:pt x="1184293" y="398205"/>
                </a:lnTo>
                <a:lnTo>
                  <a:pt x="1177703" y="400535"/>
                </a:lnTo>
                <a:lnTo>
                  <a:pt x="1172218" y="397888"/>
                </a:lnTo>
                <a:lnTo>
                  <a:pt x="1170967" y="397331"/>
                </a:lnTo>
                <a:lnTo>
                  <a:pt x="1169864" y="396444"/>
                </a:lnTo>
                <a:close/>
              </a:path>
              <a:path w="5142230" h="2300604">
                <a:moveTo>
                  <a:pt x="3357464" y="1670923"/>
                </a:moveTo>
                <a:lnTo>
                  <a:pt x="3353596" y="1666783"/>
                </a:lnTo>
                <a:lnTo>
                  <a:pt x="3352476" y="1663629"/>
                </a:lnTo>
                <a:lnTo>
                  <a:pt x="3353695" y="1654182"/>
                </a:lnTo>
                <a:lnTo>
                  <a:pt x="3359168" y="1649973"/>
                </a:lnTo>
                <a:lnTo>
                  <a:pt x="3365185" y="1650744"/>
                </a:lnTo>
                <a:lnTo>
                  <a:pt x="3371209" y="1651426"/>
                </a:lnTo>
                <a:lnTo>
                  <a:pt x="3375459" y="1656953"/>
                </a:lnTo>
                <a:lnTo>
                  <a:pt x="3373911" y="1668981"/>
                </a:lnTo>
                <a:lnTo>
                  <a:pt x="3368430" y="1673279"/>
                </a:lnTo>
                <a:lnTo>
                  <a:pt x="3362418" y="1672513"/>
                </a:lnTo>
                <a:lnTo>
                  <a:pt x="3359787" y="1672140"/>
                </a:lnTo>
                <a:lnTo>
                  <a:pt x="3357464" y="1670923"/>
                </a:lnTo>
                <a:close/>
              </a:path>
              <a:path w="5142230" h="2300604">
                <a:moveTo>
                  <a:pt x="1432386" y="504945"/>
                </a:moveTo>
                <a:lnTo>
                  <a:pt x="1428514" y="500800"/>
                </a:lnTo>
                <a:lnTo>
                  <a:pt x="1427433" y="496515"/>
                </a:lnTo>
                <a:lnTo>
                  <a:pt x="1428891" y="492504"/>
                </a:lnTo>
                <a:lnTo>
                  <a:pt x="1430879" y="486812"/>
                </a:lnTo>
                <a:lnTo>
                  <a:pt x="1437208" y="483813"/>
                </a:lnTo>
                <a:lnTo>
                  <a:pt x="1448593" y="487887"/>
                </a:lnTo>
                <a:lnTo>
                  <a:pt x="1451636" y="494175"/>
                </a:lnTo>
                <a:lnTo>
                  <a:pt x="1449550" y="499859"/>
                </a:lnTo>
                <a:lnTo>
                  <a:pt x="1447562" y="505551"/>
                </a:lnTo>
                <a:lnTo>
                  <a:pt x="1441279" y="508599"/>
                </a:lnTo>
                <a:lnTo>
                  <a:pt x="1435541" y="506563"/>
                </a:lnTo>
                <a:lnTo>
                  <a:pt x="1433863" y="505939"/>
                </a:lnTo>
                <a:lnTo>
                  <a:pt x="1432386" y="504945"/>
                </a:lnTo>
                <a:close/>
              </a:path>
              <a:path w="5142230" h="2300604">
                <a:moveTo>
                  <a:pt x="2047696" y="677526"/>
                </a:moveTo>
                <a:lnTo>
                  <a:pt x="2043824" y="673382"/>
                </a:lnTo>
                <a:lnTo>
                  <a:pt x="2042723" y="669662"/>
                </a:lnTo>
                <a:lnTo>
                  <a:pt x="2043602" y="665910"/>
                </a:lnTo>
                <a:lnTo>
                  <a:pt x="2045030" y="660010"/>
                </a:lnTo>
                <a:lnTo>
                  <a:pt x="2050960" y="656388"/>
                </a:lnTo>
                <a:lnTo>
                  <a:pt x="2062808" y="659199"/>
                </a:lnTo>
                <a:lnTo>
                  <a:pt x="2066430" y="665129"/>
                </a:lnTo>
                <a:lnTo>
                  <a:pt x="2063574" y="676929"/>
                </a:lnTo>
                <a:lnTo>
                  <a:pt x="2057644" y="680551"/>
                </a:lnTo>
                <a:lnTo>
                  <a:pt x="2051749" y="679128"/>
                </a:lnTo>
                <a:lnTo>
                  <a:pt x="2049542" y="678623"/>
                </a:lnTo>
                <a:lnTo>
                  <a:pt x="2047696" y="677526"/>
                </a:lnTo>
                <a:close/>
              </a:path>
              <a:path w="5142230" h="2300604">
                <a:moveTo>
                  <a:pt x="2254816" y="727112"/>
                </a:moveTo>
                <a:lnTo>
                  <a:pt x="2250990" y="723016"/>
                </a:lnTo>
                <a:lnTo>
                  <a:pt x="2249862" y="719170"/>
                </a:lnTo>
                <a:lnTo>
                  <a:pt x="2250726" y="715501"/>
                </a:lnTo>
                <a:lnTo>
                  <a:pt x="2252155" y="709601"/>
                </a:lnTo>
                <a:lnTo>
                  <a:pt x="2258130" y="706028"/>
                </a:lnTo>
                <a:lnTo>
                  <a:pt x="2269930" y="708884"/>
                </a:lnTo>
                <a:lnTo>
                  <a:pt x="2273552" y="714815"/>
                </a:lnTo>
                <a:lnTo>
                  <a:pt x="2270696" y="726614"/>
                </a:lnTo>
                <a:lnTo>
                  <a:pt x="2264671" y="730233"/>
                </a:lnTo>
                <a:lnTo>
                  <a:pt x="2258820" y="728759"/>
                </a:lnTo>
                <a:lnTo>
                  <a:pt x="2256664" y="728308"/>
                </a:lnTo>
                <a:lnTo>
                  <a:pt x="2254816" y="727112"/>
                </a:lnTo>
                <a:close/>
              </a:path>
              <a:path w="5142230" h="2300604">
                <a:moveTo>
                  <a:pt x="2323731" y="744093"/>
                </a:moveTo>
                <a:lnTo>
                  <a:pt x="2319859" y="739948"/>
                </a:lnTo>
                <a:lnTo>
                  <a:pt x="2318713" y="736180"/>
                </a:lnTo>
                <a:lnTo>
                  <a:pt x="2319709" y="732359"/>
                </a:lnTo>
                <a:lnTo>
                  <a:pt x="2321118" y="726536"/>
                </a:lnTo>
                <a:lnTo>
                  <a:pt x="2322699" y="725589"/>
                </a:lnTo>
                <a:lnTo>
                  <a:pt x="2327209" y="722989"/>
                </a:lnTo>
                <a:lnTo>
                  <a:pt x="2332986" y="724481"/>
                </a:lnTo>
                <a:lnTo>
                  <a:pt x="2338890" y="725914"/>
                </a:lnTo>
                <a:lnTo>
                  <a:pt x="2342463" y="731890"/>
                </a:lnTo>
                <a:lnTo>
                  <a:pt x="2340985" y="737736"/>
                </a:lnTo>
                <a:lnTo>
                  <a:pt x="2339557" y="743636"/>
                </a:lnTo>
                <a:lnTo>
                  <a:pt x="2333586" y="747214"/>
                </a:lnTo>
                <a:lnTo>
                  <a:pt x="2327681" y="745781"/>
                </a:lnTo>
                <a:lnTo>
                  <a:pt x="2325533" y="745240"/>
                </a:lnTo>
                <a:lnTo>
                  <a:pt x="2323731" y="744093"/>
                </a:lnTo>
                <a:close/>
              </a:path>
              <a:path w="5142230" h="2300604">
                <a:moveTo>
                  <a:pt x="2116770" y="693993"/>
                </a:moveTo>
                <a:lnTo>
                  <a:pt x="2112893" y="689844"/>
                </a:lnTo>
                <a:lnTo>
                  <a:pt x="2111797" y="686129"/>
                </a:lnTo>
                <a:lnTo>
                  <a:pt x="2112680" y="682382"/>
                </a:lnTo>
                <a:lnTo>
                  <a:pt x="2114108" y="676482"/>
                </a:lnTo>
                <a:lnTo>
                  <a:pt x="2120038" y="672860"/>
                </a:lnTo>
                <a:lnTo>
                  <a:pt x="2131792" y="675668"/>
                </a:lnTo>
                <a:lnTo>
                  <a:pt x="2135414" y="681598"/>
                </a:lnTo>
                <a:lnTo>
                  <a:pt x="2134080" y="687501"/>
                </a:lnTo>
                <a:lnTo>
                  <a:pt x="2132652" y="693401"/>
                </a:lnTo>
                <a:lnTo>
                  <a:pt x="2126722" y="697023"/>
                </a:lnTo>
                <a:lnTo>
                  <a:pt x="2120822" y="695595"/>
                </a:lnTo>
                <a:lnTo>
                  <a:pt x="2118666" y="695144"/>
                </a:lnTo>
                <a:lnTo>
                  <a:pt x="2116770" y="693993"/>
                </a:lnTo>
                <a:close/>
              </a:path>
              <a:path w="5142230" h="2300604">
                <a:moveTo>
                  <a:pt x="2597623" y="818140"/>
                </a:moveTo>
                <a:lnTo>
                  <a:pt x="2593751" y="813996"/>
                </a:lnTo>
                <a:lnTo>
                  <a:pt x="2592655" y="809988"/>
                </a:lnTo>
                <a:lnTo>
                  <a:pt x="2595540" y="800271"/>
                </a:lnTo>
                <a:lnTo>
                  <a:pt x="2601644" y="796934"/>
                </a:lnTo>
                <a:lnTo>
                  <a:pt x="2613327" y="800447"/>
                </a:lnTo>
                <a:lnTo>
                  <a:pt x="2616566" y="806553"/>
                </a:lnTo>
                <a:lnTo>
                  <a:pt x="2614858" y="812349"/>
                </a:lnTo>
                <a:lnTo>
                  <a:pt x="2613101" y="818190"/>
                </a:lnTo>
                <a:lnTo>
                  <a:pt x="2607045" y="821482"/>
                </a:lnTo>
                <a:lnTo>
                  <a:pt x="2601204" y="819726"/>
                </a:lnTo>
                <a:lnTo>
                  <a:pt x="2599239" y="819187"/>
                </a:lnTo>
                <a:lnTo>
                  <a:pt x="2597623" y="818140"/>
                </a:lnTo>
                <a:close/>
              </a:path>
              <a:path w="5142230" h="2300604">
                <a:moveTo>
                  <a:pt x="3449240" y="1659790"/>
                </a:moveTo>
                <a:lnTo>
                  <a:pt x="3445601" y="1655894"/>
                </a:lnTo>
                <a:lnTo>
                  <a:pt x="3444509" y="1653161"/>
                </a:lnTo>
                <a:lnTo>
                  <a:pt x="3444662" y="1650197"/>
                </a:lnTo>
                <a:lnTo>
                  <a:pt x="3444861" y="1644349"/>
                </a:lnTo>
                <a:lnTo>
                  <a:pt x="3449778" y="1639838"/>
                </a:lnTo>
                <a:lnTo>
                  <a:pt x="3461469" y="1640331"/>
                </a:lnTo>
                <a:lnTo>
                  <a:pt x="3465979" y="1645159"/>
                </a:lnTo>
                <a:lnTo>
                  <a:pt x="3465486" y="1656849"/>
                </a:lnTo>
                <a:lnTo>
                  <a:pt x="3460561" y="1661450"/>
                </a:lnTo>
                <a:lnTo>
                  <a:pt x="3454717" y="1661156"/>
                </a:lnTo>
                <a:lnTo>
                  <a:pt x="3451888" y="1661060"/>
                </a:lnTo>
                <a:lnTo>
                  <a:pt x="3449240" y="1659790"/>
                </a:lnTo>
                <a:close/>
              </a:path>
              <a:path w="5142230" h="2300604">
                <a:moveTo>
                  <a:pt x="3136969" y="917322"/>
                </a:moveTo>
                <a:lnTo>
                  <a:pt x="3132488" y="912525"/>
                </a:lnTo>
                <a:lnTo>
                  <a:pt x="3131873" y="907371"/>
                </a:lnTo>
                <a:lnTo>
                  <a:pt x="3134266" y="903578"/>
                </a:lnTo>
                <a:lnTo>
                  <a:pt x="3137449" y="898677"/>
                </a:lnTo>
                <a:lnTo>
                  <a:pt x="3137711" y="898274"/>
                </a:lnTo>
                <a:lnTo>
                  <a:pt x="3144228" y="896844"/>
                </a:lnTo>
                <a:lnTo>
                  <a:pt x="3149168" y="899981"/>
                </a:lnTo>
                <a:lnTo>
                  <a:pt x="3154068" y="903174"/>
                </a:lnTo>
                <a:lnTo>
                  <a:pt x="3155494" y="909686"/>
                </a:lnTo>
                <a:lnTo>
                  <a:pt x="3152573" y="914183"/>
                </a:lnTo>
                <a:lnTo>
                  <a:pt x="3149427" y="919124"/>
                </a:lnTo>
                <a:lnTo>
                  <a:pt x="3149168" y="919531"/>
                </a:lnTo>
                <a:lnTo>
                  <a:pt x="3142651" y="920961"/>
                </a:lnTo>
                <a:lnTo>
                  <a:pt x="3137751" y="917768"/>
                </a:lnTo>
                <a:lnTo>
                  <a:pt x="3136969" y="917322"/>
                </a:lnTo>
                <a:close/>
              </a:path>
              <a:path w="5142230" h="2300604">
                <a:moveTo>
                  <a:pt x="3300658" y="1058239"/>
                </a:moveTo>
                <a:lnTo>
                  <a:pt x="3296468" y="1053753"/>
                </a:lnTo>
                <a:lnTo>
                  <a:pt x="3292700" y="1049328"/>
                </a:lnTo>
                <a:lnTo>
                  <a:pt x="3293256" y="1042691"/>
                </a:lnTo>
                <a:lnTo>
                  <a:pt x="3301391" y="1035759"/>
                </a:lnTo>
                <a:lnTo>
                  <a:pt x="3302154" y="1035110"/>
                </a:lnTo>
                <a:lnTo>
                  <a:pt x="3308796" y="1035671"/>
                </a:lnTo>
                <a:lnTo>
                  <a:pt x="3316332" y="1044519"/>
                </a:lnTo>
                <a:lnTo>
                  <a:pt x="3315821" y="1051206"/>
                </a:lnTo>
                <a:lnTo>
                  <a:pt x="3307676" y="1058126"/>
                </a:lnTo>
                <a:lnTo>
                  <a:pt x="3307065" y="1058645"/>
                </a:lnTo>
                <a:lnTo>
                  <a:pt x="3300658" y="1058239"/>
                </a:lnTo>
                <a:close/>
              </a:path>
              <a:path w="5142230" h="2300604">
                <a:moveTo>
                  <a:pt x="3195068" y="958011"/>
                </a:moveTo>
                <a:lnTo>
                  <a:pt x="3190306" y="952914"/>
                </a:lnTo>
                <a:lnTo>
                  <a:pt x="3189954" y="947356"/>
                </a:lnTo>
                <a:lnTo>
                  <a:pt x="3193116" y="943215"/>
                </a:lnTo>
                <a:lnTo>
                  <a:pt x="3196721" y="938570"/>
                </a:lnTo>
                <a:lnTo>
                  <a:pt x="3203312" y="937708"/>
                </a:lnTo>
                <a:lnTo>
                  <a:pt x="3207953" y="941308"/>
                </a:lnTo>
                <a:lnTo>
                  <a:pt x="3212607" y="944823"/>
                </a:lnTo>
                <a:lnTo>
                  <a:pt x="3213415" y="951455"/>
                </a:lnTo>
                <a:lnTo>
                  <a:pt x="3209909" y="956109"/>
                </a:lnTo>
                <a:lnTo>
                  <a:pt x="3206349" y="960704"/>
                </a:lnTo>
                <a:lnTo>
                  <a:pt x="3199713" y="961615"/>
                </a:lnTo>
                <a:lnTo>
                  <a:pt x="3195068" y="958011"/>
                </a:lnTo>
                <a:close/>
              </a:path>
              <a:path w="5142230" h="2300604">
                <a:moveTo>
                  <a:pt x="3075327" y="880855"/>
                </a:moveTo>
                <a:lnTo>
                  <a:pt x="3071546" y="876808"/>
                </a:lnTo>
                <a:lnTo>
                  <a:pt x="3070770" y="871871"/>
                </a:lnTo>
                <a:lnTo>
                  <a:pt x="3075847" y="862645"/>
                </a:lnTo>
                <a:lnTo>
                  <a:pt x="3082290" y="860744"/>
                </a:lnTo>
                <a:lnTo>
                  <a:pt x="3087387" y="863562"/>
                </a:lnTo>
                <a:lnTo>
                  <a:pt x="3092533" y="866333"/>
                </a:lnTo>
                <a:lnTo>
                  <a:pt x="3094388" y="872718"/>
                </a:lnTo>
                <a:lnTo>
                  <a:pt x="3091621" y="877869"/>
                </a:lnTo>
                <a:lnTo>
                  <a:pt x="3088799" y="882961"/>
                </a:lnTo>
                <a:lnTo>
                  <a:pt x="3082366" y="884871"/>
                </a:lnTo>
                <a:lnTo>
                  <a:pt x="3077314" y="882103"/>
                </a:lnTo>
                <a:lnTo>
                  <a:pt x="3076247" y="881547"/>
                </a:lnTo>
                <a:lnTo>
                  <a:pt x="3075327" y="880855"/>
                </a:lnTo>
                <a:close/>
              </a:path>
              <a:path w="5142230" h="2300604">
                <a:moveTo>
                  <a:pt x="3452232" y="1517937"/>
                </a:moveTo>
                <a:lnTo>
                  <a:pt x="3448538" y="1513982"/>
                </a:lnTo>
                <a:lnTo>
                  <a:pt x="3447441" y="1511537"/>
                </a:lnTo>
                <a:lnTo>
                  <a:pt x="3447307" y="1502988"/>
                </a:lnTo>
                <a:lnTo>
                  <a:pt x="3451956" y="1498189"/>
                </a:lnTo>
                <a:lnTo>
                  <a:pt x="3457767" y="1498056"/>
                </a:lnTo>
                <a:lnTo>
                  <a:pt x="3463624" y="1497973"/>
                </a:lnTo>
                <a:lnTo>
                  <a:pt x="3468423" y="1502621"/>
                </a:lnTo>
                <a:lnTo>
                  <a:pt x="3468590" y="1514335"/>
                </a:lnTo>
                <a:lnTo>
                  <a:pt x="3463947" y="1519138"/>
                </a:lnTo>
                <a:lnTo>
                  <a:pt x="3458139" y="1519177"/>
                </a:lnTo>
                <a:lnTo>
                  <a:pt x="3455020" y="1519259"/>
                </a:lnTo>
                <a:lnTo>
                  <a:pt x="3452232" y="1517937"/>
                </a:lnTo>
                <a:close/>
              </a:path>
              <a:path w="5142230" h="2300604">
                <a:moveTo>
                  <a:pt x="3248381" y="1003254"/>
                </a:moveTo>
                <a:lnTo>
                  <a:pt x="3244095" y="998667"/>
                </a:lnTo>
                <a:lnTo>
                  <a:pt x="3244077" y="992391"/>
                </a:lnTo>
                <a:lnTo>
                  <a:pt x="3247896" y="988366"/>
                </a:lnTo>
                <a:lnTo>
                  <a:pt x="3251918" y="984070"/>
                </a:lnTo>
                <a:lnTo>
                  <a:pt x="3258581" y="983872"/>
                </a:lnTo>
                <a:lnTo>
                  <a:pt x="3262882" y="987890"/>
                </a:lnTo>
                <a:lnTo>
                  <a:pt x="3267089" y="991904"/>
                </a:lnTo>
                <a:lnTo>
                  <a:pt x="3267287" y="998567"/>
                </a:lnTo>
                <a:lnTo>
                  <a:pt x="3263318" y="1002823"/>
                </a:lnTo>
                <a:lnTo>
                  <a:pt x="3259299" y="1007025"/>
                </a:lnTo>
                <a:lnTo>
                  <a:pt x="3252587" y="1007268"/>
                </a:lnTo>
                <a:lnTo>
                  <a:pt x="3248381" y="1003254"/>
                </a:lnTo>
                <a:close/>
              </a:path>
              <a:path w="5142230" h="2300604">
                <a:moveTo>
                  <a:pt x="2947170" y="820691"/>
                </a:moveTo>
                <a:lnTo>
                  <a:pt x="2943431" y="816688"/>
                </a:lnTo>
                <a:lnTo>
                  <a:pt x="2942546" y="812319"/>
                </a:lnTo>
                <a:lnTo>
                  <a:pt x="2944139" y="808356"/>
                </a:lnTo>
                <a:lnTo>
                  <a:pt x="2946356" y="803007"/>
                </a:lnTo>
                <a:lnTo>
                  <a:pt x="2952534" y="800432"/>
                </a:lnTo>
                <a:lnTo>
                  <a:pt x="2963331" y="804854"/>
                </a:lnTo>
                <a:lnTo>
                  <a:pt x="2965911" y="811037"/>
                </a:lnTo>
                <a:lnTo>
                  <a:pt x="2963694" y="816386"/>
                </a:lnTo>
                <a:lnTo>
                  <a:pt x="2961478" y="821834"/>
                </a:lnTo>
                <a:lnTo>
                  <a:pt x="2955305" y="824414"/>
                </a:lnTo>
                <a:lnTo>
                  <a:pt x="2949906" y="822153"/>
                </a:lnTo>
                <a:lnTo>
                  <a:pt x="2948462" y="821584"/>
                </a:lnTo>
                <a:lnTo>
                  <a:pt x="2947170" y="820691"/>
                </a:lnTo>
                <a:close/>
              </a:path>
              <a:path w="5142230" h="2300604">
                <a:moveTo>
                  <a:pt x="3446212" y="1730737"/>
                </a:moveTo>
                <a:lnTo>
                  <a:pt x="3442527" y="1726792"/>
                </a:lnTo>
                <a:lnTo>
                  <a:pt x="3441391" y="1724110"/>
                </a:lnTo>
                <a:lnTo>
                  <a:pt x="3441539" y="1721141"/>
                </a:lnTo>
                <a:lnTo>
                  <a:pt x="3441728" y="1715577"/>
                </a:lnTo>
                <a:lnTo>
                  <a:pt x="3446749" y="1710786"/>
                </a:lnTo>
                <a:lnTo>
                  <a:pt x="3458351" y="1711280"/>
                </a:lnTo>
                <a:lnTo>
                  <a:pt x="3462860" y="1716107"/>
                </a:lnTo>
                <a:lnTo>
                  <a:pt x="3462658" y="1722049"/>
                </a:lnTo>
                <a:lnTo>
                  <a:pt x="3462360" y="1727888"/>
                </a:lnTo>
                <a:lnTo>
                  <a:pt x="3457438" y="1732394"/>
                </a:lnTo>
                <a:lnTo>
                  <a:pt x="3451640" y="1732149"/>
                </a:lnTo>
                <a:lnTo>
                  <a:pt x="3448770" y="1732009"/>
                </a:lnTo>
                <a:lnTo>
                  <a:pt x="3446212" y="1730737"/>
                </a:lnTo>
                <a:close/>
              </a:path>
              <a:path w="5142230" h="2300604">
                <a:moveTo>
                  <a:pt x="3012158" y="849010"/>
                </a:moveTo>
                <a:lnTo>
                  <a:pt x="3008373" y="844958"/>
                </a:lnTo>
                <a:lnTo>
                  <a:pt x="3007494" y="840400"/>
                </a:lnTo>
                <a:lnTo>
                  <a:pt x="3009379" y="836357"/>
                </a:lnTo>
                <a:lnTo>
                  <a:pt x="3011866" y="831103"/>
                </a:lnTo>
                <a:lnTo>
                  <a:pt x="3018133" y="828819"/>
                </a:lnTo>
                <a:lnTo>
                  <a:pt x="3023432" y="831265"/>
                </a:lnTo>
                <a:lnTo>
                  <a:pt x="3028682" y="833757"/>
                </a:lnTo>
                <a:lnTo>
                  <a:pt x="3030970" y="840019"/>
                </a:lnTo>
                <a:lnTo>
                  <a:pt x="3026073" y="850612"/>
                </a:lnTo>
                <a:lnTo>
                  <a:pt x="3019721" y="852902"/>
                </a:lnTo>
                <a:lnTo>
                  <a:pt x="3014467" y="850405"/>
                </a:lnTo>
                <a:lnTo>
                  <a:pt x="3013216" y="849848"/>
                </a:lnTo>
                <a:lnTo>
                  <a:pt x="3012158" y="849010"/>
                </a:lnTo>
                <a:close/>
              </a:path>
              <a:path w="5142230" h="2300604">
                <a:moveTo>
                  <a:pt x="3451659" y="1588873"/>
                </a:moveTo>
                <a:lnTo>
                  <a:pt x="3447965" y="1584919"/>
                </a:lnTo>
                <a:lnTo>
                  <a:pt x="3446880" y="1582194"/>
                </a:lnTo>
                <a:lnTo>
                  <a:pt x="3446925" y="1579407"/>
                </a:lnTo>
                <a:lnTo>
                  <a:pt x="3447124" y="1573560"/>
                </a:lnTo>
                <a:lnTo>
                  <a:pt x="3451954" y="1568956"/>
                </a:lnTo>
                <a:lnTo>
                  <a:pt x="3457761" y="1569111"/>
                </a:lnTo>
                <a:lnTo>
                  <a:pt x="3463699" y="1569213"/>
                </a:lnTo>
                <a:lnTo>
                  <a:pt x="3468210" y="1574042"/>
                </a:lnTo>
                <a:lnTo>
                  <a:pt x="3468060" y="1579843"/>
                </a:lnTo>
                <a:lnTo>
                  <a:pt x="3467955" y="1585694"/>
                </a:lnTo>
                <a:lnTo>
                  <a:pt x="3463129" y="1590303"/>
                </a:lnTo>
                <a:lnTo>
                  <a:pt x="3454307" y="1590144"/>
                </a:lnTo>
                <a:lnTo>
                  <a:pt x="3451659" y="1588873"/>
                </a:lnTo>
                <a:close/>
              </a:path>
              <a:path w="5142230" h="2300604">
                <a:moveTo>
                  <a:pt x="3449020" y="1447249"/>
                </a:moveTo>
                <a:lnTo>
                  <a:pt x="3445331" y="1443300"/>
                </a:lnTo>
                <a:lnTo>
                  <a:pt x="3444268" y="1441087"/>
                </a:lnTo>
                <a:lnTo>
                  <a:pt x="3443564" y="1432806"/>
                </a:lnTo>
                <a:lnTo>
                  <a:pt x="3447939" y="1427715"/>
                </a:lnTo>
                <a:lnTo>
                  <a:pt x="3453714" y="1427250"/>
                </a:lnTo>
                <a:lnTo>
                  <a:pt x="3459538" y="1426741"/>
                </a:lnTo>
                <a:lnTo>
                  <a:pt x="3464678" y="1431070"/>
                </a:lnTo>
                <a:lnTo>
                  <a:pt x="3465089" y="1436886"/>
                </a:lnTo>
                <a:lnTo>
                  <a:pt x="3465604" y="1442715"/>
                </a:lnTo>
                <a:lnTo>
                  <a:pt x="3461229" y="1447806"/>
                </a:lnTo>
                <a:lnTo>
                  <a:pt x="3455453" y="1448271"/>
                </a:lnTo>
                <a:lnTo>
                  <a:pt x="3452086" y="1448576"/>
                </a:lnTo>
                <a:lnTo>
                  <a:pt x="3449020" y="1447249"/>
                </a:lnTo>
                <a:close/>
              </a:path>
              <a:path w="5142230" h="2300604">
                <a:moveTo>
                  <a:pt x="2679934" y="725715"/>
                </a:moveTo>
                <a:lnTo>
                  <a:pt x="2676204" y="721722"/>
                </a:lnTo>
                <a:lnTo>
                  <a:pt x="2675204" y="717817"/>
                </a:lnTo>
                <a:lnTo>
                  <a:pt x="2676370" y="714080"/>
                </a:lnTo>
                <a:lnTo>
                  <a:pt x="2678067" y="708468"/>
                </a:lnTo>
                <a:lnTo>
                  <a:pt x="2684031" y="705371"/>
                </a:lnTo>
                <a:lnTo>
                  <a:pt x="2695143" y="708860"/>
                </a:lnTo>
                <a:lnTo>
                  <a:pt x="2698250" y="714824"/>
                </a:lnTo>
                <a:lnTo>
                  <a:pt x="2696502" y="720383"/>
                </a:lnTo>
                <a:lnTo>
                  <a:pt x="2694800" y="725891"/>
                </a:lnTo>
                <a:lnTo>
                  <a:pt x="2688845" y="728998"/>
                </a:lnTo>
                <a:lnTo>
                  <a:pt x="2683286" y="727250"/>
                </a:lnTo>
                <a:lnTo>
                  <a:pt x="2681510" y="726718"/>
                </a:lnTo>
                <a:lnTo>
                  <a:pt x="2679934" y="725715"/>
                </a:lnTo>
                <a:close/>
              </a:path>
              <a:path w="5142230" h="2300604">
                <a:moveTo>
                  <a:pt x="2747459" y="747464"/>
                </a:moveTo>
                <a:lnTo>
                  <a:pt x="2743729" y="743471"/>
                </a:lnTo>
                <a:lnTo>
                  <a:pt x="2742732" y="739471"/>
                </a:lnTo>
                <a:lnTo>
                  <a:pt x="2745789" y="730232"/>
                </a:lnTo>
                <a:lnTo>
                  <a:pt x="2745837" y="730088"/>
                </a:lnTo>
                <a:lnTo>
                  <a:pt x="2751788" y="727075"/>
                </a:lnTo>
                <a:lnTo>
                  <a:pt x="2762899" y="730758"/>
                </a:lnTo>
                <a:lnTo>
                  <a:pt x="2765858" y="736760"/>
                </a:lnTo>
                <a:lnTo>
                  <a:pt x="2764016" y="742315"/>
                </a:lnTo>
                <a:lnTo>
                  <a:pt x="2762271" y="747680"/>
                </a:lnTo>
                <a:lnTo>
                  <a:pt x="2762224" y="747825"/>
                </a:lnTo>
                <a:lnTo>
                  <a:pt x="2756222" y="750784"/>
                </a:lnTo>
                <a:lnTo>
                  <a:pt x="2750663" y="749037"/>
                </a:lnTo>
                <a:lnTo>
                  <a:pt x="2748936" y="748459"/>
                </a:lnTo>
                <a:lnTo>
                  <a:pt x="2747459" y="747464"/>
                </a:lnTo>
                <a:close/>
              </a:path>
              <a:path w="5142230" h="2300604">
                <a:moveTo>
                  <a:pt x="3406119" y="1240238"/>
                </a:moveTo>
                <a:lnTo>
                  <a:pt x="3402384" y="1236240"/>
                </a:lnTo>
                <a:lnTo>
                  <a:pt x="3401622" y="1235034"/>
                </a:lnTo>
                <a:lnTo>
                  <a:pt x="3401097" y="1233689"/>
                </a:lnTo>
                <a:lnTo>
                  <a:pt x="3399070" y="1228196"/>
                </a:lnTo>
                <a:lnTo>
                  <a:pt x="3401874" y="1222107"/>
                </a:lnTo>
                <a:lnTo>
                  <a:pt x="3407372" y="1220075"/>
                </a:lnTo>
                <a:lnTo>
                  <a:pt x="3412821" y="1218089"/>
                </a:lnTo>
                <a:lnTo>
                  <a:pt x="3418906" y="1220888"/>
                </a:lnTo>
                <a:lnTo>
                  <a:pt x="3422928" y="1231840"/>
                </a:lnTo>
                <a:lnTo>
                  <a:pt x="3420124" y="1237930"/>
                </a:lnTo>
                <a:lnTo>
                  <a:pt x="3410516" y="1241426"/>
                </a:lnTo>
                <a:lnTo>
                  <a:pt x="3406119" y="1240238"/>
                </a:lnTo>
                <a:close/>
              </a:path>
              <a:path w="5142230" h="2300604">
                <a:moveTo>
                  <a:pt x="1443827" y="403220"/>
                </a:moveTo>
                <a:lnTo>
                  <a:pt x="1440092" y="399222"/>
                </a:lnTo>
                <a:lnTo>
                  <a:pt x="1439136" y="395266"/>
                </a:lnTo>
                <a:lnTo>
                  <a:pt x="1442164" y="385898"/>
                </a:lnTo>
                <a:lnTo>
                  <a:pt x="1448107" y="382877"/>
                </a:lnTo>
                <a:lnTo>
                  <a:pt x="1459172" y="386511"/>
                </a:lnTo>
                <a:lnTo>
                  <a:pt x="1462229" y="392421"/>
                </a:lnTo>
                <a:lnTo>
                  <a:pt x="1458640" y="403535"/>
                </a:lnTo>
                <a:lnTo>
                  <a:pt x="1452684" y="406543"/>
                </a:lnTo>
                <a:lnTo>
                  <a:pt x="1447125" y="404796"/>
                </a:lnTo>
                <a:lnTo>
                  <a:pt x="1445398" y="404218"/>
                </a:lnTo>
                <a:lnTo>
                  <a:pt x="1443827" y="403220"/>
                </a:lnTo>
                <a:close/>
              </a:path>
              <a:path w="5142230" h="2300604">
                <a:moveTo>
                  <a:pt x="1579698" y="444763"/>
                </a:moveTo>
                <a:lnTo>
                  <a:pt x="1575959" y="440759"/>
                </a:lnTo>
                <a:lnTo>
                  <a:pt x="1574955" y="436948"/>
                </a:lnTo>
                <a:lnTo>
                  <a:pt x="1577634" y="427598"/>
                </a:lnTo>
                <a:lnTo>
                  <a:pt x="1583503" y="424398"/>
                </a:lnTo>
                <a:lnTo>
                  <a:pt x="1589113" y="426006"/>
                </a:lnTo>
                <a:lnTo>
                  <a:pt x="1594675" y="427658"/>
                </a:lnTo>
                <a:lnTo>
                  <a:pt x="1597928" y="433486"/>
                </a:lnTo>
                <a:lnTo>
                  <a:pt x="1594713" y="444707"/>
                </a:lnTo>
                <a:lnTo>
                  <a:pt x="1588845" y="447907"/>
                </a:lnTo>
                <a:lnTo>
                  <a:pt x="1581364" y="445764"/>
                </a:lnTo>
                <a:lnTo>
                  <a:pt x="1579698" y="444763"/>
                </a:lnTo>
                <a:close/>
              </a:path>
              <a:path w="5142230" h="2300604">
                <a:moveTo>
                  <a:pt x="1511602" y="424552"/>
                </a:moveTo>
                <a:lnTo>
                  <a:pt x="1507867" y="420554"/>
                </a:lnTo>
                <a:lnTo>
                  <a:pt x="1506862" y="416644"/>
                </a:lnTo>
                <a:lnTo>
                  <a:pt x="1508028" y="412907"/>
                </a:lnTo>
                <a:lnTo>
                  <a:pt x="1509685" y="407350"/>
                </a:lnTo>
                <a:lnTo>
                  <a:pt x="1515599" y="404199"/>
                </a:lnTo>
                <a:lnTo>
                  <a:pt x="1526768" y="407554"/>
                </a:lnTo>
                <a:lnTo>
                  <a:pt x="1529919" y="413468"/>
                </a:lnTo>
                <a:lnTo>
                  <a:pt x="1526516" y="424682"/>
                </a:lnTo>
                <a:lnTo>
                  <a:pt x="1520602" y="427833"/>
                </a:lnTo>
                <a:lnTo>
                  <a:pt x="1515043" y="426086"/>
                </a:lnTo>
                <a:lnTo>
                  <a:pt x="1513173" y="425550"/>
                </a:lnTo>
                <a:lnTo>
                  <a:pt x="1511602" y="424552"/>
                </a:lnTo>
                <a:close/>
              </a:path>
              <a:path w="5142230" h="2300604">
                <a:moveTo>
                  <a:pt x="2814565" y="770426"/>
                </a:moveTo>
                <a:lnTo>
                  <a:pt x="2810835" y="766433"/>
                </a:lnTo>
                <a:lnTo>
                  <a:pt x="2809836" y="762334"/>
                </a:lnTo>
                <a:lnTo>
                  <a:pt x="2811199" y="758514"/>
                </a:lnTo>
                <a:lnTo>
                  <a:pt x="2813134" y="752962"/>
                </a:lnTo>
                <a:lnTo>
                  <a:pt x="2819223" y="750096"/>
                </a:lnTo>
                <a:lnTo>
                  <a:pt x="2830188" y="754014"/>
                </a:lnTo>
                <a:lnTo>
                  <a:pt x="2833048" y="760008"/>
                </a:lnTo>
                <a:lnTo>
                  <a:pt x="2829185" y="771023"/>
                </a:lnTo>
                <a:lnTo>
                  <a:pt x="2823137" y="773933"/>
                </a:lnTo>
                <a:lnTo>
                  <a:pt x="2815996" y="771372"/>
                </a:lnTo>
                <a:lnTo>
                  <a:pt x="2814565" y="770426"/>
                </a:lnTo>
                <a:close/>
              </a:path>
              <a:path w="5142230" h="2300604">
                <a:moveTo>
                  <a:pt x="1854403" y="517138"/>
                </a:moveTo>
                <a:lnTo>
                  <a:pt x="1850668" y="513140"/>
                </a:lnTo>
                <a:lnTo>
                  <a:pt x="1850286" y="511852"/>
                </a:lnTo>
                <a:lnTo>
                  <a:pt x="1849628" y="509485"/>
                </a:lnTo>
                <a:lnTo>
                  <a:pt x="1850489" y="505910"/>
                </a:lnTo>
                <a:lnTo>
                  <a:pt x="1851903" y="500289"/>
                </a:lnTo>
                <a:lnTo>
                  <a:pt x="1857597" y="496805"/>
                </a:lnTo>
                <a:lnTo>
                  <a:pt x="1868928" y="499551"/>
                </a:lnTo>
                <a:lnTo>
                  <a:pt x="1872368" y="505286"/>
                </a:lnTo>
                <a:lnTo>
                  <a:pt x="1869622" y="516617"/>
                </a:lnTo>
                <a:lnTo>
                  <a:pt x="1863932" y="520106"/>
                </a:lnTo>
                <a:lnTo>
                  <a:pt x="1858267" y="518733"/>
                </a:lnTo>
                <a:lnTo>
                  <a:pt x="1856208" y="518191"/>
                </a:lnTo>
                <a:lnTo>
                  <a:pt x="1854403" y="517138"/>
                </a:lnTo>
                <a:close/>
              </a:path>
              <a:path w="5142230" h="2300604">
                <a:moveTo>
                  <a:pt x="2881156" y="794792"/>
                </a:moveTo>
                <a:lnTo>
                  <a:pt x="2877416" y="790788"/>
                </a:lnTo>
                <a:lnTo>
                  <a:pt x="2876479" y="786560"/>
                </a:lnTo>
                <a:lnTo>
                  <a:pt x="2877975" y="782687"/>
                </a:lnTo>
                <a:lnTo>
                  <a:pt x="2880007" y="777238"/>
                </a:lnTo>
                <a:lnTo>
                  <a:pt x="2886096" y="774471"/>
                </a:lnTo>
                <a:lnTo>
                  <a:pt x="2896998" y="778614"/>
                </a:lnTo>
                <a:lnTo>
                  <a:pt x="2899769" y="784709"/>
                </a:lnTo>
                <a:lnTo>
                  <a:pt x="2895621" y="795615"/>
                </a:lnTo>
                <a:lnTo>
                  <a:pt x="2889531" y="798381"/>
                </a:lnTo>
                <a:lnTo>
                  <a:pt x="2884072" y="796350"/>
                </a:lnTo>
                <a:lnTo>
                  <a:pt x="2882493" y="795734"/>
                </a:lnTo>
                <a:lnTo>
                  <a:pt x="2881156" y="794792"/>
                </a:lnTo>
                <a:close/>
              </a:path>
              <a:path w="5142230" h="2300604">
                <a:moveTo>
                  <a:pt x="1376471" y="380674"/>
                </a:moveTo>
                <a:lnTo>
                  <a:pt x="1372781" y="376725"/>
                </a:lnTo>
                <a:lnTo>
                  <a:pt x="1371788" y="372631"/>
                </a:lnTo>
                <a:lnTo>
                  <a:pt x="1373051" y="368803"/>
                </a:lnTo>
                <a:lnTo>
                  <a:pt x="1374987" y="363251"/>
                </a:lnTo>
                <a:lnTo>
                  <a:pt x="1380981" y="360381"/>
                </a:lnTo>
                <a:lnTo>
                  <a:pt x="1391994" y="364155"/>
                </a:lnTo>
                <a:lnTo>
                  <a:pt x="1394953" y="370157"/>
                </a:lnTo>
                <a:lnTo>
                  <a:pt x="1391134" y="381221"/>
                </a:lnTo>
                <a:lnTo>
                  <a:pt x="1385132" y="384179"/>
                </a:lnTo>
                <a:lnTo>
                  <a:pt x="1377943" y="381664"/>
                </a:lnTo>
                <a:lnTo>
                  <a:pt x="1376471" y="380674"/>
                </a:lnTo>
                <a:close/>
              </a:path>
              <a:path w="5142230" h="2300604">
                <a:moveTo>
                  <a:pt x="2130810" y="582343"/>
                </a:moveTo>
                <a:lnTo>
                  <a:pt x="2127120" y="578394"/>
                </a:lnTo>
                <a:lnTo>
                  <a:pt x="2126013" y="574863"/>
                </a:lnTo>
                <a:lnTo>
                  <a:pt x="2126848" y="571261"/>
                </a:lnTo>
                <a:lnTo>
                  <a:pt x="2128221" y="565595"/>
                </a:lnTo>
                <a:lnTo>
                  <a:pt x="2133865" y="562058"/>
                </a:lnTo>
                <a:lnTo>
                  <a:pt x="2139531" y="563431"/>
                </a:lnTo>
                <a:lnTo>
                  <a:pt x="2145200" y="564710"/>
                </a:lnTo>
                <a:lnTo>
                  <a:pt x="2148734" y="570448"/>
                </a:lnTo>
                <a:lnTo>
                  <a:pt x="2146078" y="581777"/>
                </a:lnTo>
                <a:lnTo>
                  <a:pt x="2140438" y="585320"/>
                </a:lnTo>
                <a:lnTo>
                  <a:pt x="2132616" y="583496"/>
                </a:lnTo>
                <a:lnTo>
                  <a:pt x="2130810" y="582343"/>
                </a:lnTo>
                <a:close/>
              </a:path>
              <a:path w="5142230" h="2300604">
                <a:moveTo>
                  <a:pt x="1785491" y="500063"/>
                </a:moveTo>
                <a:lnTo>
                  <a:pt x="1781756" y="496065"/>
                </a:lnTo>
                <a:lnTo>
                  <a:pt x="1780701" y="492394"/>
                </a:lnTo>
                <a:lnTo>
                  <a:pt x="1781626" y="488790"/>
                </a:lnTo>
                <a:lnTo>
                  <a:pt x="1782999" y="483124"/>
                </a:lnTo>
                <a:lnTo>
                  <a:pt x="1788775" y="479728"/>
                </a:lnTo>
                <a:lnTo>
                  <a:pt x="1794441" y="481101"/>
                </a:lnTo>
                <a:lnTo>
                  <a:pt x="1800108" y="482574"/>
                </a:lnTo>
                <a:lnTo>
                  <a:pt x="1803498" y="488255"/>
                </a:lnTo>
                <a:lnTo>
                  <a:pt x="1800662" y="499588"/>
                </a:lnTo>
                <a:lnTo>
                  <a:pt x="1794927" y="503028"/>
                </a:lnTo>
                <a:lnTo>
                  <a:pt x="1789379" y="501683"/>
                </a:lnTo>
                <a:lnTo>
                  <a:pt x="1787202" y="501113"/>
                </a:lnTo>
                <a:lnTo>
                  <a:pt x="1785491" y="500063"/>
                </a:lnTo>
                <a:close/>
              </a:path>
              <a:path w="5142230" h="2300604">
                <a:moveTo>
                  <a:pt x="2337892" y="631791"/>
                </a:moveTo>
                <a:lnTo>
                  <a:pt x="2334203" y="627842"/>
                </a:lnTo>
                <a:lnTo>
                  <a:pt x="2333147" y="624171"/>
                </a:lnTo>
                <a:lnTo>
                  <a:pt x="2335441" y="614896"/>
                </a:lnTo>
                <a:lnTo>
                  <a:pt x="2336963" y="613984"/>
                </a:lnTo>
                <a:lnTo>
                  <a:pt x="2341296" y="611487"/>
                </a:lnTo>
                <a:lnTo>
                  <a:pt x="2346793" y="612875"/>
                </a:lnTo>
                <a:lnTo>
                  <a:pt x="2352463" y="614253"/>
                </a:lnTo>
                <a:lnTo>
                  <a:pt x="2355949" y="620037"/>
                </a:lnTo>
                <a:lnTo>
                  <a:pt x="2354530" y="625654"/>
                </a:lnTo>
                <a:lnTo>
                  <a:pt x="2353157" y="631319"/>
                </a:lnTo>
                <a:lnTo>
                  <a:pt x="2347422" y="634759"/>
                </a:lnTo>
                <a:lnTo>
                  <a:pt x="2341756" y="633386"/>
                </a:lnTo>
                <a:lnTo>
                  <a:pt x="2339698" y="632844"/>
                </a:lnTo>
                <a:lnTo>
                  <a:pt x="2337892" y="631791"/>
                </a:lnTo>
                <a:close/>
              </a:path>
              <a:path w="5142230" h="2300604">
                <a:moveTo>
                  <a:pt x="2406748" y="649100"/>
                </a:moveTo>
                <a:lnTo>
                  <a:pt x="2403013" y="645102"/>
                </a:lnTo>
                <a:lnTo>
                  <a:pt x="2401953" y="641426"/>
                </a:lnTo>
                <a:lnTo>
                  <a:pt x="2404346" y="632160"/>
                </a:lnTo>
                <a:lnTo>
                  <a:pt x="2410086" y="628725"/>
                </a:lnTo>
                <a:lnTo>
                  <a:pt x="2421411" y="631660"/>
                </a:lnTo>
                <a:lnTo>
                  <a:pt x="2424805" y="637346"/>
                </a:lnTo>
                <a:lnTo>
                  <a:pt x="2423402" y="642980"/>
                </a:lnTo>
                <a:lnTo>
                  <a:pt x="2421916" y="648720"/>
                </a:lnTo>
                <a:lnTo>
                  <a:pt x="2416135" y="652111"/>
                </a:lnTo>
                <a:lnTo>
                  <a:pt x="2410638" y="650722"/>
                </a:lnTo>
                <a:lnTo>
                  <a:pt x="2408459" y="650150"/>
                </a:lnTo>
                <a:lnTo>
                  <a:pt x="2406748" y="649100"/>
                </a:lnTo>
                <a:close/>
              </a:path>
              <a:path w="5142230" h="2300604">
                <a:moveTo>
                  <a:pt x="2199943" y="598581"/>
                </a:moveTo>
                <a:lnTo>
                  <a:pt x="2196254" y="594631"/>
                </a:lnTo>
                <a:lnTo>
                  <a:pt x="2195101" y="591051"/>
                </a:lnTo>
                <a:lnTo>
                  <a:pt x="2195973" y="587489"/>
                </a:lnTo>
                <a:lnTo>
                  <a:pt x="2197305" y="581779"/>
                </a:lnTo>
                <a:lnTo>
                  <a:pt x="2202990" y="578285"/>
                </a:lnTo>
                <a:lnTo>
                  <a:pt x="2214329" y="580942"/>
                </a:lnTo>
                <a:lnTo>
                  <a:pt x="2217912" y="586635"/>
                </a:lnTo>
                <a:lnTo>
                  <a:pt x="2216539" y="592300"/>
                </a:lnTo>
                <a:lnTo>
                  <a:pt x="2215211" y="598015"/>
                </a:lnTo>
                <a:lnTo>
                  <a:pt x="2209522" y="601504"/>
                </a:lnTo>
                <a:lnTo>
                  <a:pt x="2201700" y="599679"/>
                </a:lnTo>
                <a:lnTo>
                  <a:pt x="2199943" y="598581"/>
                </a:lnTo>
                <a:close/>
              </a:path>
              <a:path w="5142230" h="2300604">
                <a:moveTo>
                  <a:pt x="3443422" y="1801745"/>
                </a:moveTo>
                <a:lnTo>
                  <a:pt x="3439732" y="1797795"/>
                </a:lnTo>
                <a:lnTo>
                  <a:pt x="3438690" y="1795116"/>
                </a:lnTo>
                <a:lnTo>
                  <a:pt x="3438988" y="1786344"/>
                </a:lnTo>
                <a:lnTo>
                  <a:pt x="3443860" y="1781785"/>
                </a:lnTo>
                <a:lnTo>
                  <a:pt x="3455555" y="1782183"/>
                </a:lnTo>
                <a:lnTo>
                  <a:pt x="3460064" y="1787010"/>
                </a:lnTo>
                <a:lnTo>
                  <a:pt x="3459671" y="1798710"/>
                </a:lnTo>
                <a:lnTo>
                  <a:pt x="3454795" y="1803265"/>
                </a:lnTo>
                <a:lnTo>
                  <a:pt x="3446069" y="1803015"/>
                </a:lnTo>
                <a:lnTo>
                  <a:pt x="3443422" y="1801745"/>
                </a:lnTo>
                <a:close/>
              </a:path>
              <a:path w="5142230" h="2300604">
                <a:moveTo>
                  <a:pt x="2612044" y="705139"/>
                </a:moveTo>
                <a:lnTo>
                  <a:pt x="2608354" y="701190"/>
                </a:lnTo>
                <a:lnTo>
                  <a:pt x="2607306" y="697330"/>
                </a:lnTo>
                <a:lnTo>
                  <a:pt x="2608373" y="693585"/>
                </a:lnTo>
                <a:lnTo>
                  <a:pt x="2610030" y="688028"/>
                </a:lnTo>
                <a:lnTo>
                  <a:pt x="2615898" y="684829"/>
                </a:lnTo>
                <a:lnTo>
                  <a:pt x="2627116" y="688137"/>
                </a:lnTo>
                <a:lnTo>
                  <a:pt x="2630315" y="694006"/>
                </a:lnTo>
                <a:lnTo>
                  <a:pt x="2628658" y="699563"/>
                </a:lnTo>
                <a:lnTo>
                  <a:pt x="2626956" y="705170"/>
                </a:lnTo>
                <a:lnTo>
                  <a:pt x="2621088" y="708369"/>
                </a:lnTo>
                <a:lnTo>
                  <a:pt x="2615526" y="706716"/>
                </a:lnTo>
                <a:lnTo>
                  <a:pt x="2613656" y="706181"/>
                </a:lnTo>
                <a:lnTo>
                  <a:pt x="2612044" y="705139"/>
                </a:lnTo>
                <a:close/>
              </a:path>
              <a:path w="5142230" h="2300604">
                <a:moveTo>
                  <a:pt x="3426767" y="1307695"/>
                </a:moveTo>
                <a:lnTo>
                  <a:pt x="3423073" y="1303741"/>
                </a:lnTo>
                <a:lnTo>
                  <a:pt x="3422140" y="1302156"/>
                </a:lnTo>
                <a:lnTo>
                  <a:pt x="3420267" y="1294775"/>
                </a:lnTo>
                <a:lnTo>
                  <a:pt x="3423721" y="1288991"/>
                </a:lnTo>
                <a:lnTo>
                  <a:pt x="3429340" y="1287577"/>
                </a:lnTo>
                <a:lnTo>
                  <a:pt x="3435003" y="1286113"/>
                </a:lnTo>
                <a:lnTo>
                  <a:pt x="3440741" y="1289519"/>
                </a:lnTo>
                <a:lnTo>
                  <a:pt x="3443660" y="1300854"/>
                </a:lnTo>
                <a:lnTo>
                  <a:pt x="3440165" y="1306594"/>
                </a:lnTo>
                <a:lnTo>
                  <a:pt x="3430640" y="1309007"/>
                </a:lnTo>
                <a:lnTo>
                  <a:pt x="3426767" y="1307695"/>
                </a:lnTo>
                <a:close/>
              </a:path>
              <a:path w="5142230" h="2300604">
                <a:moveTo>
                  <a:pt x="3440786" y="1376952"/>
                </a:moveTo>
                <a:lnTo>
                  <a:pt x="3437101" y="1373008"/>
                </a:lnTo>
                <a:lnTo>
                  <a:pt x="3436124" y="1371081"/>
                </a:lnTo>
                <a:lnTo>
                  <a:pt x="3434881" y="1363202"/>
                </a:lnTo>
                <a:lnTo>
                  <a:pt x="3438753" y="1357768"/>
                </a:lnTo>
                <a:lnTo>
                  <a:pt x="3444491" y="1356873"/>
                </a:lnTo>
                <a:lnTo>
                  <a:pt x="3450283" y="1355937"/>
                </a:lnTo>
                <a:lnTo>
                  <a:pt x="3455723" y="1359903"/>
                </a:lnTo>
                <a:lnTo>
                  <a:pt x="3457504" y="1371389"/>
                </a:lnTo>
                <a:lnTo>
                  <a:pt x="3453632" y="1376823"/>
                </a:lnTo>
                <a:lnTo>
                  <a:pt x="3444234" y="1378297"/>
                </a:lnTo>
                <a:lnTo>
                  <a:pt x="3440786" y="1376952"/>
                </a:lnTo>
                <a:close/>
              </a:path>
              <a:path w="5142230" h="2300604">
                <a:moveTo>
                  <a:pt x="2061679" y="566304"/>
                </a:moveTo>
                <a:lnTo>
                  <a:pt x="2057944" y="562306"/>
                </a:lnTo>
                <a:lnTo>
                  <a:pt x="2056885" y="558729"/>
                </a:lnTo>
                <a:lnTo>
                  <a:pt x="2059041" y="549502"/>
                </a:lnTo>
                <a:lnTo>
                  <a:pt x="2064680" y="545960"/>
                </a:lnTo>
                <a:lnTo>
                  <a:pt x="2076109" y="548615"/>
                </a:lnTo>
                <a:lnTo>
                  <a:pt x="2079597" y="554305"/>
                </a:lnTo>
                <a:lnTo>
                  <a:pt x="2078323" y="559978"/>
                </a:lnTo>
                <a:lnTo>
                  <a:pt x="2076950" y="565644"/>
                </a:lnTo>
                <a:lnTo>
                  <a:pt x="2071306" y="569181"/>
                </a:lnTo>
                <a:lnTo>
                  <a:pt x="2063484" y="567357"/>
                </a:lnTo>
                <a:lnTo>
                  <a:pt x="2061679" y="566304"/>
                </a:lnTo>
                <a:close/>
              </a:path>
              <a:path w="5142230" h="2300604">
                <a:moveTo>
                  <a:pt x="2268967" y="614994"/>
                </a:moveTo>
                <a:lnTo>
                  <a:pt x="2265282" y="611050"/>
                </a:lnTo>
                <a:lnTo>
                  <a:pt x="2264928" y="609889"/>
                </a:lnTo>
                <a:lnTo>
                  <a:pt x="2264197" y="607346"/>
                </a:lnTo>
                <a:lnTo>
                  <a:pt x="2266427" y="598200"/>
                </a:lnTo>
                <a:lnTo>
                  <a:pt x="2272117" y="594712"/>
                </a:lnTo>
                <a:lnTo>
                  <a:pt x="2283443" y="597453"/>
                </a:lnTo>
                <a:lnTo>
                  <a:pt x="2286932" y="603142"/>
                </a:lnTo>
                <a:lnTo>
                  <a:pt x="2284186" y="614474"/>
                </a:lnTo>
                <a:lnTo>
                  <a:pt x="2278501" y="617967"/>
                </a:lnTo>
                <a:lnTo>
                  <a:pt x="2272835" y="616594"/>
                </a:lnTo>
                <a:lnTo>
                  <a:pt x="2270769" y="616141"/>
                </a:lnTo>
                <a:lnTo>
                  <a:pt x="2268967" y="614994"/>
                </a:lnTo>
                <a:close/>
              </a:path>
              <a:path w="5142230" h="2300604">
                <a:moveTo>
                  <a:pt x="2475392" y="666964"/>
                </a:moveTo>
                <a:lnTo>
                  <a:pt x="2471703" y="663015"/>
                </a:lnTo>
                <a:lnTo>
                  <a:pt x="2470602" y="659295"/>
                </a:lnTo>
                <a:lnTo>
                  <a:pt x="2473096" y="649942"/>
                </a:lnTo>
                <a:lnTo>
                  <a:pt x="2478636" y="646782"/>
                </a:lnTo>
                <a:lnTo>
                  <a:pt x="2478874" y="646646"/>
                </a:lnTo>
                <a:lnTo>
                  <a:pt x="2484536" y="648113"/>
                </a:lnTo>
                <a:lnTo>
                  <a:pt x="2490150" y="649626"/>
                </a:lnTo>
                <a:lnTo>
                  <a:pt x="2493541" y="655407"/>
                </a:lnTo>
                <a:lnTo>
                  <a:pt x="2492025" y="661115"/>
                </a:lnTo>
                <a:lnTo>
                  <a:pt x="2490507" y="666723"/>
                </a:lnTo>
                <a:lnTo>
                  <a:pt x="2484730" y="670020"/>
                </a:lnTo>
                <a:lnTo>
                  <a:pt x="2479072" y="668558"/>
                </a:lnTo>
                <a:lnTo>
                  <a:pt x="2477103" y="668014"/>
                </a:lnTo>
                <a:lnTo>
                  <a:pt x="2475392" y="666964"/>
                </a:lnTo>
                <a:close/>
              </a:path>
              <a:path w="5142230" h="2300604">
                <a:moveTo>
                  <a:pt x="2543876" y="685634"/>
                </a:moveTo>
                <a:lnTo>
                  <a:pt x="2540137" y="681631"/>
                </a:lnTo>
                <a:lnTo>
                  <a:pt x="2539085" y="677866"/>
                </a:lnTo>
                <a:lnTo>
                  <a:pt x="2540112" y="674176"/>
                </a:lnTo>
                <a:lnTo>
                  <a:pt x="2541715" y="668561"/>
                </a:lnTo>
                <a:lnTo>
                  <a:pt x="2547075" y="665502"/>
                </a:lnTo>
                <a:lnTo>
                  <a:pt x="2547492" y="665264"/>
                </a:lnTo>
                <a:lnTo>
                  <a:pt x="2553151" y="666826"/>
                </a:lnTo>
                <a:lnTo>
                  <a:pt x="2558762" y="668433"/>
                </a:lnTo>
                <a:lnTo>
                  <a:pt x="2562014" y="674261"/>
                </a:lnTo>
                <a:lnTo>
                  <a:pt x="2560501" y="679874"/>
                </a:lnTo>
                <a:lnTo>
                  <a:pt x="2558894" y="685485"/>
                </a:lnTo>
                <a:lnTo>
                  <a:pt x="2553491" y="688498"/>
                </a:lnTo>
                <a:lnTo>
                  <a:pt x="2553071" y="688733"/>
                </a:lnTo>
                <a:lnTo>
                  <a:pt x="2545493" y="686681"/>
                </a:lnTo>
                <a:lnTo>
                  <a:pt x="2543876" y="685634"/>
                </a:lnTo>
                <a:close/>
              </a:path>
              <a:path w="5142230" h="2300604">
                <a:moveTo>
                  <a:pt x="3458416" y="2085229"/>
                </a:moveTo>
                <a:lnTo>
                  <a:pt x="3454726" y="2081280"/>
                </a:lnTo>
                <a:lnTo>
                  <a:pt x="3453745" y="2079448"/>
                </a:lnTo>
                <a:lnTo>
                  <a:pt x="3452360" y="2071611"/>
                </a:lnTo>
                <a:lnTo>
                  <a:pt x="3456182" y="2066123"/>
                </a:lnTo>
                <a:lnTo>
                  <a:pt x="3467677" y="2064060"/>
                </a:lnTo>
                <a:lnTo>
                  <a:pt x="3473169" y="2067886"/>
                </a:lnTo>
                <a:lnTo>
                  <a:pt x="3475233" y="2079381"/>
                </a:lnTo>
                <a:lnTo>
                  <a:pt x="3471411" y="2084869"/>
                </a:lnTo>
                <a:lnTo>
                  <a:pt x="3465660" y="2085849"/>
                </a:lnTo>
                <a:lnTo>
                  <a:pt x="3462002" y="2086527"/>
                </a:lnTo>
                <a:lnTo>
                  <a:pt x="3458416" y="2085229"/>
                </a:lnTo>
                <a:close/>
              </a:path>
              <a:path w="5142230" h="2300604">
                <a:moveTo>
                  <a:pt x="3474512" y="2154656"/>
                </a:moveTo>
                <a:lnTo>
                  <a:pt x="3470772" y="2150653"/>
                </a:lnTo>
                <a:lnTo>
                  <a:pt x="3469877" y="2149206"/>
                </a:lnTo>
                <a:lnTo>
                  <a:pt x="3467865" y="2141872"/>
                </a:lnTo>
                <a:lnTo>
                  <a:pt x="3471131" y="2136082"/>
                </a:lnTo>
                <a:lnTo>
                  <a:pt x="3482382" y="2132877"/>
                </a:lnTo>
                <a:lnTo>
                  <a:pt x="3488213" y="2136187"/>
                </a:lnTo>
                <a:lnTo>
                  <a:pt x="3491323" y="2147434"/>
                </a:lnTo>
                <a:lnTo>
                  <a:pt x="3488062" y="2153229"/>
                </a:lnTo>
                <a:lnTo>
                  <a:pt x="3482437" y="2154832"/>
                </a:lnTo>
                <a:lnTo>
                  <a:pt x="3478524" y="2155921"/>
                </a:lnTo>
                <a:lnTo>
                  <a:pt x="3474512" y="2154656"/>
                </a:lnTo>
                <a:close/>
              </a:path>
              <a:path w="5142230" h="2300604">
                <a:moveTo>
                  <a:pt x="3343188" y="1114517"/>
                </a:moveTo>
                <a:lnTo>
                  <a:pt x="3338435" y="1109430"/>
                </a:lnTo>
                <a:lnTo>
                  <a:pt x="3335204" y="1104504"/>
                </a:lnTo>
                <a:lnTo>
                  <a:pt x="3336511" y="1097987"/>
                </a:lnTo>
                <a:lnTo>
                  <a:pt x="3341338" y="1094747"/>
                </a:lnTo>
                <a:lnTo>
                  <a:pt x="3346268" y="1091521"/>
                </a:lnTo>
                <a:lnTo>
                  <a:pt x="3352781" y="1092823"/>
                </a:lnTo>
                <a:lnTo>
                  <a:pt x="3359252" y="1102585"/>
                </a:lnTo>
                <a:lnTo>
                  <a:pt x="3357944" y="1109102"/>
                </a:lnTo>
                <a:lnTo>
                  <a:pt x="3353060" y="1112378"/>
                </a:lnTo>
                <a:lnTo>
                  <a:pt x="3348713" y="1115251"/>
                </a:lnTo>
                <a:lnTo>
                  <a:pt x="3343188" y="1114517"/>
                </a:lnTo>
                <a:close/>
              </a:path>
              <a:path w="5142230" h="2300604">
                <a:moveTo>
                  <a:pt x="1923420" y="533740"/>
                </a:moveTo>
                <a:lnTo>
                  <a:pt x="1919735" y="529795"/>
                </a:lnTo>
                <a:lnTo>
                  <a:pt x="1918676" y="526218"/>
                </a:lnTo>
                <a:lnTo>
                  <a:pt x="1919507" y="522611"/>
                </a:lnTo>
                <a:lnTo>
                  <a:pt x="1920880" y="516946"/>
                </a:lnTo>
                <a:lnTo>
                  <a:pt x="1926570" y="513457"/>
                </a:lnTo>
                <a:lnTo>
                  <a:pt x="1937897" y="516198"/>
                </a:lnTo>
                <a:lnTo>
                  <a:pt x="1941385" y="521888"/>
                </a:lnTo>
                <a:lnTo>
                  <a:pt x="1940061" y="527508"/>
                </a:lnTo>
                <a:lnTo>
                  <a:pt x="1938688" y="533174"/>
                </a:lnTo>
                <a:lnTo>
                  <a:pt x="1932995" y="536757"/>
                </a:lnTo>
                <a:lnTo>
                  <a:pt x="1925222" y="534887"/>
                </a:lnTo>
                <a:lnTo>
                  <a:pt x="1923420" y="533740"/>
                </a:lnTo>
                <a:close/>
              </a:path>
              <a:path w="5142230" h="2300604">
                <a:moveTo>
                  <a:pt x="3442185" y="1872753"/>
                </a:moveTo>
                <a:lnTo>
                  <a:pt x="3438491" y="1868799"/>
                </a:lnTo>
                <a:lnTo>
                  <a:pt x="3437402" y="1866264"/>
                </a:lnTo>
                <a:lnTo>
                  <a:pt x="3437414" y="1857578"/>
                </a:lnTo>
                <a:lnTo>
                  <a:pt x="3442149" y="1852872"/>
                </a:lnTo>
                <a:lnTo>
                  <a:pt x="3447958" y="1852933"/>
                </a:lnTo>
                <a:lnTo>
                  <a:pt x="3453807" y="1852938"/>
                </a:lnTo>
                <a:lnTo>
                  <a:pt x="3458554" y="1857726"/>
                </a:lnTo>
                <a:lnTo>
                  <a:pt x="3458503" y="1863536"/>
                </a:lnTo>
                <a:lnTo>
                  <a:pt x="3458492" y="1869390"/>
                </a:lnTo>
                <a:lnTo>
                  <a:pt x="3453753" y="1874091"/>
                </a:lnTo>
                <a:lnTo>
                  <a:pt x="3444878" y="1874072"/>
                </a:lnTo>
                <a:lnTo>
                  <a:pt x="3442185" y="1872753"/>
                </a:lnTo>
                <a:close/>
              </a:path>
              <a:path w="5142230" h="2300604">
                <a:moveTo>
                  <a:pt x="3378204" y="1175461"/>
                </a:moveTo>
                <a:lnTo>
                  <a:pt x="3374424" y="1171413"/>
                </a:lnTo>
                <a:lnTo>
                  <a:pt x="3373882" y="1170541"/>
                </a:lnTo>
                <a:lnTo>
                  <a:pt x="3373398" y="1169632"/>
                </a:lnTo>
                <a:lnTo>
                  <a:pt x="3370791" y="1164397"/>
                </a:lnTo>
                <a:lnTo>
                  <a:pt x="3372896" y="1158048"/>
                </a:lnTo>
                <a:lnTo>
                  <a:pt x="3377769" y="1155641"/>
                </a:lnTo>
                <a:lnTo>
                  <a:pt x="3383271" y="1152831"/>
                </a:lnTo>
                <a:lnTo>
                  <a:pt x="3389619" y="1154935"/>
                </a:lnTo>
                <a:lnTo>
                  <a:pt x="3392275" y="1160124"/>
                </a:lnTo>
                <a:lnTo>
                  <a:pt x="3394774" y="1165145"/>
                </a:lnTo>
                <a:lnTo>
                  <a:pt x="3394902" y="1165282"/>
                </a:lnTo>
                <a:lnTo>
                  <a:pt x="3392778" y="1171708"/>
                </a:lnTo>
                <a:lnTo>
                  <a:pt x="3387960" y="1174174"/>
                </a:lnTo>
                <a:lnTo>
                  <a:pt x="3383268" y="1176483"/>
                </a:lnTo>
                <a:lnTo>
                  <a:pt x="3378204" y="1175461"/>
                </a:lnTo>
                <a:close/>
              </a:path>
              <a:path w="5142230" h="2300604">
                <a:moveTo>
                  <a:pt x="3443449" y="1943799"/>
                </a:moveTo>
                <a:lnTo>
                  <a:pt x="3439759" y="1939850"/>
                </a:lnTo>
                <a:lnTo>
                  <a:pt x="3438655" y="1937494"/>
                </a:lnTo>
                <a:lnTo>
                  <a:pt x="3438329" y="1929032"/>
                </a:lnTo>
                <a:lnTo>
                  <a:pt x="3442886" y="1924136"/>
                </a:lnTo>
                <a:lnTo>
                  <a:pt x="3454520" y="1923687"/>
                </a:lnTo>
                <a:lnTo>
                  <a:pt x="3459465" y="1928199"/>
                </a:lnTo>
                <a:lnTo>
                  <a:pt x="3459919" y="1939828"/>
                </a:lnTo>
                <a:lnTo>
                  <a:pt x="3455403" y="1944768"/>
                </a:lnTo>
                <a:lnTo>
                  <a:pt x="3449544" y="1945045"/>
                </a:lnTo>
                <a:lnTo>
                  <a:pt x="3446331" y="1945125"/>
                </a:lnTo>
                <a:lnTo>
                  <a:pt x="3443449" y="1943799"/>
                </a:lnTo>
                <a:close/>
              </a:path>
              <a:path w="5142230" h="2300604">
                <a:moveTo>
                  <a:pt x="1716697" y="482331"/>
                </a:moveTo>
                <a:lnTo>
                  <a:pt x="1713007" y="478381"/>
                </a:lnTo>
                <a:lnTo>
                  <a:pt x="1711906" y="474662"/>
                </a:lnTo>
                <a:lnTo>
                  <a:pt x="1712792" y="471211"/>
                </a:lnTo>
                <a:lnTo>
                  <a:pt x="1714344" y="465444"/>
                </a:lnTo>
                <a:lnTo>
                  <a:pt x="1719948" y="462157"/>
                </a:lnTo>
                <a:lnTo>
                  <a:pt x="1720125" y="462053"/>
                </a:lnTo>
                <a:lnTo>
                  <a:pt x="1731404" y="464939"/>
                </a:lnTo>
                <a:lnTo>
                  <a:pt x="1734796" y="470720"/>
                </a:lnTo>
                <a:lnTo>
                  <a:pt x="1733336" y="476195"/>
                </a:lnTo>
                <a:lnTo>
                  <a:pt x="1731861" y="482045"/>
                </a:lnTo>
                <a:lnTo>
                  <a:pt x="1726153" y="485319"/>
                </a:lnTo>
                <a:lnTo>
                  <a:pt x="1720418" y="483968"/>
                </a:lnTo>
                <a:lnTo>
                  <a:pt x="1718408" y="483381"/>
                </a:lnTo>
                <a:lnTo>
                  <a:pt x="1716697" y="482331"/>
                </a:lnTo>
                <a:close/>
              </a:path>
              <a:path w="5142230" h="2300604">
                <a:moveTo>
                  <a:pt x="3448487" y="2014780"/>
                </a:moveTo>
                <a:lnTo>
                  <a:pt x="3444757" y="2010787"/>
                </a:lnTo>
                <a:lnTo>
                  <a:pt x="3443741" y="2008722"/>
                </a:lnTo>
                <a:lnTo>
                  <a:pt x="3442884" y="2000474"/>
                </a:lnTo>
                <a:lnTo>
                  <a:pt x="3447173" y="1995290"/>
                </a:lnTo>
                <a:lnTo>
                  <a:pt x="3452951" y="1994731"/>
                </a:lnTo>
                <a:lnTo>
                  <a:pt x="3458774" y="1994122"/>
                </a:lnTo>
                <a:lnTo>
                  <a:pt x="3463917" y="1998357"/>
                </a:lnTo>
                <a:lnTo>
                  <a:pt x="3465130" y="2010017"/>
                </a:lnTo>
                <a:lnTo>
                  <a:pt x="3460895" y="2015160"/>
                </a:lnTo>
                <a:lnTo>
                  <a:pt x="3451657" y="2016121"/>
                </a:lnTo>
                <a:lnTo>
                  <a:pt x="3448487" y="2014780"/>
                </a:lnTo>
                <a:close/>
              </a:path>
              <a:path w="5142230" h="2300604">
                <a:moveTo>
                  <a:pt x="1992501" y="550117"/>
                </a:moveTo>
                <a:lnTo>
                  <a:pt x="1988812" y="546168"/>
                </a:lnTo>
                <a:lnTo>
                  <a:pt x="1987753" y="542591"/>
                </a:lnTo>
                <a:lnTo>
                  <a:pt x="1989908" y="533364"/>
                </a:lnTo>
                <a:lnTo>
                  <a:pt x="1995601" y="529781"/>
                </a:lnTo>
                <a:lnTo>
                  <a:pt x="2001267" y="531154"/>
                </a:lnTo>
                <a:lnTo>
                  <a:pt x="2006981" y="532482"/>
                </a:lnTo>
                <a:lnTo>
                  <a:pt x="2010470" y="538171"/>
                </a:lnTo>
                <a:lnTo>
                  <a:pt x="2009191" y="543840"/>
                </a:lnTo>
                <a:lnTo>
                  <a:pt x="2007818" y="549506"/>
                </a:lnTo>
                <a:lnTo>
                  <a:pt x="2002174" y="553043"/>
                </a:lnTo>
                <a:lnTo>
                  <a:pt x="1994352" y="551219"/>
                </a:lnTo>
                <a:lnTo>
                  <a:pt x="1992501" y="550117"/>
                </a:lnTo>
                <a:close/>
              </a:path>
              <a:path w="5142230" h="2300604">
                <a:moveTo>
                  <a:pt x="1648064" y="463991"/>
                </a:moveTo>
                <a:lnTo>
                  <a:pt x="1644329" y="459992"/>
                </a:lnTo>
                <a:lnTo>
                  <a:pt x="1643277" y="456227"/>
                </a:lnTo>
                <a:lnTo>
                  <a:pt x="1644341" y="452576"/>
                </a:lnTo>
                <a:lnTo>
                  <a:pt x="1645858" y="446967"/>
                </a:lnTo>
                <a:lnTo>
                  <a:pt x="1651328" y="443830"/>
                </a:lnTo>
                <a:lnTo>
                  <a:pt x="1651685" y="443625"/>
                </a:lnTo>
                <a:lnTo>
                  <a:pt x="1662957" y="446700"/>
                </a:lnTo>
                <a:lnTo>
                  <a:pt x="1666201" y="452518"/>
                </a:lnTo>
                <a:lnTo>
                  <a:pt x="1664688" y="458131"/>
                </a:lnTo>
                <a:lnTo>
                  <a:pt x="1663131" y="463795"/>
                </a:lnTo>
                <a:lnTo>
                  <a:pt x="1657707" y="466884"/>
                </a:lnTo>
                <a:lnTo>
                  <a:pt x="1657349" y="467087"/>
                </a:lnTo>
                <a:lnTo>
                  <a:pt x="1651690" y="465526"/>
                </a:lnTo>
                <a:lnTo>
                  <a:pt x="1649771" y="465036"/>
                </a:lnTo>
                <a:lnTo>
                  <a:pt x="1648064" y="463991"/>
                </a:lnTo>
                <a:close/>
              </a:path>
              <a:path w="5142230" h="2300604">
                <a:moveTo>
                  <a:pt x="1309631" y="356824"/>
                </a:moveTo>
                <a:lnTo>
                  <a:pt x="1305896" y="352826"/>
                </a:lnTo>
                <a:lnTo>
                  <a:pt x="1304906" y="348638"/>
                </a:lnTo>
                <a:lnTo>
                  <a:pt x="1306312" y="344767"/>
                </a:lnTo>
                <a:lnTo>
                  <a:pt x="1308339" y="339313"/>
                </a:lnTo>
                <a:lnTo>
                  <a:pt x="1314383" y="336497"/>
                </a:lnTo>
                <a:lnTo>
                  <a:pt x="1319838" y="338524"/>
                </a:lnTo>
                <a:lnTo>
                  <a:pt x="1325341" y="340505"/>
                </a:lnTo>
                <a:lnTo>
                  <a:pt x="1328153" y="346644"/>
                </a:lnTo>
                <a:lnTo>
                  <a:pt x="1324100" y="357553"/>
                </a:lnTo>
                <a:lnTo>
                  <a:pt x="1318056" y="360369"/>
                </a:lnTo>
                <a:lnTo>
                  <a:pt x="1312601" y="358342"/>
                </a:lnTo>
                <a:lnTo>
                  <a:pt x="1310968" y="357767"/>
                </a:lnTo>
                <a:lnTo>
                  <a:pt x="1309631" y="356824"/>
                </a:lnTo>
                <a:close/>
              </a:path>
              <a:path w="5142230" h="2300604">
                <a:moveTo>
                  <a:pt x="3527799" y="2286769"/>
                </a:moveTo>
                <a:lnTo>
                  <a:pt x="3524014" y="2282717"/>
                </a:lnTo>
                <a:lnTo>
                  <a:pt x="3523478" y="2281948"/>
                </a:lnTo>
                <a:lnTo>
                  <a:pt x="3523081" y="2281132"/>
                </a:lnTo>
                <a:lnTo>
                  <a:pt x="3520278" y="2275980"/>
                </a:lnTo>
                <a:lnTo>
                  <a:pt x="3522194" y="2269625"/>
                </a:lnTo>
                <a:lnTo>
                  <a:pt x="3532443" y="2264077"/>
                </a:lnTo>
                <a:lnTo>
                  <a:pt x="3538842" y="2265943"/>
                </a:lnTo>
                <a:lnTo>
                  <a:pt x="3544440" y="2276236"/>
                </a:lnTo>
                <a:lnTo>
                  <a:pt x="3542476" y="2282637"/>
                </a:lnTo>
                <a:lnTo>
                  <a:pt x="3537334" y="2285441"/>
                </a:lnTo>
                <a:lnTo>
                  <a:pt x="3533002" y="2287743"/>
                </a:lnTo>
                <a:lnTo>
                  <a:pt x="3527799" y="2286769"/>
                </a:lnTo>
                <a:close/>
              </a:path>
              <a:path w="5142230" h="2300604">
                <a:moveTo>
                  <a:pt x="3497517" y="2222194"/>
                </a:moveTo>
                <a:lnTo>
                  <a:pt x="3493736" y="2218147"/>
                </a:lnTo>
                <a:lnTo>
                  <a:pt x="3493017" y="2217083"/>
                </a:lnTo>
                <a:lnTo>
                  <a:pt x="3492493" y="2215838"/>
                </a:lnTo>
                <a:lnTo>
                  <a:pt x="3490314" y="2210377"/>
                </a:lnTo>
                <a:lnTo>
                  <a:pt x="3492982" y="2204241"/>
                </a:lnTo>
                <a:lnTo>
                  <a:pt x="3498385" y="2202107"/>
                </a:lnTo>
                <a:lnTo>
                  <a:pt x="3503800" y="2199889"/>
                </a:lnTo>
                <a:lnTo>
                  <a:pt x="3509941" y="2202552"/>
                </a:lnTo>
                <a:lnTo>
                  <a:pt x="3512164" y="2207963"/>
                </a:lnTo>
                <a:lnTo>
                  <a:pt x="3514294" y="2213370"/>
                </a:lnTo>
                <a:lnTo>
                  <a:pt x="3511630" y="2219511"/>
                </a:lnTo>
                <a:lnTo>
                  <a:pt x="3506263" y="2221684"/>
                </a:lnTo>
                <a:lnTo>
                  <a:pt x="3502320" y="2223230"/>
                </a:lnTo>
                <a:lnTo>
                  <a:pt x="3502053" y="2223335"/>
                </a:lnTo>
                <a:lnTo>
                  <a:pt x="3497517" y="2222194"/>
                </a:lnTo>
                <a:close/>
              </a:path>
              <a:path w="5142230" h="2300604">
                <a:moveTo>
                  <a:pt x="3828977" y="2245751"/>
                </a:moveTo>
                <a:lnTo>
                  <a:pt x="3825055" y="2241552"/>
                </a:lnTo>
                <a:lnTo>
                  <a:pt x="3825079" y="2235421"/>
                </a:lnTo>
                <a:lnTo>
                  <a:pt x="3828847" y="2231536"/>
                </a:lnTo>
                <a:lnTo>
                  <a:pt x="3832715" y="2227466"/>
                </a:lnTo>
                <a:lnTo>
                  <a:pt x="3839087" y="2227348"/>
                </a:lnTo>
                <a:lnTo>
                  <a:pt x="3843157" y="2231216"/>
                </a:lnTo>
                <a:lnTo>
                  <a:pt x="3847183" y="2235134"/>
                </a:lnTo>
                <a:lnTo>
                  <a:pt x="3847342" y="2241560"/>
                </a:lnTo>
                <a:lnTo>
                  <a:pt x="3843429" y="2245581"/>
                </a:lnTo>
                <a:lnTo>
                  <a:pt x="3839609" y="2249606"/>
                </a:lnTo>
                <a:lnTo>
                  <a:pt x="3833133" y="2249711"/>
                </a:lnTo>
                <a:lnTo>
                  <a:pt x="3828977" y="2245751"/>
                </a:lnTo>
                <a:close/>
              </a:path>
              <a:path w="5142230" h="2300604">
                <a:moveTo>
                  <a:pt x="3661108" y="2023434"/>
                </a:moveTo>
                <a:lnTo>
                  <a:pt x="3657423" y="2019489"/>
                </a:lnTo>
                <a:lnTo>
                  <a:pt x="3656929" y="2018764"/>
                </a:lnTo>
                <a:lnTo>
                  <a:pt x="3656531" y="2017948"/>
                </a:lnTo>
                <a:lnTo>
                  <a:pt x="3653910" y="2012992"/>
                </a:lnTo>
                <a:lnTo>
                  <a:pt x="3655775" y="2006875"/>
                </a:lnTo>
                <a:lnTo>
                  <a:pt x="3665674" y="2001637"/>
                </a:lnTo>
                <a:lnTo>
                  <a:pt x="3671795" y="2003498"/>
                </a:lnTo>
                <a:lnTo>
                  <a:pt x="3677074" y="2013450"/>
                </a:lnTo>
                <a:lnTo>
                  <a:pt x="3675173" y="2019527"/>
                </a:lnTo>
                <a:lnTo>
                  <a:pt x="3670217" y="2022139"/>
                </a:lnTo>
                <a:lnTo>
                  <a:pt x="3666086" y="2024364"/>
                </a:lnTo>
                <a:lnTo>
                  <a:pt x="3661108" y="2023434"/>
                </a:lnTo>
                <a:close/>
              </a:path>
              <a:path w="5142230" h="2300604">
                <a:moveTo>
                  <a:pt x="3480131" y="1266976"/>
                </a:moveTo>
                <a:lnTo>
                  <a:pt x="3476578" y="1263173"/>
                </a:lnTo>
                <a:lnTo>
                  <a:pt x="3475731" y="1261680"/>
                </a:lnTo>
                <a:lnTo>
                  <a:pt x="3475264" y="1260007"/>
                </a:lnTo>
                <a:lnTo>
                  <a:pt x="3473849" y="1254582"/>
                </a:lnTo>
                <a:lnTo>
                  <a:pt x="3477100" y="1249070"/>
                </a:lnTo>
                <a:lnTo>
                  <a:pt x="3482489" y="1247606"/>
                </a:lnTo>
                <a:lnTo>
                  <a:pt x="3487915" y="1246181"/>
                </a:lnTo>
                <a:lnTo>
                  <a:pt x="3493471" y="1249391"/>
                </a:lnTo>
                <a:lnTo>
                  <a:pt x="3496316" y="1260257"/>
                </a:lnTo>
                <a:lnTo>
                  <a:pt x="3493101" y="1265808"/>
                </a:lnTo>
                <a:lnTo>
                  <a:pt x="3487675" y="1267233"/>
                </a:lnTo>
                <a:lnTo>
                  <a:pt x="3483954" y="1268234"/>
                </a:lnTo>
                <a:lnTo>
                  <a:pt x="3480131" y="1266976"/>
                </a:lnTo>
                <a:close/>
              </a:path>
              <a:path w="5142230" h="2300604">
                <a:moveTo>
                  <a:pt x="3737854" y="2143514"/>
                </a:moveTo>
                <a:lnTo>
                  <a:pt x="3733567" y="2138925"/>
                </a:lnTo>
                <a:lnTo>
                  <a:pt x="3730225" y="2134468"/>
                </a:lnTo>
                <a:lnTo>
                  <a:pt x="3731050" y="2128118"/>
                </a:lnTo>
                <a:lnTo>
                  <a:pt x="3735556" y="2124731"/>
                </a:lnTo>
                <a:lnTo>
                  <a:pt x="3739968" y="2121340"/>
                </a:lnTo>
                <a:lnTo>
                  <a:pt x="3746358" y="2122219"/>
                </a:lnTo>
                <a:lnTo>
                  <a:pt x="3749749" y="2126630"/>
                </a:lnTo>
                <a:lnTo>
                  <a:pt x="3753136" y="2131136"/>
                </a:lnTo>
                <a:lnTo>
                  <a:pt x="3752217" y="2137483"/>
                </a:lnTo>
                <a:lnTo>
                  <a:pt x="3747805" y="2140873"/>
                </a:lnTo>
                <a:lnTo>
                  <a:pt x="3743637" y="2144036"/>
                </a:lnTo>
                <a:lnTo>
                  <a:pt x="3737854" y="2143514"/>
                </a:lnTo>
                <a:close/>
              </a:path>
              <a:path w="5142230" h="2300604">
                <a:moveTo>
                  <a:pt x="3697075" y="2085004"/>
                </a:moveTo>
                <a:lnTo>
                  <a:pt x="3692923" y="2080560"/>
                </a:lnTo>
                <a:lnTo>
                  <a:pt x="3692606" y="2080025"/>
                </a:lnTo>
                <a:lnTo>
                  <a:pt x="3689557" y="2075294"/>
                </a:lnTo>
                <a:lnTo>
                  <a:pt x="3690949" y="2069063"/>
                </a:lnTo>
                <a:lnTo>
                  <a:pt x="3700366" y="2063015"/>
                </a:lnTo>
                <a:lnTo>
                  <a:pt x="3706692" y="2064410"/>
                </a:lnTo>
                <a:lnTo>
                  <a:pt x="3709647" y="2069138"/>
                </a:lnTo>
                <a:lnTo>
                  <a:pt x="3712646" y="2073814"/>
                </a:lnTo>
                <a:lnTo>
                  <a:pt x="3711299" y="2080094"/>
                </a:lnTo>
                <a:lnTo>
                  <a:pt x="3706573" y="2083149"/>
                </a:lnTo>
                <a:lnTo>
                  <a:pt x="3702371" y="2085786"/>
                </a:lnTo>
                <a:lnTo>
                  <a:pt x="3697075" y="2085004"/>
                </a:lnTo>
                <a:close/>
              </a:path>
              <a:path w="5142230" h="2300604">
                <a:moveTo>
                  <a:pt x="3783182" y="2198488"/>
                </a:moveTo>
                <a:lnTo>
                  <a:pt x="3779265" y="2194295"/>
                </a:lnTo>
                <a:lnTo>
                  <a:pt x="3775536" y="2190108"/>
                </a:lnTo>
                <a:lnTo>
                  <a:pt x="3775898" y="2183652"/>
                </a:lnTo>
                <a:lnTo>
                  <a:pt x="3783924" y="2176507"/>
                </a:lnTo>
                <a:lnTo>
                  <a:pt x="3784223" y="2176241"/>
                </a:lnTo>
                <a:lnTo>
                  <a:pt x="3790637" y="2176558"/>
                </a:lnTo>
                <a:lnTo>
                  <a:pt x="3798094" y="2184932"/>
                </a:lnTo>
                <a:lnTo>
                  <a:pt x="3797777" y="2191337"/>
                </a:lnTo>
                <a:lnTo>
                  <a:pt x="3789752" y="2198483"/>
                </a:lnTo>
                <a:lnTo>
                  <a:pt x="3789452" y="2198749"/>
                </a:lnTo>
                <a:lnTo>
                  <a:pt x="3783182" y="2198488"/>
                </a:lnTo>
                <a:close/>
              </a:path>
              <a:path w="5142230" h="2300604">
                <a:moveTo>
                  <a:pt x="3460016" y="1199112"/>
                </a:moveTo>
                <a:lnTo>
                  <a:pt x="3456418" y="1195260"/>
                </a:lnTo>
                <a:lnTo>
                  <a:pt x="3455656" y="1194054"/>
                </a:lnTo>
                <a:lnTo>
                  <a:pt x="3453383" y="1187320"/>
                </a:lnTo>
                <a:lnTo>
                  <a:pt x="3456218" y="1181558"/>
                </a:lnTo>
                <a:lnTo>
                  <a:pt x="3466867" y="1178002"/>
                </a:lnTo>
                <a:lnTo>
                  <a:pt x="3472629" y="1180846"/>
                </a:lnTo>
                <a:lnTo>
                  <a:pt x="3476185" y="1191495"/>
                </a:lnTo>
                <a:lnTo>
                  <a:pt x="3473295" y="1197199"/>
                </a:lnTo>
                <a:lnTo>
                  <a:pt x="3468041" y="1199003"/>
                </a:lnTo>
                <a:lnTo>
                  <a:pt x="3464130" y="1200291"/>
                </a:lnTo>
                <a:lnTo>
                  <a:pt x="3460016" y="1199112"/>
                </a:lnTo>
                <a:close/>
              </a:path>
              <a:path w="5142230" h="2300604">
                <a:moveTo>
                  <a:pt x="3538526" y="1616568"/>
                </a:moveTo>
                <a:lnTo>
                  <a:pt x="3534969" y="1612760"/>
                </a:lnTo>
                <a:lnTo>
                  <a:pt x="3533997" y="1610938"/>
                </a:lnTo>
                <a:lnTo>
                  <a:pt x="3532834" y="1603340"/>
                </a:lnTo>
                <a:lnTo>
                  <a:pt x="3536651" y="1598140"/>
                </a:lnTo>
                <a:lnTo>
                  <a:pt x="3542152" y="1597284"/>
                </a:lnTo>
                <a:lnTo>
                  <a:pt x="3547706" y="1596387"/>
                </a:lnTo>
                <a:lnTo>
                  <a:pt x="3552862" y="1600245"/>
                </a:lnTo>
                <a:lnTo>
                  <a:pt x="3554615" y="1611309"/>
                </a:lnTo>
                <a:lnTo>
                  <a:pt x="3550757" y="1616465"/>
                </a:lnTo>
                <a:lnTo>
                  <a:pt x="3541829" y="1617856"/>
                </a:lnTo>
                <a:lnTo>
                  <a:pt x="3538526" y="1616568"/>
                </a:lnTo>
                <a:close/>
              </a:path>
              <a:path w="5142230" h="2300604">
                <a:moveTo>
                  <a:pt x="3630251" y="1959123"/>
                </a:moveTo>
                <a:lnTo>
                  <a:pt x="3626657" y="1955276"/>
                </a:lnTo>
                <a:lnTo>
                  <a:pt x="3625975" y="1954351"/>
                </a:lnTo>
                <a:lnTo>
                  <a:pt x="3623234" y="1947897"/>
                </a:lnTo>
                <a:lnTo>
                  <a:pt x="3625688" y="1942118"/>
                </a:lnTo>
                <a:lnTo>
                  <a:pt x="3635943" y="1937652"/>
                </a:lnTo>
                <a:lnTo>
                  <a:pt x="3641905" y="1940027"/>
                </a:lnTo>
                <a:lnTo>
                  <a:pt x="3646371" y="1950282"/>
                </a:lnTo>
                <a:lnTo>
                  <a:pt x="3643948" y="1956289"/>
                </a:lnTo>
                <a:lnTo>
                  <a:pt x="3638869" y="1958477"/>
                </a:lnTo>
                <a:lnTo>
                  <a:pt x="3634795" y="1960274"/>
                </a:lnTo>
                <a:lnTo>
                  <a:pt x="3630251" y="1959123"/>
                </a:lnTo>
                <a:close/>
              </a:path>
              <a:path w="5142230" h="2300604">
                <a:moveTo>
                  <a:pt x="3564930" y="1756263"/>
                </a:moveTo>
                <a:lnTo>
                  <a:pt x="3561331" y="1752411"/>
                </a:lnTo>
                <a:lnTo>
                  <a:pt x="3560439" y="1750870"/>
                </a:lnTo>
                <a:lnTo>
                  <a:pt x="3558797" y="1743638"/>
                </a:lnTo>
                <a:lnTo>
                  <a:pt x="3561937" y="1738594"/>
                </a:lnTo>
                <a:lnTo>
                  <a:pt x="3562193" y="1738183"/>
                </a:lnTo>
                <a:lnTo>
                  <a:pt x="3567666" y="1736906"/>
                </a:lnTo>
                <a:lnTo>
                  <a:pt x="3573089" y="1735674"/>
                </a:lnTo>
                <a:lnTo>
                  <a:pt x="3578540" y="1739065"/>
                </a:lnTo>
                <a:lnTo>
                  <a:pt x="3581053" y="1749967"/>
                </a:lnTo>
                <a:lnTo>
                  <a:pt x="3577913" y="1755011"/>
                </a:lnTo>
                <a:lnTo>
                  <a:pt x="3577658" y="1755422"/>
                </a:lnTo>
                <a:lnTo>
                  <a:pt x="3572185" y="1756699"/>
                </a:lnTo>
                <a:lnTo>
                  <a:pt x="3568565" y="1757515"/>
                </a:lnTo>
                <a:lnTo>
                  <a:pt x="3564930" y="1756263"/>
                </a:lnTo>
                <a:close/>
              </a:path>
              <a:path w="5142230" h="2300604">
                <a:moveTo>
                  <a:pt x="3582648" y="1825179"/>
                </a:moveTo>
                <a:lnTo>
                  <a:pt x="3579049" y="1821327"/>
                </a:lnTo>
                <a:lnTo>
                  <a:pt x="3578249" y="1819883"/>
                </a:lnTo>
                <a:lnTo>
                  <a:pt x="3576220" y="1812921"/>
                </a:lnTo>
                <a:lnTo>
                  <a:pt x="3579385" y="1807317"/>
                </a:lnTo>
                <a:lnTo>
                  <a:pt x="3584773" y="1805753"/>
                </a:lnTo>
                <a:lnTo>
                  <a:pt x="3590157" y="1804284"/>
                </a:lnTo>
                <a:lnTo>
                  <a:pt x="3595765" y="1807355"/>
                </a:lnTo>
                <a:lnTo>
                  <a:pt x="3598797" y="1818128"/>
                </a:lnTo>
                <a:lnTo>
                  <a:pt x="3595727" y="1823735"/>
                </a:lnTo>
                <a:lnTo>
                  <a:pt x="3586520" y="1826392"/>
                </a:lnTo>
                <a:lnTo>
                  <a:pt x="3582648" y="1825179"/>
                </a:lnTo>
                <a:close/>
              </a:path>
              <a:path w="5142230" h="2300604">
                <a:moveTo>
                  <a:pt x="3604278" y="1892905"/>
                </a:moveTo>
                <a:lnTo>
                  <a:pt x="3600679" y="1889053"/>
                </a:lnTo>
                <a:lnTo>
                  <a:pt x="3599918" y="1887847"/>
                </a:lnTo>
                <a:lnTo>
                  <a:pt x="3599397" y="1886508"/>
                </a:lnTo>
                <a:lnTo>
                  <a:pt x="3597543" y="1881199"/>
                </a:lnTo>
                <a:lnTo>
                  <a:pt x="3600342" y="1875398"/>
                </a:lnTo>
                <a:lnTo>
                  <a:pt x="3610895" y="1871740"/>
                </a:lnTo>
                <a:lnTo>
                  <a:pt x="3616660" y="1874490"/>
                </a:lnTo>
                <a:lnTo>
                  <a:pt x="3618554" y="1879743"/>
                </a:lnTo>
                <a:lnTo>
                  <a:pt x="3620408" y="1885051"/>
                </a:lnTo>
                <a:lnTo>
                  <a:pt x="3617613" y="1890857"/>
                </a:lnTo>
                <a:lnTo>
                  <a:pt x="3612359" y="1892661"/>
                </a:lnTo>
                <a:lnTo>
                  <a:pt x="3608392" y="1894084"/>
                </a:lnTo>
                <a:lnTo>
                  <a:pt x="3604278" y="1892905"/>
                </a:lnTo>
                <a:close/>
              </a:path>
              <a:path w="5142230" h="2300604">
                <a:moveTo>
                  <a:pt x="3509209" y="1405624"/>
                </a:moveTo>
                <a:lnTo>
                  <a:pt x="3505660" y="1401826"/>
                </a:lnTo>
                <a:lnTo>
                  <a:pt x="3504684" y="1399999"/>
                </a:lnTo>
                <a:lnTo>
                  <a:pt x="3503477" y="1392451"/>
                </a:lnTo>
                <a:lnTo>
                  <a:pt x="3507191" y="1387238"/>
                </a:lnTo>
                <a:lnTo>
                  <a:pt x="3518208" y="1385347"/>
                </a:lnTo>
                <a:lnTo>
                  <a:pt x="3523466" y="1389119"/>
                </a:lnTo>
                <a:lnTo>
                  <a:pt x="3524363" y="1394673"/>
                </a:lnTo>
                <a:lnTo>
                  <a:pt x="3525308" y="1400181"/>
                </a:lnTo>
                <a:lnTo>
                  <a:pt x="3521586" y="1405385"/>
                </a:lnTo>
                <a:lnTo>
                  <a:pt x="3516036" y="1406286"/>
                </a:lnTo>
                <a:lnTo>
                  <a:pt x="3512570" y="1406876"/>
                </a:lnTo>
                <a:lnTo>
                  <a:pt x="3509209" y="1405624"/>
                </a:lnTo>
                <a:close/>
              </a:path>
              <a:path w="5142230" h="2300604">
                <a:moveTo>
                  <a:pt x="3550393" y="1686649"/>
                </a:moveTo>
                <a:lnTo>
                  <a:pt x="3546845" y="1682850"/>
                </a:lnTo>
                <a:lnTo>
                  <a:pt x="3545960" y="1681121"/>
                </a:lnTo>
                <a:lnTo>
                  <a:pt x="3545532" y="1679002"/>
                </a:lnTo>
                <a:lnTo>
                  <a:pt x="3544555" y="1673556"/>
                </a:lnTo>
                <a:lnTo>
                  <a:pt x="3548188" y="1668355"/>
                </a:lnTo>
                <a:lnTo>
                  <a:pt x="3559207" y="1666271"/>
                </a:lnTo>
                <a:lnTo>
                  <a:pt x="3564468" y="1669948"/>
                </a:lnTo>
                <a:lnTo>
                  <a:pt x="3566503" y="1680923"/>
                </a:lnTo>
                <a:lnTo>
                  <a:pt x="3562876" y="1686229"/>
                </a:lnTo>
                <a:lnTo>
                  <a:pt x="3557364" y="1687268"/>
                </a:lnTo>
                <a:lnTo>
                  <a:pt x="3553849" y="1687904"/>
                </a:lnTo>
                <a:lnTo>
                  <a:pt x="3550393" y="1686649"/>
                </a:lnTo>
                <a:close/>
              </a:path>
              <a:path w="5142230" h="2300604">
                <a:moveTo>
                  <a:pt x="3496238" y="1335926"/>
                </a:moveTo>
                <a:lnTo>
                  <a:pt x="3492690" y="1332128"/>
                </a:lnTo>
                <a:lnTo>
                  <a:pt x="3491796" y="1330488"/>
                </a:lnTo>
                <a:lnTo>
                  <a:pt x="3491389" y="1328585"/>
                </a:lnTo>
                <a:lnTo>
                  <a:pt x="3490300" y="1323119"/>
                </a:lnTo>
                <a:lnTo>
                  <a:pt x="3493792" y="1317766"/>
                </a:lnTo>
                <a:lnTo>
                  <a:pt x="3499261" y="1316584"/>
                </a:lnTo>
                <a:lnTo>
                  <a:pt x="3504776" y="1315449"/>
                </a:lnTo>
                <a:lnTo>
                  <a:pt x="3510134" y="1318936"/>
                </a:lnTo>
                <a:lnTo>
                  <a:pt x="3512398" y="1329961"/>
                </a:lnTo>
                <a:lnTo>
                  <a:pt x="3508915" y="1335324"/>
                </a:lnTo>
                <a:lnTo>
                  <a:pt x="3499783" y="1337180"/>
                </a:lnTo>
                <a:lnTo>
                  <a:pt x="3496238" y="1335926"/>
                </a:lnTo>
                <a:close/>
              </a:path>
              <a:path w="5142230" h="2300604">
                <a:moveTo>
                  <a:pt x="3528599" y="1546218"/>
                </a:moveTo>
                <a:lnTo>
                  <a:pt x="3525046" y="1542415"/>
                </a:lnTo>
                <a:lnTo>
                  <a:pt x="3524117" y="1540443"/>
                </a:lnTo>
                <a:lnTo>
                  <a:pt x="3523818" y="1538266"/>
                </a:lnTo>
                <a:lnTo>
                  <a:pt x="3523110" y="1532718"/>
                </a:lnTo>
                <a:lnTo>
                  <a:pt x="3527059" y="1527660"/>
                </a:lnTo>
                <a:lnTo>
                  <a:pt x="3538154" y="1526243"/>
                </a:lnTo>
                <a:lnTo>
                  <a:pt x="3543257" y="1530142"/>
                </a:lnTo>
                <a:lnTo>
                  <a:pt x="3544678" y="1541242"/>
                </a:lnTo>
                <a:lnTo>
                  <a:pt x="3540775" y="1546350"/>
                </a:lnTo>
                <a:lnTo>
                  <a:pt x="3535133" y="1547054"/>
                </a:lnTo>
                <a:lnTo>
                  <a:pt x="3531813" y="1547508"/>
                </a:lnTo>
                <a:lnTo>
                  <a:pt x="3528599" y="1546218"/>
                </a:lnTo>
                <a:close/>
              </a:path>
              <a:path w="5142230" h="2300604">
                <a:moveTo>
                  <a:pt x="3519662" y="1475756"/>
                </a:moveTo>
                <a:lnTo>
                  <a:pt x="3516114" y="1471958"/>
                </a:lnTo>
                <a:lnTo>
                  <a:pt x="3515186" y="1470085"/>
                </a:lnTo>
                <a:lnTo>
                  <a:pt x="3514126" y="1462401"/>
                </a:lnTo>
                <a:lnTo>
                  <a:pt x="3517984" y="1457245"/>
                </a:lnTo>
                <a:lnTo>
                  <a:pt x="3523576" y="1456486"/>
                </a:lnTo>
                <a:lnTo>
                  <a:pt x="3529123" y="1455778"/>
                </a:lnTo>
                <a:lnTo>
                  <a:pt x="3534190" y="1459637"/>
                </a:lnTo>
                <a:lnTo>
                  <a:pt x="3534988" y="1465183"/>
                </a:lnTo>
                <a:lnTo>
                  <a:pt x="3535700" y="1470736"/>
                </a:lnTo>
                <a:lnTo>
                  <a:pt x="3531843" y="1475892"/>
                </a:lnTo>
                <a:lnTo>
                  <a:pt x="3522881" y="1477050"/>
                </a:lnTo>
                <a:lnTo>
                  <a:pt x="3519662" y="1475756"/>
                </a:lnTo>
                <a:close/>
              </a:path>
              <a:path w="5142230" h="2300604">
                <a:moveTo>
                  <a:pt x="1733628" y="396844"/>
                </a:moveTo>
                <a:lnTo>
                  <a:pt x="1730070" y="393036"/>
                </a:lnTo>
                <a:lnTo>
                  <a:pt x="1729059" y="389607"/>
                </a:lnTo>
                <a:lnTo>
                  <a:pt x="1729789" y="386186"/>
                </a:lnTo>
                <a:lnTo>
                  <a:pt x="1731107" y="380754"/>
                </a:lnTo>
                <a:lnTo>
                  <a:pt x="1736554" y="377300"/>
                </a:lnTo>
                <a:lnTo>
                  <a:pt x="1741990" y="378623"/>
                </a:lnTo>
                <a:lnTo>
                  <a:pt x="1747471" y="379895"/>
                </a:lnTo>
                <a:lnTo>
                  <a:pt x="1750826" y="385344"/>
                </a:lnTo>
                <a:lnTo>
                  <a:pt x="1749598" y="390774"/>
                </a:lnTo>
                <a:lnTo>
                  <a:pt x="1748330" y="396259"/>
                </a:lnTo>
                <a:lnTo>
                  <a:pt x="1742881" y="399614"/>
                </a:lnTo>
                <a:lnTo>
                  <a:pt x="1737401" y="398342"/>
                </a:lnTo>
                <a:lnTo>
                  <a:pt x="1735339" y="397894"/>
                </a:lnTo>
                <a:lnTo>
                  <a:pt x="1733628" y="396844"/>
                </a:lnTo>
                <a:close/>
              </a:path>
              <a:path w="5142230" h="2300604">
                <a:moveTo>
                  <a:pt x="3271601" y="899574"/>
                </a:moveTo>
                <a:lnTo>
                  <a:pt x="3267452" y="895132"/>
                </a:lnTo>
                <a:lnTo>
                  <a:pt x="3267369" y="889182"/>
                </a:lnTo>
                <a:lnTo>
                  <a:pt x="3274685" y="881078"/>
                </a:lnTo>
                <a:lnTo>
                  <a:pt x="3281069" y="880776"/>
                </a:lnTo>
                <a:lnTo>
                  <a:pt x="3289398" y="888327"/>
                </a:lnTo>
                <a:lnTo>
                  <a:pt x="3289706" y="894714"/>
                </a:lnTo>
                <a:lnTo>
                  <a:pt x="3282151" y="903049"/>
                </a:lnTo>
                <a:lnTo>
                  <a:pt x="3275722" y="903303"/>
                </a:lnTo>
                <a:lnTo>
                  <a:pt x="3271601" y="899574"/>
                </a:lnTo>
                <a:close/>
              </a:path>
              <a:path w="5142230" h="2300604">
                <a:moveTo>
                  <a:pt x="3157021" y="816409"/>
                </a:moveTo>
                <a:lnTo>
                  <a:pt x="3153377" y="812508"/>
                </a:lnTo>
                <a:lnTo>
                  <a:pt x="3152688" y="807665"/>
                </a:lnTo>
                <a:lnTo>
                  <a:pt x="3157807" y="798874"/>
                </a:lnTo>
                <a:lnTo>
                  <a:pt x="3164001" y="797196"/>
                </a:lnTo>
                <a:lnTo>
                  <a:pt x="3173718" y="802811"/>
                </a:lnTo>
                <a:lnTo>
                  <a:pt x="3175402" y="809009"/>
                </a:lnTo>
                <a:lnTo>
                  <a:pt x="3169732" y="818679"/>
                </a:lnTo>
                <a:lnTo>
                  <a:pt x="3163539" y="820355"/>
                </a:lnTo>
                <a:lnTo>
                  <a:pt x="3158724" y="817549"/>
                </a:lnTo>
                <a:lnTo>
                  <a:pt x="3157803" y="817049"/>
                </a:lnTo>
                <a:lnTo>
                  <a:pt x="3157021" y="816409"/>
                </a:lnTo>
                <a:close/>
              </a:path>
              <a:path w="5142230" h="2300604">
                <a:moveTo>
                  <a:pt x="3216885" y="855176"/>
                </a:moveTo>
                <a:lnTo>
                  <a:pt x="3212680" y="850675"/>
                </a:lnTo>
                <a:lnTo>
                  <a:pt x="3212212" y="845388"/>
                </a:lnTo>
                <a:lnTo>
                  <a:pt x="3218405" y="836863"/>
                </a:lnTo>
                <a:lnTo>
                  <a:pt x="3224760" y="835848"/>
                </a:lnTo>
                <a:lnTo>
                  <a:pt x="3233842" y="842440"/>
                </a:lnTo>
                <a:lnTo>
                  <a:pt x="3234808" y="848752"/>
                </a:lnTo>
                <a:lnTo>
                  <a:pt x="3231537" y="853268"/>
                </a:lnTo>
                <a:lnTo>
                  <a:pt x="3228266" y="857876"/>
                </a:lnTo>
                <a:lnTo>
                  <a:pt x="3221954" y="858842"/>
                </a:lnTo>
                <a:lnTo>
                  <a:pt x="3216885" y="855176"/>
                </a:lnTo>
                <a:close/>
              </a:path>
              <a:path w="5142230" h="2300604">
                <a:moveTo>
                  <a:pt x="3324430" y="953587"/>
                </a:moveTo>
                <a:lnTo>
                  <a:pt x="3320467" y="949345"/>
                </a:lnTo>
                <a:lnTo>
                  <a:pt x="3316786" y="945113"/>
                </a:lnTo>
                <a:lnTo>
                  <a:pt x="3317194" y="938706"/>
                </a:lnTo>
                <a:lnTo>
                  <a:pt x="3325101" y="931825"/>
                </a:lnTo>
                <a:lnTo>
                  <a:pt x="3325605" y="931387"/>
                </a:lnTo>
                <a:lnTo>
                  <a:pt x="3332018" y="931798"/>
                </a:lnTo>
                <a:lnTo>
                  <a:pt x="3335692" y="936027"/>
                </a:lnTo>
                <a:lnTo>
                  <a:pt x="3339423" y="940212"/>
                </a:lnTo>
                <a:lnTo>
                  <a:pt x="3338965" y="946666"/>
                </a:lnTo>
                <a:lnTo>
                  <a:pt x="3331056" y="953544"/>
                </a:lnTo>
                <a:lnTo>
                  <a:pt x="3330604" y="953938"/>
                </a:lnTo>
                <a:lnTo>
                  <a:pt x="3324430" y="953587"/>
                </a:lnTo>
                <a:close/>
              </a:path>
              <a:path w="5142230" h="2300604">
                <a:moveTo>
                  <a:pt x="3367779" y="1009279"/>
                </a:moveTo>
                <a:lnTo>
                  <a:pt x="3363297" y="1004481"/>
                </a:lnTo>
                <a:lnTo>
                  <a:pt x="3360057" y="999838"/>
                </a:lnTo>
                <a:lnTo>
                  <a:pt x="3361215" y="993551"/>
                </a:lnTo>
                <a:lnTo>
                  <a:pt x="3365809" y="990355"/>
                </a:lnTo>
                <a:lnTo>
                  <a:pt x="3370449" y="987208"/>
                </a:lnTo>
                <a:lnTo>
                  <a:pt x="3376780" y="988316"/>
                </a:lnTo>
                <a:lnTo>
                  <a:pt x="3379975" y="992910"/>
                </a:lnTo>
                <a:lnTo>
                  <a:pt x="3383122" y="997549"/>
                </a:lnTo>
                <a:lnTo>
                  <a:pt x="3381969" y="1003840"/>
                </a:lnTo>
                <a:lnTo>
                  <a:pt x="3373162" y="1009958"/>
                </a:lnTo>
                <a:lnTo>
                  <a:pt x="3367779" y="1009279"/>
                </a:lnTo>
                <a:close/>
              </a:path>
              <a:path w="5142230" h="2300604">
                <a:moveTo>
                  <a:pt x="2768082" y="646576"/>
                </a:moveTo>
                <a:lnTo>
                  <a:pt x="2764484" y="642724"/>
                </a:lnTo>
                <a:lnTo>
                  <a:pt x="2763525" y="638862"/>
                </a:lnTo>
                <a:lnTo>
                  <a:pt x="2764741" y="635179"/>
                </a:lnTo>
                <a:lnTo>
                  <a:pt x="2766568" y="629902"/>
                </a:lnTo>
                <a:lnTo>
                  <a:pt x="2772288" y="627033"/>
                </a:lnTo>
                <a:lnTo>
                  <a:pt x="2782926" y="630600"/>
                </a:lnTo>
                <a:lnTo>
                  <a:pt x="2785751" y="636361"/>
                </a:lnTo>
                <a:lnTo>
                  <a:pt x="2782179" y="647004"/>
                </a:lnTo>
                <a:lnTo>
                  <a:pt x="2776422" y="649834"/>
                </a:lnTo>
                <a:lnTo>
                  <a:pt x="2771101" y="648048"/>
                </a:lnTo>
                <a:lnTo>
                  <a:pt x="2769464" y="647468"/>
                </a:lnTo>
                <a:lnTo>
                  <a:pt x="2768082" y="646576"/>
                </a:lnTo>
                <a:close/>
              </a:path>
              <a:path w="5142230" h="2300604">
                <a:moveTo>
                  <a:pt x="1458433" y="325019"/>
                </a:moveTo>
                <a:lnTo>
                  <a:pt x="1454875" y="321210"/>
                </a:lnTo>
                <a:lnTo>
                  <a:pt x="1453825" y="317544"/>
                </a:lnTo>
                <a:lnTo>
                  <a:pt x="1456491" y="308571"/>
                </a:lnTo>
                <a:lnTo>
                  <a:pt x="1462114" y="305500"/>
                </a:lnTo>
                <a:lnTo>
                  <a:pt x="1467495" y="307057"/>
                </a:lnTo>
                <a:lnTo>
                  <a:pt x="1472868" y="308703"/>
                </a:lnTo>
                <a:lnTo>
                  <a:pt x="1475934" y="314331"/>
                </a:lnTo>
                <a:lnTo>
                  <a:pt x="1474382" y="319707"/>
                </a:lnTo>
                <a:lnTo>
                  <a:pt x="1472731" y="325076"/>
                </a:lnTo>
                <a:lnTo>
                  <a:pt x="1467107" y="328146"/>
                </a:lnTo>
                <a:lnTo>
                  <a:pt x="1461780" y="326549"/>
                </a:lnTo>
                <a:lnTo>
                  <a:pt x="1459910" y="326013"/>
                </a:lnTo>
                <a:lnTo>
                  <a:pt x="1458433" y="325019"/>
                </a:lnTo>
                <a:close/>
              </a:path>
              <a:path w="5142230" h="2300604">
                <a:moveTo>
                  <a:pt x="3031149" y="751555"/>
                </a:moveTo>
                <a:lnTo>
                  <a:pt x="3027551" y="747702"/>
                </a:lnTo>
                <a:lnTo>
                  <a:pt x="3026664" y="743235"/>
                </a:lnTo>
                <a:lnTo>
                  <a:pt x="3028538" y="739375"/>
                </a:lnTo>
                <a:lnTo>
                  <a:pt x="3030933" y="734316"/>
                </a:lnTo>
                <a:lnTo>
                  <a:pt x="3036955" y="732160"/>
                </a:lnTo>
                <a:lnTo>
                  <a:pt x="3047079" y="736938"/>
                </a:lnTo>
                <a:lnTo>
                  <a:pt x="3049235" y="742960"/>
                </a:lnTo>
                <a:lnTo>
                  <a:pt x="3044452" y="753088"/>
                </a:lnTo>
                <a:lnTo>
                  <a:pt x="3038431" y="755244"/>
                </a:lnTo>
                <a:lnTo>
                  <a:pt x="3033366" y="752853"/>
                </a:lnTo>
                <a:lnTo>
                  <a:pt x="3032161" y="752344"/>
                </a:lnTo>
                <a:lnTo>
                  <a:pt x="3031149" y="751555"/>
                </a:lnTo>
                <a:close/>
              </a:path>
              <a:path w="5142230" h="2300604">
                <a:moveTo>
                  <a:pt x="2966563" y="722395"/>
                </a:moveTo>
                <a:lnTo>
                  <a:pt x="2962964" y="718543"/>
                </a:lnTo>
                <a:lnTo>
                  <a:pt x="2962076" y="714268"/>
                </a:lnTo>
                <a:lnTo>
                  <a:pt x="2963717" y="710453"/>
                </a:lnTo>
                <a:lnTo>
                  <a:pt x="2965968" y="705336"/>
                </a:lnTo>
                <a:lnTo>
                  <a:pt x="2971946" y="702939"/>
                </a:lnTo>
                <a:lnTo>
                  <a:pt x="2977067" y="705195"/>
                </a:lnTo>
                <a:lnTo>
                  <a:pt x="2982228" y="707396"/>
                </a:lnTo>
                <a:lnTo>
                  <a:pt x="2984512" y="713165"/>
                </a:lnTo>
                <a:lnTo>
                  <a:pt x="2980168" y="723665"/>
                </a:lnTo>
                <a:lnTo>
                  <a:pt x="2974135" y="726004"/>
                </a:lnTo>
                <a:lnTo>
                  <a:pt x="2969023" y="723758"/>
                </a:lnTo>
                <a:lnTo>
                  <a:pt x="2967714" y="723236"/>
                </a:lnTo>
                <a:lnTo>
                  <a:pt x="2966563" y="722395"/>
                </a:lnTo>
                <a:close/>
              </a:path>
              <a:path w="5142230" h="2300604">
                <a:moveTo>
                  <a:pt x="2901107" y="695334"/>
                </a:moveTo>
                <a:lnTo>
                  <a:pt x="2897513" y="691487"/>
                </a:lnTo>
                <a:lnTo>
                  <a:pt x="2896613" y="687297"/>
                </a:lnTo>
                <a:lnTo>
                  <a:pt x="2898115" y="683529"/>
                </a:lnTo>
                <a:lnTo>
                  <a:pt x="2900127" y="678353"/>
                </a:lnTo>
                <a:lnTo>
                  <a:pt x="2906068" y="675817"/>
                </a:lnTo>
                <a:lnTo>
                  <a:pt x="2916506" y="679954"/>
                </a:lnTo>
                <a:lnTo>
                  <a:pt x="2918992" y="685840"/>
                </a:lnTo>
                <a:lnTo>
                  <a:pt x="2914865" y="696280"/>
                </a:lnTo>
                <a:lnTo>
                  <a:pt x="2909019" y="698819"/>
                </a:lnTo>
                <a:lnTo>
                  <a:pt x="2902358" y="696184"/>
                </a:lnTo>
                <a:lnTo>
                  <a:pt x="2901107" y="695334"/>
                </a:lnTo>
                <a:close/>
              </a:path>
              <a:path w="5142230" h="2300604">
                <a:moveTo>
                  <a:pt x="2834935" y="670048"/>
                </a:moveTo>
                <a:lnTo>
                  <a:pt x="2831336" y="666196"/>
                </a:lnTo>
                <a:lnTo>
                  <a:pt x="2830385" y="662246"/>
                </a:lnTo>
                <a:lnTo>
                  <a:pt x="2833661" y="653241"/>
                </a:lnTo>
                <a:lnTo>
                  <a:pt x="2839513" y="650513"/>
                </a:lnTo>
                <a:lnTo>
                  <a:pt x="2844734" y="652485"/>
                </a:lnTo>
                <a:lnTo>
                  <a:pt x="2850003" y="654411"/>
                </a:lnTo>
                <a:lnTo>
                  <a:pt x="2852685" y="660215"/>
                </a:lnTo>
                <a:lnTo>
                  <a:pt x="2848838" y="670758"/>
                </a:lnTo>
                <a:lnTo>
                  <a:pt x="2843029" y="673435"/>
                </a:lnTo>
                <a:lnTo>
                  <a:pt x="2836226" y="670942"/>
                </a:lnTo>
                <a:lnTo>
                  <a:pt x="2834935" y="670048"/>
                </a:lnTo>
                <a:close/>
              </a:path>
              <a:path w="5142230" h="2300604">
                <a:moveTo>
                  <a:pt x="1526740" y="344575"/>
                </a:moveTo>
                <a:lnTo>
                  <a:pt x="1523187" y="340772"/>
                </a:lnTo>
                <a:lnTo>
                  <a:pt x="1522129" y="337195"/>
                </a:lnTo>
                <a:lnTo>
                  <a:pt x="1524606" y="328215"/>
                </a:lnTo>
                <a:lnTo>
                  <a:pt x="1529828" y="325301"/>
                </a:lnTo>
                <a:lnTo>
                  <a:pt x="1530189" y="325101"/>
                </a:lnTo>
                <a:lnTo>
                  <a:pt x="1540993" y="328065"/>
                </a:lnTo>
                <a:lnTo>
                  <a:pt x="1544157" y="333602"/>
                </a:lnTo>
                <a:lnTo>
                  <a:pt x="1542650" y="339027"/>
                </a:lnTo>
                <a:lnTo>
                  <a:pt x="1541192" y="344406"/>
                </a:lnTo>
                <a:lnTo>
                  <a:pt x="1535607" y="347615"/>
                </a:lnTo>
                <a:lnTo>
                  <a:pt x="1528312" y="345573"/>
                </a:lnTo>
                <a:lnTo>
                  <a:pt x="1526740" y="344575"/>
                </a:lnTo>
                <a:close/>
              </a:path>
              <a:path w="5142230" h="2300604">
                <a:moveTo>
                  <a:pt x="3880751" y="2294722"/>
                </a:moveTo>
                <a:lnTo>
                  <a:pt x="3876692" y="2290378"/>
                </a:lnTo>
                <a:lnTo>
                  <a:pt x="3876615" y="2284332"/>
                </a:lnTo>
                <a:lnTo>
                  <a:pt x="3880341" y="2280404"/>
                </a:lnTo>
                <a:lnTo>
                  <a:pt x="3884164" y="2276285"/>
                </a:lnTo>
                <a:lnTo>
                  <a:pt x="3890590" y="2276126"/>
                </a:lnTo>
                <a:lnTo>
                  <a:pt x="3894660" y="2279994"/>
                </a:lnTo>
                <a:lnTo>
                  <a:pt x="3898733" y="2283768"/>
                </a:lnTo>
                <a:lnTo>
                  <a:pt x="3898887" y="2290189"/>
                </a:lnTo>
                <a:lnTo>
                  <a:pt x="3895069" y="2294313"/>
                </a:lnTo>
                <a:lnTo>
                  <a:pt x="3891250" y="2298337"/>
                </a:lnTo>
                <a:lnTo>
                  <a:pt x="3884821" y="2298591"/>
                </a:lnTo>
                <a:lnTo>
                  <a:pt x="3880751" y="2294722"/>
                </a:lnTo>
                <a:close/>
              </a:path>
              <a:path w="5142230" h="2300604">
                <a:moveTo>
                  <a:pt x="3404377" y="1069370"/>
                </a:moveTo>
                <a:lnTo>
                  <a:pt x="3400737" y="1065474"/>
                </a:lnTo>
                <a:lnTo>
                  <a:pt x="3400243" y="1064749"/>
                </a:lnTo>
                <a:lnTo>
                  <a:pt x="3399796" y="1063979"/>
                </a:lnTo>
                <a:lnTo>
                  <a:pt x="3397125" y="1059069"/>
                </a:lnTo>
                <a:lnTo>
                  <a:pt x="3398945" y="1052903"/>
                </a:lnTo>
                <a:lnTo>
                  <a:pt x="3408806" y="1047527"/>
                </a:lnTo>
                <a:lnTo>
                  <a:pt x="3414927" y="1049388"/>
                </a:lnTo>
                <a:lnTo>
                  <a:pt x="3420304" y="1059248"/>
                </a:lnTo>
                <a:lnTo>
                  <a:pt x="3418439" y="1065365"/>
                </a:lnTo>
                <a:lnTo>
                  <a:pt x="3413532" y="1068031"/>
                </a:lnTo>
                <a:lnTo>
                  <a:pt x="3409443" y="1070298"/>
                </a:lnTo>
                <a:lnTo>
                  <a:pt x="3404377" y="1069370"/>
                </a:lnTo>
                <a:close/>
              </a:path>
              <a:path w="5142230" h="2300604">
                <a:moveTo>
                  <a:pt x="3435027" y="1132970"/>
                </a:moveTo>
                <a:lnTo>
                  <a:pt x="3431429" y="1129118"/>
                </a:lnTo>
                <a:lnTo>
                  <a:pt x="3430751" y="1128099"/>
                </a:lnTo>
                <a:lnTo>
                  <a:pt x="3427956" y="1121686"/>
                </a:lnTo>
                <a:lnTo>
                  <a:pt x="3430415" y="1115912"/>
                </a:lnTo>
                <a:lnTo>
                  <a:pt x="3440756" y="1111539"/>
                </a:lnTo>
                <a:lnTo>
                  <a:pt x="3446719" y="1113913"/>
                </a:lnTo>
                <a:lnTo>
                  <a:pt x="3448951" y="1119042"/>
                </a:lnTo>
                <a:lnTo>
                  <a:pt x="3451134" y="1124215"/>
                </a:lnTo>
                <a:lnTo>
                  <a:pt x="3448718" y="1130134"/>
                </a:lnTo>
                <a:lnTo>
                  <a:pt x="3443588" y="1132360"/>
                </a:lnTo>
                <a:lnTo>
                  <a:pt x="3439522" y="1134068"/>
                </a:lnTo>
                <a:lnTo>
                  <a:pt x="3435027" y="1132970"/>
                </a:lnTo>
                <a:close/>
              </a:path>
              <a:path w="5142230" h="2300604">
                <a:moveTo>
                  <a:pt x="1802913" y="412657"/>
                </a:moveTo>
                <a:lnTo>
                  <a:pt x="1799360" y="408854"/>
                </a:lnTo>
                <a:lnTo>
                  <a:pt x="1798389" y="405469"/>
                </a:lnTo>
                <a:lnTo>
                  <a:pt x="1799165" y="402096"/>
                </a:lnTo>
                <a:lnTo>
                  <a:pt x="1800343" y="396613"/>
                </a:lnTo>
                <a:lnTo>
                  <a:pt x="1805795" y="393163"/>
                </a:lnTo>
                <a:lnTo>
                  <a:pt x="1816664" y="395610"/>
                </a:lnTo>
                <a:lnTo>
                  <a:pt x="1820163" y="401017"/>
                </a:lnTo>
                <a:lnTo>
                  <a:pt x="1818890" y="406497"/>
                </a:lnTo>
                <a:lnTo>
                  <a:pt x="1817712" y="411981"/>
                </a:lnTo>
                <a:lnTo>
                  <a:pt x="1812260" y="415430"/>
                </a:lnTo>
                <a:lnTo>
                  <a:pt x="1804718" y="413710"/>
                </a:lnTo>
                <a:lnTo>
                  <a:pt x="1802913" y="412657"/>
                </a:lnTo>
                <a:close/>
              </a:path>
              <a:path w="5142230" h="2300604">
                <a:moveTo>
                  <a:pt x="2358300" y="532921"/>
                </a:moveTo>
                <a:lnTo>
                  <a:pt x="2354747" y="529117"/>
                </a:lnTo>
                <a:lnTo>
                  <a:pt x="2353731" y="525684"/>
                </a:lnTo>
                <a:lnTo>
                  <a:pt x="2354510" y="522217"/>
                </a:lnTo>
                <a:lnTo>
                  <a:pt x="2355779" y="516831"/>
                </a:lnTo>
                <a:lnTo>
                  <a:pt x="2361227" y="513376"/>
                </a:lnTo>
                <a:lnTo>
                  <a:pt x="2366712" y="514654"/>
                </a:lnTo>
                <a:lnTo>
                  <a:pt x="2372143" y="515972"/>
                </a:lnTo>
                <a:lnTo>
                  <a:pt x="2375547" y="521375"/>
                </a:lnTo>
                <a:lnTo>
                  <a:pt x="2373002" y="532335"/>
                </a:lnTo>
                <a:lnTo>
                  <a:pt x="2367554" y="535691"/>
                </a:lnTo>
                <a:lnTo>
                  <a:pt x="2362073" y="534418"/>
                </a:lnTo>
                <a:lnTo>
                  <a:pt x="2360060" y="533925"/>
                </a:lnTo>
                <a:lnTo>
                  <a:pt x="2358300" y="532921"/>
                </a:lnTo>
                <a:close/>
              </a:path>
              <a:path w="5142230" h="2300604">
                <a:moveTo>
                  <a:pt x="2219806" y="501864"/>
                </a:moveTo>
                <a:lnTo>
                  <a:pt x="2216253" y="498060"/>
                </a:lnTo>
                <a:lnTo>
                  <a:pt x="2215188" y="494672"/>
                </a:lnTo>
                <a:lnTo>
                  <a:pt x="2215964" y="491300"/>
                </a:lnTo>
                <a:lnTo>
                  <a:pt x="2217142" y="485816"/>
                </a:lnTo>
                <a:lnTo>
                  <a:pt x="2222548" y="482318"/>
                </a:lnTo>
                <a:lnTo>
                  <a:pt x="2227983" y="483541"/>
                </a:lnTo>
                <a:lnTo>
                  <a:pt x="2233466" y="484719"/>
                </a:lnTo>
                <a:lnTo>
                  <a:pt x="2236965" y="490126"/>
                </a:lnTo>
                <a:lnTo>
                  <a:pt x="2234609" y="501093"/>
                </a:lnTo>
                <a:lnTo>
                  <a:pt x="2229157" y="504542"/>
                </a:lnTo>
                <a:lnTo>
                  <a:pt x="2221611" y="502916"/>
                </a:lnTo>
                <a:lnTo>
                  <a:pt x="2219806" y="501864"/>
                </a:lnTo>
                <a:close/>
              </a:path>
              <a:path w="5142230" h="2300604">
                <a:moveTo>
                  <a:pt x="2289110" y="517111"/>
                </a:moveTo>
                <a:lnTo>
                  <a:pt x="2285552" y="513303"/>
                </a:lnTo>
                <a:lnTo>
                  <a:pt x="2284538" y="509968"/>
                </a:lnTo>
                <a:lnTo>
                  <a:pt x="2285263" y="506542"/>
                </a:lnTo>
                <a:lnTo>
                  <a:pt x="2286540" y="501067"/>
                </a:lnTo>
                <a:lnTo>
                  <a:pt x="2291939" y="497658"/>
                </a:lnTo>
                <a:lnTo>
                  <a:pt x="2297427" y="498841"/>
                </a:lnTo>
                <a:lnTo>
                  <a:pt x="2302862" y="500064"/>
                </a:lnTo>
                <a:lnTo>
                  <a:pt x="2306311" y="505516"/>
                </a:lnTo>
                <a:lnTo>
                  <a:pt x="2305088" y="510951"/>
                </a:lnTo>
                <a:lnTo>
                  <a:pt x="2303909" y="516434"/>
                </a:lnTo>
                <a:lnTo>
                  <a:pt x="2298457" y="519884"/>
                </a:lnTo>
                <a:lnTo>
                  <a:pt x="2292977" y="518612"/>
                </a:lnTo>
                <a:lnTo>
                  <a:pt x="2290915" y="518164"/>
                </a:lnTo>
                <a:lnTo>
                  <a:pt x="2289110" y="517111"/>
                </a:lnTo>
                <a:close/>
              </a:path>
              <a:path w="5142230" h="2300604">
                <a:moveTo>
                  <a:pt x="2150398" y="486896"/>
                </a:moveTo>
                <a:lnTo>
                  <a:pt x="2146840" y="483088"/>
                </a:lnTo>
                <a:lnTo>
                  <a:pt x="2145777" y="479799"/>
                </a:lnTo>
                <a:lnTo>
                  <a:pt x="2146552" y="476426"/>
                </a:lnTo>
                <a:lnTo>
                  <a:pt x="2147680" y="470889"/>
                </a:lnTo>
                <a:lnTo>
                  <a:pt x="2153038" y="467436"/>
                </a:lnTo>
                <a:lnTo>
                  <a:pt x="2158526" y="468619"/>
                </a:lnTo>
                <a:lnTo>
                  <a:pt x="2164058" y="469752"/>
                </a:lnTo>
                <a:lnTo>
                  <a:pt x="2167552" y="475154"/>
                </a:lnTo>
                <a:lnTo>
                  <a:pt x="2165196" y="486120"/>
                </a:lnTo>
                <a:lnTo>
                  <a:pt x="2159794" y="489624"/>
                </a:lnTo>
                <a:lnTo>
                  <a:pt x="2152249" y="487998"/>
                </a:lnTo>
                <a:lnTo>
                  <a:pt x="2150398" y="486896"/>
                </a:lnTo>
                <a:close/>
              </a:path>
              <a:path w="5142230" h="2300604">
                <a:moveTo>
                  <a:pt x="2632858" y="604064"/>
                </a:moveTo>
                <a:lnTo>
                  <a:pt x="2629300" y="600255"/>
                </a:lnTo>
                <a:lnTo>
                  <a:pt x="2628298" y="596544"/>
                </a:lnTo>
                <a:lnTo>
                  <a:pt x="2629363" y="592992"/>
                </a:lnTo>
                <a:lnTo>
                  <a:pt x="2630915" y="587616"/>
                </a:lnTo>
                <a:lnTo>
                  <a:pt x="2636539" y="584545"/>
                </a:lnTo>
                <a:lnTo>
                  <a:pt x="2647296" y="587654"/>
                </a:lnTo>
                <a:lnTo>
                  <a:pt x="2650407" y="593331"/>
                </a:lnTo>
                <a:lnTo>
                  <a:pt x="2647204" y="604075"/>
                </a:lnTo>
                <a:lnTo>
                  <a:pt x="2641581" y="607146"/>
                </a:lnTo>
                <a:lnTo>
                  <a:pt x="2634429" y="605061"/>
                </a:lnTo>
                <a:lnTo>
                  <a:pt x="2632858" y="604064"/>
                </a:lnTo>
                <a:close/>
              </a:path>
              <a:path w="5142230" h="2300604">
                <a:moveTo>
                  <a:pt x="2564635" y="584793"/>
                </a:moveTo>
                <a:lnTo>
                  <a:pt x="2561082" y="580990"/>
                </a:lnTo>
                <a:lnTo>
                  <a:pt x="2560072" y="577368"/>
                </a:lnTo>
                <a:lnTo>
                  <a:pt x="2562501" y="568433"/>
                </a:lnTo>
                <a:lnTo>
                  <a:pt x="2567730" y="565429"/>
                </a:lnTo>
                <a:lnTo>
                  <a:pt x="2568086" y="565224"/>
                </a:lnTo>
                <a:lnTo>
                  <a:pt x="2578886" y="568184"/>
                </a:lnTo>
                <a:lnTo>
                  <a:pt x="2582095" y="573769"/>
                </a:lnTo>
                <a:lnTo>
                  <a:pt x="2580593" y="579199"/>
                </a:lnTo>
                <a:lnTo>
                  <a:pt x="2579135" y="584579"/>
                </a:lnTo>
                <a:lnTo>
                  <a:pt x="2573906" y="587583"/>
                </a:lnTo>
                <a:lnTo>
                  <a:pt x="2573550" y="587788"/>
                </a:lnTo>
                <a:lnTo>
                  <a:pt x="2566255" y="585745"/>
                </a:lnTo>
                <a:lnTo>
                  <a:pt x="2564635" y="584793"/>
                </a:lnTo>
                <a:close/>
              </a:path>
              <a:path w="5142230" h="2300604">
                <a:moveTo>
                  <a:pt x="2496139" y="566599"/>
                </a:moveTo>
                <a:lnTo>
                  <a:pt x="2492541" y="562747"/>
                </a:lnTo>
                <a:lnTo>
                  <a:pt x="2491528" y="559219"/>
                </a:lnTo>
                <a:lnTo>
                  <a:pt x="2492401" y="555755"/>
                </a:lnTo>
                <a:lnTo>
                  <a:pt x="2493813" y="550327"/>
                </a:lnTo>
                <a:lnTo>
                  <a:pt x="2499353" y="547069"/>
                </a:lnTo>
                <a:lnTo>
                  <a:pt x="2510210" y="549894"/>
                </a:lnTo>
                <a:lnTo>
                  <a:pt x="2513417" y="555380"/>
                </a:lnTo>
                <a:lnTo>
                  <a:pt x="2512123" y="560739"/>
                </a:lnTo>
                <a:lnTo>
                  <a:pt x="2510692" y="566245"/>
                </a:lnTo>
                <a:lnTo>
                  <a:pt x="2505211" y="569468"/>
                </a:lnTo>
                <a:lnTo>
                  <a:pt x="2499852" y="568130"/>
                </a:lnTo>
                <a:lnTo>
                  <a:pt x="2497805" y="567600"/>
                </a:lnTo>
                <a:lnTo>
                  <a:pt x="2496139" y="566599"/>
                </a:lnTo>
                <a:close/>
              </a:path>
              <a:path w="5142230" h="2300604">
                <a:moveTo>
                  <a:pt x="2427328" y="549339"/>
                </a:moveTo>
                <a:lnTo>
                  <a:pt x="2423771" y="545531"/>
                </a:lnTo>
                <a:lnTo>
                  <a:pt x="2422714" y="542053"/>
                </a:lnTo>
                <a:lnTo>
                  <a:pt x="2423587" y="538589"/>
                </a:lnTo>
                <a:lnTo>
                  <a:pt x="2424905" y="533158"/>
                </a:lnTo>
                <a:lnTo>
                  <a:pt x="2430399" y="529851"/>
                </a:lnTo>
                <a:lnTo>
                  <a:pt x="2441262" y="532487"/>
                </a:lnTo>
                <a:lnTo>
                  <a:pt x="2444618" y="537936"/>
                </a:lnTo>
                <a:lnTo>
                  <a:pt x="2443251" y="543413"/>
                </a:lnTo>
                <a:lnTo>
                  <a:pt x="2441933" y="548845"/>
                </a:lnTo>
                <a:lnTo>
                  <a:pt x="2436484" y="552200"/>
                </a:lnTo>
                <a:lnTo>
                  <a:pt x="2429039" y="550388"/>
                </a:lnTo>
                <a:lnTo>
                  <a:pt x="2427328" y="549339"/>
                </a:lnTo>
                <a:close/>
              </a:path>
              <a:path w="5142230" h="2300604">
                <a:moveTo>
                  <a:pt x="2700707" y="624596"/>
                </a:moveTo>
                <a:lnTo>
                  <a:pt x="2697154" y="620793"/>
                </a:lnTo>
                <a:lnTo>
                  <a:pt x="2696151" y="616982"/>
                </a:lnTo>
                <a:lnTo>
                  <a:pt x="2697265" y="613385"/>
                </a:lnTo>
                <a:lnTo>
                  <a:pt x="2698952" y="608055"/>
                </a:lnTo>
                <a:lnTo>
                  <a:pt x="2704676" y="605092"/>
                </a:lnTo>
                <a:lnTo>
                  <a:pt x="2710000" y="606784"/>
                </a:lnTo>
                <a:lnTo>
                  <a:pt x="2715373" y="608430"/>
                </a:lnTo>
                <a:lnTo>
                  <a:pt x="2718296" y="614100"/>
                </a:lnTo>
                <a:lnTo>
                  <a:pt x="2716645" y="619469"/>
                </a:lnTo>
                <a:lnTo>
                  <a:pt x="2714958" y="624798"/>
                </a:lnTo>
                <a:lnTo>
                  <a:pt x="2709239" y="627766"/>
                </a:lnTo>
                <a:lnTo>
                  <a:pt x="2703914" y="626074"/>
                </a:lnTo>
                <a:lnTo>
                  <a:pt x="2702179" y="625586"/>
                </a:lnTo>
                <a:lnTo>
                  <a:pt x="2700707" y="624596"/>
                </a:lnTo>
                <a:close/>
              </a:path>
              <a:path w="5142230" h="2300604">
                <a:moveTo>
                  <a:pt x="1664414" y="380325"/>
                </a:moveTo>
                <a:lnTo>
                  <a:pt x="1660861" y="376522"/>
                </a:lnTo>
                <a:lnTo>
                  <a:pt x="1659894" y="373043"/>
                </a:lnTo>
                <a:lnTo>
                  <a:pt x="1660673" y="369576"/>
                </a:lnTo>
                <a:lnTo>
                  <a:pt x="1661991" y="364144"/>
                </a:lnTo>
                <a:lnTo>
                  <a:pt x="1667534" y="360792"/>
                </a:lnTo>
                <a:lnTo>
                  <a:pt x="1678438" y="363472"/>
                </a:lnTo>
                <a:lnTo>
                  <a:pt x="1681744" y="368966"/>
                </a:lnTo>
                <a:lnTo>
                  <a:pt x="1680431" y="374403"/>
                </a:lnTo>
                <a:lnTo>
                  <a:pt x="1679064" y="379880"/>
                </a:lnTo>
                <a:lnTo>
                  <a:pt x="1673570" y="383186"/>
                </a:lnTo>
                <a:lnTo>
                  <a:pt x="1666125" y="381375"/>
                </a:lnTo>
                <a:lnTo>
                  <a:pt x="1664414" y="380325"/>
                </a:lnTo>
                <a:close/>
              </a:path>
              <a:path w="5142230" h="2300604">
                <a:moveTo>
                  <a:pt x="2080931" y="472257"/>
                </a:moveTo>
                <a:lnTo>
                  <a:pt x="2077378" y="468454"/>
                </a:lnTo>
                <a:lnTo>
                  <a:pt x="2076314" y="465066"/>
                </a:lnTo>
                <a:lnTo>
                  <a:pt x="2078219" y="456255"/>
                </a:lnTo>
                <a:lnTo>
                  <a:pt x="2083580" y="452708"/>
                </a:lnTo>
                <a:lnTo>
                  <a:pt x="2094546" y="455064"/>
                </a:lnTo>
                <a:lnTo>
                  <a:pt x="2097999" y="460422"/>
                </a:lnTo>
                <a:lnTo>
                  <a:pt x="2096915" y="465909"/>
                </a:lnTo>
                <a:lnTo>
                  <a:pt x="2095737" y="471392"/>
                </a:lnTo>
                <a:lnTo>
                  <a:pt x="2090331" y="474890"/>
                </a:lnTo>
                <a:lnTo>
                  <a:pt x="2082737" y="473310"/>
                </a:lnTo>
                <a:lnTo>
                  <a:pt x="2080931" y="472257"/>
                </a:lnTo>
                <a:close/>
              </a:path>
              <a:path w="5142230" h="2300604">
                <a:moveTo>
                  <a:pt x="1595418" y="362964"/>
                </a:moveTo>
                <a:lnTo>
                  <a:pt x="1591865" y="359161"/>
                </a:lnTo>
                <a:lnTo>
                  <a:pt x="1590852" y="355633"/>
                </a:lnTo>
                <a:lnTo>
                  <a:pt x="1593182" y="346690"/>
                </a:lnTo>
                <a:lnTo>
                  <a:pt x="1598609" y="343507"/>
                </a:lnTo>
                <a:lnTo>
                  <a:pt x="1609583" y="346262"/>
                </a:lnTo>
                <a:lnTo>
                  <a:pt x="1612841" y="351802"/>
                </a:lnTo>
                <a:lnTo>
                  <a:pt x="1611424" y="357030"/>
                </a:lnTo>
                <a:lnTo>
                  <a:pt x="1609971" y="362610"/>
                </a:lnTo>
                <a:lnTo>
                  <a:pt x="1604476" y="365916"/>
                </a:lnTo>
                <a:lnTo>
                  <a:pt x="1599169" y="364535"/>
                </a:lnTo>
                <a:lnTo>
                  <a:pt x="1597079" y="363960"/>
                </a:lnTo>
                <a:lnTo>
                  <a:pt x="1595418" y="362964"/>
                </a:lnTo>
                <a:close/>
              </a:path>
              <a:path w="5142230" h="2300604">
                <a:moveTo>
                  <a:pt x="2011419" y="457569"/>
                </a:moveTo>
                <a:lnTo>
                  <a:pt x="2007867" y="453766"/>
                </a:lnTo>
                <a:lnTo>
                  <a:pt x="2006798" y="450472"/>
                </a:lnTo>
                <a:lnTo>
                  <a:pt x="2007480" y="447096"/>
                </a:lnTo>
                <a:lnTo>
                  <a:pt x="2008658" y="441613"/>
                </a:lnTo>
                <a:lnTo>
                  <a:pt x="2014064" y="438115"/>
                </a:lnTo>
                <a:lnTo>
                  <a:pt x="2019498" y="439239"/>
                </a:lnTo>
                <a:lnTo>
                  <a:pt x="2024986" y="440422"/>
                </a:lnTo>
                <a:lnTo>
                  <a:pt x="2028533" y="445783"/>
                </a:lnTo>
                <a:lnTo>
                  <a:pt x="2026177" y="456750"/>
                </a:lnTo>
                <a:lnTo>
                  <a:pt x="2020816" y="460297"/>
                </a:lnTo>
                <a:lnTo>
                  <a:pt x="2015328" y="459114"/>
                </a:lnTo>
                <a:lnTo>
                  <a:pt x="2013225" y="458622"/>
                </a:lnTo>
                <a:lnTo>
                  <a:pt x="2011419" y="457569"/>
                </a:lnTo>
                <a:close/>
              </a:path>
              <a:path w="5142230" h="2300604">
                <a:moveTo>
                  <a:pt x="1872356" y="427956"/>
                </a:moveTo>
                <a:lnTo>
                  <a:pt x="1868804" y="424153"/>
                </a:lnTo>
                <a:lnTo>
                  <a:pt x="1867784" y="420814"/>
                </a:lnTo>
                <a:lnTo>
                  <a:pt x="1868560" y="417441"/>
                </a:lnTo>
                <a:lnTo>
                  <a:pt x="1869738" y="411958"/>
                </a:lnTo>
                <a:lnTo>
                  <a:pt x="1875145" y="408459"/>
                </a:lnTo>
                <a:lnTo>
                  <a:pt x="1880579" y="409683"/>
                </a:lnTo>
                <a:lnTo>
                  <a:pt x="1886063" y="410861"/>
                </a:lnTo>
                <a:lnTo>
                  <a:pt x="1889561" y="416267"/>
                </a:lnTo>
                <a:lnTo>
                  <a:pt x="1888337" y="421702"/>
                </a:lnTo>
                <a:lnTo>
                  <a:pt x="1887159" y="427186"/>
                </a:lnTo>
                <a:lnTo>
                  <a:pt x="1881753" y="430684"/>
                </a:lnTo>
                <a:lnTo>
                  <a:pt x="1874203" y="429053"/>
                </a:lnTo>
                <a:lnTo>
                  <a:pt x="1872356" y="427956"/>
                </a:lnTo>
                <a:close/>
              </a:path>
              <a:path w="5142230" h="2300604">
                <a:moveTo>
                  <a:pt x="1941908" y="442882"/>
                </a:moveTo>
                <a:lnTo>
                  <a:pt x="1938355" y="439078"/>
                </a:lnTo>
                <a:lnTo>
                  <a:pt x="1937287" y="435784"/>
                </a:lnTo>
                <a:lnTo>
                  <a:pt x="1939146" y="426925"/>
                </a:lnTo>
                <a:lnTo>
                  <a:pt x="1944553" y="423427"/>
                </a:lnTo>
                <a:lnTo>
                  <a:pt x="1955474" y="425734"/>
                </a:lnTo>
                <a:lnTo>
                  <a:pt x="1959021" y="431095"/>
                </a:lnTo>
                <a:lnTo>
                  <a:pt x="1956665" y="442062"/>
                </a:lnTo>
                <a:lnTo>
                  <a:pt x="1951258" y="445560"/>
                </a:lnTo>
                <a:lnTo>
                  <a:pt x="1945820" y="444431"/>
                </a:lnTo>
                <a:lnTo>
                  <a:pt x="1943713" y="443934"/>
                </a:lnTo>
                <a:lnTo>
                  <a:pt x="1941908" y="442882"/>
                </a:lnTo>
                <a:close/>
              </a:path>
              <a:path w="5142230" h="2300604">
                <a:moveTo>
                  <a:pt x="3094668" y="782798"/>
                </a:moveTo>
                <a:lnTo>
                  <a:pt x="3091070" y="778946"/>
                </a:lnTo>
                <a:lnTo>
                  <a:pt x="3090330" y="774341"/>
                </a:lnTo>
                <a:lnTo>
                  <a:pt x="3092301" y="770391"/>
                </a:lnTo>
                <a:lnTo>
                  <a:pt x="3094877" y="765427"/>
                </a:lnTo>
                <a:lnTo>
                  <a:pt x="3100987" y="763463"/>
                </a:lnTo>
                <a:lnTo>
                  <a:pt x="3105951" y="766040"/>
                </a:lnTo>
                <a:lnTo>
                  <a:pt x="3110961" y="768573"/>
                </a:lnTo>
                <a:lnTo>
                  <a:pt x="3112927" y="774681"/>
                </a:lnTo>
                <a:lnTo>
                  <a:pt x="3110400" y="779698"/>
                </a:lnTo>
                <a:lnTo>
                  <a:pt x="3107775" y="784707"/>
                </a:lnTo>
                <a:lnTo>
                  <a:pt x="3101784" y="786603"/>
                </a:lnTo>
                <a:lnTo>
                  <a:pt x="3095635" y="783539"/>
                </a:lnTo>
                <a:lnTo>
                  <a:pt x="3094668" y="782798"/>
                </a:lnTo>
                <a:close/>
              </a:path>
              <a:path w="5142230" h="2300604">
                <a:moveTo>
                  <a:pt x="1700059" y="319269"/>
                </a:moveTo>
                <a:lnTo>
                  <a:pt x="1696642" y="315612"/>
                </a:lnTo>
                <a:lnTo>
                  <a:pt x="1695668" y="312321"/>
                </a:lnTo>
                <a:lnTo>
                  <a:pt x="1697658" y="303797"/>
                </a:lnTo>
                <a:lnTo>
                  <a:pt x="1702866" y="300575"/>
                </a:lnTo>
                <a:lnTo>
                  <a:pt x="1713359" y="303010"/>
                </a:lnTo>
                <a:lnTo>
                  <a:pt x="1716580" y="308218"/>
                </a:lnTo>
                <a:lnTo>
                  <a:pt x="1714141" y="318705"/>
                </a:lnTo>
                <a:lnTo>
                  <a:pt x="1708889" y="321977"/>
                </a:lnTo>
                <a:lnTo>
                  <a:pt x="1703692" y="320715"/>
                </a:lnTo>
                <a:lnTo>
                  <a:pt x="1701724" y="320270"/>
                </a:lnTo>
                <a:lnTo>
                  <a:pt x="1700059" y="319269"/>
                </a:lnTo>
                <a:close/>
              </a:path>
              <a:path w="5142230" h="2300604">
                <a:moveTo>
                  <a:pt x="1838480" y="350933"/>
                </a:moveTo>
                <a:lnTo>
                  <a:pt x="1835064" y="347276"/>
                </a:lnTo>
                <a:lnTo>
                  <a:pt x="1834046" y="344035"/>
                </a:lnTo>
                <a:lnTo>
                  <a:pt x="1834819" y="340757"/>
                </a:lnTo>
                <a:lnTo>
                  <a:pt x="1835987" y="335557"/>
                </a:lnTo>
                <a:lnTo>
                  <a:pt x="1841194" y="332236"/>
                </a:lnTo>
                <a:lnTo>
                  <a:pt x="1851645" y="334626"/>
                </a:lnTo>
                <a:lnTo>
                  <a:pt x="1854911" y="339784"/>
                </a:lnTo>
                <a:lnTo>
                  <a:pt x="1853793" y="345038"/>
                </a:lnTo>
                <a:lnTo>
                  <a:pt x="1852624" y="350239"/>
                </a:lnTo>
                <a:lnTo>
                  <a:pt x="1847413" y="353555"/>
                </a:lnTo>
                <a:lnTo>
                  <a:pt x="1840199" y="351893"/>
                </a:lnTo>
                <a:lnTo>
                  <a:pt x="1838480" y="350933"/>
                </a:lnTo>
                <a:close/>
              </a:path>
              <a:path w="5142230" h="2300604">
                <a:moveTo>
                  <a:pt x="3518738" y="1206257"/>
                </a:moveTo>
                <a:lnTo>
                  <a:pt x="3515276" y="1202551"/>
                </a:lnTo>
                <a:lnTo>
                  <a:pt x="3514605" y="1201442"/>
                </a:lnTo>
                <a:lnTo>
                  <a:pt x="3514124" y="1200148"/>
                </a:lnTo>
                <a:lnTo>
                  <a:pt x="3512367" y="1195041"/>
                </a:lnTo>
                <a:lnTo>
                  <a:pt x="3515014" y="1189464"/>
                </a:lnTo>
                <a:lnTo>
                  <a:pt x="3525252" y="1185959"/>
                </a:lnTo>
                <a:lnTo>
                  <a:pt x="3530713" y="1188678"/>
                </a:lnTo>
                <a:lnTo>
                  <a:pt x="3534235" y="1198801"/>
                </a:lnTo>
                <a:lnTo>
                  <a:pt x="3531543" y="1204329"/>
                </a:lnTo>
                <a:lnTo>
                  <a:pt x="3522757" y="1207433"/>
                </a:lnTo>
                <a:lnTo>
                  <a:pt x="3518738" y="1206257"/>
                </a:lnTo>
                <a:close/>
              </a:path>
              <a:path w="5142230" h="2300604">
                <a:moveTo>
                  <a:pt x="3541184" y="1273586"/>
                </a:moveTo>
                <a:lnTo>
                  <a:pt x="3537722" y="1269880"/>
                </a:lnTo>
                <a:lnTo>
                  <a:pt x="3536960" y="1268674"/>
                </a:lnTo>
                <a:lnTo>
                  <a:pt x="3536537" y="1267244"/>
                </a:lnTo>
                <a:lnTo>
                  <a:pt x="3534865" y="1262131"/>
                </a:lnTo>
                <a:lnTo>
                  <a:pt x="3537700" y="1256661"/>
                </a:lnTo>
                <a:lnTo>
                  <a:pt x="3547632" y="1253413"/>
                </a:lnTo>
                <a:lnTo>
                  <a:pt x="3547912" y="1253322"/>
                </a:lnTo>
                <a:lnTo>
                  <a:pt x="3553431" y="1256200"/>
                </a:lnTo>
                <a:lnTo>
                  <a:pt x="3555009" y="1261310"/>
                </a:lnTo>
                <a:lnTo>
                  <a:pt x="3556672" y="1266414"/>
                </a:lnTo>
                <a:lnTo>
                  <a:pt x="3553846" y="1271893"/>
                </a:lnTo>
                <a:lnTo>
                  <a:pt x="3548734" y="1273555"/>
                </a:lnTo>
                <a:lnTo>
                  <a:pt x="3545059" y="1274705"/>
                </a:lnTo>
                <a:lnTo>
                  <a:pt x="3541184" y="1273586"/>
                </a:lnTo>
                <a:close/>
              </a:path>
              <a:path w="5142230" h="2300604">
                <a:moveTo>
                  <a:pt x="1977187" y="381435"/>
                </a:moveTo>
                <a:lnTo>
                  <a:pt x="1973771" y="377778"/>
                </a:lnTo>
                <a:lnTo>
                  <a:pt x="1972749" y="374533"/>
                </a:lnTo>
                <a:lnTo>
                  <a:pt x="1973472" y="371300"/>
                </a:lnTo>
                <a:lnTo>
                  <a:pt x="1974595" y="366051"/>
                </a:lnTo>
                <a:lnTo>
                  <a:pt x="1979802" y="362730"/>
                </a:lnTo>
                <a:lnTo>
                  <a:pt x="1985007" y="363903"/>
                </a:lnTo>
                <a:lnTo>
                  <a:pt x="1990257" y="365026"/>
                </a:lnTo>
                <a:lnTo>
                  <a:pt x="1993617" y="370187"/>
                </a:lnTo>
                <a:lnTo>
                  <a:pt x="1992494" y="375437"/>
                </a:lnTo>
                <a:lnTo>
                  <a:pt x="1991327" y="380736"/>
                </a:lnTo>
                <a:lnTo>
                  <a:pt x="1986160" y="384002"/>
                </a:lnTo>
                <a:lnTo>
                  <a:pt x="1980915" y="382884"/>
                </a:lnTo>
                <a:lnTo>
                  <a:pt x="1978898" y="382485"/>
                </a:lnTo>
                <a:lnTo>
                  <a:pt x="1977187" y="381435"/>
                </a:lnTo>
                <a:close/>
              </a:path>
              <a:path w="5142230" h="2300604">
                <a:moveTo>
                  <a:pt x="1769243" y="335268"/>
                </a:moveTo>
                <a:lnTo>
                  <a:pt x="1765826" y="331611"/>
                </a:lnTo>
                <a:lnTo>
                  <a:pt x="1764804" y="328365"/>
                </a:lnTo>
                <a:lnTo>
                  <a:pt x="1766793" y="319841"/>
                </a:lnTo>
                <a:lnTo>
                  <a:pt x="1771997" y="316614"/>
                </a:lnTo>
                <a:lnTo>
                  <a:pt x="1782444" y="319000"/>
                </a:lnTo>
                <a:lnTo>
                  <a:pt x="1785719" y="324168"/>
                </a:lnTo>
                <a:lnTo>
                  <a:pt x="1784502" y="329414"/>
                </a:lnTo>
                <a:lnTo>
                  <a:pt x="1783330" y="334708"/>
                </a:lnTo>
                <a:lnTo>
                  <a:pt x="1778122" y="337930"/>
                </a:lnTo>
                <a:lnTo>
                  <a:pt x="1770903" y="336264"/>
                </a:lnTo>
                <a:lnTo>
                  <a:pt x="1769243" y="335268"/>
                </a:lnTo>
                <a:close/>
              </a:path>
              <a:path w="5142230" h="2300604">
                <a:moveTo>
                  <a:pt x="1907781" y="366274"/>
                </a:moveTo>
                <a:lnTo>
                  <a:pt x="1904365" y="362617"/>
                </a:lnTo>
                <a:lnTo>
                  <a:pt x="1903393" y="359426"/>
                </a:lnTo>
                <a:lnTo>
                  <a:pt x="1905288" y="350898"/>
                </a:lnTo>
                <a:lnTo>
                  <a:pt x="1910446" y="347623"/>
                </a:lnTo>
                <a:lnTo>
                  <a:pt x="1920949" y="349873"/>
                </a:lnTo>
                <a:lnTo>
                  <a:pt x="1924261" y="355080"/>
                </a:lnTo>
                <a:lnTo>
                  <a:pt x="1921925" y="365580"/>
                </a:lnTo>
                <a:lnTo>
                  <a:pt x="1916763" y="368851"/>
                </a:lnTo>
                <a:lnTo>
                  <a:pt x="1911513" y="367728"/>
                </a:lnTo>
                <a:lnTo>
                  <a:pt x="1909546" y="367283"/>
                </a:lnTo>
                <a:lnTo>
                  <a:pt x="1907781" y="366274"/>
                </a:lnTo>
                <a:close/>
              </a:path>
              <a:path w="5142230" h="2300604">
                <a:moveTo>
                  <a:pt x="4267840" y="2283113"/>
                </a:moveTo>
                <a:lnTo>
                  <a:pt x="4263911" y="2278907"/>
                </a:lnTo>
                <a:lnTo>
                  <a:pt x="4263675" y="2273572"/>
                </a:lnTo>
                <a:lnTo>
                  <a:pt x="4266738" y="2269715"/>
                </a:lnTo>
                <a:lnTo>
                  <a:pt x="4270138" y="2265535"/>
                </a:lnTo>
                <a:lnTo>
                  <a:pt x="4276244" y="2264936"/>
                </a:lnTo>
                <a:lnTo>
                  <a:pt x="4284564" y="2271691"/>
                </a:lnTo>
                <a:lnTo>
                  <a:pt x="4285248" y="2277800"/>
                </a:lnTo>
                <a:lnTo>
                  <a:pt x="4278502" y="2286120"/>
                </a:lnTo>
                <a:lnTo>
                  <a:pt x="4272384" y="2286804"/>
                </a:lnTo>
                <a:lnTo>
                  <a:pt x="4267840" y="2283113"/>
                </a:lnTo>
                <a:close/>
              </a:path>
              <a:path w="5142230" h="2300604">
                <a:moveTo>
                  <a:pt x="3562436" y="1341300"/>
                </a:moveTo>
                <a:lnTo>
                  <a:pt x="3558975" y="1337594"/>
                </a:lnTo>
                <a:lnTo>
                  <a:pt x="3558262" y="1336343"/>
                </a:lnTo>
                <a:lnTo>
                  <a:pt x="3556215" y="1329753"/>
                </a:lnTo>
                <a:lnTo>
                  <a:pt x="3559091" y="1324328"/>
                </a:lnTo>
                <a:lnTo>
                  <a:pt x="3564201" y="1322760"/>
                </a:lnTo>
                <a:lnTo>
                  <a:pt x="3569354" y="1321141"/>
                </a:lnTo>
                <a:lnTo>
                  <a:pt x="3574780" y="1324017"/>
                </a:lnTo>
                <a:lnTo>
                  <a:pt x="3577926" y="1334227"/>
                </a:lnTo>
                <a:lnTo>
                  <a:pt x="3575096" y="1339701"/>
                </a:lnTo>
                <a:lnTo>
                  <a:pt x="3566268" y="1342469"/>
                </a:lnTo>
                <a:lnTo>
                  <a:pt x="3562436" y="1341300"/>
                </a:lnTo>
                <a:close/>
              </a:path>
              <a:path w="5142230" h="2300604">
                <a:moveTo>
                  <a:pt x="3193834" y="752791"/>
                </a:moveTo>
                <a:lnTo>
                  <a:pt x="3189722" y="748389"/>
                </a:lnTo>
                <a:lnTo>
                  <a:pt x="3189193" y="743622"/>
                </a:lnTo>
                <a:lnTo>
                  <a:pt x="3194259" y="735653"/>
                </a:lnTo>
                <a:lnTo>
                  <a:pt x="3194481" y="735304"/>
                </a:lnTo>
                <a:lnTo>
                  <a:pt x="3200517" y="733947"/>
                </a:lnTo>
                <a:lnTo>
                  <a:pt x="3205001" y="736890"/>
                </a:lnTo>
                <a:lnTo>
                  <a:pt x="3209530" y="739782"/>
                </a:lnTo>
                <a:lnTo>
                  <a:pt x="3210881" y="745824"/>
                </a:lnTo>
                <a:lnTo>
                  <a:pt x="3208166" y="749953"/>
                </a:lnTo>
                <a:lnTo>
                  <a:pt x="3205048" y="754825"/>
                </a:lnTo>
                <a:lnTo>
                  <a:pt x="3199060" y="756136"/>
                </a:lnTo>
                <a:lnTo>
                  <a:pt x="3193834" y="752791"/>
                </a:lnTo>
                <a:close/>
              </a:path>
              <a:path w="5142230" h="2300604">
                <a:moveTo>
                  <a:pt x="3252032" y="793489"/>
                </a:moveTo>
                <a:lnTo>
                  <a:pt x="3247591" y="788735"/>
                </a:lnTo>
                <a:lnTo>
                  <a:pt x="3247314" y="783651"/>
                </a:lnTo>
                <a:lnTo>
                  <a:pt x="3250229" y="779833"/>
                </a:lnTo>
                <a:lnTo>
                  <a:pt x="3253440" y="775546"/>
                </a:lnTo>
                <a:lnTo>
                  <a:pt x="3259556" y="774763"/>
                </a:lnTo>
                <a:lnTo>
                  <a:pt x="3263788" y="778023"/>
                </a:lnTo>
                <a:lnTo>
                  <a:pt x="3268070" y="781237"/>
                </a:lnTo>
                <a:lnTo>
                  <a:pt x="3268903" y="787307"/>
                </a:lnTo>
                <a:lnTo>
                  <a:pt x="3262428" y="795921"/>
                </a:lnTo>
                <a:lnTo>
                  <a:pt x="3256311" y="796705"/>
                </a:lnTo>
                <a:lnTo>
                  <a:pt x="3252032" y="793489"/>
                </a:lnTo>
                <a:close/>
              </a:path>
              <a:path w="5142230" h="2300604">
                <a:moveTo>
                  <a:pt x="3305058" y="838917"/>
                </a:moveTo>
                <a:lnTo>
                  <a:pt x="3301182" y="834767"/>
                </a:lnTo>
                <a:lnTo>
                  <a:pt x="3301198" y="828918"/>
                </a:lnTo>
                <a:lnTo>
                  <a:pt x="3304820" y="825169"/>
                </a:lnTo>
                <a:lnTo>
                  <a:pt x="3308492" y="821282"/>
                </a:lnTo>
                <a:lnTo>
                  <a:pt x="3314680" y="821163"/>
                </a:lnTo>
                <a:lnTo>
                  <a:pt x="3322400" y="828643"/>
                </a:lnTo>
                <a:lnTo>
                  <a:pt x="3322478" y="834788"/>
                </a:lnTo>
                <a:lnTo>
                  <a:pt x="3318806" y="838675"/>
                </a:lnTo>
                <a:lnTo>
                  <a:pt x="3315086" y="842516"/>
                </a:lnTo>
                <a:lnTo>
                  <a:pt x="3308898" y="842635"/>
                </a:lnTo>
                <a:lnTo>
                  <a:pt x="3305058" y="838917"/>
                </a:lnTo>
                <a:close/>
              </a:path>
              <a:path w="5142230" h="2300604">
                <a:moveTo>
                  <a:pt x="2871628" y="605912"/>
                </a:moveTo>
                <a:lnTo>
                  <a:pt x="2868212" y="602255"/>
                </a:lnTo>
                <a:lnTo>
                  <a:pt x="2867300" y="598542"/>
                </a:lnTo>
                <a:lnTo>
                  <a:pt x="2870089" y="590091"/>
                </a:lnTo>
                <a:lnTo>
                  <a:pt x="2870137" y="589947"/>
                </a:lnTo>
                <a:lnTo>
                  <a:pt x="2875711" y="587214"/>
                </a:lnTo>
                <a:lnTo>
                  <a:pt x="2885839" y="590628"/>
                </a:lnTo>
                <a:lnTo>
                  <a:pt x="2888580" y="596103"/>
                </a:lnTo>
                <a:lnTo>
                  <a:pt x="2885255" y="606131"/>
                </a:lnTo>
                <a:lnTo>
                  <a:pt x="2885207" y="606275"/>
                </a:lnTo>
                <a:lnTo>
                  <a:pt x="2879684" y="609061"/>
                </a:lnTo>
                <a:lnTo>
                  <a:pt x="2873014" y="606809"/>
                </a:lnTo>
                <a:lnTo>
                  <a:pt x="2871628" y="605912"/>
                </a:lnTo>
                <a:close/>
              </a:path>
              <a:path w="5142230" h="2300604">
                <a:moveTo>
                  <a:pt x="2804051" y="584303"/>
                </a:moveTo>
                <a:lnTo>
                  <a:pt x="2800635" y="580646"/>
                </a:lnTo>
                <a:lnTo>
                  <a:pt x="2799720" y="577027"/>
                </a:lnTo>
                <a:lnTo>
                  <a:pt x="2802324" y="568476"/>
                </a:lnTo>
                <a:lnTo>
                  <a:pt x="2807806" y="565547"/>
                </a:lnTo>
                <a:lnTo>
                  <a:pt x="2818083" y="568730"/>
                </a:lnTo>
                <a:lnTo>
                  <a:pt x="2820914" y="574203"/>
                </a:lnTo>
                <a:lnTo>
                  <a:pt x="2819376" y="579301"/>
                </a:lnTo>
                <a:lnTo>
                  <a:pt x="2817780" y="584435"/>
                </a:lnTo>
                <a:lnTo>
                  <a:pt x="2812352" y="587324"/>
                </a:lnTo>
                <a:lnTo>
                  <a:pt x="2805531" y="585203"/>
                </a:lnTo>
                <a:lnTo>
                  <a:pt x="2804051" y="584303"/>
                </a:lnTo>
                <a:close/>
              </a:path>
              <a:path w="5142230" h="2300604">
                <a:moveTo>
                  <a:pt x="3069282" y="683974"/>
                </a:moveTo>
                <a:lnTo>
                  <a:pt x="3065815" y="680263"/>
                </a:lnTo>
                <a:lnTo>
                  <a:pt x="3065063" y="676035"/>
                </a:lnTo>
                <a:lnTo>
                  <a:pt x="3069088" y="667444"/>
                </a:lnTo>
                <a:lnTo>
                  <a:pt x="3074914" y="665371"/>
                </a:lnTo>
                <a:lnTo>
                  <a:pt x="3079745" y="667707"/>
                </a:lnTo>
                <a:lnTo>
                  <a:pt x="3084623" y="669999"/>
                </a:lnTo>
                <a:lnTo>
                  <a:pt x="3086694" y="675834"/>
                </a:lnTo>
                <a:lnTo>
                  <a:pt x="3082022" y="685495"/>
                </a:lnTo>
                <a:lnTo>
                  <a:pt x="3076283" y="687560"/>
                </a:lnTo>
                <a:lnTo>
                  <a:pt x="3070247" y="684716"/>
                </a:lnTo>
                <a:lnTo>
                  <a:pt x="3069282" y="683974"/>
                </a:lnTo>
                <a:close/>
              </a:path>
              <a:path w="5142230" h="2300604">
                <a:moveTo>
                  <a:pt x="3943192" y="2006745"/>
                </a:moveTo>
                <a:lnTo>
                  <a:pt x="3939452" y="2002741"/>
                </a:lnTo>
                <a:lnTo>
                  <a:pt x="3939422" y="1996844"/>
                </a:lnTo>
                <a:lnTo>
                  <a:pt x="3943088" y="1993145"/>
                </a:lnTo>
                <a:lnTo>
                  <a:pt x="3946856" y="1989260"/>
                </a:lnTo>
                <a:lnTo>
                  <a:pt x="3952996" y="1989186"/>
                </a:lnTo>
                <a:lnTo>
                  <a:pt x="3960669" y="1996618"/>
                </a:lnTo>
                <a:lnTo>
                  <a:pt x="3960793" y="2002812"/>
                </a:lnTo>
                <a:lnTo>
                  <a:pt x="3957026" y="2006696"/>
                </a:lnTo>
                <a:lnTo>
                  <a:pt x="3953262" y="2010487"/>
                </a:lnTo>
                <a:lnTo>
                  <a:pt x="3947122" y="2010561"/>
                </a:lnTo>
                <a:lnTo>
                  <a:pt x="3943192" y="2006745"/>
                </a:lnTo>
                <a:close/>
              </a:path>
              <a:path w="5142230" h="2300604">
                <a:moveTo>
                  <a:pt x="3848804" y="1907366"/>
                </a:moveTo>
                <a:lnTo>
                  <a:pt x="3845018" y="1903314"/>
                </a:lnTo>
                <a:lnTo>
                  <a:pt x="3841480" y="1899233"/>
                </a:lnTo>
                <a:lnTo>
                  <a:pt x="3841877" y="1893109"/>
                </a:lnTo>
                <a:lnTo>
                  <a:pt x="3849445" y="1886548"/>
                </a:lnTo>
                <a:lnTo>
                  <a:pt x="3850001" y="1886068"/>
                </a:lnTo>
                <a:lnTo>
                  <a:pt x="3856165" y="1886509"/>
                </a:lnTo>
                <a:lnTo>
                  <a:pt x="3863211" y="1894638"/>
                </a:lnTo>
                <a:lnTo>
                  <a:pt x="3862719" y="1900758"/>
                </a:lnTo>
                <a:lnTo>
                  <a:pt x="3859233" y="1903771"/>
                </a:lnTo>
                <a:lnTo>
                  <a:pt x="3858677" y="1904251"/>
                </a:lnTo>
                <a:lnTo>
                  <a:pt x="3854739" y="1907757"/>
                </a:lnTo>
                <a:lnTo>
                  <a:pt x="3848804" y="1907366"/>
                </a:lnTo>
                <a:close/>
              </a:path>
              <a:path w="5142230" h="2300604">
                <a:moveTo>
                  <a:pt x="2392878" y="473948"/>
                </a:moveTo>
                <a:lnTo>
                  <a:pt x="2389461" y="470291"/>
                </a:lnTo>
                <a:lnTo>
                  <a:pt x="2389123" y="469146"/>
                </a:lnTo>
                <a:lnTo>
                  <a:pt x="2388506" y="466923"/>
                </a:lnTo>
                <a:lnTo>
                  <a:pt x="2390527" y="458529"/>
                </a:lnTo>
                <a:lnTo>
                  <a:pt x="2395731" y="455303"/>
                </a:lnTo>
                <a:lnTo>
                  <a:pt x="2400982" y="456525"/>
                </a:lnTo>
                <a:lnTo>
                  <a:pt x="2406179" y="457788"/>
                </a:lnTo>
                <a:lnTo>
                  <a:pt x="2409401" y="462996"/>
                </a:lnTo>
                <a:lnTo>
                  <a:pt x="2408184" y="468242"/>
                </a:lnTo>
                <a:lnTo>
                  <a:pt x="2406921" y="473439"/>
                </a:lnTo>
                <a:lnTo>
                  <a:pt x="2401713" y="476661"/>
                </a:lnTo>
                <a:lnTo>
                  <a:pt x="2396466" y="475444"/>
                </a:lnTo>
                <a:lnTo>
                  <a:pt x="2394548" y="474954"/>
                </a:lnTo>
                <a:lnTo>
                  <a:pt x="2392878" y="473948"/>
                </a:lnTo>
                <a:close/>
              </a:path>
              <a:path w="5142230" h="2300604">
                <a:moveTo>
                  <a:pt x="2667787" y="544588"/>
                </a:moveTo>
                <a:lnTo>
                  <a:pt x="2664371" y="540931"/>
                </a:lnTo>
                <a:lnTo>
                  <a:pt x="2663452" y="537406"/>
                </a:lnTo>
                <a:lnTo>
                  <a:pt x="2664367" y="533987"/>
                </a:lnTo>
                <a:lnTo>
                  <a:pt x="2665819" y="528895"/>
                </a:lnTo>
                <a:lnTo>
                  <a:pt x="2670790" y="526103"/>
                </a:lnTo>
                <a:lnTo>
                  <a:pt x="2671210" y="525868"/>
                </a:lnTo>
                <a:lnTo>
                  <a:pt x="2681546" y="528722"/>
                </a:lnTo>
                <a:lnTo>
                  <a:pt x="2684573" y="534112"/>
                </a:lnTo>
                <a:lnTo>
                  <a:pt x="2683076" y="539255"/>
                </a:lnTo>
                <a:lnTo>
                  <a:pt x="2681624" y="544445"/>
                </a:lnTo>
                <a:lnTo>
                  <a:pt x="2676229" y="547467"/>
                </a:lnTo>
                <a:lnTo>
                  <a:pt x="2671137" y="546024"/>
                </a:lnTo>
                <a:lnTo>
                  <a:pt x="2669313" y="545537"/>
                </a:lnTo>
                <a:lnTo>
                  <a:pt x="2667787" y="544588"/>
                </a:lnTo>
                <a:close/>
              </a:path>
              <a:path w="5142230" h="2300604">
                <a:moveTo>
                  <a:pt x="2530710" y="507815"/>
                </a:moveTo>
                <a:lnTo>
                  <a:pt x="2527344" y="504212"/>
                </a:lnTo>
                <a:lnTo>
                  <a:pt x="2526328" y="500778"/>
                </a:lnTo>
                <a:lnTo>
                  <a:pt x="2527194" y="497503"/>
                </a:lnTo>
                <a:lnTo>
                  <a:pt x="2528506" y="492260"/>
                </a:lnTo>
                <a:lnTo>
                  <a:pt x="2533801" y="489131"/>
                </a:lnTo>
                <a:lnTo>
                  <a:pt x="2538999" y="490493"/>
                </a:lnTo>
                <a:lnTo>
                  <a:pt x="2544242" y="491804"/>
                </a:lnTo>
                <a:lnTo>
                  <a:pt x="2547367" y="497104"/>
                </a:lnTo>
                <a:lnTo>
                  <a:pt x="2544652" y="507492"/>
                </a:lnTo>
                <a:lnTo>
                  <a:pt x="2539457" y="510630"/>
                </a:lnTo>
                <a:lnTo>
                  <a:pt x="2534321" y="509335"/>
                </a:lnTo>
                <a:lnTo>
                  <a:pt x="2532331" y="508866"/>
                </a:lnTo>
                <a:lnTo>
                  <a:pt x="2530710" y="507815"/>
                </a:lnTo>
                <a:close/>
              </a:path>
              <a:path w="5142230" h="2300604">
                <a:moveTo>
                  <a:pt x="2599360" y="525783"/>
                </a:moveTo>
                <a:lnTo>
                  <a:pt x="2595943" y="522126"/>
                </a:lnTo>
                <a:lnTo>
                  <a:pt x="2594968" y="518736"/>
                </a:lnTo>
                <a:lnTo>
                  <a:pt x="2597294" y="510181"/>
                </a:lnTo>
                <a:lnTo>
                  <a:pt x="2602402" y="507242"/>
                </a:lnTo>
                <a:lnTo>
                  <a:pt x="2602639" y="507105"/>
                </a:lnTo>
                <a:lnTo>
                  <a:pt x="2607780" y="508503"/>
                </a:lnTo>
                <a:lnTo>
                  <a:pt x="2612978" y="509865"/>
                </a:lnTo>
                <a:lnTo>
                  <a:pt x="2616049" y="515205"/>
                </a:lnTo>
                <a:lnTo>
                  <a:pt x="2614647" y="520350"/>
                </a:lnTo>
                <a:lnTo>
                  <a:pt x="2613294" y="525549"/>
                </a:lnTo>
                <a:lnTo>
                  <a:pt x="2607949" y="528625"/>
                </a:lnTo>
                <a:lnTo>
                  <a:pt x="2600931" y="526781"/>
                </a:lnTo>
                <a:lnTo>
                  <a:pt x="2599360" y="525783"/>
                </a:lnTo>
                <a:close/>
              </a:path>
              <a:path w="5142230" h="2300604">
                <a:moveTo>
                  <a:pt x="3896718" y="1960026"/>
                </a:moveTo>
                <a:lnTo>
                  <a:pt x="3889385" y="1952175"/>
                </a:lnTo>
                <a:lnTo>
                  <a:pt x="3889549" y="1946096"/>
                </a:lnTo>
                <a:lnTo>
                  <a:pt x="3893404" y="1942403"/>
                </a:lnTo>
                <a:lnTo>
                  <a:pt x="3897255" y="1938705"/>
                </a:lnTo>
                <a:lnTo>
                  <a:pt x="3903626" y="1938878"/>
                </a:lnTo>
                <a:lnTo>
                  <a:pt x="3910870" y="1946632"/>
                </a:lnTo>
                <a:lnTo>
                  <a:pt x="3910702" y="1952806"/>
                </a:lnTo>
                <a:lnTo>
                  <a:pt x="3902902" y="1960194"/>
                </a:lnTo>
                <a:lnTo>
                  <a:pt x="3896718" y="1960026"/>
                </a:lnTo>
                <a:close/>
              </a:path>
              <a:path w="5142230" h="2300604">
                <a:moveTo>
                  <a:pt x="3132392" y="716147"/>
                </a:moveTo>
                <a:lnTo>
                  <a:pt x="3128885" y="712392"/>
                </a:lnTo>
                <a:lnTo>
                  <a:pt x="3128141" y="707882"/>
                </a:lnTo>
                <a:lnTo>
                  <a:pt x="3130253" y="704083"/>
                </a:lnTo>
                <a:lnTo>
                  <a:pt x="3132819" y="699403"/>
                </a:lnTo>
                <a:lnTo>
                  <a:pt x="3138775" y="697665"/>
                </a:lnTo>
                <a:lnTo>
                  <a:pt x="3148187" y="702853"/>
                </a:lnTo>
                <a:lnTo>
                  <a:pt x="3149874" y="708764"/>
                </a:lnTo>
                <a:lnTo>
                  <a:pt x="3144690" y="718172"/>
                </a:lnTo>
                <a:lnTo>
                  <a:pt x="3138775" y="719854"/>
                </a:lnTo>
                <a:lnTo>
                  <a:pt x="3133170" y="716789"/>
                </a:lnTo>
                <a:lnTo>
                  <a:pt x="3132392" y="716147"/>
                </a:lnTo>
                <a:close/>
              </a:path>
              <a:path w="5142230" h="2300604">
                <a:moveTo>
                  <a:pt x="2461855" y="490605"/>
                </a:moveTo>
                <a:lnTo>
                  <a:pt x="2458439" y="486948"/>
                </a:lnTo>
                <a:lnTo>
                  <a:pt x="2457514" y="483612"/>
                </a:lnTo>
                <a:lnTo>
                  <a:pt x="2458286" y="480333"/>
                </a:lnTo>
                <a:lnTo>
                  <a:pt x="2459598" y="475091"/>
                </a:lnTo>
                <a:lnTo>
                  <a:pt x="2464852" y="471918"/>
                </a:lnTo>
                <a:lnTo>
                  <a:pt x="2470044" y="473175"/>
                </a:lnTo>
                <a:lnTo>
                  <a:pt x="2475292" y="474492"/>
                </a:lnTo>
                <a:lnTo>
                  <a:pt x="2478465" y="479746"/>
                </a:lnTo>
                <a:lnTo>
                  <a:pt x="2477198" y="484938"/>
                </a:lnTo>
                <a:lnTo>
                  <a:pt x="2475886" y="490181"/>
                </a:lnTo>
                <a:lnTo>
                  <a:pt x="2470632" y="493354"/>
                </a:lnTo>
                <a:lnTo>
                  <a:pt x="2465439" y="492096"/>
                </a:lnTo>
                <a:lnTo>
                  <a:pt x="2463521" y="491606"/>
                </a:lnTo>
                <a:lnTo>
                  <a:pt x="2461855" y="490605"/>
                </a:lnTo>
                <a:close/>
              </a:path>
              <a:path w="5142230" h="2300604">
                <a:moveTo>
                  <a:pt x="2736052" y="564002"/>
                </a:moveTo>
                <a:lnTo>
                  <a:pt x="2732636" y="560345"/>
                </a:lnTo>
                <a:lnTo>
                  <a:pt x="2731669" y="556865"/>
                </a:lnTo>
                <a:lnTo>
                  <a:pt x="2732636" y="553405"/>
                </a:lnTo>
                <a:lnTo>
                  <a:pt x="2734133" y="548263"/>
                </a:lnTo>
                <a:lnTo>
                  <a:pt x="2739569" y="545285"/>
                </a:lnTo>
                <a:lnTo>
                  <a:pt x="2749854" y="548279"/>
                </a:lnTo>
                <a:lnTo>
                  <a:pt x="2752827" y="553710"/>
                </a:lnTo>
                <a:lnTo>
                  <a:pt x="2749838" y="563999"/>
                </a:lnTo>
                <a:lnTo>
                  <a:pt x="2744450" y="566931"/>
                </a:lnTo>
                <a:lnTo>
                  <a:pt x="2739308" y="565434"/>
                </a:lnTo>
                <a:lnTo>
                  <a:pt x="2737578" y="564951"/>
                </a:lnTo>
                <a:lnTo>
                  <a:pt x="2736052" y="564002"/>
                </a:lnTo>
                <a:close/>
              </a:path>
              <a:path w="5142230" h="2300604">
                <a:moveTo>
                  <a:pt x="2115898" y="411551"/>
                </a:moveTo>
                <a:lnTo>
                  <a:pt x="2112482" y="407894"/>
                </a:lnTo>
                <a:lnTo>
                  <a:pt x="2111509" y="404702"/>
                </a:lnTo>
                <a:lnTo>
                  <a:pt x="2112233" y="401470"/>
                </a:lnTo>
                <a:lnTo>
                  <a:pt x="2113356" y="396220"/>
                </a:lnTo>
                <a:lnTo>
                  <a:pt x="2118563" y="392899"/>
                </a:lnTo>
                <a:lnTo>
                  <a:pt x="2123817" y="394027"/>
                </a:lnTo>
                <a:lnTo>
                  <a:pt x="2129017" y="395195"/>
                </a:lnTo>
                <a:lnTo>
                  <a:pt x="2132378" y="400357"/>
                </a:lnTo>
                <a:lnTo>
                  <a:pt x="2131255" y="405606"/>
                </a:lnTo>
                <a:lnTo>
                  <a:pt x="2130042" y="410857"/>
                </a:lnTo>
                <a:lnTo>
                  <a:pt x="2124879" y="414127"/>
                </a:lnTo>
                <a:lnTo>
                  <a:pt x="2119630" y="413004"/>
                </a:lnTo>
                <a:lnTo>
                  <a:pt x="2117662" y="412560"/>
                </a:lnTo>
                <a:lnTo>
                  <a:pt x="2115898" y="411551"/>
                </a:lnTo>
                <a:close/>
              </a:path>
              <a:path w="5142230" h="2300604">
                <a:moveTo>
                  <a:pt x="3494184" y="1139800"/>
                </a:moveTo>
                <a:lnTo>
                  <a:pt x="3490722" y="1136094"/>
                </a:lnTo>
                <a:lnTo>
                  <a:pt x="3490093" y="1135029"/>
                </a:lnTo>
                <a:lnTo>
                  <a:pt x="3489659" y="1133883"/>
                </a:lnTo>
                <a:lnTo>
                  <a:pt x="3487657" y="1128904"/>
                </a:lnTo>
                <a:lnTo>
                  <a:pt x="3490117" y="1123228"/>
                </a:lnTo>
                <a:lnTo>
                  <a:pt x="3495045" y="1121273"/>
                </a:lnTo>
                <a:lnTo>
                  <a:pt x="3500073" y="1119324"/>
                </a:lnTo>
                <a:lnTo>
                  <a:pt x="3505704" y="1121734"/>
                </a:lnTo>
                <a:lnTo>
                  <a:pt x="3507706" y="1126712"/>
                </a:lnTo>
                <a:lnTo>
                  <a:pt x="3509660" y="1131735"/>
                </a:lnTo>
                <a:lnTo>
                  <a:pt x="3507200" y="1137411"/>
                </a:lnTo>
                <a:lnTo>
                  <a:pt x="3502222" y="1139313"/>
                </a:lnTo>
                <a:lnTo>
                  <a:pt x="3498725" y="1140752"/>
                </a:lnTo>
                <a:lnTo>
                  <a:pt x="3498396" y="1140887"/>
                </a:lnTo>
                <a:lnTo>
                  <a:pt x="3494184" y="1139800"/>
                </a:lnTo>
                <a:close/>
              </a:path>
              <a:path w="5142230" h="2300604">
                <a:moveTo>
                  <a:pt x="2046542" y="396443"/>
                </a:moveTo>
                <a:lnTo>
                  <a:pt x="2043176" y="392840"/>
                </a:lnTo>
                <a:lnTo>
                  <a:pt x="2042105" y="389641"/>
                </a:lnTo>
                <a:lnTo>
                  <a:pt x="2044000" y="381113"/>
                </a:lnTo>
                <a:lnTo>
                  <a:pt x="2049158" y="377837"/>
                </a:lnTo>
                <a:lnTo>
                  <a:pt x="2059661" y="380088"/>
                </a:lnTo>
                <a:lnTo>
                  <a:pt x="2062973" y="385295"/>
                </a:lnTo>
                <a:lnTo>
                  <a:pt x="2061809" y="390500"/>
                </a:lnTo>
                <a:lnTo>
                  <a:pt x="2060686" y="395749"/>
                </a:lnTo>
                <a:lnTo>
                  <a:pt x="2055516" y="399109"/>
                </a:lnTo>
                <a:lnTo>
                  <a:pt x="2048258" y="397498"/>
                </a:lnTo>
                <a:lnTo>
                  <a:pt x="2046542" y="396443"/>
                </a:lnTo>
                <a:close/>
              </a:path>
              <a:path w="5142230" h="2300604">
                <a:moveTo>
                  <a:pt x="3605179" y="1476689"/>
                </a:moveTo>
                <a:lnTo>
                  <a:pt x="3601763" y="1473032"/>
                </a:lnTo>
                <a:lnTo>
                  <a:pt x="3601001" y="1471826"/>
                </a:lnTo>
                <a:lnTo>
                  <a:pt x="3598862" y="1465332"/>
                </a:lnTo>
                <a:lnTo>
                  <a:pt x="3601643" y="1459903"/>
                </a:lnTo>
                <a:lnTo>
                  <a:pt x="3606706" y="1458187"/>
                </a:lnTo>
                <a:lnTo>
                  <a:pt x="3611858" y="1456470"/>
                </a:lnTo>
                <a:lnTo>
                  <a:pt x="3617341" y="1459210"/>
                </a:lnTo>
                <a:lnTo>
                  <a:pt x="3620675" y="1469427"/>
                </a:lnTo>
                <a:lnTo>
                  <a:pt x="3617939" y="1474904"/>
                </a:lnTo>
                <a:lnTo>
                  <a:pt x="3612877" y="1476620"/>
                </a:lnTo>
                <a:lnTo>
                  <a:pt x="3609105" y="1477861"/>
                </a:lnTo>
                <a:lnTo>
                  <a:pt x="3605179" y="1476689"/>
                </a:lnTo>
                <a:close/>
              </a:path>
              <a:path w="5142230" h="2300604">
                <a:moveTo>
                  <a:pt x="2185255" y="426757"/>
                </a:moveTo>
                <a:lnTo>
                  <a:pt x="2181839" y="423100"/>
                </a:lnTo>
                <a:lnTo>
                  <a:pt x="2180862" y="419904"/>
                </a:lnTo>
                <a:lnTo>
                  <a:pt x="2181540" y="416622"/>
                </a:lnTo>
                <a:lnTo>
                  <a:pt x="2182709" y="411422"/>
                </a:lnTo>
                <a:lnTo>
                  <a:pt x="2187920" y="408106"/>
                </a:lnTo>
                <a:lnTo>
                  <a:pt x="2198419" y="410352"/>
                </a:lnTo>
                <a:lnTo>
                  <a:pt x="2201735" y="415563"/>
                </a:lnTo>
                <a:lnTo>
                  <a:pt x="2200513" y="420804"/>
                </a:lnTo>
                <a:lnTo>
                  <a:pt x="2199395" y="426058"/>
                </a:lnTo>
                <a:lnTo>
                  <a:pt x="2194179" y="429370"/>
                </a:lnTo>
                <a:lnTo>
                  <a:pt x="2188983" y="428206"/>
                </a:lnTo>
                <a:lnTo>
                  <a:pt x="2186967" y="427807"/>
                </a:lnTo>
                <a:lnTo>
                  <a:pt x="2185255" y="426757"/>
                </a:lnTo>
                <a:close/>
              </a:path>
              <a:path w="5142230" h="2300604">
                <a:moveTo>
                  <a:pt x="2323796" y="457863"/>
                </a:moveTo>
                <a:lnTo>
                  <a:pt x="2320379" y="454206"/>
                </a:lnTo>
                <a:lnTo>
                  <a:pt x="2319357" y="450961"/>
                </a:lnTo>
                <a:lnTo>
                  <a:pt x="2321346" y="442437"/>
                </a:lnTo>
                <a:lnTo>
                  <a:pt x="2326509" y="439166"/>
                </a:lnTo>
                <a:lnTo>
                  <a:pt x="2337001" y="441600"/>
                </a:lnTo>
                <a:lnTo>
                  <a:pt x="2340272" y="446763"/>
                </a:lnTo>
                <a:lnTo>
                  <a:pt x="2337833" y="457250"/>
                </a:lnTo>
                <a:lnTo>
                  <a:pt x="2332675" y="460526"/>
                </a:lnTo>
                <a:lnTo>
                  <a:pt x="2325461" y="458864"/>
                </a:lnTo>
                <a:lnTo>
                  <a:pt x="2323796" y="457863"/>
                </a:lnTo>
                <a:close/>
              </a:path>
              <a:path w="5142230" h="2300604">
                <a:moveTo>
                  <a:pt x="2254553" y="442193"/>
                </a:moveTo>
                <a:lnTo>
                  <a:pt x="2251137" y="438536"/>
                </a:lnTo>
                <a:lnTo>
                  <a:pt x="2250163" y="435246"/>
                </a:lnTo>
                <a:lnTo>
                  <a:pt x="2252058" y="426718"/>
                </a:lnTo>
                <a:lnTo>
                  <a:pt x="2257267" y="423496"/>
                </a:lnTo>
                <a:lnTo>
                  <a:pt x="2267762" y="425836"/>
                </a:lnTo>
                <a:lnTo>
                  <a:pt x="2271028" y="430994"/>
                </a:lnTo>
                <a:lnTo>
                  <a:pt x="2269815" y="436245"/>
                </a:lnTo>
                <a:lnTo>
                  <a:pt x="2268693" y="441494"/>
                </a:lnTo>
                <a:lnTo>
                  <a:pt x="2263481" y="444810"/>
                </a:lnTo>
                <a:lnTo>
                  <a:pt x="2256267" y="443148"/>
                </a:lnTo>
                <a:lnTo>
                  <a:pt x="2254553" y="442193"/>
                </a:lnTo>
                <a:close/>
              </a:path>
              <a:path w="5142230" h="2300604">
                <a:moveTo>
                  <a:pt x="3803607" y="1852434"/>
                </a:moveTo>
                <a:lnTo>
                  <a:pt x="3799547" y="1848089"/>
                </a:lnTo>
                <a:lnTo>
                  <a:pt x="3796244" y="1843869"/>
                </a:lnTo>
                <a:lnTo>
                  <a:pt x="3797023" y="1837763"/>
                </a:lnTo>
                <a:lnTo>
                  <a:pt x="3805458" y="1831153"/>
                </a:lnTo>
                <a:lnTo>
                  <a:pt x="3811569" y="1831927"/>
                </a:lnTo>
                <a:lnTo>
                  <a:pt x="3818224" y="1840420"/>
                </a:lnTo>
                <a:lnTo>
                  <a:pt x="3817445" y="1846526"/>
                </a:lnTo>
                <a:lnTo>
                  <a:pt x="3813180" y="1849780"/>
                </a:lnTo>
                <a:lnTo>
                  <a:pt x="3810356" y="1852036"/>
                </a:lnTo>
                <a:lnTo>
                  <a:pt x="3809206" y="1852954"/>
                </a:lnTo>
                <a:lnTo>
                  <a:pt x="3803607" y="1852434"/>
                </a:lnTo>
                <a:close/>
              </a:path>
              <a:path w="5142230" h="2300604">
                <a:moveTo>
                  <a:pt x="3656268" y="1609477"/>
                </a:moveTo>
                <a:lnTo>
                  <a:pt x="3652765" y="1605727"/>
                </a:lnTo>
                <a:lnTo>
                  <a:pt x="3652133" y="1604856"/>
                </a:lnTo>
                <a:lnTo>
                  <a:pt x="3651738" y="1603846"/>
                </a:lnTo>
                <a:lnTo>
                  <a:pt x="3649544" y="1598956"/>
                </a:lnTo>
                <a:lnTo>
                  <a:pt x="3651675" y="1593222"/>
                </a:lnTo>
                <a:lnTo>
                  <a:pt x="3656570" y="1591033"/>
                </a:lnTo>
                <a:lnTo>
                  <a:pt x="3661508" y="1588793"/>
                </a:lnTo>
                <a:lnTo>
                  <a:pt x="3667239" y="1591018"/>
                </a:lnTo>
                <a:lnTo>
                  <a:pt x="3671623" y="1600794"/>
                </a:lnTo>
                <a:lnTo>
                  <a:pt x="3669451" y="1606484"/>
                </a:lnTo>
                <a:lnTo>
                  <a:pt x="3664607" y="1608727"/>
                </a:lnTo>
                <a:lnTo>
                  <a:pt x="3660676" y="1610481"/>
                </a:lnTo>
                <a:lnTo>
                  <a:pt x="3656268" y="1609477"/>
                </a:lnTo>
                <a:close/>
              </a:path>
              <a:path w="5142230" h="2300604">
                <a:moveTo>
                  <a:pt x="4048544" y="2102904"/>
                </a:moveTo>
                <a:lnTo>
                  <a:pt x="4044442" y="2098513"/>
                </a:lnTo>
                <a:lnTo>
                  <a:pt x="4044258" y="2093038"/>
                </a:lnTo>
                <a:lnTo>
                  <a:pt x="4047550" y="2089231"/>
                </a:lnTo>
                <a:lnTo>
                  <a:pt x="4051082" y="2085192"/>
                </a:lnTo>
                <a:lnTo>
                  <a:pt x="4057239" y="2084746"/>
                </a:lnTo>
                <a:lnTo>
                  <a:pt x="4061269" y="2088277"/>
                </a:lnTo>
                <a:lnTo>
                  <a:pt x="4065352" y="2091768"/>
                </a:lnTo>
                <a:lnTo>
                  <a:pt x="4065758" y="2097872"/>
                </a:lnTo>
                <a:lnTo>
                  <a:pt x="4062271" y="2101960"/>
                </a:lnTo>
                <a:lnTo>
                  <a:pt x="4058735" y="2105994"/>
                </a:lnTo>
                <a:lnTo>
                  <a:pt x="4052582" y="2106445"/>
                </a:lnTo>
                <a:lnTo>
                  <a:pt x="4048544" y="2102904"/>
                </a:lnTo>
                <a:close/>
              </a:path>
              <a:path w="5142230" h="2300604">
                <a:moveTo>
                  <a:pt x="4157850" y="2194109"/>
                </a:moveTo>
                <a:lnTo>
                  <a:pt x="4153600" y="2189559"/>
                </a:lnTo>
                <a:lnTo>
                  <a:pt x="4153272" y="2184223"/>
                </a:lnTo>
                <a:lnTo>
                  <a:pt x="4159776" y="2176230"/>
                </a:lnTo>
                <a:lnTo>
                  <a:pt x="4165890" y="2175640"/>
                </a:lnTo>
                <a:lnTo>
                  <a:pt x="4170074" y="2178946"/>
                </a:lnTo>
                <a:lnTo>
                  <a:pt x="4174254" y="2182345"/>
                </a:lnTo>
                <a:lnTo>
                  <a:pt x="4174844" y="2188451"/>
                </a:lnTo>
                <a:lnTo>
                  <a:pt x="4171539" y="2192634"/>
                </a:lnTo>
                <a:lnTo>
                  <a:pt x="4168144" y="2196820"/>
                </a:lnTo>
                <a:lnTo>
                  <a:pt x="4161980" y="2197455"/>
                </a:lnTo>
                <a:lnTo>
                  <a:pt x="4157850" y="2194109"/>
                </a:lnTo>
                <a:close/>
              </a:path>
              <a:path w="5142230" h="2300604">
                <a:moveTo>
                  <a:pt x="3761427" y="1795064"/>
                </a:moveTo>
                <a:lnTo>
                  <a:pt x="3757181" y="1790519"/>
                </a:lnTo>
                <a:lnTo>
                  <a:pt x="3754168" y="1786121"/>
                </a:lnTo>
                <a:lnTo>
                  <a:pt x="3755225" y="1780019"/>
                </a:lnTo>
                <a:lnTo>
                  <a:pt x="3764067" y="1773942"/>
                </a:lnTo>
                <a:lnTo>
                  <a:pt x="3770124" y="1775050"/>
                </a:lnTo>
                <a:lnTo>
                  <a:pt x="3773137" y="1779449"/>
                </a:lnTo>
                <a:lnTo>
                  <a:pt x="3776240" y="1783846"/>
                </a:lnTo>
                <a:lnTo>
                  <a:pt x="3775137" y="1789898"/>
                </a:lnTo>
                <a:lnTo>
                  <a:pt x="3770695" y="1792962"/>
                </a:lnTo>
                <a:lnTo>
                  <a:pt x="3766724" y="1795749"/>
                </a:lnTo>
                <a:lnTo>
                  <a:pt x="3761427" y="1795064"/>
                </a:lnTo>
                <a:close/>
              </a:path>
              <a:path w="5142230" h="2300604">
                <a:moveTo>
                  <a:pt x="3628856" y="1543772"/>
                </a:moveTo>
                <a:lnTo>
                  <a:pt x="3625395" y="1540066"/>
                </a:lnTo>
                <a:lnTo>
                  <a:pt x="3624774" y="1539011"/>
                </a:lnTo>
                <a:lnTo>
                  <a:pt x="3624246" y="1537761"/>
                </a:lnTo>
                <a:lnTo>
                  <a:pt x="3622386" y="1532741"/>
                </a:lnTo>
                <a:lnTo>
                  <a:pt x="3624896" y="1527119"/>
                </a:lnTo>
                <a:lnTo>
                  <a:pt x="3629912" y="1525255"/>
                </a:lnTo>
                <a:lnTo>
                  <a:pt x="3634935" y="1523301"/>
                </a:lnTo>
                <a:lnTo>
                  <a:pt x="3640518" y="1525857"/>
                </a:lnTo>
                <a:lnTo>
                  <a:pt x="3644379" y="1535855"/>
                </a:lnTo>
                <a:lnTo>
                  <a:pt x="3641870" y="1541477"/>
                </a:lnTo>
                <a:lnTo>
                  <a:pt x="3633023" y="1544811"/>
                </a:lnTo>
                <a:lnTo>
                  <a:pt x="3628856" y="1543772"/>
                </a:lnTo>
                <a:close/>
              </a:path>
              <a:path w="5142230" h="2300604">
                <a:moveTo>
                  <a:pt x="3434917" y="1011356"/>
                </a:moveTo>
                <a:lnTo>
                  <a:pt x="3431405" y="1007596"/>
                </a:lnTo>
                <a:lnTo>
                  <a:pt x="3430956" y="1006920"/>
                </a:lnTo>
                <a:lnTo>
                  <a:pt x="3427983" y="1001489"/>
                </a:lnTo>
                <a:lnTo>
                  <a:pt x="3429644" y="995545"/>
                </a:lnTo>
                <a:lnTo>
                  <a:pt x="3439077" y="990394"/>
                </a:lnTo>
                <a:lnTo>
                  <a:pt x="3445014" y="992153"/>
                </a:lnTo>
                <a:lnTo>
                  <a:pt x="3450117" y="1001530"/>
                </a:lnTo>
                <a:lnTo>
                  <a:pt x="3448456" y="1007474"/>
                </a:lnTo>
                <a:lnTo>
                  <a:pt x="3439750" y="1012229"/>
                </a:lnTo>
                <a:lnTo>
                  <a:pt x="3434917" y="1011356"/>
                </a:lnTo>
                <a:close/>
              </a:path>
              <a:path w="5142230" h="2300604">
                <a:moveTo>
                  <a:pt x="3004544" y="655238"/>
                </a:moveTo>
                <a:lnTo>
                  <a:pt x="3001128" y="651581"/>
                </a:lnTo>
                <a:lnTo>
                  <a:pt x="3000269" y="647535"/>
                </a:lnTo>
                <a:lnTo>
                  <a:pt x="3001763" y="643856"/>
                </a:lnTo>
                <a:lnTo>
                  <a:pt x="3003819" y="638922"/>
                </a:lnTo>
                <a:lnTo>
                  <a:pt x="3009515" y="636614"/>
                </a:lnTo>
                <a:lnTo>
                  <a:pt x="3014598" y="638733"/>
                </a:lnTo>
                <a:lnTo>
                  <a:pt x="3019432" y="640682"/>
                </a:lnTo>
                <a:lnTo>
                  <a:pt x="3021785" y="646428"/>
                </a:lnTo>
                <a:lnTo>
                  <a:pt x="3017630" y="656345"/>
                </a:lnTo>
                <a:lnTo>
                  <a:pt x="3011929" y="658648"/>
                </a:lnTo>
                <a:lnTo>
                  <a:pt x="3006999" y="656597"/>
                </a:lnTo>
                <a:lnTo>
                  <a:pt x="3005693" y="656082"/>
                </a:lnTo>
                <a:lnTo>
                  <a:pt x="3004544" y="655238"/>
                </a:lnTo>
                <a:close/>
              </a:path>
              <a:path w="5142230" h="2300604">
                <a:moveTo>
                  <a:pt x="3687426" y="1673425"/>
                </a:moveTo>
                <a:lnTo>
                  <a:pt x="3683964" y="1669720"/>
                </a:lnTo>
                <a:lnTo>
                  <a:pt x="3683469" y="1668995"/>
                </a:lnTo>
                <a:lnTo>
                  <a:pt x="3683019" y="1668219"/>
                </a:lnTo>
                <a:lnTo>
                  <a:pt x="3680543" y="1663419"/>
                </a:lnTo>
                <a:lnTo>
                  <a:pt x="3682394" y="1657581"/>
                </a:lnTo>
                <a:lnTo>
                  <a:pt x="3691865" y="1652568"/>
                </a:lnTo>
                <a:lnTo>
                  <a:pt x="3697747" y="1654369"/>
                </a:lnTo>
                <a:lnTo>
                  <a:pt x="3700232" y="1659179"/>
                </a:lnTo>
                <a:lnTo>
                  <a:pt x="3702761" y="1663939"/>
                </a:lnTo>
                <a:lnTo>
                  <a:pt x="3700906" y="1669772"/>
                </a:lnTo>
                <a:lnTo>
                  <a:pt x="3696146" y="1672301"/>
                </a:lnTo>
                <a:lnTo>
                  <a:pt x="3692210" y="1674344"/>
                </a:lnTo>
                <a:lnTo>
                  <a:pt x="3687426" y="1673425"/>
                </a:lnTo>
                <a:close/>
              </a:path>
              <a:path w="5142230" h="2300604">
                <a:moveTo>
                  <a:pt x="4102828" y="2148992"/>
                </a:moveTo>
                <a:lnTo>
                  <a:pt x="4098631" y="2144499"/>
                </a:lnTo>
                <a:lnTo>
                  <a:pt x="4098439" y="2139113"/>
                </a:lnTo>
                <a:lnTo>
                  <a:pt x="4101596" y="2135259"/>
                </a:lnTo>
                <a:lnTo>
                  <a:pt x="4105037" y="2131123"/>
                </a:lnTo>
                <a:lnTo>
                  <a:pt x="4111149" y="2130627"/>
                </a:lnTo>
                <a:lnTo>
                  <a:pt x="4119362" y="2137464"/>
                </a:lnTo>
                <a:lnTo>
                  <a:pt x="4119961" y="2143579"/>
                </a:lnTo>
                <a:lnTo>
                  <a:pt x="4113066" y="2151838"/>
                </a:lnTo>
                <a:lnTo>
                  <a:pt x="4107009" y="2152392"/>
                </a:lnTo>
                <a:lnTo>
                  <a:pt x="4102828" y="2148992"/>
                </a:lnTo>
                <a:close/>
              </a:path>
              <a:path w="5142230" h="2300604">
                <a:moveTo>
                  <a:pt x="3995249" y="2055726"/>
                </a:moveTo>
                <a:lnTo>
                  <a:pt x="3991286" y="2051484"/>
                </a:lnTo>
                <a:lnTo>
                  <a:pt x="3991195" y="2045717"/>
                </a:lnTo>
                <a:lnTo>
                  <a:pt x="3994632" y="2041967"/>
                </a:lnTo>
                <a:lnTo>
                  <a:pt x="3998209" y="2037977"/>
                </a:lnTo>
                <a:lnTo>
                  <a:pt x="4004360" y="2037719"/>
                </a:lnTo>
                <a:lnTo>
                  <a:pt x="4008345" y="2041301"/>
                </a:lnTo>
                <a:lnTo>
                  <a:pt x="4012282" y="2044928"/>
                </a:lnTo>
                <a:lnTo>
                  <a:pt x="4012594" y="2051029"/>
                </a:lnTo>
                <a:lnTo>
                  <a:pt x="4005376" y="2059040"/>
                </a:lnTo>
                <a:lnTo>
                  <a:pt x="3999235" y="2059308"/>
                </a:lnTo>
                <a:lnTo>
                  <a:pt x="3995249" y="2055726"/>
                </a:lnTo>
                <a:close/>
              </a:path>
              <a:path w="5142230" h="2300604">
                <a:moveTo>
                  <a:pt x="3722673" y="1735398"/>
                </a:moveTo>
                <a:lnTo>
                  <a:pt x="3718646" y="1731088"/>
                </a:lnTo>
                <a:lnTo>
                  <a:pt x="3715475" y="1725933"/>
                </a:lnTo>
                <a:lnTo>
                  <a:pt x="3716906" y="1719939"/>
                </a:lnTo>
                <a:lnTo>
                  <a:pt x="3721533" y="1717169"/>
                </a:lnTo>
                <a:lnTo>
                  <a:pt x="3726109" y="1714346"/>
                </a:lnTo>
                <a:lnTo>
                  <a:pt x="3732059" y="1715828"/>
                </a:lnTo>
                <a:lnTo>
                  <a:pt x="3734877" y="1720409"/>
                </a:lnTo>
                <a:lnTo>
                  <a:pt x="3737647" y="1725035"/>
                </a:lnTo>
                <a:lnTo>
                  <a:pt x="3736170" y="1730981"/>
                </a:lnTo>
                <a:lnTo>
                  <a:pt x="3727635" y="1736214"/>
                </a:lnTo>
                <a:lnTo>
                  <a:pt x="3722673" y="1735398"/>
                </a:lnTo>
                <a:close/>
              </a:path>
              <a:path w="5142230" h="2300604">
                <a:moveTo>
                  <a:pt x="3356374" y="894335"/>
                </a:moveTo>
                <a:lnTo>
                  <a:pt x="3352506" y="890196"/>
                </a:lnTo>
                <a:lnTo>
                  <a:pt x="3349060" y="886019"/>
                </a:lnTo>
                <a:lnTo>
                  <a:pt x="3349645" y="879902"/>
                </a:lnTo>
                <a:lnTo>
                  <a:pt x="3357020" y="873817"/>
                </a:lnTo>
                <a:lnTo>
                  <a:pt x="3357948" y="873050"/>
                </a:lnTo>
                <a:lnTo>
                  <a:pt x="3364070" y="873641"/>
                </a:lnTo>
                <a:lnTo>
                  <a:pt x="3370865" y="881894"/>
                </a:lnTo>
                <a:lnTo>
                  <a:pt x="3370284" y="888016"/>
                </a:lnTo>
                <a:lnTo>
                  <a:pt x="3367069" y="890731"/>
                </a:lnTo>
                <a:lnTo>
                  <a:pt x="3366202" y="891464"/>
                </a:lnTo>
                <a:lnTo>
                  <a:pt x="3362941" y="894136"/>
                </a:lnTo>
                <a:lnTo>
                  <a:pt x="3362219" y="894727"/>
                </a:lnTo>
                <a:lnTo>
                  <a:pt x="3356374" y="894335"/>
                </a:lnTo>
                <a:close/>
              </a:path>
              <a:path w="5142230" h="2300604">
                <a:moveTo>
                  <a:pt x="3466568" y="1074561"/>
                </a:moveTo>
                <a:lnTo>
                  <a:pt x="3463101" y="1070850"/>
                </a:lnTo>
                <a:lnTo>
                  <a:pt x="3462475" y="1069984"/>
                </a:lnTo>
                <a:lnTo>
                  <a:pt x="3459842" y="1064134"/>
                </a:lnTo>
                <a:lnTo>
                  <a:pt x="3461926" y="1058352"/>
                </a:lnTo>
                <a:lnTo>
                  <a:pt x="3466817" y="1056157"/>
                </a:lnTo>
                <a:lnTo>
                  <a:pt x="3471710" y="1053869"/>
                </a:lnTo>
                <a:lnTo>
                  <a:pt x="3477489" y="1056050"/>
                </a:lnTo>
                <a:lnTo>
                  <a:pt x="3479731" y="1060894"/>
                </a:lnTo>
                <a:lnTo>
                  <a:pt x="3481922" y="1065778"/>
                </a:lnTo>
                <a:lnTo>
                  <a:pt x="3479838" y="1071561"/>
                </a:lnTo>
                <a:lnTo>
                  <a:pt x="3474951" y="1073760"/>
                </a:lnTo>
                <a:lnTo>
                  <a:pt x="3471012" y="1075605"/>
                </a:lnTo>
                <a:lnTo>
                  <a:pt x="3466568" y="1074561"/>
                </a:lnTo>
                <a:close/>
              </a:path>
              <a:path w="5142230" h="2300604">
                <a:moveTo>
                  <a:pt x="2938570" y="629383"/>
                </a:moveTo>
                <a:lnTo>
                  <a:pt x="2935154" y="625726"/>
                </a:lnTo>
                <a:lnTo>
                  <a:pt x="2934204" y="621875"/>
                </a:lnTo>
                <a:lnTo>
                  <a:pt x="2935552" y="618332"/>
                </a:lnTo>
                <a:lnTo>
                  <a:pt x="2937423" y="613298"/>
                </a:lnTo>
                <a:lnTo>
                  <a:pt x="2943035" y="610703"/>
                </a:lnTo>
                <a:lnTo>
                  <a:pt x="2953105" y="614445"/>
                </a:lnTo>
                <a:lnTo>
                  <a:pt x="2955649" y="620003"/>
                </a:lnTo>
                <a:lnTo>
                  <a:pt x="2951912" y="630078"/>
                </a:lnTo>
                <a:lnTo>
                  <a:pt x="2946300" y="632672"/>
                </a:lnTo>
                <a:lnTo>
                  <a:pt x="2941260" y="630797"/>
                </a:lnTo>
                <a:lnTo>
                  <a:pt x="2939816" y="630228"/>
                </a:lnTo>
                <a:lnTo>
                  <a:pt x="2938570" y="629383"/>
                </a:lnTo>
                <a:close/>
              </a:path>
              <a:path w="5142230" h="2300604">
                <a:moveTo>
                  <a:pt x="4212977" y="2238752"/>
                </a:moveTo>
                <a:lnTo>
                  <a:pt x="4208778" y="2234257"/>
                </a:lnTo>
                <a:lnTo>
                  <a:pt x="4208498" y="2228875"/>
                </a:lnTo>
                <a:lnTo>
                  <a:pt x="4214953" y="2220927"/>
                </a:lnTo>
                <a:lnTo>
                  <a:pt x="4221066" y="2220238"/>
                </a:lnTo>
                <a:lnTo>
                  <a:pt x="4229432" y="2227043"/>
                </a:lnTo>
                <a:lnTo>
                  <a:pt x="4230022" y="2233148"/>
                </a:lnTo>
                <a:lnTo>
                  <a:pt x="4226675" y="2237288"/>
                </a:lnTo>
                <a:lnTo>
                  <a:pt x="4223321" y="2241517"/>
                </a:lnTo>
                <a:lnTo>
                  <a:pt x="4217206" y="2242107"/>
                </a:lnTo>
                <a:lnTo>
                  <a:pt x="4212977" y="2238752"/>
                </a:lnTo>
                <a:close/>
              </a:path>
              <a:path w="5142230" h="2300604">
                <a:moveTo>
                  <a:pt x="3398509" y="950876"/>
                </a:moveTo>
                <a:lnTo>
                  <a:pt x="3394219" y="946284"/>
                </a:lnTo>
                <a:lnTo>
                  <a:pt x="3391256" y="941747"/>
                </a:lnTo>
                <a:lnTo>
                  <a:pt x="3392406" y="935742"/>
                </a:lnTo>
                <a:lnTo>
                  <a:pt x="3401342" y="929768"/>
                </a:lnTo>
                <a:lnTo>
                  <a:pt x="3407392" y="930965"/>
                </a:lnTo>
                <a:lnTo>
                  <a:pt x="3413368" y="939901"/>
                </a:lnTo>
                <a:lnTo>
                  <a:pt x="3412170" y="945950"/>
                </a:lnTo>
                <a:lnTo>
                  <a:pt x="3403667" y="951611"/>
                </a:lnTo>
                <a:lnTo>
                  <a:pt x="3398509" y="950876"/>
                </a:lnTo>
                <a:close/>
              </a:path>
              <a:path w="5142230" h="2300604">
                <a:moveTo>
                  <a:pt x="3583403" y="1409099"/>
                </a:moveTo>
                <a:lnTo>
                  <a:pt x="3579987" y="1405442"/>
                </a:lnTo>
                <a:lnTo>
                  <a:pt x="3579274" y="1404190"/>
                </a:lnTo>
                <a:lnTo>
                  <a:pt x="3577227" y="1397601"/>
                </a:lnTo>
                <a:lnTo>
                  <a:pt x="3580062" y="1392131"/>
                </a:lnTo>
                <a:lnTo>
                  <a:pt x="3590321" y="1388940"/>
                </a:lnTo>
                <a:lnTo>
                  <a:pt x="3595746" y="1391815"/>
                </a:lnTo>
                <a:lnTo>
                  <a:pt x="3597319" y="1396920"/>
                </a:lnTo>
                <a:lnTo>
                  <a:pt x="3598982" y="1402023"/>
                </a:lnTo>
                <a:lnTo>
                  <a:pt x="3596111" y="1407454"/>
                </a:lnTo>
                <a:lnTo>
                  <a:pt x="3590998" y="1409116"/>
                </a:lnTo>
                <a:lnTo>
                  <a:pt x="3587279" y="1410217"/>
                </a:lnTo>
                <a:lnTo>
                  <a:pt x="3583403" y="1409099"/>
                </a:lnTo>
                <a:close/>
              </a:path>
              <a:path w="5142230" h="2300604">
                <a:moveTo>
                  <a:pt x="2327615" y="380333"/>
                </a:moveTo>
                <a:lnTo>
                  <a:pt x="2324335" y="376823"/>
                </a:lnTo>
                <a:lnTo>
                  <a:pt x="2323397" y="373864"/>
                </a:lnTo>
                <a:lnTo>
                  <a:pt x="2323972" y="370862"/>
                </a:lnTo>
                <a:lnTo>
                  <a:pt x="2324899" y="365795"/>
                </a:lnTo>
                <a:lnTo>
                  <a:pt x="2329729" y="362461"/>
                </a:lnTo>
                <a:lnTo>
                  <a:pt x="2334801" y="363394"/>
                </a:lnTo>
                <a:lnTo>
                  <a:pt x="2339819" y="364367"/>
                </a:lnTo>
                <a:lnTo>
                  <a:pt x="2343148" y="369201"/>
                </a:lnTo>
                <a:lnTo>
                  <a:pt x="2341292" y="379335"/>
                </a:lnTo>
                <a:lnTo>
                  <a:pt x="2336413" y="382616"/>
                </a:lnTo>
                <a:lnTo>
                  <a:pt x="2331391" y="381737"/>
                </a:lnTo>
                <a:lnTo>
                  <a:pt x="2329375" y="381337"/>
                </a:lnTo>
                <a:lnTo>
                  <a:pt x="2327615" y="380333"/>
                </a:lnTo>
                <a:close/>
              </a:path>
              <a:path w="5142230" h="2300604">
                <a:moveTo>
                  <a:pt x="3545176" y="1120880"/>
                </a:moveTo>
                <a:lnTo>
                  <a:pt x="3541187" y="1116610"/>
                </a:lnTo>
                <a:lnTo>
                  <a:pt x="3538491" y="1111185"/>
                </a:lnTo>
                <a:lnTo>
                  <a:pt x="3540287" y="1105581"/>
                </a:lnTo>
                <a:lnTo>
                  <a:pt x="3544606" y="1103360"/>
                </a:lnTo>
                <a:lnTo>
                  <a:pt x="3549462" y="1100936"/>
                </a:lnTo>
                <a:lnTo>
                  <a:pt x="3555024" y="1102780"/>
                </a:lnTo>
                <a:lnTo>
                  <a:pt x="3559711" y="1111907"/>
                </a:lnTo>
                <a:lnTo>
                  <a:pt x="3557872" y="1117560"/>
                </a:lnTo>
                <a:lnTo>
                  <a:pt x="3553510" y="1119735"/>
                </a:lnTo>
                <a:lnTo>
                  <a:pt x="3549507" y="1121804"/>
                </a:lnTo>
                <a:lnTo>
                  <a:pt x="3545176" y="1120880"/>
                </a:lnTo>
                <a:close/>
              </a:path>
              <a:path w="5142230" h="2300604">
                <a:moveTo>
                  <a:pt x="4606170" y="2225368"/>
                </a:moveTo>
                <a:lnTo>
                  <a:pt x="4601863" y="2220757"/>
                </a:lnTo>
                <a:lnTo>
                  <a:pt x="4601437" y="2216001"/>
                </a:lnTo>
                <a:lnTo>
                  <a:pt x="4607090" y="2208173"/>
                </a:lnTo>
                <a:lnTo>
                  <a:pt x="4612877" y="2207232"/>
                </a:lnTo>
                <a:lnTo>
                  <a:pt x="4621266" y="2213283"/>
                </a:lnTo>
                <a:lnTo>
                  <a:pt x="4622149" y="2219115"/>
                </a:lnTo>
                <a:lnTo>
                  <a:pt x="4619180" y="2223268"/>
                </a:lnTo>
                <a:lnTo>
                  <a:pt x="4616109" y="2227406"/>
                </a:lnTo>
                <a:lnTo>
                  <a:pt x="4610317" y="2228342"/>
                </a:lnTo>
                <a:lnTo>
                  <a:pt x="4606170" y="2225368"/>
                </a:lnTo>
                <a:close/>
              </a:path>
              <a:path w="5142230" h="2300604">
                <a:moveTo>
                  <a:pt x="3007689" y="575133"/>
                </a:moveTo>
                <a:lnTo>
                  <a:pt x="3004368" y="571579"/>
                </a:lnTo>
                <a:lnTo>
                  <a:pt x="3003654" y="567488"/>
                </a:lnTo>
                <a:lnTo>
                  <a:pt x="3005290" y="563960"/>
                </a:lnTo>
                <a:lnTo>
                  <a:pt x="3007520" y="559312"/>
                </a:lnTo>
                <a:lnTo>
                  <a:pt x="3013068" y="557333"/>
                </a:lnTo>
                <a:lnTo>
                  <a:pt x="3017669" y="559519"/>
                </a:lnTo>
                <a:lnTo>
                  <a:pt x="3022317" y="561660"/>
                </a:lnTo>
                <a:lnTo>
                  <a:pt x="3024341" y="567248"/>
                </a:lnTo>
                <a:lnTo>
                  <a:pt x="3022105" y="571894"/>
                </a:lnTo>
                <a:lnTo>
                  <a:pt x="3019968" y="576546"/>
                </a:lnTo>
                <a:lnTo>
                  <a:pt x="3014424" y="578529"/>
                </a:lnTo>
                <a:lnTo>
                  <a:pt x="3009726" y="576335"/>
                </a:lnTo>
                <a:lnTo>
                  <a:pt x="3008659" y="575780"/>
                </a:lnTo>
                <a:lnTo>
                  <a:pt x="3007689" y="575133"/>
                </a:lnTo>
                <a:close/>
              </a:path>
              <a:path w="5142230" h="2300604">
                <a:moveTo>
                  <a:pt x="4033879" y="1804328"/>
                </a:moveTo>
                <a:lnTo>
                  <a:pt x="4029909" y="1800078"/>
                </a:lnTo>
                <a:lnTo>
                  <a:pt x="4029716" y="1794886"/>
                </a:lnTo>
                <a:lnTo>
                  <a:pt x="4032714" y="1791254"/>
                </a:lnTo>
                <a:lnTo>
                  <a:pt x="4036059" y="1787308"/>
                </a:lnTo>
                <a:lnTo>
                  <a:pt x="4041883" y="1786798"/>
                </a:lnTo>
                <a:lnTo>
                  <a:pt x="4045832" y="1790048"/>
                </a:lnTo>
                <a:lnTo>
                  <a:pt x="4049783" y="1793397"/>
                </a:lnTo>
                <a:lnTo>
                  <a:pt x="4050293" y="1799222"/>
                </a:lnTo>
                <a:lnTo>
                  <a:pt x="4046994" y="1803216"/>
                </a:lnTo>
                <a:lnTo>
                  <a:pt x="4043698" y="1807117"/>
                </a:lnTo>
                <a:lnTo>
                  <a:pt x="4037869" y="1807622"/>
                </a:lnTo>
                <a:lnTo>
                  <a:pt x="4033879" y="1804328"/>
                </a:lnTo>
                <a:close/>
              </a:path>
              <a:path w="5142230" h="2300604">
                <a:moveTo>
                  <a:pt x="2257753" y="367616"/>
                </a:moveTo>
                <a:lnTo>
                  <a:pt x="2254468" y="364101"/>
                </a:lnTo>
                <a:lnTo>
                  <a:pt x="2253486" y="361192"/>
                </a:lnTo>
                <a:lnTo>
                  <a:pt x="2254061" y="358190"/>
                </a:lnTo>
                <a:lnTo>
                  <a:pt x="2254988" y="353123"/>
                </a:lnTo>
                <a:lnTo>
                  <a:pt x="2259818" y="349790"/>
                </a:lnTo>
                <a:lnTo>
                  <a:pt x="2269907" y="351596"/>
                </a:lnTo>
                <a:lnTo>
                  <a:pt x="2273240" y="356436"/>
                </a:lnTo>
                <a:lnTo>
                  <a:pt x="2272361" y="361457"/>
                </a:lnTo>
                <a:lnTo>
                  <a:pt x="2271429" y="366519"/>
                </a:lnTo>
                <a:lnTo>
                  <a:pt x="2266599" y="369853"/>
                </a:lnTo>
                <a:lnTo>
                  <a:pt x="2259512" y="368621"/>
                </a:lnTo>
                <a:lnTo>
                  <a:pt x="2257753" y="367616"/>
                </a:lnTo>
                <a:close/>
              </a:path>
              <a:path w="5142230" h="2300604">
                <a:moveTo>
                  <a:pt x="4201973" y="1935104"/>
                </a:moveTo>
                <a:lnTo>
                  <a:pt x="4198193" y="1931057"/>
                </a:lnTo>
                <a:lnTo>
                  <a:pt x="4197752" y="1926090"/>
                </a:lnTo>
                <a:lnTo>
                  <a:pt x="4203541" y="1918308"/>
                </a:lnTo>
                <a:lnTo>
                  <a:pt x="4209283" y="1917419"/>
                </a:lnTo>
                <a:lnTo>
                  <a:pt x="4213478" y="1920440"/>
                </a:lnTo>
                <a:lnTo>
                  <a:pt x="4217621" y="1923509"/>
                </a:lnTo>
                <a:lnTo>
                  <a:pt x="4218458" y="1929292"/>
                </a:lnTo>
                <a:lnTo>
                  <a:pt x="4215489" y="1933445"/>
                </a:lnTo>
                <a:lnTo>
                  <a:pt x="4212417" y="1937584"/>
                </a:lnTo>
                <a:lnTo>
                  <a:pt x="4206580" y="1938471"/>
                </a:lnTo>
                <a:lnTo>
                  <a:pt x="4202481" y="1935452"/>
                </a:lnTo>
                <a:lnTo>
                  <a:pt x="4201973" y="1935104"/>
                </a:lnTo>
                <a:close/>
              </a:path>
              <a:path w="5142230" h="2300604">
                <a:moveTo>
                  <a:pt x="3788806" y="1553712"/>
                </a:moveTo>
                <a:lnTo>
                  <a:pt x="3784882" y="1549513"/>
                </a:lnTo>
                <a:lnTo>
                  <a:pt x="3781757" y="1545483"/>
                </a:lnTo>
                <a:lnTo>
                  <a:pt x="3782527" y="1539660"/>
                </a:lnTo>
                <a:lnTo>
                  <a:pt x="3786600" y="1536494"/>
                </a:lnTo>
                <a:lnTo>
                  <a:pt x="3790715" y="1533372"/>
                </a:lnTo>
                <a:lnTo>
                  <a:pt x="3796547" y="1534142"/>
                </a:lnTo>
                <a:lnTo>
                  <a:pt x="3799660" y="1538256"/>
                </a:lnTo>
                <a:lnTo>
                  <a:pt x="3802780" y="1542280"/>
                </a:lnTo>
                <a:lnTo>
                  <a:pt x="3801971" y="1548159"/>
                </a:lnTo>
                <a:lnTo>
                  <a:pt x="3794117" y="1554218"/>
                </a:lnTo>
                <a:lnTo>
                  <a:pt x="3788806" y="1553712"/>
                </a:lnTo>
                <a:close/>
              </a:path>
              <a:path w="5142230" h="2300604">
                <a:moveTo>
                  <a:pt x="2187779" y="355269"/>
                </a:moveTo>
                <a:lnTo>
                  <a:pt x="2184504" y="351763"/>
                </a:lnTo>
                <a:lnTo>
                  <a:pt x="2183517" y="348849"/>
                </a:lnTo>
                <a:lnTo>
                  <a:pt x="2184091" y="345848"/>
                </a:lnTo>
                <a:lnTo>
                  <a:pt x="2184970" y="340826"/>
                </a:lnTo>
                <a:lnTo>
                  <a:pt x="2189803" y="337398"/>
                </a:lnTo>
                <a:lnTo>
                  <a:pt x="2194875" y="338331"/>
                </a:lnTo>
                <a:lnTo>
                  <a:pt x="2199892" y="339205"/>
                </a:lnTo>
                <a:lnTo>
                  <a:pt x="2203274" y="343998"/>
                </a:lnTo>
                <a:lnTo>
                  <a:pt x="2202440" y="349069"/>
                </a:lnTo>
                <a:lnTo>
                  <a:pt x="2201513" y="354136"/>
                </a:lnTo>
                <a:lnTo>
                  <a:pt x="2196724" y="357513"/>
                </a:lnTo>
                <a:lnTo>
                  <a:pt x="2191604" y="356626"/>
                </a:lnTo>
                <a:lnTo>
                  <a:pt x="2189587" y="356227"/>
                </a:lnTo>
                <a:lnTo>
                  <a:pt x="2187779" y="355269"/>
                </a:lnTo>
                <a:close/>
              </a:path>
              <a:path w="5142230" h="2300604">
                <a:moveTo>
                  <a:pt x="4663216" y="2266594"/>
                </a:moveTo>
                <a:lnTo>
                  <a:pt x="4659375" y="2262482"/>
                </a:lnTo>
                <a:lnTo>
                  <a:pt x="4658943" y="2257619"/>
                </a:lnTo>
                <a:lnTo>
                  <a:pt x="4661618" y="2253934"/>
                </a:lnTo>
                <a:lnTo>
                  <a:pt x="4664591" y="2249786"/>
                </a:lnTo>
                <a:lnTo>
                  <a:pt x="4670428" y="2248899"/>
                </a:lnTo>
                <a:lnTo>
                  <a:pt x="4678764" y="2254891"/>
                </a:lnTo>
                <a:lnTo>
                  <a:pt x="4679705" y="2260687"/>
                </a:lnTo>
                <a:lnTo>
                  <a:pt x="4676677" y="2264876"/>
                </a:lnTo>
                <a:lnTo>
                  <a:pt x="4673708" y="2269028"/>
                </a:lnTo>
                <a:lnTo>
                  <a:pt x="4667871" y="2269916"/>
                </a:lnTo>
                <a:lnTo>
                  <a:pt x="4663216" y="2266594"/>
                </a:lnTo>
                <a:close/>
              </a:path>
              <a:path w="5142230" h="2300604">
                <a:moveTo>
                  <a:pt x="3980044" y="1757646"/>
                </a:moveTo>
                <a:lnTo>
                  <a:pt x="3976167" y="1753496"/>
                </a:lnTo>
                <a:lnTo>
                  <a:pt x="3976072" y="1748116"/>
                </a:lnTo>
                <a:lnTo>
                  <a:pt x="3979260" y="1744491"/>
                </a:lnTo>
                <a:lnTo>
                  <a:pt x="3982745" y="1740696"/>
                </a:lnTo>
                <a:lnTo>
                  <a:pt x="3988558" y="1740369"/>
                </a:lnTo>
                <a:lnTo>
                  <a:pt x="3996215" y="1747197"/>
                </a:lnTo>
                <a:lnTo>
                  <a:pt x="3996528" y="1753104"/>
                </a:lnTo>
                <a:lnTo>
                  <a:pt x="3989710" y="1760761"/>
                </a:lnTo>
                <a:lnTo>
                  <a:pt x="3983798" y="1761079"/>
                </a:lnTo>
                <a:lnTo>
                  <a:pt x="3980044" y="1757646"/>
                </a:lnTo>
                <a:close/>
              </a:path>
              <a:path w="5142230" h="2300604">
                <a:moveTo>
                  <a:pt x="2536438" y="422749"/>
                </a:moveTo>
                <a:lnTo>
                  <a:pt x="2533163" y="419244"/>
                </a:lnTo>
                <a:lnTo>
                  <a:pt x="2532183" y="416142"/>
                </a:lnTo>
                <a:lnTo>
                  <a:pt x="2534017" y="408037"/>
                </a:lnTo>
                <a:lnTo>
                  <a:pt x="2538987" y="404854"/>
                </a:lnTo>
                <a:lnTo>
                  <a:pt x="2549011" y="407178"/>
                </a:lnTo>
                <a:lnTo>
                  <a:pt x="2552144" y="412095"/>
                </a:lnTo>
                <a:lnTo>
                  <a:pt x="2549919" y="422127"/>
                </a:lnTo>
                <a:lnTo>
                  <a:pt x="2544902" y="425261"/>
                </a:lnTo>
                <a:lnTo>
                  <a:pt x="2539936" y="424148"/>
                </a:lnTo>
                <a:lnTo>
                  <a:pt x="2538062" y="423706"/>
                </a:lnTo>
                <a:lnTo>
                  <a:pt x="2536438" y="422749"/>
                </a:lnTo>
                <a:close/>
              </a:path>
              <a:path w="5142230" h="2300604">
                <a:moveTo>
                  <a:pt x="3708878" y="1435993"/>
                </a:moveTo>
                <a:lnTo>
                  <a:pt x="3704996" y="1431838"/>
                </a:lnTo>
                <a:lnTo>
                  <a:pt x="3702002" y="1426874"/>
                </a:lnTo>
                <a:lnTo>
                  <a:pt x="3703420" y="1421158"/>
                </a:lnTo>
                <a:lnTo>
                  <a:pt x="3712194" y="1415892"/>
                </a:lnTo>
                <a:lnTo>
                  <a:pt x="3717905" y="1417313"/>
                </a:lnTo>
                <a:lnTo>
                  <a:pt x="3723179" y="1426084"/>
                </a:lnTo>
                <a:lnTo>
                  <a:pt x="3721753" y="1431790"/>
                </a:lnTo>
                <a:lnTo>
                  <a:pt x="3717367" y="1434426"/>
                </a:lnTo>
                <a:lnTo>
                  <a:pt x="3713557" y="1436798"/>
                </a:lnTo>
                <a:lnTo>
                  <a:pt x="3708878" y="1435993"/>
                </a:lnTo>
                <a:close/>
              </a:path>
              <a:path w="5142230" h="2300604">
                <a:moveTo>
                  <a:pt x="2742400" y="475983"/>
                </a:moveTo>
                <a:lnTo>
                  <a:pt x="2739121" y="472472"/>
                </a:lnTo>
                <a:lnTo>
                  <a:pt x="2738196" y="469136"/>
                </a:lnTo>
                <a:lnTo>
                  <a:pt x="2739152" y="465859"/>
                </a:lnTo>
                <a:lnTo>
                  <a:pt x="2740647" y="460911"/>
                </a:lnTo>
                <a:lnTo>
                  <a:pt x="2745789" y="458107"/>
                </a:lnTo>
                <a:lnTo>
                  <a:pt x="2755655" y="461044"/>
                </a:lnTo>
                <a:lnTo>
                  <a:pt x="2758454" y="466191"/>
                </a:lnTo>
                <a:lnTo>
                  <a:pt x="2756964" y="471144"/>
                </a:lnTo>
                <a:lnTo>
                  <a:pt x="2755518" y="476047"/>
                </a:lnTo>
                <a:lnTo>
                  <a:pt x="2750327" y="478897"/>
                </a:lnTo>
                <a:lnTo>
                  <a:pt x="2745422" y="477361"/>
                </a:lnTo>
                <a:lnTo>
                  <a:pt x="2743786" y="476880"/>
                </a:lnTo>
                <a:lnTo>
                  <a:pt x="2742400" y="475983"/>
                </a:lnTo>
                <a:close/>
              </a:path>
              <a:path w="5142230" h="2300604">
                <a:moveTo>
                  <a:pt x="4375315" y="2059079"/>
                </a:moveTo>
                <a:lnTo>
                  <a:pt x="4371425" y="2054915"/>
                </a:lnTo>
                <a:lnTo>
                  <a:pt x="4371035" y="2050102"/>
                </a:lnTo>
                <a:lnTo>
                  <a:pt x="4373661" y="2046461"/>
                </a:lnTo>
                <a:lnTo>
                  <a:pt x="4376594" y="2042270"/>
                </a:lnTo>
                <a:lnTo>
                  <a:pt x="4382429" y="2041284"/>
                </a:lnTo>
                <a:lnTo>
                  <a:pt x="4386578" y="2044256"/>
                </a:lnTo>
                <a:lnTo>
                  <a:pt x="4390773" y="2047186"/>
                </a:lnTo>
                <a:lnTo>
                  <a:pt x="4391760" y="2053030"/>
                </a:lnTo>
                <a:lnTo>
                  <a:pt x="4388787" y="2057178"/>
                </a:lnTo>
                <a:lnTo>
                  <a:pt x="4385804" y="2061416"/>
                </a:lnTo>
                <a:lnTo>
                  <a:pt x="4380017" y="2062356"/>
                </a:lnTo>
                <a:lnTo>
                  <a:pt x="4375315" y="2059079"/>
                </a:lnTo>
                <a:close/>
              </a:path>
              <a:path w="5142230" h="2300604">
                <a:moveTo>
                  <a:pt x="2117806" y="343020"/>
                </a:moveTo>
                <a:lnTo>
                  <a:pt x="2114531" y="339514"/>
                </a:lnTo>
                <a:lnTo>
                  <a:pt x="2113639" y="336604"/>
                </a:lnTo>
                <a:lnTo>
                  <a:pt x="2114118" y="333599"/>
                </a:lnTo>
                <a:lnTo>
                  <a:pt x="2114998" y="328578"/>
                </a:lnTo>
                <a:lnTo>
                  <a:pt x="2119830" y="325149"/>
                </a:lnTo>
                <a:lnTo>
                  <a:pt x="2124902" y="326082"/>
                </a:lnTo>
                <a:lnTo>
                  <a:pt x="2129919" y="326956"/>
                </a:lnTo>
                <a:lnTo>
                  <a:pt x="2133347" y="331799"/>
                </a:lnTo>
                <a:lnTo>
                  <a:pt x="2132468" y="336820"/>
                </a:lnTo>
                <a:lnTo>
                  <a:pt x="2131540" y="341887"/>
                </a:lnTo>
                <a:lnTo>
                  <a:pt x="2126751" y="345265"/>
                </a:lnTo>
                <a:lnTo>
                  <a:pt x="2121730" y="344386"/>
                </a:lnTo>
                <a:lnTo>
                  <a:pt x="2119614" y="343979"/>
                </a:lnTo>
                <a:lnTo>
                  <a:pt x="2117806" y="343020"/>
                </a:lnTo>
                <a:close/>
              </a:path>
              <a:path w="5142230" h="2300604">
                <a:moveTo>
                  <a:pt x="2674177" y="456713"/>
                </a:moveTo>
                <a:lnTo>
                  <a:pt x="2670898" y="453202"/>
                </a:lnTo>
                <a:lnTo>
                  <a:pt x="2669973" y="449866"/>
                </a:lnTo>
                <a:lnTo>
                  <a:pt x="2670836" y="446685"/>
                </a:lnTo>
                <a:lnTo>
                  <a:pt x="2672233" y="441728"/>
                </a:lnTo>
                <a:lnTo>
                  <a:pt x="2677332" y="438781"/>
                </a:lnTo>
                <a:lnTo>
                  <a:pt x="2682248" y="440133"/>
                </a:lnTo>
                <a:lnTo>
                  <a:pt x="2687208" y="441435"/>
                </a:lnTo>
                <a:lnTo>
                  <a:pt x="2690150" y="446540"/>
                </a:lnTo>
                <a:lnTo>
                  <a:pt x="2687452" y="456456"/>
                </a:lnTo>
                <a:lnTo>
                  <a:pt x="2682581" y="459257"/>
                </a:lnTo>
                <a:lnTo>
                  <a:pt x="2682343" y="459393"/>
                </a:lnTo>
                <a:lnTo>
                  <a:pt x="2677383" y="458092"/>
                </a:lnTo>
                <a:lnTo>
                  <a:pt x="2675657" y="457613"/>
                </a:lnTo>
                <a:lnTo>
                  <a:pt x="2674177" y="456713"/>
                </a:lnTo>
                <a:close/>
              </a:path>
              <a:path w="5142230" h="2300604">
                <a:moveTo>
                  <a:pt x="4088773" y="1849016"/>
                </a:moveTo>
                <a:lnTo>
                  <a:pt x="4084980" y="1844955"/>
                </a:lnTo>
                <a:lnTo>
                  <a:pt x="4084740" y="1839909"/>
                </a:lnTo>
                <a:lnTo>
                  <a:pt x="4087649" y="1836278"/>
                </a:lnTo>
                <a:lnTo>
                  <a:pt x="4090808" y="1832231"/>
                </a:lnTo>
                <a:lnTo>
                  <a:pt x="4096634" y="1831528"/>
                </a:lnTo>
                <a:lnTo>
                  <a:pt x="4100683" y="1834786"/>
                </a:lnTo>
                <a:lnTo>
                  <a:pt x="4104729" y="1837945"/>
                </a:lnTo>
                <a:lnTo>
                  <a:pt x="4105379" y="1843821"/>
                </a:lnTo>
                <a:lnTo>
                  <a:pt x="4098965" y="1851813"/>
                </a:lnTo>
                <a:lnTo>
                  <a:pt x="4093139" y="1852516"/>
                </a:lnTo>
                <a:lnTo>
                  <a:pt x="4088773" y="1849016"/>
                </a:lnTo>
                <a:close/>
              </a:path>
              <a:path w="5142230" h="2300604">
                <a:moveTo>
                  <a:pt x="3673336" y="1374294"/>
                </a:moveTo>
                <a:lnTo>
                  <a:pt x="3670016" y="1370739"/>
                </a:lnTo>
                <a:lnTo>
                  <a:pt x="3669566" y="1370063"/>
                </a:lnTo>
                <a:lnTo>
                  <a:pt x="3666723" y="1364867"/>
                </a:lnTo>
                <a:lnTo>
                  <a:pt x="3668373" y="1359207"/>
                </a:lnTo>
                <a:lnTo>
                  <a:pt x="3672853" y="1356766"/>
                </a:lnTo>
                <a:lnTo>
                  <a:pt x="3677370" y="1354272"/>
                </a:lnTo>
                <a:lnTo>
                  <a:pt x="3683030" y="1355934"/>
                </a:lnTo>
                <a:lnTo>
                  <a:pt x="3687960" y="1364925"/>
                </a:lnTo>
                <a:lnTo>
                  <a:pt x="3686304" y="1370580"/>
                </a:lnTo>
                <a:lnTo>
                  <a:pt x="3677984" y="1375165"/>
                </a:lnTo>
                <a:lnTo>
                  <a:pt x="3673336" y="1374294"/>
                </a:lnTo>
                <a:close/>
              </a:path>
              <a:path w="5142230" h="2300604">
                <a:moveTo>
                  <a:pt x="2397364" y="393613"/>
                </a:moveTo>
                <a:lnTo>
                  <a:pt x="2394084" y="390102"/>
                </a:lnTo>
                <a:lnTo>
                  <a:pt x="2393141" y="387138"/>
                </a:lnTo>
                <a:lnTo>
                  <a:pt x="2394692" y="379024"/>
                </a:lnTo>
                <a:lnTo>
                  <a:pt x="2399577" y="375749"/>
                </a:lnTo>
                <a:lnTo>
                  <a:pt x="2409659" y="377744"/>
                </a:lnTo>
                <a:lnTo>
                  <a:pt x="2412939" y="382624"/>
                </a:lnTo>
                <a:lnTo>
                  <a:pt x="2410992" y="392661"/>
                </a:lnTo>
                <a:lnTo>
                  <a:pt x="2406108" y="395936"/>
                </a:lnTo>
                <a:lnTo>
                  <a:pt x="2401045" y="395013"/>
                </a:lnTo>
                <a:lnTo>
                  <a:pt x="2399078" y="394568"/>
                </a:lnTo>
                <a:lnTo>
                  <a:pt x="2397364" y="393613"/>
                </a:lnTo>
                <a:close/>
              </a:path>
              <a:path w="5142230" h="2300604">
                <a:moveTo>
                  <a:pt x="4259524" y="1976771"/>
                </a:moveTo>
                <a:lnTo>
                  <a:pt x="4255688" y="1972664"/>
                </a:lnTo>
                <a:lnTo>
                  <a:pt x="4255297" y="1967845"/>
                </a:lnTo>
                <a:lnTo>
                  <a:pt x="4257922" y="1964207"/>
                </a:lnTo>
                <a:lnTo>
                  <a:pt x="4260895" y="1959959"/>
                </a:lnTo>
                <a:lnTo>
                  <a:pt x="4266691" y="1959028"/>
                </a:lnTo>
                <a:lnTo>
                  <a:pt x="4275026" y="1965020"/>
                </a:lnTo>
                <a:lnTo>
                  <a:pt x="4276014" y="1970864"/>
                </a:lnTo>
                <a:lnTo>
                  <a:pt x="4270016" y="1979206"/>
                </a:lnTo>
                <a:lnTo>
                  <a:pt x="4264220" y="1980137"/>
                </a:lnTo>
                <a:lnTo>
                  <a:pt x="4260032" y="1977119"/>
                </a:lnTo>
                <a:lnTo>
                  <a:pt x="4259524" y="1976771"/>
                </a:lnTo>
                <a:close/>
              </a:path>
              <a:path w="5142230" h="2300604">
                <a:moveTo>
                  <a:pt x="4317412" y="2018015"/>
                </a:moveTo>
                <a:lnTo>
                  <a:pt x="4313526" y="2013855"/>
                </a:lnTo>
                <a:lnTo>
                  <a:pt x="4313089" y="2009087"/>
                </a:lnTo>
                <a:lnTo>
                  <a:pt x="4315674" y="2005402"/>
                </a:lnTo>
                <a:lnTo>
                  <a:pt x="4318691" y="2001205"/>
                </a:lnTo>
                <a:lnTo>
                  <a:pt x="4324483" y="2000269"/>
                </a:lnTo>
                <a:lnTo>
                  <a:pt x="4328680" y="2003197"/>
                </a:lnTo>
                <a:lnTo>
                  <a:pt x="4332827" y="2006171"/>
                </a:lnTo>
                <a:lnTo>
                  <a:pt x="4333862" y="2011970"/>
                </a:lnTo>
                <a:lnTo>
                  <a:pt x="4330841" y="2016162"/>
                </a:lnTo>
                <a:lnTo>
                  <a:pt x="4327908" y="2020354"/>
                </a:lnTo>
                <a:lnTo>
                  <a:pt x="4322071" y="2021341"/>
                </a:lnTo>
                <a:lnTo>
                  <a:pt x="4317412" y="2018015"/>
                </a:lnTo>
                <a:close/>
              </a:path>
              <a:path w="5142230" h="2300604">
                <a:moveTo>
                  <a:pt x="2466992" y="407644"/>
                </a:moveTo>
                <a:lnTo>
                  <a:pt x="2463758" y="404182"/>
                </a:lnTo>
                <a:lnTo>
                  <a:pt x="2462775" y="401174"/>
                </a:lnTo>
                <a:lnTo>
                  <a:pt x="2463447" y="398081"/>
                </a:lnTo>
                <a:lnTo>
                  <a:pt x="2464469" y="393017"/>
                </a:lnTo>
                <a:lnTo>
                  <a:pt x="2469440" y="389835"/>
                </a:lnTo>
                <a:lnTo>
                  <a:pt x="2479470" y="391970"/>
                </a:lnTo>
                <a:lnTo>
                  <a:pt x="2482656" y="396847"/>
                </a:lnTo>
                <a:lnTo>
                  <a:pt x="2481634" y="401910"/>
                </a:lnTo>
                <a:lnTo>
                  <a:pt x="2480566" y="406926"/>
                </a:lnTo>
                <a:lnTo>
                  <a:pt x="2475640" y="410157"/>
                </a:lnTo>
                <a:lnTo>
                  <a:pt x="2470625" y="409089"/>
                </a:lnTo>
                <a:lnTo>
                  <a:pt x="2468658" y="408645"/>
                </a:lnTo>
                <a:lnTo>
                  <a:pt x="2466992" y="407644"/>
                </a:lnTo>
                <a:close/>
              </a:path>
              <a:path w="5142230" h="2300604">
                <a:moveTo>
                  <a:pt x="3071058" y="606800"/>
                </a:moveTo>
                <a:lnTo>
                  <a:pt x="3067733" y="603241"/>
                </a:lnTo>
                <a:lnTo>
                  <a:pt x="3067077" y="598922"/>
                </a:lnTo>
                <a:lnTo>
                  <a:pt x="3068995" y="595304"/>
                </a:lnTo>
                <a:lnTo>
                  <a:pt x="3071411" y="590856"/>
                </a:lnTo>
                <a:lnTo>
                  <a:pt x="3077040" y="589058"/>
                </a:lnTo>
                <a:lnTo>
                  <a:pt x="3081539" y="591530"/>
                </a:lnTo>
                <a:lnTo>
                  <a:pt x="3086078" y="593946"/>
                </a:lnTo>
                <a:lnTo>
                  <a:pt x="3087774" y="599576"/>
                </a:lnTo>
                <a:lnTo>
                  <a:pt x="3082983" y="608617"/>
                </a:lnTo>
                <a:lnTo>
                  <a:pt x="3077309" y="610366"/>
                </a:lnTo>
                <a:lnTo>
                  <a:pt x="3071889" y="607393"/>
                </a:lnTo>
                <a:lnTo>
                  <a:pt x="3071058" y="606800"/>
                </a:lnTo>
                <a:close/>
              </a:path>
              <a:path w="5142230" h="2300604">
                <a:moveTo>
                  <a:pt x="3747211" y="1495990"/>
                </a:moveTo>
                <a:lnTo>
                  <a:pt x="3743041" y="1491527"/>
                </a:lnTo>
                <a:lnTo>
                  <a:pt x="3740164" y="1487274"/>
                </a:lnTo>
                <a:lnTo>
                  <a:pt x="3741262" y="1481510"/>
                </a:lnTo>
                <a:lnTo>
                  <a:pt x="3749762" y="1475751"/>
                </a:lnTo>
                <a:lnTo>
                  <a:pt x="3755532" y="1476845"/>
                </a:lnTo>
                <a:lnTo>
                  <a:pt x="3761290" y="1485354"/>
                </a:lnTo>
                <a:lnTo>
                  <a:pt x="3760192" y="1491119"/>
                </a:lnTo>
                <a:lnTo>
                  <a:pt x="3755944" y="1494001"/>
                </a:lnTo>
                <a:lnTo>
                  <a:pt x="3752120" y="1496651"/>
                </a:lnTo>
                <a:lnTo>
                  <a:pt x="3747211" y="1495990"/>
                </a:lnTo>
                <a:close/>
              </a:path>
              <a:path w="5142230" h="2300604">
                <a:moveTo>
                  <a:pt x="3133244" y="642384"/>
                </a:moveTo>
                <a:lnTo>
                  <a:pt x="3129269" y="638129"/>
                </a:lnTo>
                <a:lnTo>
                  <a:pt x="3128678" y="633683"/>
                </a:lnTo>
                <a:lnTo>
                  <a:pt x="3130928" y="630029"/>
                </a:lnTo>
                <a:lnTo>
                  <a:pt x="3133582" y="625641"/>
                </a:lnTo>
                <a:lnTo>
                  <a:pt x="3139095" y="624306"/>
                </a:lnTo>
                <a:lnTo>
                  <a:pt x="3139244" y="624270"/>
                </a:lnTo>
                <a:lnTo>
                  <a:pt x="3148078" y="629622"/>
                </a:lnTo>
                <a:lnTo>
                  <a:pt x="3149395" y="635332"/>
                </a:lnTo>
                <a:lnTo>
                  <a:pt x="3144092" y="644121"/>
                </a:lnTo>
                <a:lnTo>
                  <a:pt x="3138337" y="645488"/>
                </a:lnTo>
                <a:lnTo>
                  <a:pt x="3133986" y="642787"/>
                </a:lnTo>
                <a:lnTo>
                  <a:pt x="3133244" y="642384"/>
                </a:lnTo>
                <a:close/>
              </a:path>
              <a:path w="5142230" h="2300604">
                <a:moveTo>
                  <a:pt x="3640115" y="1311460"/>
                </a:moveTo>
                <a:lnTo>
                  <a:pt x="3636794" y="1307906"/>
                </a:lnTo>
                <a:lnTo>
                  <a:pt x="3636300" y="1307181"/>
                </a:lnTo>
                <a:lnTo>
                  <a:pt x="3635855" y="1306409"/>
                </a:lnTo>
                <a:lnTo>
                  <a:pt x="3633556" y="1301800"/>
                </a:lnTo>
                <a:lnTo>
                  <a:pt x="3635304" y="1296240"/>
                </a:lnTo>
                <a:lnTo>
                  <a:pt x="3644481" y="1291502"/>
                </a:lnTo>
                <a:lnTo>
                  <a:pt x="3650031" y="1293339"/>
                </a:lnTo>
                <a:lnTo>
                  <a:pt x="3654730" y="1302473"/>
                </a:lnTo>
                <a:lnTo>
                  <a:pt x="3652981" y="1307932"/>
                </a:lnTo>
                <a:lnTo>
                  <a:pt x="3652934" y="1308077"/>
                </a:lnTo>
                <a:lnTo>
                  <a:pt x="3644620" y="1312374"/>
                </a:lnTo>
                <a:lnTo>
                  <a:pt x="3640115" y="1311460"/>
                </a:lnTo>
                <a:close/>
              </a:path>
              <a:path w="5142230" h="2300604">
                <a:moveTo>
                  <a:pt x="3833509" y="1608995"/>
                </a:moveTo>
                <a:lnTo>
                  <a:pt x="3829869" y="1605099"/>
                </a:lnTo>
                <a:lnTo>
                  <a:pt x="3826508" y="1601208"/>
                </a:lnTo>
                <a:lnTo>
                  <a:pt x="3826989" y="1595271"/>
                </a:lnTo>
                <a:lnTo>
                  <a:pt x="3830263" y="1592520"/>
                </a:lnTo>
                <a:lnTo>
                  <a:pt x="3834166" y="1589171"/>
                </a:lnTo>
                <a:lnTo>
                  <a:pt x="3834773" y="1588648"/>
                </a:lnTo>
                <a:lnTo>
                  <a:pt x="3840655" y="1589080"/>
                </a:lnTo>
                <a:lnTo>
                  <a:pt x="3843971" y="1593021"/>
                </a:lnTo>
                <a:lnTo>
                  <a:pt x="3847328" y="1596908"/>
                </a:lnTo>
                <a:lnTo>
                  <a:pt x="3846896" y="1602799"/>
                </a:lnTo>
                <a:lnTo>
                  <a:pt x="3843573" y="1605595"/>
                </a:lnTo>
                <a:lnTo>
                  <a:pt x="3839718" y="1608897"/>
                </a:lnTo>
                <a:lnTo>
                  <a:pt x="3839161" y="1609376"/>
                </a:lnTo>
                <a:lnTo>
                  <a:pt x="3833509" y="1608995"/>
                </a:lnTo>
                <a:close/>
              </a:path>
              <a:path w="5142230" h="2300604">
                <a:moveTo>
                  <a:pt x="3440137" y="936203"/>
                </a:moveTo>
                <a:lnTo>
                  <a:pt x="3435930" y="931699"/>
                </a:lnTo>
                <a:lnTo>
                  <a:pt x="3433101" y="927402"/>
                </a:lnTo>
                <a:lnTo>
                  <a:pt x="3434283" y="921632"/>
                </a:lnTo>
                <a:lnTo>
                  <a:pt x="3442836" y="916025"/>
                </a:lnTo>
                <a:lnTo>
                  <a:pt x="3448556" y="917165"/>
                </a:lnTo>
                <a:lnTo>
                  <a:pt x="3451475" y="921460"/>
                </a:lnTo>
                <a:lnTo>
                  <a:pt x="3454256" y="925710"/>
                </a:lnTo>
                <a:lnTo>
                  <a:pt x="3453119" y="931530"/>
                </a:lnTo>
                <a:lnTo>
                  <a:pt x="3448821" y="934358"/>
                </a:lnTo>
                <a:lnTo>
                  <a:pt x="3444960" y="936869"/>
                </a:lnTo>
                <a:lnTo>
                  <a:pt x="3440137" y="936203"/>
                </a:lnTo>
                <a:close/>
              </a:path>
              <a:path w="5142230" h="2300604">
                <a:moveTo>
                  <a:pt x="3608191" y="1247962"/>
                </a:moveTo>
                <a:lnTo>
                  <a:pt x="3604870" y="1244408"/>
                </a:lnTo>
                <a:lnTo>
                  <a:pt x="3604371" y="1243678"/>
                </a:lnTo>
                <a:lnTo>
                  <a:pt x="3601682" y="1238255"/>
                </a:lnTo>
                <a:lnTo>
                  <a:pt x="3603523" y="1232700"/>
                </a:lnTo>
                <a:lnTo>
                  <a:pt x="3612555" y="1228198"/>
                </a:lnTo>
                <a:lnTo>
                  <a:pt x="3612744" y="1228104"/>
                </a:lnTo>
                <a:lnTo>
                  <a:pt x="3618294" y="1230041"/>
                </a:lnTo>
                <a:lnTo>
                  <a:pt x="3622845" y="1239213"/>
                </a:lnTo>
                <a:lnTo>
                  <a:pt x="3620999" y="1244763"/>
                </a:lnTo>
                <a:lnTo>
                  <a:pt x="3612648" y="1248921"/>
                </a:lnTo>
                <a:lnTo>
                  <a:pt x="3608191" y="1247962"/>
                </a:lnTo>
                <a:close/>
              </a:path>
              <a:path w="5142230" h="2300604">
                <a:moveTo>
                  <a:pt x="3927834" y="1708990"/>
                </a:moveTo>
                <a:lnTo>
                  <a:pt x="3924092" y="1704984"/>
                </a:lnTo>
                <a:lnTo>
                  <a:pt x="3924145" y="1699470"/>
                </a:lnTo>
                <a:lnTo>
                  <a:pt x="3931192" y="1692156"/>
                </a:lnTo>
                <a:lnTo>
                  <a:pt x="3937049" y="1692072"/>
                </a:lnTo>
                <a:lnTo>
                  <a:pt x="3944454" y="1699217"/>
                </a:lnTo>
                <a:lnTo>
                  <a:pt x="3944484" y="1705114"/>
                </a:lnTo>
                <a:lnTo>
                  <a:pt x="3937389" y="1712474"/>
                </a:lnTo>
                <a:lnTo>
                  <a:pt x="3931483" y="1712603"/>
                </a:lnTo>
                <a:lnTo>
                  <a:pt x="3927834" y="1708990"/>
                </a:lnTo>
                <a:close/>
              </a:path>
              <a:path w="5142230" h="2300604">
                <a:moveTo>
                  <a:pt x="2876889" y="520644"/>
                </a:moveTo>
                <a:lnTo>
                  <a:pt x="2873610" y="517133"/>
                </a:lnTo>
                <a:lnTo>
                  <a:pt x="2872744" y="513467"/>
                </a:lnTo>
                <a:lnTo>
                  <a:pt x="2873993" y="510017"/>
                </a:lnTo>
                <a:lnTo>
                  <a:pt x="2875807" y="505209"/>
                </a:lnTo>
                <a:lnTo>
                  <a:pt x="2881182" y="502754"/>
                </a:lnTo>
                <a:lnTo>
                  <a:pt x="2890739" y="506336"/>
                </a:lnTo>
                <a:lnTo>
                  <a:pt x="2893244" y="511657"/>
                </a:lnTo>
                <a:lnTo>
                  <a:pt x="2891430" y="516465"/>
                </a:lnTo>
                <a:lnTo>
                  <a:pt x="2889661" y="521314"/>
                </a:lnTo>
                <a:lnTo>
                  <a:pt x="2884286" y="523769"/>
                </a:lnTo>
                <a:lnTo>
                  <a:pt x="2878091" y="521438"/>
                </a:lnTo>
                <a:lnTo>
                  <a:pt x="2876889" y="520644"/>
                </a:lnTo>
                <a:close/>
              </a:path>
              <a:path w="5142230" h="2300604">
                <a:moveTo>
                  <a:pt x="3477503" y="996244"/>
                </a:moveTo>
                <a:lnTo>
                  <a:pt x="3473664" y="992134"/>
                </a:lnTo>
                <a:lnTo>
                  <a:pt x="3473265" y="991512"/>
                </a:lnTo>
                <a:lnTo>
                  <a:pt x="3470678" y="987080"/>
                </a:lnTo>
                <a:lnTo>
                  <a:pt x="3472142" y="981412"/>
                </a:lnTo>
                <a:lnTo>
                  <a:pt x="3476578" y="978830"/>
                </a:lnTo>
                <a:lnTo>
                  <a:pt x="3480959" y="976189"/>
                </a:lnTo>
                <a:lnTo>
                  <a:pt x="3486670" y="977610"/>
                </a:lnTo>
                <a:lnTo>
                  <a:pt x="3491939" y="986477"/>
                </a:lnTo>
                <a:lnTo>
                  <a:pt x="3490427" y="992190"/>
                </a:lnTo>
                <a:lnTo>
                  <a:pt x="3486041" y="994826"/>
                </a:lnTo>
                <a:lnTo>
                  <a:pt x="3482185" y="997050"/>
                </a:lnTo>
                <a:lnTo>
                  <a:pt x="3477503" y="996244"/>
                </a:lnTo>
                <a:close/>
              </a:path>
              <a:path w="5142230" h="2300604">
                <a:moveTo>
                  <a:pt x="3399071" y="878464"/>
                </a:moveTo>
                <a:lnTo>
                  <a:pt x="3395245" y="874368"/>
                </a:lnTo>
                <a:lnTo>
                  <a:pt x="3392133" y="870253"/>
                </a:lnTo>
                <a:lnTo>
                  <a:pt x="3392894" y="864420"/>
                </a:lnTo>
                <a:lnTo>
                  <a:pt x="3401082" y="858232"/>
                </a:lnTo>
                <a:lnTo>
                  <a:pt x="3406915" y="859001"/>
                </a:lnTo>
                <a:lnTo>
                  <a:pt x="3410031" y="863121"/>
                </a:lnTo>
                <a:lnTo>
                  <a:pt x="3413148" y="867139"/>
                </a:lnTo>
                <a:lnTo>
                  <a:pt x="3412339" y="873018"/>
                </a:lnTo>
                <a:lnTo>
                  <a:pt x="3408268" y="876090"/>
                </a:lnTo>
                <a:lnTo>
                  <a:pt x="3404435" y="879022"/>
                </a:lnTo>
                <a:lnTo>
                  <a:pt x="3399071" y="878464"/>
                </a:lnTo>
                <a:close/>
              </a:path>
              <a:path w="5142230" h="2300604">
                <a:moveTo>
                  <a:pt x="3301747" y="769784"/>
                </a:moveTo>
                <a:lnTo>
                  <a:pt x="3298004" y="765777"/>
                </a:lnTo>
                <a:lnTo>
                  <a:pt x="3297963" y="760260"/>
                </a:lnTo>
                <a:lnTo>
                  <a:pt x="3301390" y="756694"/>
                </a:lnTo>
                <a:lnTo>
                  <a:pt x="3304913" y="752937"/>
                </a:lnTo>
                <a:lnTo>
                  <a:pt x="3310771" y="752761"/>
                </a:lnTo>
                <a:lnTo>
                  <a:pt x="3318274" y="759814"/>
                </a:lnTo>
                <a:lnTo>
                  <a:pt x="3318409" y="765723"/>
                </a:lnTo>
                <a:lnTo>
                  <a:pt x="3311398" y="773177"/>
                </a:lnTo>
                <a:lnTo>
                  <a:pt x="3305444" y="773351"/>
                </a:lnTo>
                <a:lnTo>
                  <a:pt x="3301747" y="769784"/>
                </a:lnTo>
                <a:close/>
              </a:path>
              <a:path w="5142230" h="2300604">
                <a:moveTo>
                  <a:pt x="3354194" y="823971"/>
                </a:moveTo>
                <a:lnTo>
                  <a:pt x="3350637" y="820162"/>
                </a:lnTo>
                <a:lnTo>
                  <a:pt x="3347231" y="816322"/>
                </a:lnTo>
                <a:lnTo>
                  <a:pt x="3347569" y="810427"/>
                </a:lnTo>
                <a:lnTo>
                  <a:pt x="3351369" y="806968"/>
                </a:lnTo>
                <a:lnTo>
                  <a:pt x="3354868" y="803874"/>
                </a:lnTo>
                <a:lnTo>
                  <a:pt x="3355220" y="803563"/>
                </a:lnTo>
                <a:lnTo>
                  <a:pt x="3361104" y="803901"/>
                </a:lnTo>
                <a:lnTo>
                  <a:pt x="3367924" y="811592"/>
                </a:lnTo>
                <a:lnTo>
                  <a:pt x="3367585" y="817488"/>
                </a:lnTo>
                <a:lnTo>
                  <a:pt x="3360243" y="823993"/>
                </a:lnTo>
                <a:lnTo>
                  <a:pt x="3359992" y="824216"/>
                </a:lnTo>
                <a:lnTo>
                  <a:pt x="3354194" y="823971"/>
                </a:lnTo>
                <a:close/>
              </a:path>
              <a:path w="5142230" h="2300604">
                <a:moveTo>
                  <a:pt x="2942859" y="546493"/>
                </a:moveTo>
                <a:lnTo>
                  <a:pt x="2939574" y="542978"/>
                </a:lnTo>
                <a:lnTo>
                  <a:pt x="2938763" y="539079"/>
                </a:lnTo>
                <a:lnTo>
                  <a:pt x="2940208" y="535638"/>
                </a:lnTo>
                <a:lnTo>
                  <a:pt x="2942162" y="530891"/>
                </a:lnTo>
                <a:lnTo>
                  <a:pt x="2947617" y="528616"/>
                </a:lnTo>
                <a:lnTo>
                  <a:pt x="2957111" y="532622"/>
                </a:lnTo>
                <a:lnTo>
                  <a:pt x="2959339" y="538038"/>
                </a:lnTo>
                <a:lnTo>
                  <a:pt x="2955424" y="547530"/>
                </a:lnTo>
                <a:lnTo>
                  <a:pt x="2949969" y="549805"/>
                </a:lnTo>
                <a:lnTo>
                  <a:pt x="2945225" y="547752"/>
                </a:lnTo>
                <a:lnTo>
                  <a:pt x="2943965" y="547286"/>
                </a:lnTo>
                <a:lnTo>
                  <a:pt x="2942859" y="546493"/>
                </a:lnTo>
                <a:close/>
              </a:path>
              <a:path w="5142230" h="2300604">
                <a:moveTo>
                  <a:pt x="2605477" y="438984"/>
                </a:moveTo>
                <a:lnTo>
                  <a:pt x="2602243" y="435522"/>
                </a:lnTo>
                <a:lnTo>
                  <a:pt x="2601285" y="432248"/>
                </a:lnTo>
                <a:lnTo>
                  <a:pt x="2602035" y="429141"/>
                </a:lnTo>
                <a:lnTo>
                  <a:pt x="2603292" y="424133"/>
                </a:lnTo>
                <a:lnTo>
                  <a:pt x="2604645" y="423333"/>
                </a:lnTo>
                <a:lnTo>
                  <a:pt x="2608469" y="421171"/>
                </a:lnTo>
                <a:lnTo>
                  <a:pt x="2618272" y="423552"/>
                </a:lnTo>
                <a:lnTo>
                  <a:pt x="2621362" y="428619"/>
                </a:lnTo>
                <a:lnTo>
                  <a:pt x="2620101" y="433623"/>
                </a:lnTo>
                <a:lnTo>
                  <a:pt x="2618893" y="438586"/>
                </a:lnTo>
                <a:lnTo>
                  <a:pt x="2613885" y="441630"/>
                </a:lnTo>
                <a:lnTo>
                  <a:pt x="2608876" y="440374"/>
                </a:lnTo>
                <a:lnTo>
                  <a:pt x="2607048" y="439981"/>
                </a:lnTo>
                <a:lnTo>
                  <a:pt x="2605477" y="438984"/>
                </a:lnTo>
                <a:close/>
              </a:path>
              <a:path w="5142230" h="2300604">
                <a:moveTo>
                  <a:pt x="3192366" y="680940"/>
                </a:moveTo>
                <a:lnTo>
                  <a:pt x="3188479" y="676780"/>
                </a:lnTo>
                <a:lnTo>
                  <a:pt x="3188043" y="672012"/>
                </a:lnTo>
                <a:lnTo>
                  <a:pt x="3193545" y="664124"/>
                </a:lnTo>
                <a:lnTo>
                  <a:pt x="3199387" y="663141"/>
                </a:lnTo>
                <a:lnTo>
                  <a:pt x="3207779" y="668998"/>
                </a:lnTo>
                <a:lnTo>
                  <a:pt x="3208814" y="674798"/>
                </a:lnTo>
                <a:lnTo>
                  <a:pt x="3202909" y="683235"/>
                </a:lnTo>
                <a:lnTo>
                  <a:pt x="3197109" y="684261"/>
                </a:lnTo>
                <a:lnTo>
                  <a:pt x="3192366" y="680940"/>
                </a:lnTo>
                <a:close/>
              </a:path>
              <a:path w="5142230" h="2300604">
                <a:moveTo>
                  <a:pt x="3248611" y="723261"/>
                </a:moveTo>
                <a:lnTo>
                  <a:pt x="3244871" y="719257"/>
                </a:lnTo>
                <a:lnTo>
                  <a:pt x="3244627" y="714108"/>
                </a:lnTo>
                <a:lnTo>
                  <a:pt x="3247629" y="710482"/>
                </a:lnTo>
                <a:lnTo>
                  <a:pt x="3250834" y="706483"/>
                </a:lnTo>
                <a:lnTo>
                  <a:pt x="3256660" y="705880"/>
                </a:lnTo>
                <a:lnTo>
                  <a:pt x="3260708" y="709139"/>
                </a:lnTo>
                <a:lnTo>
                  <a:pt x="3264658" y="712389"/>
                </a:lnTo>
                <a:lnTo>
                  <a:pt x="3265263" y="718215"/>
                </a:lnTo>
                <a:lnTo>
                  <a:pt x="3262053" y="722210"/>
                </a:lnTo>
                <a:lnTo>
                  <a:pt x="3258808" y="726163"/>
                </a:lnTo>
                <a:lnTo>
                  <a:pt x="3252932" y="726813"/>
                </a:lnTo>
                <a:lnTo>
                  <a:pt x="3248611" y="723261"/>
                </a:lnTo>
                <a:close/>
              </a:path>
              <a:path w="5142230" h="2300604">
                <a:moveTo>
                  <a:pt x="4716557" y="2300034"/>
                </a:moveTo>
                <a:lnTo>
                  <a:pt x="4716488" y="2299183"/>
                </a:lnTo>
                <a:lnTo>
                  <a:pt x="4722140" y="2291355"/>
                </a:lnTo>
                <a:lnTo>
                  <a:pt x="4727977" y="2290468"/>
                </a:lnTo>
                <a:lnTo>
                  <a:pt x="4736320" y="2296463"/>
                </a:lnTo>
                <a:lnTo>
                  <a:pt x="4736850" y="2299965"/>
                </a:lnTo>
                <a:lnTo>
                  <a:pt x="4730248" y="2300034"/>
                </a:lnTo>
                <a:lnTo>
                  <a:pt x="4716557" y="2300034"/>
                </a:lnTo>
                <a:close/>
              </a:path>
              <a:path w="5142230" h="2300604">
                <a:moveTo>
                  <a:pt x="4491117" y="2142188"/>
                </a:moveTo>
                <a:lnTo>
                  <a:pt x="4486770" y="2137535"/>
                </a:lnTo>
                <a:lnTo>
                  <a:pt x="4486384" y="2132821"/>
                </a:lnTo>
                <a:lnTo>
                  <a:pt x="4492033" y="2124989"/>
                </a:lnTo>
                <a:lnTo>
                  <a:pt x="4497826" y="2124050"/>
                </a:lnTo>
                <a:lnTo>
                  <a:pt x="4506166" y="2130048"/>
                </a:lnTo>
                <a:lnTo>
                  <a:pt x="4507099" y="2135933"/>
                </a:lnTo>
                <a:lnTo>
                  <a:pt x="4504130" y="2140086"/>
                </a:lnTo>
                <a:lnTo>
                  <a:pt x="4501056" y="2144227"/>
                </a:lnTo>
                <a:lnTo>
                  <a:pt x="4495264" y="2145163"/>
                </a:lnTo>
                <a:lnTo>
                  <a:pt x="4491117" y="2142188"/>
                </a:lnTo>
                <a:close/>
              </a:path>
              <a:path w="5142230" h="2300604">
                <a:moveTo>
                  <a:pt x="1908191" y="304448"/>
                </a:moveTo>
                <a:lnTo>
                  <a:pt x="1904911" y="300938"/>
                </a:lnTo>
                <a:lnTo>
                  <a:pt x="1903977" y="297884"/>
                </a:lnTo>
                <a:lnTo>
                  <a:pt x="1904600" y="294837"/>
                </a:lnTo>
                <a:lnTo>
                  <a:pt x="1905573" y="289819"/>
                </a:lnTo>
                <a:lnTo>
                  <a:pt x="1910498" y="286587"/>
                </a:lnTo>
                <a:lnTo>
                  <a:pt x="1915512" y="287556"/>
                </a:lnTo>
                <a:lnTo>
                  <a:pt x="1920581" y="288583"/>
                </a:lnTo>
                <a:lnTo>
                  <a:pt x="1923856" y="293458"/>
                </a:lnTo>
                <a:lnTo>
                  <a:pt x="1921817" y="303590"/>
                </a:lnTo>
                <a:lnTo>
                  <a:pt x="1916887" y="306817"/>
                </a:lnTo>
                <a:lnTo>
                  <a:pt x="1911873" y="305848"/>
                </a:lnTo>
                <a:lnTo>
                  <a:pt x="1909905" y="305404"/>
                </a:lnTo>
                <a:lnTo>
                  <a:pt x="1908191" y="304448"/>
                </a:lnTo>
                <a:close/>
              </a:path>
              <a:path w="5142230" h="2300604">
                <a:moveTo>
                  <a:pt x="3576794" y="1184347"/>
                </a:moveTo>
                <a:lnTo>
                  <a:pt x="3573464" y="1180782"/>
                </a:lnTo>
                <a:lnTo>
                  <a:pt x="3572929" y="1180013"/>
                </a:lnTo>
                <a:lnTo>
                  <a:pt x="3570235" y="1174586"/>
                </a:lnTo>
                <a:lnTo>
                  <a:pt x="3572124" y="1168986"/>
                </a:lnTo>
                <a:lnTo>
                  <a:pt x="3581108" y="1164528"/>
                </a:lnTo>
                <a:lnTo>
                  <a:pt x="3581297" y="1164434"/>
                </a:lnTo>
                <a:lnTo>
                  <a:pt x="3586893" y="1166320"/>
                </a:lnTo>
                <a:lnTo>
                  <a:pt x="3589197" y="1170934"/>
                </a:lnTo>
                <a:lnTo>
                  <a:pt x="3591444" y="1175592"/>
                </a:lnTo>
                <a:lnTo>
                  <a:pt x="3589559" y="1181096"/>
                </a:lnTo>
                <a:lnTo>
                  <a:pt x="3581202" y="1185251"/>
                </a:lnTo>
                <a:lnTo>
                  <a:pt x="3576794" y="1184347"/>
                </a:lnTo>
                <a:close/>
              </a:path>
              <a:path w="5142230" h="2300604">
                <a:moveTo>
                  <a:pt x="3881135" y="1661933"/>
                </a:moveTo>
                <a:lnTo>
                  <a:pt x="3874075" y="1654375"/>
                </a:lnTo>
                <a:lnTo>
                  <a:pt x="3874276" y="1648627"/>
                </a:lnTo>
                <a:lnTo>
                  <a:pt x="3881735" y="1641559"/>
                </a:lnTo>
                <a:lnTo>
                  <a:pt x="3887724" y="1641715"/>
                </a:lnTo>
                <a:lnTo>
                  <a:pt x="3894694" y="1649176"/>
                </a:lnTo>
                <a:lnTo>
                  <a:pt x="3894541" y="1655072"/>
                </a:lnTo>
                <a:lnTo>
                  <a:pt x="3887031" y="1662086"/>
                </a:lnTo>
                <a:lnTo>
                  <a:pt x="3881135" y="1661933"/>
                </a:lnTo>
                <a:close/>
              </a:path>
              <a:path w="5142230" h="2300604">
                <a:moveTo>
                  <a:pt x="4548166" y="2183412"/>
                </a:moveTo>
                <a:lnTo>
                  <a:pt x="4544281" y="2179253"/>
                </a:lnTo>
                <a:lnTo>
                  <a:pt x="4543890" y="2174440"/>
                </a:lnTo>
                <a:lnTo>
                  <a:pt x="4546565" y="2170754"/>
                </a:lnTo>
                <a:lnTo>
                  <a:pt x="4549539" y="2166606"/>
                </a:lnTo>
                <a:lnTo>
                  <a:pt x="4555380" y="2165624"/>
                </a:lnTo>
                <a:lnTo>
                  <a:pt x="4559525" y="2168692"/>
                </a:lnTo>
                <a:lnTo>
                  <a:pt x="4563713" y="2171710"/>
                </a:lnTo>
                <a:lnTo>
                  <a:pt x="4564652" y="2177507"/>
                </a:lnTo>
                <a:lnTo>
                  <a:pt x="4561626" y="2181694"/>
                </a:lnTo>
                <a:lnTo>
                  <a:pt x="4558612" y="2185798"/>
                </a:lnTo>
                <a:lnTo>
                  <a:pt x="4552820" y="2186734"/>
                </a:lnTo>
                <a:lnTo>
                  <a:pt x="4548166" y="2183412"/>
                </a:lnTo>
                <a:close/>
              </a:path>
              <a:path w="5142230" h="2300604">
                <a:moveTo>
                  <a:pt x="3512285" y="1058008"/>
                </a:moveTo>
                <a:lnTo>
                  <a:pt x="3508348" y="1053794"/>
                </a:lnTo>
                <a:lnTo>
                  <a:pt x="3507996" y="1053026"/>
                </a:lnTo>
                <a:lnTo>
                  <a:pt x="3505552" y="1048553"/>
                </a:lnTo>
                <a:lnTo>
                  <a:pt x="3507202" y="1042893"/>
                </a:lnTo>
                <a:lnTo>
                  <a:pt x="3511775" y="1040457"/>
                </a:lnTo>
                <a:lnTo>
                  <a:pt x="3516250" y="1038011"/>
                </a:lnTo>
                <a:lnTo>
                  <a:pt x="3521904" y="1039669"/>
                </a:lnTo>
                <a:lnTo>
                  <a:pt x="3526791" y="1048709"/>
                </a:lnTo>
                <a:lnTo>
                  <a:pt x="3525130" y="1054361"/>
                </a:lnTo>
                <a:lnTo>
                  <a:pt x="3520566" y="1056807"/>
                </a:lnTo>
                <a:lnTo>
                  <a:pt x="3516766" y="1058896"/>
                </a:lnTo>
                <a:lnTo>
                  <a:pt x="3512285" y="1058008"/>
                </a:lnTo>
                <a:close/>
              </a:path>
              <a:path w="5142230" h="2300604">
                <a:moveTo>
                  <a:pt x="4144928" y="1892608"/>
                </a:moveTo>
                <a:lnTo>
                  <a:pt x="4141197" y="1888615"/>
                </a:lnTo>
                <a:lnTo>
                  <a:pt x="4140850" y="1883552"/>
                </a:lnTo>
                <a:lnTo>
                  <a:pt x="4143616" y="1879964"/>
                </a:lnTo>
                <a:lnTo>
                  <a:pt x="4146684" y="1875819"/>
                </a:lnTo>
                <a:lnTo>
                  <a:pt x="4152517" y="1875027"/>
                </a:lnTo>
                <a:lnTo>
                  <a:pt x="4156612" y="1878142"/>
                </a:lnTo>
                <a:lnTo>
                  <a:pt x="4160753" y="1881204"/>
                </a:lnTo>
                <a:lnTo>
                  <a:pt x="4161551" y="1887042"/>
                </a:lnTo>
                <a:lnTo>
                  <a:pt x="4155324" y="1895233"/>
                </a:lnTo>
                <a:lnTo>
                  <a:pt x="4149490" y="1896026"/>
                </a:lnTo>
                <a:lnTo>
                  <a:pt x="4145390" y="1892907"/>
                </a:lnTo>
                <a:lnTo>
                  <a:pt x="4144928" y="1892608"/>
                </a:lnTo>
                <a:close/>
              </a:path>
              <a:path w="5142230" h="2300604">
                <a:moveTo>
                  <a:pt x="1977933" y="317916"/>
                </a:moveTo>
                <a:lnTo>
                  <a:pt x="1974695" y="314450"/>
                </a:lnTo>
                <a:lnTo>
                  <a:pt x="1973757" y="311491"/>
                </a:lnTo>
                <a:lnTo>
                  <a:pt x="1974290" y="308445"/>
                </a:lnTo>
                <a:lnTo>
                  <a:pt x="1975218" y="303378"/>
                </a:lnTo>
                <a:lnTo>
                  <a:pt x="1980098" y="300098"/>
                </a:lnTo>
                <a:lnTo>
                  <a:pt x="1990232" y="301953"/>
                </a:lnTo>
                <a:lnTo>
                  <a:pt x="1993561" y="306788"/>
                </a:lnTo>
                <a:lnTo>
                  <a:pt x="1991606" y="316914"/>
                </a:lnTo>
                <a:lnTo>
                  <a:pt x="1986776" y="320247"/>
                </a:lnTo>
                <a:lnTo>
                  <a:pt x="1981754" y="319269"/>
                </a:lnTo>
                <a:lnTo>
                  <a:pt x="1979688" y="318916"/>
                </a:lnTo>
                <a:lnTo>
                  <a:pt x="1977933" y="317916"/>
                </a:lnTo>
                <a:close/>
              </a:path>
              <a:path w="5142230" h="2300604">
                <a:moveTo>
                  <a:pt x="2809941" y="497260"/>
                </a:moveTo>
                <a:lnTo>
                  <a:pt x="2806657" y="493745"/>
                </a:lnTo>
                <a:lnTo>
                  <a:pt x="2805787" y="490174"/>
                </a:lnTo>
                <a:lnTo>
                  <a:pt x="2808478" y="482107"/>
                </a:lnTo>
                <a:lnTo>
                  <a:pt x="2808526" y="481963"/>
                </a:lnTo>
                <a:lnTo>
                  <a:pt x="2813761" y="479356"/>
                </a:lnTo>
                <a:lnTo>
                  <a:pt x="2823514" y="482563"/>
                </a:lnTo>
                <a:lnTo>
                  <a:pt x="2826167" y="487847"/>
                </a:lnTo>
                <a:lnTo>
                  <a:pt x="2822957" y="497411"/>
                </a:lnTo>
                <a:lnTo>
                  <a:pt x="2822909" y="497555"/>
                </a:lnTo>
                <a:lnTo>
                  <a:pt x="2817626" y="500208"/>
                </a:lnTo>
                <a:lnTo>
                  <a:pt x="2812774" y="498631"/>
                </a:lnTo>
                <a:lnTo>
                  <a:pt x="2811281" y="498108"/>
                </a:lnTo>
                <a:lnTo>
                  <a:pt x="2809941" y="497260"/>
                </a:lnTo>
                <a:close/>
              </a:path>
              <a:path w="5142230" h="2300604">
                <a:moveTo>
                  <a:pt x="4433113" y="2100232"/>
                </a:moveTo>
                <a:lnTo>
                  <a:pt x="4429226" y="2096071"/>
                </a:lnTo>
                <a:lnTo>
                  <a:pt x="4428840" y="2091258"/>
                </a:lnTo>
                <a:lnTo>
                  <a:pt x="4434441" y="2083469"/>
                </a:lnTo>
                <a:lnTo>
                  <a:pt x="4440280" y="2082489"/>
                </a:lnTo>
                <a:lnTo>
                  <a:pt x="4448622" y="2088484"/>
                </a:lnTo>
                <a:lnTo>
                  <a:pt x="4449552" y="2094271"/>
                </a:lnTo>
                <a:lnTo>
                  <a:pt x="4443562" y="2102616"/>
                </a:lnTo>
                <a:lnTo>
                  <a:pt x="4437768" y="2103554"/>
                </a:lnTo>
                <a:lnTo>
                  <a:pt x="4433113" y="2100232"/>
                </a:lnTo>
                <a:close/>
              </a:path>
              <a:path w="5142230" h="2300604">
                <a:moveTo>
                  <a:pt x="2047841" y="330682"/>
                </a:moveTo>
                <a:lnTo>
                  <a:pt x="2044607" y="327220"/>
                </a:lnTo>
                <a:lnTo>
                  <a:pt x="2043669" y="324261"/>
                </a:lnTo>
                <a:lnTo>
                  <a:pt x="2044149" y="321256"/>
                </a:lnTo>
                <a:lnTo>
                  <a:pt x="2045077" y="316189"/>
                </a:lnTo>
                <a:lnTo>
                  <a:pt x="2049907" y="312855"/>
                </a:lnTo>
                <a:lnTo>
                  <a:pt x="2059995" y="314662"/>
                </a:lnTo>
                <a:lnTo>
                  <a:pt x="2063377" y="319456"/>
                </a:lnTo>
                <a:lnTo>
                  <a:pt x="2062445" y="324518"/>
                </a:lnTo>
                <a:lnTo>
                  <a:pt x="2061566" y="329539"/>
                </a:lnTo>
                <a:lnTo>
                  <a:pt x="2056733" y="332968"/>
                </a:lnTo>
                <a:lnTo>
                  <a:pt x="2051666" y="332040"/>
                </a:lnTo>
                <a:lnTo>
                  <a:pt x="2049601" y="331686"/>
                </a:lnTo>
                <a:lnTo>
                  <a:pt x="2047841" y="330682"/>
                </a:lnTo>
                <a:close/>
              </a:path>
              <a:path w="5142230" h="2300604">
                <a:moveTo>
                  <a:pt x="2688005" y="412476"/>
                </a:moveTo>
                <a:lnTo>
                  <a:pt x="2684907" y="409160"/>
                </a:lnTo>
                <a:lnTo>
                  <a:pt x="2683976" y="406012"/>
                </a:lnTo>
                <a:lnTo>
                  <a:pt x="2686129" y="398249"/>
                </a:lnTo>
                <a:lnTo>
                  <a:pt x="2690992" y="395440"/>
                </a:lnTo>
                <a:lnTo>
                  <a:pt x="2700441" y="398028"/>
                </a:lnTo>
                <a:lnTo>
                  <a:pt x="2703249" y="402892"/>
                </a:lnTo>
                <a:lnTo>
                  <a:pt x="2700662" y="412340"/>
                </a:lnTo>
                <a:lnTo>
                  <a:pt x="2695798" y="415149"/>
                </a:lnTo>
                <a:lnTo>
                  <a:pt x="2689436" y="413421"/>
                </a:lnTo>
                <a:lnTo>
                  <a:pt x="2688005" y="412476"/>
                </a:lnTo>
                <a:close/>
              </a:path>
              <a:path w="5142230" h="2300604">
                <a:moveTo>
                  <a:pt x="4947476" y="2166413"/>
                </a:moveTo>
                <a:lnTo>
                  <a:pt x="4943726" y="2162399"/>
                </a:lnTo>
                <a:lnTo>
                  <a:pt x="4943224" y="2158049"/>
                </a:lnTo>
                <a:lnTo>
                  <a:pt x="4945256" y="2154946"/>
                </a:lnTo>
                <a:lnTo>
                  <a:pt x="4947897" y="2150833"/>
                </a:lnTo>
                <a:lnTo>
                  <a:pt x="4948156" y="2150428"/>
                </a:lnTo>
                <a:lnTo>
                  <a:pt x="4953631" y="2149249"/>
                </a:lnTo>
                <a:lnTo>
                  <a:pt x="4961854" y="2154533"/>
                </a:lnTo>
                <a:lnTo>
                  <a:pt x="4963077" y="2160048"/>
                </a:lnTo>
                <a:lnTo>
                  <a:pt x="4960649" y="2163800"/>
                </a:lnTo>
                <a:lnTo>
                  <a:pt x="4957969" y="2167871"/>
                </a:lnTo>
                <a:lnTo>
                  <a:pt x="4957705" y="2168271"/>
                </a:lnTo>
                <a:lnTo>
                  <a:pt x="4952230" y="2169450"/>
                </a:lnTo>
                <a:lnTo>
                  <a:pt x="4948120" y="2166807"/>
                </a:lnTo>
                <a:lnTo>
                  <a:pt x="4947476" y="2166413"/>
                </a:lnTo>
                <a:close/>
              </a:path>
              <a:path w="5142230" h="2300604">
                <a:moveTo>
                  <a:pt x="4827703" y="2088829"/>
                </a:moveTo>
                <a:lnTo>
                  <a:pt x="4824515" y="2085416"/>
                </a:lnTo>
                <a:lnTo>
                  <a:pt x="4824052" y="2080917"/>
                </a:lnTo>
                <a:lnTo>
                  <a:pt x="4828677" y="2073744"/>
                </a:lnTo>
                <a:lnTo>
                  <a:pt x="4828937" y="2073341"/>
                </a:lnTo>
                <a:lnTo>
                  <a:pt x="4834403" y="2072152"/>
                </a:lnTo>
                <a:lnTo>
                  <a:pt x="4842626" y="2077437"/>
                </a:lnTo>
                <a:lnTo>
                  <a:pt x="4843858" y="2082961"/>
                </a:lnTo>
                <a:lnTo>
                  <a:pt x="4841430" y="2086713"/>
                </a:lnTo>
                <a:lnTo>
                  <a:pt x="4838477" y="2091175"/>
                </a:lnTo>
                <a:lnTo>
                  <a:pt x="4833011" y="2092363"/>
                </a:lnTo>
                <a:lnTo>
                  <a:pt x="4828898" y="2089722"/>
                </a:lnTo>
                <a:lnTo>
                  <a:pt x="4827703" y="2088829"/>
                </a:lnTo>
                <a:close/>
              </a:path>
              <a:path w="5142230" h="2300604">
                <a:moveTo>
                  <a:pt x="4170867" y="1668680"/>
                </a:moveTo>
                <a:lnTo>
                  <a:pt x="4166695" y="1664213"/>
                </a:lnTo>
                <a:lnTo>
                  <a:pt x="4166266" y="1659746"/>
                </a:lnTo>
                <a:lnTo>
                  <a:pt x="4168791" y="1656292"/>
                </a:lnTo>
                <a:lnTo>
                  <a:pt x="4171613" y="1652277"/>
                </a:lnTo>
                <a:lnTo>
                  <a:pt x="4177122" y="1651331"/>
                </a:lnTo>
                <a:lnTo>
                  <a:pt x="4185148" y="1656992"/>
                </a:lnTo>
                <a:lnTo>
                  <a:pt x="4186094" y="1662500"/>
                </a:lnTo>
                <a:lnTo>
                  <a:pt x="4180439" y="1670522"/>
                </a:lnTo>
                <a:lnTo>
                  <a:pt x="4174882" y="1671512"/>
                </a:lnTo>
                <a:lnTo>
                  <a:pt x="4170867" y="1668680"/>
                </a:lnTo>
                <a:close/>
              </a:path>
              <a:path w="5142230" h="2300604">
                <a:moveTo>
                  <a:pt x="4887888" y="2127845"/>
                </a:moveTo>
                <a:lnTo>
                  <a:pt x="4884133" y="2123826"/>
                </a:lnTo>
                <a:lnTo>
                  <a:pt x="4883636" y="2119481"/>
                </a:lnTo>
                <a:lnTo>
                  <a:pt x="4888312" y="2112267"/>
                </a:lnTo>
                <a:lnTo>
                  <a:pt x="4888573" y="2111865"/>
                </a:lnTo>
                <a:lnTo>
                  <a:pt x="4894043" y="2110681"/>
                </a:lnTo>
                <a:lnTo>
                  <a:pt x="4902266" y="2115965"/>
                </a:lnTo>
                <a:lnTo>
                  <a:pt x="4903442" y="2121524"/>
                </a:lnTo>
                <a:lnTo>
                  <a:pt x="4901063" y="2125236"/>
                </a:lnTo>
                <a:lnTo>
                  <a:pt x="4898117" y="2129703"/>
                </a:lnTo>
                <a:lnTo>
                  <a:pt x="4892599" y="2130931"/>
                </a:lnTo>
                <a:lnTo>
                  <a:pt x="4888532" y="2128238"/>
                </a:lnTo>
                <a:lnTo>
                  <a:pt x="4887888" y="2127845"/>
                </a:lnTo>
                <a:close/>
              </a:path>
              <a:path w="5142230" h="2300604">
                <a:moveTo>
                  <a:pt x="4648835" y="1974774"/>
                </a:moveTo>
                <a:lnTo>
                  <a:pt x="4645039" y="1970711"/>
                </a:lnTo>
                <a:lnTo>
                  <a:pt x="4644536" y="1966455"/>
                </a:lnTo>
                <a:lnTo>
                  <a:pt x="4646611" y="1963105"/>
                </a:lnTo>
                <a:lnTo>
                  <a:pt x="4649166" y="1958902"/>
                </a:lnTo>
                <a:lnTo>
                  <a:pt x="4654757" y="1957555"/>
                </a:lnTo>
                <a:lnTo>
                  <a:pt x="4663077" y="1962749"/>
                </a:lnTo>
                <a:lnTo>
                  <a:pt x="4664305" y="1968167"/>
                </a:lnTo>
                <a:lnTo>
                  <a:pt x="4661830" y="1972263"/>
                </a:lnTo>
                <a:lnTo>
                  <a:pt x="4659187" y="1976372"/>
                </a:lnTo>
                <a:lnTo>
                  <a:pt x="4653640" y="1977765"/>
                </a:lnTo>
                <a:lnTo>
                  <a:pt x="4648835" y="1974774"/>
                </a:lnTo>
                <a:close/>
              </a:path>
              <a:path w="5142230" h="2300604">
                <a:moveTo>
                  <a:pt x="2956107" y="503885"/>
                </a:moveTo>
                <a:lnTo>
                  <a:pt x="2952968" y="500525"/>
                </a:lnTo>
                <a:lnTo>
                  <a:pt x="2952242" y="496812"/>
                </a:lnTo>
                <a:lnTo>
                  <a:pt x="2953682" y="493466"/>
                </a:lnTo>
                <a:lnTo>
                  <a:pt x="2955582" y="488952"/>
                </a:lnTo>
                <a:lnTo>
                  <a:pt x="2960751" y="486863"/>
                </a:lnTo>
                <a:lnTo>
                  <a:pt x="2969822" y="490707"/>
                </a:lnTo>
                <a:lnTo>
                  <a:pt x="2971800" y="495756"/>
                </a:lnTo>
                <a:lnTo>
                  <a:pt x="2969963" y="500437"/>
                </a:lnTo>
                <a:lnTo>
                  <a:pt x="2968017" y="504903"/>
                </a:lnTo>
                <a:lnTo>
                  <a:pt x="2962851" y="506999"/>
                </a:lnTo>
                <a:lnTo>
                  <a:pt x="2958337" y="505097"/>
                </a:lnTo>
                <a:lnTo>
                  <a:pt x="2957172" y="504633"/>
                </a:lnTo>
                <a:lnTo>
                  <a:pt x="2956107" y="503885"/>
                </a:lnTo>
                <a:close/>
              </a:path>
              <a:path w="5142230" h="2300604">
                <a:moveTo>
                  <a:pt x="3083755" y="565262"/>
                </a:moveTo>
                <a:lnTo>
                  <a:pt x="3080562" y="561844"/>
                </a:lnTo>
                <a:lnTo>
                  <a:pt x="3079905" y="557719"/>
                </a:lnTo>
                <a:lnTo>
                  <a:pt x="3084180" y="549981"/>
                </a:lnTo>
                <a:lnTo>
                  <a:pt x="3089523" y="548369"/>
                </a:lnTo>
                <a:lnTo>
                  <a:pt x="3098138" y="553096"/>
                </a:lnTo>
                <a:lnTo>
                  <a:pt x="3099750" y="558438"/>
                </a:lnTo>
                <a:lnTo>
                  <a:pt x="3095019" y="567058"/>
                </a:lnTo>
                <a:lnTo>
                  <a:pt x="3089631" y="568622"/>
                </a:lnTo>
                <a:lnTo>
                  <a:pt x="3085371" y="566309"/>
                </a:lnTo>
                <a:lnTo>
                  <a:pt x="3084486" y="565849"/>
                </a:lnTo>
                <a:lnTo>
                  <a:pt x="3083755" y="565262"/>
                </a:lnTo>
                <a:close/>
              </a:path>
              <a:path w="5142230" h="2300604">
                <a:moveTo>
                  <a:pt x="4228795" y="1708798"/>
                </a:moveTo>
                <a:lnTo>
                  <a:pt x="4225098" y="1704840"/>
                </a:lnTo>
                <a:lnTo>
                  <a:pt x="4224651" y="1700352"/>
                </a:lnTo>
                <a:lnTo>
                  <a:pt x="4227032" y="1696840"/>
                </a:lnTo>
                <a:lnTo>
                  <a:pt x="4229767" y="1692733"/>
                </a:lnTo>
                <a:lnTo>
                  <a:pt x="4235327" y="1691739"/>
                </a:lnTo>
                <a:lnTo>
                  <a:pt x="4243404" y="1697260"/>
                </a:lnTo>
                <a:lnTo>
                  <a:pt x="4244443" y="1702773"/>
                </a:lnTo>
                <a:lnTo>
                  <a:pt x="4238925" y="1710841"/>
                </a:lnTo>
                <a:lnTo>
                  <a:pt x="4233463" y="1711934"/>
                </a:lnTo>
                <a:lnTo>
                  <a:pt x="4229403" y="1709153"/>
                </a:lnTo>
                <a:lnTo>
                  <a:pt x="4228795" y="1708798"/>
                </a:lnTo>
                <a:close/>
              </a:path>
              <a:path w="5142230" h="2300604">
                <a:moveTo>
                  <a:pt x="4768660" y="2050748"/>
                </a:moveTo>
                <a:lnTo>
                  <a:pt x="4764869" y="2046690"/>
                </a:lnTo>
                <a:lnTo>
                  <a:pt x="4764372" y="2042345"/>
                </a:lnTo>
                <a:lnTo>
                  <a:pt x="4766396" y="2039233"/>
                </a:lnTo>
                <a:lnTo>
                  <a:pt x="4769081" y="2035167"/>
                </a:lnTo>
                <a:lnTo>
                  <a:pt x="4769345" y="2034768"/>
                </a:lnTo>
                <a:lnTo>
                  <a:pt x="4774815" y="2033584"/>
                </a:lnTo>
                <a:lnTo>
                  <a:pt x="4783043" y="2038873"/>
                </a:lnTo>
                <a:lnTo>
                  <a:pt x="4784222" y="2044437"/>
                </a:lnTo>
                <a:lnTo>
                  <a:pt x="4781795" y="2048096"/>
                </a:lnTo>
                <a:lnTo>
                  <a:pt x="4779149" y="2052202"/>
                </a:lnTo>
                <a:lnTo>
                  <a:pt x="4778889" y="2052607"/>
                </a:lnTo>
                <a:lnTo>
                  <a:pt x="4773418" y="2053790"/>
                </a:lnTo>
                <a:lnTo>
                  <a:pt x="4769308" y="2051147"/>
                </a:lnTo>
                <a:lnTo>
                  <a:pt x="4768660" y="2050748"/>
                </a:lnTo>
                <a:close/>
              </a:path>
              <a:path w="5142230" h="2300604">
                <a:moveTo>
                  <a:pt x="5006515" y="2204489"/>
                </a:moveTo>
                <a:lnTo>
                  <a:pt x="5003327" y="2201076"/>
                </a:lnTo>
                <a:lnTo>
                  <a:pt x="5002864" y="2196577"/>
                </a:lnTo>
                <a:lnTo>
                  <a:pt x="5007525" y="2189348"/>
                </a:lnTo>
                <a:lnTo>
                  <a:pt x="5007749" y="2189001"/>
                </a:lnTo>
                <a:lnTo>
                  <a:pt x="5013263" y="2187767"/>
                </a:lnTo>
                <a:lnTo>
                  <a:pt x="5017325" y="2190456"/>
                </a:lnTo>
                <a:lnTo>
                  <a:pt x="5021438" y="2193097"/>
                </a:lnTo>
                <a:lnTo>
                  <a:pt x="5022670" y="2198621"/>
                </a:lnTo>
                <a:lnTo>
                  <a:pt x="5020247" y="2202380"/>
                </a:lnTo>
                <a:lnTo>
                  <a:pt x="5017336" y="2206790"/>
                </a:lnTo>
                <a:lnTo>
                  <a:pt x="5011822" y="2208023"/>
                </a:lnTo>
                <a:lnTo>
                  <a:pt x="5007710" y="2205382"/>
                </a:lnTo>
                <a:lnTo>
                  <a:pt x="5006515" y="2204489"/>
                </a:lnTo>
                <a:close/>
              </a:path>
              <a:path w="5142230" h="2300604">
                <a:moveTo>
                  <a:pt x="2890391" y="477524"/>
                </a:moveTo>
                <a:lnTo>
                  <a:pt x="2887248" y="474159"/>
                </a:lnTo>
                <a:lnTo>
                  <a:pt x="2886429" y="470642"/>
                </a:lnTo>
                <a:lnTo>
                  <a:pt x="2887674" y="467379"/>
                </a:lnTo>
                <a:lnTo>
                  <a:pt x="2889388" y="462765"/>
                </a:lnTo>
                <a:lnTo>
                  <a:pt x="2894520" y="460436"/>
                </a:lnTo>
                <a:lnTo>
                  <a:pt x="2899081" y="462192"/>
                </a:lnTo>
                <a:lnTo>
                  <a:pt x="2903701" y="463912"/>
                </a:lnTo>
                <a:lnTo>
                  <a:pt x="2906028" y="469043"/>
                </a:lnTo>
                <a:lnTo>
                  <a:pt x="2904308" y="473654"/>
                </a:lnTo>
                <a:lnTo>
                  <a:pt x="2902554" y="478224"/>
                </a:lnTo>
                <a:lnTo>
                  <a:pt x="2897421" y="480553"/>
                </a:lnTo>
                <a:lnTo>
                  <a:pt x="2892856" y="478791"/>
                </a:lnTo>
                <a:lnTo>
                  <a:pt x="2891502" y="478321"/>
                </a:lnTo>
                <a:lnTo>
                  <a:pt x="2890391" y="477524"/>
                </a:lnTo>
                <a:close/>
              </a:path>
              <a:path w="5142230" h="2300604">
                <a:moveTo>
                  <a:pt x="4287885" y="1748298"/>
                </a:moveTo>
                <a:lnTo>
                  <a:pt x="4284136" y="1744285"/>
                </a:lnTo>
                <a:lnTo>
                  <a:pt x="4283685" y="1739894"/>
                </a:lnTo>
                <a:lnTo>
                  <a:pt x="4285978" y="1736382"/>
                </a:lnTo>
                <a:lnTo>
                  <a:pt x="4288666" y="1732319"/>
                </a:lnTo>
                <a:lnTo>
                  <a:pt x="4294179" y="1731186"/>
                </a:lnTo>
                <a:lnTo>
                  <a:pt x="4302352" y="1736609"/>
                </a:lnTo>
                <a:lnTo>
                  <a:pt x="4303489" y="1742030"/>
                </a:lnTo>
                <a:lnTo>
                  <a:pt x="4300792" y="1746183"/>
                </a:lnTo>
                <a:lnTo>
                  <a:pt x="4298105" y="1750246"/>
                </a:lnTo>
                <a:lnTo>
                  <a:pt x="4292596" y="1751384"/>
                </a:lnTo>
                <a:lnTo>
                  <a:pt x="4288533" y="1748696"/>
                </a:lnTo>
                <a:lnTo>
                  <a:pt x="4287885" y="1748298"/>
                </a:lnTo>
                <a:close/>
              </a:path>
              <a:path w="5142230" h="2300604">
                <a:moveTo>
                  <a:pt x="3020695" y="533043"/>
                </a:moveTo>
                <a:lnTo>
                  <a:pt x="3017552" y="529678"/>
                </a:lnTo>
                <a:lnTo>
                  <a:pt x="3016788" y="525735"/>
                </a:lnTo>
                <a:lnTo>
                  <a:pt x="3018461" y="522346"/>
                </a:lnTo>
                <a:lnTo>
                  <a:pt x="3020543" y="517926"/>
                </a:lnTo>
                <a:lnTo>
                  <a:pt x="3025851" y="516082"/>
                </a:lnTo>
                <a:lnTo>
                  <a:pt x="3034719" y="520297"/>
                </a:lnTo>
                <a:lnTo>
                  <a:pt x="3036574" y="525605"/>
                </a:lnTo>
                <a:lnTo>
                  <a:pt x="3032308" y="534430"/>
                </a:lnTo>
                <a:lnTo>
                  <a:pt x="3027004" y="536280"/>
                </a:lnTo>
                <a:lnTo>
                  <a:pt x="3022586" y="534189"/>
                </a:lnTo>
                <a:lnTo>
                  <a:pt x="3021564" y="533682"/>
                </a:lnTo>
                <a:lnTo>
                  <a:pt x="3020695" y="533043"/>
                </a:lnTo>
                <a:close/>
              </a:path>
              <a:path w="5142230" h="2300604">
                <a:moveTo>
                  <a:pt x="4113181" y="1626965"/>
                </a:moveTo>
                <a:lnTo>
                  <a:pt x="4109105" y="1622601"/>
                </a:lnTo>
                <a:lnTo>
                  <a:pt x="4108767" y="1618040"/>
                </a:lnTo>
                <a:lnTo>
                  <a:pt x="4111342" y="1614539"/>
                </a:lnTo>
                <a:lnTo>
                  <a:pt x="4114214" y="1610578"/>
                </a:lnTo>
                <a:lnTo>
                  <a:pt x="4119762" y="1609769"/>
                </a:lnTo>
                <a:lnTo>
                  <a:pt x="4123723" y="1612643"/>
                </a:lnTo>
                <a:lnTo>
                  <a:pt x="4127688" y="1615613"/>
                </a:lnTo>
                <a:lnTo>
                  <a:pt x="4128491" y="1621164"/>
                </a:lnTo>
                <a:lnTo>
                  <a:pt x="4125571" y="1625079"/>
                </a:lnTo>
                <a:lnTo>
                  <a:pt x="4122697" y="1629042"/>
                </a:lnTo>
                <a:lnTo>
                  <a:pt x="4117094" y="1629884"/>
                </a:lnTo>
                <a:lnTo>
                  <a:pt x="4113181" y="1626965"/>
                </a:lnTo>
                <a:close/>
              </a:path>
              <a:path w="5142230" h="2300604">
                <a:moveTo>
                  <a:pt x="2756116" y="432115"/>
                </a:moveTo>
                <a:lnTo>
                  <a:pt x="2753023" y="428804"/>
                </a:lnTo>
                <a:lnTo>
                  <a:pt x="2752144" y="425517"/>
                </a:lnTo>
                <a:lnTo>
                  <a:pt x="2753102" y="422339"/>
                </a:lnTo>
                <a:lnTo>
                  <a:pt x="2754534" y="417714"/>
                </a:lnTo>
                <a:lnTo>
                  <a:pt x="2759489" y="415003"/>
                </a:lnTo>
                <a:lnTo>
                  <a:pt x="2764159" y="416484"/>
                </a:lnTo>
                <a:lnTo>
                  <a:pt x="2768833" y="417871"/>
                </a:lnTo>
                <a:lnTo>
                  <a:pt x="2771495" y="422871"/>
                </a:lnTo>
                <a:lnTo>
                  <a:pt x="2770109" y="427545"/>
                </a:lnTo>
                <a:lnTo>
                  <a:pt x="2768623" y="432211"/>
                </a:lnTo>
                <a:lnTo>
                  <a:pt x="2763722" y="434881"/>
                </a:lnTo>
                <a:lnTo>
                  <a:pt x="2757456" y="432963"/>
                </a:lnTo>
                <a:lnTo>
                  <a:pt x="2756116" y="432115"/>
                </a:lnTo>
                <a:close/>
              </a:path>
              <a:path w="5142230" h="2300604">
                <a:moveTo>
                  <a:pt x="2823645" y="453677"/>
                </a:moveTo>
                <a:lnTo>
                  <a:pt x="2820553" y="450366"/>
                </a:lnTo>
                <a:lnTo>
                  <a:pt x="2819676" y="446985"/>
                </a:lnTo>
                <a:lnTo>
                  <a:pt x="2822353" y="439097"/>
                </a:lnTo>
                <a:lnTo>
                  <a:pt x="2827348" y="436622"/>
                </a:lnTo>
                <a:lnTo>
                  <a:pt x="2836682" y="439774"/>
                </a:lnTo>
                <a:lnTo>
                  <a:pt x="2839157" y="444766"/>
                </a:lnTo>
                <a:lnTo>
                  <a:pt x="2836005" y="454102"/>
                </a:lnTo>
                <a:lnTo>
                  <a:pt x="2831012" y="456575"/>
                </a:lnTo>
                <a:lnTo>
                  <a:pt x="2826340" y="454996"/>
                </a:lnTo>
                <a:lnTo>
                  <a:pt x="2824897" y="454526"/>
                </a:lnTo>
                <a:lnTo>
                  <a:pt x="2823645" y="453677"/>
                </a:lnTo>
                <a:close/>
              </a:path>
              <a:path w="5142230" h="2300604">
                <a:moveTo>
                  <a:pt x="4708920" y="2012504"/>
                </a:moveTo>
                <a:lnTo>
                  <a:pt x="4705124" y="2008441"/>
                </a:lnTo>
                <a:lnTo>
                  <a:pt x="4704582" y="2004147"/>
                </a:lnTo>
                <a:lnTo>
                  <a:pt x="4706675" y="2000914"/>
                </a:lnTo>
                <a:lnTo>
                  <a:pt x="4709270" y="1996752"/>
                </a:lnTo>
                <a:lnTo>
                  <a:pt x="4709416" y="1996518"/>
                </a:lnTo>
                <a:lnTo>
                  <a:pt x="4714939" y="1995294"/>
                </a:lnTo>
                <a:lnTo>
                  <a:pt x="4719052" y="1997935"/>
                </a:lnTo>
                <a:lnTo>
                  <a:pt x="4723212" y="2000532"/>
                </a:lnTo>
                <a:lnTo>
                  <a:pt x="4724435" y="2006046"/>
                </a:lnTo>
                <a:lnTo>
                  <a:pt x="4721946" y="2009931"/>
                </a:lnTo>
                <a:lnTo>
                  <a:pt x="4719343" y="2014083"/>
                </a:lnTo>
                <a:lnTo>
                  <a:pt x="4719196" y="2014318"/>
                </a:lnTo>
                <a:lnTo>
                  <a:pt x="4713733" y="2015505"/>
                </a:lnTo>
                <a:lnTo>
                  <a:pt x="4708920" y="2012504"/>
                </a:lnTo>
                <a:close/>
              </a:path>
              <a:path w="5142230" h="2300604">
                <a:moveTo>
                  <a:pt x="3544145" y="1003751"/>
                </a:moveTo>
                <a:lnTo>
                  <a:pt x="3540311" y="999646"/>
                </a:lnTo>
                <a:lnTo>
                  <a:pt x="3537419" y="995672"/>
                </a:lnTo>
                <a:lnTo>
                  <a:pt x="3538367" y="990139"/>
                </a:lnTo>
                <a:lnTo>
                  <a:pt x="3546301" y="984362"/>
                </a:lnTo>
                <a:lnTo>
                  <a:pt x="3551841" y="985305"/>
                </a:lnTo>
                <a:lnTo>
                  <a:pt x="3557567" y="993196"/>
                </a:lnTo>
                <a:lnTo>
                  <a:pt x="3556674" y="998787"/>
                </a:lnTo>
                <a:lnTo>
                  <a:pt x="3552752" y="1001629"/>
                </a:lnTo>
                <a:lnTo>
                  <a:pt x="3549024" y="1004281"/>
                </a:lnTo>
                <a:lnTo>
                  <a:pt x="3544145" y="1003751"/>
                </a:lnTo>
                <a:close/>
              </a:path>
              <a:path w="5142230" h="2300604">
                <a:moveTo>
                  <a:pt x="4000883" y="1539303"/>
                </a:moveTo>
                <a:lnTo>
                  <a:pt x="3997044" y="1535193"/>
                </a:lnTo>
                <a:lnTo>
                  <a:pt x="3996842" y="1530285"/>
                </a:lnTo>
                <a:lnTo>
                  <a:pt x="3999649" y="1526842"/>
                </a:lnTo>
                <a:lnTo>
                  <a:pt x="4002798" y="1523078"/>
                </a:lnTo>
                <a:lnTo>
                  <a:pt x="4008390" y="1522511"/>
                </a:lnTo>
                <a:lnTo>
                  <a:pt x="4012206" y="1525622"/>
                </a:lnTo>
                <a:lnTo>
                  <a:pt x="4015967" y="1528765"/>
                </a:lnTo>
                <a:lnTo>
                  <a:pt x="4016437" y="1534352"/>
                </a:lnTo>
                <a:lnTo>
                  <a:pt x="4013386" y="1538125"/>
                </a:lnTo>
                <a:lnTo>
                  <a:pt x="4010236" y="1541889"/>
                </a:lnTo>
                <a:lnTo>
                  <a:pt x="4004646" y="1542453"/>
                </a:lnTo>
                <a:lnTo>
                  <a:pt x="4000883" y="1539303"/>
                </a:lnTo>
                <a:close/>
              </a:path>
              <a:path w="5142230" h="2300604">
                <a:moveTo>
                  <a:pt x="3946009" y="1492488"/>
                </a:moveTo>
                <a:lnTo>
                  <a:pt x="3942916" y="1489177"/>
                </a:lnTo>
                <a:lnTo>
                  <a:pt x="3942809" y="1483980"/>
                </a:lnTo>
                <a:lnTo>
                  <a:pt x="3945850" y="1480492"/>
                </a:lnTo>
                <a:lnTo>
                  <a:pt x="3949095" y="1476830"/>
                </a:lnTo>
                <a:lnTo>
                  <a:pt x="3954724" y="1476503"/>
                </a:lnTo>
                <a:lnTo>
                  <a:pt x="3962057" y="1482984"/>
                </a:lnTo>
                <a:lnTo>
                  <a:pt x="3962380" y="1488608"/>
                </a:lnTo>
                <a:lnTo>
                  <a:pt x="3955904" y="1495946"/>
                </a:lnTo>
                <a:lnTo>
                  <a:pt x="3950321" y="1496322"/>
                </a:lnTo>
                <a:lnTo>
                  <a:pt x="3946009" y="1492488"/>
                </a:lnTo>
                <a:close/>
              </a:path>
              <a:path w="5142230" h="2300604">
                <a:moveTo>
                  <a:pt x="4347509" y="1787005"/>
                </a:moveTo>
                <a:lnTo>
                  <a:pt x="4343764" y="1782997"/>
                </a:lnTo>
                <a:lnTo>
                  <a:pt x="4343267" y="1778650"/>
                </a:lnTo>
                <a:lnTo>
                  <a:pt x="4345244" y="1775488"/>
                </a:lnTo>
                <a:lnTo>
                  <a:pt x="4348106" y="1771025"/>
                </a:lnTo>
                <a:lnTo>
                  <a:pt x="4353624" y="1769797"/>
                </a:lnTo>
                <a:lnTo>
                  <a:pt x="4361847" y="1775081"/>
                </a:lnTo>
                <a:lnTo>
                  <a:pt x="4363077" y="1780598"/>
                </a:lnTo>
                <a:lnTo>
                  <a:pt x="4357963" y="1788516"/>
                </a:lnTo>
                <a:lnTo>
                  <a:pt x="4357739" y="1788863"/>
                </a:lnTo>
                <a:lnTo>
                  <a:pt x="4352275" y="1790050"/>
                </a:lnTo>
                <a:lnTo>
                  <a:pt x="4347509" y="1787005"/>
                </a:lnTo>
                <a:close/>
              </a:path>
              <a:path w="5142230" h="2300604">
                <a:moveTo>
                  <a:pt x="4056441" y="1583919"/>
                </a:moveTo>
                <a:lnTo>
                  <a:pt x="4052507" y="1579707"/>
                </a:lnTo>
                <a:lnTo>
                  <a:pt x="4052166" y="1574947"/>
                </a:lnTo>
                <a:lnTo>
                  <a:pt x="4054925" y="1571447"/>
                </a:lnTo>
                <a:lnTo>
                  <a:pt x="4057890" y="1567581"/>
                </a:lnTo>
                <a:lnTo>
                  <a:pt x="4063482" y="1566923"/>
                </a:lnTo>
                <a:lnTo>
                  <a:pt x="4067352" y="1569892"/>
                </a:lnTo>
                <a:lnTo>
                  <a:pt x="4071208" y="1572946"/>
                </a:lnTo>
                <a:lnTo>
                  <a:pt x="4071917" y="1578492"/>
                </a:lnTo>
                <a:lnTo>
                  <a:pt x="4068907" y="1582309"/>
                </a:lnTo>
                <a:lnTo>
                  <a:pt x="4065898" y="1586225"/>
                </a:lnTo>
                <a:lnTo>
                  <a:pt x="4060304" y="1586885"/>
                </a:lnTo>
                <a:lnTo>
                  <a:pt x="4056441" y="1583919"/>
                </a:lnTo>
                <a:close/>
              </a:path>
              <a:path w="5142230" h="2300604">
                <a:moveTo>
                  <a:pt x="3502127" y="946553"/>
                </a:moveTo>
                <a:lnTo>
                  <a:pt x="3498396" y="942559"/>
                </a:lnTo>
                <a:lnTo>
                  <a:pt x="3495505" y="938586"/>
                </a:lnTo>
                <a:lnTo>
                  <a:pt x="3496264" y="933046"/>
                </a:lnTo>
                <a:lnTo>
                  <a:pt x="3504107" y="927171"/>
                </a:lnTo>
                <a:lnTo>
                  <a:pt x="3509699" y="927974"/>
                </a:lnTo>
                <a:lnTo>
                  <a:pt x="3515568" y="935823"/>
                </a:lnTo>
                <a:lnTo>
                  <a:pt x="3514768" y="941419"/>
                </a:lnTo>
                <a:lnTo>
                  <a:pt x="3510844" y="944354"/>
                </a:lnTo>
                <a:lnTo>
                  <a:pt x="3507161" y="947055"/>
                </a:lnTo>
                <a:lnTo>
                  <a:pt x="3502127" y="946553"/>
                </a:lnTo>
                <a:close/>
              </a:path>
              <a:path w="5142230" h="2300604">
                <a:moveTo>
                  <a:pt x="3314468" y="728954"/>
                </a:moveTo>
                <a:lnTo>
                  <a:pt x="3310819" y="725048"/>
                </a:lnTo>
                <a:lnTo>
                  <a:pt x="3310811" y="719861"/>
                </a:lnTo>
                <a:lnTo>
                  <a:pt x="3313997" y="716428"/>
                </a:lnTo>
                <a:lnTo>
                  <a:pt x="3317279" y="712805"/>
                </a:lnTo>
                <a:lnTo>
                  <a:pt x="3322905" y="712571"/>
                </a:lnTo>
                <a:lnTo>
                  <a:pt x="3330091" y="719290"/>
                </a:lnTo>
                <a:lnTo>
                  <a:pt x="3330326" y="724915"/>
                </a:lnTo>
                <a:lnTo>
                  <a:pt x="3323658" y="732048"/>
                </a:lnTo>
                <a:lnTo>
                  <a:pt x="3318031" y="732282"/>
                </a:lnTo>
                <a:lnTo>
                  <a:pt x="3314468" y="728954"/>
                </a:lnTo>
                <a:close/>
              </a:path>
              <a:path w="5142230" h="2300604">
                <a:moveTo>
                  <a:pt x="3367657" y="782083"/>
                </a:moveTo>
                <a:lnTo>
                  <a:pt x="3360918" y="774869"/>
                </a:lnTo>
                <a:lnTo>
                  <a:pt x="3361152" y="769350"/>
                </a:lnTo>
                <a:lnTo>
                  <a:pt x="3368269" y="762601"/>
                </a:lnTo>
                <a:lnTo>
                  <a:pt x="3373932" y="762798"/>
                </a:lnTo>
                <a:lnTo>
                  <a:pt x="3380628" y="769966"/>
                </a:lnTo>
                <a:lnTo>
                  <a:pt x="3380430" y="775620"/>
                </a:lnTo>
                <a:lnTo>
                  <a:pt x="3373264" y="782315"/>
                </a:lnTo>
                <a:lnTo>
                  <a:pt x="3367657" y="782083"/>
                </a:lnTo>
                <a:close/>
              </a:path>
              <a:path w="5142230" h="2300604">
                <a:moveTo>
                  <a:pt x="3894051" y="1444883"/>
                </a:moveTo>
                <a:lnTo>
                  <a:pt x="3890449" y="1441026"/>
                </a:lnTo>
                <a:lnTo>
                  <a:pt x="3890444" y="1435743"/>
                </a:lnTo>
                <a:lnTo>
                  <a:pt x="3893769" y="1432363"/>
                </a:lnTo>
                <a:lnTo>
                  <a:pt x="3897147" y="1428843"/>
                </a:lnTo>
                <a:lnTo>
                  <a:pt x="3902764" y="1428699"/>
                </a:lnTo>
                <a:lnTo>
                  <a:pt x="3909805" y="1435453"/>
                </a:lnTo>
                <a:lnTo>
                  <a:pt x="3909948" y="1441081"/>
                </a:lnTo>
                <a:lnTo>
                  <a:pt x="3903144" y="1448168"/>
                </a:lnTo>
                <a:lnTo>
                  <a:pt x="3897572" y="1448260"/>
                </a:lnTo>
                <a:lnTo>
                  <a:pt x="3894051" y="1444883"/>
                </a:lnTo>
                <a:close/>
              </a:path>
              <a:path w="5142230" h="2300604">
                <a:moveTo>
                  <a:pt x="3459011" y="890232"/>
                </a:moveTo>
                <a:lnTo>
                  <a:pt x="3455412" y="886380"/>
                </a:lnTo>
                <a:lnTo>
                  <a:pt x="3452382" y="882454"/>
                </a:lnTo>
                <a:lnTo>
                  <a:pt x="3453044" y="876905"/>
                </a:lnTo>
                <a:lnTo>
                  <a:pt x="3455717" y="874784"/>
                </a:lnTo>
                <a:lnTo>
                  <a:pt x="3456872" y="873868"/>
                </a:lnTo>
                <a:lnTo>
                  <a:pt x="3460802" y="870844"/>
                </a:lnTo>
                <a:lnTo>
                  <a:pt x="3466346" y="871500"/>
                </a:lnTo>
                <a:lnTo>
                  <a:pt x="3469336" y="875382"/>
                </a:lnTo>
                <a:lnTo>
                  <a:pt x="3472363" y="879211"/>
                </a:lnTo>
                <a:lnTo>
                  <a:pt x="3471752" y="884813"/>
                </a:lnTo>
                <a:lnTo>
                  <a:pt x="3467874" y="887797"/>
                </a:lnTo>
                <a:lnTo>
                  <a:pt x="3465185" y="889902"/>
                </a:lnTo>
                <a:lnTo>
                  <a:pt x="3464184" y="890687"/>
                </a:lnTo>
                <a:lnTo>
                  <a:pt x="3459011" y="890232"/>
                </a:lnTo>
                <a:close/>
              </a:path>
              <a:path w="5142230" h="2300604">
                <a:moveTo>
                  <a:pt x="3414376" y="835221"/>
                </a:moveTo>
                <a:lnTo>
                  <a:pt x="3410873" y="831471"/>
                </a:lnTo>
                <a:lnTo>
                  <a:pt x="3407738" y="827725"/>
                </a:lnTo>
                <a:lnTo>
                  <a:pt x="3408218" y="822081"/>
                </a:lnTo>
                <a:lnTo>
                  <a:pt x="3414985" y="816420"/>
                </a:lnTo>
                <a:lnTo>
                  <a:pt x="3415701" y="815821"/>
                </a:lnTo>
                <a:lnTo>
                  <a:pt x="3421306" y="816246"/>
                </a:lnTo>
                <a:lnTo>
                  <a:pt x="3427612" y="823779"/>
                </a:lnTo>
                <a:lnTo>
                  <a:pt x="3427132" y="829422"/>
                </a:lnTo>
                <a:lnTo>
                  <a:pt x="3420364" y="835083"/>
                </a:lnTo>
                <a:lnTo>
                  <a:pt x="3419751" y="835596"/>
                </a:lnTo>
                <a:lnTo>
                  <a:pt x="3414376" y="835221"/>
                </a:lnTo>
                <a:close/>
              </a:path>
              <a:path w="5142230" h="2300604">
                <a:moveTo>
                  <a:pt x="3799496" y="1344737"/>
                </a:moveTo>
                <a:lnTo>
                  <a:pt x="3796039" y="1341037"/>
                </a:lnTo>
                <a:lnTo>
                  <a:pt x="3792809" y="1337288"/>
                </a:lnTo>
                <a:lnTo>
                  <a:pt x="3793241" y="1331689"/>
                </a:lnTo>
                <a:lnTo>
                  <a:pt x="3800125" y="1325765"/>
                </a:lnTo>
                <a:lnTo>
                  <a:pt x="3800681" y="1325287"/>
                </a:lnTo>
                <a:lnTo>
                  <a:pt x="3806285" y="1325712"/>
                </a:lnTo>
                <a:lnTo>
                  <a:pt x="3812684" y="1333148"/>
                </a:lnTo>
                <a:lnTo>
                  <a:pt x="3812261" y="1338757"/>
                </a:lnTo>
                <a:lnTo>
                  <a:pt x="3805370" y="1344673"/>
                </a:lnTo>
                <a:lnTo>
                  <a:pt x="3804912" y="1345065"/>
                </a:lnTo>
                <a:lnTo>
                  <a:pt x="3799496" y="1344737"/>
                </a:lnTo>
                <a:close/>
              </a:path>
              <a:path w="5142230" h="2300604">
                <a:moveTo>
                  <a:pt x="3710456" y="1233982"/>
                </a:moveTo>
                <a:lnTo>
                  <a:pt x="3706720" y="1229983"/>
                </a:lnTo>
                <a:lnTo>
                  <a:pt x="3703780" y="1226054"/>
                </a:lnTo>
                <a:lnTo>
                  <a:pt x="3704540" y="1220514"/>
                </a:lnTo>
                <a:lnTo>
                  <a:pt x="3708413" y="1217525"/>
                </a:lnTo>
                <a:lnTo>
                  <a:pt x="3712337" y="1214590"/>
                </a:lnTo>
                <a:lnTo>
                  <a:pt x="3717888" y="1215349"/>
                </a:lnTo>
                <a:lnTo>
                  <a:pt x="3720869" y="1219222"/>
                </a:lnTo>
                <a:lnTo>
                  <a:pt x="3723808" y="1223151"/>
                </a:lnTo>
                <a:lnTo>
                  <a:pt x="3723048" y="1228691"/>
                </a:lnTo>
                <a:lnTo>
                  <a:pt x="3719172" y="1231682"/>
                </a:lnTo>
                <a:lnTo>
                  <a:pt x="3715485" y="1234478"/>
                </a:lnTo>
                <a:lnTo>
                  <a:pt x="3710456" y="1233982"/>
                </a:lnTo>
                <a:close/>
              </a:path>
              <a:path w="5142230" h="2300604">
                <a:moveTo>
                  <a:pt x="4588501" y="1937360"/>
                </a:moveTo>
                <a:lnTo>
                  <a:pt x="4584698" y="1933288"/>
                </a:lnTo>
                <a:lnTo>
                  <a:pt x="4584204" y="1929047"/>
                </a:lnTo>
                <a:lnTo>
                  <a:pt x="4586354" y="1925578"/>
                </a:lnTo>
                <a:lnTo>
                  <a:pt x="4588905" y="1921369"/>
                </a:lnTo>
                <a:lnTo>
                  <a:pt x="4594146" y="1920140"/>
                </a:lnTo>
                <a:lnTo>
                  <a:pt x="4594372" y="1920087"/>
                </a:lnTo>
                <a:lnTo>
                  <a:pt x="4598533" y="1922683"/>
                </a:lnTo>
                <a:lnTo>
                  <a:pt x="4602741" y="1925236"/>
                </a:lnTo>
                <a:lnTo>
                  <a:pt x="4604023" y="1930713"/>
                </a:lnTo>
                <a:lnTo>
                  <a:pt x="4598868" y="1938973"/>
                </a:lnTo>
                <a:lnTo>
                  <a:pt x="4593403" y="1940359"/>
                </a:lnTo>
                <a:lnTo>
                  <a:pt x="4589243" y="1937763"/>
                </a:lnTo>
                <a:lnTo>
                  <a:pt x="4588501" y="1937360"/>
                </a:lnTo>
                <a:close/>
              </a:path>
              <a:path w="5142230" h="2300604">
                <a:moveTo>
                  <a:pt x="4406900" y="1824580"/>
                </a:moveTo>
                <a:lnTo>
                  <a:pt x="4403712" y="1821166"/>
                </a:lnTo>
                <a:lnTo>
                  <a:pt x="4403202" y="1816712"/>
                </a:lnTo>
                <a:lnTo>
                  <a:pt x="4407837" y="1809260"/>
                </a:lnTo>
                <a:lnTo>
                  <a:pt x="4407948" y="1809082"/>
                </a:lnTo>
                <a:lnTo>
                  <a:pt x="4413466" y="1807854"/>
                </a:lnTo>
                <a:lnTo>
                  <a:pt x="4421786" y="1813048"/>
                </a:lnTo>
                <a:lnTo>
                  <a:pt x="4423014" y="1818566"/>
                </a:lnTo>
                <a:lnTo>
                  <a:pt x="4420485" y="1822503"/>
                </a:lnTo>
                <a:lnTo>
                  <a:pt x="4417882" y="1826656"/>
                </a:lnTo>
                <a:lnTo>
                  <a:pt x="4417771" y="1826834"/>
                </a:lnTo>
                <a:lnTo>
                  <a:pt x="4412298" y="1828111"/>
                </a:lnTo>
                <a:lnTo>
                  <a:pt x="4408189" y="1825467"/>
                </a:lnTo>
                <a:lnTo>
                  <a:pt x="4407544" y="1825074"/>
                </a:lnTo>
                <a:lnTo>
                  <a:pt x="4406900" y="1824580"/>
                </a:lnTo>
                <a:close/>
              </a:path>
              <a:path w="5142230" h="2300604">
                <a:moveTo>
                  <a:pt x="3585570" y="1061487"/>
                </a:moveTo>
                <a:lnTo>
                  <a:pt x="3581640" y="1057280"/>
                </a:lnTo>
                <a:lnTo>
                  <a:pt x="3578748" y="1053307"/>
                </a:lnTo>
                <a:lnTo>
                  <a:pt x="3579696" y="1047773"/>
                </a:lnTo>
                <a:lnTo>
                  <a:pt x="3587726" y="1042098"/>
                </a:lnTo>
                <a:lnTo>
                  <a:pt x="3593220" y="1042992"/>
                </a:lnTo>
                <a:lnTo>
                  <a:pt x="3598895" y="1051023"/>
                </a:lnTo>
                <a:lnTo>
                  <a:pt x="3598001" y="1056515"/>
                </a:lnTo>
                <a:lnTo>
                  <a:pt x="3594031" y="1059401"/>
                </a:lnTo>
                <a:lnTo>
                  <a:pt x="3590303" y="1061962"/>
                </a:lnTo>
                <a:lnTo>
                  <a:pt x="3585570" y="1061487"/>
                </a:lnTo>
                <a:close/>
              </a:path>
              <a:path w="5142230" h="2300604">
                <a:moveTo>
                  <a:pt x="3626705" y="1119306"/>
                </a:moveTo>
                <a:lnTo>
                  <a:pt x="3622819" y="1115145"/>
                </a:lnTo>
                <a:lnTo>
                  <a:pt x="3619930" y="1111169"/>
                </a:lnTo>
                <a:lnTo>
                  <a:pt x="3620873" y="1105631"/>
                </a:lnTo>
                <a:lnTo>
                  <a:pt x="3624843" y="1102745"/>
                </a:lnTo>
                <a:lnTo>
                  <a:pt x="3628862" y="1099912"/>
                </a:lnTo>
                <a:lnTo>
                  <a:pt x="3634399" y="1100857"/>
                </a:lnTo>
                <a:lnTo>
                  <a:pt x="3637232" y="1104868"/>
                </a:lnTo>
                <a:lnTo>
                  <a:pt x="3640078" y="1108793"/>
                </a:lnTo>
                <a:lnTo>
                  <a:pt x="3639135" y="1114331"/>
                </a:lnTo>
                <a:lnTo>
                  <a:pt x="3635165" y="1117217"/>
                </a:lnTo>
                <a:lnTo>
                  <a:pt x="3631489" y="1119830"/>
                </a:lnTo>
                <a:lnTo>
                  <a:pt x="3626705" y="1119306"/>
                </a:lnTo>
                <a:close/>
              </a:path>
              <a:path w="5142230" h="2300604">
                <a:moveTo>
                  <a:pt x="3668119" y="1176930"/>
                </a:moveTo>
                <a:lnTo>
                  <a:pt x="3664285" y="1172825"/>
                </a:lnTo>
                <a:lnTo>
                  <a:pt x="3661402" y="1168861"/>
                </a:lnTo>
                <a:lnTo>
                  <a:pt x="3662295" y="1163270"/>
                </a:lnTo>
                <a:lnTo>
                  <a:pt x="3670191" y="1157547"/>
                </a:lnTo>
                <a:lnTo>
                  <a:pt x="3675779" y="1158444"/>
                </a:lnTo>
                <a:lnTo>
                  <a:pt x="3681505" y="1166335"/>
                </a:lnTo>
                <a:lnTo>
                  <a:pt x="3680657" y="1171876"/>
                </a:lnTo>
                <a:lnTo>
                  <a:pt x="3676728" y="1174806"/>
                </a:lnTo>
                <a:lnTo>
                  <a:pt x="3673054" y="1177426"/>
                </a:lnTo>
                <a:lnTo>
                  <a:pt x="3668119" y="1176930"/>
                </a:lnTo>
                <a:close/>
              </a:path>
              <a:path w="5142230" h="2300604">
                <a:moveTo>
                  <a:pt x="4467130" y="1862174"/>
                </a:moveTo>
                <a:lnTo>
                  <a:pt x="4463946" y="1858765"/>
                </a:lnTo>
                <a:lnTo>
                  <a:pt x="4463388" y="1854355"/>
                </a:lnTo>
                <a:lnTo>
                  <a:pt x="4468127" y="1846723"/>
                </a:lnTo>
                <a:lnTo>
                  <a:pt x="4473377" y="1845498"/>
                </a:lnTo>
                <a:lnTo>
                  <a:pt x="4473600" y="1845446"/>
                </a:lnTo>
                <a:lnTo>
                  <a:pt x="4477760" y="1848043"/>
                </a:lnTo>
                <a:lnTo>
                  <a:pt x="4481970" y="1850593"/>
                </a:lnTo>
                <a:lnTo>
                  <a:pt x="4483253" y="1856070"/>
                </a:lnTo>
                <a:lnTo>
                  <a:pt x="4478055" y="1864386"/>
                </a:lnTo>
                <a:lnTo>
                  <a:pt x="4472628" y="1865712"/>
                </a:lnTo>
                <a:lnTo>
                  <a:pt x="4467774" y="1862668"/>
                </a:lnTo>
                <a:lnTo>
                  <a:pt x="4467130" y="1862174"/>
                </a:lnTo>
                <a:close/>
              </a:path>
              <a:path w="5142230" h="2300604">
                <a:moveTo>
                  <a:pt x="3754057" y="1290039"/>
                </a:moveTo>
                <a:lnTo>
                  <a:pt x="3750458" y="1286187"/>
                </a:lnTo>
                <a:lnTo>
                  <a:pt x="3747422" y="1282349"/>
                </a:lnTo>
                <a:lnTo>
                  <a:pt x="3748038" y="1276752"/>
                </a:lnTo>
                <a:lnTo>
                  <a:pt x="3750786" y="1274515"/>
                </a:lnTo>
                <a:lnTo>
                  <a:pt x="3751825" y="1273670"/>
                </a:lnTo>
                <a:lnTo>
                  <a:pt x="3754610" y="1271473"/>
                </a:lnTo>
                <a:lnTo>
                  <a:pt x="3755662" y="1270643"/>
                </a:lnTo>
                <a:lnTo>
                  <a:pt x="3761254" y="1271254"/>
                </a:lnTo>
                <a:lnTo>
                  <a:pt x="3764341" y="1275045"/>
                </a:lnTo>
                <a:lnTo>
                  <a:pt x="3767368" y="1278874"/>
                </a:lnTo>
                <a:lnTo>
                  <a:pt x="3766752" y="1284471"/>
                </a:lnTo>
                <a:lnTo>
                  <a:pt x="3764004" y="1286707"/>
                </a:lnTo>
                <a:lnTo>
                  <a:pt x="3762965" y="1287552"/>
                </a:lnTo>
                <a:lnTo>
                  <a:pt x="3760178" y="1289748"/>
                </a:lnTo>
                <a:lnTo>
                  <a:pt x="3759285" y="1290452"/>
                </a:lnTo>
                <a:lnTo>
                  <a:pt x="3754057" y="1290039"/>
                </a:lnTo>
                <a:close/>
              </a:path>
              <a:path w="5142230" h="2300604">
                <a:moveTo>
                  <a:pt x="3847122" y="1397676"/>
                </a:moveTo>
                <a:lnTo>
                  <a:pt x="3840431" y="1390514"/>
                </a:lnTo>
                <a:lnTo>
                  <a:pt x="3840624" y="1384854"/>
                </a:lnTo>
                <a:lnTo>
                  <a:pt x="3847834" y="1378207"/>
                </a:lnTo>
                <a:lnTo>
                  <a:pt x="3853356" y="1378348"/>
                </a:lnTo>
                <a:lnTo>
                  <a:pt x="3860052" y="1385516"/>
                </a:lnTo>
                <a:lnTo>
                  <a:pt x="3859856" y="1391077"/>
                </a:lnTo>
                <a:lnTo>
                  <a:pt x="3852735" y="1397820"/>
                </a:lnTo>
                <a:lnTo>
                  <a:pt x="3847122" y="1397676"/>
                </a:lnTo>
                <a:close/>
              </a:path>
              <a:path w="5142230" h="2300604">
                <a:moveTo>
                  <a:pt x="4527518" y="1899547"/>
                </a:moveTo>
                <a:lnTo>
                  <a:pt x="4524325" y="1896129"/>
                </a:lnTo>
                <a:lnTo>
                  <a:pt x="4523768" y="1891718"/>
                </a:lnTo>
                <a:lnTo>
                  <a:pt x="4528516" y="1884096"/>
                </a:lnTo>
                <a:lnTo>
                  <a:pt x="4533766" y="1882871"/>
                </a:lnTo>
                <a:lnTo>
                  <a:pt x="4533988" y="1882819"/>
                </a:lnTo>
                <a:lnTo>
                  <a:pt x="4538149" y="1885416"/>
                </a:lnTo>
                <a:lnTo>
                  <a:pt x="4542359" y="1887966"/>
                </a:lnTo>
                <a:lnTo>
                  <a:pt x="4543632" y="1893433"/>
                </a:lnTo>
                <a:lnTo>
                  <a:pt x="4538444" y="1901759"/>
                </a:lnTo>
                <a:lnTo>
                  <a:pt x="4532972" y="1903036"/>
                </a:lnTo>
                <a:lnTo>
                  <a:pt x="4528854" y="1900490"/>
                </a:lnTo>
                <a:lnTo>
                  <a:pt x="4528162" y="1900041"/>
                </a:lnTo>
                <a:lnTo>
                  <a:pt x="4527518" y="1899547"/>
                </a:lnTo>
                <a:close/>
              </a:path>
              <a:path w="5142230" h="2300604">
                <a:moveTo>
                  <a:pt x="3260903" y="682659"/>
                </a:moveTo>
                <a:lnTo>
                  <a:pt x="3257295" y="678796"/>
                </a:lnTo>
                <a:lnTo>
                  <a:pt x="3257040" y="673932"/>
                </a:lnTo>
                <a:lnTo>
                  <a:pt x="3259901" y="670447"/>
                </a:lnTo>
                <a:lnTo>
                  <a:pt x="3262907" y="666625"/>
                </a:lnTo>
                <a:lnTo>
                  <a:pt x="3268549" y="666020"/>
                </a:lnTo>
                <a:lnTo>
                  <a:pt x="3276175" y="672227"/>
                </a:lnTo>
                <a:lnTo>
                  <a:pt x="3276789" y="677772"/>
                </a:lnTo>
                <a:lnTo>
                  <a:pt x="3270582" y="685397"/>
                </a:lnTo>
                <a:lnTo>
                  <a:pt x="3265037" y="686011"/>
                </a:lnTo>
                <a:lnTo>
                  <a:pt x="3260903" y="682659"/>
                </a:lnTo>
                <a:close/>
              </a:path>
              <a:path w="5142230" h="2300604">
                <a:moveTo>
                  <a:pt x="2271908" y="322069"/>
                </a:moveTo>
                <a:lnTo>
                  <a:pt x="2268765" y="318704"/>
                </a:lnTo>
                <a:lnTo>
                  <a:pt x="2267869" y="315889"/>
                </a:lnTo>
                <a:lnTo>
                  <a:pt x="2269264" y="308194"/>
                </a:lnTo>
                <a:lnTo>
                  <a:pt x="2273899" y="305042"/>
                </a:lnTo>
                <a:lnTo>
                  <a:pt x="2283569" y="306792"/>
                </a:lnTo>
                <a:lnTo>
                  <a:pt x="2286716" y="311431"/>
                </a:lnTo>
                <a:lnTo>
                  <a:pt x="2284971" y="321097"/>
                </a:lnTo>
                <a:lnTo>
                  <a:pt x="2280332" y="324244"/>
                </a:lnTo>
                <a:lnTo>
                  <a:pt x="2273528" y="323021"/>
                </a:lnTo>
                <a:lnTo>
                  <a:pt x="2271908" y="322069"/>
                </a:lnTo>
                <a:close/>
              </a:path>
              <a:path w="5142230" h="2300604">
                <a:moveTo>
                  <a:pt x="2411402" y="348722"/>
                </a:moveTo>
                <a:lnTo>
                  <a:pt x="2408300" y="345402"/>
                </a:lnTo>
                <a:lnTo>
                  <a:pt x="2407412" y="342496"/>
                </a:lnTo>
                <a:lnTo>
                  <a:pt x="2408902" y="334805"/>
                </a:lnTo>
                <a:lnTo>
                  <a:pt x="2413631" y="331656"/>
                </a:lnTo>
                <a:lnTo>
                  <a:pt x="2423200" y="333592"/>
                </a:lnTo>
                <a:lnTo>
                  <a:pt x="2426342" y="338226"/>
                </a:lnTo>
                <a:lnTo>
                  <a:pt x="2424413" y="347891"/>
                </a:lnTo>
                <a:lnTo>
                  <a:pt x="2419728" y="350989"/>
                </a:lnTo>
                <a:lnTo>
                  <a:pt x="2414899" y="350022"/>
                </a:lnTo>
                <a:lnTo>
                  <a:pt x="2413022" y="349674"/>
                </a:lnTo>
                <a:lnTo>
                  <a:pt x="2411402" y="348722"/>
                </a:lnTo>
                <a:close/>
              </a:path>
              <a:path w="5142230" h="2300604">
                <a:moveTo>
                  <a:pt x="2480976" y="362987"/>
                </a:moveTo>
                <a:lnTo>
                  <a:pt x="2477878" y="359672"/>
                </a:lnTo>
                <a:lnTo>
                  <a:pt x="2476940" y="356713"/>
                </a:lnTo>
                <a:lnTo>
                  <a:pt x="2477606" y="353808"/>
                </a:lnTo>
                <a:lnTo>
                  <a:pt x="2478568" y="348974"/>
                </a:lnTo>
                <a:lnTo>
                  <a:pt x="2483303" y="345929"/>
                </a:lnTo>
                <a:lnTo>
                  <a:pt x="2492865" y="347954"/>
                </a:lnTo>
                <a:lnTo>
                  <a:pt x="2495963" y="352639"/>
                </a:lnTo>
                <a:lnTo>
                  <a:pt x="2494902" y="357466"/>
                </a:lnTo>
                <a:lnTo>
                  <a:pt x="2493935" y="362295"/>
                </a:lnTo>
                <a:lnTo>
                  <a:pt x="2489204" y="365345"/>
                </a:lnTo>
                <a:lnTo>
                  <a:pt x="2484423" y="364332"/>
                </a:lnTo>
                <a:lnTo>
                  <a:pt x="2482550" y="363891"/>
                </a:lnTo>
                <a:lnTo>
                  <a:pt x="2480976" y="362987"/>
                </a:lnTo>
                <a:close/>
              </a:path>
              <a:path w="5142230" h="2300604">
                <a:moveTo>
                  <a:pt x="2550328" y="378189"/>
                </a:moveTo>
                <a:lnTo>
                  <a:pt x="2547231" y="374873"/>
                </a:lnTo>
                <a:lnTo>
                  <a:pt x="2546289" y="371909"/>
                </a:lnTo>
                <a:lnTo>
                  <a:pt x="2548069" y="364138"/>
                </a:lnTo>
                <a:lnTo>
                  <a:pt x="2552844" y="361138"/>
                </a:lnTo>
                <a:lnTo>
                  <a:pt x="2557622" y="362244"/>
                </a:lnTo>
                <a:lnTo>
                  <a:pt x="2562354" y="363302"/>
                </a:lnTo>
                <a:lnTo>
                  <a:pt x="2565355" y="368078"/>
                </a:lnTo>
                <a:lnTo>
                  <a:pt x="2564248" y="372856"/>
                </a:lnTo>
                <a:lnTo>
                  <a:pt x="2563190" y="377588"/>
                </a:lnTo>
                <a:lnTo>
                  <a:pt x="2558414" y="380589"/>
                </a:lnTo>
                <a:lnTo>
                  <a:pt x="2551854" y="379138"/>
                </a:lnTo>
                <a:lnTo>
                  <a:pt x="2550328" y="378189"/>
                </a:lnTo>
                <a:close/>
              </a:path>
              <a:path w="5142230" h="2300604">
                <a:moveTo>
                  <a:pt x="3204512" y="640182"/>
                </a:moveTo>
                <a:lnTo>
                  <a:pt x="3200810" y="636219"/>
                </a:lnTo>
                <a:lnTo>
                  <a:pt x="3200463" y="631647"/>
                </a:lnTo>
                <a:lnTo>
                  <a:pt x="3202849" y="628140"/>
                </a:lnTo>
                <a:lnTo>
                  <a:pt x="3205718" y="624172"/>
                </a:lnTo>
                <a:lnTo>
                  <a:pt x="3211275" y="623181"/>
                </a:lnTo>
                <a:lnTo>
                  <a:pt x="3219301" y="628842"/>
                </a:lnTo>
                <a:lnTo>
                  <a:pt x="3220199" y="634395"/>
                </a:lnTo>
                <a:lnTo>
                  <a:pt x="3217366" y="638402"/>
                </a:lnTo>
                <a:lnTo>
                  <a:pt x="3214592" y="642372"/>
                </a:lnTo>
                <a:lnTo>
                  <a:pt x="3209035" y="643363"/>
                </a:lnTo>
                <a:lnTo>
                  <a:pt x="3204512" y="640182"/>
                </a:lnTo>
                <a:close/>
              </a:path>
              <a:path w="5142230" h="2300604">
                <a:moveTo>
                  <a:pt x="2619357" y="394607"/>
                </a:moveTo>
                <a:lnTo>
                  <a:pt x="2616259" y="391291"/>
                </a:lnTo>
                <a:lnTo>
                  <a:pt x="2615324" y="388238"/>
                </a:lnTo>
                <a:lnTo>
                  <a:pt x="2617288" y="380468"/>
                </a:lnTo>
                <a:lnTo>
                  <a:pt x="2618569" y="379688"/>
                </a:lnTo>
                <a:lnTo>
                  <a:pt x="2622181" y="377592"/>
                </a:lnTo>
                <a:lnTo>
                  <a:pt x="2631610" y="379964"/>
                </a:lnTo>
                <a:lnTo>
                  <a:pt x="2634516" y="384737"/>
                </a:lnTo>
                <a:lnTo>
                  <a:pt x="2633315" y="389511"/>
                </a:lnTo>
                <a:lnTo>
                  <a:pt x="2632158" y="394236"/>
                </a:lnTo>
                <a:lnTo>
                  <a:pt x="2627296" y="397143"/>
                </a:lnTo>
                <a:lnTo>
                  <a:pt x="2622567" y="395991"/>
                </a:lnTo>
                <a:lnTo>
                  <a:pt x="2620837" y="395507"/>
                </a:lnTo>
                <a:lnTo>
                  <a:pt x="2619357" y="394607"/>
                </a:lnTo>
                <a:close/>
              </a:path>
              <a:path w="5142230" h="2300604">
                <a:moveTo>
                  <a:pt x="5125739" y="2281581"/>
                </a:moveTo>
                <a:lnTo>
                  <a:pt x="5122545" y="2278163"/>
                </a:lnTo>
                <a:lnTo>
                  <a:pt x="5122083" y="2273664"/>
                </a:lnTo>
                <a:lnTo>
                  <a:pt x="5126745" y="2266436"/>
                </a:lnTo>
                <a:lnTo>
                  <a:pt x="5126968" y="2266088"/>
                </a:lnTo>
                <a:lnTo>
                  <a:pt x="5132491" y="2264864"/>
                </a:lnTo>
                <a:lnTo>
                  <a:pt x="5136553" y="2267552"/>
                </a:lnTo>
                <a:lnTo>
                  <a:pt x="5140711" y="2270242"/>
                </a:lnTo>
                <a:lnTo>
                  <a:pt x="5131041" y="2285110"/>
                </a:lnTo>
                <a:lnTo>
                  <a:pt x="5126931" y="2282467"/>
                </a:lnTo>
                <a:lnTo>
                  <a:pt x="5125739" y="2281581"/>
                </a:lnTo>
                <a:close/>
              </a:path>
              <a:path w="5142230" h="2300604">
                <a:moveTo>
                  <a:pt x="3144957" y="600771"/>
                </a:moveTo>
                <a:lnTo>
                  <a:pt x="3141769" y="597357"/>
                </a:lnTo>
                <a:lnTo>
                  <a:pt x="3141211" y="592947"/>
                </a:lnTo>
                <a:lnTo>
                  <a:pt x="3146000" y="585268"/>
                </a:lnTo>
                <a:lnTo>
                  <a:pt x="3151477" y="583997"/>
                </a:lnTo>
                <a:lnTo>
                  <a:pt x="3159797" y="589190"/>
                </a:lnTo>
                <a:lnTo>
                  <a:pt x="3161071" y="594657"/>
                </a:lnTo>
                <a:lnTo>
                  <a:pt x="3155878" y="602978"/>
                </a:lnTo>
                <a:lnTo>
                  <a:pt x="3150406" y="604255"/>
                </a:lnTo>
                <a:lnTo>
                  <a:pt x="3145601" y="601265"/>
                </a:lnTo>
                <a:lnTo>
                  <a:pt x="3144957" y="600771"/>
                </a:lnTo>
                <a:close/>
              </a:path>
              <a:path w="5142230" h="2300604">
                <a:moveTo>
                  <a:pt x="5066699" y="2243505"/>
                </a:moveTo>
                <a:lnTo>
                  <a:pt x="5062945" y="2239486"/>
                </a:lnTo>
                <a:lnTo>
                  <a:pt x="5062448" y="2235141"/>
                </a:lnTo>
                <a:lnTo>
                  <a:pt x="5064480" y="2232038"/>
                </a:lnTo>
                <a:lnTo>
                  <a:pt x="5067125" y="2227929"/>
                </a:lnTo>
                <a:lnTo>
                  <a:pt x="5067384" y="2227525"/>
                </a:lnTo>
                <a:lnTo>
                  <a:pt x="5072855" y="2226341"/>
                </a:lnTo>
                <a:lnTo>
                  <a:pt x="5081119" y="2231669"/>
                </a:lnTo>
                <a:lnTo>
                  <a:pt x="5082303" y="2237137"/>
                </a:lnTo>
                <a:lnTo>
                  <a:pt x="5079876" y="2240897"/>
                </a:lnTo>
                <a:lnTo>
                  <a:pt x="5077193" y="2244963"/>
                </a:lnTo>
                <a:lnTo>
                  <a:pt x="5076928" y="2245363"/>
                </a:lnTo>
                <a:lnTo>
                  <a:pt x="5071458" y="2246547"/>
                </a:lnTo>
                <a:lnTo>
                  <a:pt x="5067348" y="2243904"/>
                </a:lnTo>
                <a:lnTo>
                  <a:pt x="5066699" y="2243505"/>
                </a:lnTo>
                <a:close/>
              </a:path>
              <a:path w="5142230" h="2300604">
                <a:moveTo>
                  <a:pt x="2341658" y="335155"/>
                </a:moveTo>
                <a:lnTo>
                  <a:pt x="2338566" y="331844"/>
                </a:lnTo>
                <a:lnTo>
                  <a:pt x="2337624" y="328980"/>
                </a:lnTo>
                <a:lnTo>
                  <a:pt x="2339114" y="321288"/>
                </a:lnTo>
                <a:lnTo>
                  <a:pt x="2343753" y="318141"/>
                </a:lnTo>
                <a:lnTo>
                  <a:pt x="2348581" y="319009"/>
                </a:lnTo>
                <a:lnTo>
                  <a:pt x="2353370" y="319932"/>
                </a:lnTo>
                <a:lnTo>
                  <a:pt x="2356562" y="324620"/>
                </a:lnTo>
                <a:lnTo>
                  <a:pt x="2354721" y="334183"/>
                </a:lnTo>
                <a:lnTo>
                  <a:pt x="2350038" y="337380"/>
                </a:lnTo>
                <a:lnTo>
                  <a:pt x="2345254" y="336462"/>
                </a:lnTo>
                <a:lnTo>
                  <a:pt x="2343327" y="336062"/>
                </a:lnTo>
                <a:lnTo>
                  <a:pt x="2341658" y="335155"/>
                </a:lnTo>
                <a:close/>
              </a:path>
              <a:path w="5142230" h="2300604">
                <a:moveTo>
                  <a:pt x="2132245" y="296212"/>
                </a:moveTo>
                <a:lnTo>
                  <a:pt x="2129148" y="292897"/>
                </a:lnTo>
                <a:lnTo>
                  <a:pt x="2128158" y="290078"/>
                </a:lnTo>
                <a:lnTo>
                  <a:pt x="2129647" y="282386"/>
                </a:lnTo>
                <a:lnTo>
                  <a:pt x="2134241" y="279190"/>
                </a:lnTo>
                <a:lnTo>
                  <a:pt x="2143903" y="281030"/>
                </a:lnTo>
                <a:lnTo>
                  <a:pt x="2147099" y="285624"/>
                </a:lnTo>
                <a:lnTo>
                  <a:pt x="2145259" y="295286"/>
                </a:lnTo>
                <a:lnTo>
                  <a:pt x="2140620" y="298433"/>
                </a:lnTo>
                <a:lnTo>
                  <a:pt x="2133910" y="297213"/>
                </a:lnTo>
                <a:lnTo>
                  <a:pt x="2132245" y="296212"/>
                </a:lnTo>
                <a:close/>
              </a:path>
              <a:path w="5142230" h="2300604">
                <a:moveTo>
                  <a:pt x="2202052" y="309163"/>
                </a:moveTo>
                <a:lnTo>
                  <a:pt x="2198950" y="305843"/>
                </a:lnTo>
                <a:lnTo>
                  <a:pt x="2198059" y="303032"/>
                </a:lnTo>
                <a:lnTo>
                  <a:pt x="2199454" y="295337"/>
                </a:lnTo>
                <a:lnTo>
                  <a:pt x="2204043" y="292137"/>
                </a:lnTo>
                <a:lnTo>
                  <a:pt x="2208881" y="293014"/>
                </a:lnTo>
                <a:lnTo>
                  <a:pt x="2213665" y="293932"/>
                </a:lnTo>
                <a:lnTo>
                  <a:pt x="2216901" y="298570"/>
                </a:lnTo>
                <a:lnTo>
                  <a:pt x="2215988" y="303359"/>
                </a:lnTo>
                <a:lnTo>
                  <a:pt x="2215115" y="308192"/>
                </a:lnTo>
                <a:lnTo>
                  <a:pt x="2210517" y="311382"/>
                </a:lnTo>
                <a:lnTo>
                  <a:pt x="2203717" y="310164"/>
                </a:lnTo>
                <a:lnTo>
                  <a:pt x="2202052" y="309163"/>
                </a:lnTo>
                <a:close/>
              </a:path>
            </a:pathLst>
          </a:custGeom>
          <a:solidFill>
            <a:schemeClr val="tx1">
              <a:lumMod val="85000"/>
              <a:lumOff val="15000"/>
            </a:schemeClr>
          </a:solidFill>
        </p:spPr>
        <p:txBody>
          <a:bodyPr wrap="square" lIns="0" tIns="0" rIns="0" bIns="0" rtlCol="0"/>
          <a:lstStyle/>
          <a:p>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8"/>
          <p:cNvSpPr/>
          <p:nvPr/>
        </p:nvSpPr>
        <p:spPr>
          <a:xfrm>
            <a:off x="11277600" y="831744"/>
            <a:ext cx="909955" cy="1419225"/>
          </a:xfrm>
          <a:custGeom>
            <a:avLst/>
            <a:gdLst/>
            <a:ahLst/>
            <a:cxnLst/>
            <a:rect l="l" t="t" r="r" b="b"/>
            <a:pathLst>
              <a:path w="909954" h="1419225">
                <a:moveTo>
                  <a:pt x="171446" y="123270"/>
                </a:moveTo>
                <a:lnTo>
                  <a:pt x="145419" y="97242"/>
                </a:lnTo>
                <a:lnTo>
                  <a:pt x="171446" y="71214"/>
                </a:lnTo>
                <a:lnTo>
                  <a:pt x="197474" y="97242"/>
                </a:lnTo>
                <a:lnTo>
                  <a:pt x="171446" y="123270"/>
                </a:lnTo>
                <a:close/>
              </a:path>
              <a:path w="909954" h="1419225">
                <a:moveTo>
                  <a:pt x="171446" y="267868"/>
                </a:moveTo>
                <a:lnTo>
                  <a:pt x="145419" y="241841"/>
                </a:lnTo>
                <a:lnTo>
                  <a:pt x="171446" y="215813"/>
                </a:lnTo>
                <a:lnTo>
                  <a:pt x="197474" y="241841"/>
                </a:lnTo>
                <a:lnTo>
                  <a:pt x="171446" y="267868"/>
                </a:lnTo>
                <a:close/>
              </a:path>
              <a:path w="909954" h="1419225">
                <a:moveTo>
                  <a:pt x="171446" y="195569"/>
                </a:moveTo>
                <a:lnTo>
                  <a:pt x="145419" y="169540"/>
                </a:lnTo>
                <a:lnTo>
                  <a:pt x="171446" y="143514"/>
                </a:lnTo>
                <a:lnTo>
                  <a:pt x="197474" y="169540"/>
                </a:lnTo>
                <a:lnTo>
                  <a:pt x="171446" y="195569"/>
                </a:lnTo>
                <a:close/>
              </a:path>
              <a:path w="909954" h="1419225">
                <a:moveTo>
                  <a:pt x="247329" y="480098"/>
                </a:moveTo>
                <a:lnTo>
                  <a:pt x="222379" y="455160"/>
                </a:lnTo>
                <a:lnTo>
                  <a:pt x="243745" y="433795"/>
                </a:lnTo>
                <a:lnTo>
                  <a:pt x="268690" y="458738"/>
                </a:lnTo>
                <a:lnTo>
                  <a:pt x="247329" y="480098"/>
                </a:lnTo>
                <a:close/>
              </a:path>
              <a:path w="909954" h="1419225">
                <a:moveTo>
                  <a:pt x="243745" y="411382"/>
                </a:moveTo>
                <a:lnTo>
                  <a:pt x="218803" y="386439"/>
                </a:lnTo>
                <a:lnTo>
                  <a:pt x="243745" y="361496"/>
                </a:lnTo>
                <a:lnTo>
                  <a:pt x="268690" y="386439"/>
                </a:lnTo>
                <a:lnTo>
                  <a:pt x="243745" y="411382"/>
                </a:lnTo>
                <a:close/>
              </a:path>
              <a:path w="909954" h="1419225">
                <a:moveTo>
                  <a:pt x="171446" y="340167"/>
                </a:moveTo>
                <a:lnTo>
                  <a:pt x="145419" y="314140"/>
                </a:lnTo>
                <a:lnTo>
                  <a:pt x="171446" y="288112"/>
                </a:lnTo>
                <a:lnTo>
                  <a:pt x="197474" y="314140"/>
                </a:lnTo>
                <a:lnTo>
                  <a:pt x="171446" y="340167"/>
                </a:lnTo>
                <a:close/>
              </a:path>
              <a:path w="909954" h="1419225">
                <a:moveTo>
                  <a:pt x="99147" y="268953"/>
                </a:moveTo>
                <a:lnTo>
                  <a:pt x="72035" y="241841"/>
                </a:lnTo>
                <a:lnTo>
                  <a:pt x="99147" y="214728"/>
                </a:lnTo>
                <a:lnTo>
                  <a:pt x="126259" y="241841"/>
                </a:lnTo>
                <a:lnTo>
                  <a:pt x="99147" y="268953"/>
                </a:lnTo>
                <a:close/>
              </a:path>
              <a:path w="909954" h="1419225">
                <a:moveTo>
                  <a:pt x="175559" y="408354"/>
                </a:moveTo>
                <a:lnTo>
                  <a:pt x="149527" y="382330"/>
                </a:lnTo>
                <a:lnTo>
                  <a:pt x="171446" y="360411"/>
                </a:lnTo>
                <a:lnTo>
                  <a:pt x="197474" y="386439"/>
                </a:lnTo>
                <a:lnTo>
                  <a:pt x="175559" y="408354"/>
                </a:lnTo>
                <a:close/>
              </a:path>
              <a:path w="909954" h="1419225">
                <a:moveTo>
                  <a:pt x="319112" y="551830"/>
                </a:moveTo>
                <a:lnTo>
                  <a:pt x="295244" y="527979"/>
                </a:lnTo>
                <a:lnTo>
                  <a:pt x="316044" y="507179"/>
                </a:lnTo>
                <a:lnTo>
                  <a:pt x="339904" y="531038"/>
                </a:lnTo>
                <a:lnTo>
                  <a:pt x="319112" y="551830"/>
                </a:lnTo>
                <a:close/>
              </a:path>
              <a:path w="909954" h="1419225">
                <a:moveTo>
                  <a:pt x="243745" y="122185"/>
                </a:moveTo>
                <a:lnTo>
                  <a:pt x="218803" y="97242"/>
                </a:lnTo>
                <a:lnTo>
                  <a:pt x="243745" y="72299"/>
                </a:lnTo>
                <a:lnTo>
                  <a:pt x="268690" y="97242"/>
                </a:lnTo>
                <a:lnTo>
                  <a:pt x="243745" y="122185"/>
                </a:lnTo>
                <a:close/>
              </a:path>
              <a:path w="909954" h="1419225">
                <a:moveTo>
                  <a:pt x="99147" y="196654"/>
                </a:moveTo>
                <a:lnTo>
                  <a:pt x="72035" y="169540"/>
                </a:lnTo>
                <a:lnTo>
                  <a:pt x="99147" y="142429"/>
                </a:lnTo>
                <a:lnTo>
                  <a:pt x="126259" y="169540"/>
                </a:lnTo>
                <a:lnTo>
                  <a:pt x="99147" y="196654"/>
                </a:lnTo>
                <a:close/>
              </a:path>
              <a:path w="909954" h="1419225">
                <a:moveTo>
                  <a:pt x="316044" y="482597"/>
                </a:moveTo>
                <a:lnTo>
                  <a:pt x="292186" y="458738"/>
                </a:lnTo>
                <a:lnTo>
                  <a:pt x="316044" y="434880"/>
                </a:lnTo>
                <a:lnTo>
                  <a:pt x="339904" y="458738"/>
                </a:lnTo>
                <a:lnTo>
                  <a:pt x="316044" y="482597"/>
                </a:lnTo>
                <a:close/>
              </a:path>
              <a:path w="909954" h="1419225">
                <a:moveTo>
                  <a:pt x="316044" y="410298"/>
                </a:moveTo>
                <a:lnTo>
                  <a:pt x="292186" y="386439"/>
                </a:lnTo>
                <a:lnTo>
                  <a:pt x="316044" y="362580"/>
                </a:lnTo>
                <a:lnTo>
                  <a:pt x="339904" y="386439"/>
                </a:lnTo>
                <a:lnTo>
                  <a:pt x="316044" y="410298"/>
                </a:lnTo>
                <a:close/>
              </a:path>
              <a:path w="909954" h="1419225">
                <a:moveTo>
                  <a:pt x="243745" y="266784"/>
                </a:moveTo>
                <a:lnTo>
                  <a:pt x="218803" y="241841"/>
                </a:lnTo>
                <a:lnTo>
                  <a:pt x="243745" y="216898"/>
                </a:lnTo>
                <a:lnTo>
                  <a:pt x="268690" y="241841"/>
                </a:lnTo>
                <a:lnTo>
                  <a:pt x="243745" y="266784"/>
                </a:lnTo>
                <a:close/>
              </a:path>
              <a:path w="909954" h="1419225">
                <a:moveTo>
                  <a:pt x="243745" y="49886"/>
                </a:moveTo>
                <a:lnTo>
                  <a:pt x="218803" y="24943"/>
                </a:lnTo>
                <a:lnTo>
                  <a:pt x="243745" y="0"/>
                </a:lnTo>
                <a:lnTo>
                  <a:pt x="268690" y="24943"/>
                </a:lnTo>
                <a:lnTo>
                  <a:pt x="243745" y="49886"/>
                </a:lnTo>
                <a:close/>
              </a:path>
              <a:path w="909954" h="1419225">
                <a:moveTo>
                  <a:pt x="243745" y="339083"/>
                </a:moveTo>
                <a:lnTo>
                  <a:pt x="218803" y="314140"/>
                </a:lnTo>
                <a:lnTo>
                  <a:pt x="243745" y="289197"/>
                </a:lnTo>
                <a:lnTo>
                  <a:pt x="268690" y="314140"/>
                </a:lnTo>
                <a:lnTo>
                  <a:pt x="243745" y="339083"/>
                </a:lnTo>
                <a:close/>
              </a:path>
              <a:path w="909954" h="1419225">
                <a:moveTo>
                  <a:pt x="243745" y="194485"/>
                </a:moveTo>
                <a:lnTo>
                  <a:pt x="218803" y="169540"/>
                </a:lnTo>
                <a:lnTo>
                  <a:pt x="243745" y="144598"/>
                </a:lnTo>
                <a:lnTo>
                  <a:pt x="268690" y="169540"/>
                </a:lnTo>
                <a:lnTo>
                  <a:pt x="243745" y="194485"/>
                </a:lnTo>
                <a:close/>
              </a:path>
              <a:path w="909954" h="1419225">
                <a:moveTo>
                  <a:pt x="171446" y="1352354"/>
                </a:moveTo>
                <a:lnTo>
                  <a:pt x="145419" y="1326334"/>
                </a:lnTo>
                <a:lnTo>
                  <a:pt x="171446" y="1300301"/>
                </a:lnTo>
                <a:lnTo>
                  <a:pt x="197474" y="1326334"/>
                </a:lnTo>
                <a:lnTo>
                  <a:pt x="171446" y="1352354"/>
                </a:lnTo>
                <a:close/>
              </a:path>
              <a:path w="909954" h="1419225">
                <a:moveTo>
                  <a:pt x="460644" y="986523"/>
                </a:moveTo>
                <a:lnTo>
                  <a:pt x="438954" y="964834"/>
                </a:lnTo>
                <a:lnTo>
                  <a:pt x="460644" y="943144"/>
                </a:lnTo>
                <a:lnTo>
                  <a:pt x="482334" y="964834"/>
                </a:lnTo>
                <a:lnTo>
                  <a:pt x="460644" y="986523"/>
                </a:lnTo>
                <a:close/>
              </a:path>
              <a:path w="909954" h="1419225">
                <a:moveTo>
                  <a:pt x="460644" y="841924"/>
                </a:moveTo>
                <a:lnTo>
                  <a:pt x="438954" y="820234"/>
                </a:lnTo>
                <a:lnTo>
                  <a:pt x="460644" y="798545"/>
                </a:lnTo>
                <a:lnTo>
                  <a:pt x="482334" y="820234"/>
                </a:lnTo>
                <a:lnTo>
                  <a:pt x="460644" y="841924"/>
                </a:lnTo>
                <a:close/>
              </a:path>
              <a:path w="909954" h="1419225">
                <a:moveTo>
                  <a:pt x="103793" y="336606"/>
                </a:moveTo>
                <a:lnTo>
                  <a:pt x="76677" y="309497"/>
                </a:lnTo>
                <a:lnTo>
                  <a:pt x="99147" y="287027"/>
                </a:lnTo>
                <a:lnTo>
                  <a:pt x="126259" y="314140"/>
                </a:lnTo>
                <a:lnTo>
                  <a:pt x="103793" y="336606"/>
                </a:lnTo>
                <a:close/>
              </a:path>
              <a:path w="909954" h="1419225">
                <a:moveTo>
                  <a:pt x="460644" y="1058823"/>
                </a:moveTo>
                <a:lnTo>
                  <a:pt x="438954" y="1037133"/>
                </a:lnTo>
                <a:lnTo>
                  <a:pt x="460644" y="1015443"/>
                </a:lnTo>
                <a:lnTo>
                  <a:pt x="482334" y="1037133"/>
                </a:lnTo>
                <a:lnTo>
                  <a:pt x="460644" y="1058823"/>
                </a:lnTo>
                <a:close/>
              </a:path>
              <a:path w="909954" h="1419225">
                <a:moveTo>
                  <a:pt x="462720" y="695250"/>
                </a:moveTo>
                <a:lnTo>
                  <a:pt x="441013" y="673576"/>
                </a:lnTo>
                <a:lnTo>
                  <a:pt x="460644" y="653947"/>
                </a:lnTo>
                <a:lnTo>
                  <a:pt x="482334" y="675636"/>
                </a:lnTo>
                <a:lnTo>
                  <a:pt x="462720" y="695250"/>
                </a:lnTo>
                <a:close/>
              </a:path>
              <a:path w="909954" h="1419225">
                <a:moveTo>
                  <a:pt x="460644" y="769625"/>
                </a:moveTo>
                <a:lnTo>
                  <a:pt x="438954" y="747935"/>
                </a:lnTo>
                <a:lnTo>
                  <a:pt x="460644" y="726246"/>
                </a:lnTo>
                <a:lnTo>
                  <a:pt x="482334" y="747935"/>
                </a:lnTo>
                <a:lnTo>
                  <a:pt x="460644" y="769625"/>
                </a:lnTo>
                <a:close/>
              </a:path>
              <a:path w="909954" h="1419225">
                <a:moveTo>
                  <a:pt x="460644" y="552727"/>
                </a:moveTo>
                <a:lnTo>
                  <a:pt x="438954" y="531038"/>
                </a:lnTo>
                <a:lnTo>
                  <a:pt x="460644" y="509347"/>
                </a:lnTo>
                <a:lnTo>
                  <a:pt x="482334" y="531038"/>
                </a:lnTo>
                <a:lnTo>
                  <a:pt x="460644" y="552727"/>
                </a:lnTo>
                <a:close/>
              </a:path>
              <a:path w="909954" h="1419225">
                <a:moveTo>
                  <a:pt x="460644" y="625027"/>
                </a:moveTo>
                <a:lnTo>
                  <a:pt x="438954" y="603337"/>
                </a:lnTo>
                <a:lnTo>
                  <a:pt x="460644" y="581648"/>
                </a:lnTo>
                <a:lnTo>
                  <a:pt x="482334" y="603337"/>
                </a:lnTo>
                <a:lnTo>
                  <a:pt x="460644" y="625027"/>
                </a:lnTo>
                <a:close/>
              </a:path>
              <a:path w="909954" h="1419225">
                <a:moveTo>
                  <a:pt x="460644" y="1203421"/>
                </a:moveTo>
                <a:lnTo>
                  <a:pt x="438954" y="1181731"/>
                </a:lnTo>
                <a:lnTo>
                  <a:pt x="460644" y="1160041"/>
                </a:lnTo>
                <a:lnTo>
                  <a:pt x="482334" y="1181731"/>
                </a:lnTo>
                <a:lnTo>
                  <a:pt x="460644" y="1203421"/>
                </a:lnTo>
                <a:close/>
              </a:path>
              <a:path w="909954" h="1419225">
                <a:moveTo>
                  <a:pt x="460644" y="914224"/>
                </a:moveTo>
                <a:lnTo>
                  <a:pt x="438954" y="892533"/>
                </a:lnTo>
                <a:lnTo>
                  <a:pt x="460644" y="870844"/>
                </a:lnTo>
                <a:lnTo>
                  <a:pt x="482334" y="892533"/>
                </a:lnTo>
                <a:lnTo>
                  <a:pt x="460644" y="914224"/>
                </a:lnTo>
                <a:close/>
              </a:path>
              <a:path w="909954" h="1419225">
                <a:moveTo>
                  <a:pt x="460644" y="1131122"/>
                </a:moveTo>
                <a:lnTo>
                  <a:pt x="438954" y="1109432"/>
                </a:lnTo>
                <a:lnTo>
                  <a:pt x="460644" y="1087742"/>
                </a:lnTo>
                <a:lnTo>
                  <a:pt x="482334" y="1109432"/>
                </a:lnTo>
                <a:lnTo>
                  <a:pt x="460644" y="1131122"/>
                </a:lnTo>
                <a:close/>
              </a:path>
              <a:path w="909954" h="1419225">
                <a:moveTo>
                  <a:pt x="171446" y="1280058"/>
                </a:moveTo>
                <a:lnTo>
                  <a:pt x="145419" y="1254030"/>
                </a:lnTo>
                <a:lnTo>
                  <a:pt x="171446" y="1228002"/>
                </a:lnTo>
                <a:lnTo>
                  <a:pt x="197474" y="1254030"/>
                </a:lnTo>
                <a:lnTo>
                  <a:pt x="171446" y="1280058"/>
                </a:lnTo>
                <a:close/>
              </a:path>
              <a:path w="909954" h="1419225">
                <a:moveTo>
                  <a:pt x="99147" y="1208843"/>
                </a:moveTo>
                <a:lnTo>
                  <a:pt x="72035" y="1181731"/>
                </a:lnTo>
                <a:lnTo>
                  <a:pt x="99147" y="1154618"/>
                </a:lnTo>
                <a:lnTo>
                  <a:pt x="126259" y="1181731"/>
                </a:lnTo>
                <a:lnTo>
                  <a:pt x="99147" y="1208843"/>
                </a:lnTo>
                <a:close/>
              </a:path>
              <a:path w="909954" h="1419225">
                <a:moveTo>
                  <a:pt x="32027" y="264859"/>
                </a:moveTo>
                <a:lnTo>
                  <a:pt x="3826" y="236666"/>
                </a:lnTo>
                <a:lnTo>
                  <a:pt x="26848" y="213643"/>
                </a:lnTo>
                <a:lnTo>
                  <a:pt x="55044" y="241841"/>
                </a:lnTo>
                <a:lnTo>
                  <a:pt x="32027" y="264859"/>
                </a:lnTo>
                <a:close/>
              </a:path>
              <a:path w="909954" h="1419225">
                <a:moveTo>
                  <a:pt x="99147" y="1281142"/>
                </a:moveTo>
                <a:lnTo>
                  <a:pt x="72035" y="1254030"/>
                </a:lnTo>
                <a:lnTo>
                  <a:pt x="99147" y="1226917"/>
                </a:lnTo>
                <a:lnTo>
                  <a:pt x="126259" y="1254030"/>
                </a:lnTo>
                <a:lnTo>
                  <a:pt x="99147" y="1281142"/>
                </a:lnTo>
                <a:close/>
              </a:path>
              <a:path w="909954" h="1419225">
                <a:moveTo>
                  <a:pt x="171446" y="1135460"/>
                </a:moveTo>
                <a:lnTo>
                  <a:pt x="145419" y="1109432"/>
                </a:lnTo>
                <a:lnTo>
                  <a:pt x="171446" y="1083404"/>
                </a:lnTo>
                <a:lnTo>
                  <a:pt x="197474" y="1109432"/>
                </a:lnTo>
                <a:lnTo>
                  <a:pt x="171446" y="1135460"/>
                </a:lnTo>
                <a:close/>
              </a:path>
              <a:path w="909954" h="1419225">
                <a:moveTo>
                  <a:pt x="171446" y="1207759"/>
                </a:moveTo>
                <a:lnTo>
                  <a:pt x="145419" y="1181731"/>
                </a:lnTo>
                <a:lnTo>
                  <a:pt x="171446" y="1155703"/>
                </a:lnTo>
                <a:lnTo>
                  <a:pt x="197474" y="1181731"/>
                </a:lnTo>
                <a:lnTo>
                  <a:pt x="171446" y="1207759"/>
                </a:lnTo>
                <a:close/>
              </a:path>
              <a:path w="909954" h="1419225">
                <a:moveTo>
                  <a:pt x="316044" y="337998"/>
                </a:moveTo>
                <a:lnTo>
                  <a:pt x="292186" y="314140"/>
                </a:lnTo>
                <a:lnTo>
                  <a:pt x="316044" y="290280"/>
                </a:lnTo>
                <a:lnTo>
                  <a:pt x="339904" y="314140"/>
                </a:lnTo>
                <a:lnTo>
                  <a:pt x="316044" y="337998"/>
                </a:lnTo>
                <a:close/>
              </a:path>
              <a:path w="909954" h="1419225">
                <a:moveTo>
                  <a:pt x="171446" y="1063160"/>
                </a:moveTo>
                <a:lnTo>
                  <a:pt x="145694" y="1037408"/>
                </a:lnTo>
                <a:lnTo>
                  <a:pt x="171725" y="1011383"/>
                </a:lnTo>
                <a:lnTo>
                  <a:pt x="197474" y="1037133"/>
                </a:lnTo>
                <a:lnTo>
                  <a:pt x="171446" y="1063160"/>
                </a:lnTo>
                <a:close/>
              </a:path>
              <a:path w="909954" h="1419225">
                <a:moveTo>
                  <a:pt x="316044" y="1205590"/>
                </a:moveTo>
                <a:lnTo>
                  <a:pt x="292186" y="1181731"/>
                </a:lnTo>
                <a:lnTo>
                  <a:pt x="316044" y="1157872"/>
                </a:lnTo>
                <a:lnTo>
                  <a:pt x="339904" y="1181731"/>
                </a:lnTo>
                <a:lnTo>
                  <a:pt x="316044" y="1205590"/>
                </a:lnTo>
                <a:close/>
              </a:path>
              <a:path w="909954" h="1419225">
                <a:moveTo>
                  <a:pt x="316044" y="265699"/>
                </a:moveTo>
                <a:lnTo>
                  <a:pt x="292186" y="241841"/>
                </a:lnTo>
                <a:lnTo>
                  <a:pt x="316044" y="217981"/>
                </a:lnTo>
                <a:lnTo>
                  <a:pt x="339904" y="241841"/>
                </a:lnTo>
                <a:lnTo>
                  <a:pt x="316044" y="265699"/>
                </a:lnTo>
                <a:close/>
              </a:path>
              <a:path w="909954" h="1419225">
                <a:moveTo>
                  <a:pt x="316044" y="1350192"/>
                </a:moveTo>
                <a:lnTo>
                  <a:pt x="292186" y="1326334"/>
                </a:lnTo>
                <a:lnTo>
                  <a:pt x="316044" y="1302471"/>
                </a:lnTo>
                <a:lnTo>
                  <a:pt x="339904" y="1326334"/>
                </a:lnTo>
                <a:lnTo>
                  <a:pt x="316044" y="1350192"/>
                </a:lnTo>
                <a:close/>
              </a:path>
              <a:path w="909954" h="1419225">
                <a:moveTo>
                  <a:pt x="316044" y="1060991"/>
                </a:moveTo>
                <a:lnTo>
                  <a:pt x="292186" y="1037133"/>
                </a:lnTo>
                <a:lnTo>
                  <a:pt x="316044" y="1013273"/>
                </a:lnTo>
                <a:lnTo>
                  <a:pt x="339904" y="1037133"/>
                </a:lnTo>
                <a:lnTo>
                  <a:pt x="316044" y="1060991"/>
                </a:lnTo>
                <a:close/>
              </a:path>
              <a:path w="909954" h="1419225">
                <a:moveTo>
                  <a:pt x="316044" y="1277889"/>
                </a:moveTo>
                <a:lnTo>
                  <a:pt x="292186" y="1254030"/>
                </a:lnTo>
                <a:lnTo>
                  <a:pt x="316044" y="1230172"/>
                </a:lnTo>
                <a:lnTo>
                  <a:pt x="339904" y="1254030"/>
                </a:lnTo>
                <a:lnTo>
                  <a:pt x="316044" y="1277889"/>
                </a:lnTo>
                <a:close/>
              </a:path>
              <a:path w="909954" h="1419225">
                <a:moveTo>
                  <a:pt x="243745" y="1351273"/>
                </a:moveTo>
                <a:lnTo>
                  <a:pt x="218803" y="1326334"/>
                </a:lnTo>
                <a:lnTo>
                  <a:pt x="243745" y="1301386"/>
                </a:lnTo>
                <a:lnTo>
                  <a:pt x="268690" y="1326334"/>
                </a:lnTo>
                <a:lnTo>
                  <a:pt x="243745" y="1351273"/>
                </a:lnTo>
                <a:close/>
              </a:path>
              <a:path w="909954" h="1419225">
                <a:moveTo>
                  <a:pt x="316044" y="916393"/>
                </a:moveTo>
                <a:lnTo>
                  <a:pt x="292186" y="892533"/>
                </a:lnTo>
                <a:lnTo>
                  <a:pt x="316044" y="868675"/>
                </a:lnTo>
                <a:lnTo>
                  <a:pt x="339904" y="892533"/>
                </a:lnTo>
                <a:lnTo>
                  <a:pt x="316044" y="916393"/>
                </a:lnTo>
                <a:close/>
              </a:path>
              <a:path w="909954" h="1419225">
                <a:moveTo>
                  <a:pt x="316044" y="988692"/>
                </a:moveTo>
                <a:lnTo>
                  <a:pt x="292186" y="964834"/>
                </a:lnTo>
                <a:lnTo>
                  <a:pt x="316044" y="940974"/>
                </a:lnTo>
                <a:lnTo>
                  <a:pt x="339904" y="964834"/>
                </a:lnTo>
                <a:lnTo>
                  <a:pt x="316044" y="988692"/>
                </a:lnTo>
                <a:close/>
              </a:path>
              <a:path w="909954" h="1419225">
                <a:moveTo>
                  <a:pt x="388345" y="1204505"/>
                </a:moveTo>
                <a:lnTo>
                  <a:pt x="365570" y="1181731"/>
                </a:lnTo>
                <a:lnTo>
                  <a:pt x="388345" y="1158956"/>
                </a:lnTo>
                <a:lnTo>
                  <a:pt x="411118" y="1181731"/>
                </a:lnTo>
                <a:lnTo>
                  <a:pt x="388345" y="1204505"/>
                </a:lnTo>
                <a:close/>
              </a:path>
              <a:path w="909954" h="1419225">
                <a:moveTo>
                  <a:pt x="388345" y="843009"/>
                </a:moveTo>
                <a:lnTo>
                  <a:pt x="365570" y="820234"/>
                </a:lnTo>
                <a:lnTo>
                  <a:pt x="388345" y="797460"/>
                </a:lnTo>
                <a:lnTo>
                  <a:pt x="411118" y="820234"/>
                </a:lnTo>
                <a:lnTo>
                  <a:pt x="388345" y="843009"/>
                </a:lnTo>
                <a:close/>
              </a:path>
              <a:path w="909954" h="1419225">
                <a:moveTo>
                  <a:pt x="248216" y="1419102"/>
                </a:moveTo>
                <a:lnTo>
                  <a:pt x="239275" y="1419102"/>
                </a:lnTo>
                <a:lnTo>
                  <a:pt x="218803" y="1398633"/>
                </a:lnTo>
                <a:lnTo>
                  <a:pt x="243745" y="1373681"/>
                </a:lnTo>
                <a:lnTo>
                  <a:pt x="268690" y="1398633"/>
                </a:lnTo>
                <a:lnTo>
                  <a:pt x="248216" y="1419102"/>
                </a:lnTo>
                <a:close/>
              </a:path>
              <a:path w="909954" h="1419225">
                <a:moveTo>
                  <a:pt x="388345" y="1132206"/>
                </a:moveTo>
                <a:lnTo>
                  <a:pt x="365570" y="1109432"/>
                </a:lnTo>
                <a:lnTo>
                  <a:pt x="388345" y="1086657"/>
                </a:lnTo>
                <a:lnTo>
                  <a:pt x="411118" y="1109432"/>
                </a:lnTo>
                <a:lnTo>
                  <a:pt x="388345" y="1132206"/>
                </a:lnTo>
                <a:close/>
              </a:path>
              <a:path w="909954" h="1419225">
                <a:moveTo>
                  <a:pt x="388345" y="1276804"/>
                </a:moveTo>
                <a:lnTo>
                  <a:pt x="365570" y="1254030"/>
                </a:lnTo>
                <a:lnTo>
                  <a:pt x="388345" y="1231257"/>
                </a:lnTo>
                <a:lnTo>
                  <a:pt x="411118" y="1254030"/>
                </a:lnTo>
                <a:lnTo>
                  <a:pt x="388345" y="1276804"/>
                </a:lnTo>
                <a:close/>
              </a:path>
              <a:path w="909954" h="1419225">
                <a:moveTo>
                  <a:pt x="388345" y="1059906"/>
                </a:moveTo>
                <a:lnTo>
                  <a:pt x="365570" y="1037133"/>
                </a:lnTo>
                <a:lnTo>
                  <a:pt x="388345" y="1014358"/>
                </a:lnTo>
                <a:lnTo>
                  <a:pt x="411118" y="1037133"/>
                </a:lnTo>
                <a:lnTo>
                  <a:pt x="388345" y="1059906"/>
                </a:lnTo>
                <a:close/>
              </a:path>
              <a:path w="909954" h="1419225">
                <a:moveTo>
                  <a:pt x="388345" y="915308"/>
                </a:moveTo>
                <a:lnTo>
                  <a:pt x="365570" y="892533"/>
                </a:lnTo>
                <a:lnTo>
                  <a:pt x="388345" y="869759"/>
                </a:lnTo>
                <a:lnTo>
                  <a:pt x="411118" y="892533"/>
                </a:lnTo>
                <a:lnTo>
                  <a:pt x="388345" y="915308"/>
                </a:lnTo>
                <a:close/>
              </a:path>
              <a:path w="909954" h="1419225">
                <a:moveTo>
                  <a:pt x="388345" y="987607"/>
                </a:moveTo>
                <a:lnTo>
                  <a:pt x="365570" y="964834"/>
                </a:lnTo>
                <a:lnTo>
                  <a:pt x="388345" y="942059"/>
                </a:lnTo>
                <a:lnTo>
                  <a:pt x="411118" y="964834"/>
                </a:lnTo>
                <a:lnTo>
                  <a:pt x="388345" y="987607"/>
                </a:lnTo>
                <a:close/>
              </a:path>
              <a:path w="909954" h="1419225">
                <a:moveTo>
                  <a:pt x="316044" y="1133291"/>
                </a:moveTo>
                <a:lnTo>
                  <a:pt x="292186" y="1109432"/>
                </a:lnTo>
                <a:lnTo>
                  <a:pt x="316044" y="1085573"/>
                </a:lnTo>
                <a:lnTo>
                  <a:pt x="339904" y="1109432"/>
                </a:lnTo>
                <a:lnTo>
                  <a:pt x="316044" y="1133291"/>
                </a:lnTo>
                <a:close/>
              </a:path>
              <a:path w="909954" h="1419225">
                <a:moveTo>
                  <a:pt x="388345" y="553811"/>
                </a:moveTo>
                <a:lnTo>
                  <a:pt x="365570" y="531038"/>
                </a:lnTo>
                <a:lnTo>
                  <a:pt x="388345" y="508264"/>
                </a:lnTo>
                <a:lnTo>
                  <a:pt x="411118" y="531038"/>
                </a:lnTo>
                <a:lnTo>
                  <a:pt x="388345" y="553811"/>
                </a:lnTo>
                <a:close/>
              </a:path>
              <a:path w="909954" h="1419225">
                <a:moveTo>
                  <a:pt x="388345" y="481512"/>
                </a:moveTo>
                <a:lnTo>
                  <a:pt x="365570" y="458738"/>
                </a:lnTo>
                <a:lnTo>
                  <a:pt x="388345" y="435965"/>
                </a:lnTo>
                <a:lnTo>
                  <a:pt x="411118" y="458738"/>
                </a:lnTo>
                <a:lnTo>
                  <a:pt x="388345" y="481512"/>
                </a:lnTo>
                <a:close/>
              </a:path>
              <a:path w="909954" h="1419225">
                <a:moveTo>
                  <a:pt x="388345" y="409213"/>
                </a:moveTo>
                <a:lnTo>
                  <a:pt x="365570" y="386439"/>
                </a:lnTo>
                <a:lnTo>
                  <a:pt x="388345" y="363664"/>
                </a:lnTo>
                <a:lnTo>
                  <a:pt x="411118" y="386439"/>
                </a:lnTo>
                <a:lnTo>
                  <a:pt x="388345" y="409213"/>
                </a:lnTo>
                <a:close/>
              </a:path>
              <a:path w="909954" h="1419225">
                <a:moveTo>
                  <a:pt x="243745" y="1278974"/>
                </a:moveTo>
                <a:lnTo>
                  <a:pt x="218803" y="1254030"/>
                </a:lnTo>
                <a:lnTo>
                  <a:pt x="243745" y="1229087"/>
                </a:lnTo>
                <a:lnTo>
                  <a:pt x="268690" y="1254030"/>
                </a:lnTo>
                <a:lnTo>
                  <a:pt x="243745" y="1278974"/>
                </a:lnTo>
                <a:close/>
              </a:path>
              <a:path w="909954" h="1419225">
                <a:moveTo>
                  <a:pt x="390910" y="623547"/>
                </a:moveTo>
                <a:lnTo>
                  <a:pt x="368118" y="600788"/>
                </a:lnTo>
                <a:lnTo>
                  <a:pt x="388345" y="580563"/>
                </a:lnTo>
                <a:lnTo>
                  <a:pt x="411118" y="603337"/>
                </a:lnTo>
                <a:lnTo>
                  <a:pt x="390910" y="623547"/>
                </a:lnTo>
                <a:close/>
              </a:path>
              <a:path w="909954" h="1419225">
                <a:moveTo>
                  <a:pt x="316044" y="121101"/>
                </a:moveTo>
                <a:lnTo>
                  <a:pt x="292186" y="97242"/>
                </a:lnTo>
                <a:lnTo>
                  <a:pt x="316044" y="73383"/>
                </a:lnTo>
                <a:lnTo>
                  <a:pt x="339904" y="97242"/>
                </a:lnTo>
                <a:lnTo>
                  <a:pt x="316044" y="121101"/>
                </a:lnTo>
                <a:close/>
              </a:path>
              <a:path w="909954" h="1419225">
                <a:moveTo>
                  <a:pt x="388345" y="192315"/>
                </a:moveTo>
                <a:lnTo>
                  <a:pt x="365570" y="169540"/>
                </a:lnTo>
                <a:lnTo>
                  <a:pt x="388345" y="146767"/>
                </a:lnTo>
                <a:lnTo>
                  <a:pt x="411118" y="169540"/>
                </a:lnTo>
                <a:lnTo>
                  <a:pt x="388345" y="192315"/>
                </a:lnTo>
                <a:close/>
              </a:path>
              <a:path w="909954" h="1419225">
                <a:moveTo>
                  <a:pt x="316044" y="193400"/>
                </a:moveTo>
                <a:lnTo>
                  <a:pt x="292186" y="169540"/>
                </a:lnTo>
                <a:lnTo>
                  <a:pt x="316044" y="145682"/>
                </a:lnTo>
                <a:lnTo>
                  <a:pt x="339904" y="169540"/>
                </a:lnTo>
                <a:lnTo>
                  <a:pt x="316044" y="193400"/>
                </a:lnTo>
                <a:close/>
              </a:path>
              <a:path w="909954" h="1419225">
                <a:moveTo>
                  <a:pt x="388345" y="336914"/>
                </a:moveTo>
                <a:lnTo>
                  <a:pt x="365570" y="314140"/>
                </a:lnTo>
                <a:lnTo>
                  <a:pt x="388345" y="291365"/>
                </a:lnTo>
                <a:lnTo>
                  <a:pt x="411118" y="314140"/>
                </a:lnTo>
                <a:lnTo>
                  <a:pt x="388345" y="336914"/>
                </a:lnTo>
                <a:close/>
              </a:path>
              <a:path w="909954" h="1419225">
                <a:moveTo>
                  <a:pt x="388345" y="264615"/>
                </a:moveTo>
                <a:lnTo>
                  <a:pt x="365570" y="241841"/>
                </a:lnTo>
                <a:lnTo>
                  <a:pt x="388345" y="219066"/>
                </a:lnTo>
                <a:lnTo>
                  <a:pt x="411118" y="241841"/>
                </a:lnTo>
                <a:lnTo>
                  <a:pt x="388345" y="264615"/>
                </a:lnTo>
                <a:close/>
              </a:path>
              <a:path w="909954" h="1419225">
                <a:moveTo>
                  <a:pt x="243745" y="1062076"/>
                </a:moveTo>
                <a:lnTo>
                  <a:pt x="218803" y="1037133"/>
                </a:lnTo>
                <a:lnTo>
                  <a:pt x="243745" y="1012189"/>
                </a:lnTo>
                <a:lnTo>
                  <a:pt x="268690" y="1037133"/>
                </a:lnTo>
                <a:lnTo>
                  <a:pt x="243745" y="1062076"/>
                </a:lnTo>
                <a:close/>
              </a:path>
              <a:path w="909954" h="1419225">
                <a:moveTo>
                  <a:pt x="243745" y="989777"/>
                </a:moveTo>
                <a:lnTo>
                  <a:pt x="218803" y="964834"/>
                </a:lnTo>
                <a:lnTo>
                  <a:pt x="243745" y="939890"/>
                </a:lnTo>
                <a:lnTo>
                  <a:pt x="268690" y="964834"/>
                </a:lnTo>
                <a:lnTo>
                  <a:pt x="243745" y="989777"/>
                </a:lnTo>
                <a:close/>
              </a:path>
              <a:path w="909954" h="1419225">
                <a:moveTo>
                  <a:pt x="243745" y="1206674"/>
                </a:moveTo>
                <a:lnTo>
                  <a:pt x="218803" y="1181731"/>
                </a:lnTo>
                <a:lnTo>
                  <a:pt x="243745" y="1156788"/>
                </a:lnTo>
                <a:lnTo>
                  <a:pt x="268690" y="1181731"/>
                </a:lnTo>
                <a:lnTo>
                  <a:pt x="243745" y="1206674"/>
                </a:lnTo>
                <a:close/>
              </a:path>
              <a:path w="909954" h="1419225">
                <a:moveTo>
                  <a:pt x="243745" y="1134375"/>
                </a:moveTo>
                <a:lnTo>
                  <a:pt x="218803" y="1109432"/>
                </a:lnTo>
                <a:lnTo>
                  <a:pt x="243745" y="1084489"/>
                </a:lnTo>
                <a:lnTo>
                  <a:pt x="268690" y="1109432"/>
                </a:lnTo>
                <a:lnTo>
                  <a:pt x="243745" y="1134375"/>
                </a:lnTo>
                <a:close/>
              </a:path>
              <a:path w="909954" h="1419225">
                <a:moveTo>
                  <a:pt x="26848" y="1209928"/>
                </a:moveTo>
                <a:lnTo>
                  <a:pt x="0" y="1183079"/>
                </a:lnTo>
                <a:lnTo>
                  <a:pt x="28199" y="1154885"/>
                </a:lnTo>
                <a:lnTo>
                  <a:pt x="55044" y="1181731"/>
                </a:lnTo>
                <a:lnTo>
                  <a:pt x="26848" y="1209928"/>
                </a:lnTo>
                <a:close/>
              </a:path>
              <a:path w="909954" h="1419225">
                <a:moveTo>
                  <a:pt x="460644" y="480428"/>
                </a:moveTo>
                <a:lnTo>
                  <a:pt x="438954" y="458738"/>
                </a:lnTo>
                <a:lnTo>
                  <a:pt x="460644" y="437048"/>
                </a:lnTo>
                <a:lnTo>
                  <a:pt x="482334" y="458738"/>
                </a:lnTo>
                <a:lnTo>
                  <a:pt x="460644" y="480428"/>
                </a:lnTo>
                <a:close/>
              </a:path>
              <a:path w="909954" h="1419225">
                <a:moveTo>
                  <a:pt x="99147" y="1136544"/>
                </a:moveTo>
                <a:lnTo>
                  <a:pt x="72847" y="1110244"/>
                </a:lnTo>
                <a:lnTo>
                  <a:pt x="99961" y="1083133"/>
                </a:lnTo>
                <a:lnTo>
                  <a:pt x="126259" y="1109432"/>
                </a:lnTo>
                <a:lnTo>
                  <a:pt x="99147" y="1136544"/>
                </a:lnTo>
                <a:close/>
              </a:path>
              <a:path w="909954" h="1419225">
                <a:moveTo>
                  <a:pt x="677541" y="621773"/>
                </a:moveTo>
                <a:lnTo>
                  <a:pt x="659106" y="603337"/>
                </a:lnTo>
                <a:lnTo>
                  <a:pt x="677541" y="584901"/>
                </a:lnTo>
                <a:lnTo>
                  <a:pt x="695978" y="603337"/>
                </a:lnTo>
                <a:lnTo>
                  <a:pt x="677541" y="621773"/>
                </a:lnTo>
                <a:close/>
              </a:path>
              <a:path w="909954" h="1419225">
                <a:moveTo>
                  <a:pt x="605242" y="550558"/>
                </a:moveTo>
                <a:lnTo>
                  <a:pt x="585722" y="531038"/>
                </a:lnTo>
                <a:lnTo>
                  <a:pt x="605242" y="511517"/>
                </a:lnTo>
                <a:lnTo>
                  <a:pt x="624763" y="531038"/>
                </a:lnTo>
                <a:lnTo>
                  <a:pt x="605242" y="550558"/>
                </a:lnTo>
                <a:close/>
              </a:path>
              <a:path w="909954" h="1419225">
                <a:moveTo>
                  <a:pt x="605242" y="405960"/>
                </a:moveTo>
                <a:lnTo>
                  <a:pt x="585722" y="386439"/>
                </a:lnTo>
                <a:lnTo>
                  <a:pt x="605242" y="366919"/>
                </a:lnTo>
                <a:lnTo>
                  <a:pt x="624763" y="386439"/>
                </a:lnTo>
                <a:lnTo>
                  <a:pt x="605242" y="405960"/>
                </a:lnTo>
                <a:close/>
              </a:path>
              <a:path w="909954" h="1419225">
                <a:moveTo>
                  <a:pt x="605242" y="695156"/>
                </a:moveTo>
                <a:lnTo>
                  <a:pt x="585722" y="675636"/>
                </a:lnTo>
                <a:lnTo>
                  <a:pt x="605242" y="656115"/>
                </a:lnTo>
                <a:lnTo>
                  <a:pt x="624763" y="675636"/>
                </a:lnTo>
                <a:lnTo>
                  <a:pt x="605242" y="695156"/>
                </a:lnTo>
                <a:close/>
              </a:path>
              <a:path w="909954" h="1419225">
                <a:moveTo>
                  <a:pt x="605242" y="622857"/>
                </a:moveTo>
                <a:lnTo>
                  <a:pt x="585722" y="603337"/>
                </a:lnTo>
                <a:lnTo>
                  <a:pt x="605242" y="583816"/>
                </a:lnTo>
                <a:lnTo>
                  <a:pt x="624763" y="603337"/>
                </a:lnTo>
                <a:lnTo>
                  <a:pt x="605242" y="622857"/>
                </a:lnTo>
                <a:close/>
              </a:path>
              <a:path w="909954" h="1419225">
                <a:moveTo>
                  <a:pt x="532943" y="985439"/>
                </a:moveTo>
                <a:lnTo>
                  <a:pt x="512338" y="964834"/>
                </a:lnTo>
                <a:lnTo>
                  <a:pt x="532943" y="944228"/>
                </a:lnTo>
                <a:lnTo>
                  <a:pt x="553548" y="964834"/>
                </a:lnTo>
                <a:lnTo>
                  <a:pt x="532943" y="985439"/>
                </a:lnTo>
                <a:close/>
              </a:path>
              <a:path w="909954" h="1419225">
                <a:moveTo>
                  <a:pt x="532943" y="1130037"/>
                </a:moveTo>
                <a:lnTo>
                  <a:pt x="512338" y="1109432"/>
                </a:lnTo>
                <a:lnTo>
                  <a:pt x="532943" y="1088827"/>
                </a:lnTo>
                <a:lnTo>
                  <a:pt x="553548" y="1109432"/>
                </a:lnTo>
                <a:lnTo>
                  <a:pt x="532943" y="1130037"/>
                </a:lnTo>
                <a:close/>
              </a:path>
              <a:path w="909954" h="1419225">
                <a:moveTo>
                  <a:pt x="532943" y="1057738"/>
                </a:moveTo>
                <a:lnTo>
                  <a:pt x="512338" y="1037133"/>
                </a:lnTo>
                <a:lnTo>
                  <a:pt x="532943" y="1016527"/>
                </a:lnTo>
                <a:lnTo>
                  <a:pt x="553548" y="1037133"/>
                </a:lnTo>
                <a:lnTo>
                  <a:pt x="532943" y="1057738"/>
                </a:lnTo>
                <a:close/>
              </a:path>
              <a:path w="909954" h="1419225">
                <a:moveTo>
                  <a:pt x="605242" y="478259"/>
                </a:moveTo>
                <a:lnTo>
                  <a:pt x="585722" y="458738"/>
                </a:lnTo>
                <a:lnTo>
                  <a:pt x="605242" y="439218"/>
                </a:lnTo>
                <a:lnTo>
                  <a:pt x="624763" y="458738"/>
                </a:lnTo>
                <a:lnTo>
                  <a:pt x="605242" y="478259"/>
                </a:lnTo>
                <a:close/>
              </a:path>
              <a:path w="909954" h="1419225">
                <a:moveTo>
                  <a:pt x="605242" y="767457"/>
                </a:moveTo>
                <a:lnTo>
                  <a:pt x="585722" y="747935"/>
                </a:lnTo>
                <a:lnTo>
                  <a:pt x="605242" y="728414"/>
                </a:lnTo>
                <a:lnTo>
                  <a:pt x="624763" y="747935"/>
                </a:lnTo>
                <a:lnTo>
                  <a:pt x="605242" y="767457"/>
                </a:lnTo>
                <a:close/>
              </a:path>
              <a:path w="909954" h="1419225">
                <a:moveTo>
                  <a:pt x="605242" y="984354"/>
                </a:moveTo>
                <a:lnTo>
                  <a:pt x="585722" y="964834"/>
                </a:lnTo>
                <a:lnTo>
                  <a:pt x="605242" y="945312"/>
                </a:lnTo>
                <a:lnTo>
                  <a:pt x="624763" y="964834"/>
                </a:lnTo>
                <a:lnTo>
                  <a:pt x="605242" y="984354"/>
                </a:lnTo>
                <a:close/>
              </a:path>
              <a:path w="909954" h="1419225">
                <a:moveTo>
                  <a:pt x="677541" y="477174"/>
                </a:moveTo>
                <a:lnTo>
                  <a:pt x="659106" y="458738"/>
                </a:lnTo>
                <a:lnTo>
                  <a:pt x="677541" y="440301"/>
                </a:lnTo>
                <a:lnTo>
                  <a:pt x="695978" y="458738"/>
                </a:lnTo>
                <a:lnTo>
                  <a:pt x="677541" y="477174"/>
                </a:lnTo>
                <a:close/>
              </a:path>
              <a:path w="909954" h="1419225">
                <a:moveTo>
                  <a:pt x="677541" y="549474"/>
                </a:moveTo>
                <a:lnTo>
                  <a:pt x="659106" y="531038"/>
                </a:lnTo>
                <a:lnTo>
                  <a:pt x="677541" y="512602"/>
                </a:lnTo>
                <a:lnTo>
                  <a:pt x="695978" y="531038"/>
                </a:lnTo>
                <a:lnTo>
                  <a:pt x="677541" y="549474"/>
                </a:lnTo>
                <a:close/>
              </a:path>
              <a:path w="909954" h="1419225">
                <a:moveTo>
                  <a:pt x="677541" y="694073"/>
                </a:moveTo>
                <a:lnTo>
                  <a:pt x="659106" y="675636"/>
                </a:lnTo>
                <a:lnTo>
                  <a:pt x="677541" y="657200"/>
                </a:lnTo>
                <a:lnTo>
                  <a:pt x="695978" y="675636"/>
                </a:lnTo>
                <a:lnTo>
                  <a:pt x="677541" y="694073"/>
                </a:lnTo>
                <a:close/>
              </a:path>
              <a:path w="909954" h="1419225">
                <a:moveTo>
                  <a:pt x="605242" y="1056653"/>
                </a:moveTo>
                <a:lnTo>
                  <a:pt x="585722" y="1037133"/>
                </a:lnTo>
                <a:lnTo>
                  <a:pt x="605242" y="1017611"/>
                </a:lnTo>
                <a:lnTo>
                  <a:pt x="624763" y="1037133"/>
                </a:lnTo>
                <a:lnTo>
                  <a:pt x="605242" y="1056653"/>
                </a:lnTo>
                <a:close/>
              </a:path>
              <a:path w="909954" h="1419225">
                <a:moveTo>
                  <a:pt x="605242" y="839756"/>
                </a:moveTo>
                <a:lnTo>
                  <a:pt x="585722" y="820234"/>
                </a:lnTo>
                <a:lnTo>
                  <a:pt x="605242" y="800714"/>
                </a:lnTo>
                <a:lnTo>
                  <a:pt x="624763" y="820234"/>
                </a:lnTo>
                <a:lnTo>
                  <a:pt x="605242" y="839756"/>
                </a:lnTo>
                <a:close/>
              </a:path>
              <a:path w="909954" h="1419225">
                <a:moveTo>
                  <a:pt x="605242" y="912055"/>
                </a:moveTo>
                <a:lnTo>
                  <a:pt x="585722" y="892533"/>
                </a:lnTo>
                <a:lnTo>
                  <a:pt x="605242" y="873013"/>
                </a:lnTo>
                <a:lnTo>
                  <a:pt x="624763" y="892533"/>
                </a:lnTo>
                <a:lnTo>
                  <a:pt x="605242" y="912055"/>
                </a:lnTo>
                <a:close/>
              </a:path>
              <a:path w="909954" h="1419225">
                <a:moveTo>
                  <a:pt x="532943" y="913140"/>
                </a:moveTo>
                <a:lnTo>
                  <a:pt x="512338" y="892533"/>
                </a:lnTo>
                <a:lnTo>
                  <a:pt x="532943" y="871929"/>
                </a:lnTo>
                <a:lnTo>
                  <a:pt x="553548" y="892533"/>
                </a:lnTo>
                <a:lnTo>
                  <a:pt x="532943" y="913140"/>
                </a:lnTo>
                <a:close/>
              </a:path>
              <a:path w="909954" h="1419225">
                <a:moveTo>
                  <a:pt x="532943" y="696241"/>
                </a:moveTo>
                <a:lnTo>
                  <a:pt x="512338" y="675636"/>
                </a:lnTo>
                <a:lnTo>
                  <a:pt x="532943" y="655031"/>
                </a:lnTo>
                <a:lnTo>
                  <a:pt x="553548" y="675636"/>
                </a:lnTo>
                <a:lnTo>
                  <a:pt x="532943" y="696241"/>
                </a:lnTo>
                <a:close/>
              </a:path>
              <a:path w="909954" h="1419225">
                <a:moveTo>
                  <a:pt x="532943" y="623942"/>
                </a:moveTo>
                <a:lnTo>
                  <a:pt x="512338" y="603337"/>
                </a:lnTo>
                <a:lnTo>
                  <a:pt x="532943" y="582731"/>
                </a:lnTo>
                <a:lnTo>
                  <a:pt x="553548" y="603337"/>
                </a:lnTo>
                <a:lnTo>
                  <a:pt x="532943" y="623942"/>
                </a:lnTo>
                <a:close/>
              </a:path>
              <a:path w="909954" h="1419225">
                <a:moveTo>
                  <a:pt x="532943" y="768540"/>
                </a:moveTo>
                <a:lnTo>
                  <a:pt x="512338" y="747935"/>
                </a:lnTo>
                <a:lnTo>
                  <a:pt x="532943" y="727330"/>
                </a:lnTo>
                <a:lnTo>
                  <a:pt x="553548" y="747935"/>
                </a:lnTo>
                <a:lnTo>
                  <a:pt x="532943" y="768540"/>
                </a:lnTo>
                <a:close/>
              </a:path>
              <a:path w="909954" h="1419225">
                <a:moveTo>
                  <a:pt x="460644" y="408129"/>
                </a:moveTo>
                <a:lnTo>
                  <a:pt x="438954" y="386439"/>
                </a:lnTo>
                <a:lnTo>
                  <a:pt x="460644" y="364749"/>
                </a:lnTo>
                <a:lnTo>
                  <a:pt x="482334" y="386439"/>
                </a:lnTo>
                <a:lnTo>
                  <a:pt x="460644" y="408129"/>
                </a:lnTo>
                <a:close/>
              </a:path>
              <a:path w="909954" h="1419225">
                <a:moveTo>
                  <a:pt x="532943" y="840841"/>
                </a:moveTo>
                <a:lnTo>
                  <a:pt x="512338" y="820234"/>
                </a:lnTo>
                <a:lnTo>
                  <a:pt x="532943" y="799629"/>
                </a:lnTo>
                <a:lnTo>
                  <a:pt x="553548" y="820234"/>
                </a:lnTo>
                <a:lnTo>
                  <a:pt x="532943" y="840841"/>
                </a:lnTo>
                <a:close/>
              </a:path>
              <a:path w="909954" h="1419225">
                <a:moveTo>
                  <a:pt x="532943" y="551643"/>
                </a:moveTo>
                <a:lnTo>
                  <a:pt x="512338" y="531038"/>
                </a:lnTo>
                <a:lnTo>
                  <a:pt x="532943" y="510432"/>
                </a:lnTo>
                <a:lnTo>
                  <a:pt x="553548" y="531038"/>
                </a:lnTo>
                <a:lnTo>
                  <a:pt x="532943" y="551643"/>
                </a:lnTo>
                <a:close/>
              </a:path>
              <a:path w="909954" h="1419225">
                <a:moveTo>
                  <a:pt x="532943" y="407045"/>
                </a:moveTo>
                <a:lnTo>
                  <a:pt x="512338" y="386439"/>
                </a:lnTo>
                <a:lnTo>
                  <a:pt x="532943" y="365834"/>
                </a:lnTo>
                <a:lnTo>
                  <a:pt x="553548" y="386439"/>
                </a:lnTo>
                <a:lnTo>
                  <a:pt x="532943" y="407045"/>
                </a:lnTo>
                <a:close/>
              </a:path>
              <a:path w="909954" h="1419225">
                <a:moveTo>
                  <a:pt x="532943" y="479344"/>
                </a:moveTo>
                <a:lnTo>
                  <a:pt x="512338" y="458738"/>
                </a:lnTo>
                <a:lnTo>
                  <a:pt x="532943" y="438133"/>
                </a:lnTo>
                <a:lnTo>
                  <a:pt x="553548" y="458738"/>
                </a:lnTo>
                <a:lnTo>
                  <a:pt x="532943" y="479344"/>
                </a:lnTo>
                <a:close/>
              </a:path>
              <a:path w="909954" h="1419225">
                <a:moveTo>
                  <a:pt x="532943" y="334745"/>
                </a:moveTo>
                <a:lnTo>
                  <a:pt x="512338" y="314140"/>
                </a:lnTo>
                <a:lnTo>
                  <a:pt x="532943" y="293535"/>
                </a:lnTo>
                <a:lnTo>
                  <a:pt x="553548" y="314140"/>
                </a:lnTo>
                <a:lnTo>
                  <a:pt x="532943" y="334745"/>
                </a:lnTo>
                <a:close/>
              </a:path>
              <a:path w="909954" h="1419225">
                <a:moveTo>
                  <a:pt x="460644" y="263530"/>
                </a:moveTo>
                <a:lnTo>
                  <a:pt x="438954" y="241841"/>
                </a:lnTo>
                <a:lnTo>
                  <a:pt x="460644" y="220151"/>
                </a:lnTo>
                <a:lnTo>
                  <a:pt x="482334" y="241841"/>
                </a:lnTo>
                <a:lnTo>
                  <a:pt x="460644" y="263530"/>
                </a:lnTo>
                <a:close/>
              </a:path>
              <a:path w="909954" h="1419225">
                <a:moveTo>
                  <a:pt x="894439" y="690818"/>
                </a:moveTo>
                <a:lnTo>
                  <a:pt x="879257" y="675636"/>
                </a:lnTo>
                <a:lnTo>
                  <a:pt x="894439" y="660453"/>
                </a:lnTo>
                <a:lnTo>
                  <a:pt x="909622" y="675636"/>
                </a:lnTo>
                <a:lnTo>
                  <a:pt x="894439" y="690818"/>
                </a:lnTo>
                <a:close/>
              </a:path>
              <a:path w="909954" h="1419225">
                <a:moveTo>
                  <a:pt x="460644" y="335830"/>
                </a:moveTo>
                <a:lnTo>
                  <a:pt x="438954" y="314140"/>
                </a:lnTo>
                <a:lnTo>
                  <a:pt x="460644" y="292450"/>
                </a:lnTo>
                <a:lnTo>
                  <a:pt x="482334" y="314140"/>
                </a:lnTo>
                <a:lnTo>
                  <a:pt x="460644" y="335830"/>
                </a:lnTo>
                <a:close/>
              </a:path>
              <a:path w="909954" h="1419225">
                <a:moveTo>
                  <a:pt x="749840" y="909885"/>
                </a:moveTo>
                <a:lnTo>
                  <a:pt x="732488" y="892533"/>
                </a:lnTo>
                <a:lnTo>
                  <a:pt x="749840" y="875182"/>
                </a:lnTo>
                <a:lnTo>
                  <a:pt x="767193" y="892533"/>
                </a:lnTo>
                <a:lnTo>
                  <a:pt x="749840" y="909885"/>
                </a:lnTo>
                <a:close/>
              </a:path>
              <a:path w="909954" h="1419225">
                <a:moveTo>
                  <a:pt x="749840" y="620689"/>
                </a:moveTo>
                <a:lnTo>
                  <a:pt x="732488" y="603337"/>
                </a:lnTo>
                <a:lnTo>
                  <a:pt x="749840" y="585986"/>
                </a:lnTo>
                <a:lnTo>
                  <a:pt x="767193" y="603337"/>
                </a:lnTo>
                <a:lnTo>
                  <a:pt x="749840" y="620689"/>
                </a:lnTo>
                <a:close/>
              </a:path>
              <a:path w="909954" h="1419225">
                <a:moveTo>
                  <a:pt x="894439" y="763117"/>
                </a:moveTo>
                <a:lnTo>
                  <a:pt x="879257" y="747935"/>
                </a:lnTo>
                <a:lnTo>
                  <a:pt x="894439" y="732753"/>
                </a:lnTo>
                <a:lnTo>
                  <a:pt x="909622" y="747935"/>
                </a:lnTo>
                <a:lnTo>
                  <a:pt x="894439" y="763117"/>
                </a:lnTo>
                <a:close/>
              </a:path>
              <a:path w="909954" h="1419225">
                <a:moveTo>
                  <a:pt x="749840" y="692988"/>
                </a:moveTo>
                <a:lnTo>
                  <a:pt x="732488" y="675636"/>
                </a:lnTo>
                <a:lnTo>
                  <a:pt x="749840" y="658285"/>
                </a:lnTo>
                <a:lnTo>
                  <a:pt x="767193" y="675636"/>
                </a:lnTo>
                <a:lnTo>
                  <a:pt x="749840" y="692988"/>
                </a:lnTo>
                <a:close/>
              </a:path>
              <a:path w="909954" h="1419225">
                <a:moveTo>
                  <a:pt x="677541" y="910970"/>
                </a:moveTo>
                <a:lnTo>
                  <a:pt x="659106" y="892533"/>
                </a:lnTo>
                <a:lnTo>
                  <a:pt x="677541" y="874098"/>
                </a:lnTo>
                <a:lnTo>
                  <a:pt x="695978" y="892533"/>
                </a:lnTo>
                <a:lnTo>
                  <a:pt x="677541" y="910970"/>
                </a:lnTo>
                <a:close/>
              </a:path>
              <a:path w="909954" h="1419225">
                <a:moveTo>
                  <a:pt x="677541" y="838671"/>
                </a:moveTo>
                <a:lnTo>
                  <a:pt x="659106" y="820234"/>
                </a:lnTo>
                <a:lnTo>
                  <a:pt x="677541" y="801798"/>
                </a:lnTo>
                <a:lnTo>
                  <a:pt x="695978" y="820234"/>
                </a:lnTo>
                <a:lnTo>
                  <a:pt x="677541" y="838671"/>
                </a:lnTo>
                <a:close/>
              </a:path>
              <a:path w="909954" h="1419225">
                <a:moveTo>
                  <a:pt x="677541" y="983270"/>
                </a:moveTo>
                <a:lnTo>
                  <a:pt x="659106" y="964834"/>
                </a:lnTo>
                <a:lnTo>
                  <a:pt x="677541" y="946397"/>
                </a:lnTo>
                <a:lnTo>
                  <a:pt x="695978" y="964834"/>
                </a:lnTo>
                <a:lnTo>
                  <a:pt x="677541" y="983270"/>
                </a:lnTo>
                <a:close/>
              </a:path>
              <a:path w="909954" h="1419225">
                <a:moveTo>
                  <a:pt x="749840" y="765287"/>
                </a:moveTo>
                <a:lnTo>
                  <a:pt x="732488" y="747935"/>
                </a:lnTo>
                <a:lnTo>
                  <a:pt x="749840" y="730584"/>
                </a:lnTo>
                <a:lnTo>
                  <a:pt x="767193" y="747935"/>
                </a:lnTo>
                <a:lnTo>
                  <a:pt x="749840" y="765287"/>
                </a:lnTo>
                <a:close/>
              </a:path>
              <a:path w="909954" h="1419225">
                <a:moveTo>
                  <a:pt x="749840" y="548390"/>
                </a:moveTo>
                <a:lnTo>
                  <a:pt x="732488" y="531038"/>
                </a:lnTo>
                <a:lnTo>
                  <a:pt x="749840" y="513686"/>
                </a:lnTo>
                <a:lnTo>
                  <a:pt x="767193" y="531038"/>
                </a:lnTo>
                <a:lnTo>
                  <a:pt x="749840" y="548390"/>
                </a:lnTo>
                <a:close/>
              </a:path>
              <a:path w="909954" h="1419225">
                <a:moveTo>
                  <a:pt x="822140" y="764202"/>
                </a:moveTo>
                <a:lnTo>
                  <a:pt x="805872" y="747935"/>
                </a:lnTo>
                <a:lnTo>
                  <a:pt x="822140" y="731668"/>
                </a:lnTo>
                <a:lnTo>
                  <a:pt x="838407" y="747935"/>
                </a:lnTo>
                <a:lnTo>
                  <a:pt x="822140" y="764202"/>
                </a:lnTo>
                <a:close/>
              </a:path>
              <a:path w="909954" h="1419225">
                <a:moveTo>
                  <a:pt x="822140" y="836503"/>
                </a:moveTo>
                <a:lnTo>
                  <a:pt x="805872" y="820234"/>
                </a:lnTo>
                <a:lnTo>
                  <a:pt x="822140" y="803967"/>
                </a:lnTo>
                <a:lnTo>
                  <a:pt x="838407" y="820234"/>
                </a:lnTo>
                <a:lnTo>
                  <a:pt x="822140" y="836503"/>
                </a:lnTo>
                <a:close/>
              </a:path>
              <a:path w="909954" h="1419225">
                <a:moveTo>
                  <a:pt x="822140" y="691903"/>
                </a:moveTo>
                <a:lnTo>
                  <a:pt x="805872" y="675636"/>
                </a:lnTo>
                <a:lnTo>
                  <a:pt x="822140" y="659368"/>
                </a:lnTo>
                <a:lnTo>
                  <a:pt x="838407" y="675636"/>
                </a:lnTo>
                <a:lnTo>
                  <a:pt x="822140" y="691903"/>
                </a:lnTo>
                <a:close/>
              </a:path>
              <a:path w="909954" h="1419225">
                <a:moveTo>
                  <a:pt x="677541" y="766372"/>
                </a:moveTo>
                <a:lnTo>
                  <a:pt x="659106" y="747935"/>
                </a:lnTo>
                <a:lnTo>
                  <a:pt x="677541" y="729499"/>
                </a:lnTo>
                <a:lnTo>
                  <a:pt x="695978" y="747935"/>
                </a:lnTo>
                <a:lnTo>
                  <a:pt x="677541" y="766372"/>
                </a:lnTo>
                <a:close/>
              </a:path>
              <a:path w="909954" h="1419225">
                <a:moveTo>
                  <a:pt x="822140" y="619604"/>
                </a:moveTo>
                <a:lnTo>
                  <a:pt x="805872" y="603337"/>
                </a:lnTo>
                <a:lnTo>
                  <a:pt x="822140" y="587069"/>
                </a:lnTo>
                <a:lnTo>
                  <a:pt x="838407" y="603337"/>
                </a:lnTo>
                <a:lnTo>
                  <a:pt x="822140" y="619604"/>
                </a:lnTo>
                <a:close/>
              </a:path>
              <a:path w="909954" h="1419225">
                <a:moveTo>
                  <a:pt x="749840" y="837586"/>
                </a:moveTo>
                <a:lnTo>
                  <a:pt x="732488" y="820234"/>
                </a:lnTo>
                <a:lnTo>
                  <a:pt x="749840" y="802883"/>
                </a:lnTo>
                <a:lnTo>
                  <a:pt x="767193" y="820234"/>
                </a:lnTo>
                <a:lnTo>
                  <a:pt x="749840" y="837586"/>
                </a:lnTo>
                <a:close/>
              </a:path>
            </a:pathLst>
          </a:custGeom>
          <a:solidFill>
            <a:srgbClr val="FABE04"/>
          </a:solidFill>
        </p:spPr>
        <p:txBody>
          <a:bodyPr wrap="square" lIns="0" tIns="0" rIns="0" bIns="0" rtlCol="0"/>
          <a:lstStyle/>
          <a:p>
            <a:endParaRPr/>
          </a:p>
        </p:txBody>
      </p:sp>
      <p:sp>
        <p:nvSpPr>
          <p:cNvPr id="13" name="object 13"/>
          <p:cNvSpPr txBox="1"/>
          <p:nvPr/>
        </p:nvSpPr>
        <p:spPr>
          <a:xfrm>
            <a:off x="1828800" y="954137"/>
            <a:ext cx="9144000" cy="1242648"/>
          </a:xfrm>
          <a:prstGeom prst="rect">
            <a:avLst/>
          </a:prstGeom>
          <a:solidFill>
            <a:srgbClr val="FABE04"/>
          </a:solidFill>
        </p:spPr>
        <p:txBody>
          <a:bodyPr vert="horz" wrap="square" lIns="0" tIns="125730" rIns="0" bIns="0" rtlCol="0">
            <a:spAutoFit/>
          </a:bodyPr>
          <a:lstStyle/>
          <a:p>
            <a:pPr marL="516890">
              <a:lnSpc>
                <a:spcPct val="100000"/>
              </a:lnSpc>
              <a:spcBef>
                <a:spcPts val="990"/>
              </a:spcBef>
            </a:pPr>
            <a:r>
              <a:rPr lang="en-IN" sz="7250" b="1" spc="520" dirty="0" smtClean="0">
                <a:latin typeface="Trebuchet MS"/>
                <a:cs typeface="Trebuchet MS"/>
              </a:rPr>
              <a:t>Introduction</a:t>
            </a:r>
            <a:endParaRPr sz="7250" dirty="0">
              <a:latin typeface="Trebuchet MS"/>
              <a:cs typeface="Trebuchet MS"/>
            </a:endParaRPr>
          </a:p>
        </p:txBody>
      </p:sp>
      <p:sp>
        <p:nvSpPr>
          <p:cNvPr id="14" name="object 14"/>
          <p:cNvSpPr txBox="1"/>
          <p:nvPr/>
        </p:nvSpPr>
        <p:spPr>
          <a:xfrm>
            <a:off x="1645024" y="2857500"/>
            <a:ext cx="15042776" cy="6507551"/>
          </a:xfrm>
          <a:prstGeom prst="rect">
            <a:avLst/>
          </a:prstGeom>
        </p:spPr>
        <p:txBody>
          <a:bodyPr vert="horz" wrap="square" lIns="0" tIns="12700" rIns="0" bIns="0" rtlCol="0">
            <a:spAutoFit/>
          </a:bodyPr>
          <a:lstStyle/>
          <a:p>
            <a:pPr marL="12700" marR="5080">
              <a:lnSpc>
                <a:spcPct val="116500"/>
              </a:lnSpc>
              <a:spcBef>
                <a:spcPts val="100"/>
              </a:spcBef>
            </a:pPr>
            <a:r>
              <a:rPr lang="en-US" sz="3600" dirty="0" smtClean="0"/>
              <a:t>The </a:t>
            </a:r>
            <a:r>
              <a:rPr lang="en-US" sz="3600" b="1" dirty="0" smtClean="0"/>
              <a:t>E-Commerce Database Management System</a:t>
            </a:r>
            <a:r>
              <a:rPr lang="en-US" sz="3600" dirty="0" smtClean="0"/>
              <a:t> project is designed to simulate the working of an </a:t>
            </a:r>
            <a:r>
              <a:rPr lang="en-US" sz="3600" smtClean="0"/>
              <a:t>e-commerce </a:t>
            </a:r>
            <a:r>
              <a:rPr lang="en-US" sz="3600" smtClean="0"/>
              <a:t>platform </a:t>
            </a:r>
            <a:r>
              <a:rPr lang="en-US" sz="3600" dirty="0" smtClean="0"/>
              <a:t>using SQL. It efficiently manages information related to customers, products, orders, </a:t>
            </a:r>
            <a:r>
              <a:rPr lang="en-US" sz="3600" dirty="0" err="1" smtClean="0"/>
              <a:t>shippings</a:t>
            </a:r>
            <a:r>
              <a:rPr lang="en-US" sz="3600" dirty="0" smtClean="0"/>
              <a:t>, and payments. The project focuses on creating a structured and relational database to store and retrieve business data accurately.</a:t>
            </a:r>
          </a:p>
          <a:p>
            <a:pPr marL="12700" marR="5080">
              <a:lnSpc>
                <a:spcPct val="116500"/>
              </a:lnSpc>
              <a:spcBef>
                <a:spcPts val="100"/>
              </a:spcBef>
            </a:pPr>
            <a:r>
              <a:rPr lang="en-US" sz="3600" dirty="0" smtClean="0"/>
              <a:t>Through this project, various SQL queries can be executed to analyze </a:t>
            </a:r>
            <a:r>
              <a:rPr lang="en-US" sz="3600" b="1" dirty="0" smtClean="0"/>
              <a:t>sales trends, customer purchases, shipping performance, and payment records</a:t>
            </a:r>
            <a:r>
              <a:rPr lang="en-US" sz="3600" dirty="0" smtClean="0"/>
              <a:t>. It demonstrates how relational databases ensure </a:t>
            </a:r>
            <a:r>
              <a:rPr lang="en-US" sz="3600" b="1" dirty="0" smtClean="0"/>
              <a:t>data consistency, accuracy, and efficient management</a:t>
            </a:r>
            <a:r>
              <a:rPr lang="en-US" sz="3600" dirty="0" smtClean="0"/>
              <a:t> in large-scale </a:t>
            </a:r>
          </a:p>
          <a:p>
            <a:pPr marL="12700" marR="5080">
              <a:lnSpc>
                <a:spcPct val="116500"/>
              </a:lnSpc>
              <a:spcBef>
                <a:spcPts val="100"/>
              </a:spcBef>
            </a:pPr>
            <a:r>
              <a:rPr lang="en-US" sz="3600" dirty="0" smtClean="0"/>
              <a:t>e-commerce systems.</a:t>
            </a:r>
            <a:endParaRPr sz="3500" dirty="0">
              <a:latin typeface="Lucida Sans Unicode"/>
              <a:cs typeface="Lucida Sans Unicode"/>
            </a:endParaRPr>
          </a:p>
        </p:txBody>
      </p:sp>
      <p:sp>
        <p:nvSpPr>
          <p:cNvPr id="15" name="object 15"/>
          <p:cNvSpPr/>
          <p:nvPr/>
        </p:nvSpPr>
        <p:spPr>
          <a:xfrm>
            <a:off x="12286130" y="865848"/>
            <a:ext cx="909955" cy="1419225"/>
          </a:xfrm>
          <a:custGeom>
            <a:avLst/>
            <a:gdLst/>
            <a:ahLst/>
            <a:cxnLst/>
            <a:rect l="l" t="t" r="r" b="b"/>
            <a:pathLst>
              <a:path w="909955" h="1419225">
                <a:moveTo>
                  <a:pt x="171446" y="123270"/>
                </a:moveTo>
                <a:lnTo>
                  <a:pt x="145419" y="97242"/>
                </a:lnTo>
                <a:lnTo>
                  <a:pt x="171446" y="71214"/>
                </a:lnTo>
                <a:lnTo>
                  <a:pt x="197474" y="97242"/>
                </a:lnTo>
                <a:lnTo>
                  <a:pt x="171446" y="123270"/>
                </a:lnTo>
                <a:close/>
              </a:path>
              <a:path w="909955" h="1419225">
                <a:moveTo>
                  <a:pt x="171446" y="267868"/>
                </a:moveTo>
                <a:lnTo>
                  <a:pt x="145419" y="241841"/>
                </a:lnTo>
                <a:lnTo>
                  <a:pt x="171446" y="215813"/>
                </a:lnTo>
                <a:lnTo>
                  <a:pt x="197474" y="241841"/>
                </a:lnTo>
                <a:lnTo>
                  <a:pt x="171446" y="267868"/>
                </a:lnTo>
                <a:close/>
              </a:path>
              <a:path w="909955" h="1419225">
                <a:moveTo>
                  <a:pt x="171446" y="195569"/>
                </a:moveTo>
                <a:lnTo>
                  <a:pt x="145419" y="169540"/>
                </a:lnTo>
                <a:lnTo>
                  <a:pt x="171446" y="143514"/>
                </a:lnTo>
                <a:lnTo>
                  <a:pt x="197474" y="169540"/>
                </a:lnTo>
                <a:lnTo>
                  <a:pt x="171446" y="195569"/>
                </a:lnTo>
                <a:close/>
              </a:path>
              <a:path w="909955" h="1419225">
                <a:moveTo>
                  <a:pt x="247329" y="480098"/>
                </a:moveTo>
                <a:lnTo>
                  <a:pt x="222379" y="455160"/>
                </a:lnTo>
                <a:lnTo>
                  <a:pt x="243745" y="433795"/>
                </a:lnTo>
                <a:lnTo>
                  <a:pt x="268690" y="458738"/>
                </a:lnTo>
                <a:lnTo>
                  <a:pt x="247329" y="480098"/>
                </a:lnTo>
                <a:close/>
              </a:path>
              <a:path w="909955" h="1419225">
                <a:moveTo>
                  <a:pt x="243745" y="411382"/>
                </a:moveTo>
                <a:lnTo>
                  <a:pt x="218803" y="386439"/>
                </a:lnTo>
                <a:lnTo>
                  <a:pt x="243745" y="361496"/>
                </a:lnTo>
                <a:lnTo>
                  <a:pt x="268690" y="386439"/>
                </a:lnTo>
                <a:lnTo>
                  <a:pt x="243745" y="411382"/>
                </a:lnTo>
                <a:close/>
              </a:path>
              <a:path w="909955" h="1419225">
                <a:moveTo>
                  <a:pt x="171446" y="340167"/>
                </a:moveTo>
                <a:lnTo>
                  <a:pt x="145419" y="314140"/>
                </a:lnTo>
                <a:lnTo>
                  <a:pt x="171446" y="288112"/>
                </a:lnTo>
                <a:lnTo>
                  <a:pt x="197474" y="314140"/>
                </a:lnTo>
                <a:lnTo>
                  <a:pt x="171446" y="340167"/>
                </a:lnTo>
                <a:close/>
              </a:path>
              <a:path w="909955" h="1419225">
                <a:moveTo>
                  <a:pt x="99147" y="268953"/>
                </a:moveTo>
                <a:lnTo>
                  <a:pt x="72035" y="241841"/>
                </a:lnTo>
                <a:lnTo>
                  <a:pt x="99147" y="214728"/>
                </a:lnTo>
                <a:lnTo>
                  <a:pt x="126259" y="241841"/>
                </a:lnTo>
                <a:lnTo>
                  <a:pt x="99147" y="268953"/>
                </a:lnTo>
                <a:close/>
              </a:path>
              <a:path w="909955" h="1419225">
                <a:moveTo>
                  <a:pt x="175559" y="408354"/>
                </a:moveTo>
                <a:lnTo>
                  <a:pt x="149527" y="382330"/>
                </a:lnTo>
                <a:lnTo>
                  <a:pt x="171446" y="360411"/>
                </a:lnTo>
                <a:lnTo>
                  <a:pt x="197474" y="386439"/>
                </a:lnTo>
                <a:lnTo>
                  <a:pt x="175559" y="408354"/>
                </a:lnTo>
                <a:close/>
              </a:path>
              <a:path w="909955" h="1419225">
                <a:moveTo>
                  <a:pt x="319112" y="551830"/>
                </a:moveTo>
                <a:lnTo>
                  <a:pt x="295244" y="527979"/>
                </a:lnTo>
                <a:lnTo>
                  <a:pt x="316044" y="507179"/>
                </a:lnTo>
                <a:lnTo>
                  <a:pt x="339904" y="531038"/>
                </a:lnTo>
                <a:lnTo>
                  <a:pt x="319112" y="551830"/>
                </a:lnTo>
                <a:close/>
              </a:path>
              <a:path w="909955" h="1419225">
                <a:moveTo>
                  <a:pt x="243745" y="122185"/>
                </a:moveTo>
                <a:lnTo>
                  <a:pt x="218803" y="97242"/>
                </a:lnTo>
                <a:lnTo>
                  <a:pt x="243745" y="72299"/>
                </a:lnTo>
                <a:lnTo>
                  <a:pt x="268690" y="97242"/>
                </a:lnTo>
                <a:lnTo>
                  <a:pt x="243745" y="122185"/>
                </a:lnTo>
                <a:close/>
              </a:path>
              <a:path w="909955" h="1419225">
                <a:moveTo>
                  <a:pt x="99147" y="196654"/>
                </a:moveTo>
                <a:lnTo>
                  <a:pt x="72035" y="169540"/>
                </a:lnTo>
                <a:lnTo>
                  <a:pt x="99147" y="142429"/>
                </a:lnTo>
                <a:lnTo>
                  <a:pt x="126259" y="169540"/>
                </a:lnTo>
                <a:lnTo>
                  <a:pt x="99147" y="196654"/>
                </a:lnTo>
                <a:close/>
              </a:path>
              <a:path w="909955" h="1419225">
                <a:moveTo>
                  <a:pt x="316044" y="482597"/>
                </a:moveTo>
                <a:lnTo>
                  <a:pt x="292186" y="458738"/>
                </a:lnTo>
                <a:lnTo>
                  <a:pt x="316044" y="434880"/>
                </a:lnTo>
                <a:lnTo>
                  <a:pt x="339904" y="458738"/>
                </a:lnTo>
                <a:lnTo>
                  <a:pt x="316044" y="482597"/>
                </a:lnTo>
                <a:close/>
              </a:path>
              <a:path w="909955" h="1419225">
                <a:moveTo>
                  <a:pt x="316044" y="410298"/>
                </a:moveTo>
                <a:lnTo>
                  <a:pt x="292186" y="386439"/>
                </a:lnTo>
                <a:lnTo>
                  <a:pt x="316044" y="362580"/>
                </a:lnTo>
                <a:lnTo>
                  <a:pt x="339904" y="386439"/>
                </a:lnTo>
                <a:lnTo>
                  <a:pt x="316044" y="410298"/>
                </a:lnTo>
                <a:close/>
              </a:path>
              <a:path w="909955" h="1419225">
                <a:moveTo>
                  <a:pt x="243745" y="266784"/>
                </a:moveTo>
                <a:lnTo>
                  <a:pt x="218803" y="241841"/>
                </a:lnTo>
                <a:lnTo>
                  <a:pt x="243745" y="216898"/>
                </a:lnTo>
                <a:lnTo>
                  <a:pt x="268690" y="241841"/>
                </a:lnTo>
                <a:lnTo>
                  <a:pt x="243745" y="266784"/>
                </a:lnTo>
                <a:close/>
              </a:path>
              <a:path w="909955" h="1419225">
                <a:moveTo>
                  <a:pt x="243745" y="49886"/>
                </a:moveTo>
                <a:lnTo>
                  <a:pt x="218803" y="24943"/>
                </a:lnTo>
                <a:lnTo>
                  <a:pt x="243745" y="0"/>
                </a:lnTo>
                <a:lnTo>
                  <a:pt x="268690" y="24943"/>
                </a:lnTo>
                <a:lnTo>
                  <a:pt x="243745" y="49886"/>
                </a:lnTo>
                <a:close/>
              </a:path>
              <a:path w="909955" h="1419225">
                <a:moveTo>
                  <a:pt x="243745" y="339083"/>
                </a:moveTo>
                <a:lnTo>
                  <a:pt x="218803" y="314140"/>
                </a:lnTo>
                <a:lnTo>
                  <a:pt x="243745" y="289197"/>
                </a:lnTo>
                <a:lnTo>
                  <a:pt x="268690" y="314140"/>
                </a:lnTo>
                <a:lnTo>
                  <a:pt x="243745" y="339083"/>
                </a:lnTo>
                <a:close/>
              </a:path>
              <a:path w="909955" h="1419225">
                <a:moveTo>
                  <a:pt x="243745" y="194485"/>
                </a:moveTo>
                <a:lnTo>
                  <a:pt x="218803" y="169540"/>
                </a:lnTo>
                <a:lnTo>
                  <a:pt x="243745" y="144598"/>
                </a:lnTo>
                <a:lnTo>
                  <a:pt x="268690" y="169540"/>
                </a:lnTo>
                <a:lnTo>
                  <a:pt x="243745" y="194485"/>
                </a:lnTo>
                <a:close/>
              </a:path>
              <a:path w="909955" h="1419225">
                <a:moveTo>
                  <a:pt x="171446" y="1352354"/>
                </a:moveTo>
                <a:lnTo>
                  <a:pt x="145419" y="1326334"/>
                </a:lnTo>
                <a:lnTo>
                  <a:pt x="171446" y="1300301"/>
                </a:lnTo>
                <a:lnTo>
                  <a:pt x="197474" y="1326334"/>
                </a:lnTo>
                <a:lnTo>
                  <a:pt x="171446" y="1352354"/>
                </a:lnTo>
                <a:close/>
              </a:path>
              <a:path w="909955" h="1419225">
                <a:moveTo>
                  <a:pt x="460644" y="986523"/>
                </a:moveTo>
                <a:lnTo>
                  <a:pt x="438954" y="964834"/>
                </a:lnTo>
                <a:lnTo>
                  <a:pt x="460644" y="943144"/>
                </a:lnTo>
                <a:lnTo>
                  <a:pt x="482334" y="964834"/>
                </a:lnTo>
                <a:lnTo>
                  <a:pt x="460644" y="986523"/>
                </a:lnTo>
                <a:close/>
              </a:path>
              <a:path w="909955" h="1419225">
                <a:moveTo>
                  <a:pt x="460644" y="841924"/>
                </a:moveTo>
                <a:lnTo>
                  <a:pt x="438954" y="820234"/>
                </a:lnTo>
                <a:lnTo>
                  <a:pt x="460644" y="798545"/>
                </a:lnTo>
                <a:lnTo>
                  <a:pt x="482334" y="820234"/>
                </a:lnTo>
                <a:lnTo>
                  <a:pt x="460644" y="841924"/>
                </a:lnTo>
                <a:close/>
              </a:path>
              <a:path w="909955" h="1419225">
                <a:moveTo>
                  <a:pt x="103793" y="336606"/>
                </a:moveTo>
                <a:lnTo>
                  <a:pt x="76677" y="309497"/>
                </a:lnTo>
                <a:lnTo>
                  <a:pt x="99147" y="287027"/>
                </a:lnTo>
                <a:lnTo>
                  <a:pt x="126259" y="314140"/>
                </a:lnTo>
                <a:lnTo>
                  <a:pt x="103793" y="336606"/>
                </a:lnTo>
                <a:close/>
              </a:path>
              <a:path w="909955" h="1419225">
                <a:moveTo>
                  <a:pt x="460644" y="1058823"/>
                </a:moveTo>
                <a:lnTo>
                  <a:pt x="438954" y="1037133"/>
                </a:lnTo>
                <a:lnTo>
                  <a:pt x="460644" y="1015443"/>
                </a:lnTo>
                <a:lnTo>
                  <a:pt x="482334" y="1037133"/>
                </a:lnTo>
                <a:lnTo>
                  <a:pt x="460644" y="1058823"/>
                </a:lnTo>
                <a:close/>
              </a:path>
              <a:path w="909955" h="1419225">
                <a:moveTo>
                  <a:pt x="462720" y="695250"/>
                </a:moveTo>
                <a:lnTo>
                  <a:pt x="441013" y="673576"/>
                </a:lnTo>
                <a:lnTo>
                  <a:pt x="460644" y="653947"/>
                </a:lnTo>
                <a:lnTo>
                  <a:pt x="482334" y="675636"/>
                </a:lnTo>
                <a:lnTo>
                  <a:pt x="462720" y="695250"/>
                </a:lnTo>
                <a:close/>
              </a:path>
              <a:path w="909955" h="1419225">
                <a:moveTo>
                  <a:pt x="460644" y="769625"/>
                </a:moveTo>
                <a:lnTo>
                  <a:pt x="438954" y="747935"/>
                </a:lnTo>
                <a:lnTo>
                  <a:pt x="460644" y="726246"/>
                </a:lnTo>
                <a:lnTo>
                  <a:pt x="482334" y="747935"/>
                </a:lnTo>
                <a:lnTo>
                  <a:pt x="460644" y="769625"/>
                </a:lnTo>
                <a:close/>
              </a:path>
              <a:path w="909955" h="1419225">
                <a:moveTo>
                  <a:pt x="460644" y="552727"/>
                </a:moveTo>
                <a:lnTo>
                  <a:pt x="438954" y="531038"/>
                </a:lnTo>
                <a:lnTo>
                  <a:pt x="460644" y="509347"/>
                </a:lnTo>
                <a:lnTo>
                  <a:pt x="482334" y="531038"/>
                </a:lnTo>
                <a:lnTo>
                  <a:pt x="460644" y="552727"/>
                </a:lnTo>
                <a:close/>
              </a:path>
              <a:path w="909955" h="1419225">
                <a:moveTo>
                  <a:pt x="460644" y="625027"/>
                </a:moveTo>
                <a:lnTo>
                  <a:pt x="438954" y="603337"/>
                </a:lnTo>
                <a:lnTo>
                  <a:pt x="460644" y="581648"/>
                </a:lnTo>
                <a:lnTo>
                  <a:pt x="482334" y="603337"/>
                </a:lnTo>
                <a:lnTo>
                  <a:pt x="460644" y="625027"/>
                </a:lnTo>
                <a:close/>
              </a:path>
              <a:path w="909955" h="1419225">
                <a:moveTo>
                  <a:pt x="460644" y="1203421"/>
                </a:moveTo>
                <a:lnTo>
                  <a:pt x="438954" y="1181731"/>
                </a:lnTo>
                <a:lnTo>
                  <a:pt x="460644" y="1160041"/>
                </a:lnTo>
                <a:lnTo>
                  <a:pt x="482334" y="1181731"/>
                </a:lnTo>
                <a:lnTo>
                  <a:pt x="460644" y="1203421"/>
                </a:lnTo>
                <a:close/>
              </a:path>
              <a:path w="909955" h="1419225">
                <a:moveTo>
                  <a:pt x="460644" y="914224"/>
                </a:moveTo>
                <a:lnTo>
                  <a:pt x="438954" y="892533"/>
                </a:lnTo>
                <a:lnTo>
                  <a:pt x="460644" y="870844"/>
                </a:lnTo>
                <a:lnTo>
                  <a:pt x="482334" y="892533"/>
                </a:lnTo>
                <a:lnTo>
                  <a:pt x="460644" y="914224"/>
                </a:lnTo>
                <a:close/>
              </a:path>
              <a:path w="909955" h="1419225">
                <a:moveTo>
                  <a:pt x="460644" y="1131122"/>
                </a:moveTo>
                <a:lnTo>
                  <a:pt x="438954" y="1109432"/>
                </a:lnTo>
                <a:lnTo>
                  <a:pt x="460644" y="1087742"/>
                </a:lnTo>
                <a:lnTo>
                  <a:pt x="482334" y="1109432"/>
                </a:lnTo>
                <a:lnTo>
                  <a:pt x="460644" y="1131122"/>
                </a:lnTo>
                <a:close/>
              </a:path>
              <a:path w="909955" h="1419225">
                <a:moveTo>
                  <a:pt x="171446" y="1280058"/>
                </a:moveTo>
                <a:lnTo>
                  <a:pt x="145419" y="1254030"/>
                </a:lnTo>
                <a:lnTo>
                  <a:pt x="171446" y="1228002"/>
                </a:lnTo>
                <a:lnTo>
                  <a:pt x="197474" y="1254030"/>
                </a:lnTo>
                <a:lnTo>
                  <a:pt x="171446" y="1280058"/>
                </a:lnTo>
                <a:close/>
              </a:path>
              <a:path w="909955" h="1419225">
                <a:moveTo>
                  <a:pt x="99147" y="1208843"/>
                </a:moveTo>
                <a:lnTo>
                  <a:pt x="72035" y="1181731"/>
                </a:lnTo>
                <a:lnTo>
                  <a:pt x="99147" y="1154618"/>
                </a:lnTo>
                <a:lnTo>
                  <a:pt x="126259" y="1181731"/>
                </a:lnTo>
                <a:lnTo>
                  <a:pt x="99147" y="1208843"/>
                </a:lnTo>
                <a:close/>
              </a:path>
              <a:path w="909955" h="1419225">
                <a:moveTo>
                  <a:pt x="32027" y="264859"/>
                </a:moveTo>
                <a:lnTo>
                  <a:pt x="3826" y="236666"/>
                </a:lnTo>
                <a:lnTo>
                  <a:pt x="26848" y="213643"/>
                </a:lnTo>
                <a:lnTo>
                  <a:pt x="55044" y="241841"/>
                </a:lnTo>
                <a:lnTo>
                  <a:pt x="32027" y="264859"/>
                </a:lnTo>
                <a:close/>
              </a:path>
              <a:path w="909955" h="1419225">
                <a:moveTo>
                  <a:pt x="99147" y="1281142"/>
                </a:moveTo>
                <a:lnTo>
                  <a:pt x="72035" y="1254030"/>
                </a:lnTo>
                <a:lnTo>
                  <a:pt x="99147" y="1226917"/>
                </a:lnTo>
                <a:lnTo>
                  <a:pt x="126259" y="1254030"/>
                </a:lnTo>
                <a:lnTo>
                  <a:pt x="99147" y="1281142"/>
                </a:lnTo>
                <a:close/>
              </a:path>
              <a:path w="909955" h="1419225">
                <a:moveTo>
                  <a:pt x="171446" y="1135460"/>
                </a:moveTo>
                <a:lnTo>
                  <a:pt x="145419" y="1109432"/>
                </a:lnTo>
                <a:lnTo>
                  <a:pt x="171446" y="1083404"/>
                </a:lnTo>
                <a:lnTo>
                  <a:pt x="197474" y="1109432"/>
                </a:lnTo>
                <a:lnTo>
                  <a:pt x="171446" y="1135460"/>
                </a:lnTo>
                <a:close/>
              </a:path>
              <a:path w="909955" h="1419225">
                <a:moveTo>
                  <a:pt x="171446" y="1207759"/>
                </a:moveTo>
                <a:lnTo>
                  <a:pt x="145419" y="1181731"/>
                </a:lnTo>
                <a:lnTo>
                  <a:pt x="171446" y="1155703"/>
                </a:lnTo>
                <a:lnTo>
                  <a:pt x="197474" y="1181731"/>
                </a:lnTo>
                <a:lnTo>
                  <a:pt x="171446" y="1207759"/>
                </a:lnTo>
                <a:close/>
              </a:path>
              <a:path w="909955" h="1419225">
                <a:moveTo>
                  <a:pt x="316044" y="337998"/>
                </a:moveTo>
                <a:lnTo>
                  <a:pt x="292186" y="314140"/>
                </a:lnTo>
                <a:lnTo>
                  <a:pt x="316044" y="290280"/>
                </a:lnTo>
                <a:lnTo>
                  <a:pt x="339904" y="314140"/>
                </a:lnTo>
                <a:lnTo>
                  <a:pt x="316044" y="337998"/>
                </a:lnTo>
                <a:close/>
              </a:path>
              <a:path w="909955" h="1419225">
                <a:moveTo>
                  <a:pt x="171446" y="1063160"/>
                </a:moveTo>
                <a:lnTo>
                  <a:pt x="145694" y="1037408"/>
                </a:lnTo>
                <a:lnTo>
                  <a:pt x="171725" y="1011383"/>
                </a:lnTo>
                <a:lnTo>
                  <a:pt x="197474" y="1037133"/>
                </a:lnTo>
                <a:lnTo>
                  <a:pt x="171446" y="1063160"/>
                </a:lnTo>
                <a:close/>
              </a:path>
              <a:path w="909955" h="1419225">
                <a:moveTo>
                  <a:pt x="316044" y="1205590"/>
                </a:moveTo>
                <a:lnTo>
                  <a:pt x="292186" y="1181731"/>
                </a:lnTo>
                <a:lnTo>
                  <a:pt x="316044" y="1157872"/>
                </a:lnTo>
                <a:lnTo>
                  <a:pt x="339904" y="1181731"/>
                </a:lnTo>
                <a:lnTo>
                  <a:pt x="316044" y="1205590"/>
                </a:lnTo>
                <a:close/>
              </a:path>
              <a:path w="909955" h="1419225">
                <a:moveTo>
                  <a:pt x="316044" y="265699"/>
                </a:moveTo>
                <a:lnTo>
                  <a:pt x="292186" y="241841"/>
                </a:lnTo>
                <a:lnTo>
                  <a:pt x="316044" y="217981"/>
                </a:lnTo>
                <a:lnTo>
                  <a:pt x="339904" y="241841"/>
                </a:lnTo>
                <a:lnTo>
                  <a:pt x="316044" y="265699"/>
                </a:lnTo>
                <a:close/>
              </a:path>
              <a:path w="909955" h="1419225">
                <a:moveTo>
                  <a:pt x="316044" y="1350192"/>
                </a:moveTo>
                <a:lnTo>
                  <a:pt x="292186" y="1326334"/>
                </a:lnTo>
                <a:lnTo>
                  <a:pt x="316044" y="1302471"/>
                </a:lnTo>
                <a:lnTo>
                  <a:pt x="339904" y="1326334"/>
                </a:lnTo>
                <a:lnTo>
                  <a:pt x="316044" y="1350192"/>
                </a:lnTo>
                <a:close/>
              </a:path>
              <a:path w="909955" h="1419225">
                <a:moveTo>
                  <a:pt x="316044" y="1060991"/>
                </a:moveTo>
                <a:lnTo>
                  <a:pt x="292186" y="1037133"/>
                </a:lnTo>
                <a:lnTo>
                  <a:pt x="316044" y="1013273"/>
                </a:lnTo>
                <a:lnTo>
                  <a:pt x="339904" y="1037133"/>
                </a:lnTo>
                <a:lnTo>
                  <a:pt x="316044" y="1060991"/>
                </a:lnTo>
                <a:close/>
              </a:path>
              <a:path w="909955" h="1419225">
                <a:moveTo>
                  <a:pt x="316044" y="1277889"/>
                </a:moveTo>
                <a:lnTo>
                  <a:pt x="292186" y="1254030"/>
                </a:lnTo>
                <a:lnTo>
                  <a:pt x="316044" y="1230172"/>
                </a:lnTo>
                <a:lnTo>
                  <a:pt x="339904" y="1254030"/>
                </a:lnTo>
                <a:lnTo>
                  <a:pt x="316044" y="1277889"/>
                </a:lnTo>
                <a:close/>
              </a:path>
              <a:path w="909955" h="1419225">
                <a:moveTo>
                  <a:pt x="243745" y="1351273"/>
                </a:moveTo>
                <a:lnTo>
                  <a:pt x="218803" y="1326334"/>
                </a:lnTo>
                <a:lnTo>
                  <a:pt x="243745" y="1301386"/>
                </a:lnTo>
                <a:lnTo>
                  <a:pt x="268690" y="1326334"/>
                </a:lnTo>
                <a:lnTo>
                  <a:pt x="243745" y="1351273"/>
                </a:lnTo>
                <a:close/>
              </a:path>
              <a:path w="909955" h="1419225">
                <a:moveTo>
                  <a:pt x="316044" y="916393"/>
                </a:moveTo>
                <a:lnTo>
                  <a:pt x="292186" y="892533"/>
                </a:lnTo>
                <a:lnTo>
                  <a:pt x="316044" y="868675"/>
                </a:lnTo>
                <a:lnTo>
                  <a:pt x="339904" y="892533"/>
                </a:lnTo>
                <a:lnTo>
                  <a:pt x="316044" y="916393"/>
                </a:lnTo>
                <a:close/>
              </a:path>
              <a:path w="909955" h="1419225">
                <a:moveTo>
                  <a:pt x="316044" y="988692"/>
                </a:moveTo>
                <a:lnTo>
                  <a:pt x="292186" y="964834"/>
                </a:lnTo>
                <a:lnTo>
                  <a:pt x="316044" y="940974"/>
                </a:lnTo>
                <a:lnTo>
                  <a:pt x="339904" y="964834"/>
                </a:lnTo>
                <a:lnTo>
                  <a:pt x="316044" y="988692"/>
                </a:lnTo>
                <a:close/>
              </a:path>
              <a:path w="909955" h="1419225">
                <a:moveTo>
                  <a:pt x="388345" y="1204505"/>
                </a:moveTo>
                <a:lnTo>
                  <a:pt x="365570" y="1181731"/>
                </a:lnTo>
                <a:lnTo>
                  <a:pt x="388345" y="1158956"/>
                </a:lnTo>
                <a:lnTo>
                  <a:pt x="411118" y="1181731"/>
                </a:lnTo>
                <a:lnTo>
                  <a:pt x="388345" y="1204505"/>
                </a:lnTo>
                <a:close/>
              </a:path>
              <a:path w="909955" h="1419225">
                <a:moveTo>
                  <a:pt x="388345" y="843009"/>
                </a:moveTo>
                <a:lnTo>
                  <a:pt x="365570" y="820234"/>
                </a:lnTo>
                <a:lnTo>
                  <a:pt x="388345" y="797460"/>
                </a:lnTo>
                <a:lnTo>
                  <a:pt x="411118" y="820234"/>
                </a:lnTo>
                <a:lnTo>
                  <a:pt x="388345" y="843009"/>
                </a:lnTo>
                <a:close/>
              </a:path>
              <a:path w="909955" h="1419225">
                <a:moveTo>
                  <a:pt x="248216" y="1419102"/>
                </a:moveTo>
                <a:lnTo>
                  <a:pt x="239275" y="1419102"/>
                </a:lnTo>
                <a:lnTo>
                  <a:pt x="218803" y="1398633"/>
                </a:lnTo>
                <a:lnTo>
                  <a:pt x="243745" y="1373681"/>
                </a:lnTo>
                <a:lnTo>
                  <a:pt x="268690" y="1398633"/>
                </a:lnTo>
                <a:lnTo>
                  <a:pt x="248216" y="1419102"/>
                </a:lnTo>
                <a:close/>
              </a:path>
              <a:path w="909955" h="1419225">
                <a:moveTo>
                  <a:pt x="388345" y="1132206"/>
                </a:moveTo>
                <a:lnTo>
                  <a:pt x="365570" y="1109432"/>
                </a:lnTo>
                <a:lnTo>
                  <a:pt x="388345" y="1086657"/>
                </a:lnTo>
                <a:lnTo>
                  <a:pt x="411118" y="1109432"/>
                </a:lnTo>
                <a:lnTo>
                  <a:pt x="388345" y="1132206"/>
                </a:lnTo>
                <a:close/>
              </a:path>
              <a:path w="909955" h="1419225">
                <a:moveTo>
                  <a:pt x="388345" y="1276804"/>
                </a:moveTo>
                <a:lnTo>
                  <a:pt x="365570" y="1254030"/>
                </a:lnTo>
                <a:lnTo>
                  <a:pt x="388345" y="1231257"/>
                </a:lnTo>
                <a:lnTo>
                  <a:pt x="411118" y="1254030"/>
                </a:lnTo>
                <a:lnTo>
                  <a:pt x="388345" y="1276804"/>
                </a:lnTo>
                <a:close/>
              </a:path>
              <a:path w="909955" h="1419225">
                <a:moveTo>
                  <a:pt x="388345" y="1059906"/>
                </a:moveTo>
                <a:lnTo>
                  <a:pt x="365570" y="1037133"/>
                </a:lnTo>
                <a:lnTo>
                  <a:pt x="388345" y="1014358"/>
                </a:lnTo>
                <a:lnTo>
                  <a:pt x="411118" y="1037133"/>
                </a:lnTo>
                <a:lnTo>
                  <a:pt x="388345" y="1059906"/>
                </a:lnTo>
                <a:close/>
              </a:path>
              <a:path w="909955" h="1419225">
                <a:moveTo>
                  <a:pt x="388345" y="915308"/>
                </a:moveTo>
                <a:lnTo>
                  <a:pt x="365570" y="892533"/>
                </a:lnTo>
                <a:lnTo>
                  <a:pt x="388345" y="869759"/>
                </a:lnTo>
                <a:lnTo>
                  <a:pt x="411118" y="892533"/>
                </a:lnTo>
                <a:lnTo>
                  <a:pt x="388345" y="915308"/>
                </a:lnTo>
                <a:close/>
              </a:path>
              <a:path w="909955" h="1419225">
                <a:moveTo>
                  <a:pt x="388345" y="987607"/>
                </a:moveTo>
                <a:lnTo>
                  <a:pt x="365570" y="964834"/>
                </a:lnTo>
                <a:lnTo>
                  <a:pt x="388345" y="942059"/>
                </a:lnTo>
                <a:lnTo>
                  <a:pt x="411118" y="964834"/>
                </a:lnTo>
                <a:lnTo>
                  <a:pt x="388345" y="987607"/>
                </a:lnTo>
                <a:close/>
              </a:path>
              <a:path w="909955" h="1419225">
                <a:moveTo>
                  <a:pt x="316044" y="1133291"/>
                </a:moveTo>
                <a:lnTo>
                  <a:pt x="292186" y="1109432"/>
                </a:lnTo>
                <a:lnTo>
                  <a:pt x="316044" y="1085573"/>
                </a:lnTo>
                <a:lnTo>
                  <a:pt x="339904" y="1109432"/>
                </a:lnTo>
                <a:lnTo>
                  <a:pt x="316044" y="1133291"/>
                </a:lnTo>
                <a:close/>
              </a:path>
              <a:path w="909955" h="1419225">
                <a:moveTo>
                  <a:pt x="388345" y="553811"/>
                </a:moveTo>
                <a:lnTo>
                  <a:pt x="365570" y="531038"/>
                </a:lnTo>
                <a:lnTo>
                  <a:pt x="388345" y="508264"/>
                </a:lnTo>
                <a:lnTo>
                  <a:pt x="411118" y="531038"/>
                </a:lnTo>
                <a:lnTo>
                  <a:pt x="388345" y="553811"/>
                </a:lnTo>
                <a:close/>
              </a:path>
              <a:path w="909955" h="1419225">
                <a:moveTo>
                  <a:pt x="388345" y="481512"/>
                </a:moveTo>
                <a:lnTo>
                  <a:pt x="365570" y="458738"/>
                </a:lnTo>
                <a:lnTo>
                  <a:pt x="388345" y="435965"/>
                </a:lnTo>
                <a:lnTo>
                  <a:pt x="411118" y="458738"/>
                </a:lnTo>
                <a:lnTo>
                  <a:pt x="388345" y="481512"/>
                </a:lnTo>
                <a:close/>
              </a:path>
              <a:path w="909955" h="1419225">
                <a:moveTo>
                  <a:pt x="388345" y="409213"/>
                </a:moveTo>
                <a:lnTo>
                  <a:pt x="365570" y="386439"/>
                </a:lnTo>
                <a:lnTo>
                  <a:pt x="388345" y="363664"/>
                </a:lnTo>
                <a:lnTo>
                  <a:pt x="411118" y="386439"/>
                </a:lnTo>
                <a:lnTo>
                  <a:pt x="388345" y="409213"/>
                </a:lnTo>
                <a:close/>
              </a:path>
              <a:path w="909955" h="1419225">
                <a:moveTo>
                  <a:pt x="243745" y="1278974"/>
                </a:moveTo>
                <a:lnTo>
                  <a:pt x="218803" y="1254030"/>
                </a:lnTo>
                <a:lnTo>
                  <a:pt x="243745" y="1229087"/>
                </a:lnTo>
                <a:lnTo>
                  <a:pt x="268690" y="1254030"/>
                </a:lnTo>
                <a:lnTo>
                  <a:pt x="243745" y="1278974"/>
                </a:lnTo>
                <a:close/>
              </a:path>
              <a:path w="909955" h="1419225">
                <a:moveTo>
                  <a:pt x="390910" y="623547"/>
                </a:moveTo>
                <a:lnTo>
                  <a:pt x="368118" y="600788"/>
                </a:lnTo>
                <a:lnTo>
                  <a:pt x="388345" y="580563"/>
                </a:lnTo>
                <a:lnTo>
                  <a:pt x="411118" y="603337"/>
                </a:lnTo>
                <a:lnTo>
                  <a:pt x="390910" y="623547"/>
                </a:lnTo>
                <a:close/>
              </a:path>
              <a:path w="909955" h="1419225">
                <a:moveTo>
                  <a:pt x="316044" y="121101"/>
                </a:moveTo>
                <a:lnTo>
                  <a:pt x="292186" y="97242"/>
                </a:lnTo>
                <a:lnTo>
                  <a:pt x="316044" y="73383"/>
                </a:lnTo>
                <a:lnTo>
                  <a:pt x="339904" y="97242"/>
                </a:lnTo>
                <a:lnTo>
                  <a:pt x="316044" y="121101"/>
                </a:lnTo>
                <a:close/>
              </a:path>
              <a:path w="909955" h="1419225">
                <a:moveTo>
                  <a:pt x="388345" y="192315"/>
                </a:moveTo>
                <a:lnTo>
                  <a:pt x="365570" y="169540"/>
                </a:lnTo>
                <a:lnTo>
                  <a:pt x="388345" y="146767"/>
                </a:lnTo>
                <a:lnTo>
                  <a:pt x="411118" y="169540"/>
                </a:lnTo>
                <a:lnTo>
                  <a:pt x="388345" y="192315"/>
                </a:lnTo>
                <a:close/>
              </a:path>
              <a:path w="909955" h="1419225">
                <a:moveTo>
                  <a:pt x="316044" y="193400"/>
                </a:moveTo>
                <a:lnTo>
                  <a:pt x="292186" y="169540"/>
                </a:lnTo>
                <a:lnTo>
                  <a:pt x="316044" y="145682"/>
                </a:lnTo>
                <a:lnTo>
                  <a:pt x="339904" y="169540"/>
                </a:lnTo>
                <a:lnTo>
                  <a:pt x="316044" y="193400"/>
                </a:lnTo>
                <a:close/>
              </a:path>
              <a:path w="909955" h="1419225">
                <a:moveTo>
                  <a:pt x="388345" y="336914"/>
                </a:moveTo>
                <a:lnTo>
                  <a:pt x="365570" y="314140"/>
                </a:lnTo>
                <a:lnTo>
                  <a:pt x="388345" y="291365"/>
                </a:lnTo>
                <a:lnTo>
                  <a:pt x="411118" y="314140"/>
                </a:lnTo>
                <a:lnTo>
                  <a:pt x="388345" y="336914"/>
                </a:lnTo>
                <a:close/>
              </a:path>
              <a:path w="909955" h="1419225">
                <a:moveTo>
                  <a:pt x="388345" y="264615"/>
                </a:moveTo>
                <a:lnTo>
                  <a:pt x="365570" y="241841"/>
                </a:lnTo>
                <a:lnTo>
                  <a:pt x="388345" y="219066"/>
                </a:lnTo>
                <a:lnTo>
                  <a:pt x="411118" y="241841"/>
                </a:lnTo>
                <a:lnTo>
                  <a:pt x="388345" y="264615"/>
                </a:lnTo>
                <a:close/>
              </a:path>
              <a:path w="909955" h="1419225">
                <a:moveTo>
                  <a:pt x="243745" y="1062076"/>
                </a:moveTo>
                <a:lnTo>
                  <a:pt x="218803" y="1037133"/>
                </a:lnTo>
                <a:lnTo>
                  <a:pt x="243745" y="1012189"/>
                </a:lnTo>
                <a:lnTo>
                  <a:pt x="268690" y="1037133"/>
                </a:lnTo>
                <a:lnTo>
                  <a:pt x="243745" y="1062076"/>
                </a:lnTo>
                <a:close/>
              </a:path>
              <a:path w="909955" h="1419225">
                <a:moveTo>
                  <a:pt x="243745" y="989777"/>
                </a:moveTo>
                <a:lnTo>
                  <a:pt x="218803" y="964834"/>
                </a:lnTo>
                <a:lnTo>
                  <a:pt x="243745" y="939890"/>
                </a:lnTo>
                <a:lnTo>
                  <a:pt x="268690" y="964834"/>
                </a:lnTo>
                <a:lnTo>
                  <a:pt x="243745" y="989777"/>
                </a:lnTo>
                <a:close/>
              </a:path>
              <a:path w="909955" h="1419225">
                <a:moveTo>
                  <a:pt x="243745" y="1206674"/>
                </a:moveTo>
                <a:lnTo>
                  <a:pt x="218803" y="1181731"/>
                </a:lnTo>
                <a:lnTo>
                  <a:pt x="243745" y="1156788"/>
                </a:lnTo>
                <a:lnTo>
                  <a:pt x="268690" y="1181731"/>
                </a:lnTo>
                <a:lnTo>
                  <a:pt x="243745" y="1206674"/>
                </a:lnTo>
                <a:close/>
              </a:path>
              <a:path w="909955" h="1419225">
                <a:moveTo>
                  <a:pt x="243745" y="1134375"/>
                </a:moveTo>
                <a:lnTo>
                  <a:pt x="218803" y="1109432"/>
                </a:lnTo>
                <a:lnTo>
                  <a:pt x="243745" y="1084489"/>
                </a:lnTo>
                <a:lnTo>
                  <a:pt x="268690" y="1109432"/>
                </a:lnTo>
                <a:lnTo>
                  <a:pt x="243745" y="1134375"/>
                </a:lnTo>
                <a:close/>
              </a:path>
              <a:path w="909955" h="1419225">
                <a:moveTo>
                  <a:pt x="26848" y="1209928"/>
                </a:moveTo>
                <a:lnTo>
                  <a:pt x="0" y="1183079"/>
                </a:lnTo>
                <a:lnTo>
                  <a:pt x="28199" y="1154885"/>
                </a:lnTo>
                <a:lnTo>
                  <a:pt x="55044" y="1181731"/>
                </a:lnTo>
                <a:lnTo>
                  <a:pt x="26848" y="1209928"/>
                </a:lnTo>
                <a:close/>
              </a:path>
              <a:path w="909955" h="1419225">
                <a:moveTo>
                  <a:pt x="460644" y="480428"/>
                </a:moveTo>
                <a:lnTo>
                  <a:pt x="438954" y="458738"/>
                </a:lnTo>
                <a:lnTo>
                  <a:pt x="460644" y="437048"/>
                </a:lnTo>
                <a:lnTo>
                  <a:pt x="482334" y="458738"/>
                </a:lnTo>
                <a:lnTo>
                  <a:pt x="460644" y="480428"/>
                </a:lnTo>
                <a:close/>
              </a:path>
              <a:path w="909955" h="1419225">
                <a:moveTo>
                  <a:pt x="99147" y="1136544"/>
                </a:moveTo>
                <a:lnTo>
                  <a:pt x="72847" y="1110244"/>
                </a:lnTo>
                <a:lnTo>
                  <a:pt x="99961" y="1083133"/>
                </a:lnTo>
                <a:lnTo>
                  <a:pt x="126259" y="1109432"/>
                </a:lnTo>
                <a:lnTo>
                  <a:pt x="99147" y="1136544"/>
                </a:lnTo>
                <a:close/>
              </a:path>
              <a:path w="909955" h="1419225">
                <a:moveTo>
                  <a:pt x="677541" y="621773"/>
                </a:moveTo>
                <a:lnTo>
                  <a:pt x="659106" y="603337"/>
                </a:lnTo>
                <a:lnTo>
                  <a:pt x="677541" y="584901"/>
                </a:lnTo>
                <a:lnTo>
                  <a:pt x="695978" y="603337"/>
                </a:lnTo>
                <a:lnTo>
                  <a:pt x="677541" y="621773"/>
                </a:lnTo>
                <a:close/>
              </a:path>
              <a:path w="909955" h="1419225">
                <a:moveTo>
                  <a:pt x="605242" y="550558"/>
                </a:moveTo>
                <a:lnTo>
                  <a:pt x="585722" y="531038"/>
                </a:lnTo>
                <a:lnTo>
                  <a:pt x="605242" y="511517"/>
                </a:lnTo>
                <a:lnTo>
                  <a:pt x="624763" y="531038"/>
                </a:lnTo>
                <a:lnTo>
                  <a:pt x="605242" y="550558"/>
                </a:lnTo>
                <a:close/>
              </a:path>
              <a:path w="909955" h="1419225">
                <a:moveTo>
                  <a:pt x="605242" y="405960"/>
                </a:moveTo>
                <a:lnTo>
                  <a:pt x="585722" y="386439"/>
                </a:lnTo>
                <a:lnTo>
                  <a:pt x="605242" y="366919"/>
                </a:lnTo>
                <a:lnTo>
                  <a:pt x="624763" y="386439"/>
                </a:lnTo>
                <a:lnTo>
                  <a:pt x="605242" y="405960"/>
                </a:lnTo>
                <a:close/>
              </a:path>
              <a:path w="909955" h="1419225">
                <a:moveTo>
                  <a:pt x="605242" y="695156"/>
                </a:moveTo>
                <a:lnTo>
                  <a:pt x="585722" y="675636"/>
                </a:lnTo>
                <a:lnTo>
                  <a:pt x="605242" y="656115"/>
                </a:lnTo>
                <a:lnTo>
                  <a:pt x="624763" y="675636"/>
                </a:lnTo>
                <a:lnTo>
                  <a:pt x="605242" y="695156"/>
                </a:lnTo>
                <a:close/>
              </a:path>
              <a:path w="909955" h="1419225">
                <a:moveTo>
                  <a:pt x="605242" y="622857"/>
                </a:moveTo>
                <a:lnTo>
                  <a:pt x="585722" y="603337"/>
                </a:lnTo>
                <a:lnTo>
                  <a:pt x="605242" y="583816"/>
                </a:lnTo>
                <a:lnTo>
                  <a:pt x="624763" y="603337"/>
                </a:lnTo>
                <a:lnTo>
                  <a:pt x="605242" y="622857"/>
                </a:lnTo>
                <a:close/>
              </a:path>
              <a:path w="909955" h="1419225">
                <a:moveTo>
                  <a:pt x="532943" y="985439"/>
                </a:moveTo>
                <a:lnTo>
                  <a:pt x="512338" y="964834"/>
                </a:lnTo>
                <a:lnTo>
                  <a:pt x="532943" y="944228"/>
                </a:lnTo>
                <a:lnTo>
                  <a:pt x="553548" y="964834"/>
                </a:lnTo>
                <a:lnTo>
                  <a:pt x="532943" y="985439"/>
                </a:lnTo>
                <a:close/>
              </a:path>
              <a:path w="909955" h="1419225">
                <a:moveTo>
                  <a:pt x="532943" y="1130037"/>
                </a:moveTo>
                <a:lnTo>
                  <a:pt x="512338" y="1109432"/>
                </a:lnTo>
                <a:lnTo>
                  <a:pt x="532943" y="1088827"/>
                </a:lnTo>
                <a:lnTo>
                  <a:pt x="553548" y="1109432"/>
                </a:lnTo>
                <a:lnTo>
                  <a:pt x="532943" y="1130037"/>
                </a:lnTo>
                <a:close/>
              </a:path>
              <a:path w="909955" h="1419225">
                <a:moveTo>
                  <a:pt x="532943" y="1057738"/>
                </a:moveTo>
                <a:lnTo>
                  <a:pt x="512338" y="1037133"/>
                </a:lnTo>
                <a:lnTo>
                  <a:pt x="532943" y="1016527"/>
                </a:lnTo>
                <a:lnTo>
                  <a:pt x="553548" y="1037133"/>
                </a:lnTo>
                <a:lnTo>
                  <a:pt x="532943" y="1057738"/>
                </a:lnTo>
                <a:close/>
              </a:path>
              <a:path w="909955" h="1419225">
                <a:moveTo>
                  <a:pt x="605242" y="478259"/>
                </a:moveTo>
                <a:lnTo>
                  <a:pt x="585722" y="458738"/>
                </a:lnTo>
                <a:lnTo>
                  <a:pt x="605242" y="439218"/>
                </a:lnTo>
                <a:lnTo>
                  <a:pt x="624763" y="458738"/>
                </a:lnTo>
                <a:lnTo>
                  <a:pt x="605242" y="478259"/>
                </a:lnTo>
                <a:close/>
              </a:path>
              <a:path w="909955" h="1419225">
                <a:moveTo>
                  <a:pt x="605242" y="767457"/>
                </a:moveTo>
                <a:lnTo>
                  <a:pt x="585722" y="747935"/>
                </a:lnTo>
                <a:lnTo>
                  <a:pt x="605242" y="728414"/>
                </a:lnTo>
                <a:lnTo>
                  <a:pt x="624763" y="747935"/>
                </a:lnTo>
                <a:lnTo>
                  <a:pt x="605242" y="767457"/>
                </a:lnTo>
                <a:close/>
              </a:path>
              <a:path w="909955" h="1419225">
                <a:moveTo>
                  <a:pt x="605242" y="984354"/>
                </a:moveTo>
                <a:lnTo>
                  <a:pt x="585722" y="964834"/>
                </a:lnTo>
                <a:lnTo>
                  <a:pt x="605242" y="945312"/>
                </a:lnTo>
                <a:lnTo>
                  <a:pt x="624763" y="964834"/>
                </a:lnTo>
                <a:lnTo>
                  <a:pt x="605242" y="984354"/>
                </a:lnTo>
                <a:close/>
              </a:path>
              <a:path w="909955" h="1419225">
                <a:moveTo>
                  <a:pt x="677541" y="477174"/>
                </a:moveTo>
                <a:lnTo>
                  <a:pt x="659106" y="458738"/>
                </a:lnTo>
                <a:lnTo>
                  <a:pt x="677541" y="440301"/>
                </a:lnTo>
                <a:lnTo>
                  <a:pt x="695978" y="458738"/>
                </a:lnTo>
                <a:lnTo>
                  <a:pt x="677541" y="477174"/>
                </a:lnTo>
                <a:close/>
              </a:path>
              <a:path w="909955" h="1419225">
                <a:moveTo>
                  <a:pt x="677541" y="549474"/>
                </a:moveTo>
                <a:lnTo>
                  <a:pt x="659106" y="531038"/>
                </a:lnTo>
                <a:lnTo>
                  <a:pt x="677541" y="512602"/>
                </a:lnTo>
                <a:lnTo>
                  <a:pt x="695978" y="531038"/>
                </a:lnTo>
                <a:lnTo>
                  <a:pt x="677541" y="549474"/>
                </a:lnTo>
                <a:close/>
              </a:path>
              <a:path w="909955" h="1419225">
                <a:moveTo>
                  <a:pt x="677541" y="694073"/>
                </a:moveTo>
                <a:lnTo>
                  <a:pt x="659106" y="675636"/>
                </a:lnTo>
                <a:lnTo>
                  <a:pt x="677541" y="657200"/>
                </a:lnTo>
                <a:lnTo>
                  <a:pt x="695978" y="675636"/>
                </a:lnTo>
                <a:lnTo>
                  <a:pt x="677541" y="694073"/>
                </a:lnTo>
                <a:close/>
              </a:path>
              <a:path w="909955" h="1419225">
                <a:moveTo>
                  <a:pt x="605242" y="1056653"/>
                </a:moveTo>
                <a:lnTo>
                  <a:pt x="585722" y="1037133"/>
                </a:lnTo>
                <a:lnTo>
                  <a:pt x="605242" y="1017611"/>
                </a:lnTo>
                <a:lnTo>
                  <a:pt x="624763" y="1037133"/>
                </a:lnTo>
                <a:lnTo>
                  <a:pt x="605242" y="1056653"/>
                </a:lnTo>
                <a:close/>
              </a:path>
              <a:path w="909955" h="1419225">
                <a:moveTo>
                  <a:pt x="605242" y="839756"/>
                </a:moveTo>
                <a:lnTo>
                  <a:pt x="585722" y="820234"/>
                </a:lnTo>
                <a:lnTo>
                  <a:pt x="605242" y="800714"/>
                </a:lnTo>
                <a:lnTo>
                  <a:pt x="624763" y="820234"/>
                </a:lnTo>
                <a:lnTo>
                  <a:pt x="605242" y="839756"/>
                </a:lnTo>
                <a:close/>
              </a:path>
              <a:path w="909955" h="1419225">
                <a:moveTo>
                  <a:pt x="605242" y="912055"/>
                </a:moveTo>
                <a:lnTo>
                  <a:pt x="585722" y="892533"/>
                </a:lnTo>
                <a:lnTo>
                  <a:pt x="605242" y="873013"/>
                </a:lnTo>
                <a:lnTo>
                  <a:pt x="624763" y="892533"/>
                </a:lnTo>
                <a:lnTo>
                  <a:pt x="605242" y="912055"/>
                </a:lnTo>
                <a:close/>
              </a:path>
              <a:path w="909955" h="1419225">
                <a:moveTo>
                  <a:pt x="532943" y="913140"/>
                </a:moveTo>
                <a:lnTo>
                  <a:pt x="512338" y="892533"/>
                </a:lnTo>
                <a:lnTo>
                  <a:pt x="532943" y="871929"/>
                </a:lnTo>
                <a:lnTo>
                  <a:pt x="553548" y="892533"/>
                </a:lnTo>
                <a:lnTo>
                  <a:pt x="532943" y="913140"/>
                </a:lnTo>
                <a:close/>
              </a:path>
              <a:path w="909955" h="1419225">
                <a:moveTo>
                  <a:pt x="532943" y="696241"/>
                </a:moveTo>
                <a:lnTo>
                  <a:pt x="512338" y="675636"/>
                </a:lnTo>
                <a:lnTo>
                  <a:pt x="532943" y="655031"/>
                </a:lnTo>
                <a:lnTo>
                  <a:pt x="553548" y="675636"/>
                </a:lnTo>
                <a:lnTo>
                  <a:pt x="532943" y="696241"/>
                </a:lnTo>
                <a:close/>
              </a:path>
              <a:path w="909955" h="1419225">
                <a:moveTo>
                  <a:pt x="532943" y="623942"/>
                </a:moveTo>
                <a:lnTo>
                  <a:pt x="512338" y="603337"/>
                </a:lnTo>
                <a:lnTo>
                  <a:pt x="532943" y="582731"/>
                </a:lnTo>
                <a:lnTo>
                  <a:pt x="553548" y="603337"/>
                </a:lnTo>
                <a:lnTo>
                  <a:pt x="532943" y="623942"/>
                </a:lnTo>
                <a:close/>
              </a:path>
              <a:path w="909955" h="1419225">
                <a:moveTo>
                  <a:pt x="532943" y="768540"/>
                </a:moveTo>
                <a:lnTo>
                  <a:pt x="512338" y="747935"/>
                </a:lnTo>
                <a:lnTo>
                  <a:pt x="532943" y="727330"/>
                </a:lnTo>
                <a:lnTo>
                  <a:pt x="553548" y="747935"/>
                </a:lnTo>
                <a:lnTo>
                  <a:pt x="532943" y="768540"/>
                </a:lnTo>
                <a:close/>
              </a:path>
              <a:path w="909955" h="1419225">
                <a:moveTo>
                  <a:pt x="460644" y="408129"/>
                </a:moveTo>
                <a:lnTo>
                  <a:pt x="438954" y="386439"/>
                </a:lnTo>
                <a:lnTo>
                  <a:pt x="460644" y="364749"/>
                </a:lnTo>
                <a:lnTo>
                  <a:pt x="482334" y="386439"/>
                </a:lnTo>
                <a:lnTo>
                  <a:pt x="460644" y="408129"/>
                </a:lnTo>
                <a:close/>
              </a:path>
              <a:path w="909955" h="1419225">
                <a:moveTo>
                  <a:pt x="532943" y="840841"/>
                </a:moveTo>
                <a:lnTo>
                  <a:pt x="512338" y="820234"/>
                </a:lnTo>
                <a:lnTo>
                  <a:pt x="532943" y="799629"/>
                </a:lnTo>
                <a:lnTo>
                  <a:pt x="553548" y="820234"/>
                </a:lnTo>
                <a:lnTo>
                  <a:pt x="532943" y="840841"/>
                </a:lnTo>
                <a:close/>
              </a:path>
              <a:path w="909955" h="1419225">
                <a:moveTo>
                  <a:pt x="532943" y="551643"/>
                </a:moveTo>
                <a:lnTo>
                  <a:pt x="512338" y="531038"/>
                </a:lnTo>
                <a:lnTo>
                  <a:pt x="532943" y="510432"/>
                </a:lnTo>
                <a:lnTo>
                  <a:pt x="553548" y="531038"/>
                </a:lnTo>
                <a:lnTo>
                  <a:pt x="532943" y="551643"/>
                </a:lnTo>
                <a:close/>
              </a:path>
              <a:path w="909955" h="1419225">
                <a:moveTo>
                  <a:pt x="532943" y="407045"/>
                </a:moveTo>
                <a:lnTo>
                  <a:pt x="512338" y="386439"/>
                </a:lnTo>
                <a:lnTo>
                  <a:pt x="532943" y="365834"/>
                </a:lnTo>
                <a:lnTo>
                  <a:pt x="553548" y="386439"/>
                </a:lnTo>
                <a:lnTo>
                  <a:pt x="532943" y="407045"/>
                </a:lnTo>
                <a:close/>
              </a:path>
              <a:path w="909955" h="1419225">
                <a:moveTo>
                  <a:pt x="532943" y="479344"/>
                </a:moveTo>
                <a:lnTo>
                  <a:pt x="512338" y="458738"/>
                </a:lnTo>
                <a:lnTo>
                  <a:pt x="532943" y="438133"/>
                </a:lnTo>
                <a:lnTo>
                  <a:pt x="553548" y="458738"/>
                </a:lnTo>
                <a:lnTo>
                  <a:pt x="532943" y="479344"/>
                </a:lnTo>
                <a:close/>
              </a:path>
              <a:path w="909955" h="1419225">
                <a:moveTo>
                  <a:pt x="532943" y="334745"/>
                </a:moveTo>
                <a:lnTo>
                  <a:pt x="512338" y="314140"/>
                </a:lnTo>
                <a:lnTo>
                  <a:pt x="532943" y="293535"/>
                </a:lnTo>
                <a:lnTo>
                  <a:pt x="553548" y="314140"/>
                </a:lnTo>
                <a:lnTo>
                  <a:pt x="532943" y="334745"/>
                </a:lnTo>
                <a:close/>
              </a:path>
              <a:path w="909955" h="1419225">
                <a:moveTo>
                  <a:pt x="460644" y="263530"/>
                </a:moveTo>
                <a:lnTo>
                  <a:pt x="438954" y="241841"/>
                </a:lnTo>
                <a:lnTo>
                  <a:pt x="460644" y="220151"/>
                </a:lnTo>
                <a:lnTo>
                  <a:pt x="482334" y="241841"/>
                </a:lnTo>
                <a:lnTo>
                  <a:pt x="460644" y="263530"/>
                </a:lnTo>
                <a:close/>
              </a:path>
              <a:path w="909955" h="1419225">
                <a:moveTo>
                  <a:pt x="894439" y="690818"/>
                </a:moveTo>
                <a:lnTo>
                  <a:pt x="879257" y="675636"/>
                </a:lnTo>
                <a:lnTo>
                  <a:pt x="894439" y="660453"/>
                </a:lnTo>
                <a:lnTo>
                  <a:pt x="909622" y="675636"/>
                </a:lnTo>
                <a:lnTo>
                  <a:pt x="894439" y="690818"/>
                </a:lnTo>
                <a:close/>
              </a:path>
              <a:path w="909955" h="1419225">
                <a:moveTo>
                  <a:pt x="460644" y="335830"/>
                </a:moveTo>
                <a:lnTo>
                  <a:pt x="438954" y="314140"/>
                </a:lnTo>
                <a:lnTo>
                  <a:pt x="460644" y="292450"/>
                </a:lnTo>
                <a:lnTo>
                  <a:pt x="482334" y="314140"/>
                </a:lnTo>
                <a:lnTo>
                  <a:pt x="460644" y="335830"/>
                </a:lnTo>
                <a:close/>
              </a:path>
              <a:path w="909955" h="1419225">
                <a:moveTo>
                  <a:pt x="749840" y="909885"/>
                </a:moveTo>
                <a:lnTo>
                  <a:pt x="732488" y="892533"/>
                </a:lnTo>
                <a:lnTo>
                  <a:pt x="749840" y="875182"/>
                </a:lnTo>
                <a:lnTo>
                  <a:pt x="767193" y="892533"/>
                </a:lnTo>
                <a:lnTo>
                  <a:pt x="749840" y="909885"/>
                </a:lnTo>
                <a:close/>
              </a:path>
              <a:path w="909955" h="1419225">
                <a:moveTo>
                  <a:pt x="749840" y="620689"/>
                </a:moveTo>
                <a:lnTo>
                  <a:pt x="732488" y="603337"/>
                </a:lnTo>
                <a:lnTo>
                  <a:pt x="749840" y="585986"/>
                </a:lnTo>
                <a:lnTo>
                  <a:pt x="767193" y="603337"/>
                </a:lnTo>
                <a:lnTo>
                  <a:pt x="749840" y="620689"/>
                </a:lnTo>
                <a:close/>
              </a:path>
              <a:path w="909955" h="1419225">
                <a:moveTo>
                  <a:pt x="894439" y="763117"/>
                </a:moveTo>
                <a:lnTo>
                  <a:pt x="879257" y="747935"/>
                </a:lnTo>
                <a:lnTo>
                  <a:pt x="894439" y="732753"/>
                </a:lnTo>
                <a:lnTo>
                  <a:pt x="909622" y="747935"/>
                </a:lnTo>
                <a:lnTo>
                  <a:pt x="894439" y="763117"/>
                </a:lnTo>
                <a:close/>
              </a:path>
              <a:path w="909955" h="1419225">
                <a:moveTo>
                  <a:pt x="749840" y="692988"/>
                </a:moveTo>
                <a:lnTo>
                  <a:pt x="732488" y="675636"/>
                </a:lnTo>
                <a:lnTo>
                  <a:pt x="749840" y="658285"/>
                </a:lnTo>
                <a:lnTo>
                  <a:pt x="767193" y="675636"/>
                </a:lnTo>
                <a:lnTo>
                  <a:pt x="749840" y="692988"/>
                </a:lnTo>
                <a:close/>
              </a:path>
              <a:path w="909955" h="1419225">
                <a:moveTo>
                  <a:pt x="677541" y="910970"/>
                </a:moveTo>
                <a:lnTo>
                  <a:pt x="659106" y="892533"/>
                </a:lnTo>
                <a:lnTo>
                  <a:pt x="677541" y="874098"/>
                </a:lnTo>
                <a:lnTo>
                  <a:pt x="695978" y="892533"/>
                </a:lnTo>
                <a:lnTo>
                  <a:pt x="677541" y="910970"/>
                </a:lnTo>
                <a:close/>
              </a:path>
              <a:path w="909955" h="1419225">
                <a:moveTo>
                  <a:pt x="677541" y="838671"/>
                </a:moveTo>
                <a:lnTo>
                  <a:pt x="659106" y="820234"/>
                </a:lnTo>
                <a:lnTo>
                  <a:pt x="677541" y="801798"/>
                </a:lnTo>
                <a:lnTo>
                  <a:pt x="695978" y="820234"/>
                </a:lnTo>
                <a:lnTo>
                  <a:pt x="677541" y="838671"/>
                </a:lnTo>
                <a:close/>
              </a:path>
              <a:path w="909955" h="1419225">
                <a:moveTo>
                  <a:pt x="677541" y="983270"/>
                </a:moveTo>
                <a:lnTo>
                  <a:pt x="659106" y="964834"/>
                </a:lnTo>
                <a:lnTo>
                  <a:pt x="677541" y="946397"/>
                </a:lnTo>
                <a:lnTo>
                  <a:pt x="695978" y="964834"/>
                </a:lnTo>
                <a:lnTo>
                  <a:pt x="677541" y="983270"/>
                </a:lnTo>
                <a:close/>
              </a:path>
              <a:path w="909955" h="1419225">
                <a:moveTo>
                  <a:pt x="749840" y="765287"/>
                </a:moveTo>
                <a:lnTo>
                  <a:pt x="732488" y="747935"/>
                </a:lnTo>
                <a:lnTo>
                  <a:pt x="749840" y="730584"/>
                </a:lnTo>
                <a:lnTo>
                  <a:pt x="767193" y="747935"/>
                </a:lnTo>
                <a:lnTo>
                  <a:pt x="749840" y="765287"/>
                </a:lnTo>
                <a:close/>
              </a:path>
              <a:path w="909955" h="1419225">
                <a:moveTo>
                  <a:pt x="749840" y="548390"/>
                </a:moveTo>
                <a:lnTo>
                  <a:pt x="732488" y="531038"/>
                </a:lnTo>
                <a:lnTo>
                  <a:pt x="749840" y="513686"/>
                </a:lnTo>
                <a:lnTo>
                  <a:pt x="767193" y="531038"/>
                </a:lnTo>
                <a:lnTo>
                  <a:pt x="749840" y="548390"/>
                </a:lnTo>
                <a:close/>
              </a:path>
              <a:path w="909955" h="1419225">
                <a:moveTo>
                  <a:pt x="822140" y="764202"/>
                </a:moveTo>
                <a:lnTo>
                  <a:pt x="805872" y="747935"/>
                </a:lnTo>
                <a:lnTo>
                  <a:pt x="822140" y="731668"/>
                </a:lnTo>
                <a:lnTo>
                  <a:pt x="838407" y="747935"/>
                </a:lnTo>
                <a:lnTo>
                  <a:pt x="822140" y="764202"/>
                </a:lnTo>
                <a:close/>
              </a:path>
              <a:path w="909955" h="1419225">
                <a:moveTo>
                  <a:pt x="822140" y="836503"/>
                </a:moveTo>
                <a:lnTo>
                  <a:pt x="805872" y="820234"/>
                </a:lnTo>
                <a:lnTo>
                  <a:pt x="822140" y="803967"/>
                </a:lnTo>
                <a:lnTo>
                  <a:pt x="838407" y="820234"/>
                </a:lnTo>
                <a:lnTo>
                  <a:pt x="822140" y="836503"/>
                </a:lnTo>
                <a:close/>
              </a:path>
              <a:path w="909955" h="1419225">
                <a:moveTo>
                  <a:pt x="822140" y="691903"/>
                </a:moveTo>
                <a:lnTo>
                  <a:pt x="805872" y="675636"/>
                </a:lnTo>
                <a:lnTo>
                  <a:pt x="822140" y="659368"/>
                </a:lnTo>
                <a:lnTo>
                  <a:pt x="838407" y="675636"/>
                </a:lnTo>
                <a:lnTo>
                  <a:pt x="822140" y="691903"/>
                </a:lnTo>
                <a:close/>
              </a:path>
              <a:path w="909955" h="1419225">
                <a:moveTo>
                  <a:pt x="677541" y="766372"/>
                </a:moveTo>
                <a:lnTo>
                  <a:pt x="659106" y="747935"/>
                </a:lnTo>
                <a:lnTo>
                  <a:pt x="677541" y="729499"/>
                </a:lnTo>
                <a:lnTo>
                  <a:pt x="695978" y="747935"/>
                </a:lnTo>
                <a:lnTo>
                  <a:pt x="677541" y="766372"/>
                </a:lnTo>
                <a:close/>
              </a:path>
              <a:path w="909955" h="1419225">
                <a:moveTo>
                  <a:pt x="822140" y="619604"/>
                </a:moveTo>
                <a:lnTo>
                  <a:pt x="805872" y="603337"/>
                </a:lnTo>
                <a:lnTo>
                  <a:pt x="822140" y="587069"/>
                </a:lnTo>
                <a:lnTo>
                  <a:pt x="838407" y="603337"/>
                </a:lnTo>
                <a:lnTo>
                  <a:pt x="822140" y="619604"/>
                </a:lnTo>
                <a:close/>
              </a:path>
              <a:path w="909955" h="1419225">
                <a:moveTo>
                  <a:pt x="749840" y="837586"/>
                </a:moveTo>
                <a:lnTo>
                  <a:pt x="732488" y="820234"/>
                </a:lnTo>
                <a:lnTo>
                  <a:pt x="749840" y="802883"/>
                </a:lnTo>
                <a:lnTo>
                  <a:pt x="767193" y="820234"/>
                </a:lnTo>
                <a:lnTo>
                  <a:pt x="749840" y="837586"/>
                </a:lnTo>
                <a:close/>
              </a:path>
            </a:pathLst>
          </a:custGeom>
          <a:solidFill>
            <a:srgbClr val="FABE04"/>
          </a:solidFill>
        </p:spPr>
        <p:txBody>
          <a:bodyPr wrap="square" lIns="0" tIns="0" rIns="0" bIns="0" rtlCol="0"/>
          <a:lstStyle/>
          <a:p>
            <a:endParaRPr/>
          </a:p>
        </p:txBody>
      </p:sp>
    </p:spTree>
    <p:extLst>
      <p:ext uri="{BB962C8B-B14F-4D97-AF65-F5344CB8AC3E}">
        <p14:creationId xmlns:p14="http://schemas.microsoft.com/office/powerpoint/2010/main" val="5184382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p:nvPr/>
        </p:nvSpPr>
        <p:spPr>
          <a:xfrm>
            <a:off x="0" y="96989"/>
            <a:ext cx="18288000" cy="3086100"/>
          </a:xfrm>
          <a:custGeom>
            <a:avLst/>
            <a:gdLst/>
            <a:ahLst/>
            <a:cxnLst/>
            <a:rect l="l" t="t" r="r" b="b"/>
            <a:pathLst>
              <a:path w="18288000" h="3086100">
                <a:moveTo>
                  <a:pt x="18287999" y="3086099"/>
                </a:moveTo>
                <a:lnTo>
                  <a:pt x="0" y="3086099"/>
                </a:lnTo>
                <a:lnTo>
                  <a:pt x="0" y="0"/>
                </a:lnTo>
                <a:lnTo>
                  <a:pt x="18287999" y="0"/>
                </a:lnTo>
                <a:lnTo>
                  <a:pt x="18287999" y="3086099"/>
                </a:lnTo>
                <a:close/>
              </a:path>
            </a:pathLst>
          </a:custGeom>
          <a:solidFill>
            <a:srgbClr val="000000"/>
          </a:solidFill>
        </p:spPr>
        <p:txBody>
          <a:bodyPr wrap="square" lIns="0" tIns="0" rIns="0" bIns="0" rtlCol="0"/>
          <a:lstStyle/>
          <a:p>
            <a:endParaRPr/>
          </a:p>
        </p:txBody>
      </p:sp>
      <p:sp>
        <p:nvSpPr>
          <p:cNvPr id="6" name="object 6"/>
          <p:cNvSpPr/>
          <p:nvPr/>
        </p:nvSpPr>
        <p:spPr>
          <a:xfrm>
            <a:off x="653351" y="4144294"/>
            <a:ext cx="444182" cy="647148"/>
          </a:xfrm>
          <a:custGeom>
            <a:avLst/>
            <a:gdLst/>
            <a:ahLst/>
            <a:cxnLst/>
            <a:rect l="l" t="t" r="r" b="b"/>
            <a:pathLst>
              <a:path w="888364" h="888364">
                <a:moveTo>
                  <a:pt x="725850" y="887790"/>
                </a:moveTo>
                <a:lnTo>
                  <a:pt x="161909" y="887790"/>
                </a:lnTo>
                <a:lnTo>
                  <a:pt x="130172" y="884653"/>
                </a:lnTo>
                <a:lnTo>
                  <a:pt x="72082" y="860594"/>
                </a:lnTo>
                <a:lnTo>
                  <a:pt x="27196" y="815708"/>
                </a:lnTo>
                <a:lnTo>
                  <a:pt x="3137" y="757617"/>
                </a:lnTo>
                <a:lnTo>
                  <a:pt x="0" y="725881"/>
                </a:lnTo>
                <a:lnTo>
                  <a:pt x="0" y="161940"/>
                </a:lnTo>
                <a:lnTo>
                  <a:pt x="12317" y="99974"/>
                </a:lnTo>
                <a:lnTo>
                  <a:pt x="47426" y="47426"/>
                </a:lnTo>
                <a:lnTo>
                  <a:pt x="99947" y="12329"/>
                </a:lnTo>
                <a:lnTo>
                  <a:pt x="161909" y="0"/>
                </a:lnTo>
                <a:lnTo>
                  <a:pt x="725850" y="0"/>
                </a:lnTo>
                <a:lnTo>
                  <a:pt x="787812" y="12329"/>
                </a:lnTo>
                <a:lnTo>
                  <a:pt x="840333" y="47426"/>
                </a:lnTo>
                <a:lnTo>
                  <a:pt x="875442" y="99974"/>
                </a:lnTo>
                <a:lnTo>
                  <a:pt x="887760" y="161940"/>
                </a:lnTo>
                <a:lnTo>
                  <a:pt x="887760" y="725881"/>
                </a:lnTo>
                <a:lnTo>
                  <a:pt x="875442" y="787843"/>
                </a:lnTo>
                <a:lnTo>
                  <a:pt x="840333" y="840364"/>
                </a:lnTo>
                <a:lnTo>
                  <a:pt x="787812" y="875473"/>
                </a:lnTo>
                <a:lnTo>
                  <a:pt x="725850" y="887790"/>
                </a:lnTo>
                <a:close/>
              </a:path>
            </a:pathLst>
          </a:custGeom>
          <a:solidFill>
            <a:srgbClr val="FABE04"/>
          </a:solidFill>
        </p:spPr>
        <p:txBody>
          <a:bodyPr wrap="square" lIns="0" tIns="0" rIns="0" bIns="0" rtlCol="0"/>
          <a:lstStyle/>
          <a:p>
            <a:endParaRPr/>
          </a:p>
        </p:txBody>
      </p:sp>
      <p:pic>
        <p:nvPicPr>
          <p:cNvPr id="14" name="object 14"/>
          <p:cNvPicPr/>
          <p:nvPr/>
        </p:nvPicPr>
        <p:blipFill>
          <a:blip r:embed="rId2" cstate="print"/>
          <a:stretch>
            <a:fillRect/>
          </a:stretch>
        </p:blipFill>
        <p:spPr>
          <a:xfrm>
            <a:off x="14322063" y="4987279"/>
            <a:ext cx="3965935" cy="5295900"/>
          </a:xfrm>
          <a:prstGeom prst="rect">
            <a:avLst/>
          </a:prstGeom>
        </p:spPr>
      </p:pic>
      <p:sp>
        <p:nvSpPr>
          <p:cNvPr id="20" name="object 20"/>
          <p:cNvSpPr txBox="1"/>
          <p:nvPr/>
        </p:nvSpPr>
        <p:spPr>
          <a:xfrm>
            <a:off x="653351" y="4101197"/>
            <a:ext cx="669925" cy="690245"/>
          </a:xfrm>
          <a:prstGeom prst="rect">
            <a:avLst/>
          </a:prstGeom>
        </p:spPr>
        <p:txBody>
          <a:bodyPr vert="horz" wrap="square" lIns="0" tIns="13970" rIns="0" bIns="0" rtlCol="0">
            <a:spAutoFit/>
          </a:bodyPr>
          <a:lstStyle/>
          <a:p>
            <a:pPr marL="12700">
              <a:lnSpc>
                <a:spcPct val="100000"/>
              </a:lnSpc>
              <a:spcBef>
                <a:spcPts val="110"/>
              </a:spcBef>
            </a:pPr>
            <a:r>
              <a:rPr sz="4350" b="1" spc="-25" dirty="0" smtClean="0">
                <a:latin typeface="Trebuchet MS"/>
                <a:cs typeface="Trebuchet MS"/>
              </a:rPr>
              <a:t>1</a:t>
            </a:r>
            <a:endParaRPr sz="4350" dirty="0">
              <a:latin typeface="Trebuchet MS"/>
              <a:cs typeface="Trebuchet MS"/>
            </a:endParaRPr>
          </a:p>
        </p:txBody>
      </p:sp>
      <p:sp>
        <p:nvSpPr>
          <p:cNvPr id="21" name="object 21"/>
          <p:cNvSpPr txBox="1"/>
          <p:nvPr/>
        </p:nvSpPr>
        <p:spPr>
          <a:xfrm>
            <a:off x="1418102" y="4194006"/>
            <a:ext cx="10765982" cy="504625"/>
          </a:xfrm>
          <a:prstGeom prst="rect">
            <a:avLst/>
          </a:prstGeom>
        </p:spPr>
        <p:txBody>
          <a:bodyPr vert="horz" wrap="square" lIns="0" tIns="12065" rIns="0" bIns="0" rtlCol="0">
            <a:spAutoFit/>
          </a:bodyPr>
          <a:lstStyle/>
          <a:p>
            <a:pPr marL="12700">
              <a:lnSpc>
                <a:spcPct val="100000"/>
              </a:lnSpc>
              <a:spcBef>
                <a:spcPts val="95"/>
              </a:spcBef>
            </a:pPr>
            <a:r>
              <a:rPr lang="en-US" sz="3200" b="1" dirty="0" smtClean="0"/>
              <a:t>Customers</a:t>
            </a:r>
            <a:r>
              <a:rPr lang="en-US" sz="3200" dirty="0" smtClean="0"/>
              <a:t> – stores customer details like name and state.</a:t>
            </a:r>
            <a:endParaRPr sz="3150" dirty="0">
              <a:latin typeface="Lucida Sans Unicode"/>
              <a:cs typeface="Lucida Sans Unicode"/>
            </a:endParaRPr>
          </a:p>
        </p:txBody>
      </p:sp>
      <p:sp>
        <p:nvSpPr>
          <p:cNvPr id="30" name="object 30"/>
          <p:cNvSpPr txBox="1"/>
          <p:nvPr/>
        </p:nvSpPr>
        <p:spPr>
          <a:xfrm>
            <a:off x="719919" y="6299569"/>
            <a:ext cx="772160" cy="690245"/>
          </a:xfrm>
          <a:prstGeom prst="rect">
            <a:avLst/>
          </a:prstGeom>
        </p:spPr>
        <p:txBody>
          <a:bodyPr vert="horz" wrap="square" lIns="0" tIns="13970" rIns="0" bIns="0" rtlCol="0">
            <a:spAutoFit/>
          </a:bodyPr>
          <a:lstStyle/>
          <a:p>
            <a:pPr marL="12700">
              <a:lnSpc>
                <a:spcPct val="100000"/>
              </a:lnSpc>
              <a:spcBef>
                <a:spcPts val="110"/>
              </a:spcBef>
            </a:pPr>
            <a:r>
              <a:rPr sz="4350" b="1" spc="340" dirty="0" smtClean="0">
                <a:latin typeface="Trebuchet MS"/>
                <a:cs typeface="Trebuchet MS"/>
              </a:rPr>
              <a:t>3</a:t>
            </a:r>
            <a:endParaRPr sz="4350" dirty="0">
              <a:latin typeface="Trebuchet MS"/>
              <a:cs typeface="Trebuchet MS"/>
            </a:endParaRPr>
          </a:p>
        </p:txBody>
      </p:sp>
      <p:sp>
        <p:nvSpPr>
          <p:cNvPr id="36" name="object 16"/>
          <p:cNvSpPr txBox="1"/>
          <p:nvPr/>
        </p:nvSpPr>
        <p:spPr>
          <a:xfrm>
            <a:off x="2902257" y="1286078"/>
            <a:ext cx="12137963" cy="1120820"/>
          </a:xfrm>
          <a:prstGeom prst="rect">
            <a:avLst/>
          </a:prstGeom>
        </p:spPr>
        <p:txBody>
          <a:bodyPr vert="horz" wrap="square" lIns="0" tIns="12700" rIns="0" bIns="0" rtlCol="0">
            <a:spAutoFit/>
          </a:bodyPr>
          <a:lstStyle/>
          <a:p>
            <a:pPr marL="12700">
              <a:lnSpc>
                <a:spcPct val="100000"/>
              </a:lnSpc>
              <a:spcBef>
                <a:spcPts val="100"/>
              </a:spcBef>
            </a:pPr>
            <a:r>
              <a:rPr lang="en-IN" sz="7200" dirty="0" smtClean="0">
                <a:solidFill>
                  <a:srgbClr val="FFFF00"/>
                </a:solidFill>
                <a:latin typeface="Trebuchet MS"/>
                <a:cs typeface="Trebuchet MS"/>
              </a:rPr>
              <a:t>Tables Present in this Project</a:t>
            </a:r>
            <a:endParaRPr sz="7200" dirty="0">
              <a:solidFill>
                <a:srgbClr val="FFFF00"/>
              </a:solidFill>
              <a:latin typeface="Trebuchet MS"/>
              <a:cs typeface="Trebuchet MS"/>
            </a:endParaRPr>
          </a:p>
        </p:txBody>
      </p:sp>
      <p:sp>
        <p:nvSpPr>
          <p:cNvPr id="38" name="object 6"/>
          <p:cNvSpPr/>
          <p:nvPr/>
        </p:nvSpPr>
        <p:spPr>
          <a:xfrm>
            <a:off x="653351" y="5214788"/>
            <a:ext cx="444182" cy="647148"/>
          </a:xfrm>
          <a:custGeom>
            <a:avLst/>
            <a:gdLst/>
            <a:ahLst/>
            <a:cxnLst/>
            <a:rect l="l" t="t" r="r" b="b"/>
            <a:pathLst>
              <a:path w="888364" h="888364">
                <a:moveTo>
                  <a:pt x="725850" y="887790"/>
                </a:moveTo>
                <a:lnTo>
                  <a:pt x="161909" y="887790"/>
                </a:lnTo>
                <a:lnTo>
                  <a:pt x="130172" y="884653"/>
                </a:lnTo>
                <a:lnTo>
                  <a:pt x="72082" y="860594"/>
                </a:lnTo>
                <a:lnTo>
                  <a:pt x="27196" y="815708"/>
                </a:lnTo>
                <a:lnTo>
                  <a:pt x="3137" y="757617"/>
                </a:lnTo>
                <a:lnTo>
                  <a:pt x="0" y="725881"/>
                </a:lnTo>
                <a:lnTo>
                  <a:pt x="0" y="161940"/>
                </a:lnTo>
                <a:lnTo>
                  <a:pt x="12317" y="99974"/>
                </a:lnTo>
                <a:lnTo>
                  <a:pt x="47426" y="47426"/>
                </a:lnTo>
                <a:lnTo>
                  <a:pt x="99947" y="12329"/>
                </a:lnTo>
                <a:lnTo>
                  <a:pt x="161909" y="0"/>
                </a:lnTo>
                <a:lnTo>
                  <a:pt x="725850" y="0"/>
                </a:lnTo>
                <a:lnTo>
                  <a:pt x="787812" y="12329"/>
                </a:lnTo>
                <a:lnTo>
                  <a:pt x="840333" y="47426"/>
                </a:lnTo>
                <a:lnTo>
                  <a:pt x="875442" y="99974"/>
                </a:lnTo>
                <a:lnTo>
                  <a:pt x="887760" y="161940"/>
                </a:lnTo>
                <a:lnTo>
                  <a:pt x="887760" y="725881"/>
                </a:lnTo>
                <a:lnTo>
                  <a:pt x="875442" y="787843"/>
                </a:lnTo>
                <a:lnTo>
                  <a:pt x="840333" y="840364"/>
                </a:lnTo>
                <a:lnTo>
                  <a:pt x="787812" y="875473"/>
                </a:lnTo>
                <a:lnTo>
                  <a:pt x="725850" y="887790"/>
                </a:lnTo>
                <a:close/>
              </a:path>
            </a:pathLst>
          </a:custGeom>
          <a:solidFill>
            <a:srgbClr val="FABE04"/>
          </a:solidFill>
        </p:spPr>
        <p:txBody>
          <a:bodyPr wrap="square" lIns="0" tIns="0" rIns="0" bIns="0" rtlCol="0"/>
          <a:lstStyle/>
          <a:p>
            <a:endParaRPr/>
          </a:p>
        </p:txBody>
      </p:sp>
      <p:sp>
        <p:nvSpPr>
          <p:cNvPr id="39" name="object 29"/>
          <p:cNvSpPr txBox="1"/>
          <p:nvPr/>
        </p:nvSpPr>
        <p:spPr>
          <a:xfrm>
            <a:off x="661817" y="5226427"/>
            <a:ext cx="756285" cy="690245"/>
          </a:xfrm>
          <a:prstGeom prst="rect">
            <a:avLst/>
          </a:prstGeom>
        </p:spPr>
        <p:txBody>
          <a:bodyPr vert="horz" wrap="square" lIns="0" tIns="13970" rIns="0" bIns="0" rtlCol="0">
            <a:spAutoFit/>
          </a:bodyPr>
          <a:lstStyle/>
          <a:p>
            <a:pPr marL="12700">
              <a:lnSpc>
                <a:spcPct val="100000"/>
              </a:lnSpc>
              <a:spcBef>
                <a:spcPts val="110"/>
              </a:spcBef>
            </a:pPr>
            <a:r>
              <a:rPr sz="4350" b="1" spc="275" dirty="0" smtClean="0">
                <a:latin typeface="Trebuchet MS"/>
                <a:cs typeface="Trebuchet MS"/>
              </a:rPr>
              <a:t>2</a:t>
            </a:r>
            <a:endParaRPr sz="4350" dirty="0">
              <a:latin typeface="Trebuchet MS"/>
              <a:cs typeface="Trebuchet MS"/>
            </a:endParaRPr>
          </a:p>
        </p:txBody>
      </p:sp>
      <p:sp>
        <p:nvSpPr>
          <p:cNvPr id="40" name="object 6"/>
          <p:cNvSpPr/>
          <p:nvPr/>
        </p:nvSpPr>
        <p:spPr>
          <a:xfrm>
            <a:off x="661817" y="6297505"/>
            <a:ext cx="444182" cy="647148"/>
          </a:xfrm>
          <a:custGeom>
            <a:avLst/>
            <a:gdLst/>
            <a:ahLst/>
            <a:cxnLst/>
            <a:rect l="l" t="t" r="r" b="b"/>
            <a:pathLst>
              <a:path w="888364" h="888364">
                <a:moveTo>
                  <a:pt x="725850" y="887790"/>
                </a:moveTo>
                <a:lnTo>
                  <a:pt x="161909" y="887790"/>
                </a:lnTo>
                <a:lnTo>
                  <a:pt x="130172" y="884653"/>
                </a:lnTo>
                <a:lnTo>
                  <a:pt x="72082" y="860594"/>
                </a:lnTo>
                <a:lnTo>
                  <a:pt x="27196" y="815708"/>
                </a:lnTo>
                <a:lnTo>
                  <a:pt x="3137" y="757617"/>
                </a:lnTo>
                <a:lnTo>
                  <a:pt x="0" y="725881"/>
                </a:lnTo>
                <a:lnTo>
                  <a:pt x="0" y="161940"/>
                </a:lnTo>
                <a:lnTo>
                  <a:pt x="12317" y="99974"/>
                </a:lnTo>
                <a:lnTo>
                  <a:pt x="47426" y="47426"/>
                </a:lnTo>
                <a:lnTo>
                  <a:pt x="99947" y="12329"/>
                </a:lnTo>
                <a:lnTo>
                  <a:pt x="161909" y="0"/>
                </a:lnTo>
                <a:lnTo>
                  <a:pt x="725850" y="0"/>
                </a:lnTo>
                <a:lnTo>
                  <a:pt x="787812" y="12329"/>
                </a:lnTo>
                <a:lnTo>
                  <a:pt x="840333" y="47426"/>
                </a:lnTo>
                <a:lnTo>
                  <a:pt x="875442" y="99974"/>
                </a:lnTo>
                <a:lnTo>
                  <a:pt x="887760" y="161940"/>
                </a:lnTo>
                <a:lnTo>
                  <a:pt x="887760" y="725881"/>
                </a:lnTo>
                <a:lnTo>
                  <a:pt x="875442" y="787843"/>
                </a:lnTo>
                <a:lnTo>
                  <a:pt x="840333" y="840364"/>
                </a:lnTo>
                <a:lnTo>
                  <a:pt x="787812" y="875473"/>
                </a:lnTo>
                <a:lnTo>
                  <a:pt x="725850" y="887790"/>
                </a:lnTo>
                <a:close/>
              </a:path>
            </a:pathLst>
          </a:custGeom>
          <a:solidFill>
            <a:srgbClr val="FABE04"/>
          </a:solidFill>
        </p:spPr>
        <p:txBody>
          <a:bodyPr wrap="square" lIns="0" tIns="0" rIns="0" bIns="0" rtlCol="0"/>
          <a:lstStyle/>
          <a:p>
            <a:endParaRPr/>
          </a:p>
        </p:txBody>
      </p:sp>
      <p:sp>
        <p:nvSpPr>
          <p:cNvPr id="41" name="object 29"/>
          <p:cNvSpPr txBox="1"/>
          <p:nvPr/>
        </p:nvSpPr>
        <p:spPr>
          <a:xfrm>
            <a:off x="705302" y="6245276"/>
            <a:ext cx="756285" cy="690245"/>
          </a:xfrm>
          <a:prstGeom prst="rect">
            <a:avLst/>
          </a:prstGeom>
        </p:spPr>
        <p:txBody>
          <a:bodyPr vert="horz" wrap="square" lIns="0" tIns="13970" rIns="0" bIns="0" rtlCol="0">
            <a:spAutoFit/>
          </a:bodyPr>
          <a:lstStyle/>
          <a:p>
            <a:pPr marL="12700">
              <a:lnSpc>
                <a:spcPct val="100000"/>
              </a:lnSpc>
              <a:spcBef>
                <a:spcPts val="110"/>
              </a:spcBef>
            </a:pPr>
            <a:r>
              <a:rPr lang="en-IN" sz="4350" b="1" spc="275" dirty="0">
                <a:latin typeface="Trebuchet MS"/>
                <a:cs typeface="Trebuchet MS"/>
              </a:rPr>
              <a:t>3</a:t>
            </a:r>
            <a:endParaRPr sz="4350" dirty="0">
              <a:latin typeface="Trebuchet MS"/>
              <a:cs typeface="Trebuchet MS"/>
            </a:endParaRPr>
          </a:p>
        </p:txBody>
      </p:sp>
      <p:sp>
        <p:nvSpPr>
          <p:cNvPr id="43" name="object 6"/>
          <p:cNvSpPr/>
          <p:nvPr/>
        </p:nvSpPr>
        <p:spPr>
          <a:xfrm>
            <a:off x="639315" y="7360003"/>
            <a:ext cx="444182" cy="647148"/>
          </a:xfrm>
          <a:custGeom>
            <a:avLst/>
            <a:gdLst/>
            <a:ahLst/>
            <a:cxnLst/>
            <a:rect l="l" t="t" r="r" b="b"/>
            <a:pathLst>
              <a:path w="888364" h="888364">
                <a:moveTo>
                  <a:pt x="725850" y="887790"/>
                </a:moveTo>
                <a:lnTo>
                  <a:pt x="161909" y="887790"/>
                </a:lnTo>
                <a:lnTo>
                  <a:pt x="130172" y="884653"/>
                </a:lnTo>
                <a:lnTo>
                  <a:pt x="72082" y="860594"/>
                </a:lnTo>
                <a:lnTo>
                  <a:pt x="27196" y="815708"/>
                </a:lnTo>
                <a:lnTo>
                  <a:pt x="3137" y="757617"/>
                </a:lnTo>
                <a:lnTo>
                  <a:pt x="0" y="725881"/>
                </a:lnTo>
                <a:lnTo>
                  <a:pt x="0" y="161940"/>
                </a:lnTo>
                <a:lnTo>
                  <a:pt x="12317" y="99974"/>
                </a:lnTo>
                <a:lnTo>
                  <a:pt x="47426" y="47426"/>
                </a:lnTo>
                <a:lnTo>
                  <a:pt x="99947" y="12329"/>
                </a:lnTo>
                <a:lnTo>
                  <a:pt x="161909" y="0"/>
                </a:lnTo>
                <a:lnTo>
                  <a:pt x="725850" y="0"/>
                </a:lnTo>
                <a:lnTo>
                  <a:pt x="787812" y="12329"/>
                </a:lnTo>
                <a:lnTo>
                  <a:pt x="840333" y="47426"/>
                </a:lnTo>
                <a:lnTo>
                  <a:pt x="875442" y="99974"/>
                </a:lnTo>
                <a:lnTo>
                  <a:pt x="887760" y="161940"/>
                </a:lnTo>
                <a:lnTo>
                  <a:pt x="887760" y="725881"/>
                </a:lnTo>
                <a:lnTo>
                  <a:pt x="875442" y="787843"/>
                </a:lnTo>
                <a:lnTo>
                  <a:pt x="840333" y="840364"/>
                </a:lnTo>
                <a:lnTo>
                  <a:pt x="787812" y="875473"/>
                </a:lnTo>
                <a:lnTo>
                  <a:pt x="725850" y="887790"/>
                </a:lnTo>
                <a:close/>
              </a:path>
            </a:pathLst>
          </a:custGeom>
          <a:solidFill>
            <a:srgbClr val="FABE04"/>
          </a:solidFill>
        </p:spPr>
        <p:txBody>
          <a:bodyPr wrap="square" lIns="0" tIns="0" rIns="0" bIns="0" rtlCol="0"/>
          <a:lstStyle/>
          <a:p>
            <a:endParaRPr/>
          </a:p>
        </p:txBody>
      </p:sp>
      <p:sp>
        <p:nvSpPr>
          <p:cNvPr id="44" name="object 29"/>
          <p:cNvSpPr txBox="1"/>
          <p:nvPr/>
        </p:nvSpPr>
        <p:spPr>
          <a:xfrm>
            <a:off x="639315" y="7360003"/>
            <a:ext cx="756285" cy="690245"/>
          </a:xfrm>
          <a:prstGeom prst="rect">
            <a:avLst/>
          </a:prstGeom>
        </p:spPr>
        <p:txBody>
          <a:bodyPr vert="horz" wrap="square" lIns="0" tIns="13970" rIns="0" bIns="0" rtlCol="0">
            <a:spAutoFit/>
          </a:bodyPr>
          <a:lstStyle/>
          <a:p>
            <a:pPr marL="12700">
              <a:lnSpc>
                <a:spcPct val="100000"/>
              </a:lnSpc>
              <a:spcBef>
                <a:spcPts val="110"/>
              </a:spcBef>
            </a:pPr>
            <a:r>
              <a:rPr lang="en-IN" sz="4350" b="1" spc="275" dirty="0">
                <a:latin typeface="Trebuchet MS"/>
                <a:cs typeface="Trebuchet MS"/>
              </a:rPr>
              <a:t>4</a:t>
            </a:r>
            <a:endParaRPr sz="4350" dirty="0">
              <a:latin typeface="Trebuchet MS"/>
              <a:cs typeface="Trebuchet MS"/>
            </a:endParaRPr>
          </a:p>
        </p:txBody>
      </p:sp>
      <p:sp>
        <p:nvSpPr>
          <p:cNvPr id="45" name="object 6"/>
          <p:cNvSpPr/>
          <p:nvPr/>
        </p:nvSpPr>
        <p:spPr>
          <a:xfrm>
            <a:off x="661817" y="8393071"/>
            <a:ext cx="444182" cy="647148"/>
          </a:xfrm>
          <a:custGeom>
            <a:avLst/>
            <a:gdLst/>
            <a:ahLst/>
            <a:cxnLst/>
            <a:rect l="l" t="t" r="r" b="b"/>
            <a:pathLst>
              <a:path w="888364" h="888364">
                <a:moveTo>
                  <a:pt x="725850" y="887790"/>
                </a:moveTo>
                <a:lnTo>
                  <a:pt x="161909" y="887790"/>
                </a:lnTo>
                <a:lnTo>
                  <a:pt x="130172" y="884653"/>
                </a:lnTo>
                <a:lnTo>
                  <a:pt x="72082" y="860594"/>
                </a:lnTo>
                <a:lnTo>
                  <a:pt x="27196" y="815708"/>
                </a:lnTo>
                <a:lnTo>
                  <a:pt x="3137" y="757617"/>
                </a:lnTo>
                <a:lnTo>
                  <a:pt x="0" y="725881"/>
                </a:lnTo>
                <a:lnTo>
                  <a:pt x="0" y="161940"/>
                </a:lnTo>
                <a:lnTo>
                  <a:pt x="12317" y="99974"/>
                </a:lnTo>
                <a:lnTo>
                  <a:pt x="47426" y="47426"/>
                </a:lnTo>
                <a:lnTo>
                  <a:pt x="99947" y="12329"/>
                </a:lnTo>
                <a:lnTo>
                  <a:pt x="161909" y="0"/>
                </a:lnTo>
                <a:lnTo>
                  <a:pt x="725850" y="0"/>
                </a:lnTo>
                <a:lnTo>
                  <a:pt x="787812" y="12329"/>
                </a:lnTo>
                <a:lnTo>
                  <a:pt x="840333" y="47426"/>
                </a:lnTo>
                <a:lnTo>
                  <a:pt x="875442" y="99974"/>
                </a:lnTo>
                <a:lnTo>
                  <a:pt x="887760" y="161940"/>
                </a:lnTo>
                <a:lnTo>
                  <a:pt x="887760" y="725881"/>
                </a:lnTo>
                <a:lnTo>
                  <a:pt x="875442" y="787843"/>
                </a:lnTo>
                <a:lnTo>
                  <a:pt x="840333" y="840364"/>
                </a:lnTo>
                <a:lnTo>
                  <a:pt x="787812" y="875473"/>
                </a:lnTo>
                <a:lnTo>
                  <a:pt x="725850" y="887790"/>
                </a:lnTo>
                <a:close/>
              </a:path>
            </a:pathLst>
          </a:custGeom>
          <a:solidFill>
            <a:srgbClr val="FABE04"/>
          </a:solidFill>
        </p:spPr>
        <p:txBody>
          <a:bodyPr wrap="square" lIns="0" tIns="0" rIns="0" bIns="0" rtlCol="0"/>
          <a:lstStyle/>
          <a:p>
            <a:endParaRPr/>
          </a:p>
        </p:txBody>
      </p:sp>
      <p:sp>
        <p:nvSpPr>
          <p:cNvPr id="46" name="object 29"/>
          <p:cNvSpPr txBox="1"/>
          <p:nvPr/>
        </p:nvSpPr>
        <p:spPr>
          <a:xfrm>
            <a:off x="719390" y="8371522"/>
            <a:ext cx="756285" cy="690245"/>
          </a:xfrm>
          <a:prstGeom prst="rect">
            <a:avLst/>
          </a:prstGeom>
        </p:spPr>
        <p:txBody>
          <a:bodyPr vert="horz" wrap="square" lIns="0" tIns="13970" rIns="0" bIns="0" rtlCol="0">
            <a:spAutoFit/>
          </a:bodyPr>
          <a:lstStyle/>
          <a:p>
            <a:pPr marL="12700">
              <a:lnSpc>
                <a:spcPct val="100000"/>
              </a:lnSpc>
              <a:spcBef>
                <a:spcPts val="110"/>
              </a:spcBef>
            </a:pPr>
            <a:r>
              <a:rPr lang="en-IN" sz="4350" b="1" spc="275" dirty="0">
                <a:latin typeface="Trebuchet MS"/>
                <a:cs typeface="Trebuchet MS"/>
              </a:rPr>
              <a:t>5</a:t>
            </a:r>
            <a:endParaRPr sz="4350" dirty="0">
              <a:latin typeface="Trebuchet MS"/>
              <a:cs typeface="Trebuchet MS"/>
            </a:endParaRPr>
          </a:p>
        </p:txBody>
      </p:sp>
      <p:sp>
        <p:nvSpPr>
          <p:cNvPr id="49" name="object 21"/>
          <p:cNvSpPr txBox="1"/>
          <p:nvPr/>
        </p:nvSpPr>
        <p:spPr>
          <a:xfrm>
            <a:off x="1431548" y="5286049"/>
            <a:ext cx="13427452" cy="504625"/>
          </a:xfrm>
          <a:prstGeom prst="rect">
            <a:avLst/>
          </a:prstGeom>
        </p:spPr>
        <p:txBody>
          <a:bodyPr vert="horz" wrap="square" lIns="0" tIns="12065" rIns="0" bIns="0" rtlCol="0">
            <a:spAutoFit/>
          </a:bodyPr>
          <a:lstStyle/>
          <a:p>
            <a:pPr marL="12700">
              <a:lnSpc>
                <a:spcPct val="100000"/>
              </a:lnSpc>
              <a:spcBef>
                <a:spcPts val="95"/>
              </a:spcBef>
            </a:pPr>
            <a:r>
              <a:rPr lang="en-US" sz="3200" b="1" dirty="0" smtClean="0"/>
              <a:t>Products</a:t>
            </a:r>
            <a:r>
              <a:rPr lang="en-US" sz="3200" dirty="0" smtClean="0"/>
              <a:t> – holds product data such as price, cost, brand, and category.</a:t>
            </a:r>
            <a:endParaRPr sz="3150" dirty="0">
              <a:latin typeface="Lucida Sans Unicode"/>
              <a:cs typeface="Lucida Sans Unicode"/>
            </a:endParaRPr>
          </a:p>
        </p:txBody>
      </p:sp>
      <p:sp>
        <p:nvSpPr>
          <p:cNvPr id="50" name="object 21"/>
          <p:cNvSpPr txBox="1"/>
          <p:nvPr/>
        </p:nvSpPr>
        <p:spPr>
          <a:xfrm>
            <a:off x="1413720" y="6245276"/>
            <a:ext cx="15115039" cy="997068"/>
          </a:xfrm>
          <a:prstGeom prst="rect">
            <a:avLst/>
          </a:prstGeom>
        </p:spPr>
        <p:txBody>
          <a:bodyPr vert="horz" wrap="square" lIns="0" tIns="12065" rIns="0" bIns="0" rtlCol="0">
            <a:spAutoFit/>
          </a:bodyPr>
          <a:lstStyle/>
          <a:p>
            <a:pPr marL="12700">
              <a:lnSpc>
                <a:spcPct val="100000"/>
              </a:lnSpc>
              <a:spcBef>
                <a:spcPts val="95"/>
              </a:spcBef>
            </a:pPr>
            <a:r>
              <a:rPr lang="en-US" sz="3200" b="1" dirty="0" smtClean="0"/>
              <a:t>Sales</a:t>
            </a:r>
            <a:r>
              <a:rPr lang="en-US" sz="3200" dirty="0" smtClean="0"/>
              <a:t> – records each order placed, including customer ID, product ID, quantity, and order status.</a:t>
            </a:r>
            <a:endParaRPr sz="3150" dirty="0">
              <a:latin typeface="Lucida Sans Unicode"/>
              <a:cs typeface="Lucida Sans Unicode"/>
            </a:endParaRPr>
          </a:p>
        </p:txBody>
      </p:sp>
      <p:sp>
        <p:nvSpPr>
          <p:cNvPr id="51" name="object 21"/>
          <p:cNvSpPr txBox="1"/>
          <p:nvPr/>
        </p:nvSpPr>
        <p:spPr>
          <a:xfrm>
            <a:off x="1395600" y="7431264"/>
            <a:ext cx="15368400" cy="504625"/>
          </a:xfrm>
          <a:prstGeom prst="rect">
            <a:avLst/>
          </a:prstGeom>
        </p:spPr>
        <p:txBody>
          <a:bodyPr vert="horz" wrap="square" lIns="0" tIns="12065" rIns="0" bIns="0" rtlCol="0">
            <a:spAutoFit/>
          </a:bodyPr>
          <a:lstStyle/>
          <a:p>
            <a:pPr marL="12700">
              <a:lnSpc>
                <a:spcPct val="100000"/>
              </a:lnSpc>
              <a:spcBef>
                <a:spcPts val="95"/>
              </a:spcBef>
            </a:pPr>
            <a:r>
              <a:rPr lang="en-US" sz="3200" b="1" dirty="0" err="1" smtClean="0"/>
              <a:t>Shippings</a:t>
            </a:r>
            <a:r>
              <a:rPr lang="en-US" sz="3200" dirty="0" smtClean="0"/>
              <a:t> – tracks shipping details like delivery status, provider, and return date.</a:t>
            </a:r>
            <a:endParaRPr sz="3150" dirty="0">
              <a:latin typeface="Lucida Sans Unicode"/>
              <a:cs typeface="Lucida Sans Unicode"/>
            </a:endParaRPr>
          </a:p>
        </p:txBody>
      </p:sp>
      <p:sp>
        <p:nvSpPr>
          <p:cNvPr id="52" name="object 21"/>
          <p:cNvSpPr txBox="1"/>
          <p:nvPr/>
        </p:nvSpPr>
        <p:spPr>
          <a:xfrm>
            <a:off x="1365110" y="8464331"/>
            <a:ext cx="14179690" cy="504625"/>
          </a:xfrm>
          <a:prstGeom prst="rect">
            <a:avLst/>
          </a:prstGeom>
        </p:spPr>
        <p:txBody>
          <a:bodyPr vert="horz" wrap="square" lIns="0" tIns="12065" rIns="0" bIns="0" rtlCol="0">
            <a:spAutoFit/>
          </a:bodyPr>
          <a:lstStyle/>
          <a:p>
            <a:pPr marL="12700">
              <a:lnSpc>
                <a:spcPct val="100000"/>
              </a:lnSpc>
              <a:spcBef>
                <a:spcPts val="95"/>
              </a:spcBef>
            </a:pPr>
            <a:r>
              <a:rPr lang="en-US" sz="3200" b="1" dirty="0" smtClean="0"/>
              <a:t>Payments</a:t>
            </a:r>
            <a:r>
              <a:rPr lang="en-US" sz="3200" dirty="0" smtClean="0"/>
              <a:t> – manages payment information such as payment status and date.</a:t>
            </a:r>
            <a:endParaRPr sz="3150" dirty="0">
              <a:latin typeface="Lucida Sans Unicode"/>
              <a:cs typeface="Lucida Sans Unicode"/>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11629612" y="0"/>
            <a:ext cx="6658609" cy="10287000"/>
            <a:chOff x="11629612" y="0"/>
            <a:chExt cx="6658609" cy="10287000"/>
          </a:xfrm>
        </p:grpSpPr>
        <p:sp>
          <p:nvSpPr>
            <p:cNvPr id="3" name="object 3"/>
            <p:cNvSpPr/>
            <p:nvPr/>
          </p:nvSpPr>
          <p:spPr>
            <a:xfrm>
              <a:off x="11629612" y="0"/>
              <a:ext cx="6658609" cy="10287000"/>
            </a:xfrm>
            <a:custGeom>
              <a:avLst/>
              <a:gdLst/>
              <a:ahLst/>
              <a:cxnLst/>
              <a:rect l="l" t="t" r="r" b="b"/>
              <a:pathLst>
                <a:path w="6658609" h="10287000">
                  <a:moveTo>
                    <a:pt x="6658386" y="10286999"/>
                  </a:moveTo>
                  <a:lnTo>
                    <a:pt x="0" y="10286999"/>
                  </a:lnTo>
                  <a:lnTo>
                    <a:pt x="0" y="0"/>
                  </a:lnTo>
                  <a:lnTo>
                    <a:pt x="6658386" y="0"/>
                  </a:lnTo>
                  <a:lnTo>
                    <a:pt x="6658386" y="10286999"/>
                  </a:lnTo>
                  <a:close/>
                </a:path>
              </a:pathLst>
            </a:custGeom>
            <a:solidFill>
              <a:srgbClr val="000000"/>
            </a:solidFill>
          </p:spPr>
          <p:txBody>
            <a:bodyPr wrap="square" lIns="0" tIns="0" rIns="0" bIns="0" rtlCol="0"/>
            <a:lstStyle/>
            <a:p>
              <a:endParaRPr/>
            </a:p>
          </p:txBody>
        </p:sp>
        <p:pic>
          <p:nvPicPr>
            <p:cNvPr id="4" name="object 4"/>
            <p:cNvPicPr/>
            <p:nvPr/>
          </p:nvPicPr>
          <p:blipFill>
            <a:blip r:embed="rId2" cstate="print"/>
            <a:stretch>
              <a:fillRect/>
            </a:stretch>
          </p:blipFill>
          <p:spPr>
            <a:xfrm>
              <a:off x="11786659" y="228799"/>
              <a:ext cx="6407534" cy="4488501"/>
            </a:xfrm>
            <a:prstGeom prst="rect">
              <a:avLst/>
            </a:prstGeom>
          </p:spPr>
        </p:pic>
      </p:grpSp>
      <p:sp>
        <p:nvSpPr>
          <p:cNvPr id="6" name="object 6"/>
          <p:cNvSpPr/>
          <p:nvPr/>
        </p:nvSpPr>
        <p:spPr>
          <a:xfrm>
            <a:off x="714618" y="1322213"/>
            <a:ext cx="10287000" cy="1153630"/>
          </a:xfrm>
          <a:custGeom>
            <a:avLst/>
            <a:gdLst/>
            <a:ahLst/>
            <a:cxnLst/>
            <a:rect l="l" t="t" r="r" b="b"/>
            <a:pathLst>
              <a:path w="5956934" h="993775">
                <a:moveTo>
                  <a:pt x="5956567" y="993408"/>
                </a:moveTo>
                <a:lnTo>
                  <a:pt x="0" y="993408"/>
                </a:lnTo>
                <a:lnTo>
                  <a:pt x="0" y="0"/>
                </a:lnTo>
                <a:lnTo>
                  <a:pt x="5956567" y="0"/>
                </a:lnTo>
                <a:lnTo>
                  <a:pt x="5956567" y="993408"/>
                </a:lnTo>
                <a:close/>
              </a:path>
            </a:pathLst>
          </a:custGeom>
          <a:solidFill>
            <a:srgbClr val="FABE04"/>
          </a:solidFill>
        </p:spPr>
        <p:txBody>
          <a:bodyPr wrap="square" lIns="0" tIns="0" rIns="0" bIns="0" rtlCol="0"/>
          <a:lstStyle/>
          <a:p>
            <a:endParaRPr/>
          </a:p>
        </p:txBody>
      </p:sp>
      <p:sp>
        <p:nvSpPr>
          <p:cNvPr id="10" name="object 10"/>
          <p:cNvSpPr/>
          <p:nvPr/>
        </p:nvSpPr>
        <p:spPr>
          <a:xfrm>
            <a:off x="0" y="7986964"/>
            <a:ext cx="5142230" cy="2300605"/>
          </a:xfrm>
          <a:custGeom>
            <a:avLst/>
            <a:gdLst/>
            <a:ahLst/>
            <a:cxnLst/>
            <a:rect l="l" t="t" r="r" b="b"/>
            <a:pathLst>
              <a:path w="5142230" h="2300604">
                <a:moveTo>
                  <a:pt x="304967" y="2237500"/>
                </a:moveTo>
                <a:lnTo>
                  <a:pt x="298355" y="2230422"/>
                </a:lnTo>
                <a:lnTo>
                  <a:pt x="293162" y="2223494"/>
                </a:lnTo>
                <a:lnTo>
                  <a:pt x="294632" y="2213729"/>
                </a:lnTo>
                <a:lnTo>
                  <a:pt x="301555" y="2208540"/>
                </a:lnTo>
                <a:lnTo>
                  <a:pt x="308528" y="2203396"/>
                </a:lnTo>
                <a:lnTo>
                  <a:pt x="318303" y="2204857"/>
                </a:lnTo>
                <a:lnTo>
                  <a:pt x="328644" y="2218664"/>
                </a:lnTo>
                <a:lnTo>
                  <a:pt x="327174" y="2228428"/>
                </a:lnTo>
                <a:lnTo>
                  <a:pt x="313802" y="2238454"/>
                </a:lnTo>
                <a:lnTo>
                  <a:pt x="304967" y="2237500"/>
                </a:lnTo>
                <a:close/>
              </a:path>
              <a:path w="5142230" h="2300604">
                <a:moveTo>
                  <a:pt x="345873" y="2295168"/>
                </a:moveTo>
                <a:lnTo>
                  <a:pt x="339536" y="2288385"/>
                </a:lnTo>
                <a:lnTo>
                  <a:pt x="334232" y="2280557"/>
                </a:lnTo>
                <a:lnTo>
                  <a:pt x="336075" y="2270800"/>
                </a:lnTo>
                <a:lnTo>
                  <a:pt x="343273" y="2265994"/>
                </a:lnTo>
                <a:lnTo>
                  <a:pt x="350420" y="2261133"/>
                </a:lnTo>
                <a:lnTo>
                  <a:pt x="360133" y="2263027"/>
                </a:lnTo>
                <a:lnTo>
                  <a:pt x="369795" y="2277377"/>
                </a:lnTo>
                <a:lnTo>
                  <a:pt x="367906" y="2287085"/>
                </a:lnTo>
                <a:lnTo>
                  <a:pt x="360754" y="2291940"/>
                </a:lnTo>
                <a:lnTo>
                  <a:pt x="354281" y="2296252"/>
                </a:lnTo>
                <a:lnTo>
                  <a:pt x="345873" y="2295168"/>
                </a:lnTo>
                <a:close/>
              </a:path>
              <a:path w="5142230" h="2300604">
                <a:moveTo>
                  <a:pt x="216674" y="2126857"/>
                </a:moveTo>
                <a:lnTo>
                  <a:pt x="210431" y="2120173"/>
                </a:lnTo>
                <a:lnTo>
                  <a:pt x="204897" y="2113565"/>
                </a:lnTo>
                <a:lnTo>
                  <a:pt x="205751" y="2103727"/>
                </a:lnTo>
                <a:lnTo>
                  <a:pt x="211089" y="2099178"/>
                </a:lnTo>
                <a:lnTo>
                  <a:pt x="217693" y="2093638"/>
                </a:lnTo>
                <a:lnTo>
                  <a:pt x="218923" y="2092609"/>
                </a:lnTo>
                <a:lnTo>
                  <a:pt x="228810" y="2093417"/>
                </a:lnTo>
                <a:lnTo>
                  <a:pt x="239874" y="2106630"/>
                </a:lnTo>
                <a:lnTo>
                  <a:pt x="239066" y="2116517"/>
                </a:lnTo>
                <a:lnTo>
                  <a:pt x="233690" y="2121026"/>
                </a:lnTo>
                <a:lnTo>
                  <a:pt x="227112" y="2126593"/>
                </a:lnTo>
                <a:lnTo>
                  <a:pt x="226093" y="2127458"/>
                </a:lnTo>
                <a:lnTo>
                  <a:pt x="216674" y="2126857"/>
                </a:lnTo>
                <a:close/>
              </a:path>
              <a:path w="5142230" h="2300604">
                <a:moveTo>
                  <a:pt x="170491" y="2072921"/>
                </a:moveTo>
                <a:lnTo>
                  <a:pt x="164391" y="2066392"/>
                </a:lnTo>
                <a:lnTo>
                  <a:pt x="158759" y="2059875"/>
                </a:lnTo>
                <a:lnTo>
                  <a:pt x="159474" y="2049985"/>
                </a:lnTo>
                <a:lnTo>
                  <a:pt x="171650" y="2039463"/>
                </a:lnTo>
                <a:lnTo>
                  <a:pt x="172509" y="2038721"/>
                </a:lnTo>
                <a:lnTo>
                  <a:pt x="182344" y="2039386"/>
                </a:lnTo>
                <a:lnTo>
                  <a:pt x="193712" y="2052425"/>
                </a:lnTo>
                <a:lnTo>
                  <a:pt x="192998" y="2062315"/>
                </a:lnTo>
                <a:lnTo>
                  <a:pt x="180813" y="2072829"/>
                </a:lnTo>
                <a:lnTo>
                  <a:pt x="180055" y="2073483"/>
                </a:lnTo>
                <a:lnTo>
                  <a:pt x="170491" y="2072921"/>
                </a:lnTo>
                <a:close/>
              </a:path>
              <a:path w="5142230" h="2300604">
                <a:moveTo>
                  <a:pt x="123927" y="2019460"/>
                </a:moveTo>
                <a:lnTo>
                  <a:pt x="117817" y="2012919"/>
                </a:lnTo>
                <a:lnTo>
                  <a:pt x="112095" y="2006403"/>
                </a:lnTo>
                <a:lnTo>
                  <a:pt x="112761" y="1996559"/>
                </a:lnTo>
                <a:lnTo>
                  <a:pt x="124997" y="1985807"/>
                </a:lnTo>
                <a:lnTo>
                  <a:pt x="125749" y="1985147"/>
                </a:lnTo>
                <a:lnTo>
                  <a:pt x="135644" y="1985866"/>
                </a:lnTo>
                <a:lnTo>
                  <a:pt x="147005" y="1998810"/>
                </a:lnTo>
                <a:lnTo>
                  <a:pt x="146381" y="2008698"/>
                </a:lnTo>
                <a:lnTo>
                  <a:pt x="139819" y="2014381"/>
                </a:lnTo>
                <a:lnTo>
                  <a:pt x="134097" y="2019398"/>
                </a:lnTo>
                <a:lnTo>
                  <a:pt x="133444" y="2019971"/>
                </a:lnTo>
                <a:lnTo>
                  <a:pt x="123927" y="2019460"/>
                </a:lnTo>
                <a:close/>
              </a:path>
              <a:path w="5142230" h="2300604">
                <a:moveTo>
                  <a:pt x="261646" y="2181547"/>
                </a:moveTo>
                <a:lnTo>
                  <a:pt x="255265" y="2174716"/>
                </a:lnTo>
                <a:lnTo>
                  <a:pt x="249877" y="2167970"/>
                </a:lnTo>
                <a:lnTo>
                  <a:pt x="250964" y="2158089"/>
                </a:lnTo>
                <a:lnTo>
                  <a:pt x="264459" y="2147317"/>
                </a:lnTo>
                <a:lnTo>
                  <a:pt x="274288" y="2148454"/>
                </a:lnTo>
                <a:lnTo>
                  <a:pt x="285113" y="2161899"/>
                </a:lnTo>
                <a:lnTo>
                  <a:pt x="283976" y="2171728"/>
                </a:lnTo>
                <a:lnTo>
                  <a:pt x="277226" y="2177111"/>
                </a:lnTo>
                <a:lnTo>
                  <a:pt x="270823" y="2182280"/>
                </a:lnTo>
                <a:lnTo>
                  <a:pt x="261646" y="2181547"/>
                </a:lnTo>
                <a:close/>
              </a:path>
              <a:path w="5142230" h="2300604">
                <a:moveTo>
                  <a:pt x="31141" y="1911631"/>
                </a:moveTo>
                <a:lnTo>
                  <a:pt x="24906" y="1904956"/>
                </a:lnTo>
                <a:lnTo>
                  <a:pt x="19366" y="1898351"/>
                </a:lnTo>
                <a:lnTo>
                  <a:pt x="20274" y="1888464"/>
                </a:lnTo>
                <a:lnTo>
                  <a:pt x="26878" y="1882924"/>
                </a:lnTo>
                <a:lnTo>
                  <a:pt x="32189" y="1878542"/>
                </a:lnTo>
                <a:lnTo>
                  <a:pt x="33582" y="1877393"/>
                </a:lnTo>
                <a:lnTo>
                  <a:pt x="43375" y="1878297"/>
                </a:lnTo>
                <a:lnTo>
                  <a:pt x="54485" y="1891559"/>
                </a:lnTo>
                <a:lnTo>
                  <a:pt x="53587" y="1901447"/>
                </a:lnTo>
                <a:lnTo>
                  <a:pt x="41692" y="1911391"/>
                </a:lnTo>
                <a:lnTo>
                  <a:pt x="40564" y="1912334"/>
                </a:lnTo>
                <a:lnTo>
                  <a:pt x="31141" y="1911631"/>
                </a:lnTo>
                <a:close/>
              </a:path>
              <a:path w="5142230" h="2300604">
                <a:moveTo>
                  <a:pt x="77219" y="1965843"/>
                </a:moveTo>
                <a:lnTo>
                  <a:pt x="71069" y="1959260"/>
                </a:lnTo>
                <a:lnTo>
                  <a:pt x="65437" y="1952743"/>
                </a:lnTo>
                <a:lnTo>
                  <a:pt x="66147" y="1942848"/>
                </a:lnTo>
                <a:lnTo>
                  <a:pt x="78326" y="1932329"/>
                </a:lnTo>
                <a:lnTo>
                  <a:pt x="79236" y="1931543"/>
                </a:lnTo>
                <a:lnTo>
                  <a:pt x="89116" y="1932257"/>
                </a:lnTo>
                <a:lnTo>
                  <a:pt x="100435" y="1945342"/>
                </a:lnTo>
                <a:lnTo>
                  <a:pt x="99721" y="1955231"/>
                </a:lnTo>
                <a:lnTo>
                  <a:pt x="87537" y="1965745"/>
                </a:lnTo>
                <a:lnTo>
                  <a:pt x="86774" y="1966404"/>
                </a:lnTo>
                <a:lnTo>
                  <a:pt x="77219" y="1965843"/>
                </a:lnTo>
                <a:close/>
              </a:path>
              <a:path w="5142230" h="2300604">
                <a:moveTo>
                  <a:pt x="0" y="1853578"/>
                </a:moveTo>
                <a:lnTo>
                  <a:pt x="0" y="1823852"/>
                </a:lnTo>
                <a:lnTo>
                  <a:pt x="10126" y="1836938"/>
                </a:lnTo>
                <a:lnTo>
                  <a:pt x="8854" y="1846719"/>
                </a:lnTo>
                <a:lnTo>
                  <a:pt x="0" y="1853578"/>
                </a:lnTo>
                <a:close/>
              </a:path>
              <a:path w="5142230" h="2300604">
                <a:moveTo>
                  <a:pt x="799057" y="2223919"/>
                </a:moveTo>
                <a:lnTo>
                  <a:pt x="792856" y="2217280"/>
                </a:lnTo>
                <a:lnTo>
                  <a:pt x="792316" y="2216507"/>
                </a:lnTo>
                <a:lnTo>
                  <a:pt x="787736" y="2209453"/>
                </a:lnTo>
                <a:lnTo>
                  <a:pt x="789704" y="2200036"/>
                </a:lnTo>
                <a:lnTo>
                  <a:pt x="803810" y="2190885"/>
                </a:lnTo>
                <a:lnTo>
                  <a:pt x="813232" y="2192858"/>
                </a:lnTo>
                <a:lnTo>
                  <a:pt x="822378" y="2206950"/>
                </a:lnTo>
                <a:lnTo>
                  <a:pt x="820410" y="2216377"/>
                </a:lnTo>
                <a:lnTo>
                  <a:pt x="813361" y="2220953"/>
                </a:lnTo>
                <a:lnTo>
                  <a:pt x="807079" y="2225077"/>
                </a:lnTo>
                <a:lnTo>
                  <a:pt x="799057" y="2223919"/>
                </a:lnTo>
                <a:close/>
              </a:path>
              <a:path w="5142230" h="2300604">
                <a:moveTo>
                  <a:pt x="249425" y="1662529"/>
                </a:moveTo>
                <a:lnTo>
                  <a:pt x="243458" y="1656141"/>
                </a:lnTo>
                <a:lnTo>
                  <a:pt x="243485" y="1646884"/>
                </a:lnTo>
                <a:lnTo>
                  <a:pt x="249160" y="1641035"/>
                </a:lnTo>
                <a:lnTo>
                  <a:pt x="255076" y="1635061"/>
                </a:lnTo>
                <a:lnTo>
                  <a:pt x="264717" y="1634912"/>
                </a:lnTo>
                <a:lnTo>
                  <a:pt x="276686" y="1646650"/>
                </a:lnTo>
                <a:lnTo>
                  <a:pt x="276821" y="1656285"/>
                </a:lnTo>
                <a:lnTo>
                  <a:pt x="270955" y="1662313"/>
                </a:lnTo>
                <a:lnTo>
                  <a:pt x="265044" y="1668301"/>
                </a:lnTo>
                <a:lnTo>
                  <a:pt x="255457" y="1668399"/>
                </a:lnTo>
                <a:lnTo>
                  <a:pt x="249425" y="1662529"/>
                </a:lnTo>
                <a:close/>
              </a:path>
              <a:path w="5142230" h="2300604">
                <a:moveTo>
                  <a:pt x="352928" y="1760424"/>
                </a:moveTo>
                <a:lnTo>
                  <a:pt x="346729" y="1753788"/>
                </a:lnTo>
                <a:lnTo>
                  <a:pt x="346611" y="1744767"/>
                </a:lnTo>
                <a:lnTo>
                  <a:pt x="357737" y="1732739"/>
                </a:lnTo>
                <a:lnTo>
                  <a:pt x="367387" y="1732307"/>
                </a:lnTo>
                <a:lnTo>
                  <a:pt x="379698" y="1743726"/>
                </a:lnTo>
                <a:lnTo>
                  <a:pt x="380125" y="1753371"/>
                </a:lnTo>
                <a:lnTo>
                  <a:pt x="368706" y="1765682"/>
                </a:lnTo>
                <a:lnTo>
                  <a:pt x="359109" y="1766063"/>
                </a:lnTo>
                <a:lnTo>
                  <a:pt x="352928" y="1760424"/>
                </a:lnTo>
                <a:close/>
              </a:path>
              <a:path w="5142230" h="2300604">
                <a:moveTo>
                  <a:pt x="457968" y="1856152"/>
                </a:moveTo>
                <a:lnTo>
                  <a:pt x="451677" y="1849418"/>
                </a:lnTo>
                <a:lnTo>
                  <a:pt x="451513" y="1840542"/>
                </a:lnTo>
                <a:lnTo>
                  <a:pt x="456954" y="1834638"/>
                </a:lnTo>
                <a:lnTo>
                  <a:pt x="462548" y="1828407"/>
                </a:lnTo>
                <a:lnTo>
                  <a:pt x="472148" y="1827932"/>
                </a:lnTo>
                <a:lnTo>
                  <a:pt x="484595" y="1839214"/>
                </a:lnTo>
                <a:lnTo>
                  <a:pt x="485081" y="1848814"/>
                </a:lnTo>
                <a:lnTo>
                  <a:pt x="479433" y="1855084"/>
                </a:lnTo>
                <a:lnTo>
                  <a:pt x="473798" y="1861271"/>
                </a:lnTo>
                <a:lnTo>
                  <a:pt x="464194" y="1861751"/>
                </a:lnTo>
                <a:lnTo>
                  <a:pt x="457968" y="1856152"/>
                </a:lnTo>
                <a:close/>
              </a:path>
              <a:path w="5142230" h="2300604">
                <a:moveTo>
                  <a:pt x="300855" y="1711914"/>
                </a:moveTo>
                <a:lnTo>
                  <a:pt x="294751" y="1705380"/>
                </a:lnTo>
                <a:lnTo>
                  <a:pt x="294636" y="1696265"/>
                </a:lnTo>
                <a:lnTo>
                  <a:pt x="300217" y="1690412"/>
                </a:lnTo>
                <a:lnTo>
                  <a:pt x="305997" y="1684282"/>
                </a:lnTo>
                <a:lnTo>
                  <a:pt x="315586" y="1683990"/>
                </a:lnTo>
                <a:lnTo>
                  <a:pt x="327844" y="1695549"/>
                </a:lnTo>
                <a:lnTo>
                  <a:pt x="328136" y="1705147"/>
                </a:lnTo>
                <a:lnTo>
                  <a:pt x="316577" y="1717406"/>
                </a:lnTo>
                <a:lnTo>
                  <a:pt x="306938" y="1717644"/>
                </a:lnTo>
                <a:lnTo>
                  <a:pt x="300855" y="1711914"/>
                </a:lnTo>
                <a:close/>
              </a:path>
              <a:path w="5142230" h="2300604">
                <a:moveTo>
                  <a:pt x="405345" y="1808421"/>
                </a:moveTo>
                <a:lnTo>
                  <a:pt x="399154" y="1801795"/>
                </a:lnTo>
                <a:lnTo>
                  <a:pt x="398988" y="1792820"/>
                </a:lnTo>
                <a:lnTo>
                  <a:pt x="404335" y="1786911"/>
                </a:lnTo>
                <a:lnTo>
                  <a:pt x="410018" y="1780680"/>
                </a:lnTo>
                <a:lnTo>
                  <a:pt x="419663" y="1780262"/>
                </a:lnTo>
                <a:lnTo>
                  <a:pt x="432031" y="1791537"/>
                </a:lnTo>
                <a:lnTo>
                  <a:pt x="432552" y="1801185"/>
                </a:lnTo>
                <a:lnTo>
                  <a:pt x="421220" y="1813588"/>
                </a:lnTo>
                <a:lnTo>
                  <a:pt x="411575" y="1814015"/>
                </a:lnTo>
                <a:lnTo>
                  <a:pt x="405345" y="1808421"/>
                </a:lnTo>
                <a:close/>
              </a:path>
              <a:path w="5142230" h="2300604">
                <a:moveTo>
                  <a:pt x="64137" y="1457145"/>
                </a:moveTo>
                <a:lnTo>
                  <a:pt x="57795" y="1450356"/>
                </a:lnTo>
                <a:lnTo>
                  <a:pt x="52646" y="1443671"/>
                </a:lnTo>
                <a:lnTo>
                  <a:pt x="53962" y="1434132"/>
                </a:lnTo>
                <a:lnTo>
                  <a:pt x="67245" y="1423915"/>
                </a:lnTo>
                <a:lnTo>
                  <a:pt x="76832" y="1425185"/>
                </a:lnTo>
                <a:lnTo>
                  <a:pt x="87001" y="1438514"/>
                </a:lnTo>
                <a:lnTo>
                  <a:pt x="85779" y="1448056"/>
                </a:lnTo>
                <a:lnTo>
                  <a:pt x="79089" y="1453210"/>
                </a:lnTo>
                <a:lnTo>
                  <a:pt x="72837" y="1457954"/>
                </a:lnTo>
                <a:lnTo>
                  <a:pt x="64137" y="1457145"/>
                </a:lnTo>
                <a:close/>
              </a:path>
              <a:path w="5142230" h="2300604">
                <a:moveTo>
                  <a:pt x="22348" y="1399411"/>
                </a:moveTo>
                <a:lnTo>
                  <a:pt x="15637" y="1392227"/>
                </a:lnTo>
                <a:lnTo>
                  <a:pt x="10870" y="1385267"/>
                </a:lnTo>
                <a:lnTo>
                  <a:pt x="12703" y="1375793"/>
                </a:lnTo>
                <a:lnTo>
                  <a:pt x="26576" y="1366304"/>
                </a:lnTo>
                <a:lnTo>
                  <a:pt x="36004" y="1368088"/>
                </a:lnTo>
                <a:lnTo>
                  <a:pt x="45488" y="1381955"/>
                </a:lnTo>
                <a:lnTo>
                  <a:pt x="43754" y="1391437"/>
                </a:lnTo>
                <a:lnTo>
                  <a:pt x="36794" y="1396205"/>
                </a:lnTo>
                <a:lnTo>
                  <a:pt x="30464" y="1400474"/>
                </a:lnTo>
                <a:lnTo>
                  <a:pt x="22348" y="1399411"/>
                </a:lnTo>
                <a:close/>
              </a:path>
              <a:path w="5142230" h="2300604">
                <a:moveTo>
                  <a:pt x="108783" y="1512669"/>
                </a:moveTo>
                <a:lnTo>
                  <a:pt x="102722" y="1506181"/>
                </a:lnTo>
                <a:lnTo>
                  <a:pt x="97326" y="1499808"/>
                </a:lnTo>
                <a:lnTo>
                  <a:pt x="98129" y="1490210"/>
                </a:lnTo>
                <a:lnTo>
                  <a:pt x="103375" y="1485757"/>
                </a:lnTo>
                <a:lnTo>
                  <a:pt x="109778" y="1480393"/>
                </a:lnTo>
                <a:lnTo>
                  <a:pt x="111009" y="1479365"/>
                </a:lnTo>
                <a:lnTo>
                  <a:pt x="120564" y="1480209"/>
                </a:lnTo>
                <a:lnTo>
                  <a:pt x="131412" y="1492995"/>
                </a:lnTo>
                <a:lnTo>
                  <a:pt x="130564" y="1502644"/>
                </a:lnTo>
                <a:lnTo>
                  <a:pt x="125368" y="1507051"/>
                </a:lnTo>
                <a:lnTo>
                  <a:pt x="124196" y="1508045"/>
                </a:lnTo>
                <a:lnTo>
                  <a:pt x="118900" y="1512444"/>
                </a:lnTo>
                <a:lnTo>
                  <a:pt x="117924" y="1513256"/>
                </a:lnTo>
                <a:lnTo>
                  <a:pt x="108783" y="1512669"/>
                </a:lnTo>
                <a:close/>
              </a:path>
              <a:path w="5142230" h="2300604">
                <a:moveTo>
                  <a:pt x="834899" y="2284474"/>
                </a:moveTo>
                <a:lnTo>
                  <a:pt x="829433" y="2278623"/>
                </a:lnTo>
                <a:lnTo>
                  <a:pt x="828660" y="2277601"/>
                </a:lnTo>
                <a:lnTo>
                  <a:pt x="827997" y="2276403"/>
                </a:lnTo>
                <a:lnTo>
                  <a:pt x="824046" y="2269045"/>
                </a:lnTo>
                <a:lnTo>
                  <a:pt x="826767" y="2259838"/>
                </a:lnTo>
                <a:lnTo>
                  <a:pt x="834128" y="2255792"/>
                </a:lnTo>
                <a:lnTo>
                  <a:pt x="841534" y="2251795"/>
                </a:lnTo>
                <a:lnTo>
                  <a:pt x="850788" y="2254565"/>
                </a:lnTo>
                <a:lnTo>
                  <a:pt x="858736" y="2269329"/>
                </a:lnTo>
                <a:lnTo>
                  <a:pt x="856014" y="2278537"/>
                </a:lnTo>
                <a:lnTo>
                  <a:pt x="848654" y="2282582"/>
                </a:lnTo>
                <a:lnTo>
                  <a:pt x="842402" y="2285957"/>
                </a:lnTo>
                <a:lnTo>
                  <a:pt x="834899" y="2284474"/>
                </a:lnTo>
                <a:close/>
              </a:path>
              <a:path w="5142230" h="2300604">
                <a:moveTo>
                  <a:pt x="0" y="1335562"/>
                </a:moveTo>
                <a:lnTo>
                  <a:pt x="0" y="1310932"/>
                </a:lnTo>
                <a:lnTo>
                  <a:pt x="7363" y="1323255"/>
                </a:lnTo>
                <a:lnTo>
                  <a:pt x="4967" y="1332616"/>
                </a:lnTo>
                <a:lnTo>
                  <a:pt x="0" y="1335562"/>
                </a:lnTo>
                <a:close/>
              </a:path>
              <a:path w="5142230" h="2300604">
                <a:moveTo>
                  <a:pt x="667404" y="2058257"/>
                </a:moveTo>
                <a:lnTo>
                  <a:pt x="655880" y="2045921"/>
                </a:lnTo>
                <a:lnTo>
                  <a:pt x="656207" y="2036301"/>
                </a:lnTo>
                <a:lnTo>
                  <a:pt x="668540" y="2024871"/>
                </a:lnTo>
                <a:lnTo>
                  <a:pt x="678155" y="2025203"/>
                </a:lnTo>
                <a:lnTo>
                  <a:pt x="689592" y="2037447"/>
                </a:lnTo>
                <a:lnTo>
                  <a:pt x="689261" y="2047052"/>
                </a:lnTo>
                <a:lnTo>
                  <a:pt x="676978" y="2058536"/>
                </a:lnTo>
                <a:lnTo>
                  <a:pt x="667404" y="2058257"/>
                </a:lnTo>
                <a:close/>
              </a:path>
              <a:path w="5142230" h="2300604">
                <a:moveTo>
                  <a:pt x="562052" y="1952127"/>
                </a:moveTo>
                <a:lnTo>
                  <a:pt x="555993" y="1945642"/>
                </a:lnTo>
                <a:lnTo>
                  <a:pt x="555932" y="1936486"/>
                </a:lnTo>
                <a:lnTo>
                  <a:pt x="567338" y="1924552"/>
                </a:lnTo>
                <a:lnTo>
                  <a:pt x="576973" y="1924309"/>
                </a:lnTo>
                <a:lnTo>
                  <a:pt x="589093" y="1935915"/>
                </a:lnTo>
                <a:lnTo>
                  <a:pt x="589380" y="1945508"/>
                </a:lnTo>
                <a:lnTo>
                  <a:pt x="583555" y="1951589"/>
                </a:lnTo>
                <a:lnTo>
                  <a:pt x="577776" y="1957718"/>
                </a:lnTo>
                <a:lnTo>
                  <a:pt x="568132" y="1957961"/>
                </a:lnTo>
                <a:lnTo>
                  <a:pt x="562052" y="1952127"/>
                </a:lnTo>
                <a:close/>
              </a:path>
              <a:path w="5142230" h="2300604">
                <a:moveTo>
                  <a:pt x="612549" y="2001296"/>
                </a:moveTo>
                <a:lnTo>
                  <a:pt x="606719" y="1995055"/>
                </a:lnTo>
                <a:lnTo>
                  <a:pt x="606848" y="1985712"/>
                </a:lnTo>
                <a:lnTo>
                  <a:pt x="618625" y="1973980"/>
                </a:lnTo>
                <a:lnTo>
                  <a:pt x="628209" y="1973976"/>
                </a:lnTo>
                <a:lnTo>
                  <a:pt x="640126" y="1985853"/>
                </a:lnTo>
                <a:lnTo>
                  <a:pt x="640077" y="1995478"/>
                </a:lnTo>
                <a:lnTo>
                  <a:pt x="634214" y="2001420"/>
                </a:lnTo>
                <a:lnTo>
                  <a:pt x="628253" y="2007354"/>
                </a:lnTo>
                <a:lnTo>
                  <a:pt x="618575" y="2007355"/>
                </a:lnTo>
                <a:lnTo>
                  <a:pt x="612549" y="2001296"/>
                </a:lnTo>
                <a:close/>
              </a:path>
              <a:path w="5142230" h="2300604">
                <a:moveTo>
                  <a:pt x="155878" y="1566201"/>
                </a:moveTo>
                <a:lnTo>
                  <a:pt x="144307" y="1553815"/>
                </a:lnTo>
                <a:lnTo>
                  <a:pt x="144724" y="1544203"/>
                </a:lnTo>
                <a:lnTo>
                  <a:pt x="150918" y="1538508"/>
                </a:lnTo>
                <a:lnTo>
                  <a:pt x="156906" y="1533090"/>
                </a:lnTo>
                <a:lnTo>
                  <a:pt x="157153" y="1532866"/>
                </a:lnTo>
                <a:lnTo>
                  <a:pt x="166765" y="1533283"/>
                </a:lnTo>
                <a:lnTo>
                  <a:pt x="172411" y="1539523"/>
                </a:lnTo>
                <a:lnTo>
                  <a:pt x="178097" y="1545609"/>
                </a:lnTo>
                <a:lnTo>
                  <a:pt x="177680" y="1555328"/>
                </a:lnTo>
                <a:lnTo>
                  <a:pt x="171481" y="1561019"/>
                </a:lnTo>
                <a:lnTo>
                  <a:pt x="165493" y="1566436"/>
                </a:lnTo>
                <a:lnTo>
                  <a:pt x="165295" y="1566615"/>
                </a:lnTo>
                <a:lnTo>
                  <a:pt x="155878" y="1566201"/>
                </a:lnTo>
                <a:close/>
              </a:path>
              <a:path w="5142230" h="2300604">
                <a:moveTo>
                  <a:pt x="714323" y="2111025"/>
                </a:moveTo>
                <a:lnTo>
                  <a:pt x="708315" y="2104593"/>
                </a:lnTo>
                <a:lnTo>
                  <a:pt x="702868" y="2098176"/>
                </a:lnTo>
                <a:lnTo>
                  <a:pt x="703667" y="2088573"/>
                </a:lnTo>
                <a:lnTo>
                  <a:pt x="715383" y="2078632"/>
                </a:lnTo>
                <a:lnTo>
                  <a:pt x="716453" y="2077725"/>
                </a:lnTo>
                <a:lnTo>
                  <a:pt x="726105" y="2078478"/>
                </a:lnTo>
                <a:lnTo>
                  <a:pt x="736950" y="2091358"/>
                </a:lnTo>
                <a:lnTo>
                  <a:pt x="736200" y="2100916"/>
                </a:lnTo>
                <a:lnTo>
                  <a:pt x="724478" y="2110850"/>
                </a:lnTo>
                <a:lnTo>
                  <a:pt x="723560" y="2111627"/>
                </a:lnTo>
                <a:lnTo>
                  <a:pt x="714323" y="2111025"/>
                </a:lnTo>
                <a:close/>
              </a:path>
              <a:path w="5142230" h="2300604">
                <a:moveTo>
                  <a:pt x="198744" y="1611805"/>
                </a:moveTo>
                <a:lnTo>
                  <a:pt x="193096" y="1605758"/>
                </a:lnTo>
                <a:lnTo>
                  <a:pt x="193327" y="1596320"/>
                </a:lnTo>
                <a:lnTo>
                  <a:pt x="199286" y="1590480"/>
                </a:lnTo>
                <a:lnTo>
                  <a:pt x="199718" y="1590063"/>
                </a:lnTo>
                <a:lnTo>
                  <a:pt x="205333" y="1584647"/>
                </a:lnTo>
                <a:lnTo>
                  <a:pt x="214960" y="1584786"/>
                </a:lnTo>
                <a:lnTo>
                  <a:pt x="226687" y="1596841"/>
                </a:lnTo>
                <a:lnTo>
                  <a:pt x="226548" y="1606468"/>
                </a:lnTo>
                <a:lnTo>
                  <a:pt x="226111" y="1606889"/>
                </a:lnTo>
                <a:lnTo>
                  <a:pt x="220495" y="1612304"/>
                </a:lnTo>
                <a:lnTo>
                  <a:pt x="214488" y="1618190"/>
                </a:lnTo>
                <a:lnTo>
                  <a:pt x="204862" y="1618051"/>
                </a:lnTo>
                <a:lnTo>
                  <a:pt x="198744" y="1611805"/>
                </a:lnTo>
                <a:close/>
              </a:path>
              <a:path w="5142230" h="2300604">
                <a:moveTo>
                  <a:pt x="758534" y="2166171"/>
                </a:moveTo>
                <a:lnTo>
                  <a:pt x="752151" y="2159338"/>
                </a:lnTo>
                <a:lnTo>
                  <a:pt x="747045" y="2152602"/>
                </a:lnTo>
                <a:lnTo>
                  <a:pt x="748451" y="2143061"/>
                </a:lnTo>
                <a:lnTo>
                  <a:pt x="761830" y="2132947"/>
                </a:lnTo>
                <a:lnTo>
                  <a:pt x="771369" y="2134263"/>
                </a:lnTo>
                <a:lnTo>
                  <a:pt x="781485" y="2147731"/>
                </a:lnTo>
                <a:lnTo>
                  <a:pt x="780169" y="2157270"/>
                </a:lnTo>
                <a:lnTo>
                  <a:pt x="773436" y="2162281"/>
                </a:lnTo>
                <a:lnTo>
                  <a:pt x="767185" y="2167025"/>
                </a:lnTo>
                <a:lnTo>
                  <a:pt x="758534" y="2166171"/>
                </a:lnTo>
                <a:close/>
              </a:path>
              <a:path w="5142230" h="2300604">
                <a:moveTo>
                  <a:pt x="510350" y="1903918"/>
                </a:moveTo>
                <a:lnTo>
                  <a:pt x="504156" y="1897286"/>
                </a:lnTo>
                <a:lnTo>
                  <a:pt x="504038" y="1888265"/>
                </a:lnTo>
                <a:lnTo>
                  <a:pt x="515119" y="1876179"/>
                </a:lnTo>
                <a:lnTo>
                  <a:pt x="524764" y="1875752"/>
                </a:lnTo>
                <a:lnTo>
                  <a:pt x="537169" y="1887174"/>
                </a:lnTo>
                <a:lnTo>
                  <a:pt x="537550" y="1896771"/>
                </a:lnTo>
                <a:lnTo>
                  <a:pt x="531862" y="1902997"/>
                </a:lnTo>
                <a:lnTo>
                  <a:pt x="526177" y="1909130"/>
                </a:lnTo>
                <a:lnTo>
                  <a:pt x="516532" y="1909557"/>
                </a:lnTo>
                <a:lnTo>
                  <a:pt x="510350" y="1903918"/>
                </a:lnTo>
                <a:close/>
              </a:path>
              <a:path w="5142230" h="2300604">
                <a:moveTo>
                  <a:pt x="311083" y="1372452"/>
                </a:moveTo>
                <a:lnTo>
                  <a:pt x="305205" y="1366160"/>
                </a:lnTo>
                <a:lnTo>
                  <a:pt x="304883" y="1357790"/>
                </a:lnTo>
                <a:lnTo>
                  <a:pt x="309702" y="1352001"/>
                </a:lnTo>
                <a:lnTo>
                  <a:pt x="314972" y="1345717"/>
                </a:lnTo>
                <a:lnTo>
                  <a:pt x="324248" y="1344895"/>
                </a:lnTo>
                <a:lnTo>
                  <a:pt x="336830" y="1355431"/>
                </a:lnTo>
                <a:lnTo>
                  <a:pt x="337642" y="1364707"/>
                </a:lnTo>
                <a:lnTo>
                  <a:pt x="327165" y="1377243"/>
                </a:lnTo>
                <a:lnTo>
                  <a:pt x="317835" y="1378106"/>
                </a:lnTo>
                <a:lnTo>
                  <a:pt x="311083" y="1372452"/>
                </a:lnTo>
                <a:close/>
              </a:path>
              <a:path w="5142230" h="2300604">
                <a:moveTo>
                  <a:pt x="121095" y="1170824"/>
                </a:moveTo>
                <a:lnTo>
                  <a:pt x="115120" y="1164428"/>
                </a:lnTo>
                <a:lnTo>
                  <a:pt x="114716" y="1163800"/>
                </a:lnTo>
                <a:lnTo>
                  <a:pt x="110029" y="1157121"/>
                </a:lnTo>
                <a:lnTo>
                  <a:pt x="111717" y="1147883"/>
                </a:lnTo>
                <a:lnTo>
                  <a:pt x="125152" y="1138610"/>
                </a:lnTo>
                <a:lnTo>
                  <a:pt x="134354" y="1140250"/>
                </a:lnTo>
                <a:lnTo>
                  <a:pt x="143668" y="1153739"/>
                </a:lnTo>
                <a:lnTo>
                  <a:pt x="141982" y="1162892"/>
                </a:lnTo>
                <a:lnTo>
                  <a:pt x="135303" y="1167570"/>
                </a:lnTo>
                <a:lnTo>
                  <a:pt x="129170" y="1171747"/>
                </a:lnTo>
                <a:lnTo>
                  <a:pt x="121095" y="1170824"/>
                </a:lnTo>
                <a:close/>
              </a:path>
              <a:path w="5142230" h="2300604">
                <a:moveTo>
                  <a:pt x="0" y="842644"/>
                </a:moveTo>
                <a:lnTo>
                  <a:pt x="0" y="818485"/>
                </a:lnTo>
                <a:lnTo>
                  <a:pt x="505" y="818776"/>
                </a:lnTo>
                <a:lnTo>
                  <a:pt x="4736" y="834546"/>
                </a:lnTo>
                <a:lnTo>
                  <a:pt x="0" y="842644"/>
                </a:lnTo>
                <a:close/>
              </a:path>
              <a:path w="5142230" h="2300604">
                <a:moveTo>
                  <a:pt x="1280867" y="2283698"/>
                </a:moveTo>
                <a:lnTo>
                  <a:pt x="1275624" y="2278085"/>
                </a:lnTo>
                <a:lnTo>
                  <a:pt x="1274467" y="2276162"/>
                </a:lnTo>
                <a:lnTo>
                  <a:pt x="1273827" y="2274011"/>
                </a:lnTo>
                <a:lnTo>
                  <a:pt x="1271360" y="2266190"/>
                </a:lnTo>
                <a:lnTo>
                  <a:pt x="1275651" y="2257881"/>
                </a:lnTo>
                <a:lnTo>
                  <a:pt x="1283478" y="2255409"/>
                </a:lnTo>
                <a:lnTo>
                  <a:pt x="1291260" y="2252987"/>
                </a:lnTo>
                <a:lnTo>
                  <a:pt x="1299564" y="2257283"/>
                </a:lnTo>
                <a:lnTo>
                  <a:pt x="1304511" y="2272842"/>
                </a:lnTo>
                <a:lnTo>
                  <a:pt x="1300215" y="2281146"/>
                </a:lnTo>
                <a:lnTo>
                  <a:pt x="1286757" y="2285409"/>
                </a:lnTo>
                <a:lnTo>
                  <a:pt x="1280867" y="2283698"/>
                </a:lnTo>
                <a:close/>
              </a:path>
              <a:path w="5142230" h="2300604">
                <a:moveTo>
                  <a:pt x="24468" y="980109"/>
                </a:moveTo>
                <a:lnTo>
                  <a:pt x="19184" y="974453"/>
                </a:lnTo>
                <a:lnTo>
                  <a:pt x="18157" y="972855"/>
                </a:lnTo>
                <a:lnTo>
                  <a:pt x="14611" y="963293"/>
                </a:lnTo>
                <a:lnTo>
                  <a:pt x="18490" y="954738"/>
                </a:lnTo>
                <a:lnTo>
                  <a:pt x="26187" y="951931"/>
                </a:lnTo>
                <a:lnTo>
                  <a:pt x="33837" y="949076"/>
                </a:lnTo>
                <a:lnTo>
                  <a:pt x="42343" y="953001"/>
                </a:lnTo>
                <a:lnTo>
                  <a:pt x="48049" y="968297"/>
                </a:lnTo>
                <a:lnTo>
                  <a:pt x="44129" y="976808"/>
                </a:lnTo>
                <a:lnTo>
                  <a:pt x="36474" y="979658"/>
                </a:lnTo>
                <a:lnTo>
                  <a:pt x="30694" y="981780"/>
                </a:lnTo>
                <a:lnTo>
                  <a:pt x="24468" y="980109"/>
                </a:lnTo>
                <a:close/>
              </a:path>
              <a:path w="5142230" h="2300604">
                <a:moveTo>
                  <a:pt x="539860" y="1540417"/>
                </a:moveTo>
                <a:lnTo>
                  <a:pt x="534531" y="1534712"/>
                </a:lnTo>
                <a:lnTo>
                  <a:pt x="533754" y="1527037"/>
                </a:lnTo>
                <a:lnTo>
                  <a:pt x="537728" y="1521224"/>
                </a:lnTo>
                <a:lnTo>
                  <a:pt x="542255" y="1514438"/>
                </a:lnTo>
                <a:lnTo>
                  <a:pt x="551474" y="1512675"/>
                </a:lnTo>
                <a:lnTo>
                  <a:pt x="564992" y="1521770"/>
                </a:lnTo>
                <a:lnTo>
                  <a:pt x="566760" y="1530993"/>
                </a:lnTo>
                <a:lnTo>
                  <a:pt x="562233" y="1537779"/>
                </a:lnTo>
                <a:lnTo>
                  <a:pt x="557661" y="1544516"/>
                </a:lnTo>
                <a:lnTo>
                  <a:pt x="548478" y="1546328"/>
                </a:lnTo>
                <a:lnTo>
                  <a:pt x="541656" y="1541752"/>
                </a:lnTo>
                <a:lnTo>
                  <a:pt x="540732" y="1541154"/>
                </a:lnTo>
                <a:lnTo>
                  <a:pt x="539860" y="1540417"/>
                </a:lnTo>
                <a:close/>
              </a:path>
              <a:path w="5142230" h="2300604">
                <a:moveTo>
                  <a:pt x="82975" y="1110176"/>
                </a:moveTo>
                <a:lnTo>
                  <a:pt x="77646" y="1104471"/>
                </a:lnTo>
                <a:lnTo>
                  <a:pt x="76924" y="1103502"/>
                </a:lnTo>
                <a:lnTo>
                  <a:pt x="72338" y="1095367"/>
                </a:lnTo>
                <a:lnTo>
                  <a:pt x="74864" y="1086342"/>
                </a:lnTo>
                <a:lnTo>
                  <a:pt x="81987" y="1082335"/>
                </a:lnTo>
                <a:lnTo>
                  <a:pt x="89156" y="1078378"/>
                </a:lnTo>
                <a:lnTo>
                  <a:pt x="98182" y="1080904"/>
                </a:lnTo>
                <a:lnTo>
                  <a:pt x="106141" y="1095201"/>
                </a:lnTo>
                <a:lnTo>
                  <a:pt x="103570" y="1104168"/>
                </a:lnTo>
                <a:lnTo>
                  <a:pt x="96446" y="1108174"/>
                </a:lnTo>
                <a:lnTo>
                  <a:pt x="90383" y="1111556"/>
                </a:lnTo>
                <a:lnTo>
                  <a:pt x="82975" y="1110176"/>
                </a:lnTo>
                <a:close/>
              </a:path>
              <a:path w="5142230" h="2300604">
                <a:moveTo>
                  <a:pt x="51162" y="1046209"/>
                </a:moveTo>
                <a:lnTo>
                  <a:pt x="45878" y="1040553"/>
                </a:lnTo>
                <a:lnTo>
                  <a:pt x="44978" y="1039111"/>
                </a:lnTo>
                <a:lnTo>
                  <a:pt x="44234" y="1037523"/>
                </a:lnTo>
                <a:lnTo>
                  <a:pt x="40991" y="1030043"/>
                </a:lnTo>
                <a:lnTo>
                  <a:pt x="44455" y="1021338"/>
                </a:lnTo>
                <a:lnTo>
                  <a:pt x="51884" y="1018050"/>
                </a:lnTo>
                <a:lnTo>
                  <a:pt x="59403" y="1014760"/>
                </a:lnTo>
                <a:lnTo>
                  <a:pt x="68114" y="1018220"/>
                </a:lnTo>
                <a:lnTo>
                  <a:pt x="74638" y="1033219"/>
                </a:lnTo>
                <a:lnTo>
                  <a:pt x="71231" y="1041888"/>
                </a:lnTo>
                <a:lnTo>
                  <a:pt x="57813" y="1047758"/>
                </a:lnTo>
                <a:lnTo>
                  <a:pt x="51162" y="1046209"/>
                </a:lnTo>
                <a:close/>
              </a:path>
              <a:path w="5142230" h="2300604">
                <a:moveTo>
                  <a:pt x="423871" y="1459847"/>
                </a:moveTo>
                <a:lnTo>
                  <a:pt x="417800" y="1453349"/>
                </a:lnTo>
                <a:lnTo>
                  <a:pt x="417133" y="1445597"/>
                </a:lnTo>
                <a:lnTo>
                  <a:pt x="421386" y="1439788"/>
                </a:lnTo>
                <a:lnTo>
                  <a:pt x="426148" y="1433157"/>
                </a:lnTo>
                <a:lnTo>
                  <a:pt x="435452" y="1431680"/>
                </a:lnTo>
                <a:lnTo>
                  <a:pt x="448627" y="1441287"/>
                </a:lnTo>
                <a:lnTo>
                  <a:pt x="450107" y="1450496"/>
                </a:lnTo>
                <a:lnTo>
                  <a:pt x="445349" y="1457132"/>
                </a:lnTo>
                <a:lnTo>
                  <a:pt x="440546" y="1463719"/>
                </a:lnTo>
                <a:lnTo>
                  <a:pt x="431283" y="1465250"/>
                </a:lnTo>
                <a:lnTo>
                  <a:pt x="423871" y="1459847"/>
                </a:lnTo>
                <a:close/>
              </a:path>
              <a:path w="5142230" h="2300604">
                <a:moveTo>
                  <a:pt x="1223" y="912795"/>
                </a:moveTo>
                <a:lnTo>
                  <a:pt x="0" y="911485"/>
                </a:lnTo>
                <a:lnTo>
                  <a:pt x="0" y="885735"/>
                </a:lnTo>
                <a:lnTo>
                  <a:pt x="3789" y="884556"/>
                </a:lnTo>
                <a:lnTo>
                  <a:pt x="11611" y="882080"/>
                </a:lnTo>
                <a:lnTo>
                  <a:pt x="19920" y="886380"/>
                </a:lnTo>
                <a:lnTo>
                  <a:pt x="24818" y="901984"/>
                </a:lnTo>
                <a:lnTo>
                  <a:pt x="20513" y="910288"/>
                </a:lnTo>
                <a:lnTo>
                  <a:pt x="7113" y="914506"/>
                </a:lnTo>
                <a:lnTo>
                  <a:pt x="1223" y="912795"/>
                </a:lnTo>
                <a:close/>
              </a:path>
              <a:path w="5142230" h="2300604">
                <a:moveTo>
                  <a:pt x="481954" y="1501008"/>
                </a:moveTo>
                <a:lnTo>
                  <a:pt x="475837" y="1494460"/>
                </a:lnTo>
                <a:lnTo>
                  <a:pt x="475118" y="1486849"/>
                </a:lnTo>
                <a:lnTo>
                  <a:pt x="479187" y="1481039"/>
                </a:lnTo>
                <a:lnTo>
                  <a:pt x="483801" y="1474346"/>
                </a:lnTo>
                <a:lnTo>
                  <a:pt x="493016" y="1472686"/>
                </a:lnTo>
                <a:lnTo>
                  <a:pt x="506443" y="1481967"/>
                </a:lnTo>
                <a:lnTo>
                  <a:pt x="508107" y="1491177"/>
                </a:lnTo>
                <a:lnTo>
                  <a:pt x="498827" y="1504604"/>
                </a:lnTo>
                <a:lnTo>
                  <a:pt x="489611" y="1506273"/>
                </a:lnTo>
                <a:lnTo>
                  <a:pt x="482878" y="1501606"/>
                </a:lnTo>
                <a:lnTo>
                  <a:pt x="481954" y="1501008"/>
                </a:lnTo>
                <a:close/>
              </a:path>
              <a:path w="5142230" h="2300604">
                <a:moveTo>
                  <a:pt x="831444" y="1743660"/>
                </a:moveTo>
                <a:lnTo>
                  <a:pt x="825416" y="1737207"/>
                </a:lnTo>
                <a:lnTo>
                  <a:pt x="824901" y="1729227"/>
                </a:lnTo>
                <a:lnTo>
                  <a:pt x="829352" y="1723435"/>
                </a:lnTo>
                <a:lnTo>
                  <a:pt x="834247" y="1716945"/>
                </a:lnTo>
                <a:lnTo>
                  <a:pt x="843589" y="1715705"/>
                </a:lnTo>
                <a:lnTo>
                  <a:pt x="856566" y="1725589"/>
                </a:lnTo>
                <a:lnTo>
                  <a:pt x="857756" y="1734878"/>
                </a:lnTo>
                <a:lnTo>
                  <a:pt x="852861" y="1741368"/>
                </a:lnTo>
                <a:lnTo>
                  <a:pt x="847877" y="1747859"/>
                </a:lnTo>
                <a:lnTo>
                  <a:pt x="838628" y="1749103"/>
                </a:lnTo>
                <a:lnTo>
                  <a:pt x="831444" y="1743660"/>
                </a:lnTo>
                <a:close/>
              </a:path>
              <a:path w="5142230" h="2300604">
                <a:moveTo>
                  <a:pt x="657791" y="1619447"/>
                </a:moveTo>
                <a:lnTo>
                  <a:pt x="652416" y="1613693"/>
                </a:lnTo>
                <a:lnTo>
                  <a:pt x="651684" y="1606067"/>
                </a:lnTo>
                <a:lnTo>
                  <a:pt x="655560" y="1600256"/>
                </a:lnTo>
                <a:lnTo>
                  <a:pt x="660186" y="1593469"/>
                </a:lnTo>
                <a:lnTo>
                  <a:pt x="669355" y="1591652"/>
                </a:lnTo>
                <a:lnTo>
                  <a:pt x="682879" y="1600850"/>
                </a:lnTo>
                <a:lnTo>
                  <a:pt x="684691" y="1610024"/>
                </a:lnTo>
                <a:lnTo>
                  <a:pt x="680113" y="1616765"/>
                </a:lnTo>
                <a:lnTo>
                  <a:pt x="675542" y="1623592"/>
                </a:lnTo>
                <a:lnTo>
                  <a:pt x="666324" y="1625355"/>
                </a:lnTo>
                <a:lnTo>
                  <a:pt x="658617" y="1620136"/>
                </a:lnTo>
                <a:lnTo>
                  <a:pt x="657791" y="1619447"/>
                </a:lnTo>
                <a:close/>
              </a:path>
              <a:path w="5142230" h="2300604">
                <a:moveTo>
                  <a:pt x="716334" y="1659439"/>
                </a:moveTo>
                <a:lnTo>
                  <a:pt x="710964" y="1653690"/>
                </a:lnTo>
                <a:lnTo>
                  <a:pt x="710235" y="1645970"/>
                </a:lnTo>
                <a:lnTo>
                  <a:pt x="714304" y="1640160"/>
                </a:lnTo>
                <a:lnTo>
                  <a:pt x="718971" y="1633426"/>
                </a:lnTo>
                <a:lnTo>
                  <a:pt x="728186" y="1631757"/>
                </a:lnTo>
                <a:lnTo>
                  <a:pt x="741649" y="1641095"/>
                </a:lnTo>
                <a:lnTo>
                  <a:pt x="743274" y="1650352"/>
                </a:lnTo>
                <a:lnTo>
                  <a:pt x="738606" y="1656996"/>
                </a:lnTo>
                <a:lnTo>
                  <a:pt x="733939" y="1663720"/>
                </a:lnTo>
                <a:lnTo>
                  <a:pt x="724728" y="1665394"/>
                </a:lnTo>
                <a:lnTo>
                  <a:pt x="717994" y="1660727"/>
                </a:lnTo>
                <a:lnTo>
                  <a:pt x="717165" y="1660132"/>
                </a:lnTo>
                <a:lnTo>
                  <a:pt x="716334" y="1659439"/>
                </a:lnTo>
                <a:close/>
              </a:path>
              <a:path w="5142230" h="2300604">
                <a:moveTo>
                  <a:pt x="598846" y="1579904"/>
                </a:moveTo>
                <a:lnTo>
                  <a:pt x="593521" y="1574204"/>
                </a:lnTo>
                <a:lnTo>
                  <a:pt x="592736" y="1566619"/>
                </a:lnTo>
                <a:lnTo>
                  <a:pt x="601148" y="1554022"/>
                </a:lnTo>
                <a:lnTo>
                  <a:pt x="610369" y="1552164"/>
                </a:lnTo>
                <a:lnTo>
                  <a:pt x="623892" y="1561264"/>
                </a:lnTo>
                <a:lnTo>
                  <a:pt x="625794" y="1570445"/>
                </a:lnTo>
                <a:lnTo>
                  <a:pt x="621177" y="1577223"/>
                </a:lnTo>
                <a:lnTo>
                  <a:pt x="616650" y="1584008"/>
                </a:lnTo>
                <a:lnTo>
                  <a:pt x="607477" y="1585820"/>
                </a:lnTo>
                <a:lnTo>
                  <a:pt x="599717" y="1580642"/>
                </a:lnTo>
                <a:lnTo>
                  <a:pt x="598846" y="1579904"/>
                </a:lnTo>
                <a:close/>
              </a:path>
              <a:path w="5142230" h="2300604">
                <a:moveTo>
                  <a:pt x="774780" y="1701183"/>
                </a:moveTo>
                <a:lnTo>
                  <a:pt x="768705" y="1694681"/>
                </a:lnTo>
                <a:lnTo>
                  <a:pt x="768090" y="1686887"/>
                </a:lnTo>
                <a:lnTo>
                  <a:pt x="777200" y="1674450"/>
                </a:lnTo>
                <a:lnTo>
                  <a:pt x="786455" y="1673019"/>
                </a:lnTo>
                <a:lnTo>
                  <a:pt x="799627" y="1682720"/>
                </a:lnTo>
                <a:lnTo>
                  <a:pt x="801054" y="1691970"/>
                </a:lnTo>
                <a:lnTo>
                  <a:pt x="796161" y="1698559"/>
                </a:lnTo>
                <a:lnTo>
                  <a:pt x="791357" y="1705147"/>
                </a:lnTo>
                <a:lnTo>
                  <a:pt x="782102" y="1706578"/>
                </a:lnTo>
                <a:lnTo>
                  <a:pt x="775559" y="1701724"/>
                </a:lnTo>
                <a:lnTo>
                  <a:pt x="774780" y="1701183"/>
                </a:lnTo>
                <a:close/>
              </a:path>
              <a:path w="5142230" h="2300604">
                <a:moveTo>
                  <a:pt x="1100575" y="1984059"/>
                </a:moveTo>
                <a:lnTo>
                  <a:pt x="1094882" y="1977964"/>
                </a:lnTo>
                <a:lnTo>
                  <a:pt x="1089422" y="1971924"/>
                </a:lnTo>
                <a:lnTo>
                  <a:pt x="1089878" y="1962549"/>
                </a:lnTo>
                <a:lnTo>
                  <a:pt x="1101615" y="1951938"/>
                </a:lnTo>
                <a:lnTo>
                  <a:pt x="1102011" y="1951580"/>
                </a:lnTo>
                <a:lnTo>
                  <a:pt x="1111337" y="1952082"/>
                </a:lnTo>
                <a:lnTo>
                  <a:pt x="1122306" y="1964215"/>
                </a:lnTo>
                <a:lnTo>
                  <a:pt x="1121800" y="1973545"/>
                </a:lnTo>
                <a:lnTo>
                  <a:pt x="1115806" y="1979053"/>
                </a:lnTo>
                <a:lnTo>
                  <a:pt x="1110063" y="1984157"/>
                </a:lnTo>
                <a:lnTo>
                  <a:pt x="1109769" y="1984419"/>
                </a:lnTo>
                <a:lnTo>
                  <a:pt x="1100575" y="1984059"/>
                </a:lnTo>
                <a:close/>
              </a:path>
              <a:path w="5142230" h="2300604">
                <a:moveTo>
                  <a:pt x="941977" y="1831975"/>
                </a:moveTo>
                <a:lnTo>
                  <a:pt x="936099" y="1825682"/>
                </a:lnTo>
                <a:lnTo>
                  <a:pt x="935777" y="1817323"/>
                </a:lnTo>
                <a:lnTo>
                  <a:pt x="940695" y="1811542"/>
                </a:lnTo>
                <a:lnTo>
                  <a:pt x="945951" y="1805253"/>
                </a:lnTo>
                <a:lnTo>
                  <a:pt x="955287" y="1804485"/>
                </a:lnTo>
                <a:lnTo>
                  <a:pt x="967769" y="1815012"/>
                </a:lnTo>
                <a:lnTo>
                  <a:pt x="968534" y="1824433"/>
                </a:lnTo>
                <a:lnTo>
                  <a:pt x="957961" y="1836867"/>
                </a:lnTo>
                <a:lnTo>
                  <a:pt x="948635" y="1837636"/>
                </a:lnTo>
                <a:lnTo>
                  <a:pt x="941977" y="1831975"/>
                </a:lnTo>
                <a:close/>
              </a:path>
              <a:path w="5142230" h="2300604">
                <a:moveTo>
                  <a:pt x="995388" y="1878789"/>
                </a:moveTo>
                <a:lnTo>
                  <a:pt x="989371" y="1872347"/>
                </a:lnTo>
                <a:lnTo>
                  <a:pt x="989199" y="1863660"/>
                </a:lnTo>
                <a:lnTo>
                  <a:pt x="994395" y="1857893"/>
                </a:lnTo>
                <a:lnTo>
                  <a:pt x="999893" y="1851844"/>
                </a:lnTo>
                <a:lnTo>
                  <a:pt x="1009250" y="1851411"/>
                </a:lnTo>
                <a:lnTo>
                  <a:pt x="1021345" y="1862393"/>
                </a:lnTo>
                <a:lnTo>
                  <a:pt x="1021772" y="1871755"/>
                </a:lnTo>
                <a:lnTo>
                  <a:pt x="1010795" y="1883845"/>
                </a:lnTo>
                <a:lnTo>
                  <a:pt x="1001432" y="1884282"/>
                </a:lnTo>
                <a:lnTo>
                  <a:pt x="995388" y="1878789"/>
                </a:lnTo>
                <a:close/>
              </a:path>
              <a:path w="5142230" h="2300604">
                <a:moveTo>
                  <a:pt x="887832" y="1787601"/>
                </a:moveTo>
                <a:lnTo>
                  <a:pt x="881340" y="1780651"/>
                </a:lnTo>
                <a:lnTo>
                  <a:pt x="880873" y="1772635"/>
                </a:lnTo>
                <a:lnTo>
                  <a:pt x="885517" y="1766844"/>
                </a:lnTo>
                <a:lnTo>
                  <a:pt x="890597" y="1760455"/>
                </a:lnTo>
                <a:lnTo>
                  <a:pt x="899929" y="1759399"/>
                </a:lnTo>
                <a:lnTo>
                  <a:pt x="912712" y="1769564"/>
                </a:lnTo>
                <a:lnTo>
                  <a:pt x="913708" y="1778851"/>
                </a:lnTo>
                <a:lnTo>
                  <a:pt x="903553" y="1791634"/>
                </a:lnTo>
                <a:lnTo>
                  <a:pt x="894221" y="1792681"/>
                </a:lnTo>
                <a:lnTo>
                  <a:pt x="887832" y="1787601"/>
                </a:lnTo>
                <a:close/>
              </a:path>
              <a:path w="5142230" h="2300604">
                <a:moveTo>
                  <a:pt x="366737" y="1417161"/>
                </a:moveTo>
                <a:lnTo>
                  <a:pt x="360760" y="1410763"/>
                </a:lnTo>
                <a:lnTo>
                  <a:pt x="360283" y="1402726"/>
                </a:lnTo>
                <a:lnTo>
                  <a:pt x="369723" y="1390447"/>
                </a:lnTo>
                <a:lnTo>
                  <a:pt x="379017" y="1389253"/>
                </a:lnTo>
                <a:lnTo>
                  <a:pt x="391990" y="1399231"/>
                </a:lnTo>
                <a:lnTo>
                  <a:pt x="393180" y="1408520"/>
                </a:lnTo>
                <a:lnTo>
                  <a:pt x="388150" y="1414962"/>
                </a:lnTo>
                <a:lnTo>
                  <a:pt x="383161" y="1421449"/>
                </a:lnTo>
                <a:lnTo>
                  <a:pt x="373867" y="1422644"/>
                </a:lnTo>
                <a:lnTo>
                  <a:pt x="366737" y="1417161"/>
                </a:lnTo>
                <a:close/>
              </a:path>
              <a:path w="5142230" h="2300604">
                <a:moveTo>
                  <a:pt x="211981" y="1281028"/>
                </a:moveTo>
                <a:lnTo>
                  <a:pt x="200688" y="1268939"/>
                </a:lnTo>
                <a:lnTo>
                  <a:pt x="200952" y="1259838"/>
                </a:lnTo>
                <a:lnTo>
                  <a:pt x="206761" y="1254229"/>
                </a:lnTo>
                <a:lnTo>
                  <a:pt x="212713" y="1248568"/>
                </a:lnTo>
                <a:lnTo>
                  <a:pt x="222146" y="1248794"/>
                </a:lnTo>
                <a:lnTo>
                  <a:pt x="227663" y="1254699"/>
                </a:lnTo>
                <a:lnTo>
                  <a:pt x="233318" y="1260557"/>
                </a:lnTo>
                <a:lnTo>
                  <a:pt x="233140" y="1269946"/>
                </a:lnTo>
                <a:lnTo>
                  <a:pt x="226944" y="1275834"/>
                </a:lnTo>
                <a:lnTo>
                  <a:pt x="221321" y="1281251"/>
                </a:lnTo>
                <a:lnTo>
                  <a:pt x="211981" y="1281028"/>
                </a:lnTo>
                <a:close/>
              </a:path>
              <a:path w="5142230" h="2300604">
                <a:moveTo>
                  <a:pt x="1188171" y="2094649"/>
                </a:moveTo>
                <a:lnTo>
                  <a:pt x="1181639" y="2087658"/>
                </a:lnTo>
                <a:lnTo>
                  <a:pt x="1177059" y="2080888"/>
                </a:lnTo>
                <a:lnTo>
                  <a:pt x="1178832" y="2071652"/>
                </a:lnTo>
                <a:lnTo>
                  <a:pt x="1192368" y="2062487"/>
                </a:lnTo>
                <a:lnTo>
                  <a:pt x="1201518" y="2064257"/>
                </a:lnTo>
                <a:lnTo>
                  <a:pt x="1210688" y="2077788"/>
                </a:lnTo>
                <a:lnTo>
                  <a:pt x="1208954" y="2086977"/>
                </a:lnTo>
                <a:lnTo>
                  <a:pt x="1202194" y="2091567"/>
                </a:lnTo>
                <a:lnTo>
                  <a:pt x="1196059" y="2095655"/>
                </a:lnTo>
                <a:lnTo>
                  <a:pt x="1188171" y="2094649"/>
                </a:lnTo>
                <a:close/>
              </a:path>
              <a:path w="5142230" h="2300604">
                <a:moveTo>
                  <a:pt x="1256204" y="2217709"/>
                </a:moveTo>
                <a:lnTo>
                  <a:pt x="1250915" y="2212048"/>
                </a:lnTo>
                <a:lnTo>
                  <a:pt x="1250066" y="2210650"/>
                </a:lnTo>
                <a:lnTo>
                  <a:pt x="1249317" y="2209066"/>
                </a:lnTo>
                <a:lnTo>
                  <a:pt x="1246083" y="2201596"/>
                </a:lnTo>
                <a:lnTo>
                  <a:pt x="1249444" y="2192878"/>
                </a:lnTo>
                <a:lnTo>
                  <a:pt x="1256972" y="2189598"/>
                </a:lnTo>
                <a:lnTo>
                  <a:pt x="1264401" y="2186310"/>
                </a:lnTo>
                <a:lnTo>
                  <a:pt x="1273151" y="2189724"/>
                </a:lnTo>
                <a:lnTo>
                  <a:pt x="1279733" y="2204677"/>
                </a:lnTo>
                <a:lnTo>
                  <a:pt x="1276309" y="2213436"/>
                </a:lnTo>
                <a:lnTo>
                  <a:pt x="1268839" y="2216671"/>
                </a:lnTo>
                <a:lnTo>
                  <a:pt x="1262900" y="2219306"/>
                </a:lnTo>
                <a:lnTo>
                  <a:pt x="1256204" y="2217709"/>
                </a:lnTo>
                <a:close/>
              </a:path>
              <a:path w="5142230" h="2300604">
                <a:moveTo>
                  <a:pt x="164380" y="1227717"/>
                </a:moveTo>
                <a:lnTo>
                  <a:pt x="158405" y="1221320"/>
                </a:lnTo>
                <a:lnTo>
                  <a:pt x="153194" y="1215058"/>
                </a:lnTo>
                <a:lnTo>
                  <a:pt x="154078" y="1205740"/>
                </a:lnTo>
                <a:lnTo>
                  <a:pt x="160345" y="1200525"/>
                </a:lnTo>
                <a:lnTo>
                  <a:pt x="165258" y="1196497"/>
                </a:lnTo>
                <a:lnTo>
                  <a:pt x="166654" y="1195353"/>
                </a:lnTo>
                <a:lnTo>
                  <a:pt x="175976" y="1196241"/>
                </a:lnTo>
                <a:lnTo>
                  <a:pt x="186407" y="1208776"/>
                </a:lnTo>
                <a:lnTo>
                  <a:pt x="185475" y="1218139"/>
                </a:lnTo>
                <a:lnTo>
                  <a:pt x="174315" y="1227404"/>
                </a:lnTo>
                <a:lnTo>
                  <a:pt x="173184" y="1228343"/>
                </a:lnTo>
                <a:lnTo>
                  <a:pt x="164380" y="1227717"/>
                </a:lnTo>
                <a:close/>
              </a:path>
              <a:path w="5142230" h="2300604">
                <a:moveTo>
                  <a:pt x="1224923" y="2154606"/>
                </a:moveTo>
                <a:lnTo>
                  <a:pt x="1219593" y="2148901"/>
                </a:lnTo>
                <a:lnTo>
                  <a:pt x="1218924" y="2147892"/>
                </a:lnTo>
                <a:lnTo>
                  <a:pt x="1214329" y="2139757"/>
                </a:lnTo>
                <a:lnTo>
                  <a:pt x="1216865" y="2130732"/>
                </a:lnTo>
                <a:lnTo>
                  <a:pt x="1223988" y="2126725"/>
                </a:lnTo>
                <a:lnTo>
                  <a:pt x="1231152" y="2122772"/>
                </a:lnTo>
                <a:lnTo>
                  <a:pt x="1240182" y="2125294"/>
                </a:lnTo>
                <a:lnTo>
                  <a:pt x="1248101" y="2139537"/>
                </a:lnTo>
                <a:lnTo>
                  <a:pt x="1245570" y="2148558"/>
                </a:lnTo>
                <a:lnTo>
                  <a:pt x="1238442" y="2152569"/>
                </a:lnTo>
                <a:lnTo>
                  <a:pt x="1232383" y="2155946"/>
                </a:lnTo>
                <a:lnTo>
                  <a:pt x="1224923" y="2154606"/>
                </a:lnTo>
                <a:close/>
              </a:path>
              <a:path w="5142230" h="2300604">
                <a:moveTo>
                  <a:pt x="1146238" y="2037827"/>
                </a:moveTo>
                <a:lnTo>
                  <a:pt x="1140226" y="2031390"/>
                </a:lnTo>
                <a:lnTo>
                  <a:pt x="1135156" y="2024986"/>
                </a:lnTo>
                <a:lnTo>
                  <a:pt x="1136228" y="2015675"/>
                </a:lnTo>
                <a:lnTo>
                  <a:pt x="1142633" y="2010606"/>
                </a:lnTo>
                <a:lnTo>
                  <a:pt x="1148986" y="2005492"/>
                </a:lnTo>
                <a:lnTo>
                  <a:pt x="1158298" y="2006555"/>
                </a:lnTo>
                <a:lnTo>
                  <a:pt x="1168436" y="2019373"/>
                </a:lnTo>
                <a:lnTo>
                  <a:pt x="1167369" y="2028679"/>
                </a:lnTo>
                <a:lnTo>
                  <a:pt x="1160955" y="2033748"/>
                </a:lnTo>
                <a:lnTo>
                  <a:pt x="1154899" y="2038594"/>
                </a:lnTo>
                <a:lnTo>
                  <a:pt x="1146238" y="2037827"/>
                </a:lnTo>
                <a:close/>
              </a:path>
              <a:path w="5142230" h="2300604">
                <a:moveTo>
                  <a:pt x="1046378" y="1927215"/>
                </a:moveTo>
                <a:lnTo>
                  <a:pt x="1040639" y="1921071"/>
                </a:lnTo>
                <a:lnTo>
                  <a:pt x="1040708" y="1911966"/>
                </a:lnTo>
                <a:lnTo>
                  <a:pt x="1046382" y="1906301"/>
                </a:lnTo>
                <a:lnTo>
                  <a:pt x="1052098" y="1900495"/>
                </a:lnTo>
                <a:lnTo>
                  <a:pt x="1061493" y="1900484"/>
                </a:lnTo>
                <a:lnTo>
                  <a:pt x="1073046" y="1911981"/>
                </a:lnTo>
                <a:lnTo>
                  <a:pt x="1073110" y="1921326"/>
                </a:lnTo>
                <a:lnTo>
                  <a:pt x="1067336" y="1927168"/>
                </a:lnTo>
                <a:lnTo>
                  <a:pt x="1061570" y="1932920"/>
                </a:lnTo>
                <a:lnTo>
                  <a:pt x="1052225" y="1932984"/>
                </a:lnTo>
                <a:lnTo>
                  <a:pt x="1046378" y="1927215"/>
                </a:lnTo>
                <a:close/>
              </a:path>
              <a:path w="5142230" h="2300604">
                <a:moveTo>
                  <a:pt x="256862" y="1324761"/>
                </a:moveTo>
                <a:lnTo>
                  <a:pt x="251619" y="1319149"/>
                </a:lnTo>
                <a:lnTo>
                  <a:pt x="251495" y="1310316"/>
                </a:lnTo>
                <a:lnTo>
                  <a:pt x="256835" y="1304606"/>
                </a:lnTo>
                <a:lnTo>
                  <a:pt x="262379" y="1298606"/>
                </a:lnTo>
                <a:lnTo>
                  <a:pt x="271733" y="1298258"/>
                </a:lnTo>
                <a:lnTo>
                  <a:pt x="283725" y="1309345"/>
                </a:lnTo>
                <a:lnTo>
                  <a:pt x="284067" y="1318695"/>
                </a:lnTo>
                <a:lnTo>
                  <a:pt x="272994" y="1330692"/>
                </a:lnTo>
                <a:lnTo>
                  <a:pt x="263635" y="1331034"/>
                </a:lnTo>
                <a:lnTo>
                  <a:pt x="256862" y="1324761"/>
                </a:lnTo>
                <a:close/>
              </a:path>
              <a:path w="5142230" h="2300604">
                <a:moveTo>
                  <a:pt x="79106" y="659234"/>
                </a:moveTo>
                <a:lnTo>
                  <a:pt x="74054" y="653827"/>
                </a:lnTo>
                <a:lnTo>
                  <a:pt x="72850" y="651756"/>
                </a:lnTo>
                <a:lnTo>
                  <a:pt x="70262" y="641655"/>
                </a:lnTo>
                <a:lnTo>
                  <a:pt x="74829" y="633836"/>
                </a:lnTo>
                <a:lnTo>
                  <a:pt x="82545" y="631833"/>
                </a:lnTo>
                <a:lnTo>
                  <a:pt x="90208" y="629870"/>
                </a:lnTo>
                <a:lnTo>
                  <a:pt x="98036" y="634437"/>
                </a:lnTo>
                <a:lnTo>
                  <a:pt x="101997" y="649821"/>
                </a:lnTo>
                <a:lnTo>
                  <a:pt x="97435" y="657644"/>
                </a:lnTo>
                <a:lnTo>
                  <a:pt x="84431" y="661025"/>
                </a:lnTo>
                <a:lnTo>
                  <a:pt x="79106" y="659234"/>
                </a:lnTo>
                <a:close/>
              </a:path>
              <a:path w="5142230" h="2300604">
                <a:moveTo>
                  <a:pt x="349840" y="1143662"/>
                </a:moveTo>
                <a:lnTo>
                  <a:pt x="343964" y="1137371"/>
                </a:lnTo>
                <a:lnTo>
                  <a:pt x="343827" y="1128926"/>
                </a:lnTo>
                <a:lnTo>
                  <a:pt x="348883" y="1123381"/>
                </a:lnTo>
                <a:lnTo>
                  <a:pt x="354275" y="1117522"/>
                </a:lnTo>
                <a:lnTo>
                  <a:pt x="363355" y="1117075"/>
                </a:lnTo>
                <a:lnTo>
                  <a:pt x="375076" y="1127766"/>
                </a:lnTo>
                <a:lnTo>
                  <a:pt x="375523" y="1136846"/>
                </a:lnTo>
                <a:lnTo>
                  <a:pt x="370130" y="1142705"/>
                </a:lnTo>
                <a:lnTo>
                  <a:pt x="364832" y="1148567"/>
                </a:lnTo>
                <a:lnTo>
                  <a:pt x="355743" y="1149013"/>
                </a:lnTo>
                <a:lnTo>
                  <a:pt x="349840" y="1143662"/>
                </a:lnTo>
                <a:close/>
              </a:path>
              <a:path w="5142230" h="2300604">
                <a:moveTo>
                  <a:pt x="404434" y="1190374"/>
                </a:moveTo>
                <a:lnTo>
                  <a:pt x="398132" y="1183627"/>
                </a:lnTo>
                <a:lnTo>
                  <a:pt x="397750" y="1175790"/>
                </a:lnTo>
                <a:lnTo>
                  <a:pt x="402243" y="1170141"/>
                </a:lnTo>
                <a:lnTo>
                  <a:pt x="407268" y="1163986"/>
                </a:lnTo>
                <a:lnTo>
                  <a:pt x="416313" y="1163014"/>
                </a:lnTo>
                <a:lnTo>
                  <a:pt x="428680" y="1172929"/>
                </a:lnTo>
                <a:lnTo>
                  <a:pt x="429647" y="1181979"/>
                </a:lnTo>
                <a:lnTo>
                  <a:pt x="424667" y="1188183"/>
                </a:lnTo>
                <a:lnTo>
                  <a:pt x="419638" y="1194333"/>
                </a:lnTo>
                <a:lnTo>
                  <a:pt x="410638" y="1195353"/>
                </a:lnTo>
                <a:lnTo>
                  <a:pt x="404434" y="1190374"/>
                </a:lnTo>
                <a:close/>
              </a:path>
              <a:path w="5142230" h="2300604">
                <a:moveTo>
                  <a:pt x="1610909" y="2133801"/>
                </a:moveTo>
                <a:lnTo>
                  <a:pt x="1605811" y="2128344"/>
                </a:lnTo>
                <a:lnTo>
                  <a:pt x="1604733" y="2126603"/>
                </a:lnTo>
                <a:lnTo>
                  <a:pt x="1601516" y="2117099"/>
                </a:lnTo>
                <a:lnTo>
                  <a:pt x="1605575" y="2108933"/>
                </a:lnTo>
                <a:lnTo>
                  <a:pt x="1613073" y="2106403"/>
                </a:lnTo>
                <a:lnTo>
                  <a:pt x="1620615" y="2103822"/>
                </a:lnTo>
                <a:lnTo>
                  <a:pt x="1628786" y="2107877"/>
                </a:lnTo>
                <a:lnTo>
                  <a:pt x="1633851" y="2122878"/>
                </a:lnTo>
                <a:lnTo>
                  <a:pt x="1629796" y="2131049"/>
                </a:lnTo>
                <a:lnTo>
                  <a:pt x="1616753" y="2135463"/>
                </a:lnTo>
                <a:lnTo>
                  <a:pt x="1610909" y="2133801"/>
                </a:lnTo>
                <a:close/>
              </a:path>
              <a:path w="5142230" h="2300604">
                <a:moveTo>
                  <a:pt x="303766" y="1099326"/>
                </a:moveTo>
                <a:lnTo>
                  <a:pt x="292788" y="1087574"/>
                </a:lnTo>
                <a:lnTo>
                  <a:pt x="292996" y="1078707"/>
                </a:lnTo>
                <a:lnTo>
                  <a:pt x="298654" y="1073239"/>
                </a:lnTo>
                <a:lnTo>
                  <a:pt x="304416" y="1067765"/>
                </a:lnTo>
                <a:lnTo>
                  <a:pt x="313619" y="1067940"/>
                </a:lnTo>
                <a:lnTo>
                  <a:pt x="318991" y="1073690"/>
                </a:lnTo>
                <a:lnTo>
                  <a:pt x="324463" y="1079353"/>
                </a:lnTo>
                <a:lnTo>
                  <a:pt x="324290" y="1088463"/>
                </a:lnTo>
                <a:lnTo>
                  <a:pt x="318291" y="1094260"/>
                </a:lnTo>
                <a:lnTo>
                  <a:pt x="312872" y="1099495"/>
                </a:lnTo>
                <a:lnTo>
                  <a:pt x="303766" y="1099326"/>
                </a:lnTo>
                <a:close/>
              </a:path>
              <a:path w="5142230" h="2300604">
                <a:moveTo>
                  <a:pt x="1552720" y="2005728"/>
                </a:moveTo>
                <a:lnTo>
                  <a:pt x="1547527" y="2000169"/>
                </a:lnTo>
                <a:lnTo>
                  <a:pt x="1546896" y="1999298"/>
                </a:lnTo>
                <a:lnTo>
                  <a:pt x="1546313" y="1998381"/>
                </a:lnTo>
                <a:lnTo>
                  <a:pt x="1542346" y="1991495"/>
                </a:lnTo>
                <a:lnTo>
                  <a:pt x="1544628" y="1982697"/>
                </a:lnTo>
                <a:lnTo>
                  <a:pt x="1551514" y="1978730"/>
                </a:lnTo>
                <a:lnTo>
                  <a:pt x="1558350" y="1974709"/>
                </a:lnTo>
                <a:lnTo>
                  <a:pt x="1567153" y="1976996"/>
                </a:lnTo>
                <a:lnTo>
                  <a:pt x="1575136" y="1990723"/>
                </a:lnTo>
                <a:lnTo>
                  <a:pt x="1572854" y="1999520"/>
                </a:lnTo>
                <a:lnTo>
                  <a:pt x="1566013" y="2003536"/>
                </a:lnTo>
                <a:lnTo>
                  <a:pt x="1560085" y="2006965"/>
                </a:lnTo>
                <a:lnTo>
                  <a:pt x="1552720" y="2005728"/>
                </a:lnTo>
                <a:close/>
              </a:path>
              <a:path w="5142230" h="2300604">
                <a:moveTo>
                  <a:pt x="121260" y="795264"/>
                </a:moveTo>
                <a:lnTo>
                  <a:pt x="116163" y="789808"/>
                </a:lnTo>
                <a:lnTo>
                  <a:pt x="115132" y="788215"/>
                </a:lnTo>
                <a:lnTo>
                  <a:pt x="114487" y="786351"/>
                </a:lnTo>
                <a:lnTo>
                  <a:pt x="111715" y="778888"/>
                </a:lnTo>
                <a:lnTo>
                  <a:pt x="115589" y="770621"/>
                </a:lnTo>
                <a:lnTo>
                  <a:pt x="122999" y="767899"/>
                </a:lnTo>
                <a:lnTo>
                  <a:pt x="130503" y="765180"/>
                </a:lnTo>
                <a:lnTo>
                  <a:pt x="138729" y="769001"/>
                </a:lnTo>
                <a:lnTo>
                  <a:pt x="144170" y="783916"/>
                </a:lnTo>
                <a:lnTo>
                  <a:pt x="140345" y="792146"/>
                </a:lnTo>
                <a:lnTo>
                  <a:pt x="132891" y="794909"/>
                </a:lnTo>
                <a:lnTo>
                  <a:pt x="127293" y="796942"/>
                </a:lnTo>
                <a:lnTo>
                  <a:pt x="121260" y="795264"/>
                </a:lnTo>
                <a:close/>
              </a:path>
              <a:path w="5142230" h="2300604">
                <a:moveTo>
                  <a:pt x="1585102" y="2068250"/>
                </a:moveTo>
                <a:lnTo>
                  <a:pt x="1579955" y="2062740"/>
                </a:lnTo>
                <a:lnTo>
                  <a:pt x="1579094" y="2061526"/>
                </a:lnTo>
                <a:lnTo>
                  <a:pt x="1578441" y="2060044"/>
                </a:lnTo>
                <a:lnTo>
                  <a:pt x="1575098" y="2052849"/>
                </a:lnTo>
                <a:lnTo>
                  <a:pt x="1578269" y="2044318"/>
                </a:lnTo>
                <a:lnTo>
                  <a:pt x="1585505" y="2041019"/>
                </a:lnTo>
                <a:lnTo>
                  <a:pt x="1592705" y="2037681"/>
                </a:lnTo>
                <a:lnTo>
                  <a:pt x="1601232" y="2040846"/>
                </a:lnTo>
                <a:lnTo>
                  <a:pt x="1607873" y="2055287"/>
                </a:lnTo>
                <a:lnTo>
                  <a:pt x="1604699" y="2063813"/>
                </a:lnTo>
                <a:lnTo>
                  <a:pt x="1597458" y="2067108"/>
                </a:lnTo>
                <a:lnTo>
                  <a:pt x="1591707" y="2069749"/>
                </a:lnTo>
                <a:lnTo>
                  <a:pt x="1585102" y="2068250"/>
                </a:lnTo>
                <a:close/>
              </a:path>
              <a:path w="5142230" h="2300604">
                <a:moveTo>
                  <a:pt x="460023" y="1232678"/>
                </a:moveTo>
                <a:lnTo>
                  <a:pt x="454785" y="1227070"/>
                </a:lnTo>
                <a:lnTo>
                  <a:pt x="454196" y="1219402"/>
                </a:lnTo>
                <a:lnTo>
                  <a:pt x="462916" y="1207330"/>
                </a:lnTo>
                <a:lnTo>
                  <a:pt x="471888" y="1205889"/>
                </a:lnTo>
                <a:lnTo>
                  <a:pt x="484790" y="1215203"/>
                </a:lnTo>
                <a:lnTo>
                  <a:pt x="486231" y="1224175"/>
                </a:lnTo>
                <a:lnTo>
                  <a:pt x="481569" y="1230621"/>
                </a:lnTo>
                <a:lnTo>
                  <a:pt x="476871" y="1237028"/>
                </a:lnTo>
                <a:lnTo>
                  <a:pt x="467895" y="1238464"/>
                </a:lnTo>
                <a:lnTo>
                  <a:pt x="461494" y="1233861"/>
                </a:lnTo>
                <a:lnTo>
                  <a:pt x="460023" y="1232678"/>
                </a:lnTo>
                <a:close/>
              </a:path>
              <a:path w="5142230" h="2300604">
                <a:moveTo>
                  <a:pt x="1471413" y="1890833"/>
                </a:moveTo>
                <a:lnTo>
                  <a:pt x="1465719" y="1884738"/>
                </a:lnTo>
                <a:lnTo>
                  <a:pt x="1460641" y="1878715"/>
                </a:lnTo>
                <a:lnTo>
                  <a:pt x="1461375" y="1869629"/>
                </a:lnTo>
                <a:lnTo>
                  <a:pt x="1472404" y="1860321"/>
                </a:lnTo>
                <a:lnTo>
                  <a:pt x="1473527" y="1859373"/>
                </a:lnTo>
                <a:lnTo>
                  <a:pt x="1482564" y="1860153"/>
                </a:lnTo>
                <a:lnTo>
                  <a:pt x="1492816" y="1872300"/>
                </a:lnTo>
                <a:lnTo>
                  <a:pt x="1492041" y="1881342"/>
                </a:lnTo>
                <a:lnTo>
                  <a:pt x="1481001" y="1890637"/>
                </a:lnTo>
                <a:lnTo>
                  <a:pt x="1480079" y="1891411"/>
                </a:lnTo>
                <a:lnTo>
                  <a:pt x="1471413" y="1890833"/>
                </a:lnTo>
                <a:close/>
              </a:path>
              <a:path w="5142230" h="2300604">
                <a:moveTo>
                  <a:pt x="764923" y="1415182"/>
                </a:moveTo>
                <a:lnTo>
                  <a:pt x="759776" y="1409672"/>
                </a:lnTo>
                <a:lnTo>
                  <a:pt x="758725" y="1403074"/>
                </a:lnTo>
                <a:lnTo>
                  <a:pt x="761604" y="1397554"/>
                </a:lnTo>
                <a:lnTo>
                  <a:pt x="765338" y="1390506"/>
                </a:lnTo>
                <a:lnTo>
                  <a:pt x="773974" y="1387825"/>
                </a:lnTo>
                <a:lnTo>
                  <a:pt x="788029" y="1395149"/>
                </a:lnTo>
                <a:lnTo>
                  <a:pt x="790755" y="1403834"/>
                </a:lnTo>
                <a:lnTo>
                  <a:pt x="787111" y="1410881"/>
                </a:lnTo>
                <a:lnTo>
                  <a:pt x="783382" y="1417935"/>
                </a:lnTo>
                <a:lnTo>
                  <a:pt x="774746" y="1420615"/>
                </a:lnTo>
                <a:lnTo>
                  <a:pt x="767694" y="1416976"/>
                </a:lnTo>
                <a:lnTo>
                  <a:pt x="766206" y="1416165"/>
                </a:lnTo>
                <a:lnTo>
                  <a:pt x="764923" y="1415182"/>
                </a:lnTo>
                <a:close/>
              </a:path>
              <a:path w="5142230" h="2300604">
                <a:moveTo>
                  <a:pt x="256492" y="1045602"/>
                </a:moveTo>
                <a:lnTo>
                  <a:pt x="250571" y="1039264"/>
                </a:lnTo>
                <a:lnTo>
                  <a:pt x="245684" y="1033045"/>
                </a:lnTo>
                <a:lnTo>
                  <a:pt x="246751" y="1024022"/>
                </a:lnTo>
                <a:lnTo>
                  <a:pt x="252910" y="1019081"/>
                </a:lnTo>
                <a:lnTo>
                  <a:pt x="259173" y="1014153"/>
                </a:lnTo>
                <a:lnTo>
                  <a:pt x="268201" y="1015216"/>
                </a:lnTo>
                <a:lnTo>
                  <a:pt x="278021" y="1027683"/>
                </a:lnTo>
                <a:lnTo>
                  <a:pt x="276958" y="1036711"/>
                </a:lnTo>
                <a:lnTo>
                  <a:pt x="270795" y="1041647"/>
                </a:lnTo>
                <a:lnTo>
                  <a:pt x="264829" y="1046306"/>
                </a:lnTo>
                <a:lnTo>
                  <a:pt x="256492" y="1045602"/>
                </a:lnTo>
                <a:close/>
              </a:path>
              <a:path w="5142230" h="2300604">
                <a:moveTo>
                  <a:pt x="640049" y="1347194"/>
                </a:moveTo>
                <a:lnTo>
                  <a:pt x="634907" y="1341689"/>
                </a:lnTo>
                <a:lnTo>
                  <a:pt x="633907" y="1334852"/>
                </a:lnTo>
                <a:lnTo>
                  <a:pt x="637122" y="1329301"/>
                </a:lnTo>
                <a:lnTo>
                  <a:pt x="641041" y="1322353"/>
                </a:lnTo>
                <a:lnTo>
                  <a:pt x="649803" y="1320003"/>
                </a:lnTo>
                <a:lnTo>
                  <a:pt x="656710" y="1323878"/>
                </a:lnTo>
                <a:lnTo>
                  <a:pt x="663610" y="1327842"/>
                </a:lnTo>
                <a:lnTo>
                  <a:pt x="666004" y="1336563"/>
                </a:lnTo>
                <a:lnTo>
                  <a:pt x="662085" y="1343511"/>
                </a:lnTo>
                <a:lnTo>
                  <a:pt x="658169" y="1350365"/>
                </a:lnTo>
                <a:lnTo>
                  <a:pt x="649400" y="1352804"/>
                </a:lnTo>
                <a:lnTo>
                  <a:pt x="642495" y="1348845"/>
                </a:lnTo>
                <a:lnTo>
                  <a:pt x="641202" y="1348135"/>
                </a:lnTo>
                <a:lnTo>
                  <a:pt x="640049" y="1347194"/>
                </a:lnTo>
                <a:close/>
              </a:path>
              <a:path w="5142230" h="2300604">
                <a:moveTo>
                  <a:pt x="1200231" y="1655473"/>
                </a:moveTo>
                <a:lnTo>
                  <a:pt x="1194203" y="1649020"/>
                </a:lnTo>
                <a:lnTo>
                  <a:pt x="1193425" y="1641833"/>
                </a:lnTo>
                <a:lnTo>
                  <a:pt x="1197204" y="1636202"/>
                </a:lnTo>
                <a:lnTo>
                  <a:pt x="1201585" y="1629553"/>
                </a:lnTo>
                <a:lnTo>
                  <a:pt x="1210521" y="1627780"/>
                </a:lnTo>
                <a:lnTo>
                  <a:pt x="1223725" y="1636539"/>
                </a:lnTo>
                <a:lnTo>
                  <a:pt x="1225498" y="1645474"/>
                </a:lnTo>
                <a:lnTo>
                  <a:pt x="1221166" y="1652078"/>
                </a:lnTo>
                <a:lnTo>
                  <a:pt x="1216740" y="1658678"/>
                </a:lnTo>
                <a:lnTo>
                  <a:pt x="1207849" y="1660500"/>
                </a:lnTo>
                <a:lnTo>
                  <a:pt x="1200231" y="1655473"/>
                </a:lnTo>
                <a:close/>
              </a:path>
              <a:path w="5142230" h="2300604">
                <a:moveTo>
                  <a:pt x="578728" y="1311168"/>
                </a:moveTo>
                <a:lnTo>
                  <a:pt x="573581" y="1305658"/>
                </a:lnTo>
                <a:lnTo>
                  <a:pt x="572685" y="1298551"/>
                </a:lnTo>
                <a:lnTo>
                  <a:pt x="576165" y="1292892"/>
                </a:lnTo>
                <a:lnTo>
                  <a:pt x="580188" y="1286144"/>
                </a:lnTo>
                <a:lnTo>
                  <a:pt x="588817" y="1284052"/>
                </a:lnTo>
                <a:lnTo>
                  <a:pt x="589047" y="1283996"/>
                </a:lnTo>
                <a:lnTo>
                  <a:pt x="602599" y="1292247"/>
                </a:lnTo>
                <a:lnTo>
                  <a:pt x="604747" y="1301105"/>
                </a:lnTo>
                <a:lnTo>
                  <a:pt x="600651" y="1307854"/>
                </a:lnTo>
                <a:lnTo>
                  <a:pt x="596492" y="1314652"/>
                </a:lnTo>
                <a:lnTo>
                  <a:pt x="587742" y="1316809"/>
                </a:lnTo>
                <a:lnTo>
                  <a:pt x="580894" y="1312705"/>
                </a:lnTo>
                <a:lnTo>
                  <a:pt x="579780" y="1312001"/>
                </a:lnTo>
                <a:lnTo>
                  <a:pt x="578728" y="1311168"/>
                </a:lnTo>
                <a:close/>
              </a:path>
              <a:path w="5142230" h="2300604">
                <a:moveTo>
                  <a:pt x="1139703" y="1616778"/>
                </a:moveTo>
                <a:lnTo>
                  <a:pt x="1134506" y="1611214"/>
                </a:lnTo>
                <a:lnTo>
                  <a:pt x="1133665" y="1604156"/>
                </a:lnTo>
                <a:lnTo>
                  <a:pt x="1137104" y="1598453"/>
                </a:lnTo>
                <a:lnTo>
                  <a:pt x="1141289" y="1591790"/>
                </a:lnTo>
                <a:lnTo>
                  <a:pt x="1149841" y="1589704"/>
                </a:lnTo>
                <a:lnTo>
                  <a:pt x="1150064" y="1589650"/>
                </a:lnTo>
                <a:lnTo>
                  <a:pt x="1163616" y="1597900"/>
                </a:lnTo>
                <a:lnTo>
                  <a:pt x="1165769" y="1606755"/>
                </a:lnTo>
                <a:lnTo>
                  <a:pt x="1161574" y="1613504"/>
                </a:lnTo>
                <a:lnTo>
                  <a:pt x="1157477" y="1620262"/>
                </a:lnTo>
                <a:lnTo>
                  <a:pt x="1148623" y="1622416"/>
                </a:lnTo>
                <a:lnTo>
                  <a:pt x="1141870" y="1618315"/>
                </a:lnTo>
                <a:lnTo>
                  <a:pt x="1140715" y="1617567"/>
                </a:lnTo>
                <a:lnTo>
                  <a:pt x="1139703" y="1616778"/>
                </a:lnTo>
                <a:close/>
              </a:path>
              <a:path w="5142230" h="2300604">
                <a:moveTo>
                  <a:pt x="1078660" y="1580756"/>
                </a:moveTo>
                <a:lnTo>
                  <a:pt x="1073558" y="1575295"/>
                </a:lnTo>
                <a:lnTo>
                  <a:pt x="1072518" y="1568414"/>
                </a:lnTo>
                <a:lnTo>
                  <a:pt x="1079693" y="1555959"/>
                </a:lnTo>
                <a:lnTo>
                  <a:pt x="1088462" y="1553519"/>
                </a:lnTo>
                <a:lnTo>
                  <a:pt x="1102216" y="1561399"/>
                </a:lnTo>
                <a:lnTo>
                  <a:pt x="1104655" y="1570169"/>
                </a:lnTo>
                <a:lnTo>
                  <a:pt x="1096726" y="1583968"/>
                </a:lnTo>
                <a:lnTo>
                  <a:pt x="1088001" y="1586357"/>
                </a:lnTo>
                <a:lnTo>
                  <a:pt x="1081057" y="1582443"/>
                </a:lnTo>
                <a:lnTo>
                  <a:pt x="1079808" y="1581692"/>
                </a:lnTo>
                <a:lnTo>
                  <a:pt x="1078660" y="1580756"/>
                </a:lnTo>
                <a:close/>
              </a:path>
              <a:path w="5142230" h="2300604">
                <a:moveTo>
                  <a:pt x="1257512" y="1695091"/>
                </a:moveTo>
                <a:lnTo>
                  <a:pt x="1252278" y="1689488"/>
                </a:lnTo>
                <a:lnTo>
                  <a:pt x="1251689" y="1681820"/>
                </a:lnTo>
                <a:lnTo>
                  <a:pt x="1255846" y="1676202"/>
                </a:lnTo>
                <a:lnTo>
                  <a:pt x="1260504" y="1669751"/>
                </a:lnTo>
                <a:lnTo>
                  <a:pt x="1269475" y="1668310"/>
                </a:lnTo>
                <a:lnTo>
                  <a:pt x="1282328" y="1677670"/>
                </a:lnTo>
                <a:lnTo>
                  <a:pt x="1283721" y="1686687"/>
                </a:lnTo>
                <a:lnTo>
                  <a:pt x="1279013" y="1693085"/>
                </a:lnTo>
                <a:lnTo>
                  <a:pt x="1274405" y="1699490"/>
                </a:lnTo>
                <a:lnTo>
                  <a:pt x="1265438" y="1700936"/>
                </a:lnTo>
                <a:lnTo>
                  <a:pt x="1258987" y="1696279"/>
                </a:lnTo>
                <a:lnTo>
                  <a:pt x="1257512" y="1695091"/>
                </a:lnTo>
                <a:close/>
              </a:path>
              <a:path w="5142230" h="2300604">
                <a:moveTo>
                  <a:pt x="1629704" y="2201719"/>
                </a:moveTo>
                <a:lnTo>
                  <a:pt x="1624644" y="2196301"/>
                </a:lnTo>
                <a:lnTo>
                  <a:pt x="1623351" y="2194039"/>
                </a:lnTo>
                <a:lnTo>
                  <a:pt x="1622778" y="2191470"/>
                </a:lnTo>
                <a:lnTo>
                  <a:pt x="1621111" y="2183723"/>
                </a:lnTo>
                <a:lnTo>
                  <a:pt x="1625948" y="2175999"/>
                </a:lnTo>
                <a:lnTo>
                  <a:pt x="1633705" y="2174332"/>
                </a:lnTo>
                <a:lnTo>
                  <a:pt x="1641456" y="2172561"/>
                </a:lnTo>
                <a:lnTo>
                  <a:pt x="1649131" y="2177453"/>
                </a:lnTo>
                <a:lnTo>
                  <a:pt x="1652613" y="2192910"/>
                </a:lnTo>
                <a:lnTo>
                  <a:pt x="1647725" y="2200581"/>
                </a:lnTo>
                <a:lnTo>
                  <a:pt x="1639974" y="2202352"/>
                </a:lnTo>
                <a:lnTo>
                  <a:pt x="1634832" y="2203494"/>
                </a:lnTo>
                <a:lnTo>
                  <a:pt x="1629704" y="2201719"/>
                </a:lnTo>
                <a:close/>
              </a:path>
              <a:path w="5142230" h="2300604">
                <a:moveTo>
                  <a:pt x="1368203" y="1784454"/>
                </a:moveTo>
                <a:lnTo>
                  <a:pt x="1362277" y="1778110"/>
                </a:lnTo>
                <a:lnTo>
                  <a:pt x="1362141" y="1769755"/>
                </a:lnTo>
                <a:lnTo>
                  <a:pt x="1367147" y="1764165"/>
                </a:lnTo>
                <a:lnTo>
                  <a:pt x="1372494" y="1758257"/>
                </a:lnTo>
                <a:lnTo>
                  <a:pt x="1381573" y="1757811"/>
                </a:lnTo>
                <a:lnTo>
                  <a:pt x="1393344" y="1768456"/>
                </a:lnTo>
                <a:lnTo>
                  <a:pt x="1393839" y="1777490"/>
                </a:lnTo>
                <a:lnTo>
                  <a:pt x="1383189" y="1789256"/>
                </a:lnTo>
                <a:lnTo>
                  <a:pt x="1374111" y="1789801"/>
                </a:lnTo>
                <a:lnTo>
                  <a:pt x="1368203" y="1784454"/>
                </a:lnTo>
                <a:close/>
              </a:path>
              <a:path w="5142230" h="2300604">
                <a:moveTo>
                  <a:pt x="215010" y="987404"/>
                </a:moveTo>
                <a:lnTo>
                  <a:pt x="209122" y="981102"/>
                </a:lnTo>
                <a:lnTo>
                  <a:pt x="208623" y="980372"/>
                </a:lnTo>
                <a:lnTo>
                  <a:pt x="204367" y="973665"/>
                </a:lnTo>
                <a:lnTo>
                  <a:pt x="206279" y="964765"/>
                </a:lnTo>
                <a:lnTo>
                  <a:pt x="212982" y="960504"/>
                </a:lnTo>
                <a:lnTo>
                  <a:pt x="219648" y="956203"/>
                </a:lnTo>
                <a:lnTo>
                  <a:pt x="228504" y="958157"/>
                </a:lnTo>
                <a:lnTo>
                  <a:pt x="237110" y="971485"/>
                </a:lnTo>
                <a:lnTo>
                  <a:pt x="235158" y="980430"/>
                </a:lnTo>
                <a:lnTo>
                  <a:pt x="228446" y="984682"/>
                </a:lnTo>
                <a:lnTo>
                  <a:pt x="222609" y="988501"/>
                </a:lnTo>
                <a:lnTo>
                  <a:pt x="215010" y="987404"/>
                </a:lnTo>
                <a:close/>
              </a:path>
              <a:path w="5142230" h="2300604">
                <a:moveTo>
                  <a:pt x="1314248" y="1738524"/>
                </a:moveTo>
                <a:lnTo>
                  <a:pt x="1308508" y="1732380"/>
                </a:lnTo>
                <a:lnTo>
                  <a:pt x="1308072" y="1724387"/>
                </a:lnTo>
                <a:lnTo>
                  <a:pt x="1312651" y="1718731"/>
                </a:lnTo>
                <a:lnTo>
                  <a:pt x="1317586" y="1712578"/>
                </a:lnTo>
                <a:lnTo>
                  <a:pt x="1326636" y="1711611"/>
                </a:lnTo>
                <a:lnTo>
                  <a:pt x="1338993" y="1721516"/>
                </a:lnTo>
                <a:lnTo>
                  <a:pt x="1339964" y="1730571"/>
                </a:lnTo>
                <a:lnTo>
                  <a:pt x="1330055" y="1742933"/>
                </a:lnTo>
                <a:lnTo>
                  <a:pt x="1321005" y="1743900"/>
                </a:lnTo>
                <a:lnTo>
                  <a:pt x="1314801" y="1738921"/>
                </a:lnTo>
                <a:lnTo>
                  <a:pt x="1314248" y="1738524"/>
                </a:lnTo>
                <a:close/>
              </a:path>
              <a:path w="5142230" h="2300604">
                <a:moveTo>
                  <a:pt x="178857" y="925734"/>
                </a:moveTo>
                <a:lnTo>
                  <a:pt x="173660" y="920170"/>
                </a:lnTo>
                <a:lnTo>
                  <a:pt x="172941" y="919117"/>
                </a:lnTo>
                <a:lnTo>
                  <a:pt x="168638" y="910982"/>
                </a:lnTo>
                <a:lnTo>
                  <a:pt x="171348" y="902251"/>
                </a:lnTo>
                <a:lnTo>
                  <a:pt x="185333" y="894838"/>
                </a:lnTo>
                <a:lnTo>
                  <a:pt x="194074" y="897548"/>
                </a:lnTo>
                <a:lnTo>
                  <a:pt x="201433" y="911584"/>
                </a:lnTo>
                <a:lnTo>
                  <a:pt x="198772" y="920279"/>
                </a:lnTo>
                <a:lnTo>
                  <a:pt x="185892" y="927106"/>
                </a:lnTo>
                <a:lnTo>
                  <a:pt x="178857" y="925734"/>
                </a:lnTo>
                <a:close/>
              </a:path>
              <a:path w="5142230" h="2300604">
                <a:moveTo>
                  <a:pt x="827963" y="1447868"/>
                </a:moveTo>
                <a:lnTo>
                  <a:pt x="822866" y="1442412"/>
                </a:lnTo>
                <a:lnTo>
                  <a:pt x="821767" y="1435859"/>
                </a:lnTo>
                <a:lnTo>
                  <a:pt x="824646" y="1430339"/>
                </a:lnTo>
                <a:lnTo>
                  <a:pt x="828240" y="1423239"/>
                </a:lnTo>
                <a:lnTo>
                  <a:pt x="836925" y="1420513"/>
                </a:lnTo>
                <a:lnTo>
                  <a:pt x="851029" y="1427791"/>
                </a:lnTo>
                <a:lnTo>
                  <a:pt x="853803" y="1436430"/>
                </a:lnTo>
                <a:lnTo>
                  <a:pt x="846520" y="1450530"/>
                </a:lnTo>
                <a:lnTo>
                  <a:pt x="838047" y="1453286"/>
                </a:lnTo>
                <a:lnTo>
                  <a:pt x="837837" y="1453355"/>
                </a:lnTo>
                <a:lnTo>
                  <a:pt x="830785" y="1449715"/>
                </a:lnTo>
                <a:lnTo>
                  <a:pt x="829297" y="1448905"/>
                </a:lnTo>
                <a:lnTo>
                  <a:pt x="827963" y="1447868"/>
                </a:lnTo>
                <a:close/>
              </a:path>
              <a:path w="5142230" h="2300604">
                <a:moveTo>
                  <a:pt x="1514708" y="1946563"/>
                </a:moveTo>
                <a:lnTo>
                  <a:pt x="1508501" y="1939918"/>
                </a:lnTo>
                <a:lnTo>
                  <a:pt x="1503911" y="1933441"/>
                </a:lnTo>
                <a:lnTo>
                  <a:pt x="1505440" y="1924424"/>
                </a:lnTo>
                <a:lnTo>
                  <a:pt x="1511879" y="1919879"/>
                </a:lnTo>
                <a:lnTo>
                  <a:pt x="1518316" y="1915236"/>
                </a:lnTo>
                <a:lnTo>
                  <a:pt x="1527328" y="1916770"/>
                </a:lnTo>
                <a:lnTo>
                  <a:pt x="1536561" y="1929685"/>
                </a:lnTo>
                <a:lnTo>
                  <a:pt x="1534986" y="1938653"/>
                </a:lnTo>
                <a:lnTo>
                  <a:pt x="1528499" y="1943243"/>
                </a:lnTo>
                <a:lnTo>
                  <a:pt x="1522600" y="1947484"/>
                </a:lnTo>
                <a:lnTo>
                  <a:pt x="1514708" y="1946563"/>
                </a:lnTo>
                <a:close/>
              </a:path>
              <a:path w="5142230" h="2300604">
                <a:moveTo>
                  <a:pt x="62488" y="590031"/>
                </a:moveTo>
                <a:lnTo>
                  <a:pt x="57432" y="584618"/>
                </a:lnTo>
                <a:lnTo>
                  <a:pt x="56185" y="582404"/>
                </a:lnTo>
                <a:lnTo>
                  <a:pt x="55615" y="579741"/>
                </a:lnTo>
                <a:lnTo>
                  <a:pt x="53894" y="572034"/>
                </a:lnTo>
                <a:lnTo>
                  <a:pt x="58782" y="564364"/>
                </a:lnTo>
                <a:lnTo>
                  <a:pt x="74289" y="560926"/>
                </a:lnTo>
                <a:lnTo>
                  <a:pt x="81960" y="565814"/>
                </a:lnTo>
                <a:lnTo>
                  <a:pt x="83632" y="573566"/>
                </a:lnTo>
                <a:lnTo>
                  <a:pt x="85398" y="581321"/>
                </a:lnTo>
                <a:lnTo>
                  <a:pt x="80510" y="588992"/>
                </a:lnTo>
                <a:lnTo>
                  <a:pt x="67567" y="591851"/>
                </a:lnTo>
                <a:lnTo>
                  <a:pt x="62488" y="590031"/>
                </a:lnTo>
                <a:close/>
              </a:path>
              <a:path w="5142230" h="2300604">
                <a:moveTo>
                  <a:pt x="891109" y="1480373"/>
                </a:moveTo>
                <a:lnTo>
                  <a:pt x="885967" y="1474868"/>
                </a:lnTo>
                <a:lnTo>
                  <a:pt x="884913" y="1468364"/>
                </a:lnTo>
                <a:lnTo>
                  <a:pt x="887742" y="1462791"/>
                </a:lnTo>
                <a:lnTo>
                  <a:pt x="891386" y="1455744"/>
                </a:lnTo>
                <a:lnTo>
                  <a:pt x="900066" y="1453013"/>
                </a:lnTo>
                <a:lnTo>
                  <a:pt x="914129" y="1460247"/>
                </a:lnTo>
                <a:lnTo>
                  <a:pt x="916949" y="1468936"/>
                </a:lnTo>
                <a:lnTo>
                  <a:pt x="909666" y="1483035"/>
                </a:lnTo>
                <a:lnTo>
                  <a:pt x="901127" y="1485721"/>
                </a:lnTo>
                <a:lnTo>
                  <a:pt x="900986" y="1485765"/>
                </a:lnTo>
                <a:lnTo>
                  <a:pt x="893881" y="1482167"/>
                </a:lnTo>
                <a:lnTo>
                  <a:pt x="892402" y="1481366"/>
                </a:lnTo>
                <a:lnTo>
                  <a:pt x="891109" y="1480373"/>
                </a:lnTo>
                <a:close/>
              </a:path>
              <a:path w="5142230" h="2300604">
                <a:moveTo>
                  <a:pt x="147857" y="861465"/>
                </a:moveTo>
                <a:lnTo>
                  <a:pt x="142709" y="855955"/>
                </a:lnTo>
                <a:lnTo>
                  <a:pt x="141811" y="854602"/>
                </a:lnTo>
                <a:lnTo>
                  <a:pt x="137952" y="845789"/>
                </a:lnTo>
                <a:lnTo>
                  <a:pt x="141267" y="837305"/>
                </a:lnTo>
                <a:lnTo>
                  <a:pt x="155833" y="831003"/>
                </a:lnTo>
                <a:lnTo>
                  <a:pt x="164313" y="834313"/>
                </a:lnTo>
                <a:lnTo>
                  <a:pt x="170664" y="848834"/>
                </a:lnTo>
                <a:lnTo>
                  <a:pt x="167349" y="857318"/>
                </a:lnTo>
                <a:lnTo>
                  <a:pt x="160071" y="860464"/>
                </a:lnTo>
                <a:lnTo>
                  <a:pt x="154363" y="862966"/>
                </a:lnTo>
                <a:lnTo>
                  <a:pt x="147857" y="861465"/>
                </a:lnTo>
                <a:close/>
              </a:path>
              <a:path w="5142230" h="2300604">
                <a:moveTo>
                  <a:pt x="1641169" y="2271271"/>
                </a:moveTo>
                <a:lnTo>
                  <a:pt x="1636159" y="2265907"/>
                </a:lnTo>
                <a:lnTo>
                  <a:pt x="1634791" y="2263076"/>
                </a:lnTo>
                <a:lnTo>
                  <a:pt x="1633466" y="2252078"/>
                </a:lnTo>
                <a:lnTo>
                  <a:pt x="1639138" y="2244953"/>
                </a:lnTo>
                <a:lnTo>
                  <a:pt x="1647007" y="2243994"/>
                </a:lnTo>
                <a:lnTo>
                  <a:pt x="1654922" y="2243083"/>
                </a:lnTo>
                <a:lnTo>
                  <a:pt x="1662042" y="2248750"/>
                </a:lnTo>
                <a:lnTo>
                  <a:pt x="1662912" y="2256621"/>
                </a:lnTo>
                <a:lnTo>
                  <a:pt x="1663872" y="2264490"/>
                </a:lnTo>
                <a:lnTo>
                  <a:pt x="1658200" y="2271615"/>
                </a:lnTo>
                <a:lnTo>
                  <a:pt x="1650331" y="2272574"/>
                </a:lnTo>
                <a:lnTo>
                  <a:pt x="1645593" y="2273074"/>
                </a:lnTo>
                <a:lnTo>
                  <a:pt x="1641169" y="2271271"/>
                </a:lnTo>
                <a:close/>
              </a:path>
              <a:path w="5142230" h="2300604">
                <a:moveTo>
                  <a:pt x="1418673" y="1832910"/>
                </a:moveTo>
                <a:lnTo>
                  <a:pt x="1413207" y="1827059"/>
                </a:lnTo>
                <a:lnTo>
                  <a:pt x="1413364" y="1818137"/>
                </a:lnTo>
                <a:lnTo>
                  <a:pt x="1418937" y="1812666"/>
                </a:lnTo>
                <a:lnTo>
                  <a:pt x="1419417" y="1812202"/>
                </a:lnTo>
                <a:lnTo>
                  <a:pt x="1424648" y="1807148"/>
                </a:lnTo>
                <a:lnTo>
                  <a:pt x="1433757" y="1807222"/>
                </a:lnTo>
                <a:lnTo>
                  <a:pt x="1444838" y="1818594"/>
                </a:lnTo>
                <a:lnTo>
                  <a:pt x="1444768" y="1827708"/>
                </a:lnTo>
                <a:lnTo>
                  <a:pt x="1444288" y="1828172"/>
                </a:lnTo>
                <a:lnTo>
                  <a:pt x="1439057" y="1833226"/>
                </a:lnTo>
                <a:lnTo>
                  <a:pt x="1433386" y="1838788"/>
                </a:lnTo>
                <a:lnTo>
                  <a:pt x="1424236" y="1838670"/>
                </a:lnTo>
                <a:lnTo>
                  <a:pt x="1418673" y="1832910"/>
                </a:lnTo>
                <a:close/>
              </a:path>
              <a:path w="5142230" h="2300604">
                <a:moveTo>
                  <a:pt x="1016710" y="1546403"/>
                </a:moveTo>
                <a:lnTo>
                  <a:pt x="1011563" y="1540893"/>
                </a:lnTo>
                <a:lnTo>
                  <a:pt x="1010516" y="1534201"/>
                </a:lnTo>
                <a:lnTo>
                  <a:pt x="1017317" y="1521639"/>
                </a:lnTo>
                <a:lnTo>
                  <a:pt x="1026044" y="1519056"/>
                </a:lnTo>
                <a:lnTo>
                  <a:pt x="1040044" y="1526614"/>
                </a:lnTo>
                <a:lnTo>
                  <a:pt x="1042627" y="1535341"/>
                </a:lnTo>
                <a:lnTo>
                  <a:pt x="1038802" y="1542293"/>
                </a:lnTo>
                <a:lnTo>
                  <a:pt x="1035023" y="1549293"/>
                </a:lnTo>
                <a:lnTo>
                  <a:pt x="1026296" y="1551875"/>
                </a:lnTo>
                <a:lnTo>
                  <a:pt x="1019296" y="1548096"/>
                </a:lnTo>
                <a:lnTo>
                  <a:pt x="1017953" y="1547342"/>
                </a:lnTo>
                <a:lnTo>
                  <a:pt x="1016710" y="1546403"/>
                </a:lnTo>
                <a:close/>
              </a:path>
              <a:path w="5142230" h="2300604">
                <a:moveTo>
                  <a:pt x="954065" y="1513065"/>
                </a:moveTo>
                <a:lnTo>
                  <a:pt x="948963" y="1507604"/>
                </a:lnTo>
                <a:lnTo>
                  <a:pt x="947867" y="1500958"/>
                </a:lnTo>
                <a:lnTo>
                  <a:pt x="950742" y="1495433"/>
                </a:lnTo>
                <a:lnTo>
                  <a:pt x="954480" y="1488389"/>
                </a:lnTo>
                <a:lnTo>
                  <a:pt x="963165" y="1485663"/>
                </a:lnTo>
                <a:lnTo>
                  <a:pt x="977217" y="1493081"/>
                </a:lnTo>
                <a:lnTo>
                  <a:pt x="979942" y="1501766"/>
                </a:lnTo>
                <a:lnTo>
                  <a:pt x="972568" y="1515768"/>
                </a:lnTo>
                <a:lnTo>
                  <a:pt x="963888" y="1518498"/>
                </a:lnTo>
                <a:lnTo>
                  <a:pt x="956832" y="1514854"/>
                </a:lnTo>
                <a:lnTo>
                  <a:pt x="955353" y="1514053"/>
                </a:lnTo>
                <a:lnTo>
                  <a:pt x="954065" y="1513065"/>
                </a:lnTo>
                <a:close/>
              </a:path>
              <a:path w="5142230" h="2300604">
                <a:moveTo>
                  <a:pt x="98542" y="727741"/>
                </a:moveTo>
                <a:lnTo>
                  <a:pt x="93486" y="722329"/>
                </a:lnTo>
                <a:lnTo>
                  <a:pt x="92370" y="720449"/>
                </a:lnTo>
                <a:lnTo>
                  <a:pt x="91636" y="718295"/>
                </a:lnTo>
                <a:lnTo>
                  <a:pt x="89351" y="710669"/>
                </a:lnTo>
                <a:lnTo>
                  <a:pt x="93637" y="702647"/>
                </a:lnTo>
                <a:lnTo>
                  <a:pt x="101174" y="700354"/>
                </a:lnTo>
                <a:lnTo>
                  <a:pt x="108760" y="698016"/>
                </a:lnTo>
                <a:lnTo>
                  <a:pt x="116781" y="702302"/>
                </a:lnTo>
                <a:lnTo>
                  <a:pt x="121453" y="717469"/>
                </a:lnTo>
                <a:lnTo>
                  <a:pt x="117172" y="725495"/>
                </a:lnTo>
                <a:lnTo>
                  <a:pt x="109635" y="727788"/>
                </a:lnTo>
                <a:lnTo>
                  <a:pt x="104195" y="729491"/>
                </a:lnTo>
                <a:lnTo>
                  <a:pt x="98542" y="727741"/>
                </a:lnTo>
                <a:close/>
              </a:path>
              <a:path w="5142230" h="2300604">
                <a:moveTo>
                  <a:pt x="0" y="168350"/>
                </a:moveTo>
                <a:lnTo>
                  <a:pt x="0" y="141614"/>
                </a:lnTo>
                <a:lnTo>
                  <a:pt x="5778" y="140978"/>
                </a:lnTo>
                <a:lnTo>
                  <a:pt x="13685" y="140157"/>
                </a:lnTo>
                <a:lnTo>
                  <a:pt x="20766" y="145879"/>
                </a:lnTo>
                <a:lnTo>
                  <a:pt x="22443" y="161652"/>
                </a:lnTo>
                <a:lnTo>
                  <a:pt x="16730" y="168732"/>
                </a:lnTo>
                <a:lnTo>
                  <a:pt x="8818" y="169549"/>
                </a:lnTo>
                <a:lnTo>
                  <a:pt x="4175" y="170052"/>
                </a:lnTo>
                <a:lnTo>
                  <a:pt x="0" y="168350"/>
                </a:lnTo>
                <a:close/>
              </a:path>
              <a:path w="5142230" h="2300604">
                <a:moveTo>
                  <a:pt x="518599" y="1273095"/>
                </a:moveTo>
                <a:lnTo>
                  <a:pt x="513411" y="1267542"/>
                </a:lnTo>
                <a:lnTo>
                  <a:pt x="512616" y="1260239"/>
                </a:lnTo>
                <a:lnTo>
                  <a:pt x="520736" y="1247916"/>
                </a:lnTo>
                <a:lnTo>
                  <a:pt x="529626" y="1246094"/>
                </a:lnTo>
                <a:lnTo>
                  <a:pt x="542869" y="1254806"/>
                </a:lnTo>
                <a:lnTo>
                  <a:pt x="544741" y="1263750"/>
                </a:lnTo>
                <a:lnTo>
                  <a:pt x="536033" y="1276998"/>
                </a:lnTo>
                <a:lnTo>
                  <a:pt x="527089" y="1278861"/>
                </a:lnTo>
                <a:lnTo>
                  <a:pt x="519476" y="1273838"/>
                </a:lnTo>
                <a:lnTo>
                  <a:pt x="518599" y="1273095"/>
                </a:lnTo>
                <a:close/>
              </a:path>
              <a:path w="5142230" h="2300604">
                <a:moveTo>
                  <a:pt x="35944" y="450284"/>
                </a:moveTo>
                <a:lnTo>
                  <a:pt x="30934" y="444920"/>
                </a:lnTo>
                <a:lnTo>
                  <a:pt x="29606" y="442325"/>
                </a:lnTo>
                <a:lnTo>
                  <a:pt x="29091" y="439428"/>
                </a:lnTo>
                <a:lnTo>
                  <a:pt x="27894" y="431598"/>
                </a:lnTo>
                <a:lnTo>
                  <a:pt x="33198" y="424178"/>
                </a:lnTo>
                <a:lnTo>
                  <a:pt x="48862" y="421689"/>
                </a:lnTo>
                <a:lnTo>
                  <a:pt x="56229" y="427034"/>
                </a:lnTo>
                <a:lnTo>
                  <a:pt x="58770" y="442657"/>
                </a:lnTo>
                <a:lnTo>
                  <a:pt x="53416" y="450024"/>
                </a:lnTo>
                <a:lnTo>
                  <a:pt x="45587" y="451320"/>
                </a:lnTo>
                <a:lnTo>
                  <a:pt x="40651" y="452096"/>
                </a:lnTo>
                <a:lnTo>
                  <a:pt x="35944" y="450284"/>
                </a:lnTo>
                <a:close/>
              </a:path>
              <a:path w="5142230" h="2300604">
                <a:moveTo>
                  <a:pt x="48242" y="520336"/>
                </a:moveTo>
                <a:lnTo>
                  <a:pt x="43186" y="514924"/>
                </a:lnTo>
                <a:lnTo>
                  <a:pt x="41852" y="512518"/>
                </a:lnTo>
                <a:lnTo>
                  <a:pt x="41379" y="509764"/>
                </a:lnTo>
                <a:lnTo>
                  <a:pt x="39899" y="501924"/>
                </a:lnTo>
                <a:lnTo>
                  <a:pt x="45063" y="494452"/>
                </a:lnTo>
                <a:lnTo>
                  <a:pt x="60649" y="491489"/>
                </a:lnTo>
                <a:lnTo>
                  <a:pt x="68121" y="496653"/>
                </a:lnTo>
                <a:lnTo>
                  <a:pt x="69650" y="504447"/>
                </a:lnTo>
                <a:lnTo>
                  <a:pt x="71084" y="512238"/>
                </a:lnTo>
                <a:lnTo>
                  <a:pt x="65965" y="519759"/>
                </a:lnTo>
                <a:lnTo>
                  <a:pt x="58174" y="521194"/>
                </a:lnTo>
                <a:lnTo>
                  <a:pt x="53137" y="522155"/>
                </a:lnTo>
                <a:lnTo>
                  <a:pt x="48242" y="520336"/>
                </a:lnTo>
                <a:close/>
              </a:path>
              <a:path w="5142230" h="2300604">
                <a:moveTo>
                  <a:pt x="0" y="99052"/>
                </a:moveTo>
                <a:lnTo>
                  <a:pt x="0" y="70198"/>
                </a:lnTo>
                <a:lnTo>
                  <a:pt x="6223" y="69513"/>
                </a:lnTo>
                <a:lnTo>
                  <a:pt x="13303" y="75235"/>
                </a:lnTo>
                <a:lnTo>
                  <a:pt x="14981" y="91008"/>
                </a:lnTo>
                <a:lnTo>
                  <a:pt x="9268" y="98089"/>
                </a:lnTo>
                <a:lnTo>
                  <a:pt x="0" y="99052"/>
                </a:lnTo>
                <a:close/>
              </a:path>
              <a:path w="5142230" h="2300604">
                <a:moveTo>
                  <a:pt x="0" y="27599"/>
                </a:moveTo>
                <a:lnTo>
                  <a:pt x="0" y="0"/>
                </a:lnTo>
                <a:lnTo>
                  <a:pt x="5701" y="4539"/>
                </a:lnTo>
                <a:lnTo>
                  <a:pt x="7477" y="20321"/>
                </a:lnTo>
                <a:lnTo>
                  <a:pt x="1760" y="27396"/>
                </a:lnTo>
                <a:lnTo>
                  <a:pt x="0" y="27599"/>
                </a:lnTo>
                <a:close/>
              </a:path>
              <a:path w="5142230" h="2300604">
                <a:moveTo>
                  <a:pt x="25308" y="379957"/>
                </a:moveTo>
                <a:lnTo>
                  <a:pt x="20298" y="374593"/>
                </a:lnTo>
                <a:lnTo>
                  <a:pt x="18924" y="371950"/>
                </a:lnTo>
                <a:lnTo>
                  <a:pt x="17407" y="361040"/>
                </a:lnTo>
                <a:lnTo>
                  <a:pt x="22848" y="353766"/>
                </a:lnTo>
                <a:lnTo>
                  <a:pt x="30724" y="352618"/>
                </a:lnTo>
                <a:lnTo>
                  <a:pt x="38597" y="351564"/>
                </a:lnTo>
                <a:lnTo>
                  <a:pt x="45866" y="357000"/>
                </a:lnTo>
                <a:lnTo>
                  <a:pt x="46924" y="364877"/>
                </a:lnTo>
                <a:lnTo>
                  <a:pt x="48073" y="372753"/>
                </a:lnTo>
                <a:lnTo>
                  <a:pt x="42586" y="379978"/>
                </a:lnTo>
                <a:lnTo>
                  <a:pt x="34706" y="381122"/>
                </a:lnTo>
                <a:lnTo>
                  <a:pt x="29921" y="381766"/>
                </a:lnTo>
                <a:lnTo>
                  <a:pt x="25308" y="379957"/>
                </a:lnTo>
                <a:close/>
              </a:path>
              <a:path w="5142230" h="2300604">
                <a:moveTo>
                  <a:pt x="702186" y="1381747"/>
                </a:moveTo>
                <a:lnTo>
                  <a:pt x="697080" y="1376281"/>
                </a:lnTo>
                <a:lnTo>
                  <a:pt x="696038" y="1369593"/>
                </a:lnTo>
                <a:lnTo>
                  <a:pt x="702834" y="1357026"/>
                </a:lnTo>
                <a:lnTo>
                  <a:pt x="711566" y="1354448"/>
                </a:lnTo>
                <a:lnTo>
                  <a:pt x="718516" y="1358174"/>
                </a:lnTo>
                <a:lnTo>
                  <a:pt x="725472" y="1362003"/>
                </a:lnTo>
                <a:lnTo>
                  <a:pt x="728103" y="1370685"/>
                </a:lnTo>
                <a:lnTo>
                  <a:pt x="720545" y="1384685"/>
                </a:lnTo>
                <a:lnTo>
                  <a:pt x="711813" y="1387263"/>
                </a:lnTo>
                <a:lnTo>
                  <a:pt x="704818" y="1383489"/>
                </a:lnTo>
                <a:lnTo>
                  <a:pt x="703429" y="1382686"/>
                </a:lnTo>
                <a:lnTo>
                  <a:pt x="702186" y="1381747"/>
                </a:lnTo>
                <a:close/>
              </a:path>
              <a:path w="5142230" h="2300604">
                <a:moveTo>
                  <a:pt x="15900" y="309478"/>
                </a:moveTo>
                <a:lnTo>
                  <a:pt x="10894" y="304120"/>
                </a:lnTo>
                <a:lnTo>
                  <a:pt x="9568" y="301332"/>
                </a:lnTo>
                <a:lnTo>
                  <a:pt x="9113" y="298205"/>
                </a:lnTo>
                <a:lnTo>
                  <a:pt x="8153" y="290336"/>
                </a:lnTo>
                <a:lnTo>
                  <a:pt x="13779" y="283162"/>
                </a:lnTo>
                <a:lnTo>
                  <a:pt x="21649" y="282203"/>
                </a:lnTo>
                <a:lnTo>
                  <a:pt x="29473" y="281194"/>
                </a:lnTo>
                <a:lnTo>
                  <a:pt x="36695" y="286775"/>
                </a:lnTo>
                <a:lnTo>
                  <a:pt x="38659" y="302563"/>
                </a:lnTo>
                <a:lnTo>
                  <a:pt x="33082" y="309690"/>
                </a:lnTo>
                <a:lnTo>
                  <a:pt x="20423" y="311289"/>
                </a:lnTo>
                <a:lnTo>
                  <a:pt x="15900" y="309478"/>
                </a:lnTo>
                <a:close/>
              </a:path>
              <a:path w="5142230" h="2300604">
                <a:moveTo>
                  <a:pt x="7542" y="238951"/>
                </a:moveTo>
                <a:lnTo>
                  <a:pt x="2486" y="233538"/>
                </a:lnTo>
                <a:lnTo>
                  <a:pt x="1119" y="230706"/>
                </a:lnTo>
                <a:lnTo>
                  <a:pt x="0" y="219613"/>
                </a:lnTo>
                <a:lnTo>
                  <a:pt x="5563" y="212493"/>
                </a:lnTo>
                <a:lnTo>
                  <a:pt x="13429" y="211628"/>
                </a:lnTo>
                <a:lnTo>
                  <a:pt x="21344" y="210717"/>
                </a:lnTo>
                <a:lnTo>
                  <a:pt x="28468" y="216389"/>
                </a:lnTo>
                <a:lnTo>
                  <a:pt x="30240" y="232165"/>
                </a:lnTo>
                <a:lnTo>
                  <a:pt x="24573" y="239294"/>
                </a:lnTo>
                <a:lnTo>
                  <a:pt x="16658" y="240205"/>
                </a:lnTo>
                <a:lnTo>
                  <a:pt x="12014" y="240708"/>
                </a:lnTo>
                <a:lnTo>
                  <a:pt x="7542" y="238951"/>
                </a:lnTo>
                <a:close/>
              </a:path>
              <a:path w="5142230" h="2300604">
                <a:moveTo>
                  <a:pt x="1599470" y="1622560"/>
                </a:moveTo>
                <a:lnTo>
                  <a:pt x="1593714" y="1616399"/>
                </a:lnTo>
                <a:lnTo>
                  <a:pt x="1593124" y="1609121"/>
                </a:lnTo>
                <a:lnTo>
                  <a:pt x="1597045" y="1603641"/>
                </a:lnTo>
                <a:lnTo>
                  <a:pt x="1601549" y="1597417"/>
                </a:lnTo>
                <a:lnTo>
                  <a:pt x="1610286" y="1595920"/>
                </a:lnTo>
                <a:lnTo>
                  <a:pt x="1622820" y="1604939"/>
                </a:lnTo>
                <a:lnTo>
                  <a:pt x="1624227" y="1613678"/>
                </a:lnTo>
                <a:lnTo>
                  <a:pt x="1619719" y="1619898"/>
                </a:lnTo>
                <a:lnTo>
                  <a:pt x="1615257" y="1626166"/>
                </a:lnTo>
                <a:lnTo>
                  <a:pt x="1606523" y="1627569"/>
                </a:lnTo>
                <a:lnTo>
                  <a:pt x="1599470" y="1622560"/>
                </a:lnTo>
                <a:close/>
              </a:path>
              <a:path w="5142230" h="2300604">
                <a:moveTo>
                  <a:pt x="964734" y="1307783"/>
                </a:moveTo>
                <a:lnTo>
                  <a:pt x="959815" y="1302517"/>
                </a:lnTo>
                <a:lnTo>
                  <a:pt x="958599" y="1296622"/>
                </a:lnTo>
                <a:lnTo>
                  <a:pt x="963971" y="1284289"/>
                </a:lnTo>
                <a:lnTo>
                  <a:pt x="972205" y="1281081"/>
                </a:lnTo>
                <a:lnTo>
                  <a:pt x="986254" y="1287224"/>
                </a:lnTo>
                <a:lnTo>
                  <a:pt x="989561" y="1295457"/>
                </a:lnTo>
                <a:lnTo>
                  <a:pt x="986443" y="1302479"/>
                </a:lnTo>
                <a:lnTo>
                  <a:pt x="983365" y="1309546"/>
                </a:lnTo>
                <a:lnTo>
                  <a:pt x="975140" y="1312764"/>
                </a:lnTo>
                <a:lnTo>
                  <a:pt x="968069" y="1309691"/>
                </a:lnTo>
                <a:lnTo>
                  <a:pt x="966254" y="1308921"/>
                </a:lnTo>
                <a:lnTo>
                  <a:pt x="964734" y="1307783"/>
                </a:lnTo>
                <a:close/>
              </a:path>
              <a:path w="5142230" h="2300604">
                <a:moveTo>
                  <a:pt x="1095201" y="1363872"/>
                </a:moveTo>
                <a:lnTo>
                  <a:pt x="1090282" y="1358605"/>
                </a:lnTo>
                <a:lnTo>
                  <a:pt x="1089017" y="1352756"/>
                </a:lnTo>
                <a:lnTo>
                  <a:pt x="1091272" y="1347545"/>
                </a:lnTo>
                <a:lnTo>
                  <a:pt x="1094295" y="1340420"/>
                </a:lnTo>
                <a:lnTo>
                  <a:pt x="1102528" y="1337112"/>
                </a:lnTo>
                <a:lnTo>
                  <a:pt x="1109599" y="1340186"/>
                </a:lnTo>
                <a:lnTo>
                  <a:pt x="1116678" y="1343169"/>
                </a:lnTo>
                <a:lnTo>
                  <a:pt x="1119917" y="1351231"/>
                </a:lnTo>
                <a:lnTo>
                  <a:pt x="1116908" y="1358468"/>
                </a:lnTo>
                <a:lnTo>
                  <a:pt x="1113933" y="1365548"/>
                </a:lnTo>
                <a:lnTo>
                  <a:pt x="1105701" y="1368855"/>
                </a:lnTo>
                <a:lnTo>
                  <a:pt x="1098630" y="1365782"/>
                </a:lnTo>
                <a:lnTo>
                  <a:pt x="1096815" y="1365012"/>
                </a:lnTo>
                <a:lnTo>
                  <a:pt x="1095201" y="1363872"/>
                </a:lnTo>
                <a:close/>
              </a:path>
              <a:path w="5142230" h="2300604">
                <a:moveTo>
                  <a:pt x="1891611" y="2016224"/>
                </a:moveTo>
                <a:lnTo>
                  <a:pt x="1886692" y="2010958"/>
                </a:lnTo>
                <a:lnTo>
                  <a:pt x="1885579" y="2008985"/>
                </a:lnTo>
                <a:lnTo>
                  <a:pt x="1882836" y="1999402"/>
                </a:lnTo>
                <a:lnTo>
                  <a:pt x="1887153" y="1991708"/>
                </a:lnTo>
                <a:lnTo>
                  <a:pt x="1894549" y="1989557"/>
                </a:lnTo>
                <a:lnTo>
                  <a:pt x="1901981" y="1987444"/>
                </a:lnTo>
                <a:lnTo>
                  <a:pt x="1909675" y="1991771"/>
                </a:lnTo>
                <a:lnTo>
                  <a:pt x="1913885" y="2006639"/>
                </a:lnTo>
                <a:lnTo>
                  <a:pt x="1909568" y="2014333"/>
                </a:lnTo>
                <a:lnTo>
                  <a:pt x="1896931" y="2017911"/>
                </a:lnTo>
                <a:lnTo>
                  <a:pt x="1891611" y="2016224"/>
                </a:lnTo>
                <a:close/>
              </a:path>
              <a:path w="5142230" h="2300604">
                <a:moveTo>
                  <a:pt x="1655175" y="1665477"/>
                </a:moveTo>
                <a:lnTo>
                  <a:pt x="1649611" y="1659521"/>
                </a:lnTo>
                <a:lnTo>
                  <a:pt x="1649323" y="1651686"/>
                </a:lnTo>
                <a:lnTo>
                  <a:pt x="1653851" y="1646270"/>
                </a:lnTo>
                <a:lnTo>
                  <a:pt x="1658775" y="1640300"/>
                </a:lnTo>
                <a:lnTo>
                  <a:pt x="1667536" y="1639512"/>
                </a:lnTo>
                <a:lnTo>
                  <a:pt x="1679376" y="1649353"/>
                </a:lnTo>
                <a:lnTo>
                  <a:pt x="1680209" y="1658162"/>
                </a:lnTo>
                <a:lnTo>
                  <a:pt x="1675244" y="1664088"/>
                </a:lnTo>
                <a:lnTo>
                  <a:pt x="1670364" y="1670007"/>
                </a:lnTo>
                <a:lnTo>
                  <a:pt x="1661514" y="1670796"/>
                </a:lnTo>
                <a:lnTo>
                  <a:pt x="1655175" y="1665477"/>
                </a:lnTo>
                <a:close/>
              </a:path>
              <a:path w="5142230" h="2300604">
                <a:moveTo>
                  <a:pt x="1869100" y="1949412"/>
                </a:moveTo>
                <a:lnTo>
                  <a:pt x="1864135" y="1944097"/>
                </a:lnTo>
                <a:lnTo>
                  <a:pt x="1863191" y="1942696"/>
                </a:lnTo>
                <a:lnTo>
                  <a:pt x="1862540" y="1941021"/>
                </a:lnTo>
                <a:lnTo>
                  <a:pt x="1859669" y="1933842"/>
                </a:lnTo>
                <a:lnTo>
                  <a:pt x="1863155" y="1925746"/>
                </a:lnTo>
                <a:lnTo>
                  <a:pt x="1870285" y="1922920"/>
                </a:lnTo>
                <a:lnTo>
                  <a:pt x="1877419" y="1920000"/>
                </a:lnTo>
                <a:lnTo>
                  <a:pt x="1885515" y="1923486"/>
                </a:lnTo>
                <a:lnTo>
                  <a:pt x="1888435" y="1930620"/>
                </a:lnTo>
                <a:lnTo>
                  <a:pt x="1891256" y="1937745"/>
                </a:lnTo>
                <a:lnTo>
                  <a:pt x="1887816" y="1945890"/>
                </a:lnTo>
                <a:lnTo>
                  <a:pt x="1880685" y="1948716"/>
                </a:lnTo>
                <a:lnTo>
                  <a:pt x="1875185" y="1950941"/>
                </a:lnTo>
                <a:lnTo>
                  <a:pt x="1869100" y="1949412"/>
                </a:lnTo>
                <a:close/>
              </a:path>
              <a:path w="5142230" h="2300604">
                <a:moveTo>
                  <a:pt x="336437" y="872143"/>
                </a:moveTo>
                <a:lnTo>
                  <a:pt x="330733" y="866037"/>
                </a:lnTo>
                <a:lnTo>
                  <a:pt x="326063" y="858986"/>
                </a:lnTo>
                <a:lnTo>
                  <a:pt x="327822" y="850312"/>
                </a:lnTo>
                <a:lnTo>
                  <a:pt x="340665" y="841774"/>
                </a:lnTo>
                <a:lnTo>
                  <a:pt x="349344" y="843538"/>
                </a:lnTo>
                <a:lnTo>
                  <a:pt x="357828" y="856432"/>
                </a:lnTo>
                <a:lnTo>
                  <a:pt x="356069" y="865106"/>
                </a:lnTo>
                <a:lnTo>
                  <a:pt x="349599" y="869323"/>
                </a:lnTo>
                <a:lnTo>
                  <a:pt x="343851" y="873140"/>
                </a:lnTo>
                <a:lnTo>
                  <a:pt x="336437" y="872143"/>
                </a:lnTo>
                <a:close/>
              </a:path>
              <a:path w="5142230" h="2300604">
                <a:moveTo>
                  <a:pt x="586213" y="1112056"/>
                </a:moveTo>
                <a:lnTo>
                  <a:pt x="581203" y="1106693"/>
                </a:lnTo>
                <a:lnTo>
                  <a:pt x="580357" y="1099630"/>
                </a:lnTo>
                <a:lnTo>
                  <a:pt x="583942" y="1094181"/>
                </a:lnTo>
                <a:lnTo>
                  <a:pt x="588172" y="1087664"/>
                </a:lnTo>
                <a:lnTo>
                  <a:pt x="596784" y="1085837"/>
                </a:lnTo>
                <a:lnTo>
                  <a:pt x="603251" y="1090023"/>
                </a:lnTo>
                <a:lnTo>
                  <a:pt x="609714" y="1094303"/>
                </a:lnTo>
                <a:lnTo>
                  <a:pt x="611546" y="1102910"/>
                </a:lnTo>
                <a:lnTo>
                  <a:pt x="607360" y="1109377"/>
                </a:lnTo>
                <a:lnTo>
                  <a:pt x="603129" y="1115795"/>
                </a:lnTo>
                <a:lnTo>
                  <a:pt x="594521" y="1117626"/>
                </a:lnTo>
                <a:lnTo>
                  <a:pt x="588055" y="1113441"/>
                </a:lnTo>
                <a:lnTo>
                  <a:pt x="587085" y="1112794"/>
                </a:lnTo>
                <a:lnTo>
                  <a:pt x="586213" y="1112056"/>
                </a:lnTo>
                <a:close/>
              </a:path>
              <a:path w="5142230" h="2300604">
                <a:moveTo>
                  <a:pt x="1540119" y="1582584"/>
                </a:moveTo>
                <a:lnTo>
                  <a:pt x="1535109" y="1577220"/>
                </a:lnTo>
                <a:lnTo>
                  <a:pt x="1534260" y="1570251"/>
                </a:lnTo>
                <a:lnTo>
                  <a:pt x="1537473" y="1565090"/>
                </a:lnTo>
                <a:lnTo>
                  <a:pt x="1541611" y="1558572"/>
                </a:lnTo>
                <a:lnTo>
                  <a:pt x="1541796" y="1558281"/>
                </a:lnTo>
                <a:lnTo>
                  <a:pt x="1550361" y="1556306"/>
                </a:lnTo>
                <a:lnTo>
                  <a:pt x="1563396" y="1564492"/>
                </a:lnTo>
                <a:lnTo>
                  <a:pt x="1565416" y="1573106"/>
                </a:lnTo>
                <a:lnTo>
                  <a:pt x="1561460" y="1579331"/>
                </a:lnTo>
                <a:lnTo>
                  <a:pt x="1557359" y="1585888"/>
                </a:lnTo>
                <a:lnTo>
                  <a:pt x="1557176" y="1586181"/>
                </a:lnTo>
                <a:lnTo>
                  <a:pt x="1548570" y="1588112"/>
                </a:lnTo>
                <a:lnTo>
                  <a:pt x="1542100" y="1584020"/>
                </a:lnTo>
                <a:lnTo>
                  <a:pt x="1541032" y="1583365"/>
                </a:lnTo>
                <a:lnTo>
                  <a:pt x="1540119" y="1582584"/>
                </a:lnTo>
                <a:close/>
              </a:path>
              <a:path w="5142230" h="2300604">
                <a:moveTo>
                  <a:pt x="708462" y="1184761"/>
                </a:moveTo>
                <a:lnTo>
                  <a:pt x="703501" y="1179451"/>
                </a:lnTo>
                <a:lnTo>
                  <a:pt x="702497" y="1172902"/>
                </a:lnTo>
                <a:lnTo>
                  <a:pt x="705418" y="1167525"/>
                </a:lnTo>
                <a:lnTo>
                  <a:pt x="709142" y="1160759"/>
                </a:lnTo>
                <a:lnTo>
                  <a:pt x="717583" y="1158261"/>
                </a:lnTo>
                <a:lnTo>
                  <a:pt x="731118" y="1165614"/>
                </a:lnTo>
                <a:lnTo>
                  <a:pt x="733616" y="1174056"/>
                </a:lnTo>
                <a:lnTo>
                  <a:pt x="729933" y="1180865"/>
                </a:lnTo>
                <a:lnTo>
                  <a:pt x="726262" y="1187590"/>
                </a:lnTo>
                <a:lnTo>
                  <a:pt x="717768" y="1190129"/>
                </a:lnTo>
                <a:lnTo>
                  <a:pt x="711052" y="1186459"/>
                </a:lnTo>
                <a:lnTo>
                  <a:pt x="709704" y="1185700"/>
                </a:lnTo>
                <a:lnTo>
                  <a:pt x="708462" y="1184761"/>
                </a:lnTo>
                <a:close/>
              </a:path>
              <a:path w="5142230" h="2300604">
                <a:moveTo>
                  <a:pt x="1479274" y="1546286"/>
                </a:moveTo>
                <a:lnTo>
                  <a:pt x="1474309" y="1540971"/>
                </a:lnTo>
                <a:lnTo>
                  <a:pt x="1473356" y="1534282"/>
                </a:lnTo>
                <a:lnTo>
                  <a:pt x="1476416" y="1528858"/>
                </a:lnTo>
                <a:lnTo>
                  <a:pt x="1480284" y="1522149"/>
                </a:lnTo>
                <a:lnTo>
                  <a:pt x="1488813" y="1519843"/>
                </a:lnTo>
                <a:lnTo>
                  <a:pt x="1502146" y="1527467"/>
                </a:lnTo>
                <a:lnTo>
                  <a:pt x="1504502" y="1536050"/>
                </a:lnTo>
                <a:lnTo>
                  <a:pt x="1496872" y="1549387"/>
                </a:lnTo>
                <a:lnTo>
                  <a:pt x="1488343" y="1551693"/>
                </a:lnTo>
                <a:lnTo>
                  <a:pt x="1481626" y="1547924"/>
                </a:lnTo>
                <a:lnTo>
                  <a:pt x="1480377" y="1547173"/>
                </a:lnTo>
                <a:lnTo>
                  <a:pt x="1479274" y="1546286"/>
                </a:lnTo>
                <a:close/>
              </a:path>
              <a:path w="5142230" h="2300604">
                <a:moveTo>
                  <a:pt x="107330" y="129752"/>
                </a:moveTo>
                <a:lnTo>
                  <a:pt x="102411" y="124486"/>
                </a:lnTo>
                <a:lnTo>
                  <a:pt x="101170" y="121984"/>
                </a:lnTo>
                <a:lnTo>
                  <a:pt x="100656" y="119186"/>
                </a:lnTo>
                <a:lnTo>
                  <a:pt x="99452" y="111545"/>
                </a:lnTo>
                <a:lnTo>
                  <a:pt x="104604" y="104450"/>
                </a:lnTo>
                <a:lnTo>
                  <a:pt x="119796" y="101945"/>
                </a:lnTo>
                <a:lnTo>
                  <a:pt x="126985" y="107100"/>
                </a:lnTo>
                <a:lnTo>
                  <a:pt x="129490" y="122292"/>
                </a:lnTo>
                <a:lnTo>
                  <a:pt x="124290" y="129433"/>
                </a:lnTo>
                <a:lnTo>
                  <a:pt x="112104" y="131441"/>
                </a:lnTo>
                <a:lnTo>
                  <a:pt x="111946" y="131467"/>
                </a:lnTo>
                <a:lnTo>
                  <a:pt x="107330" y="129752"/>
                </a:lnTo>
                <a:close/>
              </a:path>
              <a:path w="5142230" h="2300604">
                <a:moveTo>
                  <a:pt x="1417171" y="1512258"/>
                </a:moveTo>
                <a:lnTo>
                  <a:pt x="1412206" y="1506943"/>
                </a:lnTo>
                <a:lnTo>
                  <a:pt x="1411150" y="1500534"/>
                </a:lnTo>
                <a:lnTo>
                  <a:pt x="1417556" y="1488331"/>
                </a:lnTo>
                <a:lnTo>
                  <a:pt x="1426005" y="1485744"/>
                </a:lnTo>
                <a:lnTo>
                  <a:pt x="1439641" y="1492912"/>
                </a:lnTo>
                <a:lnTo>
                  <a:pt x="1442233" y="1501356"/>
                </a:lnTo>
                <a:lnTo>
                  <a:pt x="1435061" y="1514987"/>
                </a:lnTo>
                <a:lnTo>
                  <a:pt x="1426621" y="1517584"/>
                </a:lnTo>
                <a:lnTo>
                  <a:pt x="1418365" y="1513243"/>
                </a:lnTo>
                <a:lnTo>
                  <a:pt x="1417171" y="1512258"/>
                </a:lnTo>
                <a:close/>
              </a:path>
              <a:path w="5142230" h="2300604">
                <a:moveTo>
                  <a:pt x="528120" y="1072448"/>
                </a:moveTo>
                <a:lnTo>
                  <a:pt x="522369" y="1066292"/>
                </a:lnTo>
                <a:lnTo>
                  <a:pt x="521783" y="1059018"/>
                </a:lnTo>
                <a:lnTo>
                  <a:pt x="525748" y="1053488"/>
                </a:lnTo>
                <a:lnTo>
                  <a:pt x="530256" y="1047268"/>
                </a:lnTo>
                <a:lnTo>
                  <a:pt x="538991" y="1045866"/>
                </a:lnTo>
                <a:lnTo>
                  <a:pt x="551479" y="1054836"/>
                </a:lnTo>
                <a:lnTo>
                  <a:pt x="552877" y="1063566"/>
                </a:lnTo>
                <a:lnTo>
                  <a:pt x="548414" y="1069834"/>
                </a:lnTo>
                <a:lnTo>
                  <a:pt x="543911" y="1076059"/>
                </a:lnTo>
                <a:lnTo>
                  <a:pt x="535172" y="1077456"/>
                </a:lnTo>
                <a:lnTo>
                  <a:pt x="528120" y="1072448"/>
                </a:lnTo>
                <a:close/>
              </a:path>
              <a:path w="5142230" h="2300604">
                <a:moveTo>
                  <a:pt x="1225417" y="1420376"/>
                </a:moveTo>
                <a:lnTo>
                  <a:pt x="1220453" y="1415061"/>
                </a:lnTo>
                <a:lnTo>
                  <a:pt x="1219286" y="1409120"/>
                </a:lnTo>
                <a:lnTo>
                  <a:pt x="1224752" y="1396791"/>
                </a:lnTo>
                <a:lnTo>
                  <a:pt x="1232986" y="1393583"/>
                </a:lnTo>
                <a:lnTo>
                  <a:pt x="1247077" y="1399869"/>
                </a:lnTo>
                <a:lnTo>
                  <a:pt x="1250241" y="1408144"/>
                </a:lnTo>
                <a:lnTo>
                  <a:pt x="1243999" y="1422184"/>
                </a:lnTo>
                <a:lnTo>
                  <a:pt x="1235724" y="1425349"/>
                </a:lnTo>
                <a:lnTo>
                  <a:pt x="1228702" y="1422230"/>
                </a:lnTo>
                <a:lnTo>
                  <a:pt x="1226940" y="1421419"/>
                </a:lnTo>
                <a:lnTo>
                  <a:pt x="1225417" y="1420376"/>
                </a:lnTo>
                <a:close/>
              </a:path>
              <a:path w="5142230" h="2300604">
                <a:moveTo>
                  <a:pt x="425246" y="983927"/>
                </a:moveTo>
                <a:lnTo>
                  <a:pt x="414633" y="972565"/>
                </a:lnTo>
                <a:lnTo>
                  <a:pt x="414929" y="963889"/>
                </a:lnTo>
                <a:lnTo>
                  <a:pt x="420396" y="958599"/>
                </a:lnTo>
                <a:lnTo>
                  <a:pt x="425954" y="953307"/>
                </a:lnTo>
                <a:lnTo>
                  <a:pt x="435013" y="953524"/>
                </a:lnTo>
                <a:lnTo>
                  <a:pt x="445446" y="964692"/>
                </a:lnTo>
                <a:lnTo>
                  <a:pt x="445242" y="973466"/>
                </a:lnTo>
                <a:lnTo>
                  <a:pt x="439438" y="978982"/>
                </a:lnTo>
                <a:lnTo>
                  <a:pt x="434069" y="984085"/>
                </a:lnTo>
                <a:lnTo>
                  <a:pt x="425246" y="983927"/>
                </a:lnTo>
                <a:close/>
              </a:path>
              <a:path w="5142230" h="2300604">
                <a:moveTo>
                  <a:pt x="130983" y="269826"/>
                </a:moveTo>
                <a:lnTo>
                  <a:pt x="126063" y="264560"/>
                </a:lnTo>
                <a:lnTo>
                  <a:pt x="124770" y="262198"/>
                </a:lnTo>
                <a:lnTo>
                  <a:pt x="122955" y="251849"/>
                </a:lnTo>
                <a:lnTo>
                  <a:pt x="128015" y="244657"/>
                </a:lnTo>
                <a:lnTo>
                  <a:pt x="135569" y="243261"/>
                </a:lnTo>
                <a:lnTo>
                  <a:pt x="143169" y="241915"/>
                </a:lnTo>
                <a:lnTo>
                  <a:pt x="150455" y="246978"/>
                </a:lnTo>
                <a:lnTo>
                  <a:pt x="153082" y="262008"/>
                </a:lnTo>
                <a:lnTo>
                  <a:pt x="149371" y="267517"/>
                </a:lnTo>
                <a:lnTo>
                  <a:pt x="148088" y="269370"/>
                </a:lnTo>
                <a:lnTo>
                  <a:pt x="140563" y="270697"/>
                </a:lnTo>
                <a:lnTo>
                  <a:pt x="135644" y="271590"/>
                </a:lnTo>
                <a:lnTo>
                  <a:pt x="130983" y="269826"/>
                </a:lnTo>
                <a:close/>
              </a:path>
              <a:path w="5142230" h="2300604">
                <a:moveTo>
                  <a:pt x="143947" y="339713"/>
                </a:moveTo>
                <a:lnTo>
                  <a:pt x="139073" y="334495"/>
                </a:lnTo>
                <a:lnTo>
                  <a:pt x="137825" y="332182"/>
                </a:lnTo>
                <a:lnTo>
                  <a:pt x="135819" y="321921"/>
                </a:lnTo>
                <a:lnTo>
                  <a:pt x="140788" y="314631"/>
                </a:lnTo>
                <a:lnTo>
                  <a:pt x="155902" y="311652"/>
                </a:lnTo>
                <a:lnTo>
                  <a:pt x="163241" y="316576"/>
                </a:lnTo>
                <a:lnTo>
                  <a:pt x="164681" y="324178"/>
                </a:lnTo>
                <a:lnTo>
                  <a:pt x="166171" y="331735"/>
                </a:lnTo>
                <a:lnTo>
                  <a:pt x="161202" y="339025"/>
                </a:lnTo>
                <a:lnTo>
                  <a:pt x="153645" y="340515"/>
                </a:lnTo>
                <a:lnTo>
                  <a:pt x="148751" y="341434"/>
                </a:lnTo>
                <a:lnTo>
                  <a:pt x="143947" y="339713"/>
                </a:lnTo>
                <a:close/>
              </a:path>
              <a:path w="5142230" h="2300604">
                <a:moveTo>
                  <a:pt x="646636" y="1149662"/>
                </a:moveTo>
                <a:lnTo>
                  <a:pt x="641621" y="1144293"/>
                </a:lnTo>
                <a:lnTo>
                  <a:pt x="640771" y="1137518"/>
                </a:lnTo>
                <a:lnTo>
                  <a:pt x="647838" y="1125437"/>
                </a:lnTo>
                <a:lnTo>
                  <a:pt x="656532" y="1123209"/>
                </a:lnTo>
                <a:lnTo>
                  <a:pt x="656665" y="1123352"/>
                </a:lnTo>
                <a:lnTo>
                  <a:pt x="669691" y="1131138"/>
                </a:lnTo>
                <a:lnTo>
                  <a:pt x="671903" y="1139664"/>
                </a:lnTo>
                <a:lnTo>
                  <a:pt x="663994" y="1152896"/>
                </a:lnTo>
                <a:lnTo>
                  <a:pt x="655468" y="1155108"/>
                </a:lnTo>
                <a:lnTo>
                  <a:pt x="648851" y="1151153"/>
                </a:lnTo>
                <a:lnTo>
                  <a:pt x="647693" y="1150500"/>
                </a:lnTo>
                <a:lnTo>
                  <a:pt x="646636" y="1149662"/>
                </a:lnTo>
                <a:close/>
              </a:path>
              <a:path w="5142230" h="2300604">
                <a:moveTo>
                  <a:pt x="1160436" y="1391868"/>
                </a:moveTo>
                <a:lnTo>
                  <a:pt x="1155471" y="1386554"/>
                </a:lnTo>
                <a:lnTo>
                  <a:pt x="1154301" y="1380707"/>
                </a:lnTo>
                <a:lnTo>
                  <a:pt x="1156510" y="1375448"/>
                </a:lnTo>
                <a:lnTo>
                  <a:pt x="1159583" y="1368376"/>
                </a:lnTo>
                <a:lnTo>
                  <a:pt x="1167808" y="1365158"/>
                </a:lnTo>
                <a:lnTo>
                  <a:pt x="1181958" y="1371215"/>
                </a:lnTo>
                <a:lnTo>
                  <a:pt x="1185172" y="1379445"/>
                </a:lnTo>
                <a:lnTo>
                  <a:pt x="1182140" y="1386560"/>
                </a:lnTo>
                <a:lnTo>
                  <a:pt x="1179115" y="1393585"/>
                </a:lnTo>
                <a:lnTo>
                  <a:pt x="1170890" y="1396804"/>
                </a:lnTo>
                <a:lnTo>
                  <a:pt x="1163811" y="1393820"/>
                </a:lnTo>
                <a:lnTo>
                  <a:pt x="1161955" y="1393006"/>
                </a:lnTo>
                <a:lnTo>
                  <a:pt x="1160436" y="1391868"/>
                </a:lnTo>
                <a:close/>
              </a:path>
              <a:path w="5142230" h="2300604">
                <a:moveTo>
                  <a:pt x="118869" y="199775"/>
                </a:moveTo>
                <a:lnTo>
                  <a:pt x="114000" y="194562"/>
                </a:lnTo>
                <a:lnTo>
                  <a:pt x="112714" y="192111"/>
                </a:lnTo>
                <a:lnTo>
                  <a:pt x="110939" y="181707"/>
                </a:lnTo>
                <a:lnTo>
                  <a:pt x="116098" y="174522"/>
                </a:lnTo>
                <a:lnTo>
                  <a:pt x="131286" y="172013"/>
                </a:lnTo>
                <a:lnTo>
                  <a:pt x="138483" y="177078"/>
                </a:lnTo>
                <a:lnTo>
                  <a:pt x="141033" y="192319"/>
                </a:lnTo>
                <a:lnTo>
                  <a:pt x="135923" y="199458"/>
                </a:lnTo>
                <a:lnTo>
                  <a:pt x="128282" y="200761"/>
                </a:lnTo>
                <a:lnTo>
                  <a:pt x="123688" y="201512"/>
                </a:lnTo>
                <a:lnTo>
                  <a:pt x="123530" y="201538"/>
                </a:lnTo>
                <a:lnTo>
                  <a:pt x="118869" y="199775"/>
                </a:lnTo>
                <a:close/>
              </a:path>
              <a:path w="5142230" h="2300604">
                <a:moveTo>
                  <a:pt x="1353964" y="1480176"/>
                </a:moveTo>
                <a:lnTo>
                  <a:pt x="1348999" y="1474861"/>
                </a:lnTo>
                <a:lnTo>
                  <a:pt x="1347936" y="1468640"/>
                </a:lnTo>
                <a:lnTo>
                  <a:pt x="1350525" y="1463299"/>
                </a:lnTo>
                <a:lnTo>
                  <a:pt x="1353924" y="1456381"/>
                </a:lnTo>
                <a:lnTo>
                  <a:pt x="1362329" y="1453551"/>
                </a:lnTo>
                <a:lnTo>
                  <a:pt x="1376166" y="1460348"/>
                </a:lnTo>
                <a:lnTo>
                  <a:pt x="1378950" y="1468705"/>
                </a:lnTo>
                <a:lnTo>
                  <a:pt x="1372202" y="1482496"/>
                </a:lnTo>
                <a:lnTo>
                  <a:pt x="1363842" y="1485375"/>
                </a:lnTo>
                <a:lnTo>
                  <a:pt x="1356924" y="1481976"/>
                </a:lnTo>
                <a:lnTo>
                  <a:pt x="1355346" y="1481167"/>
                </a:lnTo>
                <a:lnTo>
                  <a:pt x="1353964" y="1480176"/>
                </a:lnTo>
                <a:close/>
              </a:path>
              <a:path w="5142230" h="2300604">
                <a:moveTo>
                  <a:pt x="1289991" y="1449621"/>
                </a:moveTo>
                <a:lnTo>
                  <a:pt x="1285077" y="1444359"/>
                </a:lnTo>
                <a:lnTo>
                  <a:pt x="1283867" y="1438275"/>
                </a:lnTo>
                <a:lnTo>
                  <a:pt x="1289573" y="1426006"/>
                </a:lnTo>
                <a:lnTo>
                  <a:pt x="1297890" y="1422985"/>
                </a:lnTo>
                <a:lnTo>
                  <a:pt x="1311880" y="1429456"/>
                </a:lnTo>
                <a:lnTo>
                  <a:pt x="1314897" y="1437769"/>
                </a:lnTo>
                <a:lnTo>
                  <a:pt x="1308384" y="1451715"/>
                </a:lnTo>
                <a:lnTo>
                  <a:pt x="1300112" y="1454785"/>
                </a:lnTo>
                <a:lnTo>
                  <a:pt x="1293142" y="1451526"/>
                </a:lnTo>
                <a:lnTo>
                  <a:pt x="1291465" y="1450709"/>
                </a:lnTo>
                <a:lnTo>
                  <a:pt x="1289991" y="1449621"/>
                </a:lnTo>
                <a:close/>
              </a:path>
              <a:path w="5142230" h="2300604">
                <a:moveTo>
                  <a:pt x="95836" y="59680"/>
                </a:moveTo>
                <a:lnTo>
                  <a:pt x="90917" y="54414"/>
                </a:lnTo>
                <a:lnTo>
                  <a:pt x="89631" y="51962"/>
                </a:lnTo>
                <a:lnTo>
                  <a:pt x="89207" y="49162"/>
                </a:lnTo>
                <a:lnTo>
                  <a:pt x="87955" y="41566"/>
                </a:lnTo>
                <a:lnTo>
                  <a:pt x="93064" y="34328"/>
                </a:lnTo>
                <a:lnTo>
                  <a:pt x="108256" y="31824"/>
                </a:lnTo>
                <a:lnTo>
                  <a:pt x="115445" y="36978"/>
                </a:lnTo>
                <a:lnTo>
                  <a:pt x="117950" y="52171"/>
                </a:lnTo>
                <a:lnTo>
                  <a:pt x="112790" y="59355"/>
                </a:lnTo>
                <a:lnTo>
                  <a:pt x="100605" y="61364"/>
                </a:lnTo>
                <a:lnTo>
                  <a:pt x="100447" y="61390"/>
                </a:lnTo>
                <a:lnTo>
                  <a:pt x="95836" y="59680"/>
                </a:lnTo>
                <a:close/>
              </a:path>
              <a:path w="5142230" h="2300604">
                <a:moveTo>
                  <a:pt x="1839448" y="1885609"/>
                </a:moveTo>
                <a:lnTo>
                  <a:pt x="1834442" y="1880250"/>
                </a:lnTo>
                <a:lnTo>
                  <a:pt x="1833720" y="1879282"/>
                </a:lnTo>
                <a:lnTo>
                  <a:pt x="1829550" y="1871397"/>
                </a:lnTo>
                <a:lnTo>
                  <a:pt x="1832052" y="1862933"/>
                </a:lnTo>
                <a:lnTo>
                  <a:pt x="1838885" y="1859299"/>
                </a:lnTo>
                <a:lnTo>
                  <a:pt x="1845618" y="1855657"/>
                </a:lnTo>
                <a:lnTo>
                  <a:pt x="1854119" y="1858207"/>
                </a:lnTo>
                <a:lnTo>
                  <a:pt x="1857716" y="1864991"/>
                </a:lnTo>
                <a:lnTo>
                  <a:pt x="1861404" y="1871773"/>
                </a:lnTo>
                <a:lnTo>
                  <a:pt x="1858803" y="1880230"/>
                </a:lnTo>
                <a:lnTo>
                  <a:pt x="1852069" y="1883872"/>
                </a:lnTo>
                <a:lnTo>
                  <a:pt x="1846347" y="1886934"/>
                </a:lnTo>
                <a:lnTo>
                  <a:pt x="1839448" y="1885609"/>
                </a:lnTo>
                <a:close/>
              </a:path>
              <a:path w="5142230" h="2300604">
                <a:moveTo>
                  <a:pt x="1803230" y="1825530"/>
                </a:moveTo>
                <a:lnTo>
                  <a:pt x="1797062" y="1818927"/>
                </a:lnTo>
                <a:lnTo>
                  <a:pt x="1792747" y="1812549"/>
                </a:lnTo>
                <a:lnTo>
                  <a:pt x="1794317" y="1803868"/>
                </a:lnTo>
                <a:lnTo>
                  <a:pt x="1800696" y="1799553"/>
                </a:lnTo>
                <a:lnTo>
                  <a:pt x="1807029" y="1795190"/>
                </a:lnTo>
                <a:lnTo>
                  <a:pt x="1815755" y="1796809"/>
                </a:lnTo>
                <a:lnTo>
                  <a:pt x="1824429" y="1809515"/>
                </a:lnTo>
                <a:lnTo>
                  <a:pt x="1822818" y="1818152"/>
                </a:lnTo>
                <a:lnTo>
                  <a:pt x="1816485" y="1822515"/>
                </a:lnTo>
                <a:lnTo>
                  <a:pt x="1810680" y="1826468"/>
                </a:lnTo>
                <a:lnTo>
                  <a:pt x="1803230" y="1825530"/>
                </a:lnTo>
                <a:close/>
              </a:path>
              <a:path w="5142230" h="2300604">
                <a:moveTo>
                  <a:pt x="1918610" y="2225664"/>
                </a:moveTo>
                <a:lnTo>
                  <a:pt x="1913741" y="2220451"/>
                </a:lnTo>
                <a:lnTo>
                  <a:pt x="1912339" y="2217094"/>
                </a:lnTo>
                <a:lnTo>
                  <a:pt x="1912326" y="2213463"/>
                </a:lnTo>
                <a:lnTo>
                  <a:pt x="1912253" y="2205761"/>
                </a:lnTo>
                <a:lnTo>
                  <a:pt x="1918510" y="2199459"/>
                </a:lnTo>
                <a:lnTo>
                  <a:pt x="1926205" y="2199485"/>
                </a:lnTo>
                <a:lnTo>
                  <a:pt x="1933907" y="2199421"/>
                </a:lnTo>
                <a:lnTo>
                  <a:pt x="1940163" y="2205630"/>
                </a:lnTo>
                <a:lnTo>
                  <a:pt x="1940232" y="2213327"/>
                </a:lnTo>
                <a:lnTo>
                  <a:pt x="1940247" y="2221065"/>
                </a:lnTo>
                <a:lnTo>
                  <a:pt x="1934043" y="2227327"/>
                </a:lnTo>
                <a:lnTo>
                  <a:pt x="1922287" y="2227351"/>
                </a:lnTo>
                <a:lnTo>
                  <a:pt x="1918610" y="2225664"/>
                </a:lnTo>
                <a:close/>
              </a:path>
              <a:path w="5142230" h="2300604">
                <a:moveTo>
                  <a:pt x="266879" y="747539"/>
                </a:moveTo>
                <a:lnTo>
                  <a:pt x="261914" y="742224"/>
                </a:lnTo>
                <a:lnTo>
                  <a:pt x="261058" y="741015"/>
                </a:lnTo>
                <a:lnTo>
                  <a:pt x="257188" y="732669"/>
                </a:lnTo>
                <a:lnTo>
                  <a:pt x="260208" y="724368"/>
                </a:lnTo>
                <a:lnTo>
                  <a:pt x="267163" y="721159"/>
                </a:lnTo>
                <a:lnTo>
                  <a:pt x="274121" y="717855"/>
                </a:lnTo>
                <a:lnTo>
                  <a:pt x="282421" y="720876"/>
                </a:lnTo>
                <a:lnTo>
                  <a:pt x="288976" y="734832"/>
                </a:lnTo>
                <a:lnTo>
                  <a:pt x="285960" y="743137"/>
                </a:lnTo>
                <a:lnTo>
                  <a:pt x="273344" y="748987"/>
                </a:lnTo>
                <a:lnTo>
                  <a:pt x="266879" y="747539"/>
                </a:lnTo>
                <a:close/>
              </a:path>
              <a:path w="5142230" h="2300604">
                <a:moveTo>
                  <a:pt x="174528" y="478601"/>
                </a:moveTo>
                <a:lnTo>
                  <a:pt x="169613" y="473340"/>
                </a:lnTo>
                <a:lnTo>
                  <a:pt x="168503" y="471272"/>
                </a:lnTo>
                <a:lnTo>
                  <a:pt x="167873" y="468838"/>
                </a:lnTo>
                <a:lnTo>
                  <a:pt x="166007" y="461367"/>
                </a:lnTo>
                <a:lnTo>
                  <a:pt x="170488" y="453946"/>
                </a:lnTo>
                <a:lnTo>
                  <a:pt x="185507" y="450082"/>
                </a:lnTo>
                <a:lnTo>
                  <a:pt x="193097" y="454689"/>
                </a:lnTo>
                <a:lnTo>
                  <a:pt x="196791" y="469591"/>
                </a:lnTo>
                <a:lnTo>
                  <a:pt x="192307" y="477106"/>
                </a:lnTo>
                <a:lnTo>
                  <a:pt x="184809" y="479050"/>
                </a:lnTo>
                <a:lnTo>
                  <a:pt x="179663" y="480286"/>
                </a:lnTo>
                <a:lnTo>
                  <a:pt x="174528" y="478601"/>
                </a:lnTo>
                <a:close/>
              </a:path>
              <a:path w="5142230" h="2300604">
                <a:moveTo>
                  <a:pt x="1915825" y="2155042"/>
                </a:moveTo>
                <a:lnTo>
                  <a:pt x="1910947" y="2149820"/>
                </a:lnTo>
                <a:lnTo>
                  <a:pt x="1909583" y="2146894"/>
                </a:lnTo>
                <a:lnTo>
                  <a:pt x="1909320" y="2143679"/>
                </a:lnTo>
                <a:lnTo>
                  <a:pt x="1908632" y="2136003"/>
                </a:lnTo>
                <a:lnTo>
                  <a:pt x="1914390" y="2129264"/>
                </a:lnTo>
                <a:lnTo>
                  <a:pt x="1929729" y="2127992"/>
                </a:lnTo>
                <a:lnTo>
                  <a:pt x="1936471" y="2133646"/>
                </a:lnTo>
                <a:lnTo>
                  <a:pt x="1937748" y="2148990"/>
                </a:lnTo>
                <a:lnTo>
                  <a:pt x="1932040" y="2155783"/>
                </a:lnTo>
                <a:lnTo>
                  <a:pt x="1919920" y="2156787"/>
                </a:lnTo>
                <a:lnTo>
                  <a:pt x="1915825" y="2155042"/>
                </a:lnTo>
                <a:close/>
              </a:path>
              <a:path w="5142230" h="2300604">
                <a:moveTo>
                  <a:pt x="835296" y="1249082"/>
                </a:moveTo>
                <a:lnTo>
                  <a:pt x="830336" y="1243772"/>
                </a:lnTo>
                <a:lnTo>
                  <a:pt x="829221" y="1237691"/>
                </a:lnTo>
                <a:lnTo>
                  <a:pt x="831716" y="1232347"/>
                </a:lnTo>
                <a:lnTo>
                  <a:pt x="835069" y="1225379"/>
                </a:lnTo>
                <a:lnTo>
                  <a:pt x="843338" y="1222403"/>
                </a:lnTo>
                <a:lnTo>
                  <a:pt x="857275" y="1229015"/>
                </a:lnTo>
                <a:lnTo>
                  <a:pt x="860203" y="1237329"/>
                </a:lnTo>
                <a:lnTo>
                  <a:pt x="856944" y="1244300"/>
                </a:lnTo>
                <a:lnTo>
                  <a:pt x="853640" y="1251221"/>
                </a:lnTo>
                <a:lnTo>
                  <a:pt x="845322" y="1254243"/>
                </a:lnTo>
                <a:lnTo>
                  <a:pt x="838355" y="1250890"/>
                </a:lnTo>
                <a:lnTo>
                  <a:pt x="836729" y="1250127"/>
                </a:lnTo>
                <a:lnTo>
                  <a:pt x="835296" y="1249082"/>
                </a:lnTo>
                <a:close/>
              </a:path>
              <a:path w="5142230" h="2300604">
                <a:moveTo>
                  <a:pt x="193011" y="547358"/>
                </a:moveTo>
                <a:lnTo>
                  <a:pt x="188092" y="542092"/>
                </a:lnTo>
                <a:lnTo>
                  <a:pt x="186979" y="540119"/>
                </a:lnTo>
                <a:lnTo>
                  <a:pt x="186339" y="537968"/>
                </a:lnTo>
                <a:lnTo>
                  <a:pt x="184236" y="530536"/>
                </a:lnTo>
                <a:lnTo>
                  <a:pt x="188459" y="522838"/>
                </a:lnTo>
                <a:lnTo>
                  <a:pt x="195900" y="520736"/>
                </a:lnTo>
                <a:lnTo>
                  <a:pt x="203291" y="518580"/>
                </a:lnTo>
                <a:lnTo>
                  <a:pt x="211030" y="522856"/>
                </a:lnTo>
                <a:lnTo>
                  <a:pt x="213186" y="530247"/>
                </a:lnTo>
                <a:lnTo>
                  <a:pt x="215248" y="537635"/>
                </a:lnTo>
                <a:lnTo>
                  <a:pt x="210971" y="545373"/>
                </a:lnTo>
                <a:lnTo>
                  <a:pt x="203576" y="547524"/>
                </a:lnTo>
                <a:lnTo>
                  <a:pt x="198384" y="549005"/>
                </a:lnTo>
                <a:lnTo>
                  <a:pt x="193011" y="547358"/>
                </a:lnTo>
                <a:close/>
              </a:path>
              <a:path w="5142230" h="2300604">
                <a:moveTo>
                  <a:pt x="1760498" y="1769621"/>
                </a:moveTo>
                <a:lnTo>
                  <a:pt x="1754898" y="1763626"/>
                </a:lnTo>
                <a:lnTo>
                  <a:pt x="1749899" y="1757786"/>
                </a:lnTo>
                <a:lnTo>
                  <a:pt x="1750628" y="1748987"/>
                </a:lnTo>
                <a:lnTo>
                  <a:pt x="1755480" y="1744896"/>
                </a:lnTo>
                <a:lnTo>
                  <a:pt x="1761326" y="1739913"/>
                </a:lnTo>
                <a:lnTo>
                  <a:pt x="1762392" y="1739002"/>
                </a:lnTo>
                <a:lnTo>
                  <a:pt x="1771191" y="1739721"/>
                </a:lnTo>
                <a:lnTo>
                  <a:pt x="1781133" y="1751536"/>
                </a:lnTo>
                <a:lnTo>
                  <a:pt x="1780408" y="1760340"/>
                </a:lnTo>
                <a:lnTo>
                  <a:pt x="1775602" y="1764382"/>
                </a:lnTo>
                <a:lnTo>
                  <a:pt x="1769698" y="1769402"/>
                </a:lnTo>
                <a:lnTo>
                  <a:pt x="1768834" y="1770138"/>
                </a:lnTo>
                <a:lnTo>
                  <a:pt x="1760498" y="1769621"/>
                </a:lnTo>
                <a:close/>
              </a:path>
              <a:path w="5142230" h="2300604">
                <a:moveTo>
                  <a:pt x="238655" y="682137"/>
                </a:moveTo>
                <a:lnTo>
                  <a:pt x="233690" y="676823"/>
                </a:lnTo>
                <a:lnTo>
                  <a:pt x="232795" y="675376"/>
                </a:lnTo>
                <a:lnTo>
                  <a:pt x="229272" y="666522"/>
                </a:lnTo>
                <a:lnTo>
                  <a:pt x="232807" y="658381"/>
                </a:lnTo>
                <a:lnTo>
                  <a:pt x="239983" y="655604"/>
                </a:lnTo>
                <a:lnTo>
                  <a:pt x="247109" y="652773"/>
                </a:lnTo>
                <a:lnTo>
                  <a:pt x="255204" y="656259"/>
                </a:lnTo>
                <a:lnTo>
                  <a:pt x="260858" y="670619"/>
                </a:lnTo>
                <a:lnTo>
                  <a:pt x="257372" y="678714"/>
                </a:lnTo>
                <a:lnTo>
                  <a:pt x="250191" y="681487"/>
                </a:lnTo>
                <a:lnTo>
                  <a:pt x="244691" y="683712"/>
                </a:lnTo>
                <a:lnTo>
                  <a:pt x="238655" y="682137"/>
                </a:lnTo>
                <a:close/>
              </a:path>
              <a:path w="5142230" h="2300604">
                <a:moveTo>
                  <a:pt x="1707437" y="1712624"/>
                </a:moveTo>
                <a:lnTo>
                  <a:pt x="1701975" y="1706778"/>
                </a:lnTo>
                <a:lnTo>
                  <a:pt x="1701977" y="1698276"/>
                </a:lnTo>
                <a:lnTo>
                  <a:pt x="1707304" y="1692933"/>
                </a:lnTo>
                <a:lnTo>
                  <a:pt x="1712684" y="1687451"/>
                </a:lnTo>
                <a:lnTo>
                  <a:pt x="1721472" y="1687378"/>
                </a:lnTo>
                <a:lnTo>
                  <a:pt x="1732482" y="1698186"/>
                </a:lnTo>
                <a:lnTo>
                  <a:pt x="1732556" y="1706964"/>
                </a:lnTo>
                <a:lnTo>
                  <a:pt x="1721752" y="1717979"/>
                </a:lnTo>
                <a:lnTo>
                  <a:pt x="1712964" y="1718053"/>
                </a:lnTo>
                <a:lnTo>
                  <a:pt x="1707437" y="1712624"/>
                </a:lnTo>
                <a:close/>
              </a:path>
              <a:path w="5142230" h="2300604">
                <a:moveTo>
                  <a:pt x="771448" y="1217780"/>
                </a:moveTo>
                <a:lnTo>
                  <a:pt x="766488" y="1212470"/>
                </a:lnTo>
                <a:lnTo>
                  <a:pt x="765412" y="1206137"/>
                </a:lnTo>
                <a:lnTo>
                  <a:pt x="768112" y="1200817"/>
                </a:lnTo>
                <a:lnTo>
                  <a:pt x="771556" y="1193948"/>
                </a:lnTo>
                <a:lnTo>
                  <a:pt x="779954" y="1191207"/>
                </a:lnTo>
                <a:lnTo>
                  <a:pt x="793743" y="1198149"/>
                </a:lnTo>
                <a:lnTo>
                  <a:pt x="796479" y="1206551"/>
                </a:lnTo>
                <a:lnTo>
                  <a:pt x="793030" y="1213416"/>
                </a:lnTo>
                <a:lnTo>
                  <a:pt x="789545" y="1220242"/>
                </a:lnTo>
                <a:lnTo>
                  <a:pt x="781189" y="1223026"/>
                </a:lnTo>
                <a:lnTo>
                  <a:pt x="772782" y="1218817"/>
                </a:lnTo>
                <a:lnTo>
                  <a:pt x="771448" y="1217780"/>
                </a:lnTo>
                <a:close/>
              </a:path>
              <a:path w="5142230" h="2300604">
                <a:moveTo>
                  <a:pt x="1916157" y="2296347"/>
                </a:moveTo>
                <a:lnTo>
                  <a:pt x="1911283" y="2291130"/>
                </a:lnTo>
                <a:lnTo>
                  <a:pt x="1909850" y="2287446"/>
                </a:lnTo>
                <a:lnTo>
                  <a:pt x="1910083" y="2283394"/>
                </a:lnTo>
                <a:lnTo>
                  <a:pt x="1910580" y="2275716"/>
                </a:lnTo>
                <a:lnTo>
                  <a:pt x="1916495" y="2270514"/>
                </a:lnTo>
                <a:lnTo>
                  <a:pt x="1917247" y="2269853"/>
                </a:lnTo>
                <a:lnTo>
                  <a:pt x="1924927" y="2270449"/>
                </a:lnTo>
                <a:lnTo>
                  <a:pt x="1932605" y="2270947"/>
                </a:lnTo>
                <a:lnTo>
                  <a:pt x="1938418" y="2277560"/>
                </a:lnTo>
                <a:lnTo>
                  <a:pt x="1937423" y="2292917"/>
                </a:lnTo>
                <a:lnTo>
                  <a:pt x="1931507" y="2298117"/>
                </a:lnTo>
                <a:lnTo>
                  <a:pt x="1930805" y="2298734"/>
                </a:lnTo>
                <a:lnTo>
                  <a:pt x="1923127" y="2298237"/>
                </a:lnTo>
                <a:lnTo>
                  <a:pt x="1919406" y="2297969"/>
                </a:lnTo>
                <a:lnTo>
                  <a:pt x="1916157" y="2296347"/>
                </a:lnTo>
                <a:close/>
              </a:path>
              <a:path w="5142230" h="2300604">
                <a:moveTo>
                  <a:pt x="158336" y="409364"/>
                </a:moveTo>
                <a:lnTo>
                  <a:pt x="153457" y="404142"/>
                </a:lnTo>
                <a:lnTo>
                  <a:pt x="152264" y="401887"/>
                </a:lnTo>
                <a:lnTo>
                  <a:pt x="151686" y="399314"/>
                </a:lnTo>
                <a:lnTo>
                  <a:pt x="150058" y="391804"/>
                </a:lnTo>
                <a:lnTo>
                  <a:pt x="154842" y="384413"/>
                </a:lnTo>
                <a:lnTo>
                  <a:pt x="162356" y="382781"/>
                </a:lnTo>
                <a:lnTo>
                  <a:pt x="169825" y="381099"/>
                </a:lnTo>
                <a:lnTo>
                  <a:pt x="177310" y="385886"/>
                </a:lnTo>
                <a:lnTo>
                  <a:pt x="180576" y="400916"/>
                </a:lnTo>
                <a:lnTo>
                  <a:pt x="175784" y="408396"/>
                </a:lnTo>
                <a:lnTo>
                  <a:pt x="168274" y="410033"/>
                </a:lnTo>
                <a:lnTo>
                  <a:pt x="163324" y="411087"/>
                </a:lnTo>
                <a:lnTo>
                  <a:pt x="158336" y="409364"/>
                </a:lnTo>
                <a:close/>
              </a:path>
              <a:path w="5142230" h="2300604">
                <a:moveTo>
                  <a:pt x="214258" y="615261"/>
                </a:moveTo>
                <a:lnTo>
                  <a:pt x="209288" y="609941"/>
                </a:lnTo>
                <a:lnTo>
                  <a:pt x="208264" y="608259"/>
                </a:lnTo>
                <a:lnTo>
                  <a:pt x="207574" y="606347"/>
                </a:lnTo>
                <a:lnTo>
                  <a:pt x="205132" y="599040"/>
                </a:lnTo>
                <a:lnTo>
                  <a:pt x="209037" y="591101"/>
                </a:lnTo>
                <a:lnTo>
                  <a:pt x="223650" y="586216"/>
                </a:lnTo>
                <a:lnTo>
                  <a:pt x="231590" y="590121"/>
                </a:lnTo>
                <a:lnTo>
                  <a:pt x="236474" y="604734"/>
                </a:lnTo>
                <a:lnTo>
                  <a:pt x="232523" y="612625"/>
                </a:lnTo>
                <a:lnTo>
                  <a:pt x="225262" y="615116"/>
                </a:lnTo>
                <a:lnTo>
                  <a:pt x="219868" y="616868"/>
                </a:lnTo>
                <a:lnTo>
                  <a:pt x="214258" y="615261"/>
                </a:lnTo>
                <a:close/>
              </a:path>
              <a:path w="5142230" h="2300604">
                <a:moveTo>
                  <a:pt x="378265" y="929920"/>
                </a:moveTo>
                <a:lnTo>
                  <a:pt x="372572" y="923825"/>
                </a:lnTo>
                <a:lnTo>
                  <a:pt x="367825" y="917767"/>
                </a:lnTo>
                <a:lnTo>
                  <a:pt x="368833" y="908973"/>
                </a:lnTo>
                <a:lnTo>
                  <a:pt x="374896" y="904222"/>
                </a:lnTo>
                <a:lnTo>
                  <a:pt x="380913" y="899423"/>
                </a:lnTo>
                <a:lnTo>
                  <a:pt x="389654" y="900471"/>
                </a:lnTo>
                <a:lnTo>
                  <a:pt x="399257" y="912511"/>
                </a:lnTo>
                <a:lnTo>
                  <a:pt x="398250" y="921305"/>
                </a:lnTo>
                <a:lnTo>
                  <a:pt x="392232" y="926104"/>
                </a:lnTo>
                <a:lnTo>
                  <a:pt x="386413" y="930627"/>
                </a:lnTo>
                <a:lnTo>
                  <a:pt x="378265" y="929920"/>
                </a:lnTo>
                <a:close/>
              </a:path>
              <a:path w="5142230" h="2300604">
                <a:moveTo>
                  <a:pt x="899811" y="1278947"/>
                </a:moveTo>
                <a:lnTo>
                  <a:pt x="894846" y="1273632"/>
                </a:lnTo>
                <a:lnTo>
                  <a:pt x="893679" y="1267691"/>
                </a:lnTo>
                <a:lnTo>
                  <a:pt x="896032" y="1262390"/>
                </a:lnTo>
                <a:lnTo>
                  <a:pt x="899240" y="1255365"/>
                </a:lnTo>
                <a:lnTo>
                  <a:pt x="907466" y="1252246"/>
                </a:lnTo>
                <a:lnTo>
                  <a:pt x="921513" y="1258583"/>
                </a:lnTo>
                <a:lnTo>
                  <a:pt x="924677" y="1266858"/>
                </a:lnTo>
                <a:lnTo>
                  <a:pt x="921464" y="1273877"/>
                </a:lnTo>
                <a:lnTo>
                  <a:pt x="918341" y="1280895"/>
                </a:lnTo>
                <a:lnTo>
                  <a:pt x="910025" y="1284016"/>
                </a:lnTo>
                <a:lnTo>
                  <a:pt x="901285" y="1280036"/>
                </a:lnTo>
                <a:lnTo>
                  <a:pt x="899811" y="1278947"/>
                </a:lnTo>
                <a:close/>
              </a:path>
              <a:path w="5142230" h="2300604">
                <a:moveTo>
                  <a:pt x="1029914" y="1336014"/>
                </a:moveTo>
                <a:lnTo>
                  <a:pt x="1024949" y="1330700"/>
                </a:lnTo>
                <a:lnTo>
                  <a:pt x="1023779" y="1324853"/>
                </a:lnTo>
                <a:lnTo>
                  <a:pt x="1025984" y="1319589"/>
                </a:lnTo>
                <a:lnTo>
                  <a:pt x="1029057" y="1312517"/>
                </a:lnTo>
                <a:lnTo>
                  <a:pt x="1037241" y="1309255"/>
                </a:lnTo>
                <a:lnTo>
                  <a:pt x="1044320" y="1312239"/>
                </a:lnTo>
                <a:lnTo>
                  <a:pt x="1051391" y="1315312"/>
                </a:lnTo>
                <a:lnTo>
                  <a:pt x="1054653" y="1323496"/>
                </a:lnTo>
                <a:lnTo>
                  <a:pt x="1051674" y="1330571"/>
                </a:lnTo>
                <a:lnTo>
                  <a:pt x="1048596" y="1337637"/>
                </a:lnTo>
                <a:lnTo>
                  <a:pt x="1040413" y="1340899"/>
                </a:lnTo>
                <a:lnTo>
                  <a:pt x="1033343" y="1337925"/>
                </a:lnTo>
                <a:lnTo>
                  <a:pt x="1031478" y="1337102"/>
                </a:lnTo>
                <a:lnTo>
                  <a:pt x="1029914" y="1336014"/>
                </a:lnTo>
                <a:close/>
              </a:path>
              <a:path w="5142230" h="2300604">
                <a:moveTo>
                  <a:pt x="1907016" y="2085009"/>
                </a:moveTo>
                <a:lnTo>
                  <a:pt x="1902146" y="2079797"/>
                </a:lnTo>
                <a:lnTo>
                  <a:pt x="1900861" y="2077345"/>
                </a:lnTo>
                <a:lnTo>
                  <a:pt x="1899037" y="2066987"/>
                </a:lnTo>
                <a:lnTo>
                  <a:pt x="1904151" y="2059754"/>
                </a:lnTo>
                <a:lnTo>
                  <a:pt x="1911701" y="2058453"/>
                </a:lnTo>
                <a:lnTo>
                  <a:pt x="1919301" y="2057106"/>
                </a:lnTo>
                <a:lnTo>
                  <a:pt x="1926542" y="2062121"/>
                </a:lnTo>
                <a:lnTo>
                  <a:pt x="1929164" y="2077146"/>
                </a:lnTo>
                <a:lnTo>
                  <a:pt x="1925488" y="2082594"/>
                </a:lnTo>
                <a:lnTo>
                  <a:pt x="1924126" y="2084558"/>
                </a:lnTo>
                <a:lnTo>
                  <a:pt x="1916683" y="2085876"/>
                </a:lnTo>
                <a:lnTo>
                  <a:pt x="1911725" y="2086727"/>
                </a:lnTo>
                <a:lnTo>
                  <a:pt x="1907016" y="2085009"/>
                </a:lnTo>
                <a:close/>
              </a:path>
              <a:path w="5142230" h="2300604">
                <a:moveTo>
                  <a:pt x="299320" y="811102"/>
                </a:moveTo>
                <a:lnTo>
                  <a:pt x="294264" y="805689"/>
                </a:lnTo>
                <a:lnTo>
                  <a:pt x="293587" y="804769"/>
                </a:lnTo>
                <a:lnTo>
                  <a:pt x="293003" y="803753"/>
                </a:lnTo>
                <a:lnTo>
                  <a:pt x="289271" y="797022"/>
                </a:lnTo>
                <a:lnTo>
                  <a:pt x="291733" y="788513"/>
                </a:lnTo>
                <a:lnTo>
                  <a:pt x="305206" y="781041"/>
                </a:lnTo>
                <a:lnTo>
                  <a:pt x="313714" y="783502"/>
                </a:lnTo>
                <a:lnTo>
                  <a:pt x="321138" y="797021"/>
                </a:lnTo>
                <a:lnTo>
                  <a:pt x="318725" y="805483"/>
                </a:lnTo>
                <a:lnTo>
                  <a:pt x="306263" y="812377"/>
                </a:lnTo>
                <a:lnTo>
                  <a:pt x="299320" y="811102"/>
                </a:lnTo>
                <a:close/>
              </a:path>
              <a:path w="5142230" h="2300604">
                <a:moveTo>
                  <a:pt x="472222" y="1028250"/>
                </a:moveTo>
                <a:lnTo>
                  <a:pt x="466385" y="1022002"/>
                </a:lnTo>
                <a:lnTo>
                  <a:pt x="466094" y="1013968"/>
                </a:lnTo>
                <a:lnTo>
                  <a:pt x="475871" y="1002735"/>
                </a:lnTo>
                <a:lnTo>
                  <a:pt x="484724" y="1002144"/>
                </a:lnTo>
                <a:lnTo>
                  <a:pt x="496325" y="1012217"/>
                </a:lnTo>
                <a:lnTo>
                  <a:pt x="496921" y="1021065"/>
                </a:lnTo>
                <a:lnTo>
                  <a:pt x="486848" y="1032666"/>
                </a:lnTo>
                <a:lnTo>
                  <a:pt x="478045" y="1033311"/>
                </a:lnTo>
                <a:lnTo>
                  <a:pt x="472222" y="1028250"/>
                </a:lnTo>
                <a:close/>
              </a:path>
              <a:path w="5142230" h="2300604">
                <a:moveTo>
                  <a:pt x="1630612" y="1403907"/>
                </a:moveTo>
                <a:lnTo>
                  <a:pt x="1625783" y="1398738"/>
                </a:lnTo>
                <a:lnTo>
                  <a:pt x="1624658" y="1392841"/>
                </a:lnTo>
                <a:lnTo>
                  <a:pt x="1627008" y="1387733"/>
                </a:lnTo>
                <a:lnTo>
                  <a:pt x="1630166" y="1380948"/>
                </a:lnTo>
                <a:lnTo>
                  <a:pt x="1638197" y="1378011"/>
                </a:lnTo>
                <a:lnTo>
                  <a:pt x="1651816" y="1384281"/>
                </a:lnTo>
                <a:lnTo>
                  <a:pt x="1654748" y="1392308"/>
                </a:lnTo>
                <a:lnTo>
                  <a:pt x="1648437" y="1405883"/>
                </a:lnTo>
                <a:lnTo>
                  <a:pt x="1640406" y="1408820"/>
                </a:lnTo>
                <a:lnTo>
                  <a:pt x="1631994" y="1404898"/>
                </a:lnTo>
                <a:lnTo>
                  <a:pt x="1630612" y="1403907"/>
                </a:lnTo>
                <a:close/>
              </a:path>
              <a:path w="5142230" h="2300604">
                <a:moveTo>
                  <a:pt x="1757282" y="1467367"/>
                </a:moveTo>
                <a:lnTo>
                  <a:pt x="1752413" y="1462155"/>
                </a:lnTo>
                <a:lnTo>
                  <a:pt x="1751447" y="1455843"/>
                </a:lnTo>
                <a:lnTo>
                  <a:pt x="1757891" y="1444071"/>
                </a:lnTo>
                <a:lnTo>
                  <a:pt x="1766140" y="1441661"/>
                </a:lnTo>
                <a:lnTo>
                  <a:pt x="1779210" y="1448810"/>
                </a:lnTo>
                <a:lnTo>
                  <a:pt x="1781620" y="1457059"/>
                </a:lnTo>
                <a:lnTo>
                  <a:pt x="1774467" y="1470124"/>
                </a:lnTo>
                <a:lnTo>
                  <a:pt x="1766218" y="1472534"/>
                </a:lnTo>
                <a:lnTo>
                  <a:pt x="1758389" y="1468260"/>
                </a:lnTo>
                <a:lnTo>
                  <a:pt x="1757282" y="1467367"/>
                </a:lnTo>
                <a:close/>
              </a:path>
              <a:path w="5142230" h="2300604">
                <a:moveTo>
                  <a:pt x="1936726" y="1582629"/>
                </a:moveTo>
                <a:lnTo>
                  <a:pt x="1930785" y="1576270"/>
                </a:lnTo>
                <a:lnTo>
                  <a:pt x="1930341" y="1568952"/>
                </a:lnTo>
                <a:lnTo>
                  <a:pt x="1939271" y="1557789"/>
                </a:lnTo>
                <a:lnTo>
                  <a:pt x="1947755" y="1556803"/>
                </a:lnTo>
                <a:lnTo>
                  <a:pt x="1959423" y="1566165"/>
                </a:lnTo>
                <a:lnTo>
                  <a:pt x="1960413" y="1574654"/>
                </a:lnTo>
                <a:lnTo>
                  <a:pt x="1951046" y="1586327"/>
                </a:lnTo>
                <a:lnTo>
                  <a:pt x="1942557" y="1587308"/>
                </a:lnTo>
                <a:lnTo>
                  <a:pt x="1936726" y="1582629"/>
                </a:lnTo>
                <a:close/>
              </a:path>
              <a:path w="5142230" h="2300604">
                <a:moveTo>
                  <a:pt x="1818691" y="1502509"/>
                </a:moveTo>
                <a:lnTo>
                  <a:pt x="1813862" y="1497341"/>
                </a:lnTo>
                <a:lnTo>
                  <a:pt x="1813001" y="1490749"/>
                </a:lnTo>
                <a:lnTo>
                  <a:pt x="1816152" y="1485423"/>
                </a:lnTo>
                <a:lnTo>
                  <a:pt x="1820056" y="1479045"/>
                </a:lnTo>
                <a:lnTo>
                  <a:pt x="1828193" y="1477004"/>
                </a:lnTo>
                <a:lnTo>
                  <a:pt x="1828341" y="1476967"/>
                </a:lnTo>
                <a:lnTo>
                  <a:pt x="1841109" y="1484672"/>
                </a:lnTo>
                <a:lnTo>
                  <a:pt x="1843134" y="1492998"/>
                </a:lnTo>
                <a:lnTo>
                  <a:pt x="1839333" y="1499388"/>
                </a:lnTo>
                <a:lnTo>
                  <a:pt x="1835474" y="1505814"/>
                </a:lnTo>
                <a:lnTo>
                  <a:pt x="1827144" y="1507844"/>
                </a:lnTo>
                <a:lnTo>
                  <a:pt x="1820812" y="1503998"/>
                </a:lnTo>
                <a:lnTo>
                  <a:pt x="1819654" y="1503345"/>
                </a:lnTo>
                <a:lnTo>
                  <a:pt x="1818691" y="1502509"/>
                </a:lnTo>
                <a:close/>
              </a:path>
              <a:path w="5142230" h="2300604">
                <a:moveTo>
                  <a:pt x="1878538" y="1540378"/>
                </a:moveTo>
                <a:lnTo>
                  <a:pt x="1873619" y="1535112"/>
                </a:lnTo>
                <a:lnTo>
                  <a:pt x="1872910" y="1528196"/>
                </a:lnTo>
                <a:lnTo>
                  <a:pt x="1880568" y="1516649"/>
                </a:lnTo>
                <a:lnTo>
                  <a:pt x="1888985" y="1515005"/>
                </a:lnTo>
                <a:lnTo>
                  <a:pt x="1901402" y="1523311"/>
                </a:lnTo>
                <a:lnTo>
                  <a:pt x="1903095" y="1531673"/>
                </a:lnTo>
                <a:lnTo>
                  <a:pt x="1898965" y="1537906"/>
                </a:lnTo>
                <a:lnTo>
                  <a:pt x="1894789" y="1544090"/>
                </a:lnTo>
                <a:lnTo>
                  <a:pt x="1886422" y="1545788"/>
                </a:lnTo>
                <a:lnTo>
                  <a:pt x="1880189" y="1541657"/>
                </a:lnTo>
                <a:lnTo>
                  <a:pt x="1879314" y="1541014"/>
                </a:lnTo>
                <a:lnTo>
                  <a:pt x="1878538" y="1540378"/>
                </a:lnTo>
                <a:close/>
              </a:path>
              <a:path w="5142230" h="2300604">
                <a:moveTo>
                  <a:pt x="1036159" y="1170568"/>
                </a:moveTo>
                <a:lnTo>
                  <a:pt x="1031377" y="1165449"/>
                </a:lnTo>
                <a:lnTo>
                  <a:pt x="1030197" y="1159885"/>
                </a:lnTo>
                <a:lnTo>
                  <a:pt x="1032162" y="1154853"/>
                </a:lnTo>
                <a:lnTo>
                  <a:pt x="1034995" y="1147915"/>
                </a:lnTo>
                <a:lnTo>
                  <a:pt x="1042846" y="1144590"/>
                </a:lnTo>
                <a:lnTo>
                  <a:pt x="1056684" y="1150117"/>
                </a:lnTo>
                <a:lnTo>
                  <a:pt x="1060045" y="1158016"/>
                </a:lnTo>
                <a:lnTo>
                  <a:pt x="1057266" y="1164914"/>
                </a:lnTo>
                <a:lnTo>
                  <a:pt x="1054527" y="1171855"/>
                </a:lnTo>
                <a:lnTo>
                  <a:pt x="1046623" y="1175221"/>
                </a:lnTo>
                <a:lnTo>
                  <a:pt x="1037822" y="1171664"/>
                </a:lnTo>
                <a:lnTo>
                  <a:pt x="1036159" y="1170568"/>
                </a:lnTo>
                <a:close/>
              </a:path>
              <a:path w="5142230" h="2300604">
                <a:moveTo>
                  <a:pt x="1694477" y="1434543"/>
                </a:moveTo>
                <a:lnTo>
                  <a:pt x="1689654" y="1429380"/>
                </a:lnTo>
                <a:lnTo>
                  <a:pt x="1688616" y="1423284"/>
                </a:lnTo>
                <a:lnTo>
                  <a:pt x="1691216" y="1418150"/>
                </a:lnTo>
                <a:lnTo>
                  <a:pt x="1694560" y="1411465"/>
                </a:lnTo>
                <a:lnTo>
                  <a:pt x="1702679" y="1408720"/>
                </a:lnTo>
                <a:lnTo>
                  <a:pt x="1715999" y="1415453"/>
                </a:lnTo>
                <a:lnTo>
                  <a:pt x="1718744" y="1423572"/>
                </a:lnTo>
                <a:lnTo>
                  <a:pt x="1712052" y="1436936"/>
                </a:lnTo>
                <a:lnTo>
                  <a:pt x="1703888" y="1439632"/>
                </a:lnTo>
                <a:lnTo>
                  <a:pt x="1697208" y="1436293"/>
                </a:lnTo>
                <a:lnTo>
                  <a:pt x="1695770" y="1435536"/>
                </a:lnTo>
                <a:lnTo>
                  <a:pt x="1694477" y="1434543"/>
                </a:lnTo>
                <a:close/>
              </a:path>
              <a:path w="5142230" h="2300604">
                <a:moveTo>
                  <a:pt x="1168679" y="1221817"/>
                </a:moveTo>
                <a:lnTo>
                  <a:pt x="1163896" y="1216697"/>
                </a:lnTo>
                <a:lnTo>
                  <a:pt x="1162665" y="1211273"/>
                </a:lnTo>
                <a:lnTo>
                  <a:pt x="1164528" y="1206328"/>
                </a:lnTo>
                <a:lnTo>
                  <a:pt x="1167126" y="1199335"/>
                </a:lnTo>
                <a:lnTo>
                  <a:pt x="1174947" y="1195782"/>
                </a:lnTo>
                <a:lnTo>
                  <a:pt x="1188930" y="1201073"/>
                </a:lnTo>
                <a:lnTo>
                  <a:pt x="1192442" y="1208840"/>
                </a:lnTo>
                <a:lnTo>
                  <a:pt x="1187245" y="1222826"/>
                </a:lnTo>
                <a:lnTo>
                  <a:pt x="1179429" y="1226384"/>
                </a:lnTo>
                <a:lnTo>
                  <a:pt x="1172436" y="1223786"/>
                </a:lnTo>
                <a:lnTo>
                  <a:pt x="1170387" y="1222961"/>
                </a:lnTo>
                <a:lnTo>
                  <a:pt x="1168679" y="1221817"/>
                </a:lnTo>
                <a:close/>
              </a:path>
              <a:path w="5142230" h="2300604">
                <a:moveTo>
                  <a:pt x="1368256" y="1296073"/>
                </a:moveTo>
                <a:lnTo>
                  <a:pt x="1363473" y="1290953"/>
                </a:lnTo>
                <a:lnTo>
                  <a:pt x="1362287" y="1285578"/>
                </a:lnTo>
                <a:lnTo>
                  <a:pt x="1364109" y="1280588"/>
                </a:lnTo>
                <a:lnTo>
                  <a:pt x="1366802" y="1273599"/>
                </a:lnTo>
                <a:lnTo>
                  <a:pt x="1374570" y="1270086"/>
                </a:lnTo>
                <a:lnTo>
                  <a:pt x="1381563" y="1272685"/>
                </a:lnTo>
                <a:lnTo>
                  <a:pt x="1388548" y="1275373"/>
                </a:lnTo>
                <a:lnTo>
                  <a:pt x="1392065" y="1283145"/>
                </a:lnTo>
                <a:lnTo>
                  <a:pt x="1389466" y="1290138"/>
                </a:lnTo>
                <a:lnTo>
                  <a:pt x="1386773" y="1297128"/>
                </a:lnTo>
                <a:lnTo>
                  <a:pt x="1379001" y="1300635"/>
                </a:lnTo>
                <a:lnTo>
                  <a:pt x="1372008" y="1298037"/>
                </a:lnTo>
                <a:lnTo>
                  <a:pt x="1370005" y="1297260"/>
                </a:lnTo>
                <a:lnTo>
                  <a:pt x="1368256" y="1296073"/>
                </a:lnTo>
                <a:close/>
              </a:path>
              <a:path w="5142230" h="2300604">
                <a:moveTo>
                  <a:pt x="1102265" y="1196565"/>
                </a:moveTo>
                <a:lnTo>
                  <a:pt x="1097482" y="1191445"/>
                </a:lnTo>
                <a:lnTo>
                  <a:pt x="1096246" y="1186017"/>
                </a:lnTo>
                <a:lnTo>
                  <a:pt x="1098216" y="1180990"/>
                </a:lnTo>
                <a:lnTo>
                  <a:pt x="1100860" y="1174045"/>
                </a:lnTo>
                <a:lnTo>
                  <a:pt x="1108722" y="1170536"/>
                </a:lnTo>
                <a:lnTo>
                  <a:pt x="1122652" y="1175967"/>
                </a:lnTo>
                <a:lnTo>
                  <a:pt x="1126116" y="1183780"/>
                </a:lnTo>
                <a:lnTo>
                  <a:pt x="1123423" y="1190770"/>
                </a:lnTo>
                <a:lnTo>
                  <a:pt x="1120734" y="1197666"/>
                </a:lnTo>
                <a:lnTo>
                  <a:pt x="1112921" y="1201129"/>
                </a:lnTo>
                <a:lnTo>
                  <a:pt x="1103973" y="1197709"/>
                </a:lnTo>
                <a:lnTo>
                  <a:pt x="1102265" y="1196565"/>
                </a:lnTo>
                <a:close/>
              </a:path>
              <a:path w="5142230" h="2300604">
                <a:moveTo>
                  <a:pt x="1565832" y="1375028"/>
                </a:moveTo>
                <a:lnTo>
                  <a:pt x="1561044" y="1369904"/>
                </a:lnTo>
                <a:lnTo>
                  <a:pt x="1559921" y="1364205"/>
                </a:lnTo>
                <a:lnTo>
                  <a:pt x="1562078" y="1359085"/>
                </a:lnTo>
                <a:lnTo>
                  <a:pt x="1565092" y="1352244"/>
                </a:lnTo>
                <a:lnTo>
                  <a:pt x="1572994" y="1349071"/>
                </a:lnTo>
                <a:lnTo>
                  <a:pt x="1586720" y="1354967"/>
                </a:lnTo>
                <a:lnTo>
                  <a:pt x="1589895" y="1362959"/>
                </a:lnTo>
                <a:lnTo>
                  <a:pt x="1586922" y="1369845"/>
                </a:lnTo>
                <a:lnTo>
                  <a:pt x="1583998" y="1376685"/>
                </a:lnTo>
                <a:lnTo>
                  <a:pt x="1576006" y="1379860"/>
                </a:lnTo>
                <a:lnTo>
                  <a:pt x="1569120" y="1376887"/>
                </a:lnTo>
                <a:lnTo>
                  <a:pt x="1567400" y="1376120"/>
                </a:lnTo>
                <a:lnTo>
                  <a:pt x="1565832" y="1375028"/>
                </a:lnTo>
                <a:close/>
              </a:path>
              <a:path w="5142230" h="2300604">
                <a:moveTo>
                  <a:pt x="1235252" y="1246555"/>
                </a:moveTo>
                <a:lnTo>
                  <a:pt x="1230470" y="1241435"/>
                </a:lnTo>
                <a:lnTo>
                  <a:pt x="1229186" y="1236151"/>
                </a:lnTo>
                <a:lnTo>
                  <a:pt x="1231004" y="1231157"/>
                </a:lnTo>
                <a:lnTo>
                  <a:pt x="1233602" y="1224164"/>
                </a:lnTo>
                <a:lnTo>
                  <a:pt x="1241377" y="1220562"/>
                </a:lnTo>
                <a:lnTo>
                  <a:pt x="1248416" y="1223209"/>
                </a:lnTo>
                <a:lnTo>
                  <a:pt x="1255458" y="1225762"/>
                </a:lnTo>
                <a:lnTo>
                  <a:pt x="1258970" y="1233529"/>
                </a:lnTo>
                <a:lnTo>
                  <a:pt x="1256417" y="1240571"/>
                </a:lnTo>
                <a:lnTo>
                  <a:pt x="1253819" y="1247564"/>
                </a:lnTo>
                <a:lnTo>
                  <a:pt x="1246002" y="1251122"/>
                </a:lnTo>
                <a:lnTo>
                  <a:pt x="1239009" y="1248524"/>
                </a:lnTo>
                <a:lnTo>
                  <a:pt x="1236957" y="1247793"/>
                </a:lnTo>
                <a:lnTo>
                  <a:pt x="1235252" y="1246555"/>
                </a:lnTo>
                <a:close/>
              </a:path>
              <a:path w="5142230" h="2300604">
                <a:moveTo>
                  <a:pt x="1301780" y="1271244"/>
                </a:moveTo>
                <a:lnTo>
                  <a:pt x="1296997" y="1266124"/>
                </a:lnTo>
                <a:lnTo>
                  <a:pt x="1295763" y="1260794"/>
                </a:lnTo>
                <a:lnTo>
                  <a:pt x="1297585" y="1255805"/>
                </a:lnTo>
                <a:lnTo>
                  <a:pt x="1300232" y="1248766"/>
                </a:lnTo>
                <a:lnTo>
                  <a:pt x="1308000" y="1245254"/>
                </a:lnTo>
                <a:lnTo>
                  <a:pt x="1322034" y="1250405"/>
                </a:lnTo>
                <a:lnTo>
                  <a:pt x="1325592" y="1258222"/>
                </a:lnTo>
                <a:lnTo>
                  <a:pt x="1320395" y="1272208"/>
                </a:lnTo>
                <a:lnTo>
                  <a:pt x="1312574" y="1275761"/>
                </a:lnTo>
                <a:lnTo>
                  <a:pt x="1305581" y="1273162"/>
                </a:lnTo>
                <a:lnTo>
                  <a:pt x="1303529" y="1272431"/>
                </a:lnTo>
                <a:lnTo>
                  <a:pt x="1301780" y="1271244"/>
                </a:lnTo>
                <a:close/>
              </a:path>
              <a:path w="5142230" h="2300604">
                <a:moveTo>
                  <a:pt x="1434568" y="1321411"/>
                </a:moveTo>
                <a:lnTo>
                  <a:pt x="1429790" y="1316296"/>
                </a:lnTo>
                <a:lnTo>
                  <a:pt x="1428554" y="1310867"/>
                </a:lnTo>
                <a:lnTo>
                  <a:pt x="1430524" y="1305840"/>
                </a:lnTo>
                <a:lnTo>
                  <a:pt x="1433216" y="1298850"/>
                </a:lnTo>
                <a:lnTo>
                  <a:pt x="1441075" y="1295435"/>
                </a:lnTo>
                <a:lnTo>
                  <a:pt x="1455006" y="1300867"/>
                </a:lnTo>
                <a:lnTo>
                  <a:pt x="1458421" y="1308725"/>
                </a:lnTo>
                <a:lnTo>
                  <a:pt x="1455682" y="1315666"/>
                </a:lnTo>
                <a:lnTo>
                  <a:pt x="1452985" y="1322651"/>
                </a:lnTo>
                <a:lnTo>
                  <a:pt x="1445131" y="1326071"/>
                </a:lnTo>
                <a:lnTo>
                  <a:pt x="1438190" y="1323332"/>
                </a:lnTo>
                <a:lnTo>
                  <a:pt x="1436232" y="1322605"/>
                </a:lnTo>
                <a:lnTo>
                  <a:pt x="1434568" y="1321411"/>
                </a:lnTo>
                <a:close/>
              </a:path>
              <a:path w="5142230" h="2300604">
                <a:moveTo>
                  <a:pt x="1500434" y="1347640"/>
                </a:moveTo>
                <a:lnTo>
                  <a:pt x="1495647" y="1342515"/>
                </a:lnTo>
                <a:lnTo>
                  <a:pt x="1494472" y="1336956"/>
                </a:lnTo>
                <a:lnTo>
                  <a:pt x="1499360" y="1324985"/>
                </a:lnTo>
                <a:lnTo>
                  <a:pt x="1507220" y="1321669"/>
                </a:lnTo>
                <a:lnTo>
                  <a:pt x="1521091" y="1327330"/>
                </a:lnTo>
                <a:lnTo>
                  <a:pt x="1524367" y="1335236"/>
                </a:lnTo>
                <a:lnTo>
                  <a:pt x="1521583" y="1342128"/>
                </a:lnTo>
                <a:lnTo>
                  <a:pt x="1518750" y="1349066"/>
                </a:lnTo>
                <a:lnTo>
                  <a:pt x="1510850" y="1352338"/>
                </a:lnTo>
                <a:lnTo>
                  <a:pt x="1502048" y="1348780"/>
                </a:lnTo>
                <a:lnTo>
                  <a:pt x="1500434" y="1347640"/>
                </a:lnTo>
                <a:close/>
              </a:path>
              <a:path w="5142230" h="2300604">
                <a:moveTo>
                  <a:pt x="2167440" y="2080518"/>
                </a:moveTo>
                <a:lnTo>
                  <a:pt x="2162703" y="2075447"/>
                </a:lnTo>
                <a:lnTo>
                  <a:pt x="2161344" y="2072233"/>
                </a:lnTo>
                <a:lnTo>
                  <a:pt x="2161298" y="2061236"/>
                </a:lnTo>
                <a:lnTo>
                  <a:pt x="2167312" y="2055162"/>
                </a:lnTo>
                <a:lnTo>
                  <a:pt x="2182227" y="2055098"/>
                </a:lnTo>
                <a:lnTo>
                  <a:pt x="2188306" y="2061117"/>
                </a:lnTo>
                <a:lnTo>
                  <a:pt x="2188360" y="2076032"/>
                </a:lnTo>
                <a:lnTo>
                  <a:pt x="2182351" y="2082111"/>
                </a:lnTo>
                <a:lnTo>
                  <a:pt x="2170972" y="2082149"/>
                </a:lnTo>
                <a:lnTo>
                  <a:pt x="2167440" y="2080518"/>
                </a:lnTo>
                <a:close/>
              </a:path>
              <a:path w="5142230" h="2300604">
                <a:moveTo>
                  <a:pt x="2147217" y="2291702"/>
                </a:moveTo>
                <a:lnTo>
                  <a:pt x="2142530" y="2286684"/>
                </a:lnTo>
                <a:lnTo>
                  <a:pt x="2141117" y="2282435"/>
                </a:lnTo>
                <a:lnTo>
                  <a:pt x="2141826" y="2278111"/>
                </a:lnTo>
                <a:lnTo>
                  <a:pt x="2143162" y="2270744"/>
                </a:lnTo>
                <a:lnTo>
                  <a:pt x="2150129" y="2265788"/>
                </a:lnTo>
                <a:lnTo>
                  <a:pt x="2157500" y="2267130"/>
                </a:lnTo>
                <a:lnTo>
                  <a:pt x="2164865" y="2268367"/>
                </a:lnTo>
                <a:lnTo>
                  <a:pt x="2169777" y="2275384"/>
                </a:lnTo>
                <a:lnTo>
                  <a:pt x="2168535" y="2282754"/>
                </a:lnTo>
                <a:lnTo>
                  <a:pt x="2167242" y="2290070"/>
                </a:lnTo>
                <a:lnTo>
                  <a:pt x="2160231" y="2295076"/>
                </a:lnTo>
                <a:lnTo>
                  <a:pt x="2152860" y="2293735"/>
                </a:lnTo>
                <a:lnTo>
                  <a:pt x="2149860" y="2293260"/>
                </a:lnTo>
                <a:lnTo>
                  <a:pt x="2147217" y="2291702"/>
                </a:lnTo>
                <a:close/>
              </a:path>
              <a:path w="5142230" h="2300604">
                <a:moveTo>
                  <a:pt x="841046" y="1084473"/>
                </a:moveTo>
                <a:lnTo>
                  <a:pt x="836263" y="1079353"/>
                </a:lnTo>
                <a:lnTo>
                  <a:pt x="835193" y="1073321"/>
                </a:lnTo>
                <a:lnTo>
                  <a:pt x="841029" y="1061387"/>
                </a:lnTo>
                <a:lnTo>
                  <a:pt x="849102" y="1058593"/>
                </a:lnTo>
                <a:lnTo>
                  <a:pt x="862520" y="1065235"/>
                </a:lnTo>
                <a:lnTo>
                  <a:pt x="865314" y="1073308"/>
                </a:lnTo>
                <a:lnTo>
                  <a:pt x="862016" y="1080041"/>
                </a:lnTo>
                <a:lnTo>
                  <a:pt x="858721" y="1086680"/>
                </a:lnTo>
                <a:lnTo>
                  <a:pt x="850648" y="1089474"/>
                </a:lnTo>
                <a:lnTo>
                  <a:pt x="843910" y="1086171"/>
                </a:lnTo>
                <a:lnTo>
                  <a:pt x="842428" y="1085465"/>
                </a:lnTo>
                <a:lnTo>
                  <a:pt x="841046" y="1084473"/>
                </a:lnTo>
                <a:close/>
              </a:path>
              <a:path w="5142230" h="2300604">
                <a:moveTo>
                  <a:pt x="2113868" y="1805587"/>
                </a:moveTo>
                <a:lnTo>
                  <a:pt x="2109035" y="1800413"/>
                </a:lnTo>
                <a:lnTo>
                  <a:pt x="2108232" y="1799163"/>
                </a:lnTo>
                <a:lnTo>
                  <a:pt x="2104494" y="1790958"/>
                </a:lnTo>
                <a:lnTo>
                  <a:pt x="2107555" y="1782994"/>
                </a:lnTo>
                <a:lnTo>
                  <a:pt x="2121172" y="1776849"/>
                </a:lnTo>
                <a:lnTo>
                  <a:pt x="2129190" y="1779860"/>
                </a:lnTo>
                <a:lnTo>
                  <a:pt x="2135336" y="1793476"/>
                </a:lnTo>
                <a:lnTo>
                  <a:pt x="2132271" y="1801535"/>
                </a:lnTo>
                <a:lnTo>
                  <a:pt x="2125417" y="1804559"/>
                </a:lnTo>
                <a:lnTo>
                  <a:pt x="2120051" y="1807025"/>
                </a:lnTo>
                <a:lnTo>
                  <a:pt x="2113868" y="1805587"/>
                </a:lnTo>
                <a:close/>
              </a:path>
              <a:path w="5142230" h="2300604">
                <a:moveTo>
                  <a:pt x="2081297" y="1743449"/>
                </a:moveTo>
                <a:lnTo>
                  <a:pt x="2075727" y="1737487"/>
                </a:lnTo>
                <a:lnTo>
                  <a:pt x="2071293" y="1730297"/>
                </a:lnTo>
                <a:lnTo>
                  <a:pt x="2073277" y="1721961"/>
                </a:lnTo>
                <a:lnTo>
                  <a:pt x="2079693" y="1718077"/>
                </a:lnTo>
                <a:lnTo>
                  <a:pt x="2086009" y="1714185"/>
                </a:lnTo>
                <a:lnTo>
                  <a:pt x="2094345" y="1716168"/>
                </a:lnTo>
                <a:lnTo>
                  <a:pt x="2102171" y="1728846"/>
                </a:lnTo>
                <a:lnTo>
                  <a:pt x="2100187" y="1737182"/>
                </a:lnTo>
                <a:lnTo>
                  <a:pt x="2093826" y="1741124"/>
                </a:lnTo>
                <a:lnTo>
                  <a:pt x="2088230" y="1744517"/>
                </a:lnTo>
                <a:lnTo>
                  <a:pt x="2081297" y="1743449"/>
                </a:lnTo>
                <a:close/>
              </a:path>
              <a:path w="5142230" h="2300604">
                <a:moveTo>
                  <a:pt x="409304" y="735690"/>
                </a:moveTo>
                <a:lnTo>
                  <a:pt x="403641" y="729628"/>
                </a:lnTo>
                <a:lnTo>
                  <a:pt x="403153" y="728715"/>
                </a:lnTo>
                <a:lnTo>
                  <a:pt x="399354" y="722302"/>
                </a:lnTo>
                <a:lnTo>
                  <a:pt x="401576" y="714026"/>
                </a:lnTo>
                <a:lnTo>
                  <a:pt x="407979" y="710226"/>
                </a:lnTo>
                <a:lnTo>
                  <a:pt x="414433" y="706480"/>
                </a:lnTo>
                <a:lnTo>
                  <a:pt x="422767" y="708657"/>
                </a:lnTo>
                <a:lnTo>
                  <a:pt x="430254" y="721560"/>
                </a:lnTo>
                <a:lnTo>
                  <a:pt x="428090" y="729799"/>
                </a:lnTo>
                <a:lnTo>
                  <a:pt x="421628" y="733635"/>
                </a:lnTo>
                <a:lnTo>
                  <a:pt x="416047" y="736849"/>
                </a:lnTo>
                <a:lnTo>
                  <a:pt x="409304" y="735690"/>
                </a:lnTo>
                <a:close/>
              </a:path>
              <a:path w="5142230" h="2300604">
                <a:moveTo>
                  <a:pt x="301553" y="472260"/>
                </a:moveTo>
                <a:lnTo>
                  <a:pt x="296766" y="467135"/>
                </a:lnTo>
                <a:lnTo>
                  <a:pt x="295696" y="465404"/>
                </a:lnTo>
                <a:lnTo>
                  <a:pt x="295104" y="463401"/>
                </a:lnTo>
                <a:lnTo>
                  <a:pt x="292892" y="456244"/>
                </a:lnTo>
                <a:lnTo>
                  <a:pt x="296928" y="448639"/>
                </a:lnTo>
                <a:lnTo>
                  <a:pt x="311193" y="444262"/>
                </a:lnTo>
                <a:lnTo>
                  <a:pt x="318752" y="448249"/>
                </a:lnTo>
                <a:lnTo>
                  <a:pt x="323175" y="462563"/>
                </a:lnTo>
                <a:lnTo>
                  <a:pt x="319188" y="470122"/>
                </a:lnTo>
                <a:lnTo>
                  <a:pt x="306926" y="473906"/>
                </a:lnTo>
                <a:lnTo>
                  <a:pt x="301553" y="472260"/>
                </a:lnTo>
                <a:close/>
              </a:path>
              <a:path w="5142230" h="2300604">
                <a:moveTo>
                  <a:pt x="2157961" y="2221683"/>
                </a:moveTo>
                <a:lnTo>
                  <a:pt x="2153224" y="2216612"/>
                </a:lnTo>
                <a:lnTo>
                  <a:pt x="2151752" y="2212690"/>
                </a:lnTo>
                <a:lnTo>
                  <a:pt x="2153185" y="2201125"/>
                </a:lnTo>
                <a:lnTo>
                  <a:pt x="2159973" y="2195880"/>
                </a:lnTo>
                <a:lnTo>
                  <a:pt x="2167396" y="2196789"/>
                </a:lnTo>
                <a:lnTo>
                  <a:pt x="2174780" y="2197753"/>
                </a:lnTo>
                <a:lnTo>
                  <a:pt x="2180074" y="2204496"/>
                </a:lnTo>
                <a:lnTo>
                  <a:pt x="2179115" y="2211875"/>
                </a:lnTo>
                <a:lnTo>
                  <a:pt x="2178201" y="2219303"/>
                </a:lnTo>
                <a:lnTo>
                  <a:pt x="2171408" y="2224543"/>
                </a:lnTo>
                <a:lnTo>
                  <a:pt x="2164030" y="2223683"/>
                </a:lnTo>
                <a:lnTo>
                  <a:pt x="2160788" y="2223242"/>
                </a:lnTo>
                <a:lnTo>
                  <a:pt x="2157961" y="2221683"/>
                </a:lnTo>
                <a:close/>
              </a:path>
              <a:path w="5142230" h="2300604">
                <a:moveTo>
                  <a:pt x="2155178" y="1939930"/>
                </a:moveTo>
                <a:lnTo>
                  <a:pt x="2150400" y="1934816"/>
                </a:lnTo>
                <a:lnTo>
                  <a:pt x="2149198" y="1932551"/>
                </a:lnTo>
                <a:lnTo>
                  <a:pt x="2148677" y="1929942"/>
                </a:lnTo>
                <a:lnTo>
                  <a:pt x="2147317" y="1922620"/>
                </a:lnTo>
                <a:lnTo>
                  <a:pt x="2152141" y="1915566"/>
                </a:lnTo>
                <a:lnTo>
                  <a:pt x="2159461" y="1914116"/>
                </a:lnTo>
                <a:lnTo>
                  <a:pt x="2166772" y="1912755"/>
                </a:lnTo>
                <a:lnTo>
                  <a:pt x="2173880" y="1917529"/>
                </a:lnTo>
                <a:lnTo>
                  <a:pt x="2176688" y="1932264"/>
                </a:lnTo>
                <a:lnTo>
                  <a:pt x="2171868" y="1939323"/>
                </a:lnTo>
                <a:lnTo>
                  <a:pt x="2159752" y="1941602"/>
                </a:lnTo>
                <a:lnTo>
                  <a:pt x="2155178" y="1939930"/>
                </a:lnTo>
                <a:close/>
              </a:path>
              <a:path w="5142230" h="2300604">
                <a:moveTo>
                  <a:pt x="2138484" y="1871428"/>
                </a:moveTo>
                <a:lnTo>
                  <a:pt x="2133747" y="1866357"/>
                </a:lnTo>
                <a:lnTo>
                  <a:pt x="2132632" y="1864577"/>
                </a:lnTo>
                <a:lnTo>
                  <a:pt x="2132039" y="1862574"/>
                </a:lnTo>
                <a:lnTo>
                  <a:pt x="2129828" y="1855417"/>
                </a:lnTo>
                <a:lnTo>
                  <a:pt x="2133815" y="1847857"/>
                </a:lnTo>
                <a:lnTo>
                  <a:pt x="2148075" y="1843475"/>
                </a:lnTo>
                <a:lnTo>
                  <a:pt x="2155683" y="1847417"/>
                </a:lnTo>
                <a:lnTo>
                  <a:pt x="2160065" y="1861686"/>
                </a:lnTo>
                <a:lnTo>
                  <a:pt x="2156078" y="1869246"/>
                </a:lnTo>
                <a:lnTo>
                  <a:pt x="2148962" y="1871501"/>
                </a:lnTo>
                <a:lnTo>
                  <a:pt x="2143862" y="1873079"/>
                </a:lnTo>
                <a:lnTo>
                  <a:pt x="2138484" y="1871428"/>
                </a:lnTo>
                <a:close/>
              </a:path>
              <a:path w="5142230" h="2300604">
                <a:moveTo>
                  <a:pt x="263301" y="335325"/>
                </a:moveTo>
                <a:lnTo>
                  <a:pt x="258518" y="330205"/>
                </a:lnTo>
                <a:lnTo>
                  <a:pt x="257405" y="328231"/>
                </a:lnTo>
                <a:lnTo>
                  <a:pt x="254991" y="318707"/>
                </a:lnTo>
                <a:lnTo>
                  <a:pt x="259422" y="311331"/>
                </a:lnTo>
                <a:lnTo>
                  <a:pt x="273820" y="307683"/>
                </a:lnTo>
                <a:lnTo>
                  <a:pt x="281183" y="312045"/>
                </a:lnTo>
                <a:lnTo>
                  <a:pt x="284845" y="326522"/>
                </a:lnTo>
                <a:lnTo>
                  <a:pt x="280487" y="333880"/>
                </a:lnTo>
                <a:lnTo>
                  <a:pt x="268296" y="336958"/>
                </a:lnTo>
                <a:lnTo>
                  <a:pt x="263301" y="335325"/>
                </a:lnTo>
                <a:close/>
              </a:path>
              <a:path w="5142230" h="2300604">
                <a:moveTo>
                  <a:pt x="970518" y="1143407"/>
                </a:moveTo>
                <a:lnTo>
                  <a:pt x="965690" y="1138239"/>
                </a:lnTo>
                <a:lnTo>
                  <a:pt x="964509" y="1132576"/>
                </a:lnTo>
                <a:lnTo>
                  <a:pt x="966622" y="1127507"/>
                </a:lnTo>
                <a:lnTo>
                  <a:pt x="969546" y="1120667"/>
                </a:lnTo>
                <a:lnTo>
                  <a:pt x="977492" y="1117443"/>
                </a:lnTo>
                <a:lnTo>
                  <a:pt x="991267" y="1123294"/>
                </a:lnTo>
                <a:lnTo>
                  <a:pt x="994420" y="1131068"/>
                </a:lnTo>
                <a:lnTo>
                  <a:pt x="988642" y="1144921"/>
                </a:lnTo>
                <a:lnTo>
                  <a:pt x="980696" y="1148144"/>
                </a:lnTo>
                <a:lnTo>
                  <a:pt x="971992" y="1144496"/>
                </a:lnTo>
                <a:lnTo>
                  <a:pt x="970518" y="1143407"/>
                </a:lnTo>
                <a:close/>
              </a:path>
              <a:path w="5142230" h="2300604">
                <a:moveTo>
                  <a:pt x="495291" y="849828"/>
                </a:moveTo>
                <a:lnTo>
                  <a:pt x="484997" y="838808"/>
                </a:lnTo>
                <a:lnTo>
                  <a:pt x="485380" y="830323"/>
                </a:lnTo>
                <a:lnTo>
                  <a:pt x="496159" y="820162"/>
                </a:lnTo>
                <a:lnTo>
                  <a:pt x="504835" y="820458"/>
                </a:lnTo>
                <a:lnTo>
                  <a:pt x="514988" y="831326"/>
                </a:lnTo>
                <a:lnTo>
                  <a:pt x="514704" y="839819"/>
                </a:lnTo>
                <a:lnTo>
                  <a:pt x="503827" y="850071"/>
                </a:lnTo>
                <a:lnTo>
                  <a:pt x="495291" y="849828"/>
                </a:lnTo>
                <a:close/>
              </a:path>
              <a:path w="5142230" h="2300604">
                <a:moveTo>
                  <a:pt x="715579" y="1017414"/>
                </a:moveTo>
                <a:lnTo>
                  <a:pt x="710751" y="1012245"/>
                </a:lnTo>
                <a:lnTo>
                  <a:pt x="709840" y="1005699"/>
                </a:lnTo>
                <a:lnTo>
                  <a:pt x="716707" y="993989"/>
                </a:lnTo>
                <a:lnTo>
                  <a:pt x="724991" y="991811"/>
                </a:lnTo>
                <a:lnTo>
                  <a:pt x="737863" y="999336"/>
                </a:lnTo>
                <a:lnTo>
                  <a:pt x="740036" y="1007624"/>
                </a:lnTo>
                <a:lnTo>
                  <a:pt x="732517" y="1020492"/>
                </a:lnTo>
                <a:lnTo>
                  <a:pt x="724274" y="1022714"/>
                </a:lnTo>
                <a:lnTo>
                  <a:pt x="717790" y="1018901"/>
                </a:lnTo>
                <a:lnTo>
                  <a:pt x="716636" y="1018252"/>
                </a:lnTo>
                <a:lnTo>
                  <a:pt x="715579" y="1017414"/>
                </a:lnTo>
                <a:close/>
              </a:path>
              <a:path w="5142230" h="2300604">
                <a:moveTo>
                  <a:pt x="281546" y="404022"/>
                </a:moveTo>
                <a:lnTo>
                  <a:pt x="276809" y="398951"/>
                </a:lnTo>
                <a:lnTo>
                  <a:pt x="275692" y="397072"/>
                </a:lnTo>
                <a:lnTo>
                  <a:pt x="275106" y="394880"/>
                </a:lnTo>
                <a:lnTo>
                  <a:pt x="273086" y="387635"/>
                </a:lnTo>
                <a:lnTo>
                  <a:pt x="277304" y="380226"/>
                </a:lnTo>
                <a:lnTo>
                  <a:pt x="284500" y="378252"/>
                </a:lnTo>
                <a:lnTo>
                  <a:pt x="291646" y="376224"/>
                </a:lnTo>
                <a:lnTo>
                  <a:pt x="299150" y="380445"/>
                </a:lnTo>
                <a:lnTo>
                  <a:pt x="303098" y="394837"/>
                </a:lnTo>
                <a:lnTo>
                  <a:pt x="298930" y="402300"/>
                </a:lnTo>
                <a:lnTo>
                  <a:pt x="291734" y="404274"/>
                </a:lnTo>
                <a:lnTo>
                  <a:pt x="286681" y="405707"/>
                </a:lnTo>
                <a:lnTo>
                  <a:pt x="281546" y="404022"/>
                </a:lnTo>
                <a:close/>
              </a:path>
              <a:path w="5142230" h="2300604">
                <a:moveTo>
                  <a:pt x="542062" y="894617"/>
                </a:moveTo>
                <a:lnTo>
                  <a:pt x="536408" y="888565"/>
                </a:lnTo>
                <a:lnTo>
                  <a:pt x="536254" y="880775"/>
                </a:lnTo>
                <a:lnTo>
                  <a:pt x="540918" y="875505"/>
                </a:lnTo>
                <a:lnTo>
                  <a:pt x="545830" y="869912"/>
                </a:lnTo>
                <a:lnTo>
                  <a:pt x="554346" y="869353"/>
                </a:lnTo>
                <a:lnTo>
                  <a:pt x="565528" y="879270"/>
                </a:lnTo>
                <a:lnTo>
                  <a:pt x="566088" y="887786"/>
                </a:lnTo>
                <a:lnTo>
                  <a:pt x="556216" y="899017"/>
                </a:lnTo>
                <a:lnTo>
                  <a:pt x="547649" y="899523"/>
                </a:lnTo>
                <a:lnTo>
                  <a:pt x="542062" y="894617"/>
                </a:lnTo>
                <a:close/>
              </a:path>
              <a:path w="5142230" h="2300604">
                <a:moveTo>
                  <a:pt x="323796" y="539861"/>
                </a:moveTo>
                <a:lnTo>
                  <a:pt x="319018" y="534746"/>
                </a:lnTo>
                <a:lnTo>
                  <a:pt x="317987" y="533153"/>
                </a:lnTo>
                <a:lnTo>
                  <a:pt x="314890" y="524267"/>
                </a:lnTo>
                <a:lnTo>
                  <a:pt x="318646" y="516558"/>
                </a:lnTo>
                <a:lnTo>
                  <a:pt x="325669" y="514106"/>
                </a:lnTo>
                <a:lnTo>
                  <a:pt x="332810" y="511584"/>
                </a:lnTo>
                <a:lnTo>
                  <a:pt x="340446" y="515360"/>
                </a:lnTo>
                <a:lnTo>
                  <a:pt x="345354" y="529411"/>
                </a:lnTo>
                <a:lnTo>
                  <a:pt x="341644" y="537169"/>
                </a:lnTo>
                <a:lnTo>
                  <a:pt x="334575" y="539572"/>
                </a:lnTo>
                <a:lnTo>
                  <a:pt x="329366" y="541425"/>
                </a:lnTo>
                <a:lnTo>
                  <a:pt x="323796" y="539861"/>
                </a:lnTo>
                <a:close/>
              </a:path>
              <a:path w="5142230" h="2300604">
                <a:moveTo>
                  <a:pt x="214700" y="127784"/>
                </a:moveTo>
                <a:lnTo>
                  <a:pt x="209967" y="122718"/>
                </a:lnTo>
                <a:lnTo>
                  <a:pt x="208812" y="120602"/>
                </a:lnTo>
                <a:lnTo>
                  <a:pt x="208235" y="118127"/>
                </a:lnTo>
                <a:lnTo>
                  <a:pt x="206642" y="110850"/>
                </a:lnTo>
                <a:lnTo>
                  <a:pt x="211226" y="103636"/>
                </a:lnTo>
                <a:lnTo>
                  <a:pt x="218458" y="101994"/>
                </a:lnTo>
                <a:lnTo>
                  <a:pt x="225788" y="100360"/>
                </a:lnTo>
                <a:lnTo>
                  <a:pt x="232997" y="104949"/>
                </a:lnTo>
                <a:lnTo>
                  <a:pt x="236278" y="119507"/>
                </a:lnTo>
                <a:lnTo>
                  <a:pt x="231686" y="126809"/>
                </a:lnTo>
                <a:lnTo>
                  <a:pt x="219557" y="129465"/>
                </a:lnTo>
                <a:lnTo>
                  <a:pt x="214700" y="127784"/>
                </a:lnTo>
                <a:close/>
              </a:path>
              <a:path w="5142230" h="2300604">
                <a:moveTo>
                  <a:pt x="655055" y="979994"/>
                </a:moveTo>
                <a:lnTo>
                  <a:pt x="650136" y="974728"/>
                </a:lnTo>
                <a:lnTo>
                  <a:pt x="649424" y="967905"/>
                </a:lnTo>
                <a:lnTo>
                  <a:pt x="656996" y="956266"/>
                </a:lnTo>
                <a:lnTo>
                  <a:pt x="665363" y="954568"/>
                </a:lnTo>
                <a:lnTo>
                  <a:pt x="677872" y="962779"/>
                </a:lnTo>
                <a:lnTo>
                  <a:pt x="679623" y="971105"/>
                </a:lnTo>
                <a:lnTo>
                  <a:pt x="675538" y="977386"/>
                </a:lnTo>
                <a:lnTo>
                  <a:pt x="671408" y="983619"/>
                </a:lnTo>
                <a:lnTo>
                  <a:pt x="663033" y="985406"/>
                </a:lnTo>
                <a:lnTo>
                  <a:pt x="655877" y="980678"/>
                </a:lnTo>
                <a:lnTo>
                  <a:pt x="655055" y="979994"/>
                </a:lnTo>
                <a:close/>
              </a:path>
              <a:path w="5142230" h="2300604">
                <a:moveTo>
                  <a:pt x="2164938" y="2151247"/>
                </a:moveTo>
                <a:lnTo>
                  <a:pt x="2160201" y="2146176"/>
                </a:lnTo>
                <a:lnTo>
                  <a:pt x="2158814" y="2142541"/>
                </a:lnTo>
                <a:lnTo>
                  <a:pt x="2159040" y="2138678"/>
                </a:lnTo>
                <a:lnTo>
                  <a:pt x="2159531" y="2131188"/>
                </a:lnTo>
                <a:lnTo>
                  <a:pt x="2165292" y="2126212"/>
                </a:lnTo>
                <a:lnTo>
                  <a:pt x="2166000" y="2125601"/>
                </a:lnTo>
                <a:lnTo>
                  <a:pt x="2173439" y="2126039"/>
                </a:lnTo>
                <a:lnTo>
                  <a:pt x="2180885" y="2126580"/>
                </a:lnTo>
                <a:lnTo>
                  <a:pt x="2186520" y="2133004"/>
                </a:lnTo>
                <a:lnTo>
                  <a:pt x="2185537" y="2147884"/>
                </a:lnTo>
                <a:lnTo>
                  <a:pt x="2179817" y="2152904"/>
                </a:lnTo>
                <a:lnTo>
                  <a:pt x="2179065" y="2153565"/>
                </a:lnTo>
                <a:lnTo>
                  <a:pt x="2171674" y="2153082"/>
                </a:lnTo>
                <a:lnTo>
                  <a:pt x="2168043" y="2152812"/>
                </a:lnTo>
                <a:lnTo>
                  <a:pt x="2164938" y="2151247"/>
                </a:lnTo>
                <a:close/>
              </a:path>
              <a:path w="5142230" h="2300604">
                <a:moveTo>
                  <a:pt x="2040896" y="1686028"/>
                </a:moveTo>
                <a:lnTo>
                  <a:pt x="2035334" y="1680074"/>
                </a:lnTo>
                <a:lnTo>
                  <a:pt x="2030664" y="1674292"/>
                </a:lnTo>
                <a:lnTo>
                  <a:pt x="2031567" y="1665778"/>
                </a:lnTo>
                <a:lnTo>
                  <a:pt x="2037438" y="1661116"/>
                </a:lnTo>
                <a:lnTo>
                  <a:pt x="2043215" y="1656450"/>
                </a:lnTo>
                <a:lnTo>
                  <a:pt x="2051734" y="1657358"/>
                </a:lnTo>
                <a:lnTo>
                  <a:pt x="2061063" y="1669006"/>
                </a:lnTo>
                <a:lnTo>
                  <a:pt x="2060155" y="1677515"/>
                </a:lnTo>
                <a:lnTo>
                  <a:pt x="2050101" y="1685618"/>
                </a:lnTo>
                <a:lnTo>
                  <a:pt x="2048796" y="1686665"/>
                </a:lnTo>
                <a:lnTo>
                  <a:pt x="2040896" y="1686028"/>
                </a:lnTo>
                <a:close/>
              </a:path>
              <a:path w="5142230" h="2300604">
                <a:moveTo>
                  <a:pt x="230283" y="197151"/>
                </a:moveTo>
                <a:lnTo>
                  <a:pt x="225501" y="192031"/>
                </a:lnTo>
                <a:lnTo>
                  <a:pt x="224341" y="189910"/>
                </a:lnTo>
                <a:lnTo>
                  <a:pt x="222170" y="180158"/>
                </a:lnTo>
                <a:lnTo>
                  <a:pt x="226764" y="172954"/>
                </a:lnTo>
                <a:lnTo>
                  <a:pt x="233995" y="171312"/>
                </a:lnTo>
                <a:lnTo>
                  <a:pt x="241276" y="169624"/>
                </a:lnTo>
                <a:lnTo>
                  <a:pt x="248529" y="174163"/>
                </a:lnTo>
                <a:lnTo>
                  <a:pt x="251860" y="188774"/>
                </a:lnTo>
                <a:lnTo>
                  <a:pt x="247271" y="195983"/>
                </a:lnTo>
                <a:lnTo>
                  <a:pt x="239991" y="197670"/>
                </a:lnTo>
                <a:lnTo>
                  <a:pt x="235139" y="198733"/>
                </a:lnTo>
                <a:lnTo>
                  <a:pt x="230283" y="197151"/>
                </a:lnTo>
                <a:close/>
              </a:path>
              <a:path w="5142230" h="2300604">
                <a:moveTo>
                  <a:pt x="905347" y="1114794"/>
                </a:moveTo>
                <a:lnTo>
                  <a:pt x="900569" y="1109679"/>
                </a:lnTo>
                <a:lnTo>
                  <a:pt x="899444" y="1103881"/>
                </a:lnTo>
                <a:lnTo>
                  <a:pt x="901744" y="1098719"/>
                </a:lnTo>
                <a:lnTo>
                  <a:pt x="904857" y="1091886"/>
                </a:lnTo>
                <a:lnTo>
                  <a:pt x="912842" y="1088900"/>
                </a:lnTo>
                <a:lnTo>
                  <a:pt x="926460" y="1095071"/>
                </a:lnTo>
                <a:lnTo>
                  <a:pt x="929496" y="1103110"/>
                </a:lnTo>
                <a:lnTo>
                  <a:pt x="926432" y="1109899"/>
                </a:lnTo>
                <a:lnTo>
                  <a:pt x="923320" y="1116733"/>
                </a:lnTo>
                <a:lnTo>
                  <a:pt x="915329" y="1119713"/>
                </a:lnTo>
                <a:lnTo>
                  <a:pt x="908496" y="1116601"/>
                </a:lnTo>
                <a:lnTo>
                  <a:pt x="906820" y="1115883"/>
                </a:lnTo>
                <a:lnTo>
                  <a:pt x="905347" y="1114794"/>
                </a:lnTo>
                <a:close/>
              </a:path>
              <a:path w="5142230" h="2300604">
                <a:moveTo>
                  <a:pt x="376614" y="672057"/>
                </a:moveTo>
                <a:lnTo>
                  <a:pt x="371786" y="666888"/>
                </a:lnTo>
                <a:lnTo>
                  <a:pt x="370930" y="665679"/>
                </a:lnTo>
                <a:lnTo>
                  <a:pt x="370363" y="664290"/>
                </a:lnTo>
                <a:lnTo>
                  <a:pt x="367242" y="657528"/>
                </a:lnTo>
                <a:lnTo>
                  <a:pt x="370253" y="649510"/>
                </a:lnTo>
                <a:lnTo>
                  <a:pt x="377016" y="646388"/>
                </a:lnTo>
                <a:lnTo>
                  <a:pt x="383824" y="643315"/>
                </a:lnTo>
                <a:lnTo>
                  <a:pt x="391796" y="646278"/>
                </a:lnTo>
                <a:lnTo>
                  <a:pt x="394963" y="653089"/>
                </a:lnTo>
                <a:lnTo>
                  <a:pt x="398036" y="659898"/>
                </a:lnTo>
                <a:lnTo>
                  <a:pt x="395025" y="667915"/>
                </a:lnTo>
                <a:lnTo>
                  <a:pt x="388217" y="670988"/>
                </a:lnTo>
                <a:lnTo>
                  <a:pt x="382845" y="673449"/>
                </a:lnTo>
                <a:lnTo>
                  <a:pt x="376614" y="672057"/>
                </a:lnTo>
                <a:close/>
              </a:path>
              <a:path w="5142230" h="2300604">
                <a:moveTo>
                  <a:pt x="246340" y="266341"/>
                </a:moveTo>
                <a:lnTo>
                  <a:pt x="241557" y="261221"/>
                </a:lnTo>
                <a:lnTo>
                  <a:pt x="240443" y="259148"/>
                </a:lnTo>
                <a:lnTo>
                  <a:pt x="238131" y="249538"/>
                </a:lnTo>
                <a:lnTo>
                  <a:pt x="242411" y="242585"/>
                </a:lnTo>
                <a:lnTo>
                  <a:pt x="242629" y="242232"/>
                </a:lnTo>
                <a:lnTo>
                  <a:pt x="249909" y="240544"/>
                </a:lnTo>
                <a:lnTo>
                  <a:pt x="257139" y="238803"/>
                </a:lnTo>
                <a:lnTo>
                  <a:pt x="264450" y="243305"/>
                </a:lnTo>
                <a:lnTo>
                  <a:pt x="266187" y="250540"/>
                </a:lnTo>
                <a:lnTo>
                  <a:pt x="267874" y="257820"/>
                </a:lnTo>
                <a:lnTo>
                  <a:pt x="263638" y="264722"/>
                </a:lnTo>
                <a:lnTo>
                  <a:pt x="263421" y="265076"/>
                </a:lnTo>
                <a:lnTo>
                  <a:pt x="256142" y="266863"/>
                </a:lnTo>
                <a:lnTo>
                  <a:pt x="251242" y="267971"/>
                </a:lnTo>
                <a:lnTo>
                  <a:pt x="246340" y="266341"/>
                </a:lnTo>
                <a:close/>
              </a:path>
              <a:path w="5142230" h="2300604">
                <a:moveTo>
                  <a:pt x="449092" y="795193"/>
                </a:moveTo>
                <a:lnTo>
                  <a:pt x="443397" y="789097"/>
                </a:lnTo>
                <a:lnTo>
                  <a:pt x="438926" y="783138"/>
                </a:lnTo>
                <a:lnTo>
                  <a:pt x="440113" y="774633"/>
                </a:lnTo>
                <a:lnTo>
                  <a:pt x="446026" y="770113"/>
                </a:lnTo>
                <a:lnTo>
                  <a:pt x="451985" y="765642"/>
                </a:lnTo>
                <a:lnTo>
                  <a:pt x="460490" y="766829"/>
                </a:lnTo>
                <a:lnTo>
                  <a:pt x="469480" y="778701"/>
                </a:lnTo>
                <a:lnTo>
                  <a:pt x="468294" y="787206"/>
                </a:lnTo>
                <a:lnTo>
                  <a:pt x="462381" y="791725"/>
                </a:lnTo>
                <a:lnTo>
                  <a:pt x="456808" y="795926"/>
                </a:lnTo>
                <a:lnTo>
                  <a:pt x="449092" y="795193"/>
                </a:lnTo>
                <a:close/>
              </a:path>
              <a:path w="5142230" h="2300604">
                <a:moveTo>
                  <a:pt x="777749" y="1052100"/>
                </a:moveTo>
                <a:lnTo>
                  <a:pt x="772921" y="1046931"/>
                </a:lnTo>
                <a:lnTo>
                  <a:pt x="771911" y="1040670"/>
                </a:lnTo>
                <a:lnTo>
                  <a:pt x="774686" y="1035430"/>
                </a:lnTo>
                <a:lnTo>
                  <a:pt x="778210" y="1028841"/>
                </a:lnTo>
                <a:lnTo>
                  <a:pt x="786373" y="1026338"/>
                </a:lnTo>
                <a:lnTo>
                  <a:pt x="799589" y="1033350"/>
                </a:lnTo>
                <a:lnTo>
                  <a:pt x="802097" y="1041509"/>
                </a:lnTo>
                <a:lnTo>
                  <a:pt x="798613" y="1048141"/>
                </a:lnTo>
                <a:lnTo>
                  <a:pt x="795085" y="1054725"/>
                </a:lnTo>
                <a:lnTo>
                  <a:pt x="786881" y="1057184"/>
                </a:lnTo>
                <a:lnTo>
                  <a:pt x="780289" y="1053744"/>
                </a:lnTo>
                <a:lnTo>
                  <a:pt x="778950" y="1052995"/>
                </a:lnTo>
                <a:lnTo>
                  <a:pt x="777749" y="1052100"/>
                </a:lnTo>
                <a:close/>
              </a:path>
              <a:path w="5142230" h="2300604">
                <a:moveTo>
                  <a:pt x="348676" y="606570"/>
                </a:moveTo>
                <a:lnTo>
                  <a:pt x="343843" y="601397"/>
                </a:lnTo>
                <a:lnTo>
                  <a:pt x="342899" y="599996"/>
                </a:lnTo>
                <a:lnTo>
                  <a:pt x="342298" y="598375"/>
                </a:lnTo>
                <a:lnTo>
                  <a:pt x="339560" y="591436"/>
                </a:lnTo>
                <a:lnTo>
                  <a:pt x="342897" y="583571"/>
                </a:lnTo>
                <a:lnTo>
                  <a:pt x="356823" y="578050"/>
                </a:lnTo>
                <a:lnTo>
                  <a:pt x="364684" y="581480"/>
                </a:lnTo>
                <a:lnTo>
                  <a:pt x="370160" y="595357"/>
                </a:lnTo>
                <a:lnTo>
                  <a:pt x="366778" y="603174"/>
                </a:lnTo>
                <a:lnTo>
                  <a:pt x="359840" y="605912"/>
                </a:lnTo>
                <a:lnTo>
                  <a:pt x="354527" y="608044"/>
                </a:lnTo>
                <a:lnTo>
                  <a:pt x="348676" y="606570"/>
                </a:lnTo>
                <a:close/>
              </a:path>
              <a:path w="5142230" h="2300604">
                <a:moveTo>
                  <a:pt x="2164503" y="2009929"/>
                </a:moveTo>
                <a:lnTo>
                  <a:pt x="2159766" y="2004858"/>
                </a:lnTo>
                <a:lnTo>
                  <a:pt x="2158449" y="2002080"/>
                </a:lnTo>
                <a:lnTo>
                  <a:pt x="2157534" y="1991521"/>
                </a:lnTo>
                <a:lnTo>
                  <a:pt x="2162998" y="1984956"/>
                </a:lnTo>
                <a:lnTo>
                  <a:pt x="2170476" y="1984262"/>
                </a:lnTo>
                <a:lnTo>
                  <a:pt x="2177914" y="1983623"/>
                </a:lnTo>
                <a:lnTo>
                  <a:pt x="2184426" y="1989127"/>
                </a:lnTo>
                <a:lnTo>
                  <a:pt x="2185812" y="2004003"/>
                </a:lnTo>
                <a:lnTo>
                  <a:pt x="2180250" y="2010560"/>
                </a:lnTo>
                <a:lnTo>
                  <a:pt x="2168507" y="2011576"/>
                </a:lnTo>
                <a:lnTo>
                  <a:pt x="2164503" y="2009929"/>
                </a:lnTo>
                <a:close/>
              </a:path>
              <a:path w="5142230" h="2300604">
                <a:moveTo>
                  <a:pt x="597274" y="939546"/>
                </a:moveTo>
                <a:lnTo>
                  <a:pt x="591757" y="933641"/>
                </a:lnTo>
                <a:lnTo>
                  <a:pt x="591305" y="926412"/>
                </a:lnTo>
                <a:lnTo>
                  <a:pt x="595309" y="921120"/>
                </a:lnTo>
                <a:lnTo>
                  <a:pt x="599762" y="915134"/>
                </a:lnTo>
                <a:lnTo>
                  <a:pt x="608252" y="913959"/>
                </a:lnTo>
                <a:lnTo>
                  <a:pt x="620170" y="922905"/>
                </a:lnTo>
                <a:lnTo>
                  <a:pt x="621398" y="931355"/>
                </a:lnTo>
                <a:lnTo>
                  <a:pt x="616892" y="937381"/>
                </a:lnTo>
                <a:lnTo>
                  <a:pt x="612394" y="943318"/>
                </a:lnTo>
                <a:lnTo>
                  <a:pt x="603949" y="944542"/>
                </a:lnTo>
                <a:lnTo>
                  <a:pt x="597971" y="940000"/>
                </a:lnTo>
                <a:lnTo>
                  <a:pt x="597274" y="939546"/>
                </a:lnTo>
                <a:close/>
              </a:path>
              <a:path w="5142230" h="2300604">
                <a:moveTo>
                  <a:pt x="1988788" y="1628684"/>
                </a:moveTo>
                <a:lnTo>
                  <a:pt x="1983504" y="1623027"/>
                </a:lnTo>
                <a:lnTo>
                  <a:pt x="1983545" y="1614762"/>
                </a:lnTo>
                <a:lnTo>
                  <a:pt x="1988637" y="1609559"/>
                </a:lnTo>
                <a:lnTo>
                  <a:pt x="1993916" y="1604262"/>
                </a:lnTo>
                <a:lnTo>
                  <a:pt x="2002462" y="1604222"/>
                </a:lnTo>
                <a:lnTo>
                  <a:pt x="2013102" y="1614635"/>
                </a:lnTo>
                <a:lnTo>
                  <a:pt x="2013188" y="1623231"/>
                </a:lnTo>
                <a:lnTo>
                  <a:pt x="2007909" y="1628527"/>
                </a:lnTo>
                <a:lnTo>
                  <a:pt x="2002675" y="1633873"/>
                </a:lnTo>
                <a:lnTo>
                  <a:pt x="1994129" y="1633912"/>
                </a:lnTo>
                <a:lnTo>
                  <a:pt x="1988788" y="1628684"/>
                </a:lnTo>
                <a:close/>
              </a:path>
              <a:path w="5142230" h="2300604">
                <a:moveTo>
                  <a:pt x="1200954" y="1087754"/>
                </a:moveTo>
                <a:lnTo>
                  <a:pt x="1196308" y="1082781"/>
                </a:lnTo>
                <a:lnTo>
                  <a:pt x="1195067" y="1077640"/>
                </a:lnTo>
                <a:lnTo>
                  <a:pt x="1199286" y="1066028"/>
                </a:lnTo>
                <a:lnTo>
                  <a:pt x="1206865" y="1062509"/>
                </a:lnTo>
                <a:lnTo>
                  <a:pt x="1220476" y="1067500"/>
                </a:lnTo>
                <a:lnTo>
                  <a:pt x="1223954" y="1075035"/>
                </a:lnTo>
                <a:lnTo>
                  <a:pt x="1218958" y="1088650"/>
                </a:lnTo>
                <a:lnTo>
                  <a:pt x="1211423" y="1092119"/>
                </a:lnTo>
                <a:lnTo>
                  <a:pt x="1202658" y="1088893"/>
                </a:lnTo>
                <a:lnTo>
                  <a:pt x="1200954" y="1087754"/>
                </a:lnTo>
                <a:close/>
              </a:path>
              <a:path w="5142230" h="2300604">
                <a:moveTo>
                  <a:pt x="2407019" y="2061239"/>
                </a:moveTo>
                <a:lnTo>
                  <a:pt x="2402419" y="2056315"/>
                </a:lnTo>
                <a:lnTo>
                  <a:pt x="2401032" y="2052679"/>
                </a:lnTo>
                <a:lnTo>
                  <a:pt x="2402121" y="2041627"/>
                </a:lnTo>
                <a:lnTo>
                  <a:pt x="2407100" y="2037476"/>
                </a:lnTo>
                <a:lnTo>
                  <a:pt x="2408486" y="2036320"/>
                </a:lnTo>
                <a:lnTo>
                  <a:pt x="2422932" y="2037709"/>
                </a:lnTo>
                <a:lnTo>
                  <a:pt x="2428186" y="2044115"/>
                </a:lnTo>
                <a:lnTo>
                  <a:pt x="2427520" y="2051320"/>
                </a:lnTo>
                <a:lnTo>
                  <a:pt x="2426756" y="2058517"/>
                </a:lnTo>
                <a:lnTo>
                  <a:pt x="2421777" y="2062668"/>
                </a:lnTo>
                <a:lnTo>
                  <a:pt x="2420391" y="2063824"/>
                </a:lnTo>
                <a:lnTo>
                  <a:pt x="2413189" y="2063054"/>
                </a:lnTo>
                <a:lnTo>
                  <a:pt x="2409895" y="2062753"/>
                </a:lnTo>
                <a:lnTo>
                  <a:pt x="2407019" y="2061239"/>
                </a:lnTo>
                <a:close/>
              </a:path>
              <a:path w="5142230" h="2300604">
                <a:moveTo>
                  <a:pt x="331900" y="168791"/>
                </a:moveTo>
                <a:lnTo>
                  <a:pt x="327299" y="163866"/>
                </a:lnTo>
                <a:lnTo>
                  <a:pt x="326228" y="162036"/>
                </a:lnTo>
                <a:lnTo>
                  <a:pt x="323607" y="153071"/>
                </a:lnTo>
                <a:lnTo>
                  <a:pt x="327629" y="145843"/>
                </a:lnTo>
                <a:lnTo>
                  <a:pt x="341553" y="141785"/>
                </a:lnTo>
                <a:lnTo>
                  <a:pt x="348780" y="145808"/>
                </a:lnTo>
                <a:lnTo>
                  <a:pt x="352839" y="159731"/>
                </a:lnTo>
                <a:lnTo>
                  <a:pt x="348816" y="166959"/>
                </a:lnTo>
                <a:lnTo>
                  <a:pt x="341850" y="168983"/>
                </a:lnTo>
                <a:lnTo>
                  <a:pt x="336944" y="170379"/>
                </a:lnTo>
                <a:lnTo>
                  <a:pt x="331900" y="168791"/>
                </a:lnTo>
                <a:close/>
              </a:path>
              <a:path w="5142230" h="2300604">
                <a:moveTo>
                  <a:pt x="1335238" y="1134342"/>
                </a:moveTo>
                <a:lnTo>
                  <a:pt x="1330592" y="1129368"/>
                </a:lnTo>
                <a:lnTo>
                  <a:pt x="1329344" y="1124416"/>
                </a:lnTo>
                <a:lnTo>
                  <a:pt x="1330874" y="1119700"/>
                </a:lnTo>
                <a:lnTo>
                  <a:pt x="1333066" y="1113054"/>
                </a:lnTo>
                <a:lnTo>
                  <a:pt x="1333137" y="1112837"/>
                </a:lnTo>
                <a:lnTo>
                  <a:pt x="1340580" y="1109172"/>
                </a:lnTo>
                <a:lnTo>
                  <a:pt x="1354301" y="1113694"/>
                </a:lnTo>
                <a:lnTo>
                  <a:pt x="1358014" y="1121091"/>
                </a:lnTo>
                <a:lnTo>
                  <a:pt x="1355751" y="1127954"/>
                </a:lnTo>
                <a:lnTo>
                  <a:pt x="1353511" y="1134646"/>
                </a:lnTo>
                <a:lnTo>
                  <a:pt x="1353439" y="1134862"/>
                </a:lnTo>
                <a:lnTo>
                  <a:pt x="1346046" y="1138581"/>
                </a:lnTo>
                <a:lnTo>
                  <a:pt x="1339184" y="1136317"/>
                </a:lnTo>
                <a:lnTo>
                  <a:pt x="1337037" y="1135583"/>
                </a:lnTo>
                <a:lnTo>
                  <a:pt x="1335238" y="1134342"/>
                </a:lnTo>
                <a:close/>
              </a:path>
              <a:path w="5142230" h="2300604">
                <a:moveTo>
                  <a:pt x="543604" y="694324"/>
                </a:moveTo>
                <a:lnTo>
                  <a:pt x="538035" y="688362"/>
                </a:lnTo>
                <a:lnTo>
                  <a:pt x="533701" y="682550"/>
                </a:lnTo>
                <a:lnTo>
                  <a:pt x="534878" y="674328"/>
                </a:lnTo>
                <a:lnTo>
                  <a:pt x="546454" y="665705"/>
                </a:lnTo>
                <a:lnTo>
                  <a:pt x="554676" y="666882"/>
                </a:lnTo>
                <a:lnTo>
                  <a:pt x="563344" y="678507"/>
                </a:lnTo>
                <a:lnTo>
                  <a:pt x="562118" y="686675"/>
                </a:lnTo>
                <a:lnTo>
                  <a:pt x="556355" y="691063"/>
                </a:lnTo>
                <a:lnTo>
                  <a:pt x="550928" y="695028"/>
                </a:lnTo>
                <a:lnTo>
                  <a:pt x="543604" y="694324"/>
                </a:lnTo>
                <a:close/>
              </a:path>
              <a:path w="5142230" h="2300604">
                <a:moveTo>
                  <a:pt x="937934" y="979892"/>
                </a:moveTo>
                <a:lnTo>
                  <a:pt x="933288" y="974919"/>
                </a:lnTo>
                <a:lnTo>
                  <a:pt x="932213" y="969175"/>
                </a:lnTo>
                <a:lnTo>
                  <a:pt x="934548" y="964245"/>
                </a:lnTo>
                <a:lnTo>
                  <a:pt x="937511" y="957642"/>
                </a:lnTo>
                <a:lnTo>
                  <a:pt x="945355" y="954798"/>
                </a:lnTo>
                <a:lnTo>
                  <a:pt x="958463" y="960815"/>
                </a:lnTo>
                <a:lnTo>
                  <a:pt x="961361" y="968609"/>
                </a:lnTo>
                <a:lnTo>
                  <a:pt x="955291" y="981758"/>
                </a:lnTo>
                <a:lnTo>
                  <a:pt x="947497" y="984656"/>
                </a:lnTo>
                <a:lnTo>
                  <a:pt x="939317" y="980884"/>
                </a:lnTo>
                <a:lnTo>
                  <a:pt x="937934" y="979892"/>
                </a:lnTo>
                <a:close/>
              </a:path>
              <a:path w="5142230" h="2300604">
                <a:moveTo>
                  <a:pt x="2286217" y="1597924"/>
                </a:moveTo>
                <a:lnTo>
                  <a:pt x="2281070" y="1592414"/>
                </a:lnTo>
                <a:lnTo>
                  <a:pt x="2276346" y="1586966"/>
                </a:lnTo>
                <a:lnTo>
                  <a:pt x="2276911" y="1578676"/>
                </a:lnTo>
                <a:lnTo>
                  <a:pt x="2287101" y="1569840"/>
                </a:lnTo>
                <a:lnTo>
                  <a:pt x="2287808" y="1569228"/>
                </a:lnTo>
                <a:lnTo>
                  <a:pt x="2296093" y="1569788"/>
                </a:lnTo>
                <a:lnTo>
                  <a:pt x="2305587" y="1580733"/>
                </a:lnTo>
                <a:lnTo>
                  <a:pt x="2304981" y="1588979"/>
                </a:lnTo>
                <a:lnTo>
                  <a:pt x="2299578" y="1593752"/>
                </a:lnTo>
                <a:lnTo>
                  <a:pt x="2294833" y="1597861"/>
                </a:lnTo>
                <a:lnTo>
                  <a:pt x="2294227" y="1598386"/>
                </a:lnTo>
                <a:lnTo>
                  <a:pt x="2286217" y="1597924"/>
                </a:lnTo>
                <a:close/>
              </a:path>
              <a:path w="5142230" h="2300604">
                <a:moveTo>
                  <a:pt x="589551" y="749081"/>
                </a:moveTo>
                <a:lnTo>
                  <a:pt x="579667" y="738500"/>
                </a:lnTo>
                <a:lnTo>
                  <a:pt x="579901" y="730246"/>
                </a:lnTo>
                <a:lnTo>
                  <a:pt x="590432" y="720308"/>
                </a:lnTo>
                <a:lnTo>
                  <a:pt x="598830" y="720599"/>
                </a:lnTo>
                <a:lnTo>
                  <a:pt x="608623" y="731082"/>
                </a:lnTo>
                <a:lnTo>
                  <a:pt x="608435" y="739384"/>
                </a:lnTo>
                <a:lnTo>
                  <a:pt x="597854" y="749269"/>
                </a:lnTo>
                <a:lnTo>
                  <a:pt x="589551" y="749081"/>
                </a:lnTo>
                <a:close/>
              </a:path>
              <a:path w="5142230" h="2300604">
                <a:moveTo>
                  <a:pt x="1267892" y="1111513"/>
                </a:moveTo>
                <a:lnTo>
                  <a:pt x="1263291" y="1106588"/>
                </a:lnTo>
                <a:lnTo>
                  <a:pt x="1262042" y="1101537"/>
                </a:lnTo>
                <a:lnTo>
                  <a:pt x="1266028" y="1089969"/>
                </a:lnTo>
                <a:lnTo>
                  <a:pt x="1273516" y="1086353"/>
                </a:lnTo>
                <a:lnTo>
                  <a:pt x="1280326" y="1088657"/>
                </a:lnTo>
                <a:lnTo>
                  <a:pt x="1287141" y="1091065"/>
                </a:lnTo>
                <a:lnTo>
                  <a:pt x="1290806" y="1098508"/>
                </a:lnTo>
                <a:lnTo>
                  <a:pt x="1288448" y="1105367"/>
                </a:lnTo>
                <a:lnTo>
                  <a:pt x="1286045" y="1112178"/>
                </a:lnTo>
                <a:lnTo>
                  <a:pt x="1278651" y="1115798"/>
                </a:lnTo>
                <a:lnTo>
                  <a:pt x="1271792" y="1113440"/>
                </a:lnTo>
                <a:lnTo>
                  <a:pt x="1269690" y="1112754"/>
                </a:lnTo>
                <a:lnTo>
                  <a:pt x="1267892" y="1111513"/>
                </a:lnTo>
                <a:close/>
              </a:path>
              <a:path w="5142230" h="2300604">
                <a:moveTo>
                  <a:pt x="2411552" y="1990631"/>
                </a:moveTo>
                <a:lnTo>
                  <a:pt x="2406997" y="1985755"/>
                </a:lnTo>
                <a:lnTo>
                  <a:pt x="2405648" y="1982356"/>
                </a:lnTo>
                <a:lnTo>
                  <a:pt x="2405867" y="1971643"/>
                </a:lnTo>
                <a:lnTo>
                  <a:pt x="2411873" y="1965951"/>
                </a:lnTo>
                <a:lnTo>
                  <a:pt x="2419133" y="1966099"/>
                </a:lnTo>
                <a:lnTo>
                  <a:pt x="2426350" y="1966298"/>
                </a:lnTo>
                <a:lnTo>
                  <a:pt x="2432095" y="1972253"/>
                </a:lnTo>
                <a:lnTo>
                  <a:pt x="2431947" y="1979523"/>
                </a:lnTo>
                <a:lnTo>
                  <a:pt x="2431744" y="1986734"/>
                </a:lnTo>
                <a:lnTo>
                  <a:pt x="2425748" y="1992436"/>
                </a:lnTo>
                <a:lnTo>
                  <a:pt x="2414846" y="1992202"/>
                </a:lnTo>
                <a:lnTo>
                  <a:pt x="2411552" y="1990631"/>
                </a:lnTo>
                <a:close/>
              </a:path>
              <a:path w="5142230" h="2300604">
                <a:moveTo>
                  <a:pt x="1402652" y="1156559"/>
                </a:moveTo>
                <a:lnTo>
                  <a:pt x="1398052" y="1151634"/>
                </a:lnTo>
                <a:lnTo>
                  <a:pt x="1396800" y="1146677"/>
                </a:lnTo>
                <a:lnTo>
                  <a:pt x="1400597" y="1135103"/>
                </a:lnTo>
                <a:lnTo>
                  <a:pt x="1407949" y="1131340"/>
                </a:lnTo>
                <a:lnTo>
                  <a:pt x="1414860" y="1133558"/>
                </a:lnTo>
                <a:lnTo>
                  <a:pt x="1421723" y="1135822"/>
                </a:lnTo>
                <a:lnTo>
                  <a:pt x="1425485" y="1143173"/>
                </a:lnTo>
                <a:lnTo>
                  <a:pt x="1423267" y="1150085"/>
                </a:lnTo>
                <a:lnTo>
                  <a:pt x="1421004" y="1156947"/>
                </a:lnTo>
                <a:lnTo>
                  <a:pt x="1413604" y="1160755"/>
                </a:lnTo>
                <a:lnTo>
                  <a:pt x="1406737" y="1158487"/>
                </a:lnTo>
                <a:lnTo>
                  <a:pt x="1404546" y="1157803"/>
                </a:lnTo>
                <a:lnTo>
                  <a:pt x="1402652" y="1156559"/>
                </a:lnTo>
                <a:close/>
              </a:path>
              <a:path w="5142230" h="2300604">
                <a:moveTo>
                  <a:pt x="414605" y="440795"/>
                </a:moveTo>
                <a:lnTo>
                  <a:pt x="409959" y="435822"/>
                </a:lnTo>
                <a:lnTo>
                  <a:pt x="409019" y="434326"/>
                </a:lnTo>
                <a:lnTo>
                  <a:pt x="405958" y="425771"/>
                </a:lnTo>
                <a:lnTo>
                  <a:pt x="409519" y="418245"/>
                </a:lnTo>
                <a:lnTo>
                  <a:pt x="416305" y="415832"/>
                </a:lnTo>
                <a:lnTo>
                  <a:pt x="423140" y="413374"/>
                </a:lnTo>
                <a:lnTo>
                  <a:pt x="430616" y="416881"/>
                </a:lnTo>
                <a:lnTo>
                  <a:pt x="435533" y="430550"/>
                </a:lnTo>
                <a:lnTo>
                  <a:pt x="431931" y="438033"/>
                </a:lnTo>
                <a:lnTo>
                  <a:pt x="425141" y="440441"/>
                </a:lnTo>
                <a:lnTo>
                  <a:pt x="420030" y="442302"/>
                </a:lnTo>
                <a:lnTo>
                  <a:pt x="414605" y="440795"/>
                </a:lnTo>
                <a:close/>
              </a:path>
              <a:path w="5142230" h="2300604">
                <a:moveTo>
                  <a:pt x="440245" y="507242"/>
                </a:moveTo>
                <a:lnTo>
                  <a:pt x="435598" y="502269"/>
                </a:lnTo>
                <a:lnTo>
                  <a:pt x="434700" y="500916"/>
                </a:lnTo>
                <a:lnTo>
                  <a:pt x="434137" y="499433"/>
                </a:lnTo>
                <a:lnTo>
                  <a:pt x="431344" y="492729"/>
                </a:lnTo>
                <a:lnTo>
                  <a:pt x="434531" y="485095"/>
                </a:lnTo>
                <a:lnTo>
                  <a:pt x="447891" y="479554"/>
                </a:lnTo>
                <a:lnTo>
                  <a:pt x="455573" y="482696"/>
                </a:lnTo>
                <a:lnTo>
                  <a:pt x="461061" y="496096"/>
                </a:lnTo>
                <a:lnTo>
                  <a:pt x="457879" y="503735"/>
                </a:lnTo>
                <a:lnTo>
                  <a:pt x="451223" y="506483"/>
                </a:lnTo>
                <a:lnTo>
                  <a:pt x="446181" y="508612"/>
                </a:lnTo>
                <a:lnTo>
                  <a:pt x="446050" y="508667"/>
                </a:lnTo>
                <a:lnTo>
                  <a:pt x="440245" y="507242"/>
                </a:lnTo>
                <a:close/>
              </a:path>
              <a:path w="5142230" h="2300604">
                <a:moveTo>
                  <a:pt x="2361954" y="1715457"/>
                </a:moveTo>
                <a:lnTo>
                  <a:pt x="2357257" y="1710430"/>
                </a:lnTo>
                <a:lnTo>
                  <a:pt x="2356493" y="1709318"/>
                </a:lnTo>
                <a:lnTo>
                  <a:pt x="2352848" y="1701410"/>
                </a:lnTo>
                <a:lnTo>
                  <a:pt x="2355751" y="1693667"/>
                </a:lnTo>
                <a:lnTo>
                  <a:pt x="2362276" y="1690584"/>
                </a:lnTo>
                <a:lnTo>
                  <a:pt x="2368852" y="1687555"/>
                </a:lnTo>
                <a:lnTo>
                  <a:pt x="2376679" y="1690461"/>
                </a:lnTo>
                <a:lnTo>
                  <a:pt x="2382752" y="1703608"/>
                </a:lnTo>
                <a:lnTo>
                  <a:pt x="2379844" y="1711345"/>
                </a:lnTo>
                <a:lnTo>
                  <a:pt x="2367992" y="1716839"/>
                </a:lnTo>
                <a:lnTo>
                  <a:pt x="2361954" y="1715457"/>
                </a:lnTo>
                <a:close/>
              </a:path>
              <a:path w="5142230" h="2300604">
                <a:moveTo>
                  <a:pt x="1002956" y="1008737"/>
                </a:moveTo>
                <a:lnTo>
                  <a:pt x="998310" y="1003763"/>
                </a:lnTo>
                <a:lnTo>
                  <a:pt x="997176" y="998248"/>
                </a:lnTo>
                <a:lnTo>
                  <a:pt x="1002101" y="986708"/>
                </a:lnTo>
                <a:lnTo>
                  <a:pt x="1009807" y="983618"/>
                </a:lnTo>
                <a:lnTo>
                  <a:pt x="1023116" y="989264"/>
                </a:lnTo>
                <a:lnTo>
                  <a:pt x="1026157" y="997016"/>
                </a:lnTo>
                <a:lnTo>
                  <a:pt x="1020511" y="1010326"/>
                </a:lnTo>
                <a:lnTo>
                  <a:pt x="1012805" y="1013415"/>
                </a:lnTo>
                <a:lnTo>
                  <a:pt x="1004430" y="1009825"/>
                </a:lnTo>
                <a:lnTo>
                  <a:pt x="1002956" y="1008737"/>
                </a:lnTo>
                <a:close/>
              </a:path>
              <a:path w="5142230" h="2300604">
                <a:moveTo>
                  <a:pt x="469661" y="572161"/>
                </a:moveTo>
                <a:lnTo>
                  <a:pt x="464973" y="567143"/>
                </a:lnTo>
                <a:lnTo>
                  <a:pt x="464206" y="566126"/>
                </a:lnTo>
                <a:lnTo>
                  <a:pt x="460456" y="558397"/>
                </a:lnTo>
                <a:lnTo>
                  <a:pt x="463083" y="550555"/>
                </a:lnTo>
                <a:lnTo>
                  <a:pt x="469612" y="547379"/>
                </a:lnTo>
                <a:lnTo>
                  <a:pt x="475783" y="544308"/>
                </a:lnTo>
                <a:lnTo>
                  <a:pt x="476095" y="544153"/>
                </a:lnTo>
                <a:lnTo>
                  <a:pt x="483934" y="546875"/>
                </a:lnTo>
                <a:lnTo>
                  <a:pt x="487159" y="553358"/>
                </a:lnTo>
                <a:lnTo>
                  <a:pt x="490290" y="559838"/>
                </a:lnTo>
                <a:lnTo>
                  <a:pt x="487663" y="567679"/>
                </a:lnTo>
                <a:lnTo>
                  <a:pt x="481134" y="570856"/>
                </a:lnTo>
                <a:lnTo>
                  <a:pt x="475851" y="573509"/>
                </a:lnTo>
                <a:lnTo>
                  <a:pt x="469661" y="572161"/>
                </a:lnTo>
                <a:close/>
              </a:path>
              <a:path w="5142230" h="2300604">
                <a:moveTo>
                  <a:pt x="2386619" y="1781253"/>
                </a:moveTo>
                <a:lnTo>
                  <a:pt x="2382018" y="1776328"/>
                </a:lnTo>
                <a:lnTo>
                  <a:pt x="2380998" y="1774551"/>
                </a:lnTo>
                <a:lnTo>
                  <a:pt x="2380400" y="1772543"/>
                </a:lnTo>
                <a:lnTo>
                  <a:pt x="2378278" y="1765678"/>
                </a:lnTo>
                <a:lnTo>
                  <a:pt x="2382205" y="1758347"/>
                </a:lnTo>
                <a:lnTo>
                  <a:pt x="2389126" y="1756274"/>
                </a:lnTo>
                <a:lnTo>
                  <a:pt x="2396041" y="1754097"/>
                </a:lnTo>
                <a:lnTo>
                  <a:pt x="2403371" y="1758034"/>
                </a:lnTo>
                <a:lnTo>
                  <a:pt x="2407567" y="1771910"/>
                </a:lnTo>
                <a:lnTo>
                  <a:pt x="2403640" y="1779240"/>
                </a:lnTo>
                <a:lnTo>
                  <a:pt x="2391806" y="1782798"/>
                </a:lnTo>
                <a:lnTo>
                  <a:pt x="2386619" y="1781253"/>
                </a:lnTo>
                <a:close/>
              </a:path>
              <a:path w="5142230" h="2300604">
                <a:moveTo>
                  <a:pt x="2369447" y="2270468"/>
                </a:moveTo>
                <a:lnTo>
                  <a:pt x="2364851" y="2265548"/>
                </a:lnTo>
                <a:lnTo>
                  <a:pt x="2363539" y="2261113"/>
                </a:lnTo>
                <a:lnTo>
                  <a:pt x="2366287" y="2249588"/>
                </a:lnTo>
                <a:lnTo>
                  <a:pt x="2373374" y="2245250"/>
                </a:lnTo>
                <a:lnTo>
                  <a:pt x="2380396" y="2247000"/>
                </a:lnTo>
                <a:lnTo>
                  <a:pt x="2387426" y="2248660"/>
                </a:lnTo>
                <a:lnTo>
                  <a:pt x="2391760" y="2255743"/>
                </a:lnTo>
                <a:lnTo>
                  <a:pt x="2388359" y="2269795"/>
                </a:lnTo>
                <a:lnTo>
                  <a:pt x="2381271" y="2274133"/>
                </a:lnTo>
                <a:lnTo>
                  <a:pt x="2371666" y="2271866"/>
                </a:lnTo>
                <a:lnTo>
                  <a:pt x="2369447" y="2270468"/>
                </a:lnTo>
                <a:close/>
              </a:path>
              <a:path w="5142230" h="2300604">
                <a:moveTo>
                  <a:pt x="2385073" y="2201276"/>
                </a:moveTo>
                <a:lnTo>
                  <a:pt x="2380468" y="2196346"/>
                </a:lnTo>
                <a:lnTo>
                  <a:pt x="2379108" y="2192056"/>
                </a:lnTo>
                <a:lnTo>
                  <a:pt x="2379978" y="2187709"/>
                </a:lnTo>
                <a:lnTo>
                  <a:pt x="2381427" y="2180658"/>
                </a:lnTo>
                <a:lnTo>
                  <a:pt x="2388386" y="2176085"/>
                </a:lnTo>
                <a:lnTo>
                  <a:pt x="2402543" y="2179021"/>
                </a:lnTo>
                <a:lnTo>
                  <a:pt x="2407120" y="2185876"/>
                </a:lnTo>
                <a:lnTo>
                  <a:pt x="2405650" y="2193002"/>
                </a:lnTo>
                <a:lnTo>
                  <a:pt x="2404234" y="2200087"/>
                </a:lnTo>
                <a:lnTo>
                  <a:pt x="2397275" y="2204661"/>
                </a:lnTo>
                <a:lnTo>
                  <a:pt x="2390195" y="2203240"/>
                </a:lnTo>
                <a:lnTo>
                  <a:pt x="2387435" y="2202631"/>
                </a:lnTo>
                <a:lnTo>
                  <a:pt x="2385073" y="2201276"/>
                </a:lnTo>
                <a:close/>
              </a:path>
              <a:path w="5142230" h="2300604">
                <a:moveTo>
                  <a:pt x="503693" y="634885"/>
                </a:moveTo>
                <a:lnTo>
                  <a:pt x="498951" y="629809"/>
                </a:lnTo>
                <a:lnTo>
                  <a:pt x="498415" y="629040"/>
                </a:lnTo>
                <a:lnTo>
                  <a:pt x="494217" y="622005"/>
                </a:lnTo>
                <a:lnTo>
                  <a:pt x="496236" y="614001"/>
                </a:lnTo>
                <a:lnTo>
                  <a:pt x="502403" y="610240"/>
                </a:lnTo>
                <a:lnTo>
                  <a:pt x="508619" y="606533"/>
                </a:lnTo>
                <a:lnTo>
                  <a:pt x="516673" y="608606"/>
                </a:lnTo>
                <a:lnTo>
                  <a:pt x="524135" y="620993"/>
                </a:lnTo>
                <a:lnTo>
                  <a:pt x="522067" y="629043"/>
                </a:lnTo>
                <a:lnTo>
                  <a:pt x="515851" y="632750"/>
                </a:lnTo>
                <a:lnTo>
                  <a:pt x="510500" y="636014"/>
                </a:lnTo>
                <a:lnTo>
                  <a:pt x="503693" y="634885"/>
                </a:lnTo>
                <a:close/>
              </a:path>
              <a:path w="5142230" h="2300604">
                <a:moveTo>
                  <a:pt x="2328416" y="1653947"/>
                </a:moveTo>
                <a:lnTo>
                  <a:pt x="2323075" y="1648229"/>
                </a:lnTo>
                <a:lnTo>
                  <a:pt x="2318674" y="1641466"/>
                </a:lnTo>
                <a:lnTo>
                  <a:pt x="2320414" y="1633358"/>
                </a:lnTo>
                <a:lnTo>
                  <a:pt x="2332530" y="1625508"/>
                </a:lnTo>
                <a:lnTo>
                  <a:pt x="2340643" y="1627253"/>
                </a:lnTo>
                <a:lnTo>
                  <a:pt x="2348492" y="1639369"/>
                </a:lnTo>
                <a:lnTo>
                  <a:pt x="2346794" y="1647521"/>
                </a:lnTo>
                <a:lnTo>
                  <a:pt x="2335309" y="1654972"/>
                </a:lnTo>
                <a:lnTo>
                  <a:pt x="2328416" y="1653947"/>
                </a:lnTo>
                <a:close/>
              </a:path>
              <a:path w="5142230" h="2300604">
                <a:moveTo>
                  <a:pt x="1134446" y="1062499"/>
                </a:moveTo>
                <a:lnTo>
                  <a:pt x="1129800" y="1057526"/>
                </a:lnTo>
                <a:lnTo>
                  <a:pt x="1128611" y="1052245"/>
                </a:lnTo>
                <a:lnTo>
                  <a:pt x="1130569" y="1047402"/>
                </a:lnTo>
                <a:lnTo>
                  <a:pt x="1133207" y="1040646"/>
                </a:lnTo>
                <a:lnTo>
                  <a:pt x="1140779" y="1037316"/>
                </a:lnTo>
                <a:lnTo>
                  <a:pt x="1147531" y="1039949"/>
                </a:lnTo>
                <a:lnTo>
                  <a:pt x="1154237" y="1042632"/>
                </a:lnTo>
                <a:lnTo>
                  <a:pt x="1157572" y="1050209"/>
                </a:lnTo>
                <a:lnTo>
                  <a:pt x="1152297" y="1063721"/>
                </a:lnTo>
                <a:lnTo>
                  <a:pt x="1144674" y="1066997"/>
                </a:lnTo>
                <a:lnTo>
                  <a:pt x="1136055" y="1063635"/>
                </a:lnTo>
                <a:lnTo>
                  <a:pt x="1134446" y="1062499"/>
                </a:lnTo>
                <a:close/>
              </a:path>
              <a:path w="5142230" h="2300604">
                <a:moveTo>
                  <a:pt x="351338" y="237104"/>
                </a:moveTo>
                <a:lnTo>
                  <a:pt x="346692" y="232130"/>
                </a:lnTo>
                <a:lnTo>
                  <a:pt x="345621" y="230300"/>
                </a:lnTo>
                <a:lnTo>
                  <a:pt x="345028" y="228297"/>
                </a:lnTo>
                <a:lnTo>
                  <a:pt x="343048" y="221290"/>
                </a:lnTo>
                <a:lnTo>
                  <a:pt x="347071" y="214062"/>
                </a:lnTo>
                <a:lnTo>
                  <a:pt x="354078" y="212082"/>
                </a:lnTo>
                <a:lnTo>
                  <a:pt x="361037" y="210147"/>
                </a:lnTo>
                <a:lnTo>
                  <a:pt x="368264" y="214170"/>
                </a:lnTo>
                <a:lnTo>
                  <a:pt x="372228" y="228090"/>
                </a:lnTo>
                <a:lnTo>
                  <a:pt x="368205" y="235317"/>
                </a:lnTo>
                <a:lnTo>
                  <a:pt x="361198" y="237298"/>
                </a:lnTo>
                <a:lnTo>
                  <a:pt x="356337" y="238643"/>
                </a:lnTo>
                <a:lnTo>
                  <a:pt x="351338" y="237104"/>
                </a:lnTo>
                <a:close/>
              </a:path>
              <a:path w="5142230" h="2300604">
                <a:moveTo>
                  <a:pt x="2410464" y="1919968"/>
                </a:moveTo>
                <a:lnTo>
                  <a:pt x="2405859" y="1915039"/>
                </a:lnTo>
                <a:lnTo>
                  <a:pt x="2404590" y="1912215"/>
                </a:lnTo>
                <a:lnTo>
                  <a:pt x="2404409" y="1909088"/>
                </a:lnTo>
                <a:lnTo>
                  <a:pt x="2403903" y="1901900"/>
                </a:lnTo>
                <a:lnTo>
                  <a:pt x="2409403" y="1895667"/>
                </a:lnTo>
                <a:lnTo>
                  <a:pt x="2416641" y="1895205"/>
                </a:lnTo>
                <a:lnTo>
                  <a:pt x="2423835" y="1894694"/>
                </a:lnTo>
                <a:lnTo>
                  <a:pt x="2430068" y="1900194"/>
                </a:lnTo>
                <a:lnTo>
                  <a:pt x="2430530" y="1907433"/>
                </a:lnTo>
                <a:lnTo>
                  <a:pt x="2431040" y="1914626"/>
                </a:lnTo>
                <a:lnTo>
                  <a:pt x="2425540" y="1920859"/>
                </a:lnTo>
                <a:lnTo>
                  <a:pt x="2414234" y="1921560"/>
                </a:lnTo>
                <a:lnTo>
                  <a:pt x="2410464" y="1919968"/>
                </a:lnTo>
                <a:close/>
              </a:path>
              <a:path w="5142230" h="2300604">
                <a:moveTo>
                  <a:pt x="391826" y="373402"/>
                </a:moveTo>
                <a:lnTo>
                  <a:pt x="387180" y="368429"/>
                </a:lnTo>
                <a:lnTo>
                  <a:pt x="386156" y="366746"/>
                </a:lnTo>
                <a:lnTo>
                  <a:pt x="385560" y="364838"/>
                </a:lnTo>
                <a:lnTo>
                  <a:pt x="383340" y="357964"/>
                </a:lnTo>
                <a:lnTo>
                  <a:pt x="387127" y="350582"/>
                </a:lnTo>
                <a:lnTo>
                  <a:pt x="394051" y="348414"/>
                </a:lnTo>
                <a:lnTo>
                  <a:pt x="400644" y="346284"/>
                </a:lnTo>
                <a:lnTo>
                  <a:pt x="400924" y="346194"/>
                </a:lnTo>
                <a:lnTo>
                  <a:pt x="408302" y="349985"/>
                </a:lnTo>
                <a:lnTo>
                  <a:pt x="410523" y="356859"/>
                </a:lnTo>
                <a:lnTo>
                  <a:pt x="412695" y="363779"/>
                </a:lnTo>
                <a:lnTo>
                  <a:pt x="408898" y="371151"/>
                </a:lnTo>
                <a:lnTo>
                  <a:pt x="402025" y="373372"/>
                </a:lnTo>
                <a:lnTo>
                  <a:pt x="397019" y="374953"/>
                </a:lnTo>
                <a:lnTo>
                  <a:pt x="391826" y="373402"/>
                </a:lnTo>
                <a:close/>
              </a:path>
              <a:path w="5142230" h="2300604">
                <a:moveTo>
                  <a:pt x="1068496" y="1036083"/>
                </a:moveTo>
                <a:lnTo>
                  <a:pt x="1063850" y="1031110"/>
                </a:lnTo>
                <a:lnTo>
                  <a:pt x="1062664" y="1025734"/>
                </a:lnTo>
                <a:lnTo>
                  <a:pt x="1067445" y="1014137"/>
                </a:lnTo>
                <a:lnTo>
                  <a:pt x="1075064" y="1010955"/>
                </a:lnTo>
                <a:lnTo>
                  <a:pt x="1081771" y="1013638"/>
                </a:lnTo>
                <a:lnTo>
                  <a:pt x="1088429" y="1016367"/>
                </a:lnTo>
                <a:lnTo>
                  <a:pt x="1091662" y="1024031"/>
                </a:lnTo>
                <a:lnTo>
                  <a:pt x="1088974" y="1030733"/>
                </a:lnTo>
                <a:lnTo>
                  <a:pt x="1086250" y="1037396"/>
                </a:lnTo>
                <a:lnTo>
                  <a:pt x="1078586" y="1040628"/>
                </a:lnTo>
                <a:lnTo>
                  <a:pt x="1071879" y="1037945"/>
                </a:lnTo>
                <a:lnTo>
                  <a:pt x="1070064" y="1037175"/>
                </a:lnTo>
                <a:lnTo>
                  <a:pt x="1068496" y="1036083"/>
                </a:lnTo>
                <a:close/>
              </a:path>
              <a:path w="5142230" h="2300604">
                <a:moveTo>
                  <a:pt x="2402559" y="1849829"/>
                </a:moveTo>
                <a:lnTo>
                  <a:pt x="2397959" y="1844904"/>
                </a:lnTo>
                <a:lnTo>
                  <a:pt x="2396711" y="1842591"/>
                </a:lnTo>
                <a:lnTo>
                  <a:pt x="2396285" y="1839985"/>
                </a:lnTo>
                <a:lnTo>
                  <a:pt x="2395063" y="1832909"/>
                </a:lnTo>
                <a:lnTo>
                  <a:pt x="2399827" y="1826084"/>
                </a:lnTo>
                <a:lnTo>
                  <a:pt x="2406997" y="1824865"/>
                </a:lnTo>
                <a:lnTo>
                  <a:pt x="2414117" y="1823592"/>
                </a:lnTo>
                <a:lnTo>
                  <a:pt x="2420898" y="1828406"/>
                </a:lnTo>
                <a:lnTo>
                  <a:pt x="2423340" y="1842652"/>
                </a:lnTo>
                <a:lnTo>
                  <a:pt x="2418571" y="1849472"/>
                </a:lnTo>
                <a:lnTo>
                  <a:pt x="2411612" y="1850625"/>
                </a:lnTo>
                <a:lnTo>
                  <a:pt x="2406974" y="1851427"/>
                </a:lnTo>
                <a:lnTo>
                  <a:pt x="2403958" y="1850349"/>
                </a:lnTo>
                <a:lnTo>
                  <a:pt x="2402559" y="1849829"/>
                </a:lnTo>
                <a:close/>
              </a:path>
              <a:path w="5142230" h="2300604">
                <a:moveTo>
                  <a:pt x="370968" y="305329"/>
                </a:moveTo>
                <a:lnTo>
                  <a:pt x="366368" y="300404"/>
                </a:lnTo>
                <a:lnTo>
                  <a:pt x="365294" y="298668"/>
                </a:lnTo>
                <a:lnTo>
                  <a:pt x="364750" y="296620"/>
                </a:lnTo>
                <a:lnTo>
                  <a:pt x="362672" y="289703"/>
                </a:lnTo>
                <a:lnTo>
                  <a:pt x="366649" y="282427"/>
                </a:lnTo>
                <a:lnTo>
                  <a:pt x="373565" y="280349"/>
                </a:lnTo>
                <a:lnTo>
                  <a:pt x="380527" y="278320"/>
                </a:lnTo>
                <a:lnTo>
                  <a:pt x="387803" y="282297"/>
                </a:lnTo>
                <a:lnTo>
                  <a:pt x="389881" y="289213"/>
                </a:lnTo>
                <a:lnTo>
                  <a:pt x="391910" y="296175"/>
                </a:lnTo>
                <a:lnTo>
                  <a:pt x="387933" y="303452"/>
                </a:lnTo>
                <a:lnTo>
                  <a:pt x="380972" y="305481"/>
                </a:lnTo>
                <a:lnTo>
                  <a:pt x="376058" y="306966"/>
                </a:lnTo>
                <a:lnTo>
                  <a:pt x="370968" y="305329"/>
                </a:lnTo>
                <a:close/>
              </a:path>
              <a:path w="5142230" h="2300604">
                <a:moveTo>
                  <a:pt x="2397831" y="2131458"/>
                </a:moveTo>
                <a:lnTo>
                  <a:pt x="2393276" y="2126582"/>
                </a:lnTo>
                <a:lnTo>
                  <a:pt x="2391907" y="2122574"/>
                </a:lnTo>
                <a:lnTo>
                  <a:pt x="2392515" y="2118436"/>
                </a:lnTo>
                <a:lnTo>
                  <a:pt x="2393653" y="2111346"/>
                </a:lnTo>
                <a:lnTo>
                  <a:pt x="2400387" y="2106434"/>
                </a:lnTo>
                <a:lnTo>
                  <a:pt x="2414665" y="2108619"/>
                </a:lnTo>
                <a:lnTo>
                  <a:pt x="2419528" y="2115390"/>
                </a:lnTo>
                <a:lnTo>
                  <a:pt x="2418390" y="2122480"/>
                </a:lnTo>
                <a:lnTo>
                  <a:pt x="2417297" y="2129618"/>
                </a:lnTo>
                <a:lnTo>
                  <a:pt x="2410621" y="2134494"/>
                </a:lnTo>
                <a:lnTo>
                  <a:pt x="2403478" y="2133397"/>
                </a:lnTo>
                <a:lnTo>
                  <a:pt x="2400428" y="2132967"/>
                </a:lnTo>
                <a:lnTo>
                  <a:pt x="2397831" y="2131458"/>
                </a:lnTo>
                <a:close/>
              </a:path>
              <a:path w="5142230" h="2300604">
                <a:moveTo>
                  <a:pt x="1870302" y="1323264"/>
                </a:moveTo>
                <a:lnTo>
                  <a:pt x="1865656" y="1318291"/>
                </a:lnTo>
                <a:lnTo>
                  <a:pt x="1864566" y="1312725"/>
                </a:lnTo>
                <a:lnTo>
                  <a:pt x="1869585" y="1301188"/>
                </a:lnTo>
                <a:lnTo>
                  <a:pt x="1877337" y="1298147"/>
                </a:lnTo>
                <a:lnTo>
                  <a:pt x="1890599" y="1303938"/>
                </a:lnTo>
                <a:lnTo>
                  <a:pt x="1893594" y="1311641"/>
                </a:lnTo>
                <a:lnTo>
                  <a:pt x="1890726" y="1318247"/>
                </a:lnTo>
                <a:lnTo>
                  <a:pt x="1887804" y="1324894"/>
                </a:lnTo>
                <a:lnTo>
                  <a:pt x="1880101" y="1327889"/>
                </a:lnTo>
                <a:lnTo>
                  <a:pt x="1873451" y="1325071"/>
                </a:lnTo>
                <a:lnTo>
                  <a:pt x="1871725" y="1324299"/>
                </a:lnTo>
                <a:lnTo>
                  <a:pt x="1870302" y="1323264"/>
                </a:lnTo>
                <a:close/>
              </a:path>
              <a:path w="5142230" h="2300604">
                <a:moveTo>
                  <a:pt x="2232372" y="1543216"/>
                </a:moveTo>
                <a:lnTo>
                  <a:pt x="2226896" y="1537355"/>
                </a:lnTo>
                <a:lnTo>
                  <a:pt x="2226737" y="1529853"/>
                </a:lnTo>
                <a:lnTo>
                  <a:pt x="2231255" y="1524719"/>
                </a:lnTo>
                <a:lnTo>
                  <a:pt x="2236061" y="1519308"/>
                </a:lnTo>
                <a:lnTo>
                  <a:pt x="2244386" y="1518836"/>
                </a:lnTo>
                <a:lnTo>
                  <a:pt x="2255200" y="1528457"/>
                </a:lnTo>
                <a:lnTo>
                  <a:pt x="2255626" y="1536733"/>
                </a:lnTo>
                <a:lnTo>
                  <a:pt x="2246010" y="1547552"/>
                </a:lnTo>
                <a:lnTo>
                  <a:pt x="2237779" y="1548027"/>
                </a:lnTo>
                <a:lnTo>
                  <a:pt x="2232372" y="1543216"/>
                </a:lnTo>
                <a:close/>
              </a:path>
              <a:path w="5142230" h="2300604">
                <a:moveTo>
                  <a:pt x="1738832" y="1270305"/>
                </a:moveTo>
                <a:lnTo>
                  <a:pt x="1734186" y="1265331"/>
                </a:lnTo>
                <a:lnTo>
                  <a:pt x="1732993" y="1260145"/>
                </a:lnTo>
                <a:lnTo>
                  <a:pt x="1737348" y="1248580"/>
                </a:lnTo>
                <a:lnTo>
                  <a:pt x="1744882" y="1245112"/>
                </a:lnTo>
                <a:lnTo>
                  <a:pt x="1758400" y="1250199"/>
                </a:lnTo>
                <a:lnTo>
                  <a:pt x="1761873" y="1257729"/>
                </a:lnTo>
                <a:lnTo>
                  <a:pt x="1759281" y="1264533"/>
                </a:lnTo>
                <a:lnTo>
                  <a:pt x="1756779" y="1271336"/>
                </a:lnTo>
                <a:lnTo>
                  <a:pt x="1749256" y="1274720"/>
                </a:lnTo>
                <a:lnTo>
                  <a:pt x="1740491" y="1271494"/>
                </a:lnTo>
                <a:lnTo>
                  <a:pt x="1738832" y="1270305"/>
                </a:lnTo>
                <a:close/>
              </a:path>
              <a:path w="5142230" h="2300604">
                <a:moveTo>
                  <a:pt x="1934734" y="1352650"/>
                </a:moveTo>
                <a:lnTo>
                  <a:pt x="1930088" y="1347677"/>
                </a:lnTo>
                <a:lnTo>
                  <a:pt x="1929053" y="1341877"/>
                </a:lnTo>
                <a:lnTo>
                  <a:pt x="1931446" y="1336912"/>
                </a:lnTo>
                <a:lnTo>
                  <a:pt x="1934549" y="1330361"/>
                </a:lnTo>
                <a:lnTo>
                  <a:pt x="1942385" y="1327606"/>
                </a:lnTo>
                <a:lnTo>
                  <a:pt x="1955438" y="1333857"/>
                </a:lnTo>
                <a:lnTo>
                  <a:pt x="1958188" y="1341689"/>
                </a:lnTo>
                <a:lnTo>
                  <a:pt x="1955044" y="1348196"/>
                </a:lnTo>
                <a:lnTo>
                  <a:pt x="1951937" y="1354742"/>
                </a:lnTo>
                <a:lnTo>
                  <a:pt x="1944101" y="1357496"/>
                </a:lnTo>
                <a:lnTo>
                  <a:pt x="1936117" y="1353641"/>
                </a:lnTo>
                <a:lnTo>
                  <a:pt x="1934734" y="1352650"/>
                </a:lnTo>
                <a:close/>
              </a:path>
              <a:path w="5142230" h="2300604">
                <a:moveTo>
                  <a:pt x="1804946" y="1295919"/>
                </a:moveTo>
                <a:lnTo>
                  <a:pt x="1800299" y="1290946"/>
                </a:lnTo>
                <a:lnTo>
                  <a:pt x="1799118" y="1285576"/>
                </a:lnTo>
                <a:lnTo>
                  <a:pt x="1803755" y="1274021"/>
                </a:lnTo>
                <a:lnTo>
                  <a:pt x="1811424" y="1270793"/>
                </a:lnTo>
                <a:lnTo>
                  <a:pt x="1824837" y="1276159"/>
                </a:lnTo>
                <a:lnTo>
                  <a:pt x="1828119" y="1283777"/>
                </a:lnTo>
                <a:lnTo>
                  <a:pt x="1825382" y="1290525"/>
                </a:lnTo>
                <a:lnTo>
                  <a:pt x="1822699" y="1297232"/>
                </a:lnTo>
                <a:lnTo>
                  <a:pt x="1815040" y="1300469"/>
                </a:lnTo>
                <a:lnTo>
                  <a:pt x="1808333" y="1297786"/>
                </a:lnTo>
                <a:lnTo>
                  <a:pt x="1806518" y="1297016"/>
                </a:lnTo>
                <a:lnTo>
                  <a:pt x="1804946" y="1295919"/>
                </a:lnTo>
                <a:close/>
              </a:path>
              <a:path w="5142230" h="2300604">
                <a:moveTo>
                  <a:pt x="750088" y="878607"/>
                </a:moveTo>
                <a:lnTo>
                  <a:pt x="745356" y="873541"/>
                </a:lnTo>
                <a:lnTo>
                  <a:pt x="744634" y="867002"/>
                </a:lnTo>
                <a:lnTo>
                  <a:pt x="751816" y="855727"/>
                </a:lnTo>
                <a:lnTo>
                  <a:pt x="759944" y="853969"/>
                </a:lnTo>
                <a:lnTo>
                  <a:pt x="772098" y="861799"/>
                </a:lnTo>
                <a:lnTo>
                  <a:pt x="773900" y="869886"/>
                </a:lnTo>
                <a:lnTo>
                  <a:pt x="770006" y="875980"/>
                </a:lnTo>
                <a:lnTo>
                  <a:pt x="766026" y="882081"/>
                </a:lnTo>
                <a:lnTo>
                  <a:pt x="757988" y="883838"/>
                </a:lnTo>
                <a:lnTo>
                  <a:pt x="751884" y="879943"/>
                </a:lnTo>
                <a:lnTo>
                  <a:pt x="750919" y="879301"/>
                </a:lnTo>
                <a:lnTo>
                  <a:pt x="750088" y="878607"/>
                </a:lnTo>
                <a:close/>
              </a:path>
              <a:path w="5142230" h="2300604">
                <a:moveTo>
                  <a:pt x="692017" y="838631"/>
                </a:moveTo>
                <a:lnTo>
                  <a:pt x="686672" y="832910"/>
                </a:lnTo>
                <a:lnTo>
                  <a:pt x="686170" y="825922"/>
                </a:lnTo>
                <a:lnTo>
                  <a:pt x="689975" y="820806"/>
                </a:lnTo>
                <a:lnTo>
                  <a:pt x="694286" y="814962"/>
                </a:lnTo>
                <a:lnTo>
                  <a:pt x="702493" y="813778"/>
                </a:lnTo>
                <a:lnTo>
                  <a:pt x="714097" y="822388"/>
                </a:lnTo>
                <a:lnTo>
                  <a:pt x="715327" y="830644"/>
                </a:lnTo>
                <a:lnTo>
                  <a:pt x="711024" y="836399"/>
                </a:lnTo>
                <a:lnTo>
                  <a:pt x="706713" y="842243"/>
                </a:lnTo>
                <a:lnTo>
                  <a:pt x="698510" y="843432"/>
                </a:lnTo>
                <a:lnTo>
                  <a:pt x="692661" y="839125"/>
                </a:lnTo>
                <a:lnTo>
                  <a:pt x="692017" y="838631"/>
                </a:lnTo>
                <a:close/>
              </a:path>
              <a:path w="5142230" h="2300604">
                <a:moveTo>
                  <a:pt x="2059749" y="1419128"/>
                </a:moveTo>
                <a:lnTo>
                  <a:pt x="2055011" y="1414057"/>
                </a:lnTo>
                <a:lnTo>
                  <a:pt x="2054184" y="1407698"/>
                </a:lnTo>
                <a:lnTo>
                  <a:pt x="2060944" y="1396361"/>
                </a:lnTo>
                <a:lnTo>
                  <a:pt x="2069070" y="1394308"/>
                </a:lnTo>
                <a:lnTo>
                  <a:pt x="2069203" y="1394450"/>
                </a:lnTo>
                <a:lnTo>
                  <a:pt x="2081391" y="1401731"/>
                </a:lnTo>
                <a:lnTo>
                  <a:pt x="2083484" y="1409738"/>
                </a:lnTo>
                <a:lnTo>
                  <a:pt x="2079731" y="1415984"/>
                </a:lnTo>
                <a:lnTo>
                  <a:pt x="2076075" y="1422138"/>
                </a:lnTo>
                <a:lnTo>
                  <a:pt x="2067978" y="1424223"/>
                </a:lnTo>
                <a:lnTo>
                  <a:pt x="2060710" y="1419864"/>
                </a:lnTo>
                <a:lnTo>
                  <a:pt x="2059749" y="1419128"/>
                </a:lnTo>
                <a:close/>
              </a:path>
              <a:path w="5142230" h="2300604">
                <a:moveTo>
                  <a:pt x="636605" y="793879"/>
                </a:moveTo>
                <a:lnTo>
                  <a:pt x="631132" y="788021"/>
                </a:lnTo>
                <a:lnTo>
                  <a:pt x="630871" y="780508"/>
                </a:lnTo>
                <a:lnTo>
                  <a:pt x="635394" y="775379"/>
                </a:lnTo>
                <a:lnTo>
                  <a:pt x="640204" y="769972"/>
                </a:lnTo>
                <a:lnTo>
                  <a:pt x="648438" y="769402"/>
                </a:lnTo>
                <a:lnTo>
                  <a:pt x="659301" y="778978"/>
                </a:lnTo>
                <a:lnTo>
                  <a:pt x="659822" y="787257"/>
                </a:lnTo>
                <a:lnTo>
                  <a:pt x="650340" y="798123"/>
                </a:lnTo>
                <a:lnTo>
                  <a:pt x="642061" y="798644"/>
                </a:lnTo>
                <a:lnTo>
                  <a:pt x="636605" y="793879"/>
                </a:lnTo>
                <a:close/>
              </a:path>
              <a:path w="5142230" h="2300604">
                <a:moveTo>
                  <a:pt x="2177624" y="1498392"/>
                </a:moveTo>
                <a:lnTo>
                  <a:pt x="2172284" y="1492676"/>
                </a:lnTo>
                <a:lnTo>
                  <a:pt x="2171826" y="1485637"/>
                </a:lnTo>
                <a:lnTo>
                  <a:pt x="2180176" y="1474733"/>
                </a:lnTo>
                <a:lnTo>
                  <a:pt x="2188376" y="1473638"/>
                </a:lnTo>
                <a:lnTo>
                  <a:pt x="2199883" y="1482438"/>
                </a:lnTo>
                <a:lnTo>
                  <a:pt x="2200973" y="1490642"/>
                </a:lnTo>
                <a:lnTo>
                  <a:pt x="2192174" y="1502140"/>
                </a:lnTo>
                <a:lnTo>
                  <a:pt x="2183969" y="1503230"/>
                </a:lnTo>
                <a:lnTo>
                  <a:pt x="2177624" y="1498392"/>
                </a:lnTo>
                <a:close/>
              </a:path>
              <a:path w="5142230" h="2300604">
                <a:moveTo>
                  <a:pt x="1997992" y="1384494"/>
                </a:moveTo>
                <a:lnTo>
                  <a:pt x="1993305" y="1379476"/>
                </a:lnTo>
                <a:lnTo>
                  <a:pt x="1992326" y="1373442"/>
                </a:lnTo>
                <a:lnTo>
                  <a:pt x="1998428" y="1361989"/>
                </a:lnTo>
                <a:lnTo>
                  <a:pt x="2006349" y="1359521"/>
                </a:lnTo>
                <a:lnTo>
                  <a:pt x="2012751" y="1362954"/>
                </a:lnTo>
                <a:lnTo>
                  <a:pt x="2019198" y="1366336"/>
                </a:lnTo>
                <a:lnTo>
                  <a:pt x="2021568" y="1374249"/>
                </a:lnTo>
                <a:lnTo>
                  <a:pt x="2018190" y="1380701"/>
                </a:lnTo>
                <a:lnTo>
                  <a:pt x="2014806" y="1387049"/>
                </a:lnTo>
                <a:lnTo>
                  <a:pt x="2006840" y="1389468"/>
                </a:lnTo>
                <a:lnTo>
                  <a:pt x="2000492" y="1386094"/>
                </a:lnTo>
                <a:lnTo>
                  <a:pt x="1999144" y="1385335"/>
                </a:lnTo>
                <a:lnTo>
                  <a:pt x="1997992" y="1384494"/>
                </a:lnTo>
                <a:close/>
              </a:path>
              <a:path w="5142230" h="2300604">
                <a:moveTo>
                  <a:pt x="2119602" y="1456808"/>
                </a:moveTo>
                <a:lnTo>
                  <a:pt x="2114865" y="1451737"/>
                </a:lnTo>
                <a:lnTo>
                  <a:pt x="2114150" y="1445009"/>
                </a:lnTo>
                <a:lnTo>
                  <a:pt x="2117631" y="1439840"/>
                </a:lnTo>
                <a:lnTo>
                  <a:pt x="2121660" y="1433793"/>
                </a:lnTo>
                <a:lnTo>
                  <a:pt x="2129782" y="1432223"/>
                </a:lnTo>
                <a:lnTo>
                  <a:pt x="2135785" y="1436304"/>
                </a:lnTo>
                <a:lnTo>
                  <a:pt x="2141787" y="1440285"/>
                </a:lnTo>
                <a:lnTo>
                  <a:pt x="2143397" y="1448460"/>
                </a:lnTo>
                <a:lnTo>
                  <a:pt x="2139366" y="1454408"/>
                </a:lnTo>
                <a:lnTo>
                  <a:pt x="2135336" y="1460455"/>
                </a:lnTo>
                <a:lnTo>
                  <a:pt x="2127210" y="1462020"/>
                </a:lnTo>
                <a:lnTo>
                  <a:pt x="2121208" y="1458039"/>
                </a:lnTo>
                <a:lnTo>
                  <a:pt x="2120383" y="1457449"/>
                </a:lnTo>
                <a:lnTo>
                  <a:pt x="2119602" y="1456808"/>
                </a:lnTo>
                <a:close/>
              </a:path>
              <a:path w="5142230" h="2300604">
                <a:moveTo>
                  <a:pt x="873889" y="948967"/>
                </a:moveTo>
                <a:lnTo>
                  <a:pt x="869198" y="943944"/>
                </a:lnTo>
                <a:lnTo>
                  <a:pt x="868219" y="938010"/>
                </a:lnTo>
                <a:lnTo>
                  <a:pt x="874039" y="926547"/>
                </a:lnTo>
                <a:lnTo>
                  <a:pt x="881917" y="923935"/>
                </a:lnTo>
                <a:lnTo>
                  <a:pt x="894772" y="930463"/>
                </a:lnTo>
                <a:lnTo>
                  <a:pt x="897384" y="938342"/>
                </a:lnTo>
                <a:lnTo>
                  <a:pt x="894141" y="944841"/>
                </a:lnTo>
                <a:lnTo>
                  <a:pt x="890902" y="951245"/>
                </a:lnTo>
                <a:lnTo>
                  <a:pt x="883023" y="953857"/>
                </a:lnTo>
                <a:lnTo>
                  <a:pt x="875132" y="949906"/>
                </a:lnTo>
                <a:lnTo>
                  <a:pt x="873889" y="948967"/>
                </a:lnTo>
                <a:close/>
              </a:path>
              <a:path w="5142230" h="2300604">
                <a:moveTo>
                  <a:pt x="1537730" y="1200477"/>
                </a:moveTo>
                <a:lnTo>
                  <a:pt x="1533134" y="1195558"/>
                </a:lnTo>
                <a:lnTo>
                  <a:pt x="1531887" y="1190605"/>
                </a:lnTo>
                <a:lnTo>
                  <a:pt x="1533412" y="1185884"/>
                </a:lnTo>
                <a:lnTo>
                  <a:pt x="1535675" y="1179021"/>
                </a:lnTo>
                <a:lnTo>
                  <a:pt x="1543077" y="1175313"/>
                </a:lnTo>
                <a:lnTo>
                  <a:pt x="1549939" y="1177576"/>
                </a:lnTo>
                <a:lnTo>
                  <a:pt x="1556846" y="1179789"/>
                </a:lnTo>
                <a:lnTo>
                  <a:pt x="1560565" y="1187191"/>
                </a:lnTo>
                <a:lnTo>
                  <a:pt x="1558347" y="1194102"/>
                </a:lnTo>
                <a:lnTo>
                  <a:pt x="1556107" y="1200893"/>
                </a:lnTo>
                <a:lnTo>
                  <a:pt x="1548638" y="1204725"/>
                </a:lnTo>
                <a:lnTo>
                  <a:pt x="1541775" y="1202461"/>
                </a:lnTo>
                <a:lnTo>
                  <a:pt x="1539628" y="1201727"/>
                </a:lnTo>
                <a:lnTo>
                  <a:pt x="1537730" y="1200477"/>
                </a:lnTo>
                <a:close/>
              </a:path>
              <a:path w="5142230" h="2300604">
                <a:moveTo>
                  <a:pt x="1605094" y="1222934"/>
                </a:moveTo>
                <a:lnTo>
                  <a:pt x="1600494" y="1218009"/>
                </a:lnTo>
                <a:lnTo>
                  <a:pt x="1599200" y="1213008"/>
                </a:lnTo>
                <a:lnTo>
                  <a:pt x="1600779" y="1208246"/>
                </a:lnTo>
                <a:lnTo>
                  <a:pt x="1603137" y="1201387"/>
                </a:lnTo>
                <a:lnTo>
                  <a:pt x="1610579" y="1197721"/>
                </a:lnTo>
                <a:lnTo>
                  <a:pt x="1617438" y="1200079"/>
                </a:lnTo>
                <a:lnTo>
                  <a:pt x="1624301" y="1202343"/>
                </a:lnTo>
                <a:lnTo>
                  <a:pt x="1627962" y="1209780"/>
                </a:lnTo>
                <a:lnTo>
                  <a:pt x="1625608" y="1216645"/>
                </a:lnTo>
                <a:lnTo>
                  <a:pt x="1623345" y="1223508"/>
                </a:lnTo>
                <a:lnTo>
                  <a:pt x="1615898" y="1227168"/>
                </a:lnTo>
                <a:lnTo>
                  <a:pt x="1608990" y="1224855"/>
                </a:lnTo>
                <a:lnTo>
                  <a:pt x="1606889" y="1224170"/>
                </a:lnTo>
                <a:lnTo>
                  <a:pt x="1605094" y="1222934"/>
                </a:lnTo>
                <a:close/>
              </a:path>
              <a:path w="5142230" h="2300604">
                <a:moveTo>
                  <a:pt x="1672140" y="1246125"/>
                </a:moveTo>
                <a:lnTo>
                  <a:pt x="1667494" y="1241151"/>
                </a:lnTo>
                <a:lnTo>
                  <a:pt x="1666303" y="1236064"/>
                </a:lnTo>
                <a:lnTo>
                  <a:pt x="1670379" y="1224495"/>
                </a:lnTo>
                <a:lnTo>
                  <a:pt x="1677867" y="1220879"/>
                </a:lnTo>
                <a:lnTo>
                  <a:pt x="1691530" y="1225729"/>
                </a:lnTo>
                <a:lnTo>
                  <a:pt x="1695105" y="1233173"/>
                </a:lnTo>
                <a:lnTo>
                  <a:pt x="1692653" y="1240030"/>
                </a:lnTo>
                <a:lnTo>
                  <a:pt x="1690249" y="1246840"/>
                </a:lnTo>
                <a:lnTo>
                  <a:pt x="1682810" y="1250411"/>
                </a:lnTo>
                <a:lnTo>
                  <a:pt x="1675951" y="1248053"/>
                </a:lnTo>
                <a:lnTo>
                  <a:pt x="1673898" y="1247322"/>
                </a:lnTo>
                <a:lnTo>
                  <a:pt x="1672140" y="1246125"/>
                </a:lnTo>
                <a:close/>
              </a:path>
              <a:path w="5142230" h="2300604">
                <a:moveTo>
                  <a:pt x="811106" y="915383"/>
                </a:moveTo>
                <a:lnTo>
                  <a:pt x="806419" y="910366"/>
                </a:lnTo>
                <a:lnTo>
                  <a:pt x="805499" y="904103"/>
                </a:lnTo>
                <a:lnTo>
                  <a:pt x="808362" y="899054"/>
                </a:lnTo>
                <a:lnTo>
                  <a:pt x="811975" y="892757"/>
                </a:lnTo>
                <a:lnTo>
                  <a:pt x="819935" y="890526"/>
                </a:lnTo>
                <a:lnTo>
                  <a:pt x="826236" y="894045"/>
                </a:lnTo>
                <a:lnTo>
                  <a:pt x="832529" y="897653"/>
                </a:lnTo>
                <a:lnTo>
                  <a:pt x="834765" y="905618"/>
                </a:lnTo>
                <a:lnTo>
                  <a:pt x="831245" y="911919"/>
                </a:lnTo>
                <a:lnTo>
                  <a:pt x="827627" y="918212"/>
                </a:lnTo>
                <a:lnTo>
                  <a:pt x="819672" y="920448"/>
                </a:lnTo>
                <a:lnTo>
                  <a:pt x="812168" y="916227"/>
                </a:lnTo>
                <a:lnTo>
                  <a:pt x="811106" y="915383"/>
                </a:lnTo>
                <a:close/>
              </a:path>
              <a:path w="5142230" h="2300604">
                <a:moveTo>
                  <a:pt x="1470261" y="1178494"/>
                </a:moveTo>
                <a:lnTo>
                  <a:pt x="1465615" y="1173521"/>
                </a:lnTo>
                <a:lnTo>
                  <a:pt x="1464318" y="1168614"/>
                </a:lnTo>
                <a:lnTo>
                  <a:pt x="1465898" y="1163952"/>
                </a:lnTo>
                <a:lnTo>
                  <a:pt x="1468116" y="1157040"/>
                </a:lnTo>
                <a:lnTo>
                  <a:pt x="1475511" y="1153227"/>
                </a:lnTo>
                <a:lnTo>
                  <a:pt x="1482379" y="1155496"/>
                </a:lnTo>
                <a:lnTo>
                  <a:pt x="1489290" y="1157714"/>
                </a:lnTo>
                <a:lnTo>
                  <a:pt x="1493049" y="1165159"/>
                </a:lnTo>
                <a:lnTo>
                  <a:pt x="1490786" y="1172022"/>
                </a:lnTo>
                <a:lnTo>
                  <a:pt x="1488568" y="1178933"/>
                </a:lnTo>
                <a:lnTo>
                  <a:pt x="1481171" y="1182647"/>
                </a:lnTo>
                <a:lnTo>
                  <a:pt x="1474260" y="1180429"/>
                </a:lnTo>
                <a:lnTo>
                  <a:pt x="1472113" y="1179695"/>
                </a:lnTo>
                <a:lnTo>
                  <a:pt x="1470261" y="1178494"/>
                </a:lnTo>
                <a:close/>
              </a:path>
              <a:path w="5142230" h="2300604">
                <a:moveTo>
                  <a:pt x="2633656" y="1760769"/>
                </a:moveTo>
                <a:lnTo>
                  <a:pt x="2629197" y="1755996"/>
                </a:lnTo>
                <a:lnTo>
                  <a:pt x="2628085" y="1753829"/>
                </a:lnTo>
                <a:lnTo>
                  <a:pt x="2627629" y="1751288"/>
                </a:lnTo>
                <a:lnTo>
                  <a:pt x="2626325" y="1744516"/>
                </a:lnTo>
                <a:lnTo>
                  <a:pt x="2630846" y="1737918"/>
                </a:lnTo>
                <a:lnTo>
                  <a:pt x="2644631" y="1735277"/>
                </a:lnTo>
                <a:lnTo>
                  <a:pt x="2651269" y="1739841"/>
                </a:lnTo>
                <a:lnTo>
                  <a:pt x="2652503" y="1746733"/>
                </a:lnTo>
                <a:lnTo>
                  <a:pt x="2653826" y="1753624"/>
                </a:lnTo>
                <a:lnTo>
                  <a:pt x="2649301" y="1760216"/>
                </a:lnTo>
                <a:lnTo>
                  <a:pt x="2637996" y="1762385"/>
                </a:lnTo>
                <a:lnTo>
                  <a:pt x="2633656" y="1760769"/>
                </a:lnTo>
                <a:close/>
              </a:path>
              <a:path w="5142230" h="2300604">
                <a:moveTo>
                  <a:pt x="1688207" y="1108494"/>
                </a:moveTo>
                <a:lnTo>
                  <a:pt x="1683743" y="1103715"/>
                </a:lnTo>
                <a:lnTo>
                  <a:pt x="1682478" y="1099136"/>
                </a:lnTo>
                <a:lnTo>
                  <a:pt x="1683814" y="1094701"/>
                </a:lnTo>
                <a:lnTo>
                  <a:pt x="1685743" y="1087968"/>
                </a:lnTo>
                <a:lnTo>
                  <a:pt x="1692814" y="1084102"/>
                </a:lnTo>
                <a:lnTo>
                  <a:pt x="1699544" y="1086125"/>
                </a:lnTo>
                <a:lnTo>
                  <a:pt x="1706276" y="1088053"/>
                </a:lnTo>
                <a:lnTo>
                  <a:pt x="1710097" y="1095076"/>
                </a:lnTo>
                <a:lnTo>
                  <a:pt x="1706145" y="1108538"/>
                </a:lnTo>
                <a:lnTo>
                  <a:pt x="1699123" y="1112359"/>
                </a:lnTo>
                <a:lnTo>
                  <a:pt x="1690146" y="1109787"/>
                </a:lnTo>
                <a:lnTo>
                  <a:pt x="1688207" y="1108494"/>
                </a:lnTo>
                <a:close/>
              </a:path>
              <a:path w="5142230" h="2300604">
                <a:moveTo>
                  <a:pt x="2402603" y="1413047"/>
                </a:moveTo>
                <a:lnTo>
                  <a:pt x="2396934" y="1406979"/>
                </a:lnTo>
                <a:lnTo>
                  <a:pt x="2396472" y="1400229"/>
                </a:lnTo>
                <a:lnTo>
                  <a:pt x="2400328" y="1395266"/>
                </a:lnTo>
                <a:lnTo>
                  <a:pt x="2404572" y="1389741"/>
                </a:lnTo>
                <a:lnTo>
                  <a:pt x="2412539" y="1388690"/>
                </a:lnTo>
                <a:lnTo>
                  <a:pt x="2423630" y="1397239"/>
                </a:lnTo>
                <a:lnTo>
                  <a:pt x="2424676" y="1405202"/>
                </a:lnTo>
                <a:lnTo>
                  <a:pt x="2416136" y="1416293"/>
                </a:lnTo>
                <a:lnTo>
                  <a:pt x="2408169" y="1417344"/>
                </a:lnTo>
                <a:lnTo>
                  <a:pt x="2402603" y="1413047"/>
                </a:lnTo>
                <a:close/>
              </a:path>
              <a:path w="5142230" h="2300604">
                <a:moveTo>
                  <a:pt x="2598730" y="2180737"/>
                </a:moveTo>
                <a:lnTo>
                  <a:pt x="2594316" y="2176013"/>
                </a:lnTo>
                <a:lnTo>
                  <a:pt x="2593004" y="2171577"/>
                </a:lnTo>
                <a:lnTo>
                  <a:pt x="2595887" y="2160392"/>
                </a:lnTo>
                <a:lnTo>
                  <a:pt x="2602699" y="2156443"/>
                </a:lnTo>
                <a:lnTo>
                  <a:pt x="2616394" y="2159863"/>
                </a:lnTo>
                <a:lnTo>
                  <a:pt x="2620455" y="2166752"/>
                </a:lnTo>
                <a:lnTo>
                  <a:pt x="2618702" y="2173380"/>
                </a:lnTo>
                <a:lnTo>
                  <a:pt x="2616923" y="2180370"/>
                </a:lnTo>
                <a:lnTo>
                  <a:pt x="2610034" y="2184432"/>
                </a:lnTo>
                <a:lnTo>
                  <a:pt x="2600817" y="2181993"/>
                </a:lnTo>
                <a:lnTo>
                  <a:pt x="2598730" y="2180737"/>
                </a:lnTo>
                <a:close/>
              </a:path>
              <a:path w="5142230" h="2300604">
                <a:moveTo>
                  <a:pt x="1018746" y="872177"/>
                </a:moveTo>
                <a:lnTo>
                  <a:pt x="1014232" y="867345"/>
                </a:lnTo>
                <a:lnTo>
                  <a:pt x="1013192" y="861834"/>
                </a:lnTo>
                <a:lnTo>
                  <a:pt x="1015438" y="857005"/>
                </a:lnTo>
                <a:lnTo>
                  <a:pt x="1018440" y="850639"/>
                </a:lnTo>
                <a:lnTo>
                  <a:pt x="1025945" y="847921"/>
                </a:lnTo>
                <a:lnTo>
                  <a:pt x="1038626" y="853871"/>
                </a:lnTo>
                <a:lnTo>
                  <a:pt x="1041394" y="861429"/>
                </a:lnTo>
                <a:lnTo>
                  <a:pt x="1035439" y="874115"/>
                </a:lnTo>
                <a:lnTo>
                  <a:pt x="1027935" y="876833"/>
                </a:lnTo>
                <a:lnTo>
                  <a:pt x="1021565" y="873827"/>
                </a:lnTo>
                <a:lnTo>
                  <a:pt x="1020029" y="873161"/>
                </a:lnTo>
                <a:lnTo>
                  <a:pt x="1018746" y="872177"/>
                </a:lnTo>
                <a:close/>
              </a:path>
              <a:path w="5142230" h="2300604">
                <a:moveTo>
                  <a:pt x="2615387" y="2111769"/>
                </a:moveTo>
                <a:lnTo>
                  <a:pt x="2610969" y="2107040"/>
                </a:lnTo>
                <a:lnTo>
                  <a:pt x="2609691" y="2102837"/>
                </a:lnTo>
                <a:lnTo>
                  <a:pt x="2612050" y="2091776"/>
                </a:lnTo>
                <a:lnTo>
                  <a:pt x="2618855" y="2087428"/>
                </a:lnTo>
                <a:lnTo>
                  <a:pt x="2625653" y="2088939"/>
                </a:lnTo>
                <a:lnTo>
                  <a:pt x="2632496" y="2090399"/>
                </a:lnTo>
                <a:lnTo>
                  <a:pt x="2636839" y="2097199"/>
                </a:lnTo>
                <a:lnTo>
                  <a:pt x="2635333" y="2103993"/>
                </a:lnTo>
                <a:lnTo>
                  <a:pt x="2633878" y="2110841"/>
                </a:lnTo>
                <a:lnTo>
                  <a:pt x="2627073" y="2115189"/>
                </a:lnTo>
                <a:lnTo>
                  <a:pt x="2620279" y="2113683"/>
                </a:lnTo>
                <a:lnTo>
                  <a:pt x="2617654" y="2113121"/>
                </a:lnTo>
                <a:lnTo>
                  <a:pt x="2615387" y="2111769"/>
                </a:lnTo>
                <a:close/>
              </a:path>
              <a:path w="5142230" h="2300604">
                <a:moveTo>
                  <a:pt x="2638792" y="1972023"/>
                </a:moveTo>
                <a:lnTo>
                  <a:pt x="2634373" y="1967293"/>
                </a:lnTo>
                <a:lnTo>
                  <a:pt x="2633032" y="1963707"/>
                </a:lnTo>
                <a:lnTo>
                  <a:pt x="2634102" y="1952928"/>
                </a:lnTo>
                <a:lnTo>
                  <a:pt x="2640363" y="1947900"/>
                </a:lnTo>
                <a:lnTo>
                  <a:pt x="2654289" y="1949319"/>
                </a:lnTo>
                <a:lnTo>
                  <a:pt x="2659365" y="1955534"/>
                </a:lnTo>
                <a:lnTo>
                  <a:pt x="2657947" y="1969460"/>
                </a:lnTo>
                <a:lnTo>
                  <a:pt x="2653182" y="1973352"/>
                </a:lnTo>
                <a:lnTo>
                  <a:pt x="2651731" y="1974536"/>
                </a:lnTo>
                <a:lnTo>
                  <a:pt x="2644723" y="1973778"/>
                </a:lnTo>
                <a:lnTo>
                  <a:pt x="2641527" y="1973485"/>
                </a:lnTo>
                <a:lnTo>
                  <a:pt x="2638792" y="1972023"/>
                </a:lnTo>
                <a:close/>
              </a:path>
              <a:path w="5142230" h="2300604">
                <a:moveTo>
                  <a:pt x="2642321" y="1830746"/>
                </a:moveTo>
                <a:lnTo>
                  <a:pt x="2637907" y="1826021"/>
                </a:lnTo>
                <a:lnTo>
                  <a:pt x="2636677" y="1823335"/>
                </a:lnTo>
                <a:lnTo>
                  <a:pt x="2635931" y="1813348"/>
                </a:lnTo>
                <a:lnTo>
                  <a:pt x="2641190" y="1807249"/>
                </a:lnTo>
                <a:lnTo>
                  <a:pt x="2648146" y="1806777"/>
                </a:lnTo>
                <a:lnTo>
                  <a:pt x="2655146" y="1806255"/>
                </a:lnTo>
                <a:lnTo>
                  <a:pt x="2661197" y="1811560"/>
                </a:lnTo>
                <a:lnTo>
                  <a:pt x="2661719" y="1818570"/>
                </a:lnTo>
                <a:lnTo>
                  <a:pt x="2662185" y="1825520"/>
                </a:lnTo>
                <a:lnTo>
                  <a:pt x="2656980" y="1831580"/>
                </a:lnTo>
                <a:lnTo>
                  <a:pt x="2649975" y="1832097"/>
                </a:lnTo>
                <a:lnTo>
                  <a:pt x="2646001" y="1832339"/>
                </a:lnTo>
                <a:lnTo>
                  <a:pt x="2642321" y="1830746"/>
                </a:lnTo>
                <a:close/>
              </a:path>
              <a:path w="5142230" h="2300604">
                <a:moveTo>
                  <a:pt x="1756348" y="1128654"/>
                </a:moveTo>
                <a:lnTo>
                  <a:pt x="1751889" y="1123880"/>
                </a:lnTo>
                <a:lnTo>
                  <a:pt x="1750583" y="1119256"/>
                </a:lnTo>
                <a:lnTo>
                  <a:pt x="1751963" y="1114771"/>
                </a:lnTo>
                <a:lnTo>
                  <a:pt x="1753932" y="1108083"/>
                </a:lnTo>
                <a:lnTo>
                  <a:pt x="1760960" y="1104267"/>
                </a:lnTo>
                <a:lnTo>
                  <a:pt x="1774373" y="1108264"/>
                </a:lnTo>
                <a:lnTo>
                  <a:pt x="1778239" y="1115335"/>
                </a:lnTo>
                <a:lnTo>
                  <a:pt x="1776216" y="1122065"/>
                </a:lnTo>
                <a:lnTo>
                  <a:pt x="1774242" y="1128748"/>
                </a:lnTo>
                <a:lnTo>
                  <a:pt x="1767174" y="1132521"/>
                </a:lnTo>
                <a:lnTo>
                  <a:pt x="1760441" y="1130592"/>
                </a:lnTo>
                <a:lnTo>
                  <a:pt x="1758246" y="1129903"/>
                </a:lnTo>
                <a:lnTo>
                  <a:pt x="1756348" y="1128654"/>
                </a:lnTo>
                <a:close/>
              </a:path>
              <a:path w="5142230" h="2300604">
                <a:moveTo>
                  <a:pt x="1484194" y="1046692"/>
                </a:moveTo>
                <a:lnTo>
                  <a:pt x="1479730" y="1041914"/>
                </a:lnTo>
                <a:lnTo>
                  <a:pt x="1478476" y="1037150"/>
                </a:lnTo>
                <a:lnTo>
                  <a:pt x="1479994" y="1032618"/>
                </a:lnTo>
                <a:lnTo>
                  <a:pt x="1482162" y="1025945"/>
                </a:lnTo>
                <a:lnTo>
                  <a:pt x="1489272" y="1022316"/>
                </a:lnTo>
                <a:lnTo>
                  <a:pt x="1502581" y="1026593"/>
                </a:lnTo>
                <a:lnTo>
                  <a:pt x="1506256" y="1033752"/>
                </a:lnTo>
                <a:lnTo>
                  <a:pt x="1501930" y="1047107"/>
                </a:lnTo>
                <a:lnTo>
                  <a:pt x="1494815" y="1050731"/>
                </a:lnTo>
                <a:lnTo>
                  <a:pt x="1486037" y="1047883"/>
                </a:lnTo>
                <a:lnTo>
                  <a:pt x="1484194" y="1046692"/>
                </a:lnTo>
                <a:close/>
              </a:path>
              <a:path w="5142230" h="2300604">
                <a:moveTo>
                  <a:pt x="2629037" y="2042222"/>
                </a:moveTo>
                <a:lnTo>
                  <a:pt x="2624574" y="2037444"/>
                </a:lnTo>
                <a:lnTo>
                  <a:pt x="2623291" y="2033529"/>
                </a:lnTo>
                <a:lnTo>
                  <a:pt x="2623944" y="2029439"/>
                </a:lnTo>
                <a:lnTo>
                  <a:pt x="2625122" y="2022587"/>
                </a:lnTo>
                <a:lnTo>
                  <a:pt x="2631612" y="2017902"/>
                </a:lnTo>
                <a:lnTo>
                  <a:pt x="2645460" y="2020215"/>
                </a:lnTo>
                <a:lnTo>
                  <a:pt x="2650100" y="2026746"/>
                </a:lnTo>
                <a:lnTo>
                  <a:pt x="2647832" y="2040544"/>
                </a:lnTo>
                <a:lnTo>
                  <a:pt x="2641301" y="2045184"/>
                </a:lnTo>
                <a:lnTo>
                  <a:pt x="2631489" y="2043576"/>
                </a:lnTo>
                <a:lnTo>
                  <a:pt x="2629037" y="2042222"/>
                </a:lnTo>
                <a:close/>
              </a:path>
              <a:path w="5142230" h="2300604">
                <a:moveTo>
                  <a:pt x="2589992" y="1627620"/>
                </a:moveTo>
                <a:lnTo>
                  <a:pt x="2585437" y="1622744"/>
                </a:lnTo>
                <a:lnTo>
                  <a:pt x="2584763" y="1621730"/>
                </a:lnTo>
                <a:lnTo>
                  <a:pt x="2584183" y="1620619"/>
                </a:lnTo>
                <a:lnTo>
                  <a:pt x="2581049" y="1614333"/>
                </a:lnTo>
                <a:lnTo>
                  <a:pt x="2583617" y="1606720"/>
                </a:lnTo>
                <a:lnTo>
                  <a:pt x="2589814" y="1603580"/>
                </a:lnTo>
                <a:lnTo>
                  <a:pt x="2595985" y="1600509"/>
                </a:lnTo>
                <a:lnTo>
                  <a:pt x="2603717" y="1603019"/>
                </a:lnTo>
                <a:lnTo>
                  <a:pt x="2606810" y="1609261"/>
                </a:lnTo>
                <a:lnTo>
                  <a:pt x="2609992" y="1615502"/>
                </a:lnTo>
                <a:lnTo>
                  <a:pt x="2607424" y="1623115"/>
                </a:lnTo>
                <a:lnTo>
                  <a:pt x="2601227" y="1626256"/>
                </a:lnTo>
                <a:lnTo>
                  <a:pt x="2596041" y="1628817"/>
                </a:lnTo>
                <a:lnTo>
                  <a:pt x="2589992" y="1627620"/>
                </a:lnTo>
                <a:close/>
              </a:path>
              <a:path w="5142230" h="2300604">
                <a:moveTo>
                  <a:pt x="2157295" y="1270386"/>
                </a:moveTo>
                <a:lnTo>
                  <a:pt x="2152786" y="1265559"/>
                </a:lnTo>
                <a:lnTo>
                  <a:pt x="2151743" y="1260141"/>
                </a:lnTo>
                <a:lnTo>
                  <a:pt x="2153890" y="1255304"/>
                </a:lnTo>
                <a:lnTo>
                  <a:pt x="2156798" y="1248936"/>
                </a:lnTo>
                <a:lnTo>
                  <a:pt x="2164260" y="1246074"/>
                </a:lnTo>
                <a:lnTo>
                  <a:pt x="2170629" y="1248982"/>
                </a:lnTo>
                <a:lnTo>
                  <a:pt x="2177042" y="1251839"/>
                </a:lnTo>
                <a:lnTo>
                  <a:pt x="2179859" y="1259351"/>
                </a:lnTo>
                <a:lnTo>
                  <a:pt x="2176997" y="1265769"/>
                </a:lnTo>
                <a:lnTo>
                  <a:pt x="2174085" y="1272133"/>
                </a:lnTo>
                <a:lnTo>
                  <a:pt x="2166577" y="1274946"/>
                </a:lnTo>
                <a:lnTo>
                  <a:pt x="2158678" y="1271377"/>
                </a:lnTo>
                <a:lnTo>
                  <a:pt x="2157295" y="1270386"/>
                </a:lnTo>
                <a:close/>
              </a:path>
              <a:path w="5142230" h="2300604">
                <a:moveTo>
                  <a:pt x="1149398" y="928366"/>
                </a:moveTo>
                <a:lnTo>
                  <a:pt x="1144934" y="923588"/>
                </a:lnTo>
                <a:lnTo>
                  <a:pt x="1143741" y="918401"/>
                </a:lnTo>
                <a:lnTo>
                  <a:pt x="1145644" y="913693"/>
                </a:lnTo>
                <a:lnTo>
                  <a:pt x="1148182" y="907222"/>
                </a:lnTo>
                <a:lnTo>
                  <a:pt x="1155563" y="903980"/>
                </a:lnTo>
                <a:lnTo>
                  <a:pt x="1168605" y="909145"/>
                </a:lnTo>
                <a:lnTo>
                  <a:pt x="1171749" y="916517"/>
                </a:lnTo>
                <a:lnTo>
                  <a:pt x="1166588" y="929565"/>
                </a:lnTo>
                <a:lnTo>
                  <a:pt x="1159252" y="932757"/>
                </a:lnTo>
                <a:lnTo>
                  <a:pt x="1152735" y="930179"/>
                </a:lnTo>
                <a:lnTo>
                  <a:pt x="1150961" y="929453"/>
                </a:lnTo>
                <a:lnTo>
                  <a:pt x="1149398" y="928366"/>
                </a:lnTo>
                <a:close/>
              </a:path>
              <a:path w="5142230" h="2300604">
                <a:moveTo>
                  <a:pt x="1620059" y="1088423"/>
                </a:moveTo>
                <a:lnTo>
                  <a:pt x="1615640" y="1083694"/>
                </a:lnTo>
                <a:lnTo>
                  <a:pt x="1614334" y="1079070"/>
                </a:lnTo>
                <a:lnTo>
                  <a:pt x="1615710" y="1074580"/>
                </a:lnTo>
                <a:lnTo>
                  <a:pt x="1617643" y="1067852"/>
                </a:lnTo>
                <a:lnTo>
                  <a:pt x="1624707" y="1064075"/>
                </a:lnTo>
                <a:lnTo>
                  <a:pt x="1631444" y="1066009"/>
                </a:lnTo>
                <a:lnTo>
                  <a:pt x="1638173" y="1068032"/>
                </a:lnTo>
                <a:lnTo>
                  <a:pt x="1641994" y="1075054"/>
                </a:lnTo>
                <a:lnTo>
                  <a:pt x="1639967" y="1081779"/>
                </a:lnTo>
                <a:lnTo>
                  <a:pt x="1637997" y="1088467"/>
                </a:lnTo>
                <a:lnTo>
                  <a:pt x="1630921" y="1092329"/>
                </a:lnTo>
                <a:lnTo>
                  <a:pt x="1624242" y="1090360"/>
                </a:lnTo>
                <a:lnTo>
                  <a:pt x="1621998" y="1089717"/>
                </a:lnTo>
                <a:lnTo>
                  <a:pt x="1620059" y="1088423"/>
                </a:lnTo>
                <a:close/>
              </a:path>
              <a:path w="5142230" h="2300604">
                <a:moveTo>
                  <a:pt x="1083659" y="901296"/>
                </a:moveTo>
                <a:lnTo>
                  <a:pt x="1079150" y="896469"/>
                </a:lnTo>
                <a:lnTo>
                  <a:pt x="1078055" y="891192"/>
                </a:lnTo>
                <a:lnTo>
                  <a:pt x="1080108" y="886352"/>
                </a:lnTo>
                <a:lnTo>
                  <a:pt x="1082876" y="879931"/>
                </a:lnTo>
                <a:lnTo>
                  <a:pt x="1090295" y="876926"/>
                </a:lnTo>
                <a:lnTo>
                  <a:pt x="1103132" y="882457"/>
                </a:lnTo>
                <a:lnTo>
                  <a:pt x="1106116" y="889757"/>
                </a:lnTo>
                <a:lnTo>
                  <a:pt x="1100652" y="902772"/>
                </a:lnTo>
                <a:lnTo>
                  <a:pt x="1093227" y="905772"/>
                </a:lnTo>
                <a:lnTo>
                  <a:pt x="1085087" y="902336"/>
                </a:lnTo>
                <a:lnTo>
                  <a:pt x="1083659" y="901296"/>
                </a:lnTo>
                <a:close/>
              </a:path>
              <a:path w="5142230" h="2300604">
                <a:moveTo>
                  <a:pt x="2283625" y="1334264"/>
                </a:moveTo>
                <a:lnTo>
                  <a:pt x="2279116" y="1329437"/>
                </a:lnTo>
                <a:lnTo>
                  <a:pt x="2278190" y="1323363"/>
                </a:lnTo>
                <a:lnTo>
                  <a:pt x="2281049" y="1318409"/>
                </a:lnTo>
                <a:lnTo>
                  <a:pt x="2284509" y="1312337"/>
                </a:lnTo>
                <a:lnTo>
                  <a:pt x="2292281" y="1310199"/>
                </a:lnTo>
                <a:lnTo>
                  <a:pt x="2298345" y="1313757"/>
                </a:lnTo>
                <a:lnTo>
                  <a:pt x="2304411" y="1317221"/>
                </a:lnTo>
                <a:lnTo>
                  <a:pt x="2306504" y="1324936"/>
                </a:lnTo>
                <a:lnTo>
                  <a:pt x="2299576" y="1337069"/>
                </a:lnTo>
                <a:lnTo>
                  <a:pt x="2291813" y="1339217"/>
                </a:lnTo>
                <a:lnTo>
                  <a:pt x="2285746" y="1335753"/>
                </a:lnTo>
                <a:lnTo>
                  <a:pt x="2284633" y="1335049"/>
                </a:lnTo>
                <a:lnTo>
                  <a:pt x="2283625" y="1334264"/>
                </a:lnTo>
                <a:close/>
              </a:path>
              <a:path w="5142230" h="2300604">
                <a:moveTo>
                  <a:pt x="1416883" y="1024195"/>
                </a:moveTo>
                <a:lnTo>
                  <a:pt x="1412374" y="1019368"/>
                </a:lnTo>
                <a:lnTo>
                  <a:pt x="1411164" y="1014554"/>
                </a:lnTo>
                <a:lnTo>
                  <a:pt x="1412740" y="1009986"/>
                </a:lnTo>
                <a:lnTo>
                  <a:pt x="1414949" y="1003357"/>
                </a:lnTo>
                <a:lnTo>
                  <a:pt x="1422100" y="999772"/>
                </a:lnTo>
                <a:lnTo>
                  <a:pt x="1435408" y="1004242"/>
                </a:lnTo>
                <a:lnTo>
                  <a:pt x="1438935" y="1011439"/>
                </a:lnTo>
                <a:lnTo>
                  <a:pt x="1436726" y="1018068"/>
                </a:lnTo>
                <a:lnTo>
                  <a:pt x="1434469" y="1024742"/>
                </a:lnTo>
                <a:lnTo>
                  <a:pt x="1427272" y="1028278"/>
                </a:lnTo>
                <a:lnTo>
                  <a:pt x="1420639" y="1026065"/>
                </a:lnTo>
                <a:lnTo>
                  <a:pt x="1418591" y="1025339"/>
                </a:lnTo>
                <a:lnTo>
                  <a:pt x="1416883" y="1024195"/>
                </a:lnTo>
                <a:close/>
              </a:path>
              <a:path w="5142230" h="2300604">
                <a:moveTo>
                  <a:pt x="2616482" y="1692632"/>
                </a:moveTo>
                <a:lnTo>
                  <a:pt x="2611968" y="1687800"/>
                </a:lnTo>
                <a:lnTo>
                  <a:pt x="2611036" y="1686215"/>
                </a:lnTo>
                <a:lnTo>
                  <a:pt x="2610482" y="1684450"/>
                </a:lnTo>
                <a:lnTo>
                  <a:pt x="2608255" y="1677765"/>
                </a:lnTo>
                <a:lnTo>
                  <a:pt x="2611897" y="1670618"/>
                </a:lnTo>
                <a:lnTo>
                  <a:pt x="2625170" y="1666255"/>
                </a:lnTo>
                <a:lnTo>
                  <a:pt x="2632365" y="1669851"/>
                </a:lnTo>
                <a:lnTo>
                  <a:pt x="2636728" y="1683124"/>
                </a:lnTo>
                <a:lnTo>
                  <a:pt x="2633082" y="1690266"/>
                </a:lnTo>
                <a:lnTo>
                  <a:pt x="2621574" y="1694076"/>
                </a:lnTo>
                <a:lnTo>
                  <a:pt x="2616482" y="1692632"/>
                </a:lnTo>
                <a:close/>
              </a:path>
              <a:path w="5142230" h="2300604">
                <a:moveTo>
                  <a:pt x="2510154" y="1512539"/>
                </a:moveTo>
                <a:lnTo>
                  <a:pt x="2505285" y="1507326"/>
                </a:lnTo>
                <a:lnTo>
                  <a:pt x="2500600" y="1502115"/>
                </a:lnTo>
                <a:lnTo>
                  <a:pt x="2501061" y="1494106"/>
                </a:lnTo>
                <a:lnTo>
                  <a:pt x="2511087" y="1485093"/>
                </a:lnTo>
                <a:lnTo>
                  <a:pt x="2511434" y="1484781"/>
                </a:lnTo>
                <a:lnTo>
                  <a:pt x="2519443" y="1485143"/>
                </a:lnTo>
                <a:lnTo>
                  <a:pt x="2528818" y="1495570"/>
                </a:lnTo>
                <a:lnTo>
                  <a:pt x="2528402" y="1503628"/>
                </a:lnTo>
                <a:lnTo>
                  <a:pt x="2518376" y="1512640"/>
                </a:lnTo>
                <a:lnTo>
                  <a:pt x="2518078" y="1512908"/>
                </a:lnTo>
                <a:lnTo>
                  <a:pt x="2510154" y="1512539"/>
                </a:lnTo>
                <a:close/>
              </a:path>
              <a:path w="5142230" h="2300604">
                <a:moveTo>
                  <a:pt x="1891972" y="1170519"/>
                </a:moveTo>
                <a:lnTo>
                  <a:pt x="1887509" y="1165740"/>
                </a:lnTo>
                <a:lnTo>
                  <a:pt x="1886259" y="1160981"/>
                </a:lnTo>
                <a:lnTo>
                  <a:pt x="1889954" y="1149786"/>
                </a:lnTo>
                <a:lnTo>
                  <a:pt x="1897056" y="1146147"/>
                </a:lnTo>
                <a:lnTo>
                  <a:pt x="1910365" y="1150424"/>
                </a:lnTo>
                <a:lnTo>
                  <a:pt x="1913991" y="1157629"/>
                </a:lnTo>
                <a:lnTo>
                  <a:pt x="1911877" y="1164261"/>
                </a:lnTo>
                <a:lnTo>
                  <a:pt x="1909714" y="1170938"/>
                </a:lnTo>
                <a:lnTo>
                  <a:pt x="1902554" y="1174613"/>
                </a:lnTo>
                <a:lnTo>
                  <a:pt x="1893776" y="1171765"/>
                </a:lnTo>
                <a:lnTo>
                  <a:pt x="1891972" y="1170519"/>
                </a:lnTo>
                <a:close/>
              </a:path>
              <a:path w="5142230" h="2300604">
                <a:moveTo>
                  <a:pt x="1959288" y="1193020"/>
                </a:moveTo>
                <a:lnTo>
                  <a:pt x="1954824" y="1188242"/>
                </a:lnTo>
                <a:lnTo>
                  <a:pt x="1953617" y="1183334"/>
                </a:lnTo>
                <a:lnTo>
                  <a:pt x="1957496" y="1172140"/>
                </a:lnTo>
                <a:lnTo>
                  <a:pt x="1964693" y="1168603"/>
                </a:lnTo>
                <a:lnTo>
                  <a:pt x="1977899" y="1173160"/>
                </a:lnTo>
                <a:lnTo>
                  <a:pt x="1981430" y="1180362"/>
                </a:lnTo>
                <a:lnTo>
                  <a:pt x="1976873" y="1193567"/>
                </a:lnTo>
                <a:lnTo>
                  <a:pt x="1969676" y="1197104"/>
                </a:lnTo>
                <a:lnTo>
                  <a:pt x="1960995" y="1194164"/>
                </a:lnTo>
                <a:lnTo>
                  <a:pt x="1959288" y="1193020"/>
                </a:lnTo>
                <a:close/>
              </a:path>
              <a:path w="5142230" h="2300604">
                <a:moveTo>
                  <a:pt x="2343928" y="1371252"/>
                </a:moveTo>
                <a:lnTo>
                  <a:pt x="2339327" y="1366327"/>
                </a:lnTo>
                <a:lnTo>
                  <a:pt x="2338692" y="1359881"/>
                </a:lnTo>
                <a:lnTo>
                  <a:pt x="2345813" y="1349029"/>
                </a:lnTo>
                <a:lnTo>
                  <a:pt x="2353704" y="1347409"/>
                </a:lnTo>
                <a:lnTo>
                  <a:pt x="2359525" y="1351294"/>
                </a:lnTo>
                <a:lnTo>
                  <a:pt x="2365386" y="1355124"/>
                </a:lnTo>
                <a:lnTo>
                  <a:pt x="2366965" y="1362972"/>
                </a:lnTo>
                <a:lnTo>
                  <a:pt x="2359295" y="1374702"/>
                </a:lnTo>
                <a:lnTo>
                  <a:pt x="2351403" y="1376322"/>
                </a:lnTo>
                <a:lnTo>
                  <a:pt x="2345582" y="1372437"/>
                </a:lnTo>
                <a:lnTo>
                  <a:pt x="2344709" y="1371893"/>
                </a:lnTo>
                <a:lnTo>
                  <a:pt x="2343928" y="1371252"/>
                </a:lnTo>
                <a:close/>
              </a:path>
              <a:path w="5142230" h="2300604">
                <a:moveTo>
                  <a:pt x="2643598" y="1901415"/>
                </a:moveTo>
                <a:lnTo>
                  <a:pt x="2639184" y="1896690"/>
                </a:lnTo>
                <a:lnTo>
                  <a:pt x="2637873" y="1893429"/>
                </a:lnTo>
                <a:lnTo>
                  <a:pt x="2637945" y="1890085"/>
                </a:lnTo>
                <a:lnTo>
                  <a:pt x="2638137" y="1883058"/>
                </a:lnTo>
                <a:lnTo>
                  <a:pt x="2643939" y="1877538"/>
                </a:lnTo>
                <a:lnTo>
                  <a:pt x="2650971" y="1877735"/>
                </a:lnTo>
                <a:lnTo>
                  <a:pt x="2658046" y="1877880"/>
                </a:lnTo>
                <a:lnTo>
                  <a:pt x="2663463" y="1883679"/>
                </a:lnTo>
                <a:lnTo>
                  <a:pt x="2663320" y="1890661"/>
                </a:lnTo>
                <a:lnTo>
                  <a:pt x="2663128" y="1897689"/>
                </a:lnTo>
                <a:lnTo>
                  <a:pt x="2657327" y="1903209"/>
                </a:lnTo>
                <a:lnTo>
                  <a:pt x="2646802" y="1902987"/>
                </a:lnTo>
                <a:lnTo>
                  <a:pt x="2643598" y="1901415"/>
                </a:lnTo>
                <a:close/>
              </a:path>
              <a:path w="5142230" h="2300604">
                <a:moveTo>
                  <a:pt x="1824248" y="1149240"/>
                </a:moveTo>
                <a:lnTo>
                  <a:pt x="1819784" y="1144461"/>
                </a:lnTo>
                <a:lnTo>
                  <a:pt x="1818575" y="1139746"/>
                </a:lnTo>
                <a:lnTo>
                  <a:pt x="1822019" y="1128576"/>
                </a:lnTo>
                <a:lnTo>
                  <a:pt x="1829092" y="1124809"/>
                </a:lnTo>
                <a:lnTo>
                  <a:pt x="1842453" y="1128946"/>
                </a:lnTo>
                <a:lnTo>
                  <a:pt x="1846221" y="1136009"/>
                </a:lnTo>
                <a:lnTo>
                  <a:pt x="1844157" y="1142694"/>
                </a:lnTo>
                <a:lnTo>
                  <a:pt x="1842134" y="1149424"/>
                </a:lnTo>
                <a:lnTo>
                  <a:pt x="1835015" y="1153142"/>
                </a:lnTo>
                <a:lnTo>
                  <a:pt x="1828339" y="1151079"/>
                </a:lnTo>
                <a:lnTo>
                  <a:pt x="1826095" y="1150436"/>
                </a:lnTo>
                <a:lnTo>
                  <a:pt x="1824248" y="1149240"/>
                </a:lnTo>
                <a:close/>
              </a:path>
              <a:path w="5142230" h="2300604">
                <a:moveTo>
                  <a:pt x="1215757" y="953852"/>
                </a:moveTo>
                <a:lnTo>
                  <a:pt x="1211293" y="949074"/>
                </a:lnTo>
                <a:lnTo>
                  <a:pt x="1210094" y="944076"/>
                </a:lnTo>
                <a:lnTo>
                  <a:pt x="1211812" y="939366"/>
                </a:lnTo>
                <a:lnTo>
                  <a:pt x="1214255" y="932793"/>
                </a:lnTo>
                <a:lnTo>
                  <a:pt x="1221544" y="929453"/>
                </a:lnTo>
                <a:lnTo>
                  <a:pt x="1234691" y="934338"/>
                </a:lnTo>
                <a:lnTo>
                  <a:pt x="1238031" y="941628"/>
                </a:lnTo>
                <a:lnTo>
                  <a:pt x="1233146" y="954775"/>
                </a:lnTo>
                <a:lnTo>
                  <a:pt x="1225856" y="958114"/>
                </a:lnTo>
                <a:lnTo>
                  <a:pt x="1219283" y="955672"/>
                </a:lnTo>
                <a:lnTo>
                  <a:pt x="1217370" y="954993"/>
                </a:lnTo>
                <a:lnTo>
                  <a:pt x="1215757" y="953852"/>
                </a:lnTo>
                <a:close/>
              </a:path>
              <a:path w="5142230" h="2300604">
                <a:moveTo>
                  <a:pt x="1282538" y="978031"/>
                </a:moveTo>
                <a:lnTo>
                  <a:pt x="1278074" y="973252"/>
                </a:lnTo>
                <a:lnTo>
                  <a:pt x="1276872" y="968349"/>
                </a:lnTo>
                <a:lnTo>
                  <a:pt x="1278493" y="963730"/>
                </a:lnTo>
                <a:lnTo>
                  <a:pt x="1280841" y="957153"/>
                </a:lnTo>
                <a:lnTo>
                  <a:pt x="1288088" y="953671"/>
                </a:lnTo>
                <a:lnTo>
                  <a:pt x="1294665" y="956019"/>
                </a:lnTo>
                <a:lnTo>
                  <a:pt x="1301290" y="958322"/>
                </a:lnTo>
                <a:lnTo>
                  <a:pt x="1304720" y="965609"/>
                </a:lnTo>
                <a:lnTo>
                  <a:pt x="1302371" y="972186"/>
                </a:lnTo>
                <a:lnTo>
                  <a:pt x="1300073" y="978816"/>
                </a:lnTo>
                <a:lnTo>
                  <a:pt x="1292829" y="982205"/>
                </a:lnTo>
                <a:lnTo>
                  <a:pt x="1286204" y="979902"/>
                </a:lnTo>
                <a:lnTo>
                  <a:pt x="1284246" y="979175"/>
                </a:lnTo>
                <a:lnTo>
                  <a:pt x="1282538" y="978031"/>
                </a:lnTo>
                <a:close/>
              </a:path>
              <a:path w="5142230" h="2300604">
                <a:moveTo>
                  <a:pt x="2555982" y="2300034"/>
                </a:moveTo>
                <a:lnTo>
                  <a:pt x="2557125" y="2296406"/>
                </a:lnTo>
                <a:lnTo>
                  <a:pt x="2564193" y="2292634"/>
                </a:lnTo>
                <a:lnTo>
                  <a:pt x="2577595" y="2296815"/>
                </a:lnTo>
                <a:lnTo>
                  <a:pt x="2579280" y="2300034"/>
                </a:lnTo>
                <a:lnTo>
                  <a:pt x="2555982" y="2300034"/>
                </a:lnTo>
                <a:close/>
              </a:path>
              <a:path w="5142230" h="2300604">
                <a:moveTo>
                  <a:pt x="2456212" y="1457922"/>
                </a:moveTo>
                <a:lnTo>
                  <a:pt x="2450969" y="1452310"/>
                </a:lnTo>
                <a:lnTo>
                  <a:pt x="2450895" y="1444900"/>
                </a:lnTo>
                <a:lnTo>
                  <a:pt x="2455358" y="1440001"/>
                </a:lnTo>
                <a:lnTo>
                  <a:pt x="2460114" y="1434828"/>
                </a:lnTo>
                <a:lnTo>
                  <a:pt x="2468108" y="1434491"/>
                </a:lnTo>
                <a:lnTo>
                  <a:pt x="2478452" y="1443903"/>
                </a:lnTo>
                <a:lnTo>
                  <a:pt x="2478840" y="1451942"/>
                </a:lnTo>
                <a:lnTo>
                  <a:pt x="2469378" y="1462242"/>
                </a:lnTo>
                <a:lnTo>
                  <a:pt x="2461339" y="1462629"/>
                </a:lnTo>
                <a:lnTo>
                  <a:pt x="2456212" y="1457922"/>
                </a:lnTo>
                <a:close/>
              </a:path>
              <a:path w="5142230" h="2300604">
                <a:moveTo>
                  <a:pt x="2092103" y="1242532"/>
                </a:moveTo>
                <a:lnTo>
                  <a:pt x="2087639" y="1237753"/>
                </a:lnTo>
                <a:lnTo>
                  <a:pt x="2086495" y="1232521"/>
                </a:lnTo>
                <a:lnTo>
                  <a:pt x="2088450" y="1227773"/>
                </a:lnTo>
                <a:lnTo>
                  <a:pt x="2091078" y="1221300"/>
                </a:lnTo>
                <a:lnTo>
                  <a:pt x="2098501" y="1218201"/>
                </a:lnTo>
                <a:lnTo>
                  <a:pt x="2111442" y="1223452"/>
                </a:lnTo>
                <a:lnTo>
                  <a:pt x="2114546" y="1230880"/>
                </a:lnTo>
                <a:lnTo>
                  <a:pt x="2109290" y="1243825"/>
                </a:lnTo>
                <a:lnTo>
                  <a:pt x="2101867" y="1246924"/>
                </a:lnTo>
                <a:lnTo>
                  <a:pt x="2095394" y="1244296"/>
                </a:lnTo>
                <a:lnTo>
                  <a:pt x="2093670" y="1243624"/>
                </a:lnTo>
                <a:lnTo>
                  <a:pt x="2092103" y="1242532"/>
                </a:lnTo>
                <a:close/>
              </a:path>
              <a:path w="5142230" h="2300604">
                <a:moveTo>
                  <a:pt x="2221266" y="1300842"/>
                </a:moveTo>
                <a:lnTo>
                  <a:pt x="2216711" y="1295966"/>
                </a:lnTo>
                <a:lnTo>
                  <a:pt x="2215767" y="1290264"/>
                </a:lnTo>
                <a:lnTo>
                  <a:pt x="2218201" y="1285342"/>
                </a:lnTo>
                <a:lnTo>
                  <a:pt x="2221344" y="1279128"/>
                </a:lnTo>
                <a:lnTo>
                  <a:pt x="2228982" y="1276650"/>
                </a:lnTo>
                <a:lnTo>
                  <a:pt x="2235250" y="1279743"/>
                </a:lnTo>
                <a:lnTo>
                  <a:pt x="2241510" y="1282926"/>
                </a:lnTo>
                <a:lnTo>
                  <a:pt x="2243993" y="1290568"/>
                </a:lnTo>
                <a:lnTo>
                  <a:pt x="2240801" y="1296828"/>
                </a:lnTo>
                <a:lnTo>
                  <a:pt x="2237667" y="1303052"/>
                </a:lnTo>
                <a:lnTo>
                  <a:pt x="2230075" y="1305579"/>
                </a:lnTo>
                <a:lnTo>
                  <a:pt x="2223810" y="1302392"/>
                </a:lnTo>
                <a:lnTo>
                  <a:pt x="2222463" y="1301732"/>
                </a:lnTo>
                <a:lnTo>
                  <a:pt x="2221266" y="1300842"/>
                </a:lnTo>
                <a:close/>
              </a:path>
              <a:path w="5142230" h="2300604">
                <a:moveTo>
                  <a:pt x="2026028" y="1216862"/>
                </a:moveTo>
                <a:lnTo>
                  <a:pt x="2021564" y="1212084"/>
                </a:lnTo>
                <a:lnTo>
                  <a:pt x="2020419" y="1207045"/>
                </a:lnTo>
                <a:lnTo>
                  <a:pt x="2022178" y="1202379"/>
                </a:lnTo>
                <a:lnTo>
                  <a:pt x="2024576" y="1195856"/>
                </a:lnTo>
                <a:lnTo>
                  <a:pt x="2031915" y="1192471"/>
                </a:lnTo>
                <a:lnTo>
                  <a:pt x="2038439" y="1194959"/>
                </a:lnTo>
                <a:lnTo>
                  <a:pt x="2045013" y="1197402"/>
                </a:lnTo>
                <a:lnTo>
                  <a:pt x="2048353" y="1204691"/>
                </a:lnTo>
                <a:lnTo>
                  <a:pt x="2043467" y="1217838"/>
                </a:lnTo>
                <a:lnTo>
                  <a:pt x="2036128" y="1221124"/>
                </a:lnTo>
                <a:lnTo>
                  <a:pt x="2029604" y="1218735"/>
                </a:lnTo>
                <a:lnTo>
                  <a:pt x="2027695" y="1217962"/>
                </a:lnTo>
                <a:lnTo>
                  <a:pt x="2026028" y="1216862"/>
                </a:lnTo>
                <a:close/>
              </a:path>
              <a:path w="5142230" h="2300604">
                <a:moveTo>
                  <a:pt x="1349631" y="1001370"/>
                </a:moveTo>
                <a:lnTo>
                  <a:pt x="1345167" y="996591"/>
                </a:lnTo>
                <a:lnTo>
                  <a:pt x="1343916" y="991733"/>
                </a:lnTo>
                <a:lnTo>
                  <a:pt x="1347786" y="980530"/>
                </a:lnTo>
                <a:lnTo>
                  <a:pt x="1354992" y="977003"/>
                </a:lnTo>
                <a:lnTo>
                  <a:pt x="1368246" y="981514"/>
                </a:lnTo>
                <a:lnTo>
                  <a:pt x="1371778" y="988716"/>
                </a:lnTo>
                <a:lnTo>
                  <a:pt x="1369475" y="995342"/>
                </a:lnTo>
                <a:lnTo>
                  <a:pt x="1367267" y="1001970"/>
                </a:lnTo>
                <a:lnTo>
                  <a:pt x="1360017" y="1005547"/>
                </a:lnTo>
                <a:lnTo>
                  <a:pt x="1351384" y="1002563"/>
                </a:lnTo>
                <a:lnTo>
                  <a:pt x="1349631" y="1001370"/>
                </a:lnTo>
                <a:close/>
              </a:path>
              <a:path w="5142230" h="2300604">
                <a:moveTo>
                  <a:pt x="1552017" y="1067979"/>
                </a:moveTo>
                <a:lnTo>
                  <a:pt x="1547554" y="1063200"/>
                </a:lnTo>
                <a:lnTo>
                  <a:pt x="1546296" y="1058531"/>
                </a:lnTo>
                <a:lnTo>
                  <a:pt x="1549740" y="1047360"/>
                </a:lnTo>
                <a:lnTo>
                  <a:pt x="1556813" y="1043593"/>
                </a:lnTo>
                <a:lnTo>
                  <a:pt x="1563494" y="1045662"/>
                </a:lnTo>
                <a:lnTo>
                  <a:pt x="1570223" y="1047685"/>
                </a:lnTo>
                <a:lnTo>
                  <a:pt x="1573942" y="1054794"/>
                </a:lnTo>
                <a:lnTo>
                  <a:pt x="1571923" y="1061528"/>
                </a:lnTo>
                <a:lnTo>
                  <a:pt x="1569904" y="1068163"/>
                </a:lnTo>
                <a:lnTo>
                  <a:pt x="1562787" y="1071981"/>
                </a:lnTo>
                <a:lnTo>
                  <a:pt x="1553911" y="1069224"/>
                </a:lnTo>
                <a:lnTo>
                  <a:pt x="1552017" y="1067979"/>
                </a:lnTo>
                <a:close/>
              </a:path>
              <a:path w="5142230" h="2300604">
                <a:moveTo>
                  <a:pt x="2554282" y="1567303"/>
                </a:moveTo>
                <a:lnTo>
                  <a:pt x="2548811" y="1561447"/>
                </a:lnTo>
                <a:lnTo>
                  <a:pt x="2544806" y="1555692"/>
                </a:lnTo>
                <a:lnTo>
                  <a:pt x="2546157" y="1547755"/>
                </a:lnTo>
                <a:lnTo>
                  <a:pt x="2551916" y="1543754"/>
                </a:lnTo>
                <a:lnTo>
                  <a:pt x="2557620" y="1539695"/>
                </a:lnTo>
                <a:lnTo>
                  <a:pt x="2565503" y="1541096"/>
                </a:lnTo>
                <a:lnTo>
                  <a:pt x="2573564" y="1552559"/>
                </a:lnTo>
                <a:lnTo>
                  <a:pt x="2572167" y="1560448"/>
                </a:lnTo>
                <a:lnTo>
                  <a:pt x="2561229" y="1568191"/>
                </a:lnTo>
                <a:lnTo>
                  <a:pt x="2554282" y="1567303"/>
                </a:lnTo>
                <a:close/>
              </a:path>
              <a:path w="5142230" h="2300604">
                <a:moveTo>
                  <a:pt x="2579785" y="2249113"/>
                </a:moveTo>
                <a:lnTo>
                  <a:pt x="2575367" y="2244383"/>
                </a:lnTo>
                <a:lnTo>
                  <a:pt x="2574111" y="2239813"/>
                </a:lnTo>
                <a:lnTo>
                  <a:pt x="2577321" y="2228587"/>
                </a:lnTo>
                <a:lnTo>
                  <a:pt x="2584397" y="2224726"/>
                </a:lnTo>
                <a:lnTo>
                  <a:pt x="2597813" y="2228629"/>
                </a:lnTo>
                <a:lnTo>
                  <a:pt x="2601680" y="2235700"/>
                </a:lnTo>
                <a:lnTo>
                  <a:pt x="2599751" y="2242433"/>
                </a:lnTo>
                <a:lnTo>
                  <a:pt x="2597777" y="2249116"/>
                </a:lnTo>
                <a:lnTo>
                  <a:pt x="2590799" y="2252986"/>
                </a:lnTo>
                <a:lnTo>
                  <a:pt x="2584067" y="2251058"/>
                </a:lnTo>
                <a:lnTo>
                  <a:pt x="2581777" y="2250366"/>
                </a:lnTo>
                <a:lnTo>
                  <a:pt x="2579785" y="2249113"/>
                </a:lnTo>
                <a:close/>
              </a:path>
              <a:path w="5142230" h="2300604">
                <a:moveTo>
                  <a:pt x="773880" y="729012"/>
                </a:moveTo>
                <a:lnTo>
                  <a:pt x="768723" y="723492"/>
                </a:lnTo>
                <a:lnTo>
                  <a:pt x="768304" y="716689"/>
                </a:lnTo>
                <a:lnTo>
                  <a:pt x="772015" y="711670"/>
                </a:lnTo>
                <a:lnTo>
                  <a:pt x="776218" y="706100"/>
                </a:lnTo>
                <a:lnTo>
                  <a:pt x="784233" y="705004"/>
                </a:lnTo>
                <a:lnTo>
                  <a:pt x="795367" y="713404"/>
                </a:lnTo>
                <a:lnTo>
                  <a:pt x="796517" y="721379"/>
                </a:lnTo>
                <a:lnTo>
                  <a:pt x="788064" y="732563"/>
                </a:lnTo>
                <a:lnTo>
                  <a:pt x="780093" y="733708"/>
                </a:lnTo>
                <a:lnTo>
                  <a:pt x="773880" y="729012"/>
                </a:lnTo>
                <a:close/>
              </a:path>
              <a:path w="5142230" h="2300604">
                <a:moveTo>
                  <a:pt x="719177" y="682867"/>
                </a:moveTo>
                <a:lnTo>
                  <a:pt x="714075" y="677406"/>
                </a:lnTo>
                <a:lnTo>
                  <a:pt x="714049" y="669852"/>
                </a:lnTo>
                <a:lnTo>
                  <a:pt x="723403" y="659826"/>
                </a:lnTo>
                <a:lnTo>
                  <a:pt x="731394" y="659584"/>
                </a:lnTo>
                <a:lnTo>
                  <a:pt x="741642" y="669186"/>
                </a:lnTo>
                <a:lnTo>
                  <a:pt x="741890" y="677173"/>
                </a:lnTo>
                <a:lnTo>
                  <a:pt x="732336" y="687375"/>
                </a:lnTo>
                <a:lnTo>
                  <a:pt x="724301" y="687668"/>
                </a:lnTo>
                <a:lnTo>
                  <a:pt x="719177" y="682867"/>
                </a:lnTo>
                <a:close/>
              </a:path>
              <a:path w="5142230" h="2300604">
                <a:moveTo>
                  <a:pt x="630266" y="579773"/>
                </a:moveTo>
                <a:lnTo>
                  <a:pt x="624688" y="573802"/>
                </a:lnTo>
                <a:lnTo>
                  <a:pt x="620634" y="568094"/>
                </a:lnTo>
                <a:lnTo>
                  <a:pt x="621990" y="560161"/>
                </a:lnTo>
                <a:lnTo>
                  <a:pt x="627700" y="556206"/>
                </a:lnTo>
                <a:lnTo>
                  <a:pt x="633453" y="552101"/>
                </a:lnTo>
                <a:lnTo>
                  <a:pt x="641336" y="553502"/>
                </a:lnTo>
                <a:lnTo>
                  <a:pt x="649404" y="564876"/>
                </a:lnTo>
                <a:lnTo>
                  <a:pt x="648048" y="572808"/>
                </a:lnTo>
                <a:lnTo>
                  <a:pt x="637115" y="580556"/>
                </a:lnTo>
                <a:lnTo>
                  <a:pt x="630266" y="579773"/>
                </a:lnTo>
                <a:close/>
              </a:path>
              <a:path w="5142230" h="2300604">
                <a:moveTo>
                  <a:pt x="591372" y="519860"/>
                </a:moveTo>
                <a:lnTo>
                  <a:pt x="586070" y="514184"/>
                </a:lnTo>
                <a:lnTo>
                  <a:pt x="582059" y="507348"/>
                </a:lnTo>
                <a:lnTo>
                  <a:pt x="584067" y="499528"/>
                </a:lnTo>
                <a:lnTo>
                  <a:pt x="596163" y="492438"/>
                </a:lnTo>
                <a:lnTo>
                  <a:pt x="603884" y="494448"/>
                </a:lnTo>
                <a:lnTo>
                  <a:pt x="607408" y="500469"/>
                </a:lnTo>
                <a:lnTo>
                  <a:pt x="611023" y="506488"/>
                </a:lnTo>
                <a:lnTo>
                  <a:pt x="609063" y="514263"/>
                </a:lnTo>
                <a:lnTo>
                  <a:pt x="597743" y="520912"/>
                </a:lnTo>
                <a:lnTo>
                  <a:pt x="591372" y="519860"/>
                </a:lnTo>
                <a:close/>
              </a:path>
              <a:path w="5142230" h="2300604">
                <a:moveTo>
                  <a:pt x="674128" y="636013"/>
                </a:moveTo>
                <a:lnTo>
                  <a:pt x="669163" y="630698"/>
                </a:lnTo>
                <a:lnTo>
                  <a:pt x="664571" y="625391"/>
                </a:lnTo>
                <a:lnTo>
                  <a:pt x="665132" y="617389"/>
                </a:lnTo>
                <a:lnTo>
                  <a:pt x="674978" y="608869"/>
                </a:lnTo>
                <a:lnTo>
                  <a:pt x="675736" y="608214"/>
                </a:lnTo>
                <a:lnTo>
                  <a:pt x="683788" y="608818"/>
                </a:lnTo>
                <a:lnTo>
                  <a:pt x="692910" y="619463"/>
                </a:lnTo>
                <a:lnTo>
                  <a:pt x="692309" y="627421"/>
                </a:lnTo>
                <a:lnTo>
                  <a:pt x="682457" y="635936"/>
                </a:lnTo>
                <a:lnTo>
                  <a:pt x="681851" y="636460"/>
                </a:lnTo>
                <a:lnTo>
                  <a:pt x="674128" y="636013"/>
                </a:lnTo>
                <a:close/>
              </a:path>
              <a:path w="5142230" h="2300604">
                <a:moveTo>
                  <a:pt x="557090" y="457259"/>
                </a:moveTo>
                <a:lnTo>
                  <a:pt x="552535" y="452383"/>
                </a:lnTo>
                <a:lnTo>
                  <a:pt x="551813" y="451414"/>
                </a:lnTo>
                <a:lnTo>
                  <a:pt x="551232" y="450304"/>
                </a:lnTo>
                <a:lnTo>
                  <a:pt x="548140" y="444061"/>
                </a:lnTo>
                <a:lnTo>
                  <a:pt x="550622" y="436455"/>
                </a:lnTo>
                <a:lnTo>
                  <a:pt x="556497" y="433458"/>
                </a:lnTo>
                <a:lnTo>
                  <a:pt x="563159" y="430131"/>
                </a:lnTo>
                <a:lnTo>
                  <a:pt x="570766" y="432604"/>
                </a:lnTo>
                <a:lnTo>
                  <a:pt x="576980" y="444926"/>
                </a:lnTo>
                <a:lnTo>
                  <a:pt x="577114" y="445069"/>
                </a:lnTo>
                <a:lnTo>
                  <a:pt x="574522" y="452753"/>
                </a:lnTo>
                <a:lnTo>
                  <a:pt x="563185" y="458505"/>
                </a:lnTo>
                <a:lnTo>
                  <a:pt x="557090" y="457259"/>
                </a:lnTo>
                <a:close/>
              </a:path>
              <a:path w="5142230" h="2300604">
                <a:moveTo>
                  <a:pt x="526659" y="392915"/>
                </a:moveTo>
                <a:lnTo>
                  <a:pt x="522149" y="388088"/>
                </a:lnTo>
                <a:lnTo>
                  <a:pt x="521342" y="386833"/>
                </a:lnTo>
                <a:lnTo>
                  <a:pt x="517969" y="379117"/>
                </a:lnTo>
                <a:lnTo>
                  <a:pt x="520817" y="371609"/>
                </a:lnTo>
                <a:lnTo>
                  <a:pt x="527243" y="368811"/>
                </a:lnTo>
                <a:lnTo>
                  <a:pt x="533619" y="365959"/>
                </a:lnTo>
                <a:lnTo>
                  <a:pt x="541119" y="368905"/>
                </a:lnTo>
                <a:lnTo>
                  <a:pt x="546774" y="381703"/>
                </a:lnTo>
                <a:lnTo>
                  <a:pt x="543876" y="389158"/>
                </a:lnTo>
                <a:lnTo>
                  <a:pt x="537500" y="392009"/>
                </a:lnTo>
                <a:lnTo>
                  <a:pt x="532422" y="394197"/>
                </a:lnTo>
                <a:lnTo>
                  <a:pt x="526659" y="392915"/>
                </a:lnTo>
                <a:close/>
              </a:path>
              <a:path w="5142230" h="2300604">
                <a:moveTo>
                  <a:pt x="892476" y="806507"/>
                </a:moveTo>
                <a:lnTo>
                  <a:pt x="887967" y="801680"/>
                </a:lnTo>
                <a:lnTo>
                  <a:pt x="887089" y="795560"/>
                </a:lnTo>
                <a:lnTo>
                  <a:pt x="889949" y="790606"/>
                </a:lnTo>
                <a:lnTo>
                  <a:pt x="893459" y="784588"/>
                </a:lnTo>
                <a:lnTo>
                  <a:pt x="901178" y="782490"/>
                </a:lnTo>
                <a:lnTo>
                  <a:pt x="913308" y="789512"/>
                </a:lnTo>
                <a:lnTo>
                  <a:pt x="915401" y="797227"/>
                </a:lnTo>
                <a:lnTo>
                  <a:pt x="911888" y="803339"/>
                </a:lnTo>
                <a:lnTo>
                  <a:pt x="908383" y="809362"/>
                </a:lnTo>
                <a:lnTo>
                  <a:pt x="900664" y="811459"/>
                </a:lnTo>
                <a:lnTo>
                  <a:pt x="894547" y="807942"/>
                </a:lnTo>
                <a:lnTo>
                  <a:pt x="893488" y="807297"/>
                </a:lnTo>
                <a:lnTo>
                  <a:pt x="892476" y="806507"/>
                </a:lnTo>
                <a:close/>
              </a:path>
              <a:path w="5142230" h="2300604">
                <a:moveTo>
                  <a:pt x="954945" y="840731"/>
                </a:moveTo>
                <a:lnTo>
                  <a:pt x="950390" y="835855"/>
                </a:lnTo>
                <a:lnTo>
                  <a:pt x="949406" y="830109"/>
                </a:lnTo>
                <a:lnTo>
                  <a:pt x="951979" y="825240"/>
                </a:lnTo>
                <a:lnTo>
                  <a:pt x="955171" y="818980"/>
                </a:lnTo>
                <a:lnTo>
                  <a:pt x="962855" y="816550"/>
                </a:lnTo>
                <a:lnTo>
                  <a:pt x="975287" y="823016"/>
                </a:lnTo>
                <a:lnTo>
                  <a:pt x="977671" y="830651"/>
                </a:lnTo>
                <a:lnTo>
                  <a:pt x="971253" y="843038"/>
                </a:lnTo>
                <a:lnTo>
                  <a:pt x="963756" y="845470"/>
                </a:lnTo>
                <a:lnTo>
                  <a:pt x="963615" y="845516"/>
                </a:lnTo>
                <a:lnTo>
                  <a:pt x="957399" y="842283"/>
                </a:lnTo>
                <a:lnTo>
                  <a:pt x="956048" y="841618"/>
                </a:lnTo>
                <a:lnTo>
                  <a:pt x="954945" y="840731"/>
                </a:lnTo>
                <a:close/>
              </a:path>
              <a:path w="5142230" h="2300604">
                <a:moveTo>
                  <a:pt x="499007" y="327344"/>
                </a:moveTo>
                <a:lnTo>
                  <a:pt x="494543" y="322565"/>
                </a:lnTo>
                <a:lnTo>
                  <a:pt x="493645" y="321213"/>
                </a:lnTo>
                <a:lnTo>
                  <a:pt x="493077" y="319725"/>
                </a:lnTo>
                <a:lnTo>
                  <a:pt x="490466" y="313216"/>
                </a:lnTo>
                <a:lnTo>
                  <a:pt x="493602" y="305821"/>
                </a:lnTo>
                <a:lnTo>
                  <a:pt x="506616" y="300594"/>
                </a:lnTo>
                <a:lnTo>
                  <a:pt x="513972" y="303776"/>
                </a:lnTo>
                <a:lnTo>
                  <a:pt x="516583" y="310285"/>
                </a:lnTo>
                <a:lnTo>
                  <a:pt x="519243" y="316749"/>
                </a:lnTo>
                <a:lnTo>
                  <a:pt x="516061" y="324095"/>
                </a:lnTo>
                <a:lnTo>
                  <a:pt x="509602" y="326760"/>
                </a:lnTo>
                <a:lnTo>
                  <a:pt x="504846" y="328609"/>
                </a:lnTo>
                <a:lnTo>
                  <a:pt x="504578" y="328713"/>
                </a:lnTo>
                <a:lnTo>
                  <a:pt x="499007" y="327344"/>
                </a:lnTo>
                <a:close/>
              </a:path>
              <a:path w="5142230" h="2300604">
                <a:moveTo>
                  <a:pt x="831852" y="769272"/>
                </a:moveTo>
                <a:lnTo>
                  <a:pt x="827251" y="764347"/>
                </a:lnTo>
                <a:lnTo>
                  <a:pt x="826572" y="757951"/>
                </a:lnTo>
                <a:lnTo>
                  <a:pt x="829763" y="752961"/>
                </a:lnTo>
                <a:lnTo>
                  <a:pt x="833598" y="747096"/>
                </a:lnTo>
                <a:lnTo>
                  <a:pt x="841445" y="745427"/>
                </a:lnTo>
                <a:lnTo>
                  <a:pt x="853224" y="753051"/>
                </a:lnTo>
                <a:lnTo>
                  <a:pt x="854839" y="760938"/>
                </a:lnTo>
                <a:lnTo>
                  <a:pt x="847169" y="772669"/>
                </a:lnTo>
                <a:lnTo>
                  <a:pt x="839376" y="774296"/>
                </a:lnTo>
                <a:lnTo>
                  <a:pt x="833511" y="770462"/>
                </a:lnTo>
                <a:lnTo>
                  <a:pt x="832628" y="769908"/>
                </a:lnTo>
                <a:lnTo>
                  <a:pt x="831852" y="769272"/>
                </a:lnTo>
                <a:close/>
              </a:path>
              <a:path w="5142230" h="2300604">
                <a:moveTo>
                  <a:pt x="473169" y="261173"/>
                </a:moveTo>
                <a:lnTo>
                  <a:pt x="468655" y="256341"/>
                </a:lnTo>
                <a:lnTo>
                  <a:pt x="467811" y="254948"/>
                </a:lnTo>
                <a:lnTo>
                  <a:pt x="467250" y="253371"/>
                </a:lnTo>
                <a:lnTo>
                  <a:pt x="464688" y="246816"/>
                </a:lnTo>
                <a:lnTo>
                  <a:pt x="468005" y="239517"/>
                </a:lnTo>
                <a:lnTo>
                  <a:pt x="474557" y="237049"/>
                </a:lnTo>
                <a:lnTo>
                  <a:pt x="481112" y="234487"/>
                </a:lnTo>
                <a:lnTo>
                  <a:pt x="488411" y="237804"/>
                </a:lnTo>
                <a:lnTo>
                  <a:pt x="490874" y="244351"/>
                </a:lnTo>
                <a:lnTo>
                  <a:pt x="493396" y="250862"/>
                </a:lnTo>
                <a:lnTo>
                  <a:pt x="490124" y="258210"/>
                </a:lnTo>
                <a:lnTo>
                  <a:pt x="483568" y="260673"/>
                </a:lnTo>
                <a:lnTo>
                  <a:pt x="478598" y="262585"/>
                </a:lnTo>
                <a:lnTo>
                  <a:pt x="473169" y="261173"/>
                </a:lnTo>
                <a:close/>
              </a:path>
              <a:path w="5142230" h="2300604">
                <a:moveTo>
                  <a:pt x="2790634" y="2174056"/>
                </a:moveTo>
                <a:lnTo>
                  <a:pt x="2786347" y="2169467"/>
                </a:lnTo>
                <a:lnTo>
                  <a:pt x="2785132" y="2164941"/>
                </a:lnTo>
                <a:lnTo>
                  <a:pt x="2786412" y="2160641"/>
                </a:lnTo>
                <a:lnTo>
                  <a:pt x="2788384" y="2154151"/>
                </a:lnTo>
                <a:lnTo>
                  <a:pt x="2795207" y="2150507"/>
                </a:lnTo>
                <a:lnTo>
                  <a:pt x="2808201" y="2154349"/>
                </a:lnTo>
                <a:lnTo>
                  <a:pt x="2811844" y="2161181"/>
                </a:lnTo>
                <a:lnTo>
                  <a:pt x="2808003" y="2174175"/>
                </a:lnTo>
                <a:lnTo>
                  <a:pt x="2801175" y="2177813"/>
                </a:lnTo>
                <a:lnTo>
                  <a:pt x="2792481" y="2175252"/>
                </a:lnTo>
                <a:lnTo>
                  <a:pt x="2790634" y="2174056"/>
                </a:lnTo>
                <a:close/>
              </a:path>
              <a:path w="5142230" h="2300604">
                <a:moveTo>
                  <a:pt x="1972510" y="1056841"/>
                </a:moveTo>
                <a:lnTo>
                  <a:pt x="1968233" y="1052263"/>
                </a:lnTo>
                <a:lnTo>
                  <a:pt x="1967015" y="1047831"/>
                </a:lnTo>
                <a:lnTo>
                  <a:pt x="1968200" y="1043528"/>
                </a:lnTo>
                <a:lnTo>
                  <a:pt x="1970074" y="1037029"/>
                </a:lnTo>
                <a:lnTo>
                  <a:pt x="1976904" y="1033296"/>
                </a:lnTo>
                <a:lnTo>
                  <a:pt x="1989901" y="1037043"/>
                </a:lnTo>
                <a:lnTo>
                  <a:pt x="1993633" y="1043775"/>
                </a:lnTo>
                <a:lnTo>
                  <a:pt x="1991759" y="1050273"/>
                </a:lnTo>
                <a:lnTo>
                  <a:pt x="1989936" y="1056825"/>
                </a:lnTo>
                <a:lnTo>
                  <a:pt x="1983105" y="1060558"/>
                </a:lnTo>
                <a:lnTo>
                  <a:pt x="1976607" y="1058685"/>
                </a:lnTo>
                <a:lnTo>
                  <a:pt x="1974408" y="1058091"/>
                </a:lnTo>
                <a:lnTo>
                  <a:pt x="1972510" y="1056841"/>
                </a:lnTo>
                <a:close/>
              </a:path>
              <a:path w="5142230" h="2300604">
                <a:moveTo>
                  <a:pt x="2769579" y="2241835"/>
                </a:moveTo>
                <a:lnTo>
                  <a:pt x="2765257" y="2237208"/>
                </a:lnTo>
                <a:lnTo>
                  <a:pt x="2764091" y="2232636"/>
                </a:lnTo>
                <a:lnTo>
                  <a:pt x="2765463" y="2228241"/>
                </a:lnTo>
                <a:lnTo>
                  <a:pt x="2767526" y="2221848"/>
                </a:lnTo>
                <a:lnTo>
                  <a:pt x="2774395" y="2218253"/>
                </a:lnTo>
                <a:lnTo>
                  <a:pt x="2787338" y="2222333"/>
                </a:lnTo>
                <a:lnTo>
                  <a:pt x="2790879" y="2229252"/>
                </a:lnTo>
                <a:lnTo>
                  <a:pt x="2788817" y="2235744"/>
                </a:lnTo>
                <a:lnTo>
                  <a:pt x="2786754" y="2242137"/>
                </a:lnTo>
                <a:lnTo>
                  <a:pt x="2779885" y="2245732"/>
                </a:lnTo>
                <a:lnTo>
                  <a:pt x="2773437" y="2243619"/>
                </a:lnTo>
                <a:lnTo>
                  <a:pt x="2771386" y="2242987"/>
                </a:lnTo>
                <a:lnTo>
                  <a:pt x="2769579" y="2241835"/>
                </a:lnTo>
                <a:close/>
              </a:path>
              <a:path w="5142230" h="2300604">
                <a:moveTo>
                  <a:pt x="2620878" y="1334503"/>
                </a:moveTo>
                <a:lnTo>
                  <a:pt x="2615858" y="1329129"/>
                </a:lnTo>
                <a:lnTo>
                  <a:pt x="2615437" y="1322521"/>
                </a:lnTo>
                <a:lnTo>
                  <a:pt x="2619183" y="1317733"/>
                </a:lnTo>
                <a:lnTo>
                  <a:pt x="2623289" y="1312354"/>
                </a:lnTo>
                <a:lnTo>
                  <a:pt x="2631014" y="1311338"/>
                </a:lnTo>
                <a:lnTo>
                  <a:pt x="2641733" y="1319587"/>
                </a:lnTo>
                <a:lnTo>
                  <a:pt x="2642745" y="1327316"/>
                </a:lnTo>
                <a:lnTo>
                  <a:pt x="2634455" y="1337992"/>
                </a:lnTo>
                <a:lnTo>
                  <a:pt x="2626771" y="1339052"/>
                </a:lnTo>
                <a:lnTo>
                  <a:pt x="2621436" y="1334905"/>
                </a:lnTo>
                <a:lnTo>
                  <a:pt x="2620878" y="1334503"/>
                </a:lnTo>
                <a:close/>
              </a:path>
              <a:path w="5142230" h="2300604">
                <a:moveTo>
                  <a:pt x="1835947" y="1017588"/>
                </a:moveTo>
                <a:lnTo>
                  <a:pt x="1831670" y="1013009"/>
                </a:lnTo>
                <a:lnTo>
                  <a:pt x="1830452" y="1008578"/>
                </a:lnTo>
                <a:lnTo>
                  <a:pt x="1831731" y="1004278"/>
                </a:lnTo>
                <a:lnTo>
                  <a:pt x="1833605" y="997779"/>
                </a:lnTo>
                <a:lnTo>
                  <a:pt x="1840436" y="994046"/>
                </a:lnTo>
                <a:lnTo>
                  <a:pt x="1846929" y="995915"/>
                </a:lnTo>
                <a:lnTo>
                  <a:pt x="1853383" y="997839"/>
                </a:lnTo>
                <a:lnTo>
                  <a:pt x="1857112" y="1004665"/>
                </a:lnTo>
                <a:lnTo>
                  <a:pt x="1855238" y="1011163"/>
                </a:lnTo>
                <a:lnTo>
                  <a:pt x="1853324" y="1017618"/>
                </a:lnTo>
                <a:lnTo>
                  <a:pt x="1846493" y="1021351"/>
                </a:lnTo>
                <a:lnTo>
                  <a:pt x="1839995" y="1019477"/>
                </a:lnTo>
                <a:lnTo>
                  <a:pt x="1837845" y="1018838"/>
                </a:lnTo>
                <a:lnTo>
                  <a:pt x="1835947" y="1017588"/>
                </a:lnTo>
                <a:close/>
              </a:path>
              <a:path w="5142230" h="2300604">
                <a:moveTo>
                  <a:pt x="2562614" y="1293247"/>
                </a:moveTo>
                <a:lnTo>
                  <a:pt x="2558196" y="1288517"/>
                </a:lnTo>
                <a:lnTo>
                  <a:pt x="2557559" y="1282263"/>
                </a:lnTo>
                <a:lnTo>
                  <a:pt x="2560695" y="1277508"/>
                </a:lnTo>
                <a:lnTo>
                  <a:pt x="2564384" y="1271779"/>
                </a:lnTo>
                <a:lnTo>
                  <a:pt x="2571985" y="1270239"/>
                </a:lnTo>
                <a:lnTo>
                  <a:pt x="2583352" y="1277618"/>
                </a:lnTo>
                <a:lnTo>
                  <a:pt x="2584931" y="1285173"/>
                </a:lnTo>
                <a:lnTo>
                  <a:pt x="2581197" y="1290853"/>
                </a:lnTo>
                <a:lnTo>
                  <a:pt x="2577557" y="1296536"/>
                </a:lnTo>
                <a:lnTo>
                  <a:pt x="2569907" y="1298121"/>
                </a:lnTo>
                <a:lnTo>
                  <a:pt x="2564273" y="1294436"/>
                </a:lnTo>
                <a:lnTo>
                  <a:pt x="2563390" y="1293882"/>
                </a:lnTo>
                <a:lnTo>
                  <a:pt x="2562614" y="1293247"/>
                </a:lnTo>
                <a:close/>
              </a:path>
              <a:path w="5142230" h="2300604">
                <a:moveTo>
                  <a:pt x="2851833" y="1897456"/>
                </a:moveTo>
                <a:lnTo>
                  <a:pt x="2847556" y="1892877"/>
                </a:lnTo>
                <a:lnTo>
                  <a:pt x="2846252" y="1889429"/>
                </a:lnTo>
                <a:lnTo>
                  <a:pt x="2846615" y="1885712"/>
                </a:lnTo>
                <a:lnTo>
                  <a:pt x="2847367" y="1878991"/>
                </a:lnTo>
                <a:lnTo>
                  <a:pt x="2853433" y="1874146"/>
                </a:lnTo>
                <a:lnTo>
                  <a:pt x="2866883" y="1875543"/>
                </a:lnTo>
                <a:lnTo>
                  <a:pt x="2871728" y="1881609"/>
                </a:lnTo>
                <a:lnTo>
                  <a:pt x="2870980" y="1888335"/>
                </a:lnTo>
                <a:lnTo>
                  <a:pt x="2870277" y="1895109"/>
                </a:lnTo>
                <a:lnTo>
                  <a:pt x="2864216" y="1899959"/>
                </a:lnTo>
                <a:lnTo>
                  <a:pt x="2857490" y="1899211"/>
                </a:lnTo>
                <a:lnTo>
                  <a:pt x="2854474" y="1898915"/>
                </a:lnTo>
                <a:lnTo>
                  <a:pt x="2851833" y="1897456"/>
                </a:lnTo>
                <a:close/>
              </a:path>
              <a:path w="5142230" h="2300604">
                <a:moveTo>
                  <a:pt x="1767959" y="997103"/>
                </a:moveTo>
                <a:lnTo>
                  <a:pt x="1763632" y="992471"/>
                </a:lnTo>
                <a:lnTo>
                  <a:pt x="1762462" y="987993"/>
                </a:lnTo>
                <a:lnTo>
                  <a:pt x="1763745" y="983599"/>
                </a:lnTo>
                <a:lnTo>
                  <a:pt x="1765758" y="977153"/>
                </a:lnTo>
                <a:lnTo>
                  <a:pt x="1772581" y="973509"/>
                </a:lnTo>
                <a:lnTo>
                  <a:pt x="1779081" y="975482"/>
                </a:lnTo>
                <a:lnTo>
                  <a:pt x="1785528" y="977495"/>
                </a:lnTo>
                <a:lnTo>
                  <a:pt x="1789166" y="984323"/>
                </a:lnTo>
                <a:lnTo>
                  <a:pt x="1787199" y="990818"/>
                </a:lnTo>
                <a:lnTo>
                  <a:pt x="1785185" y="997264"/>
                </a:lnTo>
                <a:lnTo>
                  <a:pt x="1778357" y="1000903"/>
                </a:lnTo>
                <a:lnTo>
                  <a:pt x="1771862" y="998935"/>
                </a:lnTo>
                <a:lnTo>
                  <a:pt x="1769761" y="998250"/>
                </a:lnTo>
                <a:lnTo>
                  <a:pt x="1767959" y="997103"/>
                </a:lnTo>
                <a:close/>
              </a:path>
              <a:path w="5142230" h="2300604">
                <a:moveTo>
                  <a:pt x="2742156" y="2300034"/>
                </a:moveTo>
                <a:lnTo>
                  <a:pt x="2743628" y="2295673"/>
                </a:lnTo>
                <a:lnTo>
                  <a:pt x="2745731" y="2289225"/>
                </a:lnTo>
                <a:lnTo>
                  <a:pt x="2752605" y="2285734"/>
                </a:lnTo>
                <a:lnTo>
                  <a:pt x="2765492" y="2289949"/>
                </a:lnTo>
                <a:lnTo>
                  <a:pt x="2768984" y="2296913"/>
                </a:lnTo>
                <a:lnTo>
                  <a:pt x="2767960" y="2300034"/>
                </a:lnTo>
                <a:lnTo>
                  <a:pt x="2742156" y="2300034"/>
                </a:lnTo>
                <a:close/>
              </a:path>
              <a:path w="5142230" h="2300604">
                <a:moveTo>
                  <a:pt x="1904253" y="1037338"/>
                </a:moveTo>
                <a:lnTo>
                  <a:pt x="1899926" y="1032706"/>
                </a:lnTo>
                <a:lnTo>
                  <a:pt x="1898659" y="1028320"/>
                </a:lnTo>
                <a:lnTo>
                  <a:pt x="1899933" y="1024015"/>
                </a:lnTo>
                <a:lnTo>
                  <a:pt x="1901807" y="1017517"/>
                </a:lnTo>
                <a:lnTo>
                  <a:pt x="1908597" y="1013740"/>
                </a:lnTo>
                <a:lnTo>
                  <a:pt x="1921589" y="1017482"/>
                </a:lnTo>
                <a:lnTo>
                  <a:pt x="1925375" y="1024272"/>
                </a:lnTo>
                <a:lnTo>
                  <a:pt x="1921628" y="1037269"/>
                </a:lnTo>
                <a:lnTo>
                  <a:pt x="1914843" y="1041050"/>
                </a:lnTo>
                <a:lnTo>
                  <a:pt x="1906101" y="1038534"/>
                </a:lnTo>
                <a:lnTo>
                  <a:pt x="1904253" y="1037338"/>
                </a:lnTo>
                <a:close/>
              </a:path>
              <a:path w="5142230" h="2300604">
                <a:moveTo>
                  <a:pt x="2841610" y="1967544"/>
                </a:moveTo>
                <a:lnTo>
                  <a:pt x="2837333" y="1962966"/>
                </a:lnTo>
                <a:lnTo>
                  <a:pt x="2836042" y="1959140"/>
                </a:lnTo>
                <a:lnTo>
                  <a:pt x="2837914" y="1948535"/>
                </a:lnTo>
                <a:lnTo>
                  <a:pt x="2844255" y="1944081"/>
                </a:lnTo>
                <a:lnTo>
                  <a:pt x="2850914" y="1945248"/>
                </a:lnTo>
                <a:lnTo>
                  <a:pt x="2857631" y="1946378"/>
                </a:lnTo>
                <a:lnTo>
                  <a:pt x="2862041" y="1952760"/>
                </a:lnTo>
                <a:lnTo>
                  <a:pt x="2859699" y="1966088"/>
                </a:lnTo>
                <a:lnTo>
                  <a:pt x="2853362" y="1970546"/>
                </a:lnTo>
                <a:lnTo>
                  <a:pt x="2843976" y="1968904"/>
                </a:lnTo>
                <a:lnTo>
                  <a:pt x="2841610" y="1967544"/>
                </a:lnTo>
                <a:close/>
              </a:path>
              <a:path w="5142230" h="2300604">
                <a:moveTo>
                  <a:pt x="2502103" y="1256719"/>
                </a:moveTo>
                <a:lnTo>
                  <a:pt x="2497689" y="1251994"/>
                </a:lnTo>
                <a:lnTo>
                  <a:pt x="2496847" y="1246206"/>
                </a:lnTo>
                <a:lnTo>
                  <a:pt x="2502825" y="1235499"/>
                </a:lnTo>
                <a:lnTo>
                  <a:pt x="2510307" y="1233441"/>
                </a:lnTo>
                <a:lnTo>
                  <a:pt x="2522126" y="1240032"/>
                </a:lnTo>
                <a:lnTo>
                  <a:pt x="2524230" y="1247563"/>
                </a:lnTo>
                <a:lnTo>
                  <a:pt x="2520867" y="1253444"/>
                </a:lnTo>
                <a:lnTo>
                  <a:pt x="2517593" y="1259324"/>
                </a:lnTo>
                <a:lnTo>
                  <a:pt x="2510111" y="1261382"/>
                </a:lnTo>
                <a:lnTo>
                  <a:pt x="2503073" y="1257465"/>
                </a:lnTo>
                <a:lnTo>
                  <a:pt x="2502103" y="1256719"/>
                </a:lnTo>
                <a:close/>
              </a:path>
              <a:path w="5142230" h="2300604">
                <a:moveTo>
                  <a:pt x="2309717" y="1166897"/>
                </a:moveTo>
                <a:lnTo>
                  <a:pt x="2305390" y="1162265"/>
                </a:lnTo>
                <a:lnTo>
                  <a:pt x="2304232" y="1157311"/>
                </a:lnTo>
                <a:lnTo>
                  <a:pt x="2305997" y="1152750"/>
                </a:lnTo>
                <a:lnTo>
                  <a:pt x="2308519" y="1146457"/>
                </a:lnTo>
                <a:lnTo>
                  <a:pt x="2315615" y="1143399"/>
                </a:lnTo>
                <a:lnTo>
                  <a:pt x="2328237" y="1148309"/>
                </a:lnTo>
                <a:lnTo>
                  <a:pt x="2331305" y="1155405"/>
                </a:lnTo>
                <a:lnTo>
                  <a:pt x="2326345" y="1167983"/>
                </a:lnTo>
                <a:lnTo>
                  <a:pt x="2319246" y="1171136"/>
                </a:lnTo>
                <a:lnTo>
                  <a:pt x="2312910" y="1168654"/>
                </a:lnTo>
                <a:lnTo>
                  <a:pt x="2311145" y="1167937"/>
                </a:lnTo>
                <a:lnTo>
                  <a:pt x="2309717" y="1166897"/>
                </a:lnTo>
                <a:close/>
              </a:path>
              <a:path w="5142230" h="2300604">
                <a:moveTo>
                  <a:pt x="854234" y="619341"/>
                </a:moveTo>
                <a:lnTo>
                  <a:pt x="848841" y="613568"/>
                </a:lnTo>
                <a:lnTo>
                  <a:pt x="848468" y="606913"/>
                </a:lnTo>
                <a:lnTo>
                  <a:pt x="856600" y="596850"/>
                </a:lnTo>
                <a:lnTo>
                  <a:pt x="864328" y="596032"/>
                </a:lnTo>
                <a:lnTo>
                  <a:pt x="874893" y="604507"/>
                </a:lnTo>
                <a:lnTo>
                  <a:pt x="875720" y="612235"/>
                </a:lnTo>
                <a:lnTo>
                  <a:pt x="867195" y="622756"/>
                </a:lnTo>
                <a:lnTo>
                  <a:pt x="859472" y="623579"/>
                </a:lnTo>
                <a:lnTo>
                  <a:pt x="854234" y="619341"/>
                </a:lnTo>
                <a:close/>
              </a:path>
              <a:path w="5142230" h="2300604">
                <a:moveTo>
                  <a:pt x="1162563" y="792615"/>
                </a:moveTo>
                <a:lnTo>
                  <a:pt x="1158232" y="787978"/>
                </a:lnTo>
                <a:lnTo>
                  <a:pt x="1157184" y="782848"/>
                </a:lnTo>
                <a:lnTo>
                  <a:pt x="1161754" y="772004"/>
                </a:lnTo>
                <a:lnTo>
                  <a:pt x="1168982" y="769087"/>
                </a:lnTo>
                <a:lnTo>
                  <a:pt x="1181407" y="774372"/>
                </a:lnTo>
                <a:lnTo>
                  <a:pt x="1184324" y="781600"/>
                </a:lnTo>
                <a:lnTo>
                  <a:pt x="1181657" y="787835"/>
                </a:lnTo>
                <a:lnTo>
                  <a:pt x="1179039" y="794025"/>
                </a:lnTo>
                <a:lnTo>
                  <a:pt x="1171811" y="796942"/>
                </a:lnTo>
                <a:lnTo>
                  <a:pt x="1165621" y="794324"/>
                </a:lnTo>
                <a:lnTo>
                  <a:pt x="1163995" y="793560"/>
                </a:lnTo>
                <a:lnTo>
                  <a:pt x="1162563" y="792615"/>
                </a:lnTo>
                <a:close/>
              </a:path>
              <a:path w="5142230" h="2300604">
                <a:moveTo>
                  <a:pt x="800140" y="571796"/>
                </a:moveTo>
                <a:lnTo>
                  <a:pt x="795271" y="566583"/>
                </a:lnTo>
                <a:lnTo>
                  <a:pt x="795242" y="559123"/>
                </a:lnTo>
                <a:lnTo>
                  <a:pt x="804490" y="549571"/>
                </a:lnTo>
                <a:lnTo>
                  <a:pt x="812239" y="549363"/>
                </a:lnTo>
                <a:lnTo>
                  <a:pt x="821969" y="558801"/>
                </a:lnTo>
                <a:lnTo>
                  <a:pt x="822182" y="566555"/>
                </a:lnTo>
                <a:lnTo>
                  <a:pt x="812739" y="576290"/>
                </a:lnTo>
                <a:lnTo>
                  <a:pt x="805038" y="576452"/>
                </a:lnTo>
                <a:lnTo>
                  <a:pt x="800140" y="571796"/>
                </a:lnTo>
                <a:close/>
              </a:path>
              <a:path w="5142230" h="2300604">
                <a:moveTo>
                  <a:pt x="2243285" y="1142018"/>
                </a:moveTo>
                <a:lnTo>
                  <a:pt x="2238963" y="1137391"/>
                </a:lnTo>
                <a:lnTo>
                  <a:pt x="2237806" y="1132536"/>
                </a:lnTo>
                <a:lnTo>
                  <a:pt x="2239416" y="1128101"/>
                </a:lnTo>
                <a:lnTo>
                  <a:pt x="2241668" y="1121715"/>
                </a:lnTo>
                <a:lnTo>
                  <a:pt x="2248720" y="1118414"/>
                </a:lnTo>
                <a:lnTo>
                  <a:pt x="2261454" y="1122955"/>
                </a:lnTo>
                <a:lnTo>
                  <a:pt x="2264750" y="1130002"/>
                </a:lnTo>
                <a:lnTo>
                  <a:pt x="2262461" y="1136349"/>
                </a:lnTo>
                <a:lnTo>
                  <a:pt x="2260214" y="1142741"/>
                </a:lnTo>
                <a:lnTo>
                  <a:pt x="2253157" y="1146036"/>
                </a:lnTo>
                <a:lnTo>
                  <a:pt x="2244907" y="1143069"/>
                </a:lnTo>
                <a:lnTo>
                  <a:pt x="2243285" y="1142018"/>
                </a:lnTo>
                <a:close/>
              </a:path>
              <a:path w="5142230" h="2300604">
                <a:moveTo>
                  <a:pt x="911287" y="661647"/>
                </a:moveTo>
                <a:lnTo>
                  <a:pt x="906171" y="656171"/>
                </a:lnTo>
                <a:lnTo>
                  <a:pt x="905548" y="649933"/>
                </a:lnTo>
                <a:lnTo>
                  <a:pt x="912653" y="639552"/>
                </a:lnTo>
                <a:lnTo>
                  <a:pt x="920255" y="638111"/>
                </a:lnTo>
                <a:lnTo>
                  <a:pt x="925882" y="641886"/>
                </a:lnTo>
                <a:lnTo>
                  <a:pt x="931468" y="645716"/>
                </a:lnTo>
                <a:lnTo>
                  <a:pt x="932909" y="653319"/>
                </a:lnTo>
                <a:lnTo>
                  <a:pt x="929079" y="658896"/>
                </a:lnTo>
                <a:lnTo>
                  <a:pt x="925304" y="664532"/>
                </a:lnTo>
                <a:lnTo>
                  <a:pt x="917702" y="665973"/>
                </a:lnTo>
                <a:lnTo>
                  <a:pt x="912071" y="662193"/>
                </a:lnTo>
                <a:lnTo>
                  <a:pt x="911287" y="661647"/>
                </a:lnTo>
                <a:close/>
              </a:path>
              <a:path w="5142230" h="2300604">
                <a:moveTo>
                  <a:pt x="970916" y="698990"/>
                </a:moveTo>
                <a:lnTo>
                  <a:pt x="966543" y="694309"/>
                </a:lnTo>
                <a:lnTo>
                  <a:pt x="965705" y="688426"/>
                </a:lnTo>
                <a:lnTo>
                  <a:pt x="968513" y="683612"/>
                </a:lnTo>
                <a:lnTo>
                  <a:pt x="971876" y="677731"/>
                </a:lnTo>
                <a:lnTo>
                  <a:pt x="979355" y="675766"/>
                </a:lnTo>
                <a:lnTo>
                  <a:pt x="985236" y="679130"/>
                </a:lnTo>
                <a:lnTo>
                  <a:pt x="991068" y="682538"/>
                </a:lnTo>
                <a:lnTo>
                  <a:pt x="993078" y="690066"/>
                </a:lnTo>
                <a:lnTo>
                  <a:pt x="989665" y="695893"/>
                </a:lnTo>
                <a:lnTo>
                  <a:pt x="986306" y="701779"/>
                </a:lnTo>
                <a:lnTo>
                  <a:pt x="978774" y="703784"/>
                </a:lnTo>
                <a:lnTo>
                  <a:pt x="971882" y="699731"/>
                </a:lnTo>
                <a:lnTo>
                  <a:pt x="970916" y="698990"/>
                </a:lnTo>
                <a:close/>
              </a:path>
              <a:path w="5142230" h="2300604">
                <a:moveTo>
                  <a:pt x="1228351" y="819639"/>
                </a:moveTo>
                <a:lnTo>
                  <a:pt x="1224019" y="815002"/>
                </a:lnTo>
                <a:lnTo>
                  <a:pt x="1222919" y="810012"/>
                </a:lnTo>
                <a:lnTo>
                  <a:pt x="1224675" y="805441"/>
                </a:lnTo>
                <a:lnTo>
                  <a:pt x="1227207" y="799158"/>
                </a:lnTo>
                <a:lnTo>
                  <a:pt x="1234293" y="796090"/>
                </a:lnTo>
                <a:lnTo>
                  <a:pt x="1246920" y="801005"/>
                </a:lnTo>
                <a:lnTo>
                  <a:pt x="1249985" y="808195"/>
                </a:lnTo>
                <a:lnTo>
                  <a:pt x="1247506" y="814437"/>
                </a:lnTo>
                <a:lnTo>
                  <a:pt x="1244974" y="820719"/>
                </a:lnTo>
                <a:lnTo>
                  <a:pt x="1237888" y="823788"/>
                </a:lnTo>
                <a:lnTo>
                  <a:pt x="1231597" y="821355"/>
                </a:lnTo>
                <a:lnTo>
                  <a:pt x="1229828" y="820633"/>
                </a:lnTo>
                <a:lnTo>
                  <a:pt x="1228351" y="819639"/>
                </a:lnTo>
                <a:close/>
              </a:path>
              <a:path w="5142230" h="2300604">
                <a:moveTo>
                  <a:pt x="1033538" y="732888"/>
                </a:moveTo>
                <a:lnTo>
                  <a:pt x="1029165" y="728207"/>
                </a:lnTo>
                <a:lnTo>
                  <a:pt x="1028256" y="722640"/>
                </a:lnTo>
                <a:lnTo>
                  <a:pt x="1033639" y="711884"/>
                </a:lnTo>
                <a:lnTo>
                  <a:pt x="1041044" y="709449"/>
                </a:lnTo>
                <a:lnTo>
                  <a:pt x="1053112" y="715525"/>
                </a:lnTo>
                <a:lnTo>
                  <a:pt x="1055551" y="722926"/>
                </a:lnTo>
                <a:lnTo>
                  <a:pt x="1049426" y="735039"/>
                </a:lnTo>
                <a:lnTo>
                  <a:pt x="1042074" y="737433"/>
                </a:lnTo>
                <a:lnTo>
                  <a:pt x="1034689" y="733730"/>
                </a:lnTo>
                <a:lnTo>
                  <a:pt x="1033538" y="732888"/>
                </a:lnTo>
                <a:close/>
              </a:path>
              <a:path w="5142230" h="2300604">
                <a:moveTo>
                  <a:pt x="1097595" y="763730"/>
                </a:moveTo>
                <a:lnTo>
                  <a:pt x="1093263" y="759093"/>
                </a:lnTo>
                <a:lnTo>
                  <a:pt x="1092217" y="753770"/>
                </a:lnTo>
                <a:lnTo>
                  <a:pt x="1094358" y="749122"/>
                </a:lnTo>
                <a:lnTo>
                  <a:pt x="1097215" y="742992"/>
                </a:lnTo>
                <a:lnTo>
                  <a:pt x="1104482" y="740312"/>
                </a:lnTo>
                <a:lnTo>
                  <a:pt x="1110617" y="743165"/>
                </a:lnTo>
                <a:lnTo>
                  <a:pt x="1116800" y="745972"/>
                </a:lnTo>
                <a:lnTo>
                  <a:pt x="1119475" y="753234"/>
                </a:lnTo>
                <a:lnTo>
                  <a:pt x="1113774" y="765508"/>
                </a:lnTo>
                <a:lnTo>
                  <a:pt x="1106553" y="768236"/>
                </a:lnTo>
                <a:lnTo>
                  <a:pt x="1100370" y="765429"/>
                </a:lnTo>
                <a:lnTo>
                  <a:pt x="1098883" y="764718"/>
                </a:lnTo>
                <a:lnTo>
                  <a:pt x="1097595" y="763730"/>
                </a:lnTo>
                <a:close/>
              </a:path>
              <a:path w="5142230" h="2300604">
                <a:moveTo>
                  <a:pt x="2439400" y="1223809"/>
                </a:moveTo>
                <a:lnTo>
                  <a:pt x="2435027" y="1219128"/>
                </a:lnTo>
                <a:lnTo>
                  <a:pt x="2434123" y="1213663"/>
                </a:lnTo>
                <a:lnTo>
                  <a:pt x="2439404" y="1202895"/>
                </a:lnTo>
                <a:lnTo>
                  <a:pt x="2446754" y="1200402"/>
                </a:lnTo>
                <a:lnTo>
                  <a:pt x="2458878" y="1206343"/>
                </a:lnTo>
                <a:lnTo>
                  <a:pt x="2461362" y="1213693"/>
                </a:lnTo>
                <a:lnTo>
                  <a:pt x="2455377" y="1225859"/>
                </a:lnTo>
                <a:lnTo>
                  <a:pt x="2448026" y="1228351"/>
                </a:lnTo>
                <a:lnTo>
                  <a:pt x="2441985" y="1225403"/>
                </a:lnTo>
                <a:lnTo>
                  <a:pt x="2440593" y="1224694"/>
                </a:lnTo>
                <a:lnTo>
                  <a:pt x="2439400" y="1223809"/>
                </a:lnTo>
                <a:close/>
              </a:path>
              <a:path w="5142230" h="2300604">
                <a:moveTo>
                  <a:pt x="1361644" y="868978"/>
                </a:moveTo>
                <a:lnTo>
                  <a:pt x="1357312" y="864341"/>
                </a:lnTo>
                <a:lnTo>
                  <a:pt x="1356108" y="859631"/>
                </a:lnTo>
                <a:lnTo>
                  <a:pt x="1357722" y="855201"/>
                </a:lnTo>
                <a:lnTo>
                  <a:pt x="1359924" y="848761"/>
                </a:lnTo>
                <a:lnTo>
                  <a:pt x="1366931" y="845412"/>
                </a:lnTo>
                <a:lnTo>
                  <a:pt x="1379668" y="849858"/>
                </a:lnTo>
                <a:lnTo>
                  <a:pt x="1383066" y="856819"/>
                </a:lnTo>
                <a:lnTo>
                  <a:pt x="1380864" y="863259"/>
                </a:lnTo>
                <a:lnTo>
                  <a:pt x="1378616" y="869650"/>
                </a:lnTo>
                <a:lnTo>
                  <a:pt x="1371610" y="873000"/>
                </a:lnTo>
                <a:lnTo>
                  <a:pt x="1363257" y="870119"/>
                </a:lnTo>
                <a:lnTo>
                  <a:pt x="1361644" y="868978"/>
                </a:lnTo>
                <a:close/>
              </a:path>
              <a:path w="5142230" h="2300604">
                <a:moveTo>
                  <a:pt x="2827447" y="2037032"/>
                </a:moveTo>
                <a:lnTo>
                  <a:pt x="2823166" y="2032448"/>
                </a:lnTo>
                <a:lnTo>
                  <a:pt x="2821938" y="2028299"/>
                </a:lnTo>
                <a:lnTo>
                  <a:pt x="2822834" y="2024175"/>
                </a:lnTo>
                <a:lnTo>
                  <a:pt x="2824328" y="2017565"/>
                </a:lnTo>
                <a:lnTo>
                  <a:pt x="2830894" y="2013450"/>
                </a:lnTo>
                <a:lnTo>
                  <a:pt x="2844105" y="2016449"/>
                </a:lnTo>
                <a:lnTo>
                  <a:pt x="2848220" y="2023005"/>
                </a:lnTo>
                <a:lnTo>
                  <a:pt x="2845226" y="2036221"/>
                </a:lnTo>
                <a:lnTo>
                  <a:pt x="2838660" y="2040336"/>
                </a:lnTo>
                <a:lnTo>
                  <a:pt x="2829623" y="2038286"/>
                </a:lnTo>
                <a:lnTo>
                  <a:pt x="2827447" y="2037032"/>
                </a:lnTo>
                <a:close/>
              </a:path>
              <a:path w="5142230" h="2300604">
                <a:moveTo>
                  <a:pt x="2810187" y="2105842"/>
                </a:moveTo>
                <a:lnTo>
                  <a:pt x="2805905" y="2101259"/>
                </a:lnTo>
                <a:lnTo>
                  <a:pt x="2804684" y="2096921"/>
                </a:lnTo>
                <a:lnTo>
                  <a:pt x="2807549" y="2086109"/>
                </a:lnTo>
                <a:lnTo>
                  <a:pt x="2813995" y="2082452"/>
                </a:lnTo>
                <a:lnTo>
                  <a:pt x="2814293" y="2082283"/>
                </a:lnTo>
                <a:lnTo>
                  <a:pt x="2820839" y="2084012"/>
                </a:lnTo>
                <a:lnTo>
                  <a:pt x="2827345" y="2085796"/>
                </a:lnTo>
                <a:lnTo>
                  <a:pt x="2831220" y="2092485"/>
                </a:lnTo>
                <a:lnTo>
                  <a:pt x="2829491" y="2099040"/>
                </a:lnTo>
                <a:lnTo>
                  <a:pt x="2827712" y="2105542"/>
                </a:lnTo>
                <a:lnTo>
                  <a:pt x="2821314" y="2109250"/>
                </a:lnTo>
                <a:lnTo>
                  <a:pt x="2821018" y="2109421"/>
                </a:lnTo>
                <a:lnTo>
                  <a:pt x="2812174" y="2107090"/>
                </a:lnTo>
                <a:lnTo>
                  <a:pt x="2810187" y="2105842"/>
                </a:lnTo>
                <a:close/>
              </a:path>
              <a:path w="5142230" h="2300604">
                <a:moveTo>
                  <a:pt x="633675" y="349222"/>
                </a:moveTo>
                <a:lnTo>
                  <a:pt x="628513" y="343696"/>
                </a:lnTo>
                <a:lnTo>
                  <a:pt x="628020" y="342777"/>
                </a:lnTo>
                <a:lnTo>
                  <a:pt x="624731" y="336911"/>
                </a:lnTo>
                <a:lnTo>
                  <a:pt x="626828" y="329381"/>
                </a:lnTo>
                <a:lnTo>
                  <a:pt x="632746" y="326136"/>
                </a:lnTo>
                <a:lnTo>
                  <a:pt x="638666" y="322797"/>
                </a:lnTo>
                <a:lnTo>
                  <a:pt x="646101" y="324891"/>
                </a:lnTo>
                <a:lnTo>
                  <a:pt x="649440" y="330812"/>
                </a:lnTo>
                <a:lnTo>
                  <a:pt x="652685" y="336729"/>
                </a:lnTo>
                <a:lnTo>
                  <a:pt x="650636" y="344213"/>
                </a:lnTo>
                <a:lnTo>
                  <a:pt x="644670" y="347503"/>
                </a:lnTo>
                <a:lnTo>
                  <a:pt x="639712" y="350309"/>
                </a:lnTo>
                <a:lnTo>
                  <a:pt x="633675" y="349222"/>
                </a:lnTo>
                <a:close/>
              </a:path>
              <a:path w="5142230" h="2300604">
                <a:moveTo>
                  <a:pt x="2040719" y="1076682"/>
                </a:moveTo>
                <a:lnTo>
                  <a:pt x="2036391" y="1072050"/>
                </a:lnTo>
                <a:lnTo>
                  <a:pt x="2035173" y="1067618"/>
                </a:lnTo>
                <a:lnTo>
                  <a:pt x="2038370" y="1056770"/>
                </a:lnTo>
                <a:lnTo>
                  <a:pt x="2045202" y="1053136"/>
                </a:lnTo>
                <a:lnTo>
                  <a:pt x="2051652" y="1055055"/>
                </a:lnTo>
                <a:lnTo>
                  <a:pt x="2058146" y="1056923"/>
                </a:lnTo>
                <a:lnTo>
                  <a:pt x="2061883" y="1063759"/>
                </a:lnTo>
                <a:lnTo>
                  <a:pt x="2059916" y="1070254"/>
                </a:lnTo>
                <a:lnTo>
                  <a:pt x="2058042" y="1076753"/>
                </a:lnTo>
                <a:lnTo>
                  <a:pt x="2051260" y="1080440"/>
                </a:lnTo>
                <a:lnTo>
                  <a:pt x="2042566" y="1077878"/>
                </a:lnTo>
                <a:lnTo>
                  <a:pt x="2040719" y="1076682"/>
                </a:lnTo>
                <a:close/>
              </a:path>
              <a:path w="5142230" h="2300604">
                <a:moveTo>
                  <a:pt x="1294757" y="844980"/>
                </a:moveTo>
                <a:lnTo>
                  <a:pt x="1290435" y="840353"/>
                </a:lnTo>
                <a:lnTo>
                  <a:pt x="1289278" y="835498"/>
                </a:lnTo>
                <a:lnTo>
                  <a:pt x="1293283" y="824635"/>
                </a:lnTo>
                <a:lnTo>
                  <a:pt x="1300332" y="821428"/>
                </a:lnTo>
                <a:lnTo>
                  <a:pt x="1306674" y="823721"/>
                </a:lnTo>
                <a:lnTo>
                  <a:pt x="1313013" y="826109"/>
                </a:lnTo>
                <a:lnTo>
                  <a:pt x="1316269" y="833112"/>
                </a:lnTo>
                <a:lnTo>
                  <a:pt x="1311585" y="845888"/>
                </a:lnTo>
                <a:lnTo>
                  <a:pt x="1304536" y="849095"/>
                </a:lnTo>
                <a:lnTo>
                  <a:pt x="1296330" y="846077"/>
                </a:lnTo>
                <a:lnTo>
                  <a:pt x="1294757" y="844980"/>
                </a:lnTo>
                <a:close/>
              </a:path>
              <a:path w="5142230" h="2300604">
                <a:moveTo>
                  <a:pt x="670161" y="410370"/>
                </a:moveTo>
                <a:lnTo>
                  <a:pt x="665138" y="404993"/>
                </a:lnTo>
                <a:lnTo>
                  <a:pt x="661053" y="398665"/>
                </a:lnTo>
                <a:lnTo>
                  <a:pt x="662732" y="391079"/>
                </a:lnTo>
                <a:lnTo>
                  <a:pt x="668473" y="387450"/>
                </a:lnTo>
                <a:lnTo>
                  <a:pt x="674165" y="383768"/>
                </a:lnTo>
                <a:lnTo>
                  <a:pt x="681756" y="385443"/>
                </a:lnTo>
                <a:lnTo>
                  <a:pt x="689013" y="396926"/>
                </a:lnTo>
                <a:lnTo>
                  <a:pt x="687297" y="404473"/>
                </a:lnTo>
                <a:lnTo>
                  <a:pt x="676577" y="411373"/>
                </a:lnTo>
                <a:lnTo>
                  <a:pt x="670161" y="410370"/>
                </a:lnTo>
                <a:close/>
              </a:path>
              <a:path w="5142230" h="2300604">
                <a:moveTo>
                  <a:pt x="600253" y="286271"/>
                </a:moveTo>
                <a:lnTo>
                  <a:pt x="595830" y="281537"/>
                </a:lnTo>
                <a:lnTo>
                  <a:pt x="595158" y="280621"/>
                </a:lnTo>
                <a:lnTo>
                  <a:pt x="591578" y="273465"/>
                </a:lnTo>
                <a:lnTo>
                  <a:pt x="594046" y="266137"/>
                </a:lnTo>
                <a:lnTo>
                  <a:pt x="599680" y="263273"/>
                </a:lnTo>
                <a:lnTo>
                  <a:pt x="606026" y="260097"/>
                </a:lnTo>
                <a:lnTo>
                  <a:pt x="613478" y="262503"/>
                </a:lnTo>
                <a:lnTo>
                  <a:pt x="619577" y="274602"/>
                </a:lnTo>
                <a:lnTo>
                  <a:pt x="617113" y="281935"/>
                </a:lnTo>
                <a:lnTo>
                  <a:pt x="611475" y="284795"/>
                </a:lnTo>
                <a:lnTo>
                  <a:pt x="606114" y="287462"/>
                </a:lnTo>
                <a:lnTo>
                  <a:pt x="600253" y="286271"/>
                </a:lnTo>
                <a:close/>
              </a:path>
              <a:path w="5142230" h="2300604">
                <a:moveTo>
                  <a:pt x="2176190" y="1118872"/>
                </a:moveTo>
                <a:lnTo>
                  <a:pt x="2171904" y="1114284"/>
                </a:lnTo>
                <a:lnTo>
                  <a:pt x="2170746" y="1109623"/>
                </a:lnTo>
                <a:lnTo>
                  <a:pt x="2172171" y="1105186"/>
                </a:lnTo>
                <a:lnTo>
                  <a:pt x="2174252" y="1099008"/>
                </a:lnTo>
                <a:lnTo>
                  <a:pt x="2174325" y="1098792"/>
                </a:lnTo>
                <a:lnTo>
                  <a:pt x="2181289" y="1095299"/>
                </a:lnTo>
                <a:lnTo>
                  <a:pt x="2187679" y="1097448"/>
                </a:lnTo>
                <a:lnTo>
                  <a:pt x="2194126" y="1099560"/>
                </a:lnTo>
                <a:lnTo>
                  <a:pt x="2197569" y="1106471"/>
                </a:lnTo>
                <a:lnTo>
                  <a:pt x="2195466" y="1112919"/>
                </a:lnTo>
                <a:lnTo>
                  <a:pt x="2193337" y="1119144"/>
                </a:lnTo>
                <a:lnTo>
                  <a:pt x="2193264" y="1119359"/>
                </a:lnTo>
                <a:lnTo>
                  <a:pt x="2186348" y="1122806"/>
                </a:lnTo>
                <a:lnTo>
                  <a:pt x="2179900" y="1120693"/>
                </a:lnTo>
                <a:lnTo>
                  <a:pt x="2177898" y="1120016"/>
                </a:lnTo>
                <a:lnTo>
                  <a:pt x="2176190" y="1118872"/>
                </a:lnTo>
                <a:close/>
              </a:path>
              <a:path w="5142230" h="2300604">
                <a:moveTo>
                  <a:pt x="710549" y="469146"/>
                </a:moveTo>
                <a:lnTo>
                  <a:pt x="705349" y="463580"/>
                </a:lnTo>
                <a:lnTo>
                  <a:pt x="701285" y="458154"/>
                </a:lnTo>
                <a:lnTo>
                  <a:pt x="702491" y="450453"/>
                </a:lnTo>
                <a:lnTo>
                  <a:pt x="707914" y="446483"/>
                </a:lnTo>
                <a:lnTo>
                  <a:pt x="713340" y="442419"/>
                </a:lnTo>
                <a:lnTo>
                  <a:pt x="720996" y="443576"/>
                </a:lnTo>
                <a:lnTo>
                  <a:pt x="729075" y="454473"/>
                </a:lnTo>
                <a:lnTo>
                  <a:pt x="727918" y="462129"/>
                </a:lnTo>
                <a:lnTo>
                  <a:pt x="722492" y="466193"/>
                </a:lnTo>
                <a:lnTo>
                  <a:pt x="717456" y="469893"/>
                </a:lnTo>
                <a:lnTo>
                  <a:pt x="710549" y="469146"/>
                </a:lnTo>
                <a:close/>
              </a:path>
              <a:path w="5142230" h="2300604">
                <a:moveTo>
                  <a:pt x="2108614" y="1097263"/>
                </a:moveTo>
                <a:lnTo>
                  <a:pt x="2104286" y="1092631"/>
                </a:lnTo>
                <a:lnTo>
                  <a:pt x="2103120" y="1088059"/>
                </a:lnTo>
                <a:lnTo>
                  <a:pt x="2104444" y="1083709"/>
                </a:lnTo>
                <a:lnTo>
                  <a:pt x="2106457" y="1077263"/>
                </a:lnTo>
                <a:lnTo>
                  <a:pt x="2113330" y="1073673"/>
                </a:lnTo>
                <a:lnTo>
                  <a:pt x="2119830" y="1075646"/>
                </a:lnTo>
                <a:lnTo>
                  <a:pt x="2126276" y="1077659"/>
                </a:lnTo>
                <a:lnTo>
                  <a:pt x="2129866" y="1084532"/>
                </a:lnTo>
                <a:lnTo>
                  <a:pt x="2127899" y="1091027"/>
                </a:lnTo>
                <a:lnTo>
                  <a:pt x="2125885" y="1097474"/>
                </a:lnTo>
                <a:lnTo>
                  <a:pt x="2119012" y="1101064"/>
                </a:lnTo>
                <a:lnTo>
                  <a:pt x="2112517" y="1099096"/>
                </a:lnTo>
                <a:lnTo>
                  <a:pt x="2110416" y="1098411"/>
                </a:lnTo>
                <a:lnTo>
                  <a:pt x="2108614" y="1097263"/>
                </a:lnTo>
                <a:close/>
              </a:path>
              <a:path w="5142230" h="2300604">
                <a:moveTo>
                  <a:pt x="755193" y="524756"/>
                </a:moveTo>
                <a:lnTo>
                  <a:pt x="750415" y="519641"/>
                </a:lnTo>
                <a:lnTo>
                  <a:pt x="745960" y="514580"/>
                </a:lnTo>
                <a:lnTo>
                  <a:pt x="746461" y="506807"/>
                </a:lnTo>
                <a:lnTo>
                  <a:pt x="751617" y="502356"/>
                </a:lnTo>
                <a:lnTo>
                  <a:pt x="756077" y="498431"/>
                </a:lnTo>
                <a:lnTo>
                  <a:pt x="756678" y="497902"/>
                </a:lnTo>
                <a:lnTo>
                  <a:pt x="764397" y="498443"/>
                </a:lnTo>
                <a:lnTo>
                  <a:pt x="773356" y="508619"/>
                </a:lnTo>
                <a:lnTo>
                  <a:pt x="772810" y="516343"/>
                </a:lnTo>
                <a:lnTo>
                  <a:pt x="763237" y="524765"/>
                </a:lnTo>
                <a:lnTo>
                  <a:pt x="762736" y="525206"/>
                </a:lnTo>
                <a:lnTo>
                  <a:pt x="755193" y="524756"/>
                </a:lnTo>
                <a:close/>
              </a:path>
              <a:path w="5142230" h="2300604">
                <a:moveTo>
                  <a:pt x="2855843" y="1756204"/>
                </a:moveTo>
                <a:lnTo>
                  <a:pt x="2851557" y="1751616"/>
                </a:lnTo>
                <a:lnTo>
                  <a:pt x="2850323" y="1749024"/>
                </a:lnTo>
                <a:lnTo>
                  <a:pt x="2849707" y="1739373"/>
                </a:lnTo>
                <a:lnTo>
                  <a:pt x="2854821" y="1733509"/>
                </a:lnTo>
                <a:lnTo>
                  <a:pt x="2861540" y="1733076"/>
                </a:lnTo>
                <a:lnTo>
                  <a:pt x="2868303" y="1732594"/>
                </a:lnTo>
                <a:lnTo>
                  <a:pt x="2874131" y="1737659"/>
                </a:lnTo>
                <a:lnTo>
                  <a:pt x="2875086" y="1751194"/>
                </a:lnTo>
                <a:lnTo>
                  <a:pt x="2870025" y="1757017"/>
                </a:lnTo>
                <a:lnTo>
                  <a:pt x="2863254" y="1757490"/>
                </a:lnTo>
                <a:lnTo>
                  <a:pt x="2859374" y="1757736"/>
                </a:lnTo>
                <a:lnTo>
                  <a:pt x="2855843" y="1756204"/>
                </a:lnTo>
                <a:close/>
              </a:path>
              <a:path w="5142230" h="2300604">
                <a:moveTo>
                  <a:pt x="2727878" y="1435262"/>
                </a:moveTo>
                <a:lnTo>
                  <a:pt x="2722998" y="1430038"/>
                </a:lnTo>
                <a:lnTo>
                  <a:pt x="2718597" y="1424936"/>
                </a:lnTo>
                <a:lnTo>
                  <a:pt x="2719143" y="1417212"/>
                </a:lnTo>
                <a:lnTo>
                  <a:pt x="2728648" y="1409010"/>
                </a:lnTo>
                <a:lnTo>
                  <a:pt x="2729406" y="1408356"/>
                </a:lnTo>
                <a:lnTo>
                  <a:pt x="2737175" y="1408951"/>
                </a:lnTo>
                <a:lnTo>
                  <a:pt x="2745979" y="1419254"/>
                </a:lnTo>
                <a:lnTo>
                  <a:pt x="2745391" y="1426934"/>
                </a:lnTo>
                <a:lnTo>
                  <a:pt x="2735878" y="1435126"/>
                </a:lnTo>
                <a:lnTo>
                  <a:pt x="2735271" y="1435649"/>
                </a:lnTo>
                <a:lnTo>
                  <a:pt x="2727878" y="1435262"/>
                </a:lnTo>
                <a:close/>
              </a:path>
              <a:path w="5142230" h="2300604">
                <a:moveTo>
                  <a:pt x="2674706" y="1380005"/>
                </a:moveTo>
                <a:lnTo>
                  <a:pt x="2669746" y="1374695"/>
                </a:lnTo>
                <a:lnTo>
                  <a:pt x="2669665" y="1367374"/>
                </a:lnTo>
                <a:lnTo>
                  <a:pt x="2674116" y="1362659"/>
                </a:lnTo>
                <a:lnTo>
                  <a:pt x="2678677" y="1357668"/>
                </a:lnTo>
                <a:lnTo>
                  <a:pt x="2686480" y="1357419"/>
                </a:lnTo>
                <a:lnTo>
                  <a:pt x="2696359" y="1366626"/>
                </a:lnTo>
                <a:lnTo>
                  <a:pt x="2696613" y="1374424"/>
                </a:lnTo>
                <a:lnTo>
                  <a:pt x="2687405" y="1384313"/>
                </a:lnTo>
                <a:lnTo>
                  <a:pt x="2679648" y="1384610"/>
                </a:lnTo>
                <a:lnTo>
                  <a:pt x="2674706" y="1380005"/>
                </a:lnTo>
                <a:close/>
              </a:path>
              <a:path w="5142230" h="2300604">
                <a:moveTo>
                  <a:pt x="2830526" y="1617868"/>
                </a:moveTo>
                <a:lnTo>
                  <a:pt x="2826195" y="1613231"/>
                </a:lnTo>
                <a:lnTo>
                  <a:pt x="2825262" y="1611646"/>
                </a:lnTo>
                <a:lnTo>
                  <a:pt x="2824708" y="1609880"/>
                </a:lnTo>
                <a:lnTo>
                  <a:pt x="2822614" y="1603436"/>
                </a:lnTo>
                <a:lnTo>
                  <a:pt x="2826148" y="1596564"/>
                </a:lnTo>
                <a:lnTo>
                  <a:pt x="2832597" y="1594475"/>
                </a:lnTo>
                <a:lnTo>
                  <a:pt x="2839087" y="1592430"/>
                </a:lnTo>
                <a:lnTo>
                  <a:pt x="2845949" y="1595963"/>
                </a:lnTo>
                <a:lnTo>
                  <a:pt x="2848043" y="1602408"/>
                </a:lnTo>
                <a:lnTo>
                  <a:pt x="2850088" y="1608898"/>
                </a:lnTo>
                <a:lnTo>
                  <a:pt x="2846555" y="1615770"/>
                </a:lnTo>
                <a:lnTo>
                  <a:pt x="2840060" y="1617810"/>
                </a:lnTo>
                <a:lnTo>
                  <a:pt x="2835434" y="1619309"/>
                </a:lnTo>
                <a:lnTo>
                  <a:pt x="2830526" y="1617868"/>
                </a:lnTo>
                <a:close/>
              </a:path>
              <a:path w="5142230" h="2300604">
                <a:moveTo>
                  <a:pt x="1496460" y="913790"/>
                </a:moveTo>
                <a:lnTo>
                  <a:pt x="1492133" y="909157"/>
                </a:lnTo>
                <a:lnTo>
                  <a:pt x="1490966" y="904586"/>
                </a:lnTo>
                <a:lnTo>
                  <a:pt x="1494405" y="893703"/>
                </a:lnTo>
                <a:lnTo>
                  <a:pt x="1501275" y="890207"/>
                </a:lnTo>
                <a:lnTo>
                  <a:pt x="1514214" y="894283"/>
                </a:lnTo>
                <a:lnTo>
                  <a:pt x="1517755" y="901201"/>
                </a:lnTo>
                <a:lnTo>
                  <a:pt x="1515691" y="907594"/>
                </a:lnTo>
                <a:lnTo>
                  <a:pt x="1513629" y="914086"/>
                </a:lnTo>
                <a:lnTo>
                  <a:pt x="1506761" y="917681"/>
                </a:lnTo>
                <a:lnTo>
                  <a:pt x="1500317" y="915573"/>
                </a:lnTo>
                <a:lnTo>
                  <a:pt x="1498257" y="914932"/>
                </a:lnTo>
                <a:lnTo>
                  <a:pt x="1496460" y="913790"/>
                </a:lnTo>
                <a:close/>
              </a:path>
              <a:path w="5142230" h="2300604">
                <a:moveTo>
                  <a:pt x="1632078" y="955843"/>
                </a:moveTo>
                <a:lnTo>
                  <a:pt x="1627792" y="951255"/>
                </a:lnTo>
                <a:lnTo>
                  <a:pt x="1626581" y="946733"/>
                </a:lnTo>
                <a:lnTo>
                  <a:pt x="1629877" y="935893"/>
                </a:lnTo>
                <a:lnTo>
                  <a:pt x="1636700" y="932249"/>
                </a:lnTo>
                <a:lnTo>
                  <a:pt x="1649695" y="936190"/>
                </a:lnTo>
                <a:lnTo>
                  <a:pt x="1653334" y="943017"/>
                </a:lnTo>
                <a:lnTo>
                  <a:pt x="1649398" y="956008"/>
                </a:lnTo>
                <a:lnTo>
                  <a:pt x="1642571" y="959646"/>
                </a:lnTo>
                <a:lnTo>
                  <a:pt x="1633926" y="957039"/>
                </a:lnTo>
                <a:lnTo>
                  <a:pt x="1632078" y="955843"/>
                </a:lnTo>
                <a:close/>
              </a:path>
              <a:path w="5142230" h="2300604">
                <a:moveTo>
                  <a:pt x="2375124" y="1194003"/>
                </a:moveTo>
                <a:lnTo>
                  <a:pt x="2370796" y="1189371"/>
                </a:lnTo>
                <a:lnTo>
                  <a:pt x="2369747" y="1184142"/>
                </a:lnTo>
                <a:lnTo>
                  <a:pt x="2371740" y="1179532"/>
                </a:lnTo>
                <a:lnTo>
                  <a:pt x="2374458" y="1173350"/>
                </a:lnTo>
                <a:lnTo>
                  <a:pt x="2381682" y="1170527"/>
                </a:lnTo>
                <a:lnTo>
                  <a:pt x="2387914" y="1173289"/>
                </a:lnTo>
                <a:lnTo>
                  <a:pt x="2394150" y="1175956"/>
                </a:lnTo>
                <a:lnTo>
                  <a:pt x="2396973" y="1183181"/>
                </a:lnTo>
                <a:lnTo>
                  <a:pt x="2394207" y="1189408"/>
                </a:lnTo>
                <a:lnTo>
                  <a:pt x="2391498" y="1195599"/>
                </a:lnTo>
                <a:lnTo>
                  <a:pt x="2384274" y="1198422"/>
                </a:lnTo>
                <a:lnTo>
                  <a:pt x="2378083" y="1195704"/>
                </a:lnTo>
                <a:lnTo>
                  <a:pt x="2376506" y="1194995"/>
                </a:lnTo>
                <a:lnTo>
                  <a:pt x="2375124" y="1194003"/>
                </a:lnTo>
                <a:close/>
              </a:path>
              <a:path w="5142230" h="2300604">
                <a:moveTo>
                  <a:pt x="1564238" y="935028"/>
                </a:moveTo>
                <a:lnTo>
                  <a:pt x="1559906" y="930391"/>
                </a:lnTo>
                <a:lnTo>
                  <a:pt x="1558696" y="925869"/>
                </a:lnTo>
                <a:lnTo>
                  <a:pt x="1560019" y="921519"/>
                </a:lnTo>
                <a:lnTo>
                  <a:pt x="1562033" y="915073"/>
                </a:lnTo>
                <a:lnTo>
                  <a:pt x="1568959" y="911442"/>
                </a:lnTo>
                <a:lnTo>
                  <a:pt x="1581852" y="915469"/>
                </a:lnTo>
                <a:lnTo>
                  <a:pt x="1585486" y="922291"/>
                </a:lnTo>
                <a:lnTo>
                  <a:pt x="1583473" y="928738"/>
                </a:lnTo>
                <a:lnTo>
                  <a:pt x="1581510" y="935238"/>
                </a:lnTo>
                <a:lnTo>
                  <a:pt x="1574588" y="938873"/>
                </a:lnTo>
                <a:lnTo>
                  <a:pt x="1568141" y="936860"/>
                </a:lnTo>
                <a:lnTo>
                  <a:pt x="1566040" y="936175"/>
                </a:lnTo>
                <a:lnTo>
                  <a:pt x="1564238" y="935028"/>
                </a:lnTo>
                <a:close/>
              </a:path>
              <a:path w="5142230" h="2300604">
                <a:moveTo>
                  <a:pt x="2770303" y="1491331"/>
                </a:moveTo>
                <a:lnTo>
                  <a:pt x="2765288" y="1485962"/>
                </a:lnTo>
                <a:lnTo>
                  <a:pt x="2764930" y="1485384"/>
                </a:lnTo>
                <a:lnTo>
                  <a:pt x="2761203" y="1479733"/>
                </a:lnTo>
                <a:lnTo>
                  <a:pt x="2762734" y="1472085"/>
                </a:lnTo>
                <a:lnTo>
                  <a:pt x="2774034" y="1464633"/>
                </a:lnTo>
                <a:lnTo>
                  <a:pt x="2781629" y="1466214"/>
                </a:lnTo>
                <a:lnTo>
                  <a:pt x="2789081" y="1477514"/>
                </a:lnTo>
                <a:lnTo>
                  <a:pt x="2787549" y="1485063"/>
                </a:lnTo>
                <a:lnTo>
                  <a:pt x="2781899" y="1488789"/>
                </a:lnTo>
                <a:lnTo>
                  <a:pt x="2776832" y="1492162"/>
                </a:lnTo>
                <a:lnTo>
                  <a:pt x="2770303" y="1491331"/>
                </a:lnTo>
                <a:close/>
              </a:path>
              <a:path w="5142230" h="2300604">
                <a:moveTo>
                  <a:pt x="2804758" y="1552455"/>
                </a:moveTo>
                <a:lnTo>
                  <a:pt x="2800385" y="1547774"/>
                </a:lnTo>
                <a:lnTo>
                  <a:pt x="2799707" y="1546755"/>
                </a:lnTo>
                <a:lnTo>
                  <a:pt x="2796228" y="1539513"/>
                </a:lnTo>
                <a:lnTo>
                  <a:pt x="2798791" y="1532188"/>
                </a:lnTo>
                <a:lnTo>
                  <a:pt x="2810979" y="1526272"/>
                </a:lnTo>
                <a:lnTo>
                  <a:pt x="2818300" y="1528929"/>
                </a:lnTo>
                <a:lnTo>
                  <a:pt x="2824166" y="1541073"/>
                </a:lnTo>
                <a:lnTo>
                  <a:pt x="2821603" y="1548397"/>
                </a:lnTo>
                <a:lnTo>
                  <a:pt x="2815507" y="1551353"/>
                </a:lnTo>
                <a:lnTo>
                  <a:pt x="2810516" y="1553732"/>
                </a:lnTo>
                <a:lnTo>
                  <a:pt x="2804758" y="1552455"/>
                </a:lnTo>
                <a:close/>
              </a:path>
              <a:path w="5142230" h="2300604">
                <a:moveTo>
                  <a:pt x="1428896" y="891803"/>
                </a:moveTo>
                <a:lnTo>
                  <a:pt x="1424614" y="887220"/>
                </a:lnTo>
                <a:lnTo>
                  <a:pt x="1423402" y="882599"/>
                </a:lnTo>
                <a:lnTo>
                  <a:pt x="1424828" y="878163"/>
                </a:lnTo>
                <a:lnTo>
                  <a:pt x="1426928" y="871907"/>
                </a:lnTo>
                <a:lnTo>
                  <a:pt x="1426977" y="871764"/>
                </a:lnTo>
                <a:lnTo>
                  <a:pt x="1433900" y="868227"/>
                </a:lnTo>
                <a:lnTo>
                  <a:pt x="1446783" y="872537"/>
                </a:lnTo>
                <a:lnTo>
                  <a:pt x="1450230" y="879452"/>
                </a:lnTo>
                <a:lnTo>
                  <a:pt x="1448122" y="885896"/>
                </a:lnTo>
                <a:lnTo>
                  <a:pt x="1446018" y="892146"/>
                </a:lnTo>
                <a:lnTo>
                  <a:pt x="1445969" y="892290"/>
                </a:lnTo>
                <a:lnTo>
                  <a:pt x="1439099" y="895786"/>
                </a:lnTo>
                <a:lnTo>
                  <a:pt x="1432656" y="893678"/>
                </a:lnTo>
                <a:lnTo>
                  <a:pt x="1430649" y="892996"/>
                </a:lnTo>
                <a:lnTo>
                  <a:pt x="1428896" y="891803"/>
                </a:lnTo>
                <a:close/>
              </a:path>
              <a:path w="5142230" h="2300604">
                <a:moveTo>
                  <a:pt x="1700019" y="976473"/>
                </a:moveTo>
                <a:lnTo>
                  <a:pt x="1695691" y="971841"/>
                </a:lnTo>
                <a:lnTo>
                  <a:pt x="1694522" y="967363"/>
                </a:lnTo>
                <a:lnTo>
                  <a:pt x="1697818" y="956523"/>
                </a:lnTo>
                <a:lnTo>
                  <a:pt x="1704641" y="952879"/>
                </a:lnTo>
                <a:lnTo>
                  <a:pt x="1717586" y="956766"/>
                </a:lnTo>
                <a:lnTo>
                  <a:pt x="1721275" y="963647"/>
                </a:lnTo>
                <a:lnTo>
                  <a:pt x="1719307" y="970142"/>
                </a:lnTo>
                <a:lnTo>
                  <a:pt x="1717293" y="976589"/>
                </a:lnTo>
                <a:lnTo>
                  <a:pt x="1710466" y="980228"/>
                </a:lnTo>
                <a:lnTo>
                  <a:pt x="1701866" y="977669"/>
                </a:lnTo>
                <a:lnTo>
                  <a:pt x="1700019" y="976473"/>
                </a:lnTo>
                <a:close/>
              </a:path>
              <a:path w="5142230" h="2300604">
                <a:moveTo>
                  <a:pt x="2847366" y="1686234"/>
                </a:moveTo>
                <a:lnTo>
                  <a:pt x="2843080" y="1681646"/>
                </a:lnTo>
                <a:lnTo>
                  <a:pt x="2841978" y="1679488"/>
                </a:lnTo>
                <a:lnTo>
                  <a:pt x="2841524" y="1677047"/>
                </a:lnTo>
                <a:lnTo>
                  <a:pt x="2840337" y="1670400"/>
                </a:lnTo>
                <a:lnTo>
                  <a:pt x="2844669" y="1664091"/>
                </a:lnTo>
                <a:lnTo>
                  <a:pt x="2857972" y="1661616"/>
                </a:lnTo>
                <a:lnTo>
                  <a:pt x="2864388" y="1666041"/>
                </a:lnTo>
                <a:lnTo>
                  <a:pt x="2865668" y="1672689"/>
                </a:lnTo>
                <a:lnTo>
                  <a:pt x="2866862" y="1679344"/>
                </a:lnTo>
                <a:lnTo>
                  <a:pt x="2862442" y="1685756"/>
                </a:lnTo>
                <a:lnTo>
                  <a:pt x="2855793" y="1686946"/>
                </a:lnTo>
                <a:lnTo>
                  <a:pt x="2851512" y="1687739"/>
                </a:lnTo>
                <a:lnTo>
                  <a:pt x="2847366" y="1686234"/>
                </a:lnTo>
                <a:close/>
              </a:path>
              <a:path w="5142230" h="2300604">
                <a:moveTo>
                  <a:pt x="2856931" y="1826867"/>
                </a:moveTo>
                <a:lnTo>
                  <a:pt x="2852649" y="1822283"/>
                </a:lnTo>
                <a:lnTo>
                  <a:pt x="2851382" y="1819167"/>
                </a:lnTo>
                <a:lnTo>
                  <a:pt x="2851499" y="1815871"/>
                </a:lnTo>
                <a:lnTo>
                  <a:pt x="2851681" y="1809126"/>
                </a:lnTo>
                <a:lnTo>
                  <a:pt x="2857287" y="1803788"/>
                </a:lnTo>
                <a:lnTo>
                  <a:pt x="2870876" y="1804161"/>
                </a:lnTo>
                <a:lnTo>
                  <a:pt x="2876155" y="1809813"/>
                </a:lnTo>
                <a:lnTo>
                  <a:pt x="2875795" y="1823307"/>
                </a:lnTo>
                <a:lnTo>
                  <a:pt x="2870131" y="1828680"/>
                </a:lnTo>
                <a:lnTo>
                  <a:pt x="2859995" y="1828387"/>
                </a:lnTo>
                <a:lnTo>
                  <a:pt x="2856931" y="1826867"/>
                </a:lnTo>
                <a:close/>
              </a:path>
              <a:path w="5142230" h="2300604">
                <a:moveTo>
                  <a:pt x="1571334" y="812425"/>
                </a:moveTo>
                <a:lnTo>
                  <a:pt x="1567193" y="807993"/>
                </a:lnTo>
                <a:lnTo>
                  <a:pt x="1566013" y="803699"/>
                </a:lnTo>
                <a:lnTo>
                  <a:pt x="1567196" y="799590"/>
                </a:lnTo>
                <a:lnTo>
                  <a:pt x="1568969" y="793277"/>
                </a:lnTo>
                <a:lnTo>
                  <a:pt x="1575513" y="789628"/>
                </a:lnTo>
                <a:lnTo>
                  <a:pt x="1588090" y="793219"/>
                </a:lnTo>
                <a:lnTo>
                  <a:pt x="1591739" y="799764"/>
                </a:lnTo>
                <a:lnTo>
                  <a:pt x="1589966" y="806077"/>
                </a:lnTo>
                <a:lnTo>
                  <a:pt x="1588148" y="812341"/>
                </a:lnTo>
                <a:lnTo>
                  <a:pt x="1581603" y="815990"/>
                </a:lnTo>
                <a:lnTo>
                  <a:pt x="1575339" y="814171"/>
                </a:lnTo>
                <a:lnTo>
                  <a:pt x="1573136" y="813572"/>
                </a:lnTo>
                <a:lnTo>
                  <a:pt x="1571334" y="812425"/>
                </a:lnTo>
                <a:close/>
              </a:path>
              <a:path w="5142230" h="2300604">
                <a:moveTo>
                  <a:pt x="3050528" y="1761981"/>
                </a:moveTo>
                <a:lnTo>
                  <a:pt x="3046383" y="1757544"/>
                </a:lnTo>
                <a:lnTo>
                  <a:pt x="3045119" y="1754432"/>
                </a:lnTo>
                <a:lnTo>
                  <a:pt x="3045326" y="1751134"/>
                </a:lnTo>
                <a:lnTo>
                  <a:pt x="3045686" y="1744580"/>
                </a:lnTo>
                <a:lnTo>
                  <a:pt x="3050896" y="1739893"/>
                </a:lnTo>
                <a:lnTo>
                  <a:pt x="3051243" y="1739581"/>
                </a:lnTo>
                <a:lnTo>
                  <a:pt x="3057747" y="1739896"/>
                </a:lnTo>
                <a:lnTo>
                  <a:pt x="3064297" y="1740261"/>
                </a:lnTo>
                <a:lnTo>
                  <a:pt x="3069296" y="1745808"/>
                </a:lnTo>
                <a:lnTo>
                  <a:pt x="3068936" y="1752363"/>
                </a:lnTo>
                <a:lnTo>
                  <a:pt x="3068616" y="1758862"/>
                </a:lnTo>
                <a:lnTo>
                  <a:pt x="3063019" y="1763917"/>
                </a:lnTo>
                <a:lnTo>
                  <a:pt x="3056515" y="1763601"/>
                </a:lnTo>
                <a:lnTo>
                  <a:pt x="3053307" y="1763393"/>
                </a:lnTo>
                <a:lnTo>
                  <a:pt x="3050528" y="1761981"/>
                </a:lnTo>
                <a:close/>
              </a:path>
              <a:path w="5142230" h="2300604">
                <a:moveTo>
                  <a:pt x="738191" y="316243"/>
                </a:moveTo>
                <a:lnTo>
                  <a:pt x="732888" y="310567"/>
                </a:lnTo>
                <a:lnTo>
                  <a:pt x="729245" y="305103"/>
                </a:lnTo>
                <a:lnTo>
                  <a:pt x="730680" y="297745"/>
                </a:lnTo>
                <a:lnTo>
                  <a:pt x="741549" y="290514"/>
                </a:lnTo>
                <a:lnTo>
                  <a:pt x="748912" y="291945"/>
                </a:lnTo>
                <a:lnTo>
                  <a:pt x="756187" y="302763"/>
                </a:lnTo>
                <a:lnTo>
                  <a:pt x="754761" y="310131"/>
                </a:lnTo>
                <a:lnTo>
                  <a:pt x="749298" y="313764"/>
                </a:lnTo>
                <a:lnTo>
                  <a:pt x="744422" y="317049"/>
                </a:lnTo>
                <a:lnTo>
                  <a:pt x="738191" y="316243"/>
                </a:lnTo>
                <a:close/>
              </a:path>
              <a:path w="5142230" h="2300604">
                <a:moveTo>
                  <a:pt x="1503193" y="792265"/>
                </a:moveTo>
                <a:lnTo>
                  <a:pt x="1499048" y="787828"/>
                </a:lnTo>
                <a:lnTo>
                  <a:pt x="1497871" y="783440"/>
                </a:lnTo>
                <a:lnTo>
                  <a:pt x="1501064" y="772978"/>
                </a:lnTo>
                <a:lnTo>
                  <a:pt x="1507651" y="769473"/>
                </a:lnTo>
                <a:lnTo>
                  <a:pt x="1520168" y="773293"/>
                </a:lnTo>
                <a:lnTo>
                  <a:pt x="1523674" y="779880"/>
                </a:lnTo>
                <a:lnTo>
                  <a:pt x="1519848" y="792402"/>
                </a:lnTo>
                <a:lnTo>
                  <a:pt x="1513261" y="795908"/>
                </a:lnTo>
                <a:lnTo>
                  <a:pt x="1507005" y="794000"/>
                </a:lnTo>
                <a:lnTo>
                  <a:pt x="1504995" y="793412"/>
                </a:lnTo>
                <a:lnTo>
                  <a:pt x="1503193" y="792265"/>
                </a:lnTo>
                <a:close/>
              </a:path>
              <a:path w="5142230" h="2300604">
                <a:moveTo>
                  <a:pt x="1435375" y="770790"/>
                </a:moveTo>
                <a:lnTo>
                  <a:pt x="1431230" y="766352"/>
                </a:lnTo>
                <a:lnTo>
                  <a:pt x="1430061" y="761875"/>
                </a:lnTo>
                <a:lnTo>
                  <a:pt x="1431480" y="757627"/>
                </a:lnTo>
                <a:lnTo>
                  <a:pt x="1433484" y="751464"/>
                </a:lnTo>
                <a:lnTo>
                  <a:pt x="1440162" y="748056"/>
                </a:lnTo>
                <a:lnTo>
                  <a:pt x="1446371" y="750108"/>
                </a:lnTo>
                <a:lnTo>
                  <a:pt x="1452624" y="752110"/>
                </a:lnTo>
                <a:lnTo>
                  <a:pt x="1456037" y="758793"/>
                </a:lnTo>
                <a:lnTo>
                  <a:pt x="1451927" y="771207"/>
                </a:lnTo>
                <a:lnTo>
                  <a:pt x="1445254" y="774619"/>
                </a:lnTo>
                <a:lnTo>
                  <a:pt x="1437083" y="771934"/>
                </a:lnTo>
                <a:lnTo>
                  <a:pt x="1435375" y="770790"/>
                </a:lnTo>
                <a:close/>
              </a:path>
              <a:path w="5142230" h="2300604">
                <a:moveTo>
                  <a:pt x="2525213" y="1089680"/>
                </a:moveTo>
                <a:lnTo>
                  <a:pt x="2521023" y="1085194"/>
                </a:lnTo>
                <a:lnTo>
                  <a:pt x="2519912" y="1080388"/>
                </a:lnTo>
                <a:lnTo>
                  <a:pt x="2521710" y="1075960"/>
                </a:lnTo>
                <a:lnTo>
                  <a:pt x="2524088" y="1069904"/>
                </a:lnTo>
                <a:lnTo>
                  <a:pt x="2530987" y="1066928"/>
                </a:lnTo>
                <a:lnTo>
                  <a:pt x="2543101" y="1071783"/>
                </a:lnTo>
                <a:lnTo>
                  <a:pt x="2546072" y="1078677"/>
                </a:lnTo>
                <a:lnTo>
                  <a:pt x="2543694" y="1084734"/>
                </a:lnTo>
                <a:lnTo>
                  <a:pt x="2541222" y="1090787"/>
                </a:lnTo>
                <a:lnTo>
                  <a:pt x="2534323" y="1093762"/>
                </a:lnTo>
                <a:lnTo>
                  <a:pt x="2528320" y="1091344"/>
                </a:lnTo>
                <a:lnTo>
                  <a:pt x="2526596" y="1090671"/>
                </a:lnTo>
                <a:lnTo>
                  <a:pt x="2525213" y="1089680"/>
                </a:lnTo>
                <a:close/>
              </a:path>
              <a:path w="5142230" h="2300604">
                <a:moveTo>
                  <a:pt x="2977733" y="1422389"/>
                </a:moveTo>
                <a:lnTo>
                  <a:pt x="2972804" y="1417113"/>
                </a:lnTo>
                <a:lnTo>
                  <a:pt x="2972404" y="1416391"/>
                </a:lnTo>
                <a:lnTo>
                  <a:pt x="2969055" y="1410753"/>
                </a:lnTo>
                <a:lnTo>
                  <a:pt x="2970860" y="1403497"/>
                </a:lnTo>
                <a:lnTo>
                  <a:pt x="2976497" y="1400149"/>
                </a:lnTo>
                <a:lnTo>
                  <a:pt x="2982089" y="1396751"/>
                </a:lnTo>
                <a:lnTo>
                  <a:pt x="2989341" y="1398551"/>
                </a:lnTo>
                <a:lnTo>
                  <a:pt x="2992690" y="1404188"/>
                </a:lnTo>
                <a:lnTo>
                  <a:pt x="2996092" y="1409785"/>
                </a:lnTo>
                <a:lnTo>
                  <a:pt x="2994234" y="1417082"/>
                </a:lnTo>
                <a:lnTo>
                  <a:pt x="2983779" y="1423387"/>
                </a:lnTo>
                <a:lnTo>
                  <a:pt x="2977733" y="1422389"/>
                </a:lnTo>
                <a:close/>
              </a:path>
              <a:path w="5142230" h="2300604">
                <a:moveTo>
                  <a:pt x="3032434" y="1902427"/>
                </a:moveTo>
                <a:lnTo>
                  <a:pt x="3028289" y="1897990"/>
                </a:lnTo>
                <a:lnTo>
                  <a:pt x="3027048" y="1894218"/>
                </a:lnTo>
                <a:lnTo>
                  <a:pt x="3027790" y="1890321"/>
                </a:lnTo>
                <a:lnTo>
                  <a:pt x="3029050" y="1883948"/>
                </a:lnTo>
                <a:lnTo>
                  <a:pt x="3035237" y="1879721"/>
                </a:lnTo>
                <a:lnTo>
                  <a:pt x="3048090" y="1882141"/>
                </a:lnTo>
                <a:lnTo>
                  <a:pt x="3052264" y="1888368"/>
                </a:lnTo>
                <a:lnTo>
                  <a:pt x="3049843" y="1901221"/>
                </a:lnTo>
                <a:lnTo>
                  <a:pt x="3043616" y="1905405"/>
                </a:lnTo>
                <a:lnTo>
                  <a:pt x="3037238" y="1904149"/>
                </a:lnTo>
                <a:lnTo>
                  <a:pt x="3034651" y="1903726"/>
                </a:lnTo>
                <a:lnTo>
                  <a:pt x="3032434" y="1902427"/>
                </a:lnTo>
                <a:close/>
              </a:path>
              <a:path w="5142230" h="2300604">
                <a:moveTo>
                  <a:pt x="3031908" y="1551736"/>
                </a:moveTo>
                <a:lnTo>
                  <a:pt x="3027762" y="1547299"/>
                </a:lnTo>
                <a:lnTo>
                  <a:pt x="3026783" y="1545566"/>
                </a:lnTo>
                <a:lnTo>
                  <a:pt x="3026231" y="1543607"/>
                </a:lnTo>
                <a:lnTo>
                  <a:pt x="3024561" y="1537323"/>
                </a:lnTo>
                <a:lnTo>
                  <a:pt x="3028370" y="1530844"/>
                </a:lnTo>
                <a:lnTo>
                  <a:pt x="3040947" y="1527495"/>
                </a:lnTo>
                <a:lnTo>
                  <a:pt x="3047476" y="1531258"/>
                </a:lnTo>
                <a:lnTo>
                  <a:pt x="3049101" y="1537592"/>
                </a:lnTo>
                <a:lnTo>
                  <a:pt x="3050771" y="1543876"/>
                </a:lnTo>
                <a:lnTo>
                  <a:pt x="3047057" y="1550359"/>
                </a:lnTo>
                <a:lnTo>
                  <a:pt x="3036339" y="1553157"/>
                </a:lnTo>
                <a:lnTo>
                  <a:pt x="3031908" y="1551736"/>
                </a:lnTo>
                <a:close/>
              </a:path>
              <a:path w="5142230" h="2300604">
                <a:moveTo>
                  <a:pt x="2458842" y="1064572"/>
                </a:moveTo>
                <a:lnTo>
                  <a:pt x="2454651" y="1060086"/>
                </a:lnTo>
                <a:lnTo>
                  <a:pt x="2453533" y="1055468"/>
                </a:lnTo>
                <a:lnTo>
                  <a:pt x="2455145" y="1051133"/>
                </a:lnTo>
                <a:lnTo>
                  <a:pt x="2457337" y="1044976"/>
                </a:lnTo>
                <a:lnTo>
                  <a:pt x="2464144" y="1041803"/>
                </a:lnTo>
                <a:lnTo>
                  <a:pt x="2470301" y="1043996"/>
                </a:lnTo>
                <a:lnTo>
                  <a:pt x="2476414" y="1046239"/>
                </a:lnTo>
                <a:lnTo>
                  <a:pt x="2479581" y="1053050"/>
                </a:lnTo>
                <a:lnTo>
                  <a:pt x="2477339" y="1059154"/>
                </a:lnTo>
                <a:lnTo>
                  <a:pt x="2475151" y="1065316"/>
                </a:lnTo>
                <a:lnTo>
                  <a:pt x="2468339" y="1068483"/>
                </a:lnTo>
                <a:lnTo>
                  <a:pt x="2462231" y="1066245"/>
                </a:lnTo>
                <a:lnTo>
                  <a:pt x="2460364" y="1065615"/>
                </a:lnTo>
                <a:lnTo>
                  <a:pt x="2458842" y="1064572"/>
                </a:lnTo>
                <a:close/>
              </a:path>
              <a:path w="5142230" h="2300604">
                <a:moveTo>
                  <a:pt x="2324266" y="1019627"/>
                </a:moveTo>
                <a:lnTo>
                  <a:pt x="2320116" y="1015185"/>
                </a:lnTo>
                <a:lnTo>
                  <a:pt x="2318948" y="1010806"/>
                </a:lnTo>
                <a:lnTo>
                  <a:pt x="2322231" y="1000343"/>
                </a:lnTo>
                <a:lnTo>
                  <a:pt x="2328819" y="996838"/>
                </a:lnTo>
                <a:lnTo>
                  <a:pt x="2341337" y="1000757"/>
                </a:lnTo>
                <a:lnTo>
                  <a:pt x="2344789" y="1007385"/>
                </a:lnTo>
                <a:lnTo>
                  <a:pt x="2342836" y="1013602"/>
                </a:lnTo>
                <a:lnTo>
                  <a:pt x="2340923" y="1019863"/>
                </a:lnTo>
                <a:lnTo>
                  <a:pt x="2334290" y="1023320"/>
                </a:lnTo>
                <a:lnTo>
                  <a:pt x="2325969" y="1020766"/>
                </a:lnTo>
                <a:lnTo>
                  <a:pt x="2324266" y="1019627"/>
                </a:lnTo>
                <a:close/>
              </a:path>
              <a:path w="5142230" h="2300604">
                <a:moveTo>
                  <a:pt x="1639756" y="831518"/>
                </a:moveTo>
                <a:lnTo>
                  <a:pt x="1635611" y="827081"/>
                </a:lnTo>
                <a:lnTo>
                  <a:pt x="1634432" y="822886"/>
                </a:lnTo>
                <a:lnTo>
                  <a:pt x="1635557" y="818813"/>
                </a:lnTo>
                <a:lnTo>
                  <a:pt x="1637236" y="812497"/>
                </a:lnTo>
                <a:lnTo>
                  <a:pt x="1643788" y="808759"/>
                </a:lnTo>
                <a:lnTo>
                  <a:pt x="1650056" y="810483"/>
                </a:lnTo>
                <a:lnTo>
                  <a:pt x="1656372" y="812161"/>
                </a:lnTo>
                <a:lnTo>
                  <a:pt x="1660110" y="818704"/>
                </a:lnTo>
                <a:lnTo>
                  <a:pt x="1656663" y="831338"/>
                </a:lnTo>
                <a:lnTo>
                  <a:pt x="1650518" y="834827"/>
                </a:lnTo>
                <a:lnTo>
                  <a:pt x="1650160" y="835031"/>
                </a:lnTo>
                <a:lnTo>
                  <a:pt x="1641649" y="832763"/>
                </a:lnTo>
                <a:lnTo>
                  <a:pt x="1639756" y="831518"/>
                </a:lnTo>
                <a:close/>
              </a:path>
              <a:path w="5142230" h="2300604">
                <a:moveTo>
                  <a:pt x="1107235" y="634468"/>
                </a:moveTo>
                <a:lnTo>
                  <a:pt x="1102999" y="629933"/>
                </a:lnTo>
                <a:lnTo>
                  <a:pt x="1102099" y="624473"/>
                </a:lnTo>
                <a:lnTo>
                  <a:pt x="1104568" y="619883"/>
                </a:lnTo>
                <a:lnTo>
                  <a:pt x="1107645" y="614087"/>
                </a:lnTo>
                <a:lnTo>
                  <a:pt x="1114848" y="611924"/>
                </a:lnTo>
                <a:lnTo>
                  <a:pt x="1120591" y="615042"/>
                </a:lnTo>
                <a:lnTo>
                  <a:pt x="1126346" y="618075"/>
                </a:lnTo>
                <a:lnTo>
                  <a:pt x="1128509" y="625278"/>
                </a:lnTo>
                <a:lnTo>
                  <a:pt x="1125476" y="631024"/>
                </a:lnTo>
                <a:lnTo>
                  <a:pt x="1122358" y="636776"/>
                </a:lnTo>
                <a:lnTo>
                  <a:pt x="1115201" y="638988"/>
                </a:lnTo>
                <a:lnTo>
                  <a:pt x="1109453" y="635865"/>
                </a:lnTo>
                <a:lnTo>
                  <a:pt x="1108247" y="635257"/>
                </a:lnTo>
                <a:lnTo>
                  <a:pt x="1107235" y="634468"/>
                </a:lnTo>
                <a:close/>
              </a:path>
              <a:path w="5142230" h="2300604">
                <a:moveTo>
                  <a:pt x="2391786" y="1041370"/>
                </a:moveTo>
                <a:lnTo>
                  <a:pt x="2387646" y="1036938"/>
                </a:lnTo>
                <a:lnTo>
                  <a:pt x="2386525" y="1032415"/>
                </a:lnTo>
                <a:lnTo>
                  <a:pt x="2387899" y="1028119"/>
                </a:lnTo>
                <a:lnTo>
                  <a:pt x="2389948" y="1022102"/>
                </a:lnTo>
                <a:lnTo>
                  <a:pt x="2389997" y="1021958"/>
                </a:lnTo>
                <a:lnTo>
                  <a:pt x="2396670" y="1018546"/>
                </a:lnTo>
                <a:lnTo>
                  <a:pt x="2409090" y="1022750"/>
                </a:lnTo>
                <a:lnTo>
                  <a:pt x="2412452" y="1029379"/>
                </a:lnTo>
                <a:lnTo>
                  <a:pt x="2408390" y="1041648"/>
                </a:lnTo>
                <a:lnTo>
                  <a:pt x="2408343" y="1041792"/>
                </a:lnTo>
                <a:lnTo>
                  <a:pt x="2401623" y="1045156"/>
                </a:lnTo>
                <a:lnTo>
                  <a:pt x="2393449" y="1042466"/>
                </a:lnTo>
                <a:lnTo>
                  <a:pt x="2391786" y="1041370"/>
                </a:lnTo>
                <a:close/>
              </a:path>
              <a:path w="5142230" h="2300604">
                <a:moveTo>
                  <a:pt x="1301371" y="722937"/>
                </a:moveTo>
                <a:lnTo>
                  <a:pt x="1297226" y="718500"/>
                </a:lnTo>
                <a:lnTo>
                  <a:pt x="1296115" y="713694"/>
                </a:lnTo>
                <a:lnTo>
                  <a:pt x="1300201" y="703211"/>
                </a:lnTo>
                <a:lnTo>
                  <a:pt x="1307055" y="700187"/>
                </a:lnTo>
                <a:lnTo>
                  <a:pt x="1319213" y="704991"/>
                </a:lnTo>
                <a:lnTo>
                  <a:pt x="1322233" y="711840"/>
                </a:lnTo>
                <a:lnTo>
                  <a:pt x="1319860" y="717901"/>
                </a:lnTo>
                <a:lnTo>
                  <a:pt x="1317527" y="724006"/>
                </a:lnTo>
                <a:lnTo>
                  <a:pt x="1310628" y="726982"/>
                </a:lnTo>
                <a:lnTo>
                  <a:pt x="1302799" y="723977"/>
                </a:lnTo>
                <a:lnTo>
                  <a:pt x="1301371" y="722937"/>
                </a:lnTo>
                <a:close/>
              </a:path>
              <a:path w="5142230" h="2300604">
                <a:moveTo>
                  <a:pt x="1045408" y="599269"/>
                </a:moveTo>
                <a:lnTo>
                  <a:pt x="1041126" y="594686"/>
                </a:lnTo>
                <a:lnTo>
                  <a:pt x="1040330" y="588946"/>
                </a:lnTo>
                <a:lnTo>
                  <a:pt x="1046534" y="578677"/>
                </a:lnTo>
                <a:lnTo>
                  <a:pt x="1053818" y="576895"/>
                </a:lnTo>
                <a:lnTo>
                  <a:pt x="1059367" y="580294"/>
                </a:lnTo>
                <a:lnTo>
                  <a:pt x="1064965" y="583647"/>
                </a:lnTo>
                <a:lnTo>
                  <a:pt x="1066807" y="590799"/>
                </a:lnTo>
                <a:lnTo>
                  <a:pt x="1060040" y="602128"/>
                </a:lnTo>
                <a:lnTo>
                  <a:pt x="1052757" y="603910"/>
                </a:lnTo>
                <a:lnTo>
                  <a:pt x="1047158" y="600556"/>
                </a:lnTo>
                <a:lnTo>
                  <a:pt x="1046235" y="599958"/>
                </a:lnTo>
                <a:lnTo>
                  <a:pt x="1045408" y="599269"/>
                </a:lnTo>
                <a:close/>
              </a:path>
              <a:path w="5142230" h="2300604">
                <a:moveTo>
                  <a:pt x="827245" y="427506"/>
                </a:moveTo>
                <a:lnTo>
                  <a:pt x="818317" y="417949"/>
                </a:lnTo>
                <a:lnTo>
                  <a:pt x="818522" y="410545"/>
                </a:lnTo>
                <a:lnTo>
                  <a:pt x="828033" y="401568"/>
                </a:lnTo>
                <a:lnTo>
                  <a:pt x="835622" y="401774"/>
                </a:lnTo>
                <a:lnTo>
                  <a:pt x="844464" y="411239"/>
                </a:lnTo>
                <a:lnTo>
                  <a:pt x="844251" y="418733"/>
                </a:lnTo>
                <a:lnTo>
                  <a:pt x="834744" y="427714"/>
                </a:lnTo>
                <a:lnTo>
                  <a:pt x="827245" y="427506"/>
                </a:lnTo>
                <a:close/>
              </a:path>
              <a:path w="5142230" h="2300604">
                <a:moveTo>
                  <a:pt x="3009386" y="1485108"/>
                </a:moveTo>
                <a:lnTo>
                  <a:pt x="3005154" y="1480578"/>
                </a:lnTo>
                <a:lnTo>
                  <a:pt x="3004438" y="1479420"/>
                </a:lnTo>
                <a:lnTo>
                  <a:pt x="3003864" y="1478121"/>
                </a:lnTo>
                <a:lnTo>
                  <a:pt x="3001331" y="1472087"/>
                </a:lnTo>
                <a:lnTo>
                  <a:pt x="3004123" y="1465105"/>
                </a:lnTo>
                <a:lnTo>
                  <a:pt x="3016143" y="1460085"/>
                </a:lnTo>
                <a:lnTo>
                  <a:pt x="3023125" y="1462867"/>
                </a:lnTo>
                <a:lnTo>
                  <a:pt x="3028195" y="1474942"/>
                </a:lnTo>
                <a:lnTo>
                  <a:pt x="3025363" y="1481879"/>
                </a:lnTo>
                <a:lnTo>
                  <a:pt x="3019377" y="1484367"/>
                </a:lnTo>
                <a:lnTo>
                  <a:pt x="3014677" y="1486374"/>
                </a:lnTo>
                <a:lnTo>
                  <a:pt x="3009386" y="1485108"/>
                </a:lnTo>
                <a:close/>
              </a:path>
              <a:path w="5142230" h="2300604">
                <a:moveTo>
                  <a:pt x="780306" y="373643"/>
                </a:moveTo>
                <a:lnTo>
                  <a:pt x="775528" y="368528"/>
                </a:lnTo>
                <a:lnTo>
                  <a:pt x="771495" y="363429"/>
                </a:lnTo>
                <a:lnTo>
                  <a:pt x="772274" y="355954"/>
                </a:lnTo>
                <a:lnTo>
                  <a:pt x="777368" y="351926"/>
                </a:lnTo>
                <a:lnTo>
                  <a:pt x="782465" y="347803"/>
                </a:lnTo>
                <a:lnTo>
                  <a:pt x="789896" y="348623"/>
                </a:lnTo>
                <a:lnTo>
                  <a:pt x="794019" y="353720"/>
                </a:lnTo>
                <a:lnTo>
                  <a:pt x="798047" y="358814"/>
                </a:lnTo>
                <a:lnTo>
                  <a:pt x="797273" y="366294"/>
                </a:lnTo>
                <a:lnTo>
                  <a:pt x="792130" y="370368"/>
                </a:lnTo>
                <a:lnTo>
                  <a:pt x="788477" y="373299"/>
                </a:lnTo>
                <a:lnTo>
                  <a:pt x="787277" y="374263"/>
                </a:lnTo>
                <a:lnTo>
                  <a:pt x="780306" y="373643"/>
                </a:lnTo>
                <a:close/>
              </a:path>
              <a:path w="5142230" h="2300604">
                <a:moveTo>
                  <a:pt x="928466" y="518951"/>
                </a:moveTo>
                <a:lnTo>
                  <a:pt x="923728" y="513880"/>
                </a:lnTo>
                <a:lnTo>
                  <a:pt x="923335" y="507398"/>
                </a:lnTo>
                <a:lnTo>
                  <a:pt x="926989" y="502707"/>
                </a:lnTo>
                <a:lnTo>
                  <a:pt x="931035" y="497558"/>
                </a:lnTo>
                <a:lnTo>
                  <a:pt x="938430" y="496676"/>
                </a:lnTo>
                <a:lnTo>
                  <a:pt x="948729" y="504769"/>
                </a:lnTo>
                <a:lnTo>
                  <a:pt x="949652" y="512208"/>
                </a:lnTo>
                <a:lnTo>
                  <a:pt x="945610" y="517362"/>
                </a:lnTo>
                <a:lnTo>
                  <a:pt x="941513" y="522459"/>
                </a:lnTo>
                <a:lnTo>
                  <a:pt x="934123" y="523345"/>
                </a:lnTo>
                <a:lnTo>
                  <a:pt x="928973" y="519298"/>
                </a:lnTo>
                <a:lnTo>
                  <a:pt x="928466" y="518951"/>
                </a:lnTo>
                <a:close/>
              </a:path>
              <a:path w="5142230" h="2300604">
                <a:moveTo>
                  <a:pt x="2256374" y="998951"/>
                </a:moveTo>
                <a:lnTo>
                  <a:pt x="2252229" y="994514"/>
                </a:lnTo>
                <a:lnTo>
                  <a:pt x="2251003" y="990171"/>
                </a:lnTo>
                <a:lnTo>
                  <a:pt x="2254148" y="979755"/>
                </a:lnTo>
                <a:lnTo>
                  <a:pt x="2260738" y="976156"/>
                </a:lnTo>
                <a:lnTo>
                  <a:pt x="2266995" y="978064"/>
                </a:lnTo>
                <a:lnTo>
                  <a:pt x="2273263" y="979887"/>
                </a:lnTo>
                <a:lnTo>
                  <a:pt x="2276814" y="986523"/>
                </a:lnTo>
                <a:lnTo>
                  <a:pt x="2274946" y="992733"/>
                </a:lnTo>
                <a:lnTo>
                  <a:pt x="2273079" y="999043"/>
                </a:lnTo>
                <a:lnTo>
                  <a:pt x="2266496" y="1002553"/>
                </a:lnTo>
                <a:lnTo>
                  <a:pt x="2260232" y="1000735"/>
                </a:lnTo>
                <a:lnTo>
                  <a:pt x="2258176" y="1000098"/>
                </a:lnTo>
                <a:lnTo>
                  <a:pt x="2256374" y="998951"/>
                </a:lnTo>
                <a:close/>
              </a:path>
              <a:path w="5142230" h="2300604">
                <a:moveTo>
                  <a:pt x="986084" y="561276"/>
                </a:moveTo>
                <a:lnTo>
                  <a:pt x="981151" y="555995"/>
                </a:lnTo>
                <a:lnTo>
                  <a:pt x="980567" y="549994"/>
                </a:lnTo>
                <a:lnTo>
                  <a:pt x="983794" y="545336"/>
                </a:lnTo>
                <a:lnTo>
                  <a:pt x="987473" y="539890"/>
                </a:lnTo>
                <a:lnTo>
                  <a:pt x="994835" y="538583"/>
                </a:lnTo>
                <a:lnTo>
                  <a:pt x="1000231" y="542208"/>
                </a:lnTo>
                <a:lnTo>
                  <a:pt x="1005632" y="545937"/>
                </a:lnTo>
                <a:lnTo>
                  <a:pt x="1006985" y="553348"/>
                </a:lnTo>
                <a:lnTo>
                  <a:pt x="999580" y="564091"/>
                </a:lnTo>
                <a:lnTo>
                  <a:pt x="992268" y="565452"/>
                </a:lnTo>
                <a:lnTo>
                  <a:pt x="986084" y="561276"/>
                </a:lnTo>
                <a:close/>
              </a:path>
              <a:path w="5142230" h="2300604">
                <a:moveTo>
                  <a:pt x="874129" y="473003"/>
                </a:moveTo>
                <a:lnTo>
                  <a:pt x="869254" y="467784"/>
                </a:lnTo>
                <a:lnTo>
                  <a:pt x="869117" y="460893"/>
                </a:lnTo>
                <a:lnTo>
                  <a:pt x="873332" y="456315"/>
                </a:lnTo>
                <a:lnTo>
                  <a:pt x="877698" y="451507"/>
                </a:lnTo>
                <a:lnTo>
                  <a:pt x="885166" y="451095"/>
                </a:lnTo>
                <a:lnTo>
                  <a:pt x="894833" y="459880"/>
                </a:lnTo>
                <a:lnTo>
                  <a:pt x="895186" y="467393"/>
                </a:lnTo>
                <a:lnTo>
                  <a:pt x="886411" y="477060"/>
                </a:lnTo>
                <a:lnTo>
                  <a:pt x="878983" y="477417"/>
                </a:lnTo>
                <a:lnTo>
                  <a:pt x="874129" y="473003"/>
                </a:lnTo>
                <a:close/>
              </a:path>
              <a:path w="5142230" h="2300604">
                <a:moveTo>
                  <a:pt x="1368081" y="747821"/>
                </a:moveTo>
                <a:lnTo>
                  <a:pt x="1363890" y="743335"/>
                </a:lnTo>
                <a:lnTo>
                  <a:pt x="1362773" y="738718"/>
                </a:lnTo>
                <a:lnTo>
                  <a:pt x="1364335" y="734428"/>
                </a:lnTo>
                <a:lnTo>
                  <a:pt x="1366528" y="728271"/>
                </a:lnTo>
                <a:lnTo>
                  <a:pt x="1373294" y="725055"/>
                </a:lnTo>
                <a:lnTo>
                  <a:pt x="1385608" y="729439"/>
                </a:lnTo>
                <a:lnTo>
                  <a:pt x="1388778" y="736157"/>
                </a:lnTo>
                <a:lnTo>
                  <a:pt x="1386631" y="742363"/>
                </a:lnTo>
                <a:lnTo>
                  <a:pt x="1384439" y="748520"/>
                </a:lnTo>
                <a:lnTo>
                  <a:pt x="1377668" y="751731"/>
                </a:lnTo>
                <a:lnTo>
                  <a:pt x="1371516" y="749543"/>
                </a:lnTo>
                <a:lnTo>
                  <a:pt x="1369698" y="748868"/>
                </a:lnTo>
                <a:lnTo>
                  <a:pt x="1368081" y="747821"/>
                </a:lnTo>
                <a:close/>
              </a:path>
              <a:path w="5142230" h="2300604">
                <a:moveTo>
                  <a:pt x="2051913" y="939211"/>
                </a:moveTo>
                <a:lnTo>
                  <a:pt x="2047768" y="934774"/>
                </a:lnTo>
                <a:lnTo>
                  <a:pt x="2046584" y="930575"/>
                </a:lnTo>
                <a:lnTo>
                  <a:pt x="2049446" y="920149"/>
                </a:lnTo>
                <a:lnTo>
                  <a:pt x="2055945" y="916452"/>
                </a:lnTo>
                <a:lnTo>
                  <a:pt x="2068571" y="919997"/>
                </a:lnTo>
                <a:lnTo>
                  <a:pt x="2072268" y="926497"/>
                </a:lnTo>
                <a:lnTo>
                  <a:pt x="2068771" y="939077"/>
                </a:lnTo>
                <a:lnTo>
                  <a:pt x="2062267" y="942769"/>
                </a:lnTo>
                <a:lnTo>
                  <a:pt x="2055959" y="941001"/>
                </a:lnTo>
                <a:lnTo>
                  <a:pt x="2053760" y="940407"/>
                </a:lnTo>
                <a:lnTo>
                  <a:pt x="2051913" y="939211"/>
                </a:lnTo>
                <a:close/>
              </a:path>
              <a:path w="5142230" h="2300604">
                <a:moveTo>
                  <a:pt x="3045460" y="1620982"/>
                </a:moveTo>
                <a:lnTo>
                  <a:pt x="3041315" y="1616545"/>
                </a:lnTo>
                <a:lnTo>
                  <a:pt x="3040207" y="1614284"/>
                </a:lnTo>
                <a:lnTo>
                  <a:pt x="3039824" y="1611820"/>
                </a:lnTo>
                <a:lnTo>
                  <a:pt x="3038910" y="1605369"/>
                </a:lnTo>
                <a:lnTo>
                  <a:pt x="3043412" y="1599338"/>
                </a:lnTo>
                <a:lnTo>
                  <a:pt x="3049909" y="1598473"/>
                </a:lnTo>
                <a:lnTo>
                  <a:pt x="3056409" y="1597514"/>
                </a:lnTo>
                <a:lnTo>
                  <a:pt x="3062341" y="1602007"/>
                </a:lnTo>
                <a:lnTo>
                  <a:pt x="3064218" y="1614964"/>
                </a:lnTo>
                <a:lnTo>
                  <a:pt x="3059671" y="1620947"/>
                </a:lnTo>
                <a:lnTo>
                  <a:pt x="3053215" y="1621855"/>
                </a:lnTo>
                <a:lnTo>
                  <a:pt x="3049233" y="1622480"/>
                </a:lnTo>
                <a:lnTo>
                  <a:pt x="3045460" y="1620982"/>
                </a:lnTo>
                <a:close/>
              </a:path>
              <a:path w="5142230" h="2300604">
                <a:moveTo>
                  <a:pt x="2913101" y="2300034"/>
                </a:moveTo>
                <a:lnTo>
                  <a:pt x="2915179" y="2293010"/>
                </a:lnTo>
                <a:lnTo>
                  <a:pt x="2921766" y="2289504"/>
                </a:lnTo>
                <a:lnTo>
                  <a:pt x="2934299" y="2293146"/>
                </a:lnTo>
                <a:lnTo>
                  <a:pt x="2937850" y="2299782"/>
                </a:lnTo>
                <a:lnTo>
                  <a:pt x="2937776" y="2300034"/>
                </a:lnTo>
                <a:lnTo>
                  <a:pt x="2913101" y="2300034"/>
                </a:lnTo>
                <a:close/>
              </a:path>
              <a:path w="5142230" h="2300604">
                <a:moveTo>
                  <a:pt x="2833945" y="1260843"/>
                </a:moveTo>
                <a:lnTo>
                  <a:pt x="2829208" y="1255772"/>
                </a:lnTo>
                <a:lnTo>
                  <a:pt x="2828912" y="1249200"/>
                </a:lnTo>
                <a:lnTo>
                  <a:pt x="2832660" y="1244512"/>
                </a:lnTo>
                <a:lnTo>
                  <a:pt x="2836797" y="1239460"/>
                </a:lnTo>
                <a:lnTo>
                  <a:pt x="2844189" y="1238673"/>
                </a:lnTo>
                <a:lnTo>
                  <a:pt x="2854388" y="1246951"/>
                </a:lnTo>
                <a:lnTo>
                  <a:pt x="2855126" y="1254388"/>
                </a:lnTo>
                <a:lnTo>
                  <a:pt x="2851029" y="1259484"/>
                </a:lnTo>
                <a:lnTo>
                  <a:pt x="2846892" y="1264537"/>
                </a:lnTo>
                <a:lnTo>
                  <a:pt x="2839455" y="1265275"/>
                </a:lnTo>
                <a:lnTo>
                  <a:pt x="2834407" y="1261142"/>
                </a:lnTo>
                <a:lnTo>
                  <a:pt x="2833945" y="1260843"/>
                </a:lnTo>
                <a:close/>
              </a:path>
              <a:path w="5142230" h="2300604">
                <a:moveTo>
                  <a:pt x="2938035" y="2244265"/>
                </a:moveTo>
                <a:lnTo>
                  <a:pt x="2933890" y="2239827"/>
                </a:lnTo>
                <a:lnTo>
                  <a:pt x="2932722" y="2235449"/>
                </a:lnTo>
                <a:lnTo>
                  <a:pt x="2933994" y="2231239"/>
                </a:lnTo>
                <a:lnTo>
                  <a:pt x="2935956" y="2225032"/>
                </a:lnTo>
                <a:lnTo>
                  <a:pt x="2942543" y="2221526"/>
                </a:lnTo>
                <a:lnTo>
                  <a:pt x="2955061" y="2225347"/>
                </a:lnTo>
                <a:lnTo>
                  <a:pt x="2958517" y="2231979"/>
                </a:lnTo>
                <a:lnTo>
                  <a:pt x="2954697" y="2244506"/>
                </a:lnTo>
                <a:lnTo>
                  <a:pt x="2948064" y="2247963"/>
                </a:lnTo>
                <a:lnTo>
                  <a:pt x="2939748" y="2245413"/>
                </a:lnTo>
                <a:lnTo>
                  <a:pt x="2938035" y="2244265"/>
                </a:lnTo>
                <a:close/>
              </a:path>
              <a:path w="5142230" h="2300604">
                <a:moveTo>
                  <a:pt x="3051370" y="1691332"/>
                </a:moveTo>
                <a:lnTo>
                  <a:pt x="3047225" y="1686895"/>
                </a:lnTo>
                <a:lnTo>
                  <a:pt x="3046043" y="1684164"/>
                </a:lnTo>
                <a:lnTo>
                  <a:pt x="3045954" y="1681234"/>
                </a:lnTo>
                <a:lnTo>
                  <a:pt x="3045708" y="1674715"/>
                </a:lnTo>
                <a:lnTo>
                  <a:pt x="3050805" y="1669223"/>
                </a:lnTo>
                <a:lnTo>
                  <a:pt x="3063847" y="1668718"/>
                </a:lnTo>
                <a:lnTo>
                  <a:pt x="3069339" y="1673815"/>
                </a:lnTo>
                <a:lnTo>
                  <a:pt x="3069844" y="1686867"/>
                </a:lnTo>
                <a:lnTo>
                  <a:pt x="3064747" y="1692359"/>
                </a:lnTo>
                <a:lnTo>
                  <a:pt x="3058219" y="1692604"/>
                </a:lnTo>
                <a:lnTo>
                  <a:pt x="3054630" y="1692770"/>
                </a:lnTo>
                <a:lnTo>
                  <a:pt x="3051370" y="1691332"/>
                </a:lnTo>
                <a:close/>
              </a:path>
              <a:path w="5142230" h="2300604">
                <a:moveTo>
                  <a:pt x="1777085" y="867681"/>
                </a:moveTo>
                <a:lnTo>
                  <a:pt x="1772940" y="863244"/>
                </a:lnTo>
                <a:lnTo>
                  <a:pt x="1771712" y="859095"/>
                </a:lnTo>
                <a:lnTo>
                  <a:pt x="1772695" y="855064"/>
                </a:lnTo>
                <a:lnTo>
                  <a:pt x="1774373" y="848748"/>
                </a:lnTo>
                <a:lnTo>
                  <a:pt x="1780835" y="844912"/>
                </a:lnTo>
                <a:lnTo>
                  <a:pt x="1793470" y="848175"/>
                </a:lnTo>
                <a:lnTo>
                  <a:pt x="1797260" y="854578"/>
                </a:lnTo>
                <a:lnTo>
                  <a:pt x="1794043" y="867263"/>
                </a:lnTo>
                <a:lnTo>
                  <a:pt x="1787650" y="871073"/>
                </a:lnTo>
                <a:lnTo>
                  <a:pt x="1781226" y="869475"/>
                </a:lnTo>
                <a:lnTo>
                  <a:pt x="1779027" y="868881"/>
                </a:lnTo>
                <a:lnTo>
                  <a:pt x="1777085" y="867681"/>
                </a:lnTo>
                <a:close/>
              </a:path>
              <a:path w="5142230" h="2300604">
                <a:moveTo>
                  <a:pt x="2959089" y="2176485"/>
                </a:moveTo>
                <a:lnTo>
                  <a:pt x="2954944" y="2172048"/>
                </a:lnTo>
                <a:lnTo>
                  <a:pt x="2953771" y="2167664"/>
                </a:lnTo>
                <a:lnTo>
                  <a:pt x="2955048" y="2163459"/>
                </a:lnTo>
                <a:lnTo>
                  <a:pt x="2957001" y="2157242"/>
                </a:lnTo>
                <a:lnTo>
                  <a:pt x="2963637" y="2153691"/>
                </a:lnTo>
                <a:lnTo>
                  <a:pt x="2969854" y="2155654"/>
                </a:lnTo>
                <a:lnTo>
                  <a:pt x="2976115" y="2157567"/>
                </a:lnTo>
                <a:lnTo>
                  <a:pt x="2979617" y="2164248"/>
                </a:lnTo>
                <a:lnTo>
                  <a:pt x="2977659" y="2170460"/>
                </a:lnTo>
                <a:lnTo>
                  <a:pt x="2975742" y="2176716"/>
                </a:lnTo>
                <a:lnTo>
                  <a:pt x="2969109" y="2180173"/>
                </a:lnTo>
                <a:lnTo>
                  <a:pt x="2960797" y="2177629"/>
                </a:lnTo>
                <a:lnTo>
                  <a:pt x="2959089" y="2176485"/>
                </a:lnTo>
                <a:close/>
              </a:path>
              <a:path w="5142230" h="2300604">
                <a:moveTo>
                  <a:pt x="1983381" y="920686"/>
                </a:moveTo>
                <a:lnTo>
                  <a:pt x="1979236" y="916248"/>
                </a:lnTo>
                <a:lnTo>
                  <a:pt x="1978054" y="912148"/>
                </a:lnTo>
                <a:lnTo>
                  <a:pt x="1980817" y="901714"/>
                </a:lnTo>
                <a:lnTo>
                  <a:pt x="1987270" y="897969"/>
                </a:lnTo>
                <a:lnTo>
                  <a:pt x="1999903" y="901325"/>
                </a:lnTo>
                <a:lnTo>
                  <a:pt x="2003649" y="907779"/>
                </a:lnTo>
                <a:lnTo>
                  <a:pt x="2000292" y="920411"/>
                </a:lnTo>
                <a:lnTo>
                  <a:pt x="1994075" y="924020"/>
                </a:lnTo>
                <a:lnTo>
                  <a:pt x="1993838" y="924157"/>
                </a:lnTo>
                <a:lnTo>
                  <a:pt x="1985323" y="921885"/>
                </a:lnTo>
                <a:lnTo>
                  <a:pt x="1983381" y="920686"/>
                </a:lnTo>
                <a:close/>
              </a:path>
              <a:path w="5142230" h="2300604">
                <a:moveTo>
                  <a:pt x="1914684" y="902862"/>
                </a:moveTo>
                <a:lnTo>
                  <a:pt x="1910494" y="898377"/>
                </a:lnTo>
                <a:lnTo>
                  <a:pt x="1909307" y="894271"/>
                </a:lnTo>
                <a:lnTo>
                  <a:pt x="1911980" y="883839"/>
                </a:lnTo>
                <a:lnTo>
                  <a:pt x="1918433" y="880093"/>
                </a:lnTo>
                <a:lnTo>
                  <a:pt x="1931118" y="883311"/>
                </a:lnTo>
                <a:lnTo>
                  <a:pt x="1934958" y="889767"/>
                </a:lnTo>
                <a:lnTo>
                  <a:pt x="1933300" y="896007"/>
                </a:lnTo>
                <a:lnTo>
                  <a:pt x="1931647" y="902448"/>
                </a:lnTo>
                <a:lnTo>
                  <a:pt x="1925234" y="906238"/>
                </a:lnTo>
                <a:lnTo>
                  <a:pt x="1918994" y="904641"/>
                </a:lnTo>
                <a:lnTo>
                  <a:pt x="1916626" y="904062"/>
                </a:lnTo>
                <a:lnTo>
                  <a:pt x="1914684" y="902862"/>
                </a:lnTo>
                <a:close/>
              </a:path>
              <a:path w="5142230" h="2300604">
                <a:moveTo>
                  <a:pt x="1845882" y="885220"/>
                </a:moveTo>
                <a:lnTo>
                  <a:pt x="1841741" y="880788"/>
                </a:lnTo>
                <a:lnTo>
                  <a:pt x="1840510" y="876733"/>
                </a:lnTo>
                <a:lnTo>
                  <a:pt x="1843179" y="866296"/>
                </a:lnTo>
                <a:lnTo>
                  <a:pt x="1849587" y="862501"/>
                </a:lnTo>
                <a:lnTo>
                  <a:pt x="1862271" y="865718"/>
                </a:lnTo>
                <a:lnTo>
                  <a:pt x="1866111" y="872175"/>
                </a:lnTo>
                <a:lnTo>
                  <a:pt x="1862844" y="884806"/>
                </a:lnTo>
                <a:lnTo>
                  <a:pt x="1856441" y="888605"/>
                </a:lnTo>
                <a:lnTo>
                  <a:pt x="1850121" y="887021"/>
                </a:lnTo>
                <a:lnTo>
                  <a:pt x="1847828" y="886424"/>
                </a:lnTo>
                <a:lnTo>
                  <a:pt x="1845882" y="885220"/>
                </a:lnTo>
                <a:close/>
              </a:path>
              <a:path w="5142230" h="2300604">
                <a:moveTo>
                  <a:pt x="2716842" y="1180939"/>
                </a:moveTo>
                <a:lnTo>
                  <a:pt x="2712611" y="1176410"/>
                </a:lnTo>
                <a:lnTo>
                  <a:pt x="2711766" y="1170716"/>
                </a:lnTo>
                <a:lnTo>
                  <a:pt x="2714424" y="1166132"/>
                </a:lnTo>
                <a:lnTo>
                  <a:pt x="2717732" y="1160486"/>
                </a:lnTo>
                <a:lnTo>
                  <a:pt x="2724973" y="1158560"/>
                </a:lnTo>
                <a:lnTo>
                  <a:pt x="2736266" y="1165077"/>
                </a:lnTo>
                <a:lnTo>
                  <a:pt x="2738191" y="1172319"/>
                </a:lnTo>
                <a:lnTo>
                  <a:pt x="2734888" y="1177970"/>
                </a:lnTo>
                <a:lnTo>
                  <a:pt x="2731625" y="1183666"/>
                </a:lnTo>
                <a:lnTo>
                  <a:pt x="2724428" y="1185541"/>
                </a:lnTo>
                <a:lnTo>
                  <a:pt x="2718737" y="1182283"/>
                </a:lnTo>
                <a:lnTo>
                  <a:pt x="2717714" y="1181677"/>
                </a:lnTo>
                <a:lnTo>
                  <a:pt x="2716842" y="1180939"/>
                </a:lnTo>
                <a:close/>
              </a:path>
              <a:path w="5142230" h="2300604">
                <a:moveTo>
                  <a:pt x="2654535" y="1147377"/>
                </a:moveTo>
                <a:lnTo>
                  <a:pt x="2650303" y="1142847"/>
                </a:lnTo>
                <a:lnTo>
                  <a:pt x="2649446" y="1137531"/>
                </a:lnTo>
                <a:lnTo>
                  <a:pt x="2651673" y="1132975"/>
                </a:lnTo>
                <a:lnTo>
                  <a:pt x="2654705" y="1127130"/>
                </a:lnTo>
                <a:lnTo>
                  <a:pt x="2661775" y="1124826"/>
                </a:lnTo>
                <a:lnTo>
                  <a:pt x="2673472" y="1130700"/>
                </a:lnTo>
                <a:lnTo>
                  <a:pt x="2675780" y="1137766"/>
                </a:lnTo>
                <a:lnTo>
                  <a:pt x="2669901" y="1149458"/>
                </a:lnTo>
                <a:lnTo>
                  <a:pt x="2662787" y="1151812"/>
                </a:lnTo>
                <a:lnTo>
                  <a:pt x="2656943" y="1148880"/>
                </a:lnTo>
                <a:lnTo>
                  <a:pt x="2655686" y="1148219"/>
                </a:lnTo>
                <a:lnTo>
                  <a:pt x="2654535" y="1147377"/>
                </a:lnTo>
                <a:close/>
              </a:path>
              <a:path w="5142230" h="2300604">
                <a:moveTo>
                  <a:pt x="3043834" y="1832426"/>
                </a:moveTo>
                <a:lnTo>
                  <a:pt x="3039734" y="1828037"/>
                </a:lnTo>
                <a:lnTo>
                  <a:pt x="3038484" y="1824549"/>
                </a:lnTo>
                <a:lnTo>
                  <a:pt x="3039720" y="1814436"/>
                </a:lnTo>
                <a:lnTo>
                  <a:pt x="3045687" y="1809876"/>
                </a:lnTo>
                <a:lnTo>
                  <a:pt x="3052175" y="1810663"/>
                </a:lnTo>
                <a:lnTo>
                  <a:pt x="3058656" y="1811540"/>
                </a:lnTo>
                <a:lnTo>
                  <a:pt x="3063274" y="1817461"/>
                </a:lnTo>
                <a:lnTo>
                  <a:pt x="3062392" y="1823946"/>
                </a:lnTo>
                <a:lnTo>
                  <a:pt x="3061605" y="1830434"/>
                </a:lnTo>
                <a:lnTo>
                  <a:pt x="3055638" y="1834995"/>
                </a:lnTo>
                <a:lnTo>
                  <a:pt x="3049105" y="1834158"/>
                </a:lnTo>
                <a:lnTo>
                  <a:pt x="3046285" y="1833779"/>
                </a:lnTo>
                <a:lnTo>
                  <a:pt x="3043834" y="1832426"/>
                </a:lnTo>
                <a:close/>
              </a:path>
              <a:path w="5142230" h="2300604">
                <a:moveTo>
                  <a:pt x="2776748" y="1218480"/>
                </a:moveTo>
                <a:lnTo>
                  <a:pt x="2772471" y="1213902"/>
                </a:lnTo>
                <a:lnTo>
                  <a:pt x="2771876" y="1207791"/>
                </a:lnTo>
                <a:lnTo>
                  <a:pt x="2778683" y="1197679"/>
                </a:lnTo>
                <a:lnTo>
                  <a:pt x="2786053" y="1196283"/>
                </a:lnTo>
                <a:lnTo>
                  <a:pt x="2796845" y="1203632"/>
                </a:lnTo>
                <a:lnTo>
                  <a:pt x="2798247" y="1210998"/>
                </a:lnTo>
                <a:lnTo>
                  <a:pt x="2794621" y="1216402"/>
                </a:lnTo>
                <a:lnTo>
                  <a:pt x="2790897" y="1221799"/>
                </a:lnTo>
                <a:lnTo>
                  <a:pt x="2783573" y="1223245"/>
                </a:lnTo>
                <a:lnTo>
                  <a:pt x="2777438" y="1219023"/>
                </a:lnTo>
                <a:lnTo>
                  <a:pt x="2776748" y="1218480"/>
                </a:lnTo>
                <a:close/>
              </a:path>
              <a:path w="5142230" h="2300604">
                <a:moveTo>
                  <a:pt x="2886405" y="1307714"/>
                </a:moveTo>
                <a:lnTo>
                  <a:pt x="2881754" y="1302736"/>
                </a:lnTo>
                <a:lnTo>
                  <a:pt x="2881813" y="1295467"/>
                </a:lnTo>
                <a:lnTo>
                  <a:pt x="2886313" y="1290999"/>
                </a:lnTo>
                <a:lnTo>
                  <a:pt x="2890909" y="1286340"/>
                </a:lnTo>
                <a:lnTo>
                  <a:pt x="2898369" y="1286311"/>
                </a:lnTo>
                <a:lnTo>
                  <a:pt x="2907687" y="1295503"/>
                </a:lnTo>
                <a:lnTo>
                  <a:pt x="2907668" y="1303009"/>
                </a:lnTo>
                <a:lnTo>
                  <a:pt x="2898524" y="1312281"/>
                </a:lnTo>
                <a:lnTo>
                  <a:pt x="2890965" y="1312302"/>
                </a:lnTo>
                <a:lnTo>
                  <a:pt x="2886405" y="1307714"/>
                </a:lnTo>
                <a:close/>
              </a:path>
              <a:path w="5142230" h="2300604">
                <a:moveTo>
                  <a:pt x="1170721" y="666555"/>
                </a:moveTo>
                <a:lnTo>
                  <a:pt x="1166535" y="662074"/>
                </a:lnTo>
                <a:lnTo>
                  <a:pt x="1165531" y="656894"/>
                </a:lnTo>
                <a:lnTo>
                  <a:pt x="1167669" y="652340"/>
                </a:lnTo>
                <a:lnTo>
                  <a:pt x="1170512" y="646488"/>
                </a:lnTo>
                <a:lnTo>
                  <a:pt x="1177538" y="643942"/>
                </a:lnTo>
                <a:lnTo>
                  <a:pt x="1189384" y="649585"/>
                </a:lnTo>
                <a:lnTo>
                  <a:pt x="1191882" y="656657"/>
                </a:lnTo>
                <a:lnTo>
                  <a:pt x="1189080" y="662553"/>
                </a:lnTo>
                <a:lnTo>
                  <a:pt x="1186242" y="668410"/>
                </a:lnTo>
                <a:lnTo>
                  <a:pt x="1179170" y="670907"/>
                </a:lnTo>
                <a:lnTo>
                  <a:pt x="1173269" y="668110"/>
                </a:lnTo>
                <a:lnTo>
                  <a:pt x="1171922" y="667450"/>
                </a:lnTo>
                <a:lnTo>
                  <a:pt x="1170721" y="666555"/>
                </a:lnTo>
                <a:close/>
              </a:path>
              <a:path w="5142230" h="2300604">
                <a:moveTo>
                  <a:pt x="2188275" y="978835"/>
                </a:moveTo>
                <a:lnTo>
                  <a:pt x="2184129" y="974398"/>
                </a:lnTo>
                <a:lnTo>
                  <a:pt x="2182954" y="970109"/>
                </a:lnTo>
                <a:lnTo>
                  <a:pt x="2184131" y="965895"/>
                </a:lnTo>
                <a:lnTo>
                  <a:pt x="2185999" y="959685"/>
                </a:lnTo>
                <a:lnTo>
                  <a:pt x="2192585" y="956080"/>
                </a:lnTo>
                <a:lnTo>
                  <a:pt x="2205118" y="959722"/>
                </a:lnTo>
                <a:lnTo>
                  <a:pt x="2208713" y="966307"/>
                </a:lnTo>
                <a:lnTo>
                  <a:pt x="2206846" y="972617"/>
                </a:lnTo>
                <a:lnTo>
                  <a:pt x="2205028" y="978881"/>
                </a:lnTo>
                <a:lnTo>
                  <a:pt x="2198442" y="982486"/>
                </a:lnTo>
                <a:lnTo>
                  <a:pt x="2192132" y="980619"/>
                </a:lnTo>
                <a:lnTo>
                  <a:pt x="2190077" y="979982"/>
                </a:lnTo>
                <a:lnTo>
                  <a:pt x="2188275" y="978835"/>
                </a:lnTo>
                <a:close/>
              </a:path>
              <a:path w="5142230" h="2300604">
                <a:moveTo>
                  <a:pt x="1235486" y="696004"/>
                </a:moveTo>
                <a:lnTo>
                  <a:pt x="1231296" y="691518"/>
                </a:lnTo>
                <a:lnTo>
                  <a:pt x="1230285" y="686526"/>
                </a:lnTo>
                <a:lnTo>
                  <a:pt x="1232231" y="682061"/>
                </a:lnTo>
                <a:lnTo>
                  <a:pt x="1234749" y="676056"/>
                </a:lnTo>
                <a:lnTo>
                  <a:pt x="1241732" y="673268"/>
                </a:lnTo>
                <a:lnTo>
                  <a:pt x="1247737" y="675885"/>
                </a:lnTo>
                <a:lnTo>
                  <a:pt x="1253742" y="678402"/>
                </a:lnTo>
                <a:lnTo>
                  <a:pt x="1256457" y="685219"/>
                </a:lnTo>
                <a:lnTo>
                  <a:pt x="1253909" y="691386"/>
                </a:lnTo>
                <a:lnTo>
                  <a:pt x="1251347" y="697441"/>
                </a:lnTo>
                <a:lnTo>
                  <a:pt x="1244408" y="700179"/>
                </a:lnTo>
                <a:lnTo>
                  <a:pt x="1236823" y="696946"/>
                </a:lnTo>
                <a:lnTo>
                  <a:pt x="1235486" y="696004"/>
                </a:lnTo>
                <a:close/>
              </a:path>
              <a:path w="5142230" h="2300604">
                <a:moveTo>
                  <a:pt x="3017375" y="1971738"/>
                </a:moveTo>
                <a:lnTo>
                  <a:pt x="3013185" y="1967252"/>
                </a:lnTo>
                <a:lnTo>
                  <a:pt x="3011995" y="1963241"/>
                </a:lnTo>
                <a:lnTo>
                  <a:pt x="3012933" y="1959260"/>
                </a:lnTo>
                <a:lnTo>
                  <a:pt x="3014471" y="1952892"/>
                </a:lnTo>
                <a:lnTo>
                  <a:pt x="3020837" y="1948954"/>
                </a:lnTo>
                <a:lnTo>
                  <a:pt x="3033578" y="1952036"/>
                </a:lnTo>
                <a:lnTo>
                  <a:pt x="3037511" y="1958397"/>
                </a:lnTo>
                <a:lnTo>
                  <a:pt x="3035972" y="1964765"/>
                </a:lnTo>
                <a:lnTo>
                  <a:pt x="3034483" y="1971088"/>
                </a:lnTo>
                <a:lnTo>
                  <a:pt x="3028121" y="1975031"/>
                </a:lnTo>
                <a:lnTo>
                  <a:pt x="3021749" y="1973487"/>
                </a:lnTo>
                <a:lnTo>
                  <a:pt x="3019412" y="1972940"/>
                </a:lnTo>
                <a:lnTo>
                  <a:pt x="3017375" y="1971738"/>
                </a:lnTo>
                <a:close/>
              </a:path>
              <a:path w="5142230" h="2300604">
                <a:moveTo>
                  <a:pt x="2590562" y="1117114"/>
                </a:moveTo>
                <a:lnTo>
                  <a:pt x="2586367" y="1112624"/>
                </a:lnTo>
                <a:lnTo>
                  <a:pt x="2585315" y="1107588"/>
                </a:lnTo>
                <a:lnTo>
                  <a:pt x="2589968" y="1097125"/>
                </a:lnTo>
                <a:lnTo>
                  <a:pt x="2596952" y="1094435"/>
                </a:lnTo>
                <a:lnTo>
                  <a:pt x="2608902" y="1099799"/>
                </a:lnTo>
                <a:lnTo>
                  <a:pt x="2611591" y="1106783"/>
                </a:lnTo>
                <a:lnTo>
                  <a:pt x="2606272" y="1118683"/>
                </a:lnTo>
                <a:lnTo>
                  <a:pt x="2599288" y="1121372"/>
                </a:lnTo>
                <a:lnTo>
                  <a:pt x="2593340" y="1118720"/>
                </a:lnTo>
                <a:lnTo>
                  <a:pt x="2591805" y="1118054"/>
                </a:lnTo>
                <a:lnTo>
                  <a:pt x="2590562" y="1117114"/>
                </a:lnTo>
                <a:close/>
              </a:path>
              <a:path w="5142230" h="2300604">
                <a:moveTo>
                  <a:pt x="1708388" y="849858"/>
                </a:moveTo>
                <a:lnTo>
                  <a:pt x="1704243" y="845421"/>
                </a:lnTo>
                <a:lnTo>
                  <a:pt x="1703015" y="841272"/>
                </a:lnTo>
                <a:lnTo>
                  <a:pt x="1704046" y="837195"/>
                </a:lnTo>
                <a:lnTo>
                  <a:pt x="1705725" y="830879"/>
                </a:lnTo>
                <a:lnTo>
                  <a:pt x="1712050" y="827191"/>
                </a:lnTo>
                <a:lnTo>
                  <a:pt x="1712227" y="827088"/>
                </a:lnTo>
                <a:lnTo>
                  <a:pt x="1724819" y="830401"/>
                </a:lnTo>
                <a:lnTo>
                  <a:pt x="1728606" y="836898"/>
                </a:lnTo>
                <a:lnTo>
                  <a:pt x="1725347" y="849539"/>
                </a:lnTo>
                <a:lnTo>
                  <a:pt x="1719022" y="853227"/>
                </a:lnTo>
                <a:lnTo>
                  <a:pt x="1718845" y="853330"/>
                </a:lnTo>
                <a:lnTo>
                  <a:pt x="1712529" y="851652"/>
                </a:lnTo>
                <a:lnTo>
                  <a:pt x="1710282" y="851103"/>
                </a:lnTo>
                <a:lnTo>
                  <a:pt x="1708388" y="849858"/>
                </a:lnTo>
                <a:close/>
              </a:path>
              <a:path w="5142230" h="2300604">
                <a:moveTo>
                  <a:pt x="2979854" y="2108591"/>
                </a:moveTo>
                <a:lnTo>
                  <a:pt x="2975714" y="2104159"/>
                </a:lnTo>
                <a:lnTo>
                  <a:pt x="2974488" y="2099817"/>
                </a:lnTo>
                <a:lnTo>
                  <a:pt x="2977628" y="2089396"/>
                </a:lnTo>
                <a:lnTo>
                  <a:pt x="2984218" y="2085796"/>
                </a:lnTo>
                <a:lnTo>
                  <a:pt x="2990484" y="2087714"/>
                </a:lnTo>
                <a:lnTo>
                  <a:pt x="2996748" y="2089532"/>
                </a:lnTo>
                <a:lnTo>
                  <a:pt x="3000299" y="2096168"/>
                </a:lnTo>
                <a:lnTo>
                  <a:pt x="2998481" y="2102432"/>
                </a:lnTo>
                <a:lnTo>
                  <a:pt x="2996568" y="2108693"/>
                </a:lnTo>
                <a:lnTo>
                  <a:pt x="2990026" y="2112247"/>
                </a:lnTo>
                <a:lnTo>
                  <a:pt x="2983717" y="2110380"/>
                </a:lnTo>
                <a:lnTo>
                  <a:pt x="2981661" y="2109743"/>
                </a:lnTo>
                <a:lnTo>
                  <a:pt x="2979854" y="2108591"/>
                </a:lnTo>
                <a:close/>
              </a:path>
              <a:path w="5142230" h="2300604">
                <a:moveTo>
                  <a:pt x="2999552" y="2040435"/>
                </a:moveTo>
                <a:lnTo>
                  <a:pt x="2995362" y="2035949"/>
                </a:lnTo>
                <a:lnTo>
                  <a:pt x="2994183" y="2031754"/>
                </a:lnTo>
                <a:lnTo>
                  <a:pt x="2995361" y="2027640"/>
                </a:lnTo>
                <a:lnTo>
                  <a:pt x="2997035" y="2021319"/>
                </a:lnTo>
                <a:lnTo>
                  <a:pt x="3003117" y="2017859"/>
                </a:lnTo>
                <a:lnTo>
                  <a:pt x="3003534" y="2017622"/>
                </a:lnTo>
                <a:lnTo>
                  <a:pt x="3016168" y="2021078"/>
                </a:lnTo>
                <a:lnTo>
                  <a:pt x="3019911" y="2027626"/>
                </a:lnTo>
                <a:lnTo>
                  <a:pt x="3018133" y="2033934"/>
                </a:lnTo>
                <a:lnTo>
                  <a:pt x="3016409" y="2040201"/>
                </a:lnTo>
                <a:lnTo>
                  <a:pt x="3010328" y="2043661"/>
                </a:lnTo>
                <a:lnTo>
                  <a:pt x="3009910" y="2043899"/>
                </a:lnTo>
                <a:lnTo>
                  <a:pt x="3001444" y="2041580"/>
                </a:lnTo>
                <a:lnTo>
                  <a:pt x="2999552" y="2040435"/>
                </a:lnTo>
                <a:close/>
              </a:path>
              <a:path w="5142230" h="2300604">
                <a:moveTo>
                  <a:pt x="2120126" y="958765"/>
                </a:moveTo>
                <a:lnTo>
                  <a:pt x="2115981" y="954327"/>
                </a:lnTo>
                <a:lnTo>
                  <a:pt x="2114760" y="949990"/>
                </a:lnTo>
                <a:lnTo>
                  <a:pt x="2117900" y="939569"/>
                </a:lnTo>
                <a:lnTo>
                  <a:pt x="2124490" y="935969"/>
                </a:lnTo>
                <a:lnTo>
                  <a:pt x="2130751" y="937882"/>
                </a:lnTo>
                <a:lnTo>
                  <a:pt x="2137011" y="939695"/>
                </a:lnTo>
                <a:lnTo>
                  <a:pt x="2140615" y="946290"/>
                </a:lnTo>
                <a:lnTo>
                  <a:pt x="2138702" y="952551"/>
                </a:lnTo>
                <a:lnTo>
                  <a:pt x="2136884" y="958816"/>
                </a:lnTo>
                <a:lnTo>
                  <a:pt x="2130293" y="962415"/>
                </a:lnTo>
                <a:lnTo>
                  <a:pt x="2123984" y="960548"/>
                </a:lnTo>
                <a:lnTo>
                  <a:pt x="2121924" y="959907"/>
                </a:lnTo>
                <a:lnTo>
                  <a:pt x="2120126" y="958765"/>
                </a:lnTo>
                <a:close/>
              </a:path>
              <a:path w="5142230" h="2300604">
                <a:moveTo>
                  <a:pt x="2937622" y="1364594"/>
                </a:moveTo>
                <a:lnTo>
                  <a:pt x="2932798" y="1359430"/>
                </a:lnTo>
                <a:lnTo>
                  <a:pt x="2928720" y="1354282"/>
                </a:lnTo>
                <a:lnTo>
                  <a:pt x="2929593" y="1346810"/>
                </a:lnTo>
                <a:lnTo>
                  <a:pt x="2939830" y="1338708"/>
                </a:lnTo>
                <a:lnTo>
                  <a:pt x="2947261" y="1339528"/>
                </a:lnTo>
                <a:lnTo>
                  <a:pt x="2955408" y="1349813"/>
                </a:lnTo>
                <a:lnTo>
                  <a:pt x="2954539" y="1357191"/>
                </a:lnTo>
                <a:lnTo>
                  <a:pt x="2949446" y="1361318"/>
                </a:lnTo>
                <a:lnTo>
                  <a:pt x="2944547" y="1365164"/>
                </a:lnTo>
                <a:lnTo>
                  <a:pt x="2937622" y="1364594"/>
                </a:lnTo>
                <a:close/>
              </a:path>
              <a:path w="5142230" h="2300604">
                <a:moveTo>
                  <a:pt x="1125074" y="498733"/>
                </a:moveTo>
                <a:lnTo>
                  <a:pt x="1121020" y="494394"/>
                </a:lnTo>
                <a:lnTo>
                  <a:pt x="1120211" y="489031"/>
                </a:lnTo>
                <a:lnTo>
                  <a:pt x="1122580" y="484627"/>
                </a:lnTo>
                <a:lnTo>
                  <a:pt x="1125647" y="479114"/>
                </a:lnTo>
                <a:lnTo>
                  <a:pt x="1132563" y="477036"/>
                </a:lnTo>
                <a:lnTo>
                  <a:pt x="1138077" y="480103"/>
                </a:lnTo>
                <a:lnTo>
                  <a:pt x="1143639" y="483125"/>
                </a:lnTo>
                <a:lnTo>
                  <a:pt x="1145623" y="490038"/>
                </a:lnTo>
                <a:lnTo>
                  <a:pt x="1142601" y="495600"/>
                </a:lnTo>
                <a:lnTo>
                  <a:pt x="1139578" y="501063"/>
                </a:lnTo>
                <a:lnTo>
                  <a:pt x="1132661" y="503141"/>
                </a:lnTo>
                <a:lnTo>
                  <a:pt x="1126040" y="499474"/>
                </a:lnTo>
                <a:lnTo>
                  <a:pt x="1125074" y="498733"/>
                </a:lnTo>
                <a:close/>
              </a:path>
              <a:path w="5142230" h="2300604">
                <a:moveTo>
                  <a:pt x="1518493" y="663002"/>
                </a:moveTo>
                <a:lnTo>
                  <a:pt x="1514490" y="658716"/>
                </a:lnTo>
                <a:lnTo>
                  <a:pt x="1513355" y="654471"/>
                </a:lnTo>
                <a:lnTo>
                  <a:pt x="1516625" y="644385"/>
                </a:lnTo>
                <a:lnTo>
                  <a:pt x="1523017" y="641062"/>
                </a:lnTo>
                <a:lnTo>
                  <a:pt x="1535023" y="644921"/>
                </a:lnTo>
                <a:lnTo>
                  <a:pt x="1538342" y="651309"/>
                </a:lnTo>
                <a:lnTo>
                  <a:pt x="1536395" y="657337"/>
                </a:lnTo>
                <a:lnTo>
                  <a:pt x="1534492" y="663315"/>
                </a:lnTo>
                <a:lnTo>
                  <a:pt x="1528100" y="666638"/>
                </a:lnTo>
                <a:lnTo>
                  <a:pt x="1522076" y="664687"/>
                </a:lnTo>
                <a:lnTo>
                  <a:pt x="1520156" y="664097"/>
                </a:lnTo>
                <a:lnTo>
                  <a:pt x="1518493" y="663002"/>
                </a:lnTo>
                <a:close/>
              </a:path>
              <a:path w="5142230" h="2300604">
                <a:moveTo>
                  <a:pt x="1586471" y="684063"/>
                </a:moveTo>
                <a:lnTo>
                  <a:pt x="1582463" y="679772"/>
                </a:lnTo>
                <a:lnTo>
                  <a:pt x="1581325" y="675621"/>
                </a:lnTo>
                <a:lnTo>
                  <a:pt x="1584317" y="665530"/>
                </a:lnTo>
                <a:lnTo>
                  <a:pt x="1590666" y="662064"/>
                </a:lnTo>
                <a:lnTo>
                  <a:pt x="1596693" y="663922"/>
                </a:lnTo>
                <a:lnTo>
                  <a:pt x="1602723" y="665685"/>
                </a:lnTo>
                <a:lnTo>
                  <a:pt x="1606189" y="672035"/>
                </a:lnTo>
                <a:lnTo>
                  <a:pt x="1602569" y="684091"/>
                </a:lnTo>
                <a:lnTo>
                  <a:pt x="1596219" y="687558"/>
                </a:lnTo>
                <a:lnTo>
                  <a:pt x="1588175" y="685202"/>
                </a:lnTo>
                <a:lnTo>
                  <a:pt x="1586471" y="684063"/>
                </a:lnTo>
                <a:close/>
              </a:path>
              <a:path w="5142230" h="2300604">
                <a:moveTo>
                  <a:pt x="3092527" y="2261656"/>
                </a:moveTo>
                <a:lnTo>
                  <a:pt x="3088518" y="2257365"/>
                </a:lnTo>
                <a:lnTo>
                  <a:pt x="3087373" y="2253696"/>
                </a:lnTo>
                <a:lnTo>
                  <a:pt x="3089361" y="2243703"/>
                </a:lnTo>
                <a:lnTo>
                  <a:pt x="3095403" y="2239712"/>
                </a:lnTo>
                <a:lnTo>
                  <a:pt x="3101539" y="2241002"/>
                </a:lnTo>
                <a:lnTo>
                  <a:pt x="3107732" y="2242256"/>
                </a:lnTo>
                <a:lnTo>
                  <a:pt x="3111724" y="2248288"/>
                </a:lnTo>
                <a:lnTo>
                  <a:pt x="3109233" y="2260577"/>
                </a:lnTo>
                <a:lnTo>
                  <a:pt x="3103191" y="2264569"/>
                </a:lnTo>
                <a:lnTo>
                  <a:pt x="3097052" y="2263373"/>
                </a:lnTo>
                <a:lnTo>
                  <a:pt x="3094662" y="2262867"/>
                </a:lnTo>
                <a:lnTo>
                  <a:pt x="3092527" y="2261656"/>
                </a:lnTo>
                <a:close/>
              </a:path>
              <a:path w="5142230" h="2300604">
                <a:moveTo>
                  <a:pt x="1188158" y="531661"/>
                </a:moveTo>
                <a:lnTo>
                  <a:pt x="1184104" y="527322"/>
                </a:lnTo>
                <a:lnTo>
                  <a:pt x="1183191" y="522239"/>
                </a:lnTo>
                <a:lnTo>
                  <a:pt x="1188159" y="512211"/>
                </a:lnTo>
                <a:lnTo>
                  <a:pt x="1194987" y="509941"/>
                </a:lnTo>
                <a:lnTo>
                  <a:pt x="1200649" y="512679"/>
                </a:lnTo>
                <a:lnTo>
                  <a:pt x="1206317" y="515520"/>
                </a:lnTo>
                <a:lnTo>
                  <a:pt x="1208586" y="522348"/>
                </a:lnTo>
                <a:lnTo>
                  <a:pt x="1205844" y="528014"/>
                </a:lnTo>
                <a:lnTo>
                  <a:pt x="1203003" y="533673"/>
                </a:lnTo>
                <a:lnTo>
                  <a:pt x="1196179" y="535947"/>
                </a:lnTo>
                <a:lnTo>
                  <a:pt x="1190513" y="533205"/>
                </a:lnTo>
                <a:lnTo>
                  <a:pt x="1189261" y="532549"/>
                </a:lnTo>
                <a:lnTo>
                  <a:pt x="1188158" y="531661"/>
                </a:lnTo>
                <a:close/>
              </a:path>
              <a:path w="5142230" h="2300604">
                <a:moveTo>
                  <a:pt x="3101466" y="1247430"/>
                </a:moveTo>
                <a:lnTo>
                  <a:pt x="3097003" y="1242652"/>
                </a:lnTo>
                <a:lnTo>
                  <a:pt x="3092817" y="1237878"/>
                </a:lnTo>
                <a:lnTo>
                  <a:pt x="3093397" y="1230679"/>
                </a:lnTo>
                <a:lnTo>
                  <a:pt x="3097504" y="1227158"/>
                </a:lnTo>
                <a:lnTo>
                  <a:pt x="3102225" y="1223024"/>
                </a:lnTo>
                <a:lnTo>
                  <a:pt x="3102927" y="1222407"/>
                </a:lnTo>
                <a:lnTo>
                  <a:pt x="3110135" y="1222987"/>
                </a:lnTo>
                <a:lnTo>
                  <a:pt x="3114263" y="1227797"/>
                </a:lnTo>
                <a:lnTo>
                  <a:pt x="3118403" y="1232522"/>
                </a:lnTo>
                <a:lnTo>
                  <a:pt x="3117823" y="1239721"/>
                </a:lnTo>
                <a:lnTo>
                  <a:pt x="3113716" y="1243242"/>
                </a:lnTo>
                <a:lnTo>
                  <a:pt x="3108991" y="1247372"/>
                </a:lnTo>
                <a:lnTo>
                  <a:pt x="3108439" y="1247856"/>
                </a:lnTo>
                <a:lnTo>
                  <a:pt x="3101466" y="1247430"/>
                </a:lnTo>
                <a:close/>
              </a:path>
              <a:path w="5142230" h="2300604">
                <a:moveTo>
                  <a:pt x="1451044" y="640552"/>
                </a:moveTo>
                <a:lnTo>
                  <a:pt x="1446986" y="636208"/>
                </a:lnTo>
                <a:lnTo>
                  <a:pt x="1445912" y="631833"/>
                </a:lnTo>
                <a:lnTo>
                  <a:pt x="1449371" y="621753"/>
                </a:lnTo>
                <a:lnTo>
                  <a:pt x="1455900" y="618576"/>
                </a:lnTo>
                <a:lnTo>
                  <a:pt x="1467797" y="622711"/>
                </a:lnTo>
                <a:lnTo>
                  <a:pt x="1470929" y="629191"/>
                </a:lnTo>
                <a:lnTo>
                  <a:pt x="1468886" y="635117"/>
                </a:lnTo>
                <a:lnTo>
                  <a:pt x="1466840" y="641137"/>
                </a:lnTo>
                <a:lnTo>
                  <a:pt x="1460355" y="644264"/>
                </a:lnTo>
                <a:lnTo>
                  <a:pt x="1454388" y="642177"/>
                </a:lnTo>
                <a:lnTo>
                  <a:pt x="1452567" y="641595"/>
                </a:lnTo>
                <a:lnTo>
                  <a:pt x="1451044" y="640552"/>
                </a:lnTo>
                <a:close/>
              </a:path>
              <a:path w="5142230" h="2300604">
                <a:moveTo>
                  <a:pt x="3107970" y="2192269"/>
                </a:moveTo>
                <a:lnTo>
                  <a:pt x="3103962" y="2187978"/>
                </a:lnTo>
                <a:lnTo>
                  <a:pt x="3102819" y="2184115"/>
                </a:lnTo>
                <a:lnTo>
                  <a:pt x="3105233" y="2174090"/>
                </a:lnTo>
                <a:lnTo>
                  <a:pt x="3111408" y="2170339"/>
                </a:lnTo>
                <a:lnTo>
                  <a:pt x="3123676" y="2173306"/>
                </a:lnTo>
                <a:lnTo>
                  <a:pt x="3127431" y="2179477"/>
                </a:lnTo>
                <a:lnTo>
                  <a:pt x="3125899" y="2185656"/>
                </a:lnTo>
                <a:lnTo>
                  <a:pt x="3124416" y="2191790"/>
                </a:lnTo>
                <a:lnTo>
                  <a:pt x="3118245" y="2195546"/>
                </a:lnTo>
                <a:lnTo>
                  <a:pt x="3109912" y="2193468"/>
                </a:lnTo>
                <a:lnTo>
                  <a:pt x="3107970" y="2192269"/>
                </a:lnTo>
                <a:close/>
              </a:path>
              <a:path w="5142230" h="2300604">
                <a:moveTo>
                  <a:pt x="891050" y="339413"/>
                </a:moveTo>
                <a:lnTo>
                  <a:pt x="886165" y="334184"/>
                </a:lnTo>
                <a:lnTo>
                  <a:pt x="885963" y="327811"/>
                </a:lnTo>
                <a:lnTo>
                  <a:pt x="889709" y="323317"/>
                </a:lnTo>
                <a:lnTo>
                  <a:pt x="893791" y="318498"/>
                </a:lnTo>
                <a:lnTo>
                  <a:pt x="900939" y="317939"/>
                </a:lnTo>
                <a:lnTo>
                  <a:pt x="905757" y="322022"/>
                </a:lnTo>
                <a:lnTo>
                  <a:pt x="910624" y="326058"/>
                </a:lnTo>
                <a:lnTo>
                  <a:pt x="911180" y="333300"/>
                </a:lnTo>
                <a:lnTo>
                  <a:pt x="903064" y="342891"/>
                </a:lnTo>
                <a:lnTo>
                  <a:pt x="895863" y="343491"/>
                </a:lnTo>
                <a:lnTo>
                  <a:pt x="891050" y="339413"/>
                </a:lnTo>
                <a:close/>
              </a:path>
              <a:path w="5142230" h="2300604">
                <a:moveTo>
                  <a:pt x="3178484" y="1364771"/>
                </a:moveTo>
                <a:lnTo>
                  <a:pt x="3174380" y="1360378"/>
                </a:lnTo>
                <a:lnTo>
                  <a:pt x="3173703" y="1359458"/>
                </a:lnTo>
                <a:lnTo>
                  <a:pt x="3173173" y="1358401"/>
                </a:lnTo>
                <a:lnTo>
                  <a:pt x="3170492" y="1352697"/>
                </a:lnTo>
                <a:lnTo>
                  <a:pt x="3172796" y="1345878"/>
                </a:lnTo>
                <a:lnTo>
                  <a:pt x="3178555" y="1343147"/>
                </a:lnTo>
                <a:lnTo>
                  <a:pt x="3184218" y="1340413"/>
                </a:lnTo>
                <a:lnTo>
                  <a:pt x="3191029" y="1342816"/>
                </a:lnTo>
                <a:lnTo>
                  <a:pt x="3193768" y="1348485"/>
                </a:lnTo>
                <a:lnTo>
                  <a:pt x="3196449" y="1354189"/>
                </a:lnTo>
                <a:lnTo>
                  <a:pt x="3194045" y="1361000"/>
                </a:lnTo>
                <a:lnTo>
                  <a:pt x="3188386" y="1363739"/>
                </a:lnTo>
                <a:lnTo>
                  <a:pt x="3183774" y="1365938"/>
                </a:lnTo>
                <a:lnTo>
                  <a:pt x="3178484" y="1364771"/>
                </a:lnTo>
                <a:close/>
              </a:path>
              <a:path w="5142230" h="2300604">
                <a:moveTo>
                  <a:pt x="1063493" y="463114"/>
                </a:moveTo>
                <a:lnTo>
                  <a:pt x="1059398" y="458730"/>
                </a:lnTo>
                <a:lnTo>
                  <a:pt x="1058644" y="453134"/>
                </a:lnTo>
                <a:lnTo>
                  <a:pt x="1061433" y="448592"/>
                </a:lnTo>
                <a:lnTo>
                  <a:pt x="1064766" y="443266"/>
                </a:lnTo>
                <a:lnTo>
                  <a:pt x="1071536" y="441618"/>
                </a:lnTo>
                <a:lnTo>
                  <a:pt x="1071685" y="441582"/>
                </a:lnTo>
                <a:lnTo>
                  <a:pt x="1077102" y="444839"/>
                </a:lnTo>
                <a:lnTo>
                  <a:pt x="1082466" y="448138"/>
                </a:lnTo>
                <a:lnTo>
                  <a:pt x="1084164" y="455135"/>
                </a:lnTo>
                <a:lnTo>
                  <a:pt x="1080865" y="460499"/>
                </a:lnTo>
                <a:lnTo>
                  <a:pt x="1077608" y="465907"/>
                </a:lnTo>
                <a:lnTo>
                  <a:pt x="1070615" y="467610"/>
                </a:lnTo>
                <a:lnTo>
                  <a:pt x="1065202" y="464357"/>
                </a:lnTo>
                <a:lnTo>
                  <a:pt x="1064278" y="463759"/>
                </a:lnTo>
                <a:lnTo>
                  <a:pt x="1063493" y="463114"/>
                </a:lnTo>
                <a:close/>
              </a:path>
              <a:path w="5142230" h="2300604">
                <a:moveTo>
                  <a:pt x="1003624" y="424635"/>
                </a:moveTo>
                <a:lnTo>
                  <a:pt x="999524" y="420246"/>
                </a:lnTo>
                <a:lnTo>
                  <a:pt x="998923" y="414325"/>
                </a:lnTo>
                <a:lnTo>
                  <a:pt x="1005485" y="404634"/>
                </a:lnTo>
                <a:lnTo>
                  <a:pt x="1012612" y="403271"/>
                </a:lnTo>
                <a:lnTo>
                  <a:pt x="1023041" y="410330"/>
                </a:lnTo>
                <a:lnTo>
                  <a:pt x="1024399" y="417453"/>
                </a:lnTo>
                <a:lnTo>
                  <a:pt x="1017345" y="427887"/>
                </a:lnTo>
                <a:lnTo>
                  <a:pt x="1010266" y="429204"/>
                </a:lnTo>
                <a:lnTo>
                  <a:pt x="1004313" y="425177"/>
                </a:lnTo>
                <a:lnTo>
                  <a:pt x="1003624" y="424635"/>
                </a:lnTo>
                <a:close/>
              </a:path>
              <a:path w="5142230" h="2300604">
                <a:moveTo>
                  <a:pt x="946842" y="384084"/>
                </a:moveTo>
                <a:lnTo>
                  <a:pt x="941674" y="378553"/>
                </a:lnTo>
                <a:lnTo>
                  <a:pt x="941285" y="372565"/>
                </a:lnTo>
                <a:lnTo>
                  <a:pt x="948500" y="363085"/>
                </a:lnTo>
                <a:lnTo>
                  <a:pt x="955615" y="362100"/>
                </a:lnTo>
                <a:lnTo>
                  <a:pt x="960632" y="365906"/>
                </a:lnTo>
                <a:lnTo>
                  <a:pt x="965697" y="369666"/>
                </a:lnTo>
                <a:lnTo>
                  <a:pt x="966679" y="376876"/>
                </a:lnTo>
                <a:lnTo>
                  <a:pt x="959067" y="386908"/>
                </a:lnTo>
                <a:lnTo>
                  <a:pt x="951907" y="387845"/>
                </a:lnTo>
                <a:lnTo>
                  <a:pt x="946842" y="384084"/>
                </a:lnTo>
                <a:close/>
              </a:path>
              <a:path w="5142230" h="2300604">
                <a:moveTo>
                  <a:pt x="3143943" y="1303555"/>
                </a:moveTo>
                <a:lnTo>
                  <a:pt x="3139287" y="1298571"/>
                </a:lnTo>
                <a:lnTo>
                  <a:pt x="3138975" y="1298041"/>
                </a:lnTo>
                <a:lnTo>
                  <a:pt x="3135425" y="1292774"/>
                </a:lnTo>
                <a:lnTo>
                  <a:pt x="3136936" y="1285692"/>
                </a:lnTo>
                <a:lnTo>
                  <a:pt x="3142158" y="1282193"/>
                </a:lnTo>
                <a:lnTo>
                  <a:pt x="3147422" y="1278737"/>
                </a:lnTo>
                <a:lnTo>
                  <a:pt x="3154502" y="1280158"/>
                </a:lnTo>
                <a:lnTo>
                  <a:pt x="3161459" y="1290734"/>
                </a:lnTo>
                <a:lnTo>
                  <a:pt x="3159993" y="1297765"/>
                </a:lnTo>
                <a:lnTo>
                  <a:pt x="3154775" y="1301270"/>
                </a:lnTo>
                <a:lnTo>
                  <a:pt x="3149991" y="1304360"/>
                </a:lnTo>
                <a:lnTo>
                  <a:pt x="3143943" y="1303555"/>
                </a:lnTo>
                <a:close/>
              </a:path>
              <a:path w="5142230" h="2300604">
                <a:moveTo>
                  <a:pt x="1654724" y="703853"/>
                </a:moveTo>
                <a:lnTo>
                  <a:pt x="1650715" y="699563"/>
                </a:lnTo>
                <a:lnTo>
                  <a:pt x="1649627" y="695466"/>
                </a:lnTo>
                <a:lnTo>
                  <a:pt x="1650708" y="691442"/>
                </a:lnTo>
                <a:lnTo>
                  <a:pt x="1652377" y="685409"/>
                </a:lnTo>
                <a:lnTo>
                  <a:pt x="1658681" y="681894"/>
                </a:lnTo>
                <a:lnTo>
                  <a:pt x="1664760" y="683612"/>
                </a:lnTo>
                <a:lnTo>
                  <a:pt x="1670838" y="685230"/>
                </a:lnTo>
                <a:lnTo>
                  <a:pt x="1674398" y="691583"/>
                </a:lnTo>
                <a:lnTo>
                  <a:pt x="1671012" y="703695"/>
                </a:lnTo>
                <a:lnTo>
                  <a:pt x="1664663" y="707260"/>
                </a:lnTo>
                <a:lnTo>
                  <a:pt x="1658585" y="705543"/>
                </a:lnTo>
                <a:lnTo>
                  <a:pt x="1656526" y="705001"/>
                </a:lnTo>
                <a:lnTo>
                  <a:pt x="1654724" y="703853"/>
                </a:lnTo>
                <a:close/>
              </a:path>
              <a:path w="5142230" h="2300604">
                <a:moveTo>
                  <a:pt x="3125748" y="2123523"/>
                </a:moveTo>
                <a:lnTo>
                  <a:pt x="3121740" y="2119232"/>
                </a:lnTo>
                <a:lnTo>
                  <a:pt x="3120598" y="2115176"/>
                </a:lnTo>
                <a:lnTo>
                  <a:pt x="3123353" y="2105124"/>
                </a:lnTo>
                <a:lnTo>
                  <a:pt x="3129254" y="2101764"/>
                </a:lnTo>
                <a:lnTo>
                  <a:pt x="3129611" y="2101561"/>
                </a:lnTo>
                <a:lnTo>
                  <a:pt x="3135693" y="2103184"/>
                </a:lnTo>
                <a:lnTo>
                  <a:pt x="3141768" y="2104897"/>
                </a:lnTo>
                <a:lnTo>
                  <a:pt x="3145331" y="2111155"/>
                </a:lnTo>
                <a:lnTo>
                  <a:pt x="3143708" y="2117237"/>
                </a:lnTo>
                <a:lnTo>
                  <a:pt x="3142039" y="2123271"/>
                </a:lnTo>
                <a:lnTo>
                  <a:pt x="3135732" y="2126880"/>
                </a:lnTo>
                <a:lnTo>
                  <a:pt x="3129703" y="2125216"/>
                </a:lnTo>
                <a:lnTo>
                  <a:pt x="3127546" y="2124666"/>
                </a:lnTo>
                <a:lnTo>
                  <a:pt x="3125748" y="2123523"/>
                </a:lnTo>
                <a:close/>
              </a:path>
              <a:path w="5142230" h="2300604">
                <a:moveTo>
                  <a:pt x="1929960" y="774453"/>
                </a:moveTo>
                <a:lnTo>
                  <a:pt x="1925952" y="770162"/>
                </a:lnTo>
                <a:lnTo>
                  <a:pt x="1924763" y="766250"/>
                </a:lnTo>
                <a:lnTo>
                  <a:pt x="1925744" y="762413"/>
                </a:lnTo>
                <a:lnTo>
                  <a:pt x="1927177" y="756225"/>
                </a:lnTo>
                <a:lnTo>
                  <a:pt x="1933352" y="752474"/>
                </a:lnTo>
                <a:lnTo>
                  <a:pt x="1945620" y="755441"/>
                </a:lnTo>
                <a:lnTo>
                  <a:pt x="1949376" y="761612"/>
                </a:lnTo>
                <a:lnTo>
                  <a:pt x="1947892" y="767746"/>
                </a:lnTo>
                <a:lnTo>
                  <a:pt x="1946458" y="773834"/>
                </a:lnTo>
                <a:lnTo>
                  <a:pt x="1940287" y="777590"/>
                </a:lnTo>
                <a:lnTo>
                  <a:pt x="1934153" y="776106"/>
                </a:lnTo>
                <a:lnTo>
                  <a:pt x="1931857" y="775603"/>
                </a:lnTo>
                <a:lnTo>
                  <a:pt x="1929960" y="774453"/>
                </a:lnTo>
                <a:close/>
              </a:path>
              <a:path w="5142230" h="2300604">
                <a:moveTo>
                  <a:pt x="3164245" y="1986835"/>
                </a:moveTo>
                <a:lnTo>
                  <a:pt x="3160241" y="1982549"/>
                </a:lnTo>
                <a:lnTo>
                  <a:pt x="3159103" y="1978399"/>
                </a:lnTo>
                <a:lnTo>
                  <a:pt x="3161944" y="1968440"/>
                </a:lnTo>
                <a:lnTo>
                  <a:pt x="3168252" y="1964830"/>
                </a:lnTo>
                <a:lnTo>
                  <a:pt x="3174286" y="1966598"/>
                </a:lnTo>
                <a:lnTo>
                  <a:pt x="3180368" y="1968222"/>
                </a:lnTo>
                <a:lnTo>
                  <a:pt x="3183924" y="1974570"/>
                </a:lnTo>
                <a:lnTo>
                  <a:pt x="3180494" y="1986732"/>
                </a:lnTo>
                <a:lnTo>
                  <a:pt x="3174185" y="1990242"/>
                </a:lnTo>
                <a:lnTo>
                  <a:pt x="3168111" y="1988529"/>
                </a:lnTo>
                <a:lnTo>
                  <a:pt x="3166052" y="1987987"/>
                </a:lnTo>
                <a:lnTo>
                  <a:pt x="3164245" y="1986835"/>
                </a:lnTo>
                <a:close/>
              </a:path>
              <a:path w="5142230" h="2300604">
                <a:moveTo>
                  <a:pt x="3183005" y="1918359"/>
                </a:moveTo>
                <a:lnTo>
                  <a:pt x="3179001" y="1914073"/>
                </a:lnTo>
                <a:lnTo>
                  <a:pt x="3177816" y="1910067"/>
                </a:lnTo>
                <a:lnTo>
                  <a:pt x="3178831" y="1906365"/>
                </a:lnTo>
                <a:lnTo>
                  <a:pt x="3180423" y="1900053"/>
                </a:lnTo>
                <a:lnTo>
                  <a:pt x="3186680" y="1896390"/>
                </a:lnTo>
                <a:lnTo>
                  <a:pt x="3192766" y="1898018"/>
                </a:lnTo>
                <a:lnTo>
                  <a:pt x="3198897" y="1899596"/>
                </a:lnTo>
                <a:lnTo>
                  <a:pt x="3202510" y="1905809"/>
                </a:lnTo>
                <a:lnTo>
                  <a:pt x="3199353" y="1917971"/>
                </a:lnTo>
                <a:lnTo>
                  <a:pt x="3193273" y="1921530"/>
                </a:lnTo>
                <a:lnTo>
                  <a:pt x="3193095" y="1921634"/>
                </a:lnTo>
                <a:lnTo>
                  <a:pt x="3184812" y="1919511"/>
                </a:lnTo>
                <a:lnTo>
                  <a:pt x="3183005" y="1918359"/>
                </a:lnTo>
                <a:close/>
              </a:path>
              <a:path w="5142230" h="2300604">
                <a:moveTo>
                  <a:pt x="3144836" y="2055105"/>
                </a:moveTo>
                <a:lnTo>
                  <a:pt x="3140828" y="2050814"/>
                </a:lnTo>
                <a:lnTo>
                  <a:pt x="3139735" y="2046713"/>
                </a:lnTo>
                <a:lnTo>
                  <a:pt x="3142584" y="2036664"/>
                </a:lnTo>
                <a:lnTo>
                  <a:pt x="3148884" y="2033144"/>
                </a:lnTo>
                <a:lnTo>
                  <a:pt x="3154967" y="2034867"/>
                </a:lnTo>
                <a:lnTo>
                  <a:pt x="3160997" y="2036630"/>
                </a:lnTo>
                <a:lnTo>
                  <a:pt x="3164507" y="2042929"/>
                </a:lnTo>
                <a:lnTo>
                  <a:pt x="3162794" y="2049013"/>
                </a:lnTo>
                <a:lnTo>
                  <a:pt x="3161027" y="2055038"/>
                </a:lnTo>
                <a:lnTo>
                  <a:pt x="3154723" y="2058553"/>
                </a:lnTo>
                <a:lnTo>
                  <a:pt x="3148697" y="2056795"/>
                </a:lnTo>
                <a:lnTo>
                  <a:pt x="3146634" y="2056248"/>
                </a:lnTo>
                <a:lnTo>
                  <a:pt x="3144836" y="2055105"/>
                </a:lnTo>
                <a:close/>
              </a:path>
              <a:path w="5142230" h="2300604">
                <a:moveTo>
                  <a:pt x="1998985" y="790965"/>
                </a:moveTo>
                <a:lnTo>
                  <a:pt x="1994972" y="786670"/>
                </a:lnTo>
                <a:lnTo>
                  <a:pt x="1993788" y="782763"/>
                </a:lnTo>
                <a:lnTo>
                  <a:pt x="1996207" y="772742"/>
                </a:lnTo>
                <a:lnTo>
                  <a:pt x="2002377" y="768987"/>
                </a:lnTo>
                <a:lnTo>
                  <a:pt x="2014600" y="771905"/>
                </a:lnTo>
                <a:lnTo>
                  <a:pt x="2018355" y="778076"/>
                </a:lnTo>
                <a:lnTo>
                  <a:pt x="2016920" y="784164"/>
                </a:lnTo>
                <a:lnTo>
                  <a:pt x="2015437" y="790298"/>
                </a:lnTo>
                <a:lnTo>
                  <a:pt x="2009312" y="794102"/>
                </a:lnTo>
                <a:lnTo>
                  <a:pt x="2003219" y="792663"/>
                </a:lnTo>
                <a:lnTo>
                  <a:pt x="2000931" y="792070"/>
                </a:lnTo>
                <a:lnTo>
                  <a:pt x="1998985" y="790965"/>
                </a:lnTo>
                <a:close/>
              </a:path>
              <a:path w="5142230" h="2300604">
                <a:moveTo>
                  <a:pt x="2067963" y="807330"/>
                </a:moveTo>
                <a:lnTo>
                  <a:pt x="2064005" y="803093"/>
                </a:lnTo>
                <a:lnTo>
                  <a:pt x="2063609" y="801789"/>
                </a:lnTo>
                <a:lnTo>
                  <a:pt x="2062834" y="799102"/>
                </a:lnTo>
                <a:lnTo>
                  <a:pt x="2063698" y="795335"/>
                </a:lnTo>
                <a:lnTo>
                  <a:pt x="2065181" y="789201"/>
                </a:lnTo>
                <a:lnTo>
                  <a:pt x="2071357" y="785450"/>
                </a:lnTo>
                <a:lnTo>
                  <a:pt x="2077489" y="786835"/>
                </a:lnTo>
                <a:lnTo>
                  <a:pt x="2083623" y="788318"/>
                </a:lnTo>
                <a:lnTo>
                  <a:pt x="2087383" y="794494"/>
                </a:lnTo>
                <a:lnTo>
                  <a:pt x="2085900" y="800628"/>
                </a:lnTo>
                <a:lnTo>
                  <a:pt x="2084511" y="806765"/>
                </a:lnTo>
                <a:lnTo>
                  <a:pt x="2078340" y="810520"/>
                </a:lnTo>
                <a:lnTo>
                  <a:pt x="2072157" y="809082"/>
                </a:lnTo>
                <a:lnTo>
                  <a:pt x="2069910" y="808534"/>
                </a:lnTo>
                <a:lnTo>
                  <a:pt x="2067963" y="807330"/>
                </a:lnTo>
                <a:close/>
              </a:path>
              <a:path w="5142230" h="2300604">
                <a:moveTo>
                  <a:pt x="3214199" y="1780011"/>
                </a:moveTo>
                <a:lnTo>
                  <a:pt x="3210236" y="1775768"/>
                </a:lnTo>
                <a:lnTo>
                  <a:pt x="3208993" y="1772190"/>
                </a:lnTo>
                <a:lnTo>
                  <a:pt x="3209684" y="1768531"/>
                </a:lnTo>
                <a:lnTo>
                  <a:pt x="3210789" y="1762285"/>
                </a:lnTo>
                <a:lnTo>
                  <a:pt x="3216694" y="1758148"/>
                </a:lnTo>
                <a:lnTo>
                  <a:pt x="3222890" y="1759208"/>
                </a:lnTo>
                <a:lnTo>
                  <a:pt x="3229082" y="1760363"/>
                </a:lnTo>
                <a:lnTo>
                  <a:pt x="3233225" y="1766264"/>
                </a:lnTo>
                <a:lnTo>
                  <a:pt x="3232159" y="1772455"/>
                </a:lnTo>
                <a:lnTo>
                  <a:pt x="3231055" y="1778701"/>
                </a:lnTo>
                <a:lnTo>
                  <a:pt x="3225149" y="1782838"/>
                </a:lnTo>
                <a:lnTo>
                  <a:pt x="3216379" y="1781270"/>
                </a:lnTo>
                <a:lnTo>
                  <a:pt x="3214199" y="1780011"/>
                </a:lnTo>
                <a:close/>
              </a:path>
              <a:path w="5142230" h="2300604">
                <a:moveTo>
                  <a:pt x="2274610" y="858363"/>
                </a:moveTo>
                <a:lnTo>
                  <a:pt x="2270601" y="854072"/>
                </a:lnTo>
                <a:lnTo>
                  <a:pt x="2269466" y="850120"/>
                </a:lnTo>
                <a:lnTo>
                  <a:pt x="2272073" y="840106"/>
                </a:lnTo>
                <a:lnTo>
                  <a:pt x="2278157" y="836551"/>
                </a:lnTo>
                <a:lnTo>
                  <a:pt x="2278335" y="836448"/>
                </a:lnTo>
                <a:lnTo>
                  <a:pt x="2284415" y="837972"/>
                </a:lnTo>
                <a:lnTo>
                  <a:pt x="2290502" y="839600"/>
                </a:lnTo>
                <a:lnTo>
                  <a:pt x="2294160" y="845862"/>
                </a:lnTo>
                <a:lnTo>
                  <a:pt x="2292597" y="851716"/>
                </a:lnTo>
                <a:lnTo>
                  <a:pt x="2291007" y="858029"/>
                </a:lnTo>
                <a:lnTo>
                  <a:pt x="2284746" y="861687"/>
                </a:lnTo>
                <a:lnTo>
                  <a:pt x="2278781" y="860091"/>
                </a:lnTo>
                <a:lnTo>
                  <a:pt x="2276511" y="859518"/>
                </a:lnTo>
                <a:lnTo>
                  <a:pt x="2274610" y="858363"/>
                </a:lnTo>
                <a:close/>
              </a:path>
              <a:path w="5142230" h="2300604">
                <a:moveTo>
                  <a:pt x="2205859" y="840873"/>
                </a:moveTo>
                <a:lnTo>
                  <a:pt x="2201850" y="836582"/>
                </a:lnTo>
                <a:lnTo>
                  <a:pt x="2200662" y="832671"/>
                </a:lnTo>
                <a:lnTo>
                  <a:pt x="2203174" y="822653"/>
                </a:lnTo>
                <a:lnTo>
                  <a:pt x="2204816" y="821674"/>
                </a:lnTo>
                <a:lnTo>
                  <a:pt x="2209510" y="818977"/>
                </a:lnTo>
                <a:lnTo>
                  <a:pt x="2215476" y="820476"/>
                </a:lnTo>
                <a:lnTo>
                  <a:pt x="2221610" y="821959"/>
                </a:lnTo>
                <a:lnTo>
                  <a:pt x="2225316" y="828175"/>
                </a:lnTo>
                <a:lnTo>
                  <a:pt x="2223833" y="834309"/>
                </a:lnTo>
                <a:lnTo>
                  <a:pt x="2222304" y="840394"/>
                </a:lnTo>
                <a:lnTo>
                  <a:pt x="2216088" y="844101"/>
                </a:lnTo>
                <a:lnTo>
                  <a:pt x="2209954" y="842618"/>
                </a:lnTo>
                <a:lnTo>
                  <a:pt x="2207755" y="842024"/>
                </a:lnTo>
                <a:lnTo>
                  <a:pt x="2205859" y="840873"/>
                </a:lnTo>
                <a:close/>
              </a:path>
              <a:path w="5142230" h="2300604">
                <a:moveTo>
                  <a:pt x="2874965" y="1070847"/>
                </a:moveTo>
                <a:lnTo>
                  <a:pt x="2870870" y="1066463"/>
                </a:lnTo>
                <a:lnTo>
                  <a:pt x="2870061" y="1061101"/>
                </a:lnTo>
                <a:lnTo>
                  <a:pt x="2872475" y="1056746"/>
                </a:lnTo>
                <a:lnTo>
                  <a:pt x="2875497" y="1051183"/>
                </a:lnTo>
                <a:lnTo>
                  <a:pt x="2882459" y="1049154"/>
                </a:lnTo>
                <a:lnTo>
                  <a:pt x="2893489" y="1055195"/>
                </a:lnTo>
                <a:lnTo>
                  <a:pt x="2895567" y="1062111"/>
                </a:lnTo>
                <a:lnTo>
                  <a:pt x="2892500" y="1067625"/>
                </a:lnTo>
                <a:lnTo>
                  <a:pt x="2889478" y="1073187"/>
                </a:lnTo>
                <a:lnTo>
                  <a:pt x="2882512" y="1075211"/>
                </a:lnTo>
                <a:lnTo>
                  <a:pt x="2875936" y="1071593"/>
                </a:lnTo>
                <a:lnTo>
                  <a:pt x="2874965" y="1070847"/>
                </a:lnTo>
                <a:close/>
              </a:path>
              <a:path w="5142230" h="2300604">
                <a:moveTo>
                  <a:pt x="3199990" y="1849449"/>
                </a:moveTo>
                <a:lnTo>
                  <a:pt x="3195982" y="1845158"/>
                </a:lnTo>
                <a:lnTo>
                  <a:pt x="3194835" y="1841390"/>
                </a:lnTo>
                <a:lnTo>
                  <a:pt x="3197106" y="1831407"/>
                </a:lnTo>
                <a:lnTo>
                  <a:pt x="3203190" y="1827558"/>
                </a:lnTo>
                <a:lnTo>
                  <a:pt x="3215465" y="1830337"/>
                </a:lnTo>
                <a:lnTo>
                  <a:pt x="3219318" y="1836416"/>
                </a:lnTo>
                <a:lnTo>
                  <a:pt x="3217929" y="1842553"/>
                </a:lnTo>
                <a:lnTo>
                  <a:pt x="3216585" y="1848739"/>
                </a:lnTo>
                <a:lnTo>
                  <a:pt x="3210411" y="1852589"/>
                </a:lnTo>
                <a:lnTo>
                  <a:pt x="3201978" y="1850697"/>
                </a:lnTo>
                <a:lnTo>
                  <a:pt x="3199990" y="1849449"/>
                </a:lnTo>
                <a:close/>
              </a:path>
              <a:path w="5142230" h="2300604">
                <a:moveTo>
                  <a:pt x="3229799" y="1639437"/>
                </a:moveTo>
                <a:lnTo>
                  <a:pt x="3225836" y="1635195"/>
                </a:lnTo>
                <a:lnTo>
                  <a:pt x="3224617" y="1632228"/>
                </a:lnTo>
                <a:lnTo>
                  <a:pt x="3224767" y="1629163"/>
                </a:lnTo>
                <a:lnTo>
                  <a:pt x="3224982" y="1622844"/>
                </a:lnTo>
                <a:lnTo>
                  <a:pt x="3230293" y="1617972"/>
                </a:lnTo>
                <a:lnTo>
                  <a:pt x="3236468" y="1618131"/>
                </a:lnTo>
                <a:lnTo>
                  <a:pt x="3242881" y="1618350"/>
                </a:lnTo>
                <a:lnTo>
                  <a:pt x="3247755" y="1623567"/>
                </a:lnTo>
                <a:lnTo>
                  <a:pt x="3247330" y="1636209"/>
                </a:lnTo>
                <a:lnTo>
                  <a:pt x="3242063" y="1641129"/>
                </a:lnTo>
                <a:lnTo>
                  <a:pt x="3235790" y="1640963"/>
                </a:lnTo>
                <a:lnTo>
                  <a:pt x="3232632" y="1640808"/>
                </a:lnTo>
                <a:lnTo>
                  <a:pt x="3229799" y="1639437"/>
                </a:lnTo>
                <a:close/>
              </a:path>
              <a:path w="5142230" h="2300604">
                <a:moveTo>
                  <a:pt x="2936607" y="1107314"/>
                </a:moveTo>
                <a:lnTo>
                  <a:pt x="2931763" y="1102128"/>
                </a:lnTo>
                <a:lnTo>
                  <a:pt x="2931124" y="1096557"/>
                </a:lnTo>
                <a:lnTo>
                  <a:pt x="2937098" y="1087117"/>
                </a:lnTo>
                <a:lnTo>
                  <a:pt x="2937355" y="1086709"/>
                </a:lnTo>
                <a:lnTo>
                  <a:pt x="2944395" y="1085154"/>
                </a:lnTo>
                <a:lnTo>
                  <a:pt x="2949707" y="1088593"/>
                </a:lnTo>
                <a:lnTo>
                  <a:pt x="2955073" y="1091990"/>
                </a:lnTo>
                <a:lnTo>
                  <a:pt x="2956627" y="1099030"/>
                </a:lnTo>
                <a:lnTo>
                  <a:pt x="2953446" y="1103934"/>
                </a:lnTo>
                <a:lnTo>
                  <a:pt x="2950061" y="1109302"/>
                </a:lnTo>
                <a:lnTo>
                  <a:pt x="2949840" y="1109653"/>
                </a:lnTo>
                <a:lnTo>
                  <a:pt x="2942805" y="1111212"/>
                </a:lnTo>
                <a:lnTo>
                  <a:pt x="2937444" y="1107819"/>
                </a:lnTo>
                <a:lnTo>
                  <a:pt x="2936607" y="1107314"/>
                </a:lnTo>
                <a:close/>
              </a:path>
              <a:path w="5142230" h="2300604">
                <a:moveTo>
                  <a:pt x="2136895" y="823938"/>
                </a:moveTo>
                <a:lnTo>
                  <a:pt x="2132887" y="819647"/>
                </a:lnTo>
                <a:lnTo>
                  <a:pt x="2132506" y="818360"/>
                </a:lnTo>
                <a:lnTo>
                  <a:pt x="2131763" y="815707"/>
                </a:lnTo>
                <a:lnTo>
                  <a:pt x="2134162" y="805764"/>
                </a:lnTo>
                <a:lnTo>
                  <a:pt x="2140333" y="802008"/>
                </a:lnTo>
                <a:lnTo>
                  <a:pt x="2152601" y="804975"/>
                </a:lnTo>
                <a:lnTo>
                  <a:pt x="2156356" y="811146"/>
                </a:lnTo>
                <a:lnTo>
                  <a:pt x="2153385" y="823409"/>
                </a:lnTo>
                <a:lnTo>
                  <a:pt x="2147219" y="827169"/>
                </a:lnTo>
                <a:lnTo>
                  <a:pt x="2141035" y="825632"/>
                </a:lnTo>
                <a:lnTo>
                  <a:pt x="2138837" y="825137"/>
                </a:lnTo>
                <a:lnTo>
                  <a:pt x="2136895" y="823938"/>
                </a:lnTo>
                <a:close/>
              </a:path>
              <a:path w="5142230" h="2300604">
                <a:moveTo>
                  <a:pt x="2747167" y="1009992"/>
                </a:moveTo>
                <a:lnTo>
                  <a:pt x="2743109" y="1005647"/>
                </a:lnTo>
                <a:lnTo>
                  <a:pt x="2742138" y="1000893"/>
                </a:lnTo>
                <a:lnTo>
                  <a:pt x="2743889" y="996610"/>
                </a:lnTo>
                <a:lnTo>
                  <a:pt x="2746400" y="990794"/>
                </a:lnTo>
                <a:lnTo>
                  <a:pt x="2753056" y="988046"/>
                </a:lnTo>
                <a:lnTo>
                  <a:pt x="2759021" y="990619"/>
                </a:lnTo>
                <a:lnTo>
                  <a:pt x="2764695" y="992979"/>
                </a:lnTo>
                <a:lnTo>
                  <a:pt x="2767442" y="999635"/>
                </a:lnTo>
                <a:lnTo>
                  <a:pt x="2762514" y="1011269"/>
                </a:lnTo>
                <a:lnTo>
                  <a:pt x="2755854" y="1014012"/>
                </a:lnTo>
                <a:lnTo>
                  <a:pt x="2748500" y="1010929"/>
                </a:lnTo>
                <a:lnTo>
                  <a:pt x="2747167" y="1009992"/>
                </a:lnTo>
                <a:close/>
              </a:path>
              <a:path w="5142230" h="2300604">
                <a:moveTo>
                  <a:pt x="1723343" y="722571"/>
                </a:moveTo>
                <a:lnTo>
                  <a:pt x="1719335" y="718280"/>
                </a:lnTo>
                <a:lnTo>
                  <a:pt x="1718145" y="714269"/>
                </a:lnTo>
                <a:lnTo>
                  <a:pt x="1719182" y="710296"/>
                </a:lnTo>
                <a:lnTo>
                  <a:pt x="1720805" y="704214"/>
                </a:lnTo>
                <a:lnTo>
                  <a:pt x="1726825" y="700786"/>
                </a:lnTo>
                <a:lnTo>
                  <a:pt x="1727063" y="700651"/>
                </a:lnTo>
                <a:lnTo>
                  <a:pt x="1733145" y="702274"/>
                </a:lnTo>
                <a:lnTo>
                  <a:pt x="1739272" y="703847"/>
                </a:lnTo>
                <a:lnTo>
                  <a:pt x="1742840" y="710110"/>
                </a:lnTo>
                <a:lnTo>
                  <a:pt x="1741217" y="716192"/>
                </a:lnTo>
                <a:lnTo>
                  <a:pt x="1739642" y="722229"/>
                </a:lnTo>
                <a:lnTo>
                  <a:pt x="1733617" y="725749"/>
                </a:lnTo>
                <a:lnTo>
                  <a:pt x="1733380" y="725887"/>
                </a:lnTo>
                <a:lnTo>
                  <a:pt x="1727298" y="724263"/>
                </a:lnTo>
                <a:lnTo>
                  <a:pt x="1725141" y="723713"/>
                </a:lnTo>
                <a:lnTo>
                  <a:pt x="1723343" y="722571"/>
                </a:lnTo>
                <a:close/>
              </a:path>
              <a:path w="5142230" h="2300604">
                <a:moveTo>
                  <a:pt x="2811897" y="1038817"/>
                </a:moveTo>
                <a:lnTo>
                  <a:pt x="2807802" y="1034433"/>
                </a:lnTo>
                <a:lnTo>
                  <a:pt x="2806882" y="1029440"/>
                </a:lnTo>
                <a:lnTo>
                  <a:pt x="2808969" y="1025125"/>
                </a:lnTo>
                <a:lnTo>
                  <a:pt x="2811666" y="1019410"/>
                </a:lnTo>
                <a:lnTo>
                  <a:pt x="2818452" y="1016997"/>
                </a:lnTo>
                <a:lnTo>
                  <a:pt x="2829877" y="1022386"/>
                </a:lnTo>
                <a:lnTo>
                  <a:pt x="2832294" y="1029177"/>
                </a:lnTo>
                <a:lnTo>
                  <a:pt x="2829593" y="1034887"/>
                </a:lnTo>
                <a:lnTo>
                  <a:pt x="2826855" y="1040558"/>
                </a:lnTo>
                <a:lnTo>
                  <a:pt x="2820065" y="1042966"/>
                </a:lnTo>
                <a:lnTo>
                  <a:pt x="2813049" y="1039658"/>
                </a:lnTo>
                <a:lnTo>
                  <a:pt x="2811897" y="1038817"/>
                </a:lnTo>
                <a:close/>
              </a:path>
              <a:path w="5142230" h="2300604">
                <a:moveTo>
                  <a:pt x="1860945" y="757658"/>
                </a:moveTo>
                <a:lnTo>
                  <a:pt x="1856932" y="753362"/>
                </a:lnTo>
                <a:lnTo>
                  <a:pt x="1855842" y="749458"/>
                </a:lnTo>
                <a:lnTo>
                  <a:pt x="1858261" y="739438"/>
                </a:lnTo>
                <a:lnTo>
                  <a:pt x="1864477" y="735731"/>
                </a:lnTo>
                <a:lnTo>
                  <a:pt x="1870611" y="737214"/>
                </a:lnTo>
                <a:lnTo>
                  <a:pt x="1876696" y="738743"/>
                </a:lnTo>
                <a:lnTo>
                  <a:pt x="1880447" y="744909"/>
                </a:lnTo>
                <a:lnTo>
                  <a:pt x="1878923" y="750999"/>
                </a:lnTo>
                <a:lnTo>
                  <a:pt x="1877439" y="757133"/>
                </a:lnTo>
                <a:lnTo>
                  <a:pt x="1871264" y="760884"/>
                </a:lnTo>
                <a:lnTo>
                  <a:pt x="1862887" y="758857"/>
                </a:lnTo>
                <a:lnTo>
                  <a:pt x="1860945" y="757658"/>
                </a:lnTo>
                <a:close/>
              </a:path>
              <a:path w="5142230" h="2300604">
                <a:moveTo>
                  <a:pt x="3204200" y="1430225"/>
                </a:moveTo>
                <a:lnTo>
                  <a:pt x="3200191" y="1425934"/>
                </a:lnTo>
                <a:lnTo>
                  <a:pt x="3199345" y="1424441"/>
                </a:lnTo>
                <a:lnTo>
                  <a:pt x="3198838" y="1422824"/>
                </a:lnTo>
                <a:lnTo>
                  <a:pt x="3196871" y="1416808"/>
                </a:lnTo>
                <a:lnTo>
                  <a:pt x="3200201" y="1410402"/>
                </a:lnTo>
                <a:lnTo>
                  <a:pt x="3206172" y="1408486"/>
                </a:lnTo>
                <a:lnTo>
                  <a:pt x="3211907" y="1406610"/>
                </a:lnTo>
                <a:lnTo>
                  <a:pt x="3212187" y="1406519"/>
                </a:lnTo>
                <a:lnTo>
                  <a:pt x="3218589" y="1409852"/>
                </a:lnTo>
                <a:lnTo>
                  <a:pt x="3222477" y="1421834"/>
                </a:lnTo>
                <a:lnTo>
                  <a:pt x="3219189" y="1428285"/>
                </a:lnTo>
                <a:lnTo>
                  <a:pt x="3208828" y="1431562"/>
                </a:lnTo>
                <a:lnTo>
                  <a:pt x="3204200" y="1430225"/>
                </a:lnTo>
                <a:close/>
              </a:path>
              <a:path w="5142230" h="2300604">
                <a:moveTo>
                  <a:pt x="3220942" y="1498682"/>
                </a:moveTo>
                <a:lnTo>
                  <a:pt x="3216979" y="1494440"/>
                </a:lnTo>
                <a:lnTo>
                  <a:pt x="3215915" y="1492421"/>
                </a:lnTo>
                <a:lnTo>
                  <a:pt x="3215571" y="1490195"/>
                </a:lnTo>
                <a:lnTo>
                  <a:pt x="3214459" y="1484020"/>
                </a:lnTo>
                <a:lnTo>
                  <a:pt x="3218575" y="1478065"/>
                </a:lnTo>
                <a:lnTo>
                  <a:pt x="3230930" y="1475847"/>
                </a:lnTo>
                <a:lnTo>
                  <a:pt x="3236875" y="1479963"/>
                </a:lnTo>
                <a:lnTo>
                  <a:pt x="3239144" y="1492362"/>
                </a:lnTo>
                <a:lnTo>
                  <a:pt x="3234982" y="1498268"/>
                </a:lnTo>
                <a:lnTo>
                  <a:pt x="3228803" y="1499374"/>
                </a:lnTo>
                <a:lnTo>
                  <a:pt x="3224863" y="1500142"/>
                </a:lnTo>
                <a:lnTo>
                  <a:pt x="3220942" y="1498682"/>
                </a:lnTo>
                <a:close/>
              </a:path>
              <a:path w="5142230" h="2300604">
                <a:moveTo>
                  <a:pt x="1792086" y="740443"/>
                </a:moveTo>
                <a:lnTo>
                  <a:pt x="1788077" y="736152"/>
                </a:lnTo>
                <a:lnTo>
                  <a:pt x="1786933" y="732190"/>
                </a:lnTo>
                <a:lnTo>
                  <a:pt x="1789450" y="722177"/>
                </a:lnTo>
                <a:lnTo>
                  <a:pt x="1795666" y="718471"/>
                </a:lnTo>
                <a:lnTo>
                  <a:pt x="1807878" y="721572"/>
                </a:lnTo>
                <a:lnTo>
                  <a:pt x="1811584" y="727789"/>
                </a:lnTo>
                <a:lnTo>
                  <a:pt x="1810031" y="733848"/>
                </a:lnTo>
                <a:lnTo>
                  <a:pt x="1808482" y="740009"/>
                </a:lnTo>
                <a:lnTo>
                  <a:pt x="1802266" y="743716"/>
                </a:lnTo>
                <a:lnTo>
                  <a:pt x="1796296" y="742212"/>
                </a:lnTo>
                <a:lnTo>
                  <a:pt x="1793978" y="741588"/>
                </a:lnTo>
                <a:lnTo>
                  <a:pt x="1792086" y="740443"/>
                </a:lnTo>
                <a:close/>
              </a:path>
              <a:path w="5142230" h="2300604">
                <a:moveTo>
                  <a:pt x="3224516" y="1709925"/>
                </a:moveTo>
                <a:lnTo>
                  <a:pt x="3220553" y="1705683"/>
                </a:lnTo>
                <a:lnTo>
                  <a:pt x="3219346" y="1702436"/>
                </a:lnTo>
                <a:lnTo>
                  <a:pt x="3219699" y="1699002"/>
                </a:lnTo>
                <a:lnTo>
                  <a:pt x="3220431" y="1692748"/>
                </a:lnTo>
                <a:lnTo>
                  <a:pt x="3226062" y="1688219"/>
                </a:lnTo>
                <a:lnTo>
                  <a:pt x="3232311" y="1688946"/>
                </a:lnTo>
                <a:lnTo>
                  <a:pt x="3238568" y="1689584"/>
                </a:lnTo>
                <a:lnTo>
                  <a:pt x="3243098" y="1695214"/>
                </a:lnTo>
                <a:lnTo>
                  <a:pt x="3242411" y="1701517"/>
                </a:lnTo>
                <a:lnTo>
                  <a:pt x="3241683" y="1707776"/>
                </a:lnTo>
                <a:lnTo>
                  <a:pt x="3236053" y="1712305"/>
                </a:lnTo>
                <a:lnTo>
                  <a:pt x="3226976" y="1711288"/>
                </a:lnTo>
                <a:lnTo>
                  <a:pt x="3224516" y="1709925"/>
                </a:lnTo>
                <a:close/>
              </a:path>
              <a:path w="5142230" h="2300604">
                <a:moveTo>
                  <a:pt x="2994447" y="1147433"/>
                </a:moveTo>
                <a:lnTo>
                  <a:pt x="2989796" y="1142454"/>
                </a:lnTo>
                <a:lnTo>
                  <a:pt x="2989345" y="1136302"/>
                </a:lnTo>
                <a:lnTo>
                  <a:pt x="2992807" y="1131798"/>
                </a:lnTo>
                <a:lnTo>
                  <a:pt x="2996613" y="1126781"/>
                </a:lnTo>
                <a:lnTo>
                  <a:pt x="3003728" y="1125796"/>
                </a:lnTo>
                <a:lnTo>
                  <a:pt x="3013756" y="1133403"/>
                </a:lnTo>
                <a:lnTo>
                  <a:pt x="3014792" y="1140572"/>
                </a:lnTo>
                <a:lnTo>
                  <a:pt x="3007131" y="1150650"/>
                </a:lnTo>
                <a:lnTo>
                  <a:pt x="2999966" y="1151581"/>
                </a:lnTo>
                <a:lnTo>
                  <a:pt x="2994954" y="1147780"/>
                </a:lnTo>
                <a:lnTo>
                  <a:pt x="2994447" y="1147433"/>
                </a:lnTo>
                <a:close/>
              </a:path>
              <a:path w="5142230" h="2300604">
                <a:moveTo>
                  <a:pt x="3229088" y="1568787"/>
                </a:moveTo>
                <a:lnTo>
                  <a:pt x="3225075" y="1564491"/>
                </a:lnTo>
                <a:lnTo>
                  <a:pt x="3223930" y="1562092"/>
                </a:lnTo>
                <a:lnTo>
                  <a:pt x="3223793" y="1559306"/>
                </a:lnTo>
                <a:lnTo>
                  <a:pt x="3223394" y="1553014"/>
                </a:lnTo>
                <a:lnTo>
                  <a:pt x="3228155" y="1547653"/>
                </a:lnTo>
                <a:lnTo>
                  <a:pt x="3240736" y="1546849"/>
                </a:lnTo>
                <a:lnTo>
                  <a:pt x="3246143" y="1551659"/>
                </a:lnTo>
                <a:lnTo>
                  <a:pt x="3246896" y="1564195"/>
                </a:lnTo>
                <a:lnTo>
                  <a:pt x="3242185" y="1569610"/>
                </a:lnTo>
                <a:lnTo>
                  <a:pt x="3235842" y="1569956"/>
                </a:lnTo>
                <a:lnTo>
                  <a:pt x="3232340" y="1570215"/>
                </a:lnTo>
                <a:lnTo>
                  <a:pt x="3229088" y="1568787"/>
                </a:lnTo>
                <a:close/>
              </a:path>
              <a:path w="5142230" h="2300604">
                <a:moveTo>
                  <a:pt x="1384075" y="616367"/>
                </a:moveTo>
                <a:lnTo>
                  <a:pt x="1380066" y="612077"/>
                </a:lnTo>
                <a:lnTo>
                  <a:pt x="1378994" y="607508"/>
                </a:lnTo>
                <a:lnTo>
                  <a:pt x="1382785" y="597393"/>
                </a:lnTo>
                <a:lnTo>
                  <a:pt x="1389353" y="594453"/>
                </a:lnTo>
                <a:lnTo>
                  <a:pt x="1401146" y="598867"/>
                </a:lnTo>
                <a:lnTo>
                  <a:pt x="1404176" y="605433"/>
                </a:lnTo>
                <a:lnTo>
                  <a:pt x="1399717" y="617278"/>
                </a:lnTo>
                <a:lnTo>
                  <a:pt x="1393149" y="620217"/>
                </a:lnTo>
                <a:lnTo>
                  <a:pt x="1385551" y="617362"/>
                </a:lnTo>
                <a:lnTo>
                  <a:pt x="1384075" y="616367"/>
                </a:lnTo>
                <a:close/>
              </a:path>
              <a:path w="5142230" h="2300604">
                <a:moveTo>
                  <a:pt x="2343148" y="876700"/>
                </a:moveTo>
                <a:lnTo>
                  <a:pt x="2339144" y="872414"/>
                </a:lnTo>
                <a:lnTo>
                  <a:pt x="2338002" y="868358"/>
                </a:lnTo>
                <a:lnTo>
                  <a:pt x="2339134" y="864388"/>
                </a:lnTo>
                <a:lnTo>
                  <a:pt x="2340806" y="858261"/>
                </a:lnTo>
                <a:lnTo>
                  <a:pt x="2346685" y="854975"/>
                </a:lnTo>
                <a:lnTo>
                  <a:pt x="2347105" y="854741"/>
                </a:lnTo>
                <a:lnTo>
                  <a:pt x="2359271" y="858086"/>
                </a:lnTo>
                <a:lnTo>
                  <a:pt x="2362834" y="864345"/>
                </a:lnTo>
                <a:lnTo>
                  <a:pt x="2361117" y="870424"/>
                </a:lnTo>
                <a:lnTo>
                  <a:pt x="2359445" y="876551"/>
                </a:lnTo>
                <a:lnTo>
                  <a:pt x="2353603" y="879878"/>
                </a:lnTo>
                <a:lnTo>
                  <a:pt x="2353186" y="880115"/>
                </a:lnTo>
                <a:lnTo>
                  <a:pt x="2344998" y="877802"/>
                </a:lnTo>
                <a:lnTo>
                  <a:pt x="2343148" y="876700"/>
                </a:lnTo>
                <a:close/>
              </a:path>
              <a:path w="5142230" h="2300604">
                <a:moveTo>
                  <a:pt x="1252458" y="562176"/>
                </a:moveTo>
                <a:lnTo>
                  <a:pt x="1248404" y="557836"/>
                </a:lnTo>
                <a:lnTo>
                  <a:pt x="1247484" y="552942"/>
                </a:lnTo>
                <a:lnTo>
                  <a:pt x="1249427" y="548571"/>
                </a:lnTo>
                <a:lnTo>
                  <a:pt x="1252025" y="542848"/>
                </a:lnTo>
                <a:lnTo>
                  <a:pt x="1258773" y="540297"/>
                </a:lnTo>
                <a:lnTo>
                  <a:pt x="1264491" y="542899"/>
                </a:lnTo>
                <a:lnTo>
                  <a:pt x="1270258" y="545456"/>
                </a:lnTo>
                <a:lnTo>
                  <a:pt x="1272814" y="552199"/>
                </a:lnTo>
                <a:lnTo>
                  <a:pt x="1270257" y="557966"/>
                </a:lnTo>
                <a:lnTo>
                  <a:pt x="1267606" y="563730"/>
                </a:lnTo>
                <a:lnTo>
                  <a:pt x="1260863" y="566286"/>
                </a:lnTo>
                <a:lnTo>
                  <a:pt x="1253703" y="563021"/>
                </a:lnTo>
                <a:lnTo>
                  <a:pt x="1252458" y="562176"/>
                </a:lnTo>
                <a:close/>
              </a:path>
              <a:path w="5142230" h="2300604">
                <a:moveTo>
                  <a:pt x="2614564" y="959826"/>
                </a:moveTo>
                <a:lnTo>
                  <a:pt x="2610510" y="955487"/>
                </a:lnTo>
                <a:lnTo>
                  <a:pt x="2609431" y="951107"/>
                </a:lnTo>
                <a:lnTo>
                  <a:pt x="2610843" y="946948"/>
                </a:lnTo>
                <a:lnTo>
                  <a:pt x="2612890" y="941027"/>
                </a:lnTo>
                <a:lnTo>
                  <a:pt x="2619414" y="937845"/>
                </a:lnTo>
                <a:lnTo>
                  <a:pt x="2631312" y="941980"/>
                </a:lnTo>
                <a:lnTo>
                  <a:pt x="2634497" y="948419"/>
                </a:lnTo>
                <a:lnTo>
                  <a:pt x="2632405" y="954391"/>
                </a:lnTo>
                <a:lnTo>
                  <a:pt x="2630403" y="960361"/>
                </a:lnTo>
                <a:lnTo>
                  <a:pt x="2623879" y="963543"/>
                </a:lnTo>
                <a:lnTo>
                  <a:pt x="2617907" y="961451"/>
                </a:lnTo>
                <a:lnTo>
                  <a:pt x="2616086" y="960870"/>
                </a:lnTo>
                <a:lnTo>
                  <a:pt x="2614564" y="959826"/>
                </a:lnTo>
                <a:close/>
              </a:path>
              <a:path w="5142230" h="2300604">
                <a:moveTo>
                  <a:pt x="2547201" y="937469"/>
                </a:moveTo>
                <a:lnTo>
                  <a:pt x="2543193" y="933179"/>
                </a:lnTo>
                <a:lnTo>
                  <a:pt x="2542062" y="928938"/>
                </a:lnTo>
                <a:lnTo>
                  <a:pt x="2545328" y="918848"/>
                </a:lnTo>
                <a:lnTo>
                  <a:pt x="2551720" y="915524"/>
                </a:lnTo>
                <a:lnTo>
                  <a:pt x="2563726" y="919384"/>
                </a:lnTo>
                <a:lnTo>
                  <a:pt x="2567049" y="925776"/>
                </a:lnTo>
                <a:lnTo>
                  <a:pt x="2565098" y="931800"/>
                </a:lnTo>
                <a:lnTo>
                  <a:pt x="2563195" y="937778"/>
                </a:lnTo>
                <a:lnTo>
                  <a:pt x="2556803" y="941101"/>
                </a:lnTo>
                <a:lnTo>
                  <a:pt x="2550774" y="939144"/>
                </a:lnTo>
                <a:lnTo>
                  <a:pt x="2548863" y="938565"/>
                </a:lnTo>
                <a:lnTo>
                  <a:pt x="2547201" y="937469"/>
                </a:lnTo>
                <a:close/>
              </a:path>
              <a:path w="5142230" h="2300604">
                <a:moveTo>
                  <a:pt x="2681347" y="983811"/>
                </a:moveTo>
                <a:lnTo>
                  <a:pt x="2677297" y="979477"/>
                </a:lnTo>
                <a:lnTo>
                  <a:pt x="2676221" y="974903"/>
                </a:lnTo>
                <a:lnTo>
                  <a:pt x="2677825" y="970756"/>
                </a:lnTo>
                <a:lnTo>
                  <a:pt x="2680061" y="964841"/>
                </a:lnTo>
                <a:lnTo>
                  <a:pt x="2686579" y="961848"/>
                </a:lnTo>
                <a:lnTo>
                  <a:pt x="2698423" y="966316"/>
                </a:lnTo>
                <a:lnTo>
                  <a:pt x="2701362" y="972884"/>
                </a:lnTo>
                <a:lnTo>
                  <a:pt x="2699131" y="978803"/>
                </a:lnTo>
                <a:lnTo>
                  <a:pt x="2696948" y="984678"/>
                </a:lnTo>
                <a:lnTo>
                  <a:pt x="2690327" y="987658"/>
                </a:lnTo>
                <a:lnTo>
                  <a:pt x="2684453" y="985475"/>
                </a:lnTo>
                <a:lnTo>
                  <a:pt x="2682729" y="984803"/>
                </a:lnTo>
                <a:lnTo>
                  <a:pt x="2681347" y="983811"/>
                </a:lnTo>
                <a:close/>
              </a:path>
              <a:path w="5142230" h="2300604">
                <a:moveTo>
                  <a:pt x="3048517" y="1192607"/>
                </a:moveTo>
                <a:lnTo>
                  <a:pt x="3043917" y="1187682"/>
                </a:lnTo>
                <a:lnTo>
                  <a:pt x="3043816" y="1180928"/>
                </a:lnTo>
                <a:lnTo>
                  <a:pt x="3052204" y="1171823"/>
                </a:lnTo>
                <a:lnTo>
                  <a:pt x="3059436" y="1171550"/>
                </a:lnTo>
                <a:lnTo>
                  <a:pt x="3064006" y="1175855"/>
                </a:lnTo>
                <a:lnTo>
                  <a:pt x="3068633" y="1180125"/>
                </a:lnTo>
                <a:lnTo>
                  <a:pt x="3068907" y="1187357"/>
                </a:lnTo>
                <a:lnTo>
                  <a:pt x="3060377" y="1196603"/>
                </a:lnTo>
                <a:lnTo>
                  <a:pt x="3053145" y="1196876"/>
                </a:lnTo>
                <a:lnTo>
                  <a:pt x="3048517" y="1192607"/>
                </a:lnTo>
                <a:close/>
              </a:path>
              <a:path w="5142230" h="2300604">
                <a:moveTo>
                  <a:pt x="2411466" y="896073"/>
                </a:moveTo>
                <a:lnTo>
                  <a:pt x="2407453" y="891777"/>
                </a:lnTo>
                <a:lnTo>
                  <a:pt x="2406324" y="887636"/>
                </a:lnTo>
                <a:lnTo>
                  <a:pt x="2409263" y="877586"/>
                </a:lnTo>
                <a:lnTo>
                  <a:pt x="2415612" y="874120"/>
                </a:lnTo>
                <a:lnTo>
                  <a:pt x="2427668" y="877641"/>
                </a:lnTo>
                <a:lnTo>
                  <a:pt x="2431139" y="883996"/>
                </a:lnTo>
                <a:lnTo>
                  <a:pt x="2429376" y="890026"/>
                </a:lnTo>
                <a:lnTo>
                  <a:pt x="2427564" y="896102"/>
                </a:lnTo>
                <a:lnTo>
                  <a:pt x="2421214" y="899568"/>
                </a:lnTo>
                <a:lnTo>
                  <a:pt x="2413174" y="897217"/>
                </a:lnTo>
                <a:lnTo>
                  <a:pt x="2411466" y="896073"/>
                </a:lnTo>
                <a:close/>
              </a:path>
              <a:path w="5142230" h="2300604">
                <a:moveTo>
                  <a:pt x="1317829" y="590319"/>
                </a:moveTo>
                <a:lnTo>
                  <a:pt x="1313821" y="586028"/>
                </a:lnTo>
                <a:lnTo>
                  <a:pt x="1312801" y="581320"/>
                </a:lnTo>
                <a:lnTo>
                  <a:pt x="1316964" y="571212"/>
                </a:lnTo>
                <a:lnTo>
                  <a:pt x="1323579" y="568421"/>
                </a:lnTo>
                <a:lnTo>
                  <a:pt x="1329591" y="570849"/>
                </a:lnTo>
                <a:lnTo>
                  <a:pt x="1335265" y="573209"/>
                </a:lnTo>
                <a:lnTo>
                  <a:pt x="1338013" y="579864"/>
                </a:lnTo>
                <a:lnTo>
                  <a:pt x="1335686" y="585682"/>
                </a:lnTo>
                <a:lnTo>
                  <a:pt x="1333274" y="591506"/>
                </a:lnTo>
                <a:lnTo>
                  <a:pt x="1326569" y="594299"/>
                </a:lnTo>
                <a:lnTo>
                  <a:pt x="1320796" y="591931"/>
                </a:lnTo>
                <a:lnTo>
                  <a:pt x="1319212" y="591310"/>
                </a:lnTo>
                <a:lnTo>
                  <a:pt x="1317829" y="590319"/>
                </a:lnTo>
                <a:close/>
              </a:path>
              <a:path w="5142230" h="2300604">
                <a:moveTo>
                  <a:pt x="2479461" y="916369"/>
                </a:moveTo>
                <a:lnTo>
                  <a:pt x="2475457" y="912083"/>
                </a:lnTo>
                <a:lnTo>
                  <a:pt x="2474319" y="907933"/>
                </a:lnTo>
                <a:lnTo>
                  <a:pt x="2477400" y="897840"/>
                </a:lnTo>
                <a:lnTo>
                  <a:pt x="2483747" y="894468"/>
                </a:lnTo>
                <a:lnTo>
                  <a:pt x="2489781" y="896237"/>
                </a:lnTo>
                <a:lnTo>
                  <a:pt x="2495804" y="898089"/>
                </a:lnTo>
                <a:lnTo>
                  <a:pt x="2499221" y="904484"/>
                </a:lnTo>
                <a:lnTo>
                  <a:pt x="2495511" y="916543"/>
                </a:lnTo>
                <a:lnTo>
                  <a:pt x="2489160" y="919910"/>
                </a:lnTo>
                <a:lnTo>
                  <a:pt x="2483134" y="918152"/>
                </a:lnTo>
                <a:lnTo>
                  <a:pt x="2481168" y="917513"/>
                </a:lnTo>
                <a:lnTo>
                  <a:pt x="2479461" y="916369"/>
                </a:lnTo>
                <a:close/>
              </a:path>
              <a:path w="5142230" h="2300604">
                <a:moveTo>
                  <a:pt x="3351748" y="1389454"/>
                </a:moveTo>
                <a:lnTo>
                  <a:pt x="3347881" y="1385314"/>
                </a:lnTo>
                <a:lnTo>
                  <a:pt x="3346943" y="1383625"/>
                </a:lnTo>
                <a:lnTo>
                  <a:pt x="3346497" y="1381584"/>
                </a:lnTo>
                <a:lnTo>
                  <a:pt x="3345139" y="1375731"/>
                </a:lnTo>
                <a:lnTo>
                  <a:pt x="3348834" y="1369814"/>
                </a:lnTo>
                <a:lnTo>
                  <a:pt x="3354827" y="1368508"/>
                </a:lnTo>
                <a:lnTo>
                  <a:pt x="3360680" y="1367149"/>
                </a:lnTo>
                <a:lnTo>
                  <a:pt x="3366597" y="1370844"/>
                </a:lnTo>
                <a:lnTo>
                  <a:pt x="3369262" y="1382690"/>
                </a:lnTo>
                <a:lnTo>
                  <a:pt x="3365567" y="1388607"/>
                </a:lnTo>
                <a:lnTo>
                  <a:pt x="3355672" y="1390819"/>
                </a:lnTo>
                <a:lnTo>
                  <a:pt x="3351748" y="1389454"/>
                </a:lnTo>
                <a:close/>
              </a:path>
              <a:path w="5142230" h="2300604">
                <a:moveTo>
                  <a:pt x="2461083" y="779596"/>
                </a:moveTo>
                <a:lnTo>
                  <a:pt x="2457206" y="775447"/>
                </a:lnTo>
                <a:lnTo>
                  <a:pt x="2456162" y="771592"/>
                </a:lnTo>
                <a:lnTo>
                  <a:pt x="2457188" y="767803"/>
                </a:lnTo>
                <a:lnTo>
                  <a:pt x="2458706" y="761901"/>
                </a:lnTo>
                <a:lnTo>
                  <a:pt x="2464777" y="758430"/>
                </a:lnTo>
                <a:lnTo>
                  <a:pt x="2476473" y="761567"/>
                </a:lnTo>
                <a:lnTo>
                  <a:pt x="2479949" y="767633"/>
                </a:lnTo>
                <a:lnTo>
                  <a:pt x="2476812" y="779329"/>
                </a:lnTo>
                <a:lnTo>
                  <a:pt x="2471039" y="782630"/>
                </a:lnTo>
                <a:lnTo>
                  <a:pt x="2470741" y="782800"/>
                </a:lnTo>
                <a:lnTo>
                  <a:pt x="2462835" y="780690"/>
                </a:lnTo>
                <a:lnTo>
                  <a:pt x="2461083" y="779596"/>
                </a:lnTo>
                <a:close/>
              </a:path>
              <a:path w="5142230" h="2300604">
                <a:moveTo>
                  <a:pt x="3320309" y="1880501"/>
                </a:moveTo>
                <a:lnTo>
                  <a:pt x="3316483" y="1876405"/>
                </a:lnTo>
                <a:lnTo>
                  <a:pt x="3315326" y="1872821"/>
                </a:lnTo>
                <a:lnTo>
                  <a:pt x="3316067" y="1869215"/>
                </a:lnTo>
                <a:lnTo>
                  <a:pt x="3317212" y="1863306"/>
                </a:lnTo>
                <a:lnTo>
                  <a:pt x="3323009" y="1859443"/>
                </a:lnTo>
                <a:lnTo>
                  <a:pt x="3334919" y="1861831"/>
                </a:lnTo>
                <a:lnTo>
                  <a:pt x="3338777" y="1867623"/>
                </a:lnTo>
                <a:lnTo>
                  <a:pt x="3336393" y="1879538"/>
                </a:lnTo>
                <a:lnTo>
                  <a:pt x="3330645" y="1883355"/>
                </a:lnTo>
                <a:lnTo>
                  <a:pt x="3322346" y="1881704"/>
                </a:lnTo>
                <a:lnTo>
                  <a:pt x="3320309" y="1880501"/>
                </a:lnTo>
                <a:close/>
              </a:path>
              <a:path w="5142230" h="2300604">
                <a:moveTo>
                  <a:pt x="3277946" y="2300034"/>
                </a:moveTo>
                <a:lnTo>
                  <a:pt x="3277302" y="2299345"/>
                </a:lnTo>
                <a:lnTo>
                  <a:pt x="3276195" y="2297183"/>
                </a:lnTo>
                <a:lnTo>
                  <a:pt x="3275947" y="2294767"/>
                </a:lnTo>
                <a:lnTo>
                  <a:pt x="3275250" y="2288742"/>
                </a:lnTo>
                <a:lnTo>
                  <a:pt x="3279594" y="2283324"/>
                </a:lnTo>
                <a:lnTo>
                  <a:pt x="3291632" y="2281940"/>
                </a:lnTo>
                <a:lnTo>
                  <a:pt x="3297099" y="2286229"/>
                </a:lnTo>
                <a:lnTo>
                  <a:pt x="3298484" y="2298267"/>
                </a:lnTo>
                <a:lnTo>
                  <a:pt x="3297093" y="2300034"/>
                </a:lnTo>
                <a:lnTo>
                  <a:pt x="3277946" y="2300034"/>
                </a:lnTo>
                <a:close/>
              </a:path>
              <a:path w="5142230" h="2300604">
                <a:moveTo>
                  <a:pt x="1567199" y="549851"/>
                </a:moveTo>
                <a:lnTo>
                  <a:pt x="1563327" y="545706"/>
                </a:lnTo>
                <a:lnTo>
                  <a:pt x="1562285" y="541658"/>
                </a:lnTo>
                <a:lnTo>
                  <a:pt x="1563457" y="537732"/>
                </a:lnTo>
                <a:lnTo>
                  <a:pt x="1565259" y="531939"/>
                </a:lnTo>
                <a:lnTo>
                  <a:pt x="1571459" y="528704"/>
                </a:lnTo>
                <a:lnTo>
                  <a:pt x="1583040" y="532304"/>
                </a:lnTo>
                <a:lnTo>
                  <a:pt x="1586280" y="538509"/>
                </a:lnTo>
                <a:lnTo>
                  <a:pt x="1584432" y="544253"/>
                </a:lnTo>
                <a:lnTo>
                  <a:pt x="1582630" y="550045"/>
                </a:lnTo>
                <a:lnTo>
                  <a:pt x="1576524" y="553284"/>
                </a:lnTo>
                <a:lnTo>
                  <a:pt x="1568816" y="550897"/>
                </a:lnTo>
                <a:lnTo>
                  <a:pt x="1567199" y="549851"/>
                </a:lnTo>
                <a:close/>
              </a:path>
              <a:path w="5142230" h="2300604">
                <a:moveTo>
                  <a:pt x="3306602" y="1950184"/>
                </a:moveTo>
                <a:lnTo>
                  <a:pt x="3302776" y="1946088"/>
                </a:lnTo>
                <a:lnTo>
                  <a:pt x="3301620" y="1942602"/>
                </a:lnTo>
                <a:lnTo>
                  <a:pt x="3302357" y="1938992"/>
                </a:lnTo>
                <a:lnTo>
                  <a:pt x="3303461" y="1933039"/>
                </a:lnTo>
                <a:lnTo>
                  <a:pt x="3309208" y="1929122"/>
                </a:lnTo>
                <a:lnTo>
                  <a:pt x="3315170" y="1930227"/>
                </a:lnTo>
                <a:lnTo>
                  <a:pt x="3321125" y="1931421"/>
                </a:lnTo>
                <a:lnTo>
                  <a:pt x="3325032" y="1937167"/>
                </a:lnTo>
                <a:lnTo>
                  <a:pt x="3323932" y="1943125"/>
                </a:lnTo>
                <a:lnTo>
                  <a:pt x="3322743" y="1949085"/>
                </a:lnTo>
                <a:lnTo>
                  <a:pt x="3316987" y="1952992"/>
                </a:lnTo>
                <a:lnTo>
                  <a:pt x="3311034" y="1951897"/>
                </a:lnTo>
                <a:lnTo>
                  <a:pt x="3308639" y="1951386"/>
                </a:lnTo>
                <a:lnTo>
                  <a:pt x="3306602" y="1950184"/>
                </a:lnTo>
                <a:close/>
              </a:path>
              <a:path w="5142230" h="2300604">
                <a:moveTo>
                  <a:pt x="2529510" y="798401"/>
                </a:moveTo>
                <a:lnTo>
                  <a:pt x="2525638" y="794257"/>
                </a:lnTo>
                <a:lnTo>
                  <a:pt x="2524544" y="790348"/>
                </a:lnTo>
                <a:lnTo>
                  <a:pt x="2525614" y="786509"/>
                </a:lnTo>
                <a:lnTo>
                  <a:pt x="2527281" y="780669"/>
                </a:lnTo>
                <a:lnTo>
                  <a:pt x="2532818" y="777506"/>
                </a:lnTo>
                <a:lnTo>
                  <a:pt x="2533295" y="777234"/>
                </a:lnTo>
                <a:lnTo>
                  <a:pt x="2544988" y="780564"/>
                </a:lnTo>
                <a:lnTo>
                  <a:pt x="2548419" y="786582"/>
                </a:lnTo>
                <a:lnTo>
                  <a:pt x="2546752" y="792421"/>
                </a:lnTo>
                <a:lnTo>
                  <a:pt x="2545135" y="798315"/>
                </a:lnTo>
                <a:lnTo>
                  <a:pt x="2539071" y="801696"/>
                </a:lnTo>
                <a:lnTo>
                  <a:pt x="2531221" y="799451"/>
                </a:lnTo>
                <a:lnTo>
                  <a:pt x="2529510" y="798401"/>
                </a:lnTo>
                <a:close/>
              </a:path>
              <a:path w="5142230" h="2300604">
                <a:moveTo>
                  <a:pt x="1299661" y="454162"/>
                </a:moveTo>
                <a:lnTo>
                  <a:pt x="1295790" y="450017"/>
                </a:lnTo>
                <a:lnTo>
                  <a:pt x="1294808" y="445447"/>
                </a:lnTo>
                <a:lnTo>
                  <a:pt x="1296462" y="441353"/>
                </a:lnTo>
                <a:lnTo>
                  <a:pt x="1298778" y="435720"/>
                </a:lnTo>
                <a:lnTo>
                  <a:pt x="1305189" y="433101"/>
                </a:lnTo>
                <a:lnTo>
                  <a:pt x="1316415" y="437689"/>
                </a:lnTo>
                <a:lnTo>
                  <a:pt x="1319124" y="444108"/>
                </a:lnTo>
                <a:lnTo>
                  <a:pt x="1316807" y="449741"/>
                </a:lnTo>
                <a:lnTo>
                  <a:pt x="1314540" y="455329"/>
                </a:lnTo>
                <a:lnTo>
                  <a:pt x="1308072" y="457984"/>
                </a:lnTo>
                <a:lnTo>
                  <a:pt x="1302488" y="455721"/>
                </a:lnTo>
                <a:lnTo>
                  <a:pt x="1300953" y="455055"/>
                </a:lnTo>
                <a:lnTo>
                  <a:pt x="1299661" y="454162"/>
                </a:lnTo>
                <a:close/>
              </a:path>
              <a:path w="5142230" h="2300604">
                <a:moveTo>
                  <a:pt x="3277747" y="2161314"/>
                </a:moveTo>
                <a:lnTo>
                  <a:pt x="3273920" y="2157218"/>
                </a:lnTo>
                <a:lnTo>
                  <a:pt x="3272750" y="2154303"/>
                </a:lnTo>
                <a:lnTo>
                  <a:pt x="3272999" y="2151149"/>
                </a:lnTo>
                <a:lnTo>
                  <a:pt x="3273347" y="2145071"/>
                </a:lnTo>
                <a:lnTo>
                  <a:pt x="3278054" y="2140921"/>
                </a:lnTo>
                <a:lnTo>
                  <a:pt x="3278555" y="2140480"/>
                </a:lnTo>
                <a:lnTo>
                  <a:pt x="3284580" y="2140869"/>
                </a:lnTo>
                <a:lnTo>
                  <a:pt x="3290658" y="2141218"/>
                </a:lnTo>
                <a:lnTo>
                  <a:pt x="3295249" y="2146425"/>
                </a:lnTo>
                <a:lnTo>
                  <a:pt x="3294900" y="2152503"/>
                </a:lnTo>
                <a:lnTo>
                  <a:pt x="3294506" y="2158533"/>
                </a:lnTo>
                <a:lnTo>
                  <a:pt x="3289803" y="2162687"/>
                </a:lnTo>
                <a:lnTo>
                  <a:pt x="3289303" y="2163129"/>
                </a:lnTo>
                <a:lnTo>
                  <a:pt x="3280345" y="2162630"/>
                </a:lnTo>
                <a:lnTo>
                  <a:pt x="3277747" y="2161314"/>
                </a:lnTo>
                <a:close/>
              </a:path>
              <a:path w="5142230" h="2300604">
                <a:moveTo>
                  <a:pt x="1978629" y="660871"/>
                </a:moveTo>
                <a:lnTo>
                  <a:pt x="1974798" y="656770"/>
                </a:lnTo>
                <a:lnTo>
                  <a:pt x="1974433" y="655500"/>
                </a:lnTo>
                <a:lnTo>
                  <a:pt x="1973724" y="652884"/>
                </a:lnTo>
                <a:lnTo>
                  <a:pt x="1974633" y="649263"/>
                </a:lnTo>
                <a:lnTo>
                  <a:pt x="1976061" y="643363"/>
                </a:lnTo>
                <a:lnTo>
                  <a:pt x="1981991" y="639741"/>
                </a:lnTo>
                <a:lnTo>
                  <a:pt x="1993791" y="642598"/>
                </a:lnTo>
                <a:lnTo>
                  <a:pt x="1997364" y="648573"/>
                </a:lnTo>
                <a:lnTo>
                  <a:pt x="1995936" y="654473"/>
                </a:lnTo>
                <a:lnTo>
                  <a:pt x="1994557" y="660327"/>
                </a:lnTo>
                <a:lnTo>
                  <a:pt x="1988578" y="663995"/>
                </a:lnTo>
                <a:lnTo>
                  <a:pt x="1982727" y="662521"/>
                </a:lnTo>
                <a:lnTo>
                  <a:pt x="1980525" y="662021"/>
                </a:lnTo>
                <a:lnTo>
                  <a:pt x="1978629" y="660871"/>
                </a:lnTo>
                <a:close/>
              </a:path>
              <a:path w="5142230" h="2300604">
                <a:moveTo>
                  <a:pt x="3346914" y="1741053"/>
                </a:moveTo>
                <a:lnTo>
                  <a:pt x="3343038" y="1736903"/>
                </a:lnTo>
                <a:lnTo>
                  <a:pt x="3341878" y="1733512"/>
                </a:lnTo>
                <a:lnTo>
                  <a:pt x="3342522" y="1729998"/>
                </a:lnTo>
                <a:lnTo>
                  <a:pt x="3343527" y="1724036"/>
                </a:lnTo>
                <a:lnTo>
                  <a:pt x="3349142" y="1719979"/>
                </a:lnTo>
                <a:lnTo>
                  <a:pt x="3361106" y="1722033"/>
                </a:lnTo>
                <a:lnTo>
                  <a:pt x="3365163" y="1727648"/>
                </a:lnTo>
                <a:lnTo>
                  <a:pt x="3363154" y="1739670"/>
                </a:lnTo>
                <a:lnTo>
                  <a:pt x="3357489" y="1743674"/>
                </a:lnTo>
                <a:lnTo>
                  <a:pt x="3349044" y="1742258"/>
                </a:lnTo>
                <a:lnTo>
                  <a:pt x="3346914" y="1741053"/>
                </a:lnTo>
                <a:close/>
              </a:path>
              <a:path w="5142230" h="2300604">
                <a:moveTo>
                  <a:pt x="1234324" y="426251"/>
                </a:moveTo>
                <a:lnTo>
                  <a:pt x="1230412" y="422062"/>
                </a:lnTo>
                <a:lnTo>
                  <a:pt x="1229486" y="417357"/>
                </a:lnTo>
                <a:lnTo>
                  <a:pt x="1231369" y="413215"/>
                </a:lnTo>
                <a:lnTo>
                  <a:pt x="1233781" y="407684"/>
                </a:lnTo>
                <a:lnTo>
                  <a:pt x="1240287" y="405167"/>
                </a:lnTo>
                <a:lnTo>
                  <a:pt x="1245820" y="407669"/>
                </a:lnTo>
                <a:lnTo>
                  <a:pt x="1251401" y="410125"/>
                </a:lnTo>
                <a:lnTo>
                  <a:pt x="1253873" y="416582"/>
                </a:lnTo>
                <a:lnTo>
                  <a:pt x="1251417" y="422164"/>
                </a:lnTo>
                <a:lnTo>
                  <a:pt x="1249009" y="427700"/>
                </a:lnTo>
                <a:lnTo>
                  <a:pt x="1242499" y="430212"/>
                </a:lnTo>
                <a:lnTo>
                  <a:pt x="1235526" y="427146"/>
                </a:lnTo>
                <a:lnTo>
                  <a:pt x="1234324" y="426251"/>
                </a:lnTo>
                <a:close/>
              </a:path>
              <a:path w="5142230" h="2300604">
                <a:moveTo>
                  <a:pt x="1909711" y="643984"/>
                </a:moveTo>
                <a:lnTo>
                  <a:pt x="1905839" y="639840"/>
                </a:lnTo>
                <a:lnTo>
                  <a:pt x="1905441" y="638534"/>
                </a:lnTo>
                <a:lnTo>
                  <a:pt x="1904708" y="635990"/>
                </a:lnTo>
                <a:lnTo>
                  <a:pt x="1905684" y="632245"/>
                </a:lnTo>
                <a:lnTo>
                  <a:pt x="1907094" y="626423"/>
                </a:lnTo>
                <a:lnTo>
                  <a:pt x="1908677" y="625478"/>
                </a:lnTo>
                <a:lnTo>
                  <a:pt x="1913192" y="622883"/>
                </a:lnTo>
                <a:lnTo>
                  <a:pt x="1918974" y="624283"/>
                </a:lnTo>
                <a:lnTo>
                  <a:pt x="1924825" y="625757"/>
                </a:lnTo>
                <a:lnTo>
                  <a:pt x="1928447" y="631687"/>
                </a:lnTo>
                <a:lnTo>
                  <a:pt x="1926970" y="637632"/>
                </a:lnTo>
                <a:lnTo>
                  <a:pt x="1925491" y="643478"/>
                </a:lnTo>
                <a:lnTo>
                  <a:pt x="1919561" y="647100"/>
                </a:lnTo>
                <a:lnTo>
                  <a:pt x="1913665" y="645578"/>
                </a:lnTo>
                <a:lnTo>
                  <a:pt x="1911557" y="645081"/>
                </a:lnTo>
                <a:lnTo>
                  <a:pt x="1909711" y="643984"/>
                </a:lnTo>
                <a:close/>
              </a:path>
              <a:path w="5142230" h="2300604">
                <a:moveTo>
                  <a:pt x="3332247" y="1321757"/>
                </a:moveTo>
                <a:lnTo>
                  <a:pt x="3328329" y="1317563"/>
                </a:lnTo>
                <a:lnTo>
                  <a:pt x="3327571" y="1316263"/>
                </a:lnTo>
                <a:lnTo>
                  <a:pt x="3327053" y="1314829"/>
                </a:lnTo>
                <a:lnTo>
                  <a:pt x="3324929" y="1309134"/>
                </a:lnTo>
                <a:lnTo>
                  <a:pt x="3327928" y="1302863"/>
                </a:lnTo>
                <a:lnTo>
                  <a:pt x="3333668" y="1300797"/>
                </a:lnTo>
                <a:lnTo>
                  <a:pt x="3339305" y="1298718"/>
                </a:lnTo>
                <a:lnTo>
                  <a:pt x="3345629" y="1301676"/>
                </a:lnTo>
                <a:lnTo>
                  <a:pt x="3349774" y="1313053"/>
                </a:lnTo>
                <a:lnTo>
                  <a:pt x="3346821" y="1319373"/>
                </a:lnTo>
                <a:lnTo>
                  <a:pt x="3336832" y="1322952"/>
                </a:lnTo>
                <a:lnTo>
                  <a:pt x="3332247" y="1321757"/>
                </a:lnTo>
                <a:close/>
              </a:path>
              <a:path w="5142230" h="2300604">
                <a:moveTo>
                  <a:pt x="1703496" y="589992"/>
                </a:moveTo>
                <a:lnTo>
                  <a:pt x="1699670" y="585896"/>
                </a:lnTo>
                <a:lnTo>
                  <a:pt x="1698575" y="581987"/>
                </a:lnTo>
                <a:lnTo>
                  <a:pt x="1699650" y="578153"/>
                </a:lnTo>
                <a:lnTo>
                  <a:pt x="1701267" y="572259"/>
                </a:lnTo>
                <a:lnTo>
                  <a:pt x="1707330" y="568878"/>
                </a:lnTo>
                <a:lnTo>
                  <a:pt x="1719018" y="572104"/>
                </a:lnTo>
                <a:lnTo>
                  <a:pt x="1722404" y="578172"/>
                </a:lnTo>
                <a:lnTo>
                  <a:pt x="1720787" y="584065"/>
                </a:lnTo>
                <a:lnTo>
                  <a:pt x="1719169" y="589859"/>
                </a:lnTo>
                <a:lnTo>
                  <a:pt x="1713526" y="593007"/>
                </a:lnTo>
                <a:lnTo>
                  <a:pt x="1713106" y="593241"/>
                </a:lnTo>
                <a:lnTo>
                  <a:pt x="1707258" y="591673"/>
                </a:lnTo>
                <a:lnTo>
                  <a:pt x="1705252" y="591090"/>
                </a:lnTo>
                <a:lnTo>
                  <a:pt x="1703496" y="589992"/>
                </a:lnTo>
                <a:close/>
              </a:path>
              <a:path w="5142230" h="2300604">
                <a:moveTo>
                  <a:pt x="2732788" y="860882"/>
                </a:moveTo>
                <a:lnTo>
                  <a:pt x="2728962" y="856786"/>
                </a:lnTo>
                <a:lnTo>
                  <a:pt x="2727877" y="852594"/>
                </a:lnTo>
                <a:lnTo>
                  <a:pt x="2731188" y="842845"/>
                </a:lnTo>
                <a:lnTo>
                  <a:pt x="2737426" y="839748"/>
                </a:lnTo>
                <a:lnTo>
                  <a:pt x="2743117" y="841736"/>
                </a:lnTo>
                <a:lnTo>
                  <a:pt x="2748863" y="843683"/>
                </a:lnTo>
                <a:lnTo>
                  <a:pt x="2751955" y="849925"/>
                </a:lnTo>
                <a:lnTo>
                  <a:pt x="2748066" y="861402"/>
                </a:lnTo>
                <a:lnTo>
                  <a:pt x="2741828" y="864499"/>
                </a:lnTo>
                <a:lnTo>
                  <a:pt x="2736087" y="862557"/>
                </a:lnTo>
                <a:lnTo>
                  <a:pt x="2734315" y="861930"/>
                </a:lnTo>
                <a:lnTo>
                  <a:pt x="2732788" y="860882"/>
                </a:lnTo>
                <a:close/>
              </a:path>
              <a:path w="5142230" h="2300604">
                <a:moveTo>
                  <a:pt x="3267964" y="1196935"/>
                </a:moveTo>
                <a:lnTo>
                  <a:pt x="3263119" y="1191749"/>
                </a:lnTo>
                <a:lnTo>
                  <a:pt x="3259649" y="1186764"/>
                </a:lnTo>
                <a:lnTo>
                  <a:pt x="3260826" y="1179911"/>
                </a:lnTo>
                <a:lnTo>
                  <a:pt x="3270792" y="1172985"/>
                </a:lnTo>
                <a:lnTo>
                  <a:pt x="3277645" y="1174162"/>
                </a:lnTo>
                <a:lnTo>
                  <a:pt x="3284576" y="1184123"/>
                </a:lnTo>
                <a:lnTo>
                  <a:pt x="3283398" y="1190976"/>
                </a:lnTo>
                <a:lnTo>
                  <a:pt x="3278418" y="1194441"/>
                </a:lnTo>
                <a:lnTo>
                  <a:pt x="3273918" y="1197640"/>
                </a:lnTo>
                <a:lnTo>
                  <a:pt x="3267964" y="1196935"/>
                </a:lnTo>
                <a:close/>
              </a:path>
              <a:path w="5142230" h="2300604">
                <a:moveTo>
                  <a:pt x="2799687" y="884502"/>
                </a:moveTo>
                <a:lnTo>
                  <a:pt x="2795811" y="880353"/>
                </a:lnTo>
                <a:lnTo>
                  <a:pt x="2794778" y="876022"/>
                </a:lnTo>
                <a:lnTo>
                  <a:pt x="2796236" y="872011"/>
                </a:lnTo>
                <a:lnTo>
                  <a:pt x="2798372" y="866282"/>
                </a:lnTo>
                <a:lnTo>
                  <a:pt x="2804698" y="863377"/>
                </a:lnTo>
                <a:lnTo>
                  <a:pt x="2810391" y="865463"/>
                </a:lnTo>
                <a:lnTo>
                  <a:pt x="2816026" y="867586"/>
                </a:lnTo>
                <a:lnTo>
                  <a:pt x="2818980" y="873876"/>
                </a:lnTo>
                <a:lnTo>
                  <a:pt x="2816849" y="879610"/>
                </a:lnTo>
                <a:lnTo>
                  <a:pt x="2814767" y="885299"/>
                </a:lnTo>
                <a:lnTo>
                  <a:pt x="2808437" y="888199"/>
                </a:lnTo>
                <a:lnTo>
                  <a:pt x="2801070" y="885494"/>
                </a:lnTo>
                <a:lnTo>
                  <a:pt x="2799687" y="884502"/>
                </a:lnTo>
                <a:close/>
              </a:path>
              <a:path w="5142230" h="2300604">
                <a:moveTo>
                  <a:pt x="1635229" y="570479"/>
                </a:moveTo>
                <a:lnTo>
                  <a:pt x="1631362" y="566339"/>
                </a:lnTo>
                <a:lnTo>
                  <a:pt x="1630271" y="562336"/>
                </a:lnTo>
                <a:lnTo>
                  <a:pt x="1633102" y="552660"/>
                </a:lnTo>
                <a:lnTo>
                  <a:pt x="1639211" y="549328"/>
                </a:lnTo>
                <a:lnTo>
                  <a:pt x="1645056" y="550990"/>
                </a:lnTo>
                <a:lnTo>
                  <a:pt x="1650852" y="552698"/>
                </a:lnTo>
                <a:lnTo>
                  <a:pt x="1654185" y="558807"/>
                </a:lnTo>
                <a:lnTo>
                  <a:pt x="1650765" y="570493"/>
                </a:lnTo>
                <a:lnTo>
                  <a:pt x="1644656" y="573826"/>
                </a:lnTo>
                <a:lnTo>
                  <a:pt x="1636850" y="571530"/>
                </a:lnTo>
                <a:lnTo>
                  <a:pt x="1635229" y="570479"/>
                </a:lnTo>
                <a:close/>
              </a:path>
              <a:path w="5142230" h="2300604">
                <a:moveTo>
                  <a:pt x="3170185" y="1088355"/>
                </a:moveTo>
                <a:lnTo>
                  <a:pt x="3165624" y="1083473"/>
                </a:lnTo>
                <a:lnTo>
                  <a:pt x="3165467" y="1077147"/>
                </a:lnTo>
                <a:lnTo>
                  <a:pt x="3173279" y="1068306"/>
                </a:lnTo>
                <a:lnTo>
                  <a:pt x="3180227" y="1067924"/>
                </a:lnTo>
                <a:lnTo>
                  <a:pt x="3184770" y="1071908"/>
                </a:lnTo>
                <a:lnTo>
                  <a:pt x="3189305" y="1075981"/>
                </a:lnTo>
                <a:lnTo>
                  <a:pt x="3189731" y="1082888"/>
                </a:lnTo>
                <a:lnTo>
                  <a:pt x="3185704" y="1087472"/>
                </a:lnTo>
                <a:lnTo>
                  <a:pt x="3181680" y="1091961"/>
                </a:lnTo>
                <a:lnTo>
                  <a:pt x="3174679" y="1092384"/>
                </a:lnTo>
                <a:lnTo>
                  <a:pt x="3170185" y="1088355"/>
                </a:lnTo>
                <a:close/>
              </a:path>
              <a:path w="5142230" h="2300604">
                <a:moveTo>
                  <a:pt x="3304185" y="1257116"/>
                </a:moveTo>
                <a:lnTo>
                  <a:pt x="3300223" y="1252874"/>
                </a:lnTo>
                <a:lnTo>
                  <a:pt x="3299632" y="1252046"/>
                </a:lnTo>
                <a:lnTo>
                  <a:pt x="3296356" y="1245802"/>
                </a:lnTo>
                <a:lnTo>
                  <a:pt x="3298470" y="1239171"/>
                </a:lnTo>
                <a:lnTo>
                  <a:pt x="3303850" y="1236327"/>
                </a:lnTo>
                <a:lnTo>
                  <a:pt x="3309231" y="1233584"/>
                </a:lnTo>
                <a:lnTo>
                  <a:pt x="3315862" y="1235698"/>
                </a:lnTo>
                <a:lnTo>
                  <a:pt x="3321444" y="1246463"/>
                </a:lnTo>
                <a:lnTo>
                  <a:pt x="3319402" y="1252976"/>
                </a:lnTo>
                <a:lnTo>
                  <a:pt x="3309483" y="1258193"/>
                </a:lnTo>
                <a:lnTo>
                  <a:pt x="3304185" y="1257116"/>
                </a:lnTo>
                <a:close/>
              </a:path>
              <a:path w="5142230" h="2300604">
                <a:moveTo>
                  <a:pt x="3284126" y="2090533"/>
                </a:moveTo>
                <a:lnTo>
                  <a:pt x="3280254" y="2086388"/>
                </a:lnTo>
                <a:lnTo>
                  <a:pt x="3279134" y="2083234"/>
                </a:lnTo>
                <a:lnTo>
                  <a:pt x="3279533" y="2079849"/>
                </a:lnTo>
                <a:lnTo>
                  <a:pt x="3280304" y="2073832"/>
                </a:lnTo>
                <a:lnTo>
                  <a:pt x="3285785" y="2069534"/>
                </a:lnTo>
                <a:lnTo>
                  <a:pt x="3297817" y="2070977"/>
                </a:lnTo>
                <a:lnTo>
                  <a:pt x="3302115" y="2076458"/>
                </a:lnTo>
                <a:lnTo>
                  <a:pt x="3301344" y="2082475"/>
                </a:lnTo>
                <a:lnTo>
                  <a:pt x="3300618" y="2088540"/>
                </a:lnTo>
                <a:lnTo>
                  <a:pt x="3295186" y="2092793"/>
                </a:lnTo>
                <a:lnTo>
                  <a:pt x="3286445" y="2091745"/>
                </a:lnTo>
                <a:lnTo>
                  <a:pt x="3284126" y="2090533"/>
                </a:lnTo>
                <a:close/>
              </a:path>
              <a:path w="5142230" h="2300604">
                <a:moveTo>
                  <a:pt x="3363067" y="1459143"/>
                </a:moveTo>
                <a:lnTo>
                  <a:pt x="3359200" y="1455003"/>
                </a:lnTo>
                <a:lnTo>
                  <a:pt x="3358188" y="1452844"/>
                </a:lnTo>
                <a:lnTo>
                  <a:pt x="3357894" y="1450379"/>
                </a:lnTo>
                <a:lnTo>
                  <a:pt x="3357250" y="1444314"/>
                </a:lnTo>
                <a:lnTo>
                  <a:pt x="3361585" y="1438886"/>
                </a:lnTo>
                <a:lnTo>
                  <a:pt x="3367605" y="1438293"/>
                </a:lnTo>
                <a:lnTo>
                  <a:pt x="3373625" y="1437601"/>
                </a:lnTo>
                <a:lnTo>
                  <a:pt x="3379043" y="1441936"/>
                </a:lnTo>
                <a:lnTo>
                  <a:pt x="3379740" y="1447960"/>
                </a:lnTo>
                <a:lnTo>
                  <a:pt x="3380379" y="1454019"/>
                </a:lnTo>
                <a:lnTo>
                  <a:pt x="3376044" y="1459447"/>
                </a:lnTo>
                <a:lnTo>
                  <a:pt x="3370025" y="1460139"/>
                </a:lnTo>
                <a:lnTo>
                  <a:pt x="3366425" y="1460489"/>
                </a:lnTo>
                <a:lnTo>
                  <a:pt x="3363067" y="1459143"/>
                </a:lnTo>
                <a:close/>
              </a:path>
              <a:path w="5142230" h="2300604">
                <a:moveTo>
                  <a:pt x="1840809" y="626626"/>
                </a:moveTo>
                <a:lnTo>
                  <a:pt x="1836937" y="622482"/>
                </a:lnTo>
                <a:lnTo>
                  <a:pt x="1835840" y="618668"/>
                </a:lnTo>
                <a:lnTo>
                  <a:pt x="1838335" y="609023"/>
                </a:lnTo>
                <a:lnTo>
                  <a:pt x="1844315" y="605454"/>
                </a:lnTo>
                <a:lnTo>
                  <a:pt x="1856058" y="608446"/>
                </a:lnTo>
                <a:lnTo>
                  <a:pt x="1859583" y="614467"/>
                </a:lnTo>
                <a:lnTo>
                  <a:pt x="1856586" y="626215"/>
                </a:lnTo>
                <a:lnTo>
                  <a:pt x="1850615" y="629793"/>
                </a:lnTo>
                <a:lnTo>
                  <a:pt x="1844839" y="628301"/>
                </a:lnTo>
                <a:lnTo>
                  <a:pt x="1842611" y="627774"/>
                </a:lnTo>
                <a:lnTo>
                  <a:pt x="1840809" y="626626"/>
                </a:lnTo>
                <a:close/>
              </a:path>
              <a:path w="5142230" h="2300604">
                <a:moveTo>
                  <a:pt x="2665412" y="838902"/>
                </a:moveTo>
                <a:lnTo>
                  <a:pt x="2661545" y="834762"/>
                </a:lnTo>
                <a:lnTo>
                  <a:pt x="2660453" y="830660"/>
                </a:lnTo>
                <a:lnTo>
                  <a:pt x="2661724" y="826743"/>
                </a:lnTo>
                <a:lnTo>
                  <a:pt x="2663522" y="820945"/>
                </a:lnTo>
                <a:lnTo>
                  <a:pt x="2669678" y="817760"/>
                </a:lnTo>
                <a:lnTo>
                  <a:pt x="2681304" y="821409"/>
                </a:lnTo>
                <a:lnTo>
                  <a:pt x="2684494" y="827560"/>
                </a:lnTo>
                <a:lnTo>
                  <a:pt x="2682647" y="833403"/>
                </a:lnTo>
                <a:lnTo>
                  <a:pt x="2680845" y="839196"/>
                </a:lnTo>
                <a:lnTo>
                  <a:pt x="2674648" y="842337"/>
                </a:lnTo>
                <a:lnTo>
                  <a:pt x="2667034" y="839953"/>
                </a:lnTo>
                <a:lnTo>
                  <a:pt x="2665412" y="838902"/>
                </a:lnTo>
                <a:close/>
              </a:path>
              <a:path w="5142230" h="2300604">
                <a:moveTo>
                  <a:pt x="3294170" y="2020155"/>
                </a:moveTo>
                <a:lnTo>
                  <a:pt x="3290343" y="2016059"/>
                </a:lnTo>
                <a:lnTo>
                  <a:pt x="3289184" y="2012667"/>
                </a:lnTo>
                <a:lnTo>
                  <a:pt x="3289729" y="2009145"/>
                </a:lnTo>
                <a:lnTo>
                  <a:pt x="3290735" y="2003184"/>
                </a:lnTo>
                <a:lnTo>
                  <a:pt x="3296398" y="1999081"/>
                </a:lnTo>
                <a:lnTo>
                  <a:pt x="3308415" y="2001095"/>
                </a:lnTo>
                <a:lnTo>
                  <a:pt x="3312419" y="2006750"/>
                </a:lnTo>
                <a:lnTo>
                  <a:pt x="3311414" y="2012711"/>
                </a:lnTo>
                <a:lnTo>
                  <a:pt x="3310458" y="2018726"/>
                </a:lnTo>
                <a:lnTo>
                  <a:pt x="3304798" y="2022735"/>
                </a:lnTo>
                <a:lnTo>
                  <a:pt x="3296300" y="2021360"/>
                </a:lnTo>
                <a:lnTo>
                  <a:pt x="3294170" y="2020155"/>
                </a:lnTo>
                <a:close/>
              </a:path>
              <a:path w="5142230" h="2300604">
                <a:moveTo>
                  <a:pt x="3366945" y="1529664"/>
                </a:moveTo>
                <a:lnTo>
                  <a:pt x="3363124" y="1525573"/>
                </a:lnTo>
                <a:lnTo>
                  <a:pt x="3361980" y="1522980"/>
                </a:lnTo>
                <a:lnTo>
                  <a:pt x="3361986" y="1520153"/>
                </a:lnTo>
                <a:lnTo>
                  <a:pt x="3361958" y="1514062"/>
                </a:lnTo>
                <a:lnTo>
                  <a:pt x="3366801" y="1509081"/>
                </a:lnTo>
                <a:lnTo>
                  <a:pt x="3372842" y="1508998"/>
                </a:lnTo>
                <a:lnTo>
                  <a:pt x="3378933" y="1508969"/>
                </a:lnTo>
                <a:lnTo>
                  <a:pt x="3383914" y="1513813"/>
                </a:lnTo>
                <a:lnTo>
                  <a:pt x="3383943" y="1519904"/>
                </a:lnTo>
                <a:lnTo>
                  <a:pt x="3384020" y="1525949"/>
                </a:lnTo>
                <a:lnTo>
                  <a:pt x="3379181" y="1530935"/>
                </a:lnTo>
                <a:lnTo>
                  <a:pt x="3373090" y="1530964"/>
                </a:lnTo>
                <a:lnTo>
                  <a:pt x="3369877" y="1531043"/>
                </a:lnTo>
                <a:lnTo>
                  <a:pt x="3366945" y="1529664"/>
                </a:lnTo>
                <a:close/>
              </a:path>
              <a:path w="5142230" h="2300604">
                <a:moveTo>
                  <a:pt x="3115090" y="1044137"/>
                </a:moveTo>
                <a:lnTo>
                  <a:pt x="3110565" y="1039293"/>
                </a:lnTo>
                <a:lnTo>
                  <a:pt x="3110116" y="1033535"/>
                </a:lnTo>
                <a:lnTo>
                  <a:pt x="3116899" y="1024276"/>
                </a:lnTo>
                <a:lnTo>
                  <a:pt x="3123780" y="1023236"/>
                </a:lnTo>
                <a:lnTo>
                  <a:pt x="3133546" y="1030366"/>
                </a:lnTo>
                <a:lnTo>
                  <a:pt x="3134582" y="1037242"/>
                </a:lnTo>
                <a:lnTo>
                  <a:pt x="3131066" y="1042179"/>
                </a:lnTo>
                <a:lnTo>
                  <a:pt x="3127501" y="1047062"/>
                </a:lnTo>
                <a:lnTo>
                  <a:pt x="3120571" y="1048148"/>
                </a:lnTo>
                <a:lnTo>
                  <a:pt x="3115090" y="1044137"/>
                </a:lnTo>
                <a:close/>
              </a:path>
              <a:path w="5142230" h="2300604">
                <a:moveTo>
                  <a:pt x="2185794" y="710506"/>
                </a:moveTo>
                <a:lnTo>
                  <a:pt x="2181923" y="706361"/>
                </a:lnTo>
                <a:lnTo>
                  <a:pt x="2180822" y="702641"/>
                </a:lnTo>
                <a:lnTo>
                  <a:pt x="2181705" y="698894"/>
                </a:lnTo>
                <a:lnTo>
                  <a:pt x="2183133" y="692995"/>
                </a:lnTo>
                <a:lnTo>
                  <a:pt x="2189063" y="689372"/>
                </a:lnTo>
                <a:lnTo>
                  <a:pt x="2195007" y="690750"/>
                </a:lnTo>
                <a:lnTo>
                  <a:pt x="2200911" y="692183"/>
                </a:lnTo>
                <a:lnTo>
                  <a:pt x="2204534" y="698114"/>
                </a:lnTo>
                <a:lnTo>
                  <a:pt x="2201677" y="709913"/>
                </a:lnTo>
                <a:lnTo>
                  <a:pt x="2195747" y="713535"/>
                </a:lnTo>
                <a:lnTo>
                  <a:pt x="2189843" y="712102"/>
                </a:lnTo>
                <a:lnTo>
                  <a:pt x="2187645" y="711607"/>
                </a:lnTo>
                <a:lnTo>
                  <a:pt x="2185794" y="710506"/>
                </a:lnTo>
                <a:close/>
              </a:path>
              <a:path w="5142230" h="2300604">
                <a:moveTo>
                  <a:pt x="1106312" y="364775"/>
                </a:moveTo>
                <a:lnTo>
                  <a:pt x="1102390" y="360576"/>
                </a:lnTo>
                <a:lnTo>
                  <a:pt x="1101527" y="355548"/>
                </a:lnTo>
                <a:lnTo>
                  <a:pt x="1103795" y="351329"/>
                </a:lnTo>
                <a:lnTo>
                  <a:pt x="1106577" y="345900"/>
                </a:lnTo>
                <a:lnTo>
                  <a:pt x="1113205" y="343807"/>
                </a:lnTo>
                <a:lnTo>
                  <a:pt x="1118590" y="346639"/>
                </a:lnTo>
                <a:lnTo>
                  <a:pt x="1123969" y="349367"/>
                </a:lnTo>
                <a:lnTo>
                  <a:pt x="1126106" y="356054"/>
                </a:lnTo>
                <a:lnTo>
                  <a:pt x="1120453" y="366814"/>
                </a:lnTo>
                <a:lnTo>
                  <a:pt x="1114005" y="368905"/>
                </a:lnTo>
                <a:lnTo>
                  <a:pt x="1113865" y="368950"/>
                </a:lnTo>
                <a:lnTo>
                  <a:pt x="1107372" y="365519"/>
                </a:lnTo>
                <a:lnTo>
                  <a:pt x="1106312" y="364775"/>
                </a:lnTo>
                <a:close/>
              </a:path>
              <a:path w="5142230" h="2300604">
                <a:moveTo>
                  <a:pt x="2930754" y="938203"/>
                </a:moveTo>
                <a:lnTo>
                  <a:pt x="2926878" y="934054"/>
                </a:lnTo>
                <a:lnTo>
                  <a:pt x="2925907" y="929300"/>
                </a:lnTo>
                <a:lnTo>
                  <a:pt x="2930395" y="919638"/>
                </a:lnTo>
                <a:lnTo>
                  <a:pt x="2936898" y="917215"/>
                </a:lnTo>
                <a:lnTo>
                  <a:pt x="2942431" y="919717"/>
                </a:lnTo>
                <a:lnTo>
                  <a:pt x="2947915" y="922264"/>
                </a:lnTo>
                <a:lnTo>
                  <a:pt x="2950378" y="928811"/>
                </a:lnTo>
                <a:lnTo>
                  <a:pt x="2945235" y="939824"/>
                </a:lnTo>
                <a:lnTo>
                  <a:pt x="2938737" y="942252"/>
                </a:lnTo>
                <a:lnTo>
                  <a:pt x="2933253" y="939705"/>
                </a:lnTo>
                <a:lnTo>
                  <a:pt x="2931906" y="939045"/>
                </a:lnTo>
                <a:lnTo>
                  <a:pt x="2930754" y="938203"/>
                </a:lnTo>
                <a:close/>
              </a:path>
              <a:path w="5142230" h="2300604">
                <a:moveTo>
                  <a:pt x="3055778" y="1004398"/>
                </a:moveTo>
                <a:lnTo>
                  <a:pt x="3051861" y="1000205"/>
                </a:lnTo>
                <a:lnTo>
                  <a:pt x="3051195" y="994800"/>
                </a:lnTo>
                <a:lnTo>
                  <a:pt x="3053798" y="990451"/>
                </a:lnTo>
                <a:lnTo>
                  <a:pt x="3056991" y="985267"/>
                </a:lnTo>
                <a:lnTo>
                  <a:pt x="3063802" y="983663"/>
                </a:lnTo>
                <a:lnTo>
                  <a:pt x="3074113" y="990009"/>
                </a:lnTo>
                <a:lnTo>
                  <a:pt x="3075723" y="996815"/>
                </a:lnTo>
                <a:lnTo>
                  <a:pt x="3069372" y="1007122"/>
                </a:lnTo>
                <a:lnTo>
                  <a:pt x="3062570" y="1008736"/>
                </a:lnTo>
                <a:lnTo>
                  <a:pt x="3056555" y="1005033"/>
                </a:lnTo>
                <a:lnTo>
                  <a:pt x="3055778" y="1004398"/>
                </a:lnTo>
                <a:close/>
              </a:path>
              <a:path w="5142230" h="2300604">
                <a:moveTo>
                  <a:pt x="2392535" y="761542"/>
                </a:moveTo>
                <a:lnTo>
                  <a:pt x="2388663" y="757397"/>
                </a:lnTo>
                <a:lnTo>
                  <a:pt x="2387561" y="753578"/>
                </a:lnTo>
                <a:lnTo>
                  <a:pt x="2389967" y="743935"/>
                </a:lnTo>
                <a:lnTo>
                  <a:pt x="2395988" y="740410"/>
                </a:lnTo>
                <a:lnTo>
                  <a:pt x="2407740" y="743412"/>
                </a:lnTo>
                <a:lnTo>
                  <a:pt x="2411264" y="749433"/>
                </a:lnTo>
                <a:lnTo>
                  <a:pt x="2408268" y="761181"/>
                </a:lnTo>
                <a:lnTo>
                  <a:pt x="2402247" y="764705"/>
                </a:lnTo>
                <a:lnTo>
                  <a:pt x="2396391" y="763226"/>
                </a:lnTo>
                <a:lnTo>
                  <a:pt x="2394292" y="762640"/>
                </a:lnTo>
                <a:lnTo>
                  <a:pt x="2392535" y="761542"/>
                </a:lnTo>
                <a:close/>
              </a:path>
              <a:path w="5142230" h="2300604">
                <a:moveTo>
                  <a:pt x="2865760" y="910073"/>
                </a:moveTo>
                <a:lnTo>
                  <a:pt x="2861888" y="905928"/>
                </a:lnTo>
                <a:lnTo>
                  <a:pt x="2860857" y="901404"/>
                </a:lnTo>
                <a:lnTo>
                  <a:pt x="2862512" y="897310"/>
                </a:lnTo>
                <a:lnTo>
                  <a:pt x="2864874" y="891725"/>
                </a:lnTo>
                <a:lnTo>
                  <a:pt x="2871288" y="889012"/>
                </a:lnTo>
                <a:lnTo>
                  <a:pt x="2882514" y="893600"/>
                </a:lnTo>
                <a:lnTo>
                  <a:pt x="2885218" y="900014"/>
                </a:lnTo>
                <a:lnTo>
                  <a:pt x="2880590" y="911286"/>
                </a:lnTo>
                <a:lnTo>
                  <a:pt x="2874220" y="913949"/>
                </a:lnTo>
                <a:lnTo>
                  <a:pt x="2868582" y="911628"/>
                </a:lnTo>
                <a:lnTo>
                  <a:pt x="2867003" y="911012"/>
                </a:lnTo>
                <a:lnTo>
                  <a:pt x="2865760" y="910073"/>
                </a:lnTo>
                <a:close/>
              </a:path>
              <a:path w="5142230" h="2300604">
                <a:moveTo>
                  <a:pt x="3334151" y="1810866"/>
                </a:moveTo>
                <a:lnTo>
                  <a:pt x="3330275" y="1806717"/>
                </a:lnTo>
                <a:lnTo>
                  <a:pt x="3329119" y="1803231"/>
                </a:lnTo>
                <a:lnTo>
                  <a:pt x="3330960" y="1793668"/>
                </a:lnTo>
                <a:lnTo>
                  <a:pt x="3336757" y="1789805"/>
                </a:lnTo>
                <a:lnTo>
                  <a:pt x="3348670" y="1792099"/>
                </a:lnTo>
                <a:lnTo>
                  <a:pt x="3352581" y="1797850"/>
                </a:lnTo>
                <a:lnTo>
                  <a:pt x="3351387" y="1803805"/>
                </a:lnTo>
                <a:lnTo>
                  <a:pt x="3350237" y="1809709"/>
                </a:lnTo>
                <a:lnTo>
                  <a:pt x="3344486" y="1813621"/>
                </a:lnTo>
                <a:lnTo>
                  <a:pt x="3338533" y="1812526"/>
                </a:lnTo>
                <a:lnTo>
                  <a:pt x="3336188" y="1812069"/>
                </a:lnTo>
                <a:lnTo>
                  <a:pt x="3334151" y="1810866"/>
                </a:lnTo>
                <a:close/>
              </a:path>
              <a:path w="5142230" h="2300604">
                <a:moveTo>
                  <a:pt x="1772070" y="608660"/>
                </a:moveTo>
                <a:lnTo>
                  <a:pt x="1768198" y="604516"/>
                </a:lnTo>
                <a:lnTo>
                  <a:pt x="1767100" y="600702"/>
                </a:lnTo>
                <a:lnTo>
                  <a:pt x="1769694" y="591065"/>
                </a:lnTo>
                <a:lnTo>
                  <a:pt x="1775715" y="587540"/>
                </a:lnTo>
                <a:lnTo>
                  <a:pt x="1787411" y="590676"/>
                </a:lnTo>
                <a:lnTo>
                  <a:pt x="1790936" y="596698"/>
                </a:lnTo>
                <a:lnTo>
                  <a:pt x="1787799" y="608393"/>
                </a:lnTo>
                <a:lnTo>
                  <a:pt x="1781778" y="611918"/>
                </a:lnTo>
                <a:lnTo>
                  <a:pt x="1773872" y="609807"/>
                </a:lnTo>
                <a:lnTo>
                  <a:pt x="1772070" y="608660"/>
                </a:lnTo>
                <a:close/>
              </a:path>
              <a:path w="5142230" h="2300604">
                <a:moveTo>
                  <a:pt x="3364632" y="1600400"/>
                </a:moveTo>
                <a:lnTo>
                  <a:pt x="3360765" y="1596260"/>
                </a:lnTo>
                <a:lnTo>
                  <a:pt x="3359635" y="1593389"/>
                </a:lnTo>
                <a:lnTo>
                  <a:pt x="3360233" y="1584156"/>
                </a:lnTo>
                <a:lnTo>
                  <a:pt x="3364880" y="1580138"/>
                </a:lnTo>
                <a:lnTo>
                  <a:pt x="3365486" y="1579614"/>
                </a:lnTo>
                <a:lnTo>
                  <a:pt x="3371564" y="1579963"/>
                </a:lnTo>
                <a:lnTo>
                  <a:pt x="3377594" y="1580357"/>
                </a:lnTo>
                <a:lnTo>
                  <a:pt x="3382181" y="1585659"/>
                </a:lnTo>
                <a:lnTo>
                  <a:pt x="3381787" y="1591688"/>
                </a:lnTo>
                <a:lnTo>
                  <a:pt x="3381344" y="1597763"/>
                </a:lnTo>
                <a:lnTo>
                  <a:pt x="3376697" y="1601781"/>
                </a:lnTo>
                <a:lnTo>
                  <a:pt x="3376091" y="1602305"/>
                </a:lnTo>
                <a:lnTo>
                  <a:pt x="3367141" y="1601717"/>
                </a:lnTo>
                <a:lnTo>
                  <a:pt x="3364632" y="1600400"/>
                </a:lnTo>
                <a:close/>
              </a:path>
              <a:path w="5142230" h="2300604">
                <a:moveTo>
                  <a:pt x="2994274" y="969446"/>
                </a:moveTo>
                <a:lnTo>
                  <a:pt x="2990356" y="965253"/>
                </a:lnTo>
                <a:lnTo>
                  <a:pt x="2989583" y="960223"/>
                </a:lnTo>
                <a:lnTo>
                  <a:pt x="2991801" y="955950"/>
                </a:lnTo>
                <a:lnTo>
                  <a:pt x="2994633" y="950575"/>
                </a:lnTo>
                <a:lnTo>
                  <a:pt x="3001311" y="948536"/>
                </a:lnTo>
                <a:lnTo>
                  <a:pt x="3011977" y="954187"/>
                </a:lnTo>
                <a:lnTo>
                  <a:pt x="3014065" y="960820"/>
                </a:lnTo>
                <a:lnTo>
                  <a:pt x="3008411" y="971580"/>
                </a:lnTo>
                <a:lnTo>
                  <a:pt x="3001732" y="973619"/>
                </a:lnTo>
                <a:lnTo>
                  <a:pt x="2995281" y="970231"/>
                </a:lnTo>
                <a:lnTo>
                  <a:pt x="2994274" y="969446"/>
                </a:lnTo>
                <a:close/>
              </a:path>
              <a:path w="5142230" h="2300604">
                <a:moveTo>
                  <a:pt x="1499575" y="528094"/>
                </a:moveTo>
                <a:lnTo>
                  <a:pt x="1495708" y="523954"/>
                </a:lnTo>
                <a:lnTo>
                  <a:pt x="1494623" y="519763"/>
                </a:lnTo>
                <a:lnTo>
                  <a:pt x="1495938" y="515795"/>
                </a:lnTo>
                <a:lnTo>
                  <a:pt x="1497832" y="510197"/>
                </a:lnTo>
                <a:lnTo>
                  <a:pt x="1497881" y="510054"/>
                </a:lnTo>
                <a:lnTo>
                  <a:pt x="1504078" y="506913"/>
                </a:lnTo>
                <a:lnTo>
                  <a:pt x="1509818" y="508855"/>
                </a:lnTo>
                <a:lnTo>
                  <a:pt x="1515608" y="510752"/>
                </a:lnTo>
                <a:lnTo>
                  <a:pt x="1518700" y="516994"/>
                </a:lnTo>
                <a:lnTo>
                  <a:pt x="1516806" y="522689"/>
                </a:lnTo>
                <a:lnTo>
                  <a:pt x="1514957" y="528334"/>
                </a:lnTo>
                <a:lnTo>
                  <a:pt x="1514910" y="528479"/>
                </a:lnTo>
                <a:lnTo>
                  <a:pt x="1508667" y="531571"/>
                </a:lnTo>
                <a:lnTo>
                  <a:pt x="1502919" y="529718"/>
                </a:lnTo>
                <a:lnTo>
                  <a:pt x="1501146" y="529091"/>
                </a:lnTo>
                <a:lnTo>
                  <a:pt x="1499575" y="528094"/>
                </a:lnTo>
                <a:close/>
              </a:path>
              <a:path w="5142230" h="2300604">
                <a:moveTo>
                  <a:pt x="3276323" y="2232415"/>
                </a:moveTo>
                <a:lnTo>
                  <a:pt x="3272496" y="2228320"/>
                </a:lnTo>
                <a:lnTo>
                  <a:pt x="3271357" y="2225731"/>
                </a:lnTo>
                <a:lnTo>
                  <a:pt x="3271183" y="2216845"/>
                </a:lnTo>
                <a:lnTo>
                  <a:pt x="3276030" y="2211869"/>
                </a:lnTo>
                <a:lnTo>
                  <a:pt x="3282125" y="2211746"/>
                </a:lnTo>
                <a:lnTo>
                  <a:pt x="3288166" y="2211664"/>
                </a:lnTo>
                <a:lnTo>
                  <a:pt x="3293195" y="2216462"/>
                </a:lnTo>
                <a:lnTo>
                  <a:pt x="3293273" y="2222507"/>
                </a:lnTo>
                <a:lnTo>
                  <a:pt x="3293400" y="2228606"/>
                </a:lnTo>
                <a:lnTo>
                  <a:pt x="3288557" y="2233587"/>
                </a:lnTo>
                <a:lnTo>
                  <a:pt x="3282458" y="2233705"/>
                </a:lnTo>
                <a:lnTo>
                  <a:pt x="3279250" y="2233790"/>
                </a:lnTo>
                <a:lnTo>
                  <a:pt x="3276323" y="2232415"/>
                </a:lnTo>
                <a:close/>
              </a:path>
              <a:path w="5142230" h="2300604">
                <a:moveTo>
                  <a:pt x="3223933" y="1141884"/>
                </a:moveTo>
                <a:lnTo>
                  <a:pt x="3219742" y="1137398"/>
                </a:lnTo>
                <a:lnTo>
                  <a:pt x="3215695" y="1132869"/>
                </a:lnTo>
                <a:lnTo>
                  <a:pt x="3216022" y="1125889"/>
                </a:lnTo>
                <a:lnTo>
                  <a:pt x="3220257" y="1122114"/>
                </a:lnTo>
                <a:lnTo>
                  <a:pt x="3224989" y="1117795"/>
                </a:lnTo>
                <a:lnTo>
                  <a:pt x="3232006" y="1118171"/>
                </a:lnTo>
                <a:lnTo>
                  <a:pt x="3236012" y="1122656"/>
                </a:lnTo>
                <a:lnTo>
                  <a:pt x="3240113" y="1127045"/>
                </a:lnTo>
                <a:lnTo>
                  <a:pt x="3239772" y="1134109"/>
                </a:lnTo>
                <a:lnTo>
                  <a:pt x="3235248" y="1138162"/>
                </a:lnTo>
                <a:lnTo>
                  <a:pt x="3230814" y="1142212"/>
                </a:lnTo>
                <a:lnTo>
                  <a:pt x="3223933" y="1141884"/>
                </a:lnTo>
                <a:close/>
              </a:path>
              <a:path w="5142230" h="2300604">
                <a:moveTo>
                  <a:pt x="1365712" y="480392"/>
                </a:moveTo>
                <a:lnTo>
                  <a:pt x="1361795" y="476199"/>
                </a:lnTo>
                <a:lnTo>
                  <a:pt x="1360811" y="471822"/>
                </a:lnTo>
                <a:lnTo>
                  <a:pt x="1362318" y="467766"/>
                </a:lnTo>
                <a:lnTo>
                  <a:pt x="1364494" y="462081"/>
                </a:lnTo>
                <a:lnTo>
                  <a:pt x="1370865" y="459224"/>
                </a:lnTo>
                <a:lnTo>
                  <a:pt x="1382195" y="463533"/>
                </a:lnTo>
                <a:lnTo>
                  <a:pt x="1385047" y="469909"/>
                </a:lnTo>
                <a:lnTo>
                  <a:pt x="1380739" y="481230"/>
                </a:lnTo>
                <a:lnTo>
                  <a:pt x="1374367" y="484086"/>
                </a:lnTo>
                <a:lnTo>
                  <a:pt x="1368727" y="481959"/>
                </a:lnTo>
                <a:lnTo>
                  <a:pt x="1367098" y="481289"/>
                </a:lnTo>
                <a:lnTo>
                  <a:pt x="1365712" y="480392"/>
                </a:lnTo>
                <a:close/>
              </a:path>
              <a:path w="5142230" h="2300604">
                <a:moveTo>
                  <a:pt x="1169864" y="396444"/>
                </a:moveTo>
                <a:lnTo>
                  <a:pt x="1165947" y="392251"/>
                </a:lnTo>
                <a:lnTo>
                  <a:pt x="1165024" y="387451"/>
                </a:lnTo>
                <a:lnTo>
                  <a:pt x="1169692" y="377786"/>
                </a:lnTo>
                <a:lnTo>
                  <a:pt x="1176237" y="375506"/>
                </a:lnTo>
                <a:lnTo>
                  <a:pt x="1181726" y="378058"/>
                </a:lnTo>
                <a:lnTo>
                  <a:pt x="1187207" y="380700"/>
                </a:lnTo>
                <a:lnTo>
                  <a:pt x="1189531" y="387294"/>
                </a:lnTo>
                <a:lnTo>
                  <a:pt x="1184293" y="398205"/>
                </a:lnTo>
                <a:lnTo>
                  <a:pt x="1177703" y="400535"/>
                </a:lnTo>
                <a:lnTo>
                  <a:pt x="1172218" y="397888"/>
                </a:lnTo>
                <a:lnTo>
                  <a:pt x="1170967" y="397331"/>
                </a:lnTo>
                <a:lnTo>
                  <a:pt x="1169864" y="396444"/>
                </a:lnTo>
                <a:close/>
              </a:path>
              <a:path w="5142230" h="2300604">
                <a:moveTo>
                  <a:pt x="3357464" y="1670923"/>
                </a:moveTo>
                <a:lnTo>
                  <a:pt x="3353596" y="1666783"/>
                </a:lnTo>
                <a:lnTo>
                  <a:pt x="3352476" y="1663629"/>
                </a:lnTo>
                <a:lnTo>
                  <a:pt x="3353695" y="1654182"/>
                </a:lnTo>
                <a:lnTo>
                  <a:pt x="3359168" y="1649973"/>
                </a:lnTo>
                <a:lnTo>
                  <a:pt x="3365185" y="1650744"/>
                </a:lnTo>
                <a:lnTo>
                  <a:pt x="3371209" y="1651426"/>
                </a:lnTo>
                <a:lnTo>
                  <a:pt x="3375459" y="1656953"/>
                </a:lnTo>
                <a:lnTo>
                  <a:pt x="3373911" y="1668981"/>
                </a:lnTo>
                <a:lnTo>
                  <a:pt x="3368430" y="1673279"/>
                </a:lnTo>
                <a:lnTo>
                  <a:pt x="3362418" y="1672513"/>
                </a:lnTo>
                <a:lnTo>
                  <a:pt x="3359787" y="1672140"/>
                </a:lnTo>
                <a:lnTo>
                  <a:pt x="3357464" y="1670923"/>
                </a:lnTo>
                <a:close/>
              </a:path>
              <a:path w="5142230" h="2300604">
                <a:moveTo>
                  <a:pt x="1432386" y="504945"/>
                </a:moveTo>
                <a:lnTo>
                  <a:pt x="1428514" y="500800"/>
                </a:lnTo>
                <a:lnTo>
                  <a:pt x="1427433" y="496515"/>
                </a:lnTo>
                <a:lnTo>
                  <a:pt x="1428891" y="492504"/>
                </a:lnTo>
                <a:lnTo>
                  <a:pt x="1430879" y="486812"/>
                </a:lnTo>
                <a:lnTo>
                  <a:pt x="1437208" y="483813"/>
                </a:lnTo>
                <a:lnTo>
                  <a:pt x="1448593" y="487887"/>
                </a:lnTo>
                <a:lnTo>
                  <a:pt x="1451636" y="494175"/>
                </a:lnTo>
                <a:lnTo>
                  <a:pt x="1449550" y="499859"/>
                </a:lnTo>
                <a:lnTo>
                  <a:pt x="1447562" y="505551"/>
                </a:lnTo>
                <a:lnTo>
                  <a:pt x="1441279" y="508599"/>
                </a:lnTo>
                <a:lnTo>
                  <a:pt x="1435541" y="506563"/>
                </a:lnTo>
                <a:lnTo>
                  <a:pt x="1433863" y="505939"/>
                </a:lnTo>
                <a:lnTo>
                  <a:pt x="1432386" y="504945"/>
                </a:lnTo>
                <a:close/>
              </a:path>
              <a:path w="5142230" h="2300604">
                <a:moveTo>
                  <a:pt x="2047696" y="677526"/>
                </a:moveTo>
                <a:lnTo>
                  <a:pt x="2043824" y="673382"/>
                </a:lnTo>
                <a:lnTo>
                  <a:pt x="2042723" y="669662"/>
                </a:lnTo>
                <a:lnTo>
                  <a:pt x="2043602" y="665910"/>
                </a:lnTo>
                <a:lnTo>
                  <a:pt x="2045030" y="660010"/>
                </a:lnTo>
                <a:lnTo>
                  <a:pt x="2050960" y="656388"/>
                </a:lnTo>
                <a:lnTo>
                  <a:pt x="2062808" y="659199"/>
                </a:lnTo>
                <a:lnTo>
                  <a:pt x="2066430" y="665129"/>
                </a:lnTo>
                <a:lnTo>
                  <a:pt x="2063574" y="676929"/>
                </a:lnTo>
                <a:lnTo>
                  <a:pt x="2057644" y="680551"/>
                </a:lnTo>
                <a:lnTo>
                  <a:pt x="2051749" y="679128"/>
                </a:lnTo>
                <a:lnTo>
                  <a:pt x="2049542" y="678623"/>
                </a:lnTo>
                <a:lnTo>
                  <a:pt x="2047696" y="677526"/>
                </a:lnTo>
                <a:close/>
              </a:path>
              <a:path w="5142230" h="2300604">
                <a:moveTo>
                  <a:pt x="2254816" y="727112"/>
                </a:moveTo>
                <a:lnTo>
                  <a:pt x="2250990" y="723016"/>
                </a:lnTo>
                <a:lnTo>
                  <a:pt x="2249862" y="719170"/>
                </a:lnTo>
                <a:lnTo>
                  <a:pt x="2250726" y="715501"/>
                </a:lnTo>
                <a:lnTo>
                  <a:pt x="2252155" y="709601"/>
                </a:lnTo>
                <a:lnTo>
                  <a:pt x="2258130" y="706028"/>
                </a:lnTo>
                <a:lnTo>
                  <a:pt x="2269930" y="708884"/>
                </a:lnTo>
                <a:lnTo>
                  <a:pt x="2273552" y="714815"/>
                </a:lnTo>
                <a:lnTo>
                  <a:pt x="2270696" y="726614"/>
                </a:lnTo>
                <a:lnTo>
                  <a:pt x="2264671" y="730233"/>
                </a:lnTo>
                <a:lnTo>
                  <a:pt x="2258820" y="728759"/>
                </a:lnTo>
                <a:lnTo>
                  <a:pt x="2256664" y="728308"/>
                </a:lnTo>
                <a:lnTo>
                  <a:pt x="2254816" y="727112"/>
                </a:lnTo>
                <a:close/>
              </a:path>
              <a:path w="5142230" h="2300604">
                <a:moveTo>
                  <a:pt x="2323731" y="744093"/>
                </a:moveTo>
                <a:lnTo>
                  <a:pt x="2319859" y="739948"/>
                </a:lnTo>
                <a:lnTo>
                  <a:pt x="2318713" y="736180"/>
                </a:lnTo>
                <a:lnTo>
                  <a:pt x="2319709" y="732359"/>
                </a:lnTo>
                <a:lnTo>
                  <a:pt x="2321118" y="726536"/>
                </a:lnTo>
                <a:lnTo>
                  <a:pt x="2322699" y="725589"/>
                </a:lnTo>
                <a:lnTo>
                  <a:pt x="2327209" y="722989"/>
                </a:lnTo>
                <a:lnTo>
                  <a:pt x="2332986" y="724481"/>
                </a:lnTo>
                <a:lnTo>
                  <a:pt x="2338890" y="725914"/>
                </a:lnTo>
                <a:lnTo>
                  <a:pt x="2342463" y="731890"/>
                </a:lnTo>
                <a:lnTo>
                  <a:pt x="2340985" y="737736"/>
                </a:lnTo>
                <a:lnTo>
                  <a:pt x="2339557" y="743636"/>
                </a:lnTo>
                <a:lnTo>
                  <a:pt x="2333586" y="747214"/>
                </a:lnTo>
                <a:lnTo>
                  <a:pt x="2327681" y="745781"/>
                </a:lnTo>
                <a:lnTo>
                  <a:pt x="2325533" y="745240"/>
                </a:lnTo>
                <a:lnTo>
                  <a:pt x="2323731" y="744093"/>
                </a:lnTo>
                <a:close/>
              </a:path>
              <a:path w="5142230" h="2300604">
                <a:moveTo>
                  <a:pt x="2116770" y="693993"/>
                </a:moveTo>
                <a:lnTo>
                  <a:pt x="2112893" y="689844"/>
                </a:lnTo>
                <a:lnTo>
                  <a:pt x="2111797" y="686129"/>
                </a:lnTo>
                <a:lnTo>
                  <a:pt x="2112680" y="682382"/>
                </a:lnTo>
                <a:lnTo>
                  <a:pt x="2114108" y="676482"/>
                </a:lnTo>
                <a:lnTo>
                  <a:pt x="2120038" y="672860"/>
                </a:lnTo>
                <a:lnTo>
                  <a:pt x="2131792" y="675668"/>
                </a:lnTo>
                <a:lnTo>
                  <a:pt x="2135414" y="681598"/>
                </a:lnTo>
                <a:lnTo>
                  <a:pt x="2134080" y="687501"/>
                </a:lnTo>
                <a:lnTo>
                  <a:pt x="2132652" y="693401"/>
                </a:lnTo>
                <a:lnTo>
                  <a:pt x="2126722" y="697023"/>
                </a:lnTo>
                <a:lnTo>
                  <a:pt x="2120822" y="695595"/>
                </a:lnTo>
                <a:lnTo>
                  <a:pt x="2118666" y="695144"/>
                </a:lnTo>
                <a:lnTo>
                  <a:pt x="2116770" y="693993"/>
                </a:lnTo>
                <a:close/>
              </a:path>
              <a:path w="5142230" h="2300604">
                <a:moveTo>
                  <a:pt x="2597623" y="818140"/>
                </a:moveTo>
                <a:lnTo>
                  <a:pt x="2593751" y="813996"/>
                </a:lnTo>
                <a:lnTo>
                  <a:pt x="2592655" y="809988"/>
                </a:lnTo>
                <a:lnTo>
                  <a:pt x="2595540" y="800271"/>
                </a:lnTo>
                <a:lnTo>
                  <a:pt x="2601644" y="796934"/>
                </a:lnTo>
                <a:lnTo>
                  <a:pt x="2613327" y="800447"/>
                </a:lnTo>
                <a:lnTo>
                  <a:pt x="2616566" y="806553"/>
                </a:lnTo>
                <a:lnTo>
                  <a:pt x="2614858" y="812349"/>
                </a:lnTo>
                <a:lnTo>
                  <a:pt x="2613101" y="818190"/>
                </a:lnTo>
                <a:lnTo>
                  <a:pt x="2607045" y="821482"/>
                </a:lnTo>
                <a:lnTo>
                  <a:pt x="2601204" y="819726"/>
                </a:lnTo>
                <a:lnTo>
                  <a:pt x="2599239" y="819187"/>
                </a:lnTo>
                <a:lnTo>
                  <a:pt x="2597623" y="818140"/>
                </a:lnTo>
                <a:close/>
              </a:path>
              <a:path w="5142230" h="2300604">
                <a:moveTo>
                  <a:pt x="3449240" y="1659790"/>
                </a:moveTo>
                <a:lnTo>
                  <a:pt x="3445601" y="1655894"/>
                </a:lnTo>
                <a:lnTo>
                  <a:pt x="3444509" y="1653161"/>
                </a:lnTo>
                <a:lnTo>
                  <a:pt x="3444662" y="1650197"/>
                </a:lnTo>
                <a:lnTo>
                  <a:pt x="3444861" y="1644349"/>
                </a:lnTo>
                <a:lnTo>
                  <a:pt x="3449778" y="1639838"/>
                </a:lnTo>
                <a:lnTo>
                  <a:pt x="3461469" y="1640331"/>
                </a:lnTo>
                <a:lnTo>
                  <a:pt x="3465979" y="1645159"/>
                </a:lnTo>
                <a:lnTo>
                  <a:pt x="3465486" y="1656849"/>
                </a:lnTo>
                <a:lnTo>
                  <a:pt x="3460561" y="1661450"/>
                </a:lnTo>
                <a:lnTo>
                  <a:pt x="3454717" y="1661156"/>
                </a:lnTo>
                <a:lnTo>
                  <a:pt x="3451888" y="1661060"/>
                </a:lnTo>
                <a:lnTo>
                  <a:pt x="3449240" y="1659790"/>
                </a:lnTo>
                <a:close/>
              </a:path>
              <a:path w="5142230" h="2300604">
                <a:moveTo>
                  <a:pt x="3136969" y="917322"/>
                </a:moveTo>
                <a:lnTo>
                  <a:pt x="3132488" y="912525"/>
                </a:lnTo>
                <a:lnTo>
                  <a:pt x="3131873" y="907371"/>
                </a:lnTo>
                <a:lnTo>
                  <a:pt x="3134266" y="903578"/>
                </a:lnTo>
                <a:lnTo>
                  <a:pt x="3137449" y="898677"/>
                </a:lnTo>
                <a:lnTo>
                  <a:pt x="3137711" y="898274"/>
                </a:lnTo>
                <a:lnTo>
                  <a:pt x="3144228" y="896844"/>
                </a:lnTo>
                <a:lnTo>
                  <a:pt x="3149168" y="899981"/>
                </a:lnTo>
                <a:lnTo>
                  <a:pt x="3154068" y="903174"/>
                </a:lnTo>
                <a:lnTo>
                  <a:pt x="3155494" y="909686"/>
                </a:lnTo>
                <a:lnTo>
                  <a:pt x="3152573" y="914183"/>
                </a:lnTo>
                <a:lnTo>
                  <a:pt x="3149427" y="919124"/>
                </a:lnTo>
                <a:lnTo>
                  <a:pt x="3149168" y="919531"/>
                </a:lnTo>
                <a:lnTo>
                  <a:pt x="3142651" y="920961"/>
                </a:lnTo>
                <a:lnTo>
                  <a:pt x="3137751" y="917768"/>
                </a:lnTo>
                <a:lnTo>
                  <a:pt x="3136969" y="917322"/>
                </a:lnTo>
                <a:close/>
              </a:path>
              <a:path w="5142230" h="2300604">
                <a:moveTo>
                  <a:pt x="3300658" y="1058239"/>
                </a:moveTo>
                <a:lnTo>
                  <a:pt x="3296468" y="1053753"/>
                </a:lnTo>
                <a:lnTo>
                  <a:pt x="3292700" y="1049328"/>
                </a:lnTo>
                <a:lnTo>
                  <a:pt x="3293256" y="1042691"/>
                </a:lnTo>
                <a:lnTo>
                  <a:pt x="3301391" y="1035759"/>
                </a:lnTo>
                <a:lnTo>
                  <a:pt x="3302154" y="1035110"/>
                </a:lnTo>
                <a:lnTo>
                  <a:pt x="3308796" y="1035671"/>
                </a:lnTo>
                <a:lnTo>
                  <a:pt x="3316332" y="1044519"/>
                </a:lnTo>
                <a:lnTo>
                  <a:pt x="3315821" y="1051206"/>
                </a:lnTo>
                <a:lnTo>
                  <a:pt x="3307676" y="1058126"/>
                </a:lnTo>
                <a:lnTo>
                  <a:pt x="3307065" y="1058645"/>
                </a:lnTo>
                <a:lnTo>
                  <a:pt x="3300658" y="1058239"/>
                </a:lnTo>
                <a:close/>
              </a:path>
              <a:path w="5142230" h="2300604">
                <a:moveTo>
                  <a:pt x="3195068" y="958011"/>
                </a:moveTo>
                <a:lnTo>
                  <a:pt x="3190306" y="952914"/>
                </a:lnTo>
                <a:lnTo>
                  <a:pt x="3189954" y="947356"/>
                </a:lnTo>
                <a:lnTo>
                  <a:pt x="3193116" y="943215"/>
                </a:lnTo>
                <a:lnTo>
                  <a:pt x="3196721" y="938570"/>
                </a:lnTo>
                <a:lnTo>
                  <a:pt x="3203312" y="937708"/>
                </a:lnTo>
                <a:lnTo>
                  <a:pt x="3207953" y="941308"/>
                </a:lnTo>
                <a:lnTo>
                  <a:pt x="3212607" y="944823"/>
                </a:lnTo>
                <a:lnTo>
                  <a:pt x="3213415" y="951455"/>
                </a:lnTo>
                <a:lnTo>
                  <a:pt x="3209909" y="956109"/>
                </a:lnTo>
                <a:lnTo>
                  <a:pt x="3206349" y="960704"/>
                </a:lnTo>
                <a:lnTo>
                  <a:pt x="3199713" y="961615"/>
                </a:lnTo>
                <a:lnTo>
                  <a:pt x="3195068" y="958011"/>
                </a:lnTo>
                <a:close/>
              </a:path>
              <a:path w="5142230" h="2300604">
                <a:moveTo>
                  <a:pt x="3075327" y="880855"/>
                </a:moveTo>
                <a:lnTo>
                  <a:pt x="3071546" y="876808"/>
                </a:lnTo>
                <a:lnTo>
                  <a:pt x="3070770" y="871871"/>
                </a:lnTo>
                <a:lnTo>
                  <a:pt x="3075847" y="862645"/>
                </a:lnTo>
                <a:lnTo>
                  <a:pt x="3082290" y="860744"/>
                </a:lnTo>
                <a:lnTo>
                  <a:pt x="3087387" y="863562"/>
                </a:lnTo>
                <a:lnTo>
                  <a:pt x="3092533" y="866333"/>
                </a:lnTo>
                <a:lnTo>
                  <a:pt x="3094388" y="872718"/>
                </a:lnTo>
                <a:lnTo>
                  <a:pt x="3091621" y="877869"/>
                </a:lnTo>
                <a:lnTo>
                  <a:pt x="3088799" y="882961"/>
                </a:lnTo>
                <a:lnTo>
                  <a:pt x="3082366" y="884871"/>
                </a:lnTo>
                <a:lnTo>
                  <a:pt x="3077314" y="882103"/>
                </a:lnTo>
                <a:lnTo>
                  <a:pt x="3076247" y="881547"/>
                </a:lnTo>
                <a:lnTo>
                  <a:pt x="3075327" y="880855"/>
                </a:lnTo>
                <a:close/>
              </a:path>
              <a:path w="5142230" h="2300604">
                <a:moveTo>
                  <a:pt x="3452232" y="1517937"/>
                </a:moveTo>
                <a:lnTo>
                  <a:pt x="3448538" y="1513982"/>
                </a:lnTo>
                <a:lnTo>
                  <a:pt x="3447441" y="1511537"/>
                </a:lnTo>
                <a:lnTo>
                  <a:pt x="3447307" y="1502988"/>
                </a:lnTo>
                <a:lnTo>
                  <a:pt x="3451956" y="1498189"/>
                </a:lnTo>
                <a:lnTo>
                  <a:pt x="3457767" y="1498056"/>
                </a:lnTo>
                <a:lnTo>
                  <a:pt x="3463624" y="1497973"/>
                </a:lnTo>
                <a:lnTo>
                  <a:pt x="3468423" y="1502621"/>
                </a:lnTo>
                <a:lnTo>
                  <a:pt x="3468590" y="1514335"/>
                </a:lnTo>
                <a:lnTo>
                  <a:pt x="3463947" y="1519138"/>
                </a:lnTo>
                <a:lnTo>
                  <a:pt x="3458139" y="1519177"/>
                </a:lnTo>
                <a:lnTo>
                  <a:pt x="3455020" y="1519259"/>
                </a:lnTo>
                <a:lnTo>
                  <a:pt x="3452232" y="1517937"/>
                </a:lnTo>
                <a:close/>
              </a:path>
              <a:path w="5142230" h="2300604">
                <a:moveTo>
                  <a:pt x="3248381" y="1003254"/>
                </a:moveTo>
                <a:lnTo>
                  <a:pt x="3244095" y="998667"/>
                </a:lnTo>
                <a:lnTo>
                  <a:pt x="3244077" y="992391"/>
                </a:lnTo>
                <a:lnTo>
                  <a:pt x="3247896" y="988366"/>
                </a:lnTo>
                <a:lnTo>
                  <a:pt x="3251918" y="984070"/>
                </a:lnTo>
                <a:lnTo>
                  <a:pt x="3258581" y="983872"/>
                </a:lnTo>
                <a:lnTo>
                  <a:pt x="3262882" y="987890"/>
                </a:lnTo>
                <a:lnTo>
                  <a:pt x="3267089" y="991904"/>
                </a:lnTo>
                <a:lnTo>
                  <a:pt x="3267287" y="998567"/>
                </a:lnTo>
                <a:lnTo>
                  <a:pt x="3263318" y="1002823"/>
                </a:lnTo>
                <a:lnTo>
                  <a:pt x="3259299" y="1007025"/>
                </a:lnTo>
                <a:lnTo>
                  <a:pt x="3252587" y="1007268"/>
                </a:lnTo>
                <a:lnTo>
                  <a:pt x="3248381" y="1003254"/>
                </a:lnTo>
                <a:close/>
              </a:path>
              <a:path w="5142230" h="2300604">
                <a:moveTo>
                  <a:pt x="2947170" y="820691"/>
                </a:moveTo>
                <a:lnTo>
                  <a:pt x="2943431" y="816688"/>
                </a:lnTo>
                <a:lnTo>
                  <a:pt x="2942546" y="812319"/>
                </a:lnTo>
                <a:lnTo>
                  <a:pt x="2944139" y="808356"/>
                </a:lnTo>
                <a:lnTo>
                  <a:pt x="2946356" y="803007"/>
                </a:lnTo>
                <a:lnTo>
                  <a:pt x="2952534" y="800432"/>
                </a:lnTo>
                <a:lnTo>
                  <a:pt x="2963331" y="804854"/>
                </a:lnTo>
                <a:lnTo>
                  <a:pt x="2965911" y="811037"/>
                </a:lnTo>
                <a:lnTo>
                  <a:pt x="2963694" y="816386"/>
                </a:lnTo>
                <a:lnTo>
                  <a:pt x="2961478" y="821834"/>
                </a:lnTo>
                <a:lnTo>
                  <a:pt x="2955305" y="824414"/>
                </a:lnTo>
                <a:lnTo>
                  <a:pt x="2949906" y="822153"/>
                </a:lnTo>
                <a:lnTo>
                  <a:pt x="2948462" y="821584"/>
                </a:lnTo>
                <a:lnTo>
                  <a:pt x="2947170" y="820691"/>
                </a:lnTo>
                <a:close/>
              </a:path>
              <a:path w="5142230" h="2300604">
                <a:moveTo>
                  <a:pt x="3446212" y="1730737"/>
                </a:moveTo>
                <a:lnTo>
                  <a:pt x="3442527" y="1726792"/>
                </a:lnTo>
                <a:lnTo>
                  <a:pt x="3441391" y="1724110"/>
                </a:lnTo>
                <a:lnTo>
                  <a:pt x="3441539" y="1721141"/>
                </a:lnTo>
                <a:lnTo>
                  <a:pt x="3441728" y="1715577"/>
                </a:lnTo>
                <a:lnTo>
                  <a:pt x="3446749" y="1710786"/>
                </a:lnTo>
                <a:lnTo>
                  <a:pt x="3458351" y="1711280"/>
                </a:lnTo>
                <a:lnTo>
                  <a:pt x="3462860" y="1716107"/>
                </a:lnTo>
                <a:lnTo>
                  <a:pt x="3462658" y="1722049"/>
                </a:lnTo>
                <a:lnTo>
                  <a:pt x="3462360" y="1727888"/>
                </a:lnTo>
                <a:lnTo>
                  <a:pt x="3457438" y="1732394"/>
                </a:lnTo>
                <a:lnTo>
                  <a:pt x="3451640" y="1732149"/>
                </a:lnTo>
                <a:lnTo>
                  <a:pt x="3448770" y="1732009"/>
                </a:lnTo>
                <a:lnTo>
                  <a:pt x="3446212" y="1730737"/>
                </a:lnTo>
                <a:close/>
              </a:path>
              <a:path w="5142230" h="2300604">
                <a:moveTo>
                  <a:pt x="3012158" y="849010"/>
                </a:moveTo>
                <a:lnTo>
                  <a:pt x="3008373" y="844958"/>
                </a:lnTo>
                <a:lnTo>
                  <a:pt x="3007494" y="840400"/>
                </a:lnTo>
                <a:lnTo>
                  <a:pt x="3009379" y="836357"/>
                </a:lnTo>
                <a:lnTo>
                  <a:pt x="3011866" y="831103"/>
                </a:lnTo>
                <a:lnTo>
                  <a:pt x="3018133" y="828819"/>
                </a:lnTo>
                <a:lnTo>
                  <a:pt x="3023432" y="831265"/>
                </a:lnTo>
                <a:lnTo>
                  <a:pt x="3028682" y="833757"/>
                </a:lnTo>
                <a:lnTo>
                  <a:pt x="3030970" y="840019"/>
                </a:lnTo>
                <a:lnTo>
                  <a:pt x="3026073" y="850612"/>
                </a:lnTo>
                <a:lnTo>
                  <a:pt x="3019721" y="852902"/>
                </a:lnTo>
                <a:lnTo>
                  <a:pt x="3014467" y="850405"/>
                </a:lnTo>
                <a:lnTo>
                  <a:pt x="3013216" y="849848"/>
                </a:lnTo>
                <a:lnTo>
                  <a:pt x="3012158" y="849010"/>
                </a:lnTo>
                <a:close/>
              </a:path>
              <a:path w="5142230" h="2300604">
                <a:moveTo>
                  <a:pt x="3451659" y="1588873"/>
                </a:moveTo>
                <a:lnTo>
                  <a:pt x="3447965" y="1584919"/>
                </a:lnTo>
                <a:lnTo>
                  <a:pt x="3446880" y="1582194"/>
                </a:lnTo>
                <a:lnTo>
                  <a:pt x="3446925" y="1579407"/>
                </a:lnTo>
                <a:lnTo>
                  <a:pt x="3447124" y="1573560"/>
                </a:lnTo>
                <a:lnTo>
                  <a:pt x="3451954" y="1568956"/>
                </a:lnTo>
                <a:lnTo>
                  <a:pt x="3457761" y="1569111"/>
                </a:lnTo>
                <a:lnTo>
                  <a:pt x="3463699" y="1569213"/>
                </a:lnTo>
                <a:lnTo>
                  <a:pt x="3468210" y="1574042"/>
                </a:lnTo>
                <a:lnTo>
                  <a:pt x="3468060" y="1579843"/>
                </a:lnTo>
                <a:lnTo>
                  <a:pt x="3467955" y="1585694"/>
                </a:lnTo>
                <a:lnTo>
                  <a:pt x="3463129" y="1590303"/>
                </a:lnTo>
                <a:lnTo>
                  <a:pt x="3454307" y="1590144"/>
                </a:lnTo>
                <a:lnTo>
                  <a:pt x="3451659" y="1588873"/>
                </a:lnTo>
                <a:close/>
              </a:path>
              <a:path w="5142230" h="2300604">
                <a:moveTo>
                  <a:pt x="3449020" y="1447249"/>
                </a:moveTo>
                <a:lnTo>
                  <a:pt x="3445331" y="1443300"/>
                </a:lnTo>
                <a:lnTo>
                  <a:pt x="3444268" y="1441087"/>
                </a:lnTo>
                <a:lnTo>
                  <a:pt x="3443564" y="1432806"/>
                </a:lnTo>
                <a:lnTo>
                  <a:pt x="3447939" y="1427715"/>
                </a:lnTo>
                <a:lnTo>
                  <a:pt x="3453714" y="1427250"/>
                </a:lnTo>
                <a:lnTo>
                  <a:pt x="3459538" y="1426741"/>
                </a:lnTo>
                <a:lnTo>
                  <a:pt x="3464678" y="1431070"/>
                </a:lnTo>
                <a:lnTo>
                  <a:pt x="3465089" y="1436886"/>
                </a:lnTo>
                <a:lnTo>
                  <a:pt x="3465604" y="1442715"/>
                </a:lnTo>
                <a:lnTo>
                  <a:pt x="3461229" y="1447806"/>
                </a:lnTo>
                <a:lnTo>
                  <a:pt x="3455453" y="1448271"/>
                </a:lnTo>
                <a:lnTo>
                  <a:pt x="3452086" y="1448576"/>
                </a:lnTo>
                <a:lnTo>
                  <a:pt x="3449020" y="1447249"/>
                </a:lnTo>
                <a:close/>
              </a:path>
              <a:path w="5142230" h="2300604">
                <a:moveTo>
                  <a:pt x="2679934" y="725715"/>
                </a:moveTo>
                <a:lnTo>
                  <a:pt x="2676204" y="721722"/>
                </a:lnTo>
                <a:lnTo>
                  <a:pt x="2675204" y="717817"/>
                </a:lnTo>
                <a:lnTo>
                  <a:pt x="2676370" y="714080"/>
                </a:lnTo>
                <a:lnTo>
                  <a:pt x="2678067" y="708468"/>
                </a:lnTo>
                <a:lnTo>
                  <a:pt x="2684031" y="705371"/>
                </a:lnTo>
                <a:lnTo>
                  <a:pt x="2695143" y="708860"/>
                </a:lnTo>
                <a:lnTo>
                  <a:pt x="2698250" y="714824"/>
                </a:lnTo>
                <a:lnTo>
                  <a:pt x="2696502" y="720383"/>
                </a:lnTo>
                <a:lnTo>
                  <a:pt x="2694800" y="725891"/>
                </a:lnTo>
                <a:lnTo>
                  <a:pt x="2688845" y="728998"/>
                </a:lnTo>
                <a:lnTo>
                  <a:pt x="2683286" y="727250"/>
                </a:lnTo>
                <a:lnTo>
                  <a:pt x="2681510" y="726718"/>
                </a:lnTo>
                <a:lnTo>
                  <a:pt x="2679934" y="725715"/>
                </a:lnTo>
                <a:close/>
              </a:path>
              <a:path w="5142230" h="2300604">
                <a:moveTo>
                  <a:pt x="2747459" y="747464"/>
                </a:moveTo>
                <a:lnTo>
                  <a:pt x="2743729" y="743471"/>
                </a:lnTo>
                <a:lnTo>
                  <a:pt x="2742732" y="739471"/>
                </a:lnTo>
                <a:lnTo>
                  <a:pt x="2745789" y="730232"/>
                </a:lnTo>
                <a:lnTo>
                  <a:pt x="2745837" y="730088"/>
                </a:lnTo>
                <a:lnTo>
                  <a:pt x="2751788" y="727075"/>
                </a:lnTo>
                <a:lnTo>
                  <a:pt x="2762899" y="730758"/>
                </a:lnTo>
                <a:lnTo>
                  <a:pt x="2765858" y="736760"/>
                </a:lnTo>
                <a:lnTo>
                  <a:pt x="2764016" y="742315"/>
                </a:lnTo>
                <a:lnTo>
                  <a:pt x="2762271" y="747680"/>
                </a:lnTo>
                <a:lnTo>
                  <a:pt x="2762224" y="747825"/>
                </a:lnTo>
                <a:lnTo>
                  <a:pt x="2756222" y="750784"/>
                </a:lnTo>
                <a:lnTo>
                  <a:pt x="2750663" y="749037"/>
                </a:lnTo>
                <a:lnTo>
                  <a:pt x="2748936" y="748459"/>
                </a:lnTo>
                <a:lnTo>
                  <a:pt x="2747459" y="747464"/>
                </a:lnTo>
                <a:close/>
              </a:path>
              <a:path w="5142230" h="2300604">
                <a:moveTo>
                  <a:pt x="3406119" y="1240238"/>
                </a:moveTo>
                <a:lnTo>
                  <a:pt x="3402384" y="1236240"/>
                </a:lnTo>
                <a:lnTo>
                  <a:pt x="3401622" y="1235034"/>
                </a:lnTo>
                <a:lnTo>
                  <a:pt x="3401097" y="1233689"/>
                </a:lnTo>
                <a:lnTo>
                  <a:pt x="3399070" y="1228196"/>
                </a:lnTo>
                <a:lnTo>
                  <a:pt x="3401874" y="1222107"/>
                </a:lnTo>
                <a:lnTo>
                  <a:pt x="3407372" y="1220075"/>
                </a:lnTo>
                <a:lnTo>
                  <a:pt x="3412821" y="1218089"/>
                </a:lnTo>
                <a:lnTo>
                  <a:pt x="3418906" y="1220888"/>
                </a:lnTo>
                <a:lnTo>
                  <a:pt x="3422928" y="1231840"/>
                </a:lnTo>
                <a:lnTo>
                  <a:pt x="3420124" y="1237930"/>
                </a:lnTo>
                <a:lnTo>
                  <a:pt x="3410516" y="1241426"/>
                </a:lnTo>
                <a:lnTo>
                  <a:pt x="3406119" y="1240238"/>
                </a:lnTo>
                <a:close/>
              </a:path>
              <a:path w="5142230" h="2300604">
                <a:moveTo>
                  <a:pt x="1443827" y="403220"/>
                </a:moveTo>
                <a:lnTo>
                  <a:pt x="1440092" y="399222"/>
                </a:lnTo>
                <a:lnTo>
                  <a:pt x="1439136" y="395266"/>
                </a:lnTo>
                <a:lnTo>
                  <a:pt x="1442164" y="385898"/>
                </a:lnTo>
                <a:lnTo>
                  <a:pt x="1448107" y="382877"/>
                </a:lnTo>
                <a:lnTo>
                  <a:pt x="1459172" y="386511"/>
                </a:lnTo>
                <a:lnTo>
                  <a:pt x="1462229" y="392421"/>
                </a:lnTo>
                <a:lnTo>
                  <a:pt x="1458640" y="403535"/>
                </a:lnTo>
                <a:lnTo>
                  <a:pt x="1452684" y="406543"/>
                </a:lnTo>
                <a:lnTo>
                  <a:pt x="1447125" y="404796"/>
                </a:lnTo>
                <a:lnTo>
                  <a:pt x="1445398" y="404218"/>
                </a:lnTo>
                <a:lnTo>
                  <a:pt x="1443827" y="403220"/>
                </a:lnTo>
                <a:close/>
              </a:path>
              <a:path w="5142230" h="2300604">
                <a:moveTo>
                  <a:pt x="1579698" y="444763"/>
                </a:moveTo>
                <a:lnTo>
                  <a:pt x="1575959" y="440759"/>
                </a:lnTo>
                <a:lnTo>
                  <a:pt x="1574955" y="436948"/>
                </a:lnTo>
                <a:lnTo>
                  <a:pt x="1577634" y="427598"/>
                </a:lnTo>
                <a:lnTo>
                  <a:pt x="1583503" y="424398"/>
                </a:lnTo>
                <a:lnTo>
                  <a:pt x="1589113" y="426006"/>
                </a:lnTo>
                <a:lnTo>
                  <a:pt x="1594675" y="427658"/>
                </a:lnTo>
                <a:lnTo>
                  <a:pt x="1597928" y="433486"/>
                </a:lnTo>
                <a:lnTo>
                  <a:pt x="1594713" y="444707"/>
                </a:lnTo>
                <a:lnTo>
                  <a:pt x="1588845" y="447907"/>
                </a:lnTo>
                <a:lnTo>
                  <a:pt x="1581364" y="445764"/>
                </a:lnTo>
                <a:lnTo>
                  <a:pt x="1579698" y="444763"/>
                </a:lnTo>
                <a:close/>
              </a:path>
              <a:path w="5142230" h="2300604">
                <a:moveTo>
                  <a:pt x="1511602" y="424552"/>
                </a:moveTo>
                <a:lnTo>
                  <a:pt x="1507867" y="420554"/>
                </a:lnTo>
                <a:lnTo>
                  <a:pt x="1506862" y="416644"/>
                </a:lnTo>
                <a:lnTo>
                  <a:pt x="1508028" y="412907"/>
                </a:lnTo>
                <a:lnTo>
                  <a:pt x="1509685" y="407350"/>
                </a:lnTo>
                <a:lnTo>
                  <a:pt x="1515599" y="404199"/>
                </a:lnTo>
                <a:lnTo>
                  <a:pt x="1526768" y="407554"/>
                </a:lnTo>
                <a:lnTo>
                  <a:pt x="1529919" y="413468"/>
                </a:lnTo>
                <a:lnTo>
                  <a:pt x="1526516" y="424682"/>
                </a:lnTo>
                <a:lnTo>
                  <a:pt x="1520602" y="427833"/>
                </a:lnTo>
                <a:lnTo>
                  <a:pt x="1515043" y="426086"/>
                </a:lnTo>
                <a:lnTo>
                  <a:pt x="1513173" y="425550"/>
                </a:lnTo>
                <a:lnTo>
                  <a:pt x="1511602" y="424552"/>
                </a:lnTo>
                <a:close/>
              </a:path>
              <a:path w="5142230" h="2300604">
                <a:moveTo>
                  <a:pt x="2814565" y="770426"/>
                </a:moveTo>
                <a:lnTo>
                  <a:pt x="2810835" y="766433"/>
                </a:lnTo>
                <a:lnTo>
                  <a:pt x="2809836" y="762334"/>
                </a:lnTo>
                <a:lnTo>
                  <a:pt x="2811199" y="758514"/>
                </a:lnTo>
                <a:lnTo>
                  <a:pt x="2813134" y="752962"/>
                </a:lnTo>
                <a:lnTo>
                  <a:pt x="2819223" y="750096"/>
                </a:lnTo>
                <a:lnTo>
                  <a:pt x="2830188" y="754014"/>
                </a:lnTo>
                <a:lnTo>
                  <a:pt x="2833048" y="760008"/>
                </a:lnTo>
                <a:lnTo>
                  <a:pt x="2829185" y="771023"/>
                </a:lnTo>
                <a:lnTo>
                  <a:pt x="2823137" y="773933"/>
                </a:lnTo>
                <a:lnTo>
                  <a:pt x="2815996" y="771372"/>
                </a:lnTo>
                <a:lnTo>
                  <a:pt x="2814565" y="770426"/>
                </a:lnTo>
                <a:close/>
              </a:path>
              <a:path w="5142230" h="2300604">
                <a:moveTo>
                  <a:pt x="1854403" y="517138"/>
                </a:moveTo>
                <a:lnTo>
                  <a:pt x="1850668" y="513140"/>
                </a:lnTo>
                <a:lnTo>
                  <a:pt x="1850286" y="511852"/>
                </a:lnTo>
                <a:lnTo>
                  <a:pt x="1849628" y="509485"/>
                </a:lnTo>
                <a:lnTo>
                  <a:pt x="1850489" y="505910"/>
                </a:lnTo>
                <a:lnTo>
                  <a:pt x="1851903" y="500289"/>
                </a:lnTo>
                <a:lnTo>
                  <a:pt x="1857597" y="496805"/>
                </a:lnTo>
                <a:lnTo>
                  <a:pt x="1868928" y="499551"/>
                </a:lnTo>
                <a:lnTo>
                  <a:pt x="1872368" y="505286"/>
                </a:lnTo>
                <a:lnTo>
                  <a:pt x="1869622" y="516617"/>
                </a:lnTo>
                <a:lnTo>
                  <a:pt x="1863932" y="520106"/>
                </a:lnTo>
                <a:lnTo>
                  <a:pt x="1858267" y="518733"/>
                </a:lnTo>
                <a:lnTo>
                  <a:pt x="1856208" y="518191"/>
                </a:lnTo>
                <a:lnTo>
                  <a:pt x="1854403" y="517138"/>
                </a:lnTo>
                <a:close/>
              </a:path>
              <a:path w="5142230" h="2300604">
                <a:moveTo>
                  <a:pt x="2881156" y="794792"/>
                </a:moveTo>
                <a:lnTo>
                  <a:pt x="2877416" y="790788"/>
                </a:lnTo>
                <a:lnTo>
                  <a:pt x="2876479" y="786560"/>
                </a:lnTo>
                <a:lnTo>
                  <a:pt x="2877975" y="782687"/>
                </a:lnTo>
                <a:lnTo>
                  <a:pt x="2880007" y="777238"/>
                </a:lnTo>
                <a:lnTo>
                  <a:pt x="2886096" y="774471"/>
                </a:lnTo>
                <a:lnTo>
                  <a:pt x="2896998" y="778614"/>
                </a:lnTo>
                <a:lnTo>
                  <a:pt x="2899769" y="784709"/>
                </a:lnTo>
                <a:lnTo>
                  <a:pt x="2895621" y="795615"/>
                </a:lnTo>
                <a:lnTo>
                  <a:pt x="2889531" y="798381"/>
                </a:lnTo>
                <a:lnTo>
                  <a:pt x="2884072" y="796350"/>
                </a:lnTo>
                <a:lnTo>
                  <a:pt x="2882493" y="795734"/>
                </a:lnTo>
                <a:lnTo>
                  <a:pt x="2881156" y="794792"/>
                </a:lnTo>
                <a:close/>
              </a:path>
              <a:path w="5142230" h="2300604">
                <a:moveTo>
                  <a:pt x="1376471" y="380674"/>
                </a:moveTo>
                <a:lnTo>
                  <a:pt x="1372781" y="376725"/>
                </a:lnTo>
                <a:lnTo>
                  <a:pt x="1371788" y="372631"/>
                </a:lnTo>
                <a:lnTo>
                  <a:pt x="1373051" y="368803"/>
                </a:lnTo>
                <a:lnTo>
                  <a:pt x="1374987" y="363251"/>
                </a:lnTo>
                <a:lnTo>
                  <a:pt x="1380981" y="360381"/>
                </a:lnTo>
                <a:lnTo>
                  <a:pt x="1391994" y="364155"/>
                </a:lnTo>
                <a:lnTo>
                  <a:pt x="1394953" y="370157"/>
                </a:lnTo>
                <a:lnTo>
                  <a:pt x="1391134" y="381221"/>
                </a:lnTo>
                <a:lnTo>
                  <a:pt x="1385132" y="384179"/>
                </a:lnTo>
                <a:lnTo>
                  <a:pt x="1377943" y="381664"/>
                </a:lnTo>
                <a:lnTo>
                  <a:pt x="1376471" y="380674"/>
                </a:lnTo>
                <a:close/>
              </a:path>
              <a:path w="5142230" h="2300604">
                <a:moveTo>
                  <a:pt x="2130810" y="582343"/>
                </a:moveTo>
                <a:lnTo>
                  <a:pt x="2127120" y="578394"/>
                </a:lnTo>
                <a:lnTo>
                  <a:pt x="2126013" y="574863"/>
                </a:lnTo>
                <a:lnTo>
                  <a:pt x="2126848" y="571261"/>
                </a:lnTo>
                <a:lnTo>
                  <a:pt x="2128221" y="565595"/>
                </a:lnTo>
                <a:lnTo>
                  <a:pt x="2133865" y="562058"/>
                </a:lnTo>
                <a:lnTo>
                  <a:pt x="2139531" y="563431"/>
                </a:lnTo>
                <a:lnTo>
                  <a:pt x="2145200" y="564710"/>
                </a:lnTo>
                <a:lnTo>
                  <a:pt x="2148734" y="570448"/>
                </a:lnTo>
                <a:lnTo>
                  <a:pt x="2146078" y="581777"/>
                </a:lnTo>
                <a:lnTo>
                  <a:pt x="2140438" y="585320"/>
                </a:lnTo>
                <a:lnTo>
                  <a:pt x="2132616" y="583496"/>
                </a:lnTo>
                <a:lnTo>
                  <a:pt x="2130810" y="582343"/>
                </a:lnTo>
                <a:close/>
              </a:path>
              <a:path w="5142230" h="2300604">
                <a:moveTo>
                  <a:pt x="1785491" y="500063"/>
                </a:moveTo>
                <a:lnTo>
                  <a:pt x="1781756" y="496065"/>
                </a:lnTo>
                <a:lnTo>
                  <a:pt x="1780701" y="492394"/>
                </a:lnTo>
                <a:lnTo>
                  <a:pt x="1781626" y="488790"/>
                </a:lnTo>
                <a:lnTo>
                  <a:pt x="1782999" y="483124"/>
                </a:lnTo>
                <a:lnTo>
                  <a:pt x="1788775" y="479728"/>
                </a:lnTo>
                <a:lnTo>
                  <a:pt x="1794441" y="481101"/>
                </a:lnTo>
                <a:lnTo>
                  <a:pt x="1800108" y="482574"/>
                </a:lnTo>
                <a:lnTo>
                  <a:pt x="1803498" y="488255"/>
                </a:lnTo>
                <a:lnTo>
                  <a:pt x="1800662" y="499588"/>
                </a:lnTo>
                <a:lnTo>
                  <a:pt x="1794927" y="503028"/>
                </a:lnTo>
                <a:lnTo>
                  <a:pt x="1789379" y="501683"/>
                </a:lnTo>
                <a:lnTo>
                  <a:pt x="1787202" y="501113"/>
                </a:lnTo>
                <a:lnTo>
                  <a:pt x="1785491" y="500063"/>
                </a:lnTo>
                <a:close/>
              </a:path>
              <a:path w="5142230" h="2300604">
                <a:moveTo>
                  <a:pt x="2337892" y="631791"/>
                </a:moveTo>
                <a:lnTo>
                  <a:pt x="2334203" y="627842"/>
                </a:lnTo>
                <a:lnTo>
                  <a:pt x="2333147" y="624171"/>
                </a:lnTo>
                <a:lnTo>
                  <a:pt x="2335441" y="614896"/>
                </a:lnTo>
                <a:lnTo>
                  <a:pt x="2336963" y="613984"/>
                </a:lnTo>
                <a:lnTo>
                  <a:pt x="2341296" y="611487"/>
                </a:lnTo>
                <a:lnTo>
                  <a:pt x="2346793" y="612875"/>
                </a:lnTo>
                <a:lnTo>
                  <a:pt x="2352463" y="614253"/>
                </a:lnTo>
                <a:lnTo>
                  <a:pt x="2355949" y="620037"/>
                </a:lnTo>
                <a:lnTo>
                  <a:pt x="2354530" y="625654"/>
                </a:lnTo>
                <a:lnTo>
                  <a:pt x="2353157" y="631319"/>
                </a:lnTo>
                <a:lnTo>
                  <a:pt x="2347422" y="634759"/>
                </a:lnTo>
                <a:lnTo>
                  <a:pt x="2341756" y="633386"/>
                </a:lnTo>
                <a:lnTo>
                  <a:pt x="2339698" y="632844"/>
                </a:lnTo>
                <a:lnTo>
                  <a:pt x="2337892" y="631791"/>
                </a:lnTo>
                <a:close/>
              </a:path>
              <a:path w="5142230" h="2300604">
                <a:moveTo>
                  <a:pt x="2406748" y="649100"/>
                </a:moveTo>
                <a:lnTo>
                  <a:pt x="2403013" y="645102"/>
                </a:lnTo>
                <a:lnTo>
                  <a:pt x="2401953" y="641426"/>
                </a:lnTo>
                <a:lnTo>
                  <a:pt x="2404346" y="632160"/>
                </a:lnTo>
                <a:lnTo>
                  <a:pt x="2410086" y="628725"/>
                </a:lnTo>
                <a:lnTo>
                  <a:pt x="2421411" y="631660"/>
                </a:lnTo>
                <a:lnTo>
                  <a:pt x="2424805" y="637346"/>
                </a:lnTo>
                <a:lnTo>
                  <a:pt x="2423402" y="642980"/>
                </a:lnTo>
                <a:lnTo>
                  <a:pt x="2421916" y="648720"/>
                </a:lnTo>
                <a:lnTo>
                  <a:pt x="2416135" y="652111"/>
                </a:lnTo>
                <a:lnTo>
                  <a:pt x="2410638" y="650722"/>
                </a:lnTo>
                <a:lnTo>
                  <a:pt x="2408459" y="650150"/>
                </a:lnTo>
                <a:lnTo>
                  <a:pt x="2406748" y="649100"/>
                </a:lnTo>
                <a:close/>
              </a:path>
              <a:path w="5142230" h="2300604">
                <a:moveTo>
                  <a:pt x="2199943" y="598581"/>
                </a:moveTo>
                <a:lnTo>
                  <a:pt x="2196254" y="594631"/>
                </a:lnTo>
                <a:lnTo>
                  <a:pt x="2195101" y="591051"/>
                </a:lnTo>
                <a:lnTo>
                  <a:pt x="2195973" y="587489"/>
                </a:lnTo>
                <a:lnTo>
                  <a:pt x="2197305" y="581779"/>
                </a:lnTo>
                <a:lnTo>
                  <a:pt x="2202990" y="578285"/>
                </a:lnTo>
                <a:lnTo>
                  <a:pt x="2214329" y="580942"/>
                </a:lnTo>
                <a:lnTo>
                  <a:pt x="2217912" y="586635"/>
                </a:lnTo>
                <a:lnTo>
                  <a:pt x="2216539" y="592300"/>
                </a:lnTo>
                <a:lnTo>
                  <a:pt x="2215211" y="598015"/>
                </a:lnTo>
                <a:lnTo>
                  <a:pt x="2209522" y="601504"/>
                </a:lnTo>
                <a:lnTo>
                  <a:pt x="2201700" y="599679"/>
                </a:lnTo>
                <a:lnTo>
                  <a:pt x="2199943" y="598581"/>
                </a:lnTo>
                <a:close/>
              </a:path>
              <a:path w="5142230" h="2300604">
                <a:moveTo>
                  <a:pt x="3443422" y="1801745"/>
                </a:moveTo>
                <a:lnTo>
                  <a:pt x="3439732" y="1797795"/>
                </a:lnTo>
                <a:lnTo>
                  <a:pt x="3438690" y="1795116"/>
                </a:lnTo>
                <a:lnTo>
                  <a:pt x="3438988" y="1786344"/>
                </a:lnTo>
                <a:lnTo>
                  <a:pt x="3443860" y="1781785"/>
                </a:lnTo>
                <a:lnTo>
                  <a:pt x="3455555" y="1782183"/>
                </a:lnTo>
                <a:lnTo>
                  <a:pt x="3460064" y="1787010"/>
                </a:lnTo>
                <a:lnTo>
                  <a:pt x="3459671" y="1798710"/>
                </a:lnTo>
                <a:lnTo>
                  <a:pt x="3454795" y="1803265"/>
                </a:lnTo>
                <a:lnTo>
                  <a:pt x="3446069" y="1803015"/>
                </a:lnTo>
                <a:lnTo>
                  <a:pt x="3443422" y="1801745"/>
                </a:lnTo>
                <a:close/>
              </a:path>
              <a:path w="5142230" h="2300604">
                <a:moveTo>
                  <a:pt x="2612044" y="705139"/>
                </a:moveTo>
                <a:lnTo>
                  <a:pt x="2608354" y="701190"/>
                </a:lnTo>
                <a:lnTo>
                  <a:pt x="2607306" y="697330"/>
                </a:lnTo>
                <a:lnTo>
                  <a:pt x="2608373" y="693585"/>
                </a:lnTo>
                <a:lnTo>
                  <a:pt x="2610030" y="688028"/>
                </a:lnTo>
                <a:lnTo>
                  <a:pt x="2615898" y="684829"/>
                </a:lnTo>
                <a:lnTo>
                  <a:pt x="2627116" y="688137"/>
                </a:lnTo>
                <a:lnTo>
                  <a:pt x="2630315" y="694006"/>
                </a:lnTo>
                <a:lnTo>
                  <a:pt x="2628658" y="699563"/>
                </a:lnTo>
                <a:lnTo>
                  <a:pt x="2626956" y="705170"/>
                </a:lnTo>
                <a:lnTo>
                  <a:pt x="2621088" y="708369"/>
                </a:lnTo>
                <a:lnTo>
                  <a:pt x="2615526" y="706716"/>
                </a:lnTo>
                <a:lnTo>
                  <a:pt x="2613656" y="706181"/>
                </a:lnTo>
                <a:lnTo>
                  <a:pt x="2612044" y="705139"/>
                </a:lnTo>
                <a:close/>
              </a:path>
              <a:path w="5142230" h="2300604">
                <a:moveTo>
                  <a:pt x="3426767" y="1307695"/>
                </a:moveTo>
                <a:lnTo>
                  <a:pt x="3423073" y="1303741"/>
                </a:lnTo>
                <a:lnTo>
                  <a:pt x="3422140" y="1302156"/>
                </a:lnTo>
                <a:lnTo>
                  <a:pt x="3420267" y="1294775"/>
                </a:lnTo>
                <a:lnTo>
                  <a:pt x="3423721" y="1288991"/>
                </a:lnTo>
                <a:lnTo>
                  <a:pt x="3429340" y="1287577"/>
                </a:lnTo>
                <a:lnTo>
                  <a:pt x="3435003" y="1286113"/>
                </a:lnTo>
                <a:lnTo>
                  <a:pt x="3440741" y="1289519"/>
                </a:lnTo>
                <a:lnTo>
                  <a:pt x="3443660" y="1300854"/>
                </a:lnTo>
                <a:lnTo>
                  <a:pt x="3440165" y="1306594"/>
                </a:lnTo>
                <a:lnTo>
                  <a:pt x="3430640" y="1309007"/>
                </a:lnTo>
                <a:lnTo>
                  <a:pt x="3426767" y="1307695"/>
                </a:lnTo>
                <a:close/>
              </a:path>
              <a:path w="5142230" h="2300604">
                <a:moveTo>
                  <a:pt x="3440786" y="1376952"/>
                </a:moveTo>
                <a:lnTo>
                  <a:pt x="3437101" y="1373008"/>
                </a:lnTo>
                <a:lnTo>
                  <a:pt x="3436124" y="1371081"/>
                </a:lnTo>
                <a:lnTo>
                  <a:pt x="3434881" y="1363202"/>
                </a:lnTo>
                <a:lnTo>
                  <a:pt x="3438753" y="1357768"/>
                </a:lnTo>
                <a:lnTo>
                  <a:pt x="3444491" y="1356873"/>
                </a:lnTo>
                <a:lnTo>
                  <a:pt x="3450283" y="1355937"/>
                </a:lnTo>
                <a:lnTo>
                  <a:pt x="3455723" y="1359903"/>
                </a:lnTo>
                <a:lnTo>
                  <a:pt x="3457504" y="1371389"/>
                </a:lnTo>
                <a:lnTo>
                  <a:pt x="3453632" y="1376823"/>
                </a:lnTo>
                <a:lnTo>
                  <a:pt x="3444234" y="1378297"/>
                </a:lnTo>
                <a:lnTo>
                  <a:pt x="3440786" y="1376952"/>
                </a:lnTo>
                <a:close/>
              </a:path>
              <a:path w="5142230" h="2300604">
                <a:moveTo>
                  <a:pt x="2061679" y="566304"/>
                </a:moveTo>
                <a:lnTo>
                  <a:pt x="2057944" y="562306"/>
                </a:lnTo>
                <a:lnTo>
                  <a:pt x="2056885" y="558729"/>
                </a:lnTo>
                <a:lnTo>
                  <a:pt x="2059041" y="549502"/>
                </a:lnTo>
                <a:lnTo>
                  <a:pt x="2064680" y="545960"/>
                </a:lnTo>
                <a:lnTo>
                  <a:pt x="2076109" y="548615"/>
                </a:lnTo>
                <a:lnTo>
                  <a:pt x="2079597" y="554305"/>
                </a:lnTo>
                <a:lnTo>
                  <a:pt x="2078323" y="559978"/>
                </a:lnTo>
                <a:lnTo>
                  <a:pt x="2076950" y="565644"/>
                </a:lnTo>
                <a:lnTo>
                  <a:pt x="2071306" y="569181"/>
                </a:lnTo>
                <a:lnTo>
                  <a:pt x="2063484" y="567357"/>
                </a:lnTo>
                <a:lnTo>
                  <a:pt x="2061679" y="566304"/>
                </a:lnTo>
                <a:close/>
              </a:path>
              <a:path w="5142230" h="2300604">
                <a:moveTo>
                  <a:pt x="2268967" y="614994"/>
                </a:moveTo>
                <a:lnTo>
                  <a:pt x="2265282" y="611050"/>
                </a:lnTo>
                <a:lnTo>
                  <a:pt x="2264928" y="609889"/>
                </a:lnTo>
                <a:lnTo>
                  <a:pt x="2264197" y="607346"/>
                </a:lnTo>
                <a:lnTo>
                  <a:pt x="2266427" y="598200"/>
                </a:lnTo>
                <a:lnTo>
                  <a:pt x="2272117" y="594712"/>
                </a:lnTo>
                <a:lnTo>
                  <a:pt x="2283443" y="597453"/>
                </a:lnTo>
                <a:lnTo>
                  <a:pt x="2286932" y="603142"/>
                </a:lnTo>
                <a:lnTo>
                  <a:pt x="2284186" y="614474"/>
                </a:lnTo>
                <a:lnTo>
                  <a:pt x="2278501" y="617967"/>
                </a:lnTo>
                <a:lnTo>
                  <a:pt x="2272835" y="616594"/>
                </a:lnTo>
                <a:lnTo>
                  <a:pt x="2270769" y="616141"/>
                </a:lnTo>
                <a:lnTo>
                  <a:pt x="2268967" y="614994"/>
                </a:lnTo>
                <a:close/>
              </a:path>
              <a:path w="5142230" h="2300604">
                <a:moveTo>
                  <a:pt x="2475392" y="666964"/>
                </a:moveTo>
                <a:lnTo>
                  <a:pt x="2471703" y="663015"/>
                </a:lnTo>
                <a:lnTo>
                  <a:pt x="2470602" y="659295"/>
                </a:lnTo>
                <a:lnTo>
                  <a:pt x="2473096" y="649942"/>
                </a:lnTo>
                <a:lnTo>
                  <a:pt x="2478636" y="646782"/>
                </a:lnTo>
                <a:lnTo>
                  <a:pt x="2478874" y="646646"/>
                </a:lnTo>
                <a:lnTo>
                  <a:pt x="2484536" y="648113"/>
                </a:lnTo>
                <a:lnTo>
                  <a:pt x="2490150" y="649626"/>
                </a:lnTo>
                <a:lnTo>
                  <a:pt x="2493541" y="655407"/>
                </a:lnTo>
                <a:lnTo>
                  <a:pt x="2492025" y="661115"/>
                </a:lnTo>
                <a:lnTo>
                  <a:pt x="2490507" y="666723"/>
                </a:lnTo>
                <a:lnTo>
                  <a:pt x="2484730" y="670020"/>
                </a:lnTo>
                <a:lnTo>
                  <a:pt x="2479072" y="668558"/>
                </a:lnTo>
                <a:lnTo>
                  <a:pt x="2477103" y="668014"/>
                </a:lnTo>
                <a:lnTo>
                  <a:pt x="2475392" y="666964"/>
                </a:lnTo>
                <a:close/>
              </a:path>
              <a:path w="5142230" h="2300604">
                <a:moveTo>
                  <a:pt x="2543876" y="685634"/>
                </a:moveTo>
                <a:lnTo>
                  <a:pt x="2540137" y="681631"/>
                </a:lnTo>
                <a:lnTo>
                  <a:pt x="2539085" y="677866"/>
                </a:lnTo>
                <a:lnTo>
                  <a:pt x="2540112" y="674176"/>
                </a:lnTo>
                <a:lnTo>
                  <a:pt x="2541715" y="668561"/>
                </a:lnTo>
                <a:lnTo>
                  <a:pt x="2547075" y="665502"/>
                </a:lnTo>
                <a:lnTo>
                  <a:pt x="2547492" y="665264"/>
                </a:lnTo>
                <a:lnTo>
                  <a:pt x="2553151" y="666826"/>
                </a:lnTo>
                <a:lnTo>
                  <a:pt x="2558762" y="668433"/>
                </a:lnTo>
                <a:lnTo>
                  <a:pt x="2562014" y="674261"/>
                </a:lnTo>
                <a:lnTo>
                  <a:pt x="2560501" y="679874"/>
                </a:lnTo>
                <a:lnTo>
                  <a:pt x="2558894" y="685485"/>
                </a:lnTo>
                <a:lnTo>
                  <a:pt x="2553491" y="688498"/>
                </a:lnTo>
                <a:lnTo>
                  <a:pt x="2553071" y="688733"/>
                </a:lnTo>
                <a:lnTo>
                  <a:pt x="2545493" y="686681"/>
                </a:lnTo>
                <a:lnTo>
                  <a:pt x="2543876" y="685634"/>
                </a:lnTo>
                <a:close/>
              </a:path>
              <a:path w="5142230" h="2300604">
                <a:moveTo>
                  <a:pt x="3458416" y="2085229"/>
                </a:moveTo>
                <a:lnTo>
                  <a:pt x="3454726" y="2081280"/>
                </a:lnTo>
                <a:lnTo>
                  <a:pt x="3453745" y="2079448"/>
                </a:lnTo>
                <a:lnTo>
                  <a:pt x="3452360" y="2071611"/>
                </a:lnTo>
                <a:lnTo>
                  <a:pt x="3456182" y="2066123"/>
                </a:lnTo>
                <a:lnTo>
                  <a:pt x="3467677" y="2064060"/>
                </a:lnTo>
                <a:lnTo>
                  <a:pt x="3473169" y="2067886"/>
                </a:lnTo>
                <a:lnTo>
                  <a:pt x="3475233" y="2079381"/>
                </a:lnTo>
                <a:lnTo>
                  <a:pt x="3471411" y="2084869"/>
                </a:lnTo>
                <a:lnTo>
                  <a:pt x="3465660" y="2085849"/>
                </a:lnTo>
                <a:lnTo>
                  <a:pt x="3462002" y="2086527"/>
                </a:lnTo>
                <a:lnTo>
                  <a:pt x="3458416" y="2085229"/>
                </a:lnTo>
                <a:close/>
              </a:path>
              <a:path w="5142230" h="2300604">
                <a:moveTo>
                  <a:pt x="3474512" y="2154656"/>
                </a:moveTo>
                <a:lnTo>
                  <a:pt x="3470772" y="2150653"/>
                </a:lnTo>
                <a:lnTo>
                  <a:pt x="3469877" y="2149206"/>
                </a:lnTo>
                <a:lnTo>
                  <a:pt x="3467865" y="2141872"/>
                </a:lnTo>
                <a:lnTo>
                  <a:pt x="3471131" y="2136082"/>
                </a:lnTo>
                <a:lnTo>
                  <a:pt x="3482382" y="2132877"/>
                </a:lnTo>
                <a:lnTo>
                  <a:pt x="3488213" y="2136187"/>
                </a:lnTo>
                <a:lnTo>
                  <a:pt x="3491323" y="2147434"/>
                </a:lnTo>
                <a:lnTo>
                  <a:pt x="3488062" y="2153229"/>
                </a:lnTo>
                <a:lnTo>
                  <a:pt x="3482437" y="2154832"/>
                </a:lnTo>
                <a:lnTo>
                  <a:pt x="3478524" y="2155921"/>
                </a:lnTo>
                <a:lnTo>
                  <a:pt x="3474512" y="2154656"/>
                </a:lnTo>
                <a:close/>
              </a:path>
              <a:path w="5142230" h="2300604">
                <a:moveTo>
                  <a:pt x="3343188" y="1114517"/>
                </a:moveTo>
                <a:lnTo>
                  <a:pt x="3338435" y="1109430"/>
                </a:lnTo>
                <a:lnTo>
                  <a:pt x="3335204" y="1104504"/>
                </a:lnTo>
                <a:lnTo>
                  <a:pt x="3336511" y="1097987"/>
                </a:lnTo>
                <a:lnTo>
                  <a:pt x="3341338" y="1094747"/>
                </a:lnTo>
                <a:lnTo>
                  <a:pt x="3346268" y="1091521"/>
                </a:lnTo>
                <a:lnTo>
                  <a:pt x="3352781" y="1092823"/>
                </a:lnTo>
                <a:lnTo>
                  <a:pt x="3359252" y="1102585"/>
                </a:lnTo>
                <a:lnTo>
                  <a:pt x="3357944" y="1109102"/>
                </a:lnTo>
                <a:lnTo>
                  <a:pt x="3353060" y="1112378"/>
                </a:lnTo>
                <a:lnTo>
                  <a:pt x="3348713" y="1115251"/>
                </a:lnTo>
                <a:lnTo>
                  <a:pt x="3343188" y="1114517"/>
                </a:lnTo>
                <a:close/>
              </a:path>
              <a:path w="5142230" h="2300604">
                <a:moveTo>
                  <a:pt x="1923420" y="533740"/>
                </a:moveTo>
                <a:lnTo>
                  <a:pt x="1919735" y="529795"/>
                </a:lnTo>
                <a:lnTo>
                  <a:pt x="1918676" y="526218"/>
                </a:lnTo>
                <a:lnTo>
                  <a:pt x="1919507" y="522611"/>
                </a:lnTo>
                <a:lnTo>
                  <a:pt x="1920880" y="516946"/>
                </a:lnTo>
                <a:lnTo>
                  <a:pt x="1926570" y="513457"/>
                </a:lnTo>
                <a:lnTo>
                  <a:pt x="1937897" y="516198"/>
                </a:lnTo>
                <a:lnTo>
                  <a:pt x="1941385" y="521888"/>
                </a:lnTo>
                <a:lnTo>
                  <a:pt x="1940061" y="527508"/>
                </a:lnTo>
                <a:lnTo>
                  <a:pt x="1938688" y="533174"/>
                </a:lnTo>
                <a:lnTo>
                  <a:pt x="1932995" y="536757"/>
                </a:lnTo>
                <a:lnTo>
                  <a:pt x="1925222" y="534887"/>
                </a:lnTo>
                <a:lnTo>
                  <a:pt x="1923420" y="533740"/>
                </a:lnTo>
                <a:close/>
              </a:path>
              <a:path w="5142230" h="2300604">
                <a:moveTo>
                  <a:pt x="3442185" y="1872753"/>
                </a:moveTo>
                <a:lnTo>
                  <a:pt x="3438491" y="1868799"/>
                </a:lnTo>
                <a:lnTo>
                  <a:pt x="3437402" y="1866264"/>
                </a:lnTo>
                <a:lnTo>
                  <a:pt x="3437414" y="1857578"/>
                </a:lnTo>
                <a:lnTo>
                  <a:pt x="3442149" y="1852872"/>
                </a:lnTo>
                <a:lnTo>
                  <a:pt x="3447958" y="1852933"/>
                </a:lnTo>
                <a:lnTo>
                  <a:pt x="3453807" y="1852938"/>
                </a:lnTo>
                <a:lnTo>
                  <a:pt x="3458554" y="1857726"/>
                </a:lnTo>
                <a:lnTo>
                  <a:pt x="3458503" y="1863536"/>
                </a:lnTo>
                <a:lnTo>
                  <a:pt x="3458492" y="1869390"/>
                </a:lnTo>
                <a:lnTo>
                  <a:pt x="3453753" y="1874091"/>
                </a:lnTo>
                <a:lnTo>
                  <a:pt x="3444878" y="1874072"/>
                </a:lnTo>
                <a:lnTo>
                  <a:pt x="3442185" y="1872753"/>
                </a:lnTo>
                <a:close/>
              </a:path>
              <a:path w="5142230" h="2300604">
                <a:moveTo>
                  <a:pt x="3378204" y="1175461"/>
                </a:moveTo>
                <a:lnTo>
                  <a:pt x="3374424" y="1171413"/>
                </a:lnTo>
                <a:lnTo>
                  <a:pt x="3373882" y="1170541"/>
                </a:lnTo>
                <a:lnTo>
                  <a:pt x="3373398" y="1169632"/>
                </a:lnTo>
                <a:lnTo>
                  <a:pt x="3370791" y="1164397"/>
                </a:lnTo>
                <a:lnTo>
                  <a:pt x="3372896" y="1158048"/>
                </a:lnTo>
                <a:lnTo>
                  <a:pt x="3377769" y="1155641"/>
                </a:lnTo>
                <a:lnTo>
                  <a:pt x="3383271" y="1152831"/>
                </a:lnTo>
                <a:lnTo>
                  <a:pt x="3389619" y="1154935"/>
                </a:lnTo>
                <a:lnTo>
                  <a:pt x="3392275" y="1160124"/>
                </a:lnTo>
                <a:lnTo>
                  <a:pt x="3394774" y="1165145"/>
                </a:lnTo>
                <a:lnTo>
                  <a:pt x="3394902" y="1165282"/>
                </a:lnTo>
                <a:lnTo>
                  <a:pt x="3392778" y="1171708"/>
                </a:lnTo>
                <a:lnTo>
                  <a:pt x="3387960" y="1174174"/>
                </a:lnTo>
                <a:lnTo>
                  <a:pt x="3383268" y="1176483"/>
                </a:lnTo>
                <a:lnTo>
                  <a:pt x="3378204" y="1175461"/>
                </a:lnTo>
                <a:close/>
              </a:path>
              <a:path w="5142230" h="2300604">
                <a:moveTo>
                  <a:pt x="3443449" y="1943799"/>
                </a:moveTo>
                <a:lnTo>
                  <a:pt x="3439759" y="1939850"/>
                </a:lnTo>
                <a:lnTo>
                  <a:pt x="3438655" y="1937494"/>
                </a:lnTo>
                <a:lnTo>
                  <a:pt x="3438329" y="1929032"/>
                </a:lnTo>
                <a:lnTo>
                  <a:pt x="3442886" y="1924136"/>
                </a:lnTo>
                <a:lnTo>
                  <a:pt x="3454520" y="1923687"/>
                </a:lnTo>
                <a:lnTo>
                  <a:pt x="3459465" y="1928199"/>
                </a:lnTo>
                <a:lnTo>
                  <a:pt x="3459919" y="1939828"/>
                </a:lnTo>
                <a:lnTo>
                  <a:pt x="3455403" y="1944768"/>
                </a:lnTo>
                <a:lnTo>
                  <a:pt x="3449544" y="1945045"/>
                </a:lnTo>
                <a:lnTo>
                  <a:pt x="3446331" y="1945125"/>
                </a:lnTo>
                <a:lnTo>
                  <a:pt x="3443449" y="1943799"/>
                </a:lnTo>
                <a:close/>
              </a:path>
              <a:path w="5142230" h="2300604">
                <a:moveTo>
                  <a:pt x="1716697" y="482331"/>
                </a:moveTo>
                <a:lnTo>
                  <a:pt x="1713007" y="478381"/>
                </a:lnTo>
                <a:lnTo>
                  <a:pt x="1711906" y="474662"/>
                </a:lnTo>
                <a:lnTo>
                  <a:pt x="1712792" y="471211"/>
                </a:lnTo>
                <a:lnTo>
                  <a:pt x="1714344" y="465444"/>
                </a:lnTo>
                <a:lnTo>
                  <a:pt x="1719948" y="462157"/>
                </a:lnTo>
                <a:lnTo>
                  <a:pt x="1720125" y="462053"/>
                </a:lnTo>
                <a:lnTo>
                  <a:pt x="1731404" y="464939"/>
                </a:lnTo>
                <a:lnTo>
                  <a:pt x="1734796" y="470720"/>
                </a:lnTo>
                <a:lnTo>
                  <a:pt x="1733336" y="476195"/>
                </a:lnTo>
                <a:lnTo>
                  <a:pt x="1731861" y="482045"/>
                </a:lnTo>
                <a:lnTo>
                  <a:pt x="1726153" y="485319"/>
                </a:lnTo>
                <a:lnTo>
                  <a:pt x="1720418" y="483968"/>
                </a:lnTo>
                <a:lnTo>
                  <a:pt x="1718408" y="483381"/>
                </a:lnTo>
                <a:lnTo>
                  <a:pt x="1716697" y="482331"/>
                </a:lnTo>
                <a:close/>
              </a:path>
              <a:path w="5142230" h="2300604">
                <a:moveTo>
                  <a:pt x="3448487" y="2014780"/>
                </a:moveTo>
                <a:lnTo>
                  <a:pt x="3444757" y="2010787"/>
                </a:lnTo>
                <a:lnTo>
                  <a:pt x="3443741" y="2008722"/>
                </a:lnTo>
                <a:lnTo>
                  <a:pt x="3442884" y="2000474"/>
                </a:lnTo>
                <a:lnTo>
                  <a:pt x="3447173" y="1995290"/>
                </a:lnTo>
                <a:lnTo>
                  <a:pt x="3452951" y="1994731"/>
                </a:lnTo>
                <a:lnTo>
                  <a:pt x="3458774" y="1994122"/>
                </a:lnTo>
                <a:lnTo>
                  <a:pt x="3463917" y="1998357"/>
                </a:lnTo>
                <a:lnTo>
                  <a:pt x="3465130" y="2010017"/>
                </a:lnTo>
                <a:lnTo>
                  <a:pt x="3460895" y="2015160"/>
                </a:lnTo>
                <a:lnTo>
                  <a:pt x="3451657" y="2016121"/>
                </a:lnTo>
                <a:lnTo>
                  <a:pt x="3448487" y="2014780"/>
                </a:lnTo>
                <a:close/>
              </a:path>
              <a:path w="5142230" h="2300604">
                <a:moveTo>
                  <a:pt x="1992501" y="550117"/>
                </a:moveTo>
                <a:lnTo>
                  <a:pt x="1988812" y="546168"/>
                </a:lnTo>
                <a:lnTo>
                  <a:pt x="1987753" y="542591"/>
                </a:lnTo>
                <a:lnTo>
                  <a:pt x="1989908" y="533364"/>
                </a:lnTo>
                <a:lnTo>
                  <a:pt x="1995601" y="529781"/>
                </a:lnTo>
                <a:lnTo>
                  <a:pt x="2001267" y="531154"/>
                </a:lnTo>
                <a:lnTo>
                  <a:pt x="2006981" y="532482"/>
                </a:lnTo>
                <a:lnTo>
                  <a:pt x="2010470" y="538171"/>
                </a:lnTo>
                <a:lnTo>
                  <a:pt x="2009191" y="543840"/>
                </a:lnTo>
                <a:lnTo>
                  <a:pt x="2007818" y="549506"/>
                </a:lnTo>
                <a:lnTo>
                  <a:pt x="2002174" y="553043"/>
                </a:lnTo>
                <a:lnTo>
                  <a:pt x="1994352" y="551219"/>
                </a:lnTo>
                <a:lnTo>
                  <a:pt x="1992501" y="550117"/>
                </a:lnTo>
                <a:close/>
              </a:path>
              <a:path w="5142230" h="2300604">
                <a:moveTo>
                  <a:pt x="1648064" y="463991"/>
                </a:moveTo>
                <a:lnTo>
                  <a:pt x="1644329" y="459992"/>
                </a:lnTo>
                <a:lnTo>
                  <a:pt x="1643277" y="456227"/>
                </a:lnTo>
                <a:lnTo>
                  <a:pt x="1644341" y="452576"/>
                </a:lnTo>
                <a:lnTo>
                  <a:pt x="1645858" y="446967"/>
                </a:lnTo>
                <a:lnTo>
                  <a:pt x="1651328" y="443830"/>
                </a:lnTo>
                <a:lnTo>
                  <a:pt x="1651685" y="443625"/>
                </a:lnTo>
                <a:lnTo>
                  <a:pt x="1662957" y="446700"/>
                </a:lnTo>
                <a:lnTo>
                  <a:pt x="1666201" y="452518"/>
                </a:lnTo>
                <a:lnTo>
                  <a:pt x="1664688" y="458131"/>
                </a:lnTo>
                <a:lnTo>
                  <a:pt x="1663131" y="463795"/>
                </a:lnTo>
                <a:lnTo>
                  <a:pt x="1657707" y="466884"/>
                </a:lnTo>
                <a:lnTo>
                  <a:pt x="1657349" y="467087"/>
                </a:lnTo>
                <a:lnTo>
                  <a:pt x="1651690" y="465526"/>
                </a:lnTo>
                <a:lnTo>
                  <a:pt x="1649771" y="465036"/>
                </a:lnTo>
                <a:lnTo>
                  <a:pt x="1648064" y="463991"/>
                </a:lnTo>
                <a:close/>
              </a:path>
              <a:path w="5142230" h="2300604">
                <a:moveTo>
                  <a:pt x="1309631" y="356824"/>
                </a:moveTo>
                <a:lnTo>
                  <a:pt x="1305896" y="352826"/>
                </a:lnTo>
                <a:lnTo>
                  <a:pt x="1304906" y="348638"/>
                </a:lnTo>
                <a:lnTo>
                  <a:pt x="1306312" y="344767"/>
                </a:lnTo>
                <a:lnTo>
                  <a:pt x="1308339" y="339313"/>
                </a:lnTo>
                <a:lnTo>
                  <a:pt x="1314383" y="336497"/>
                </a:lnTo>
                <a:lnTo>
                  <a:pt x="1319838" y="338524"/>
                </a:lnTo>
                <a:lnTo>
                  <a:pt x="1325341" y="340505"/>
                </a:lnTo>
                <a:lnTo>
                  <a:pt x="1328153" y="346644"/>
                </a:lnTo>
                <a:lnTo>
                  <a:pt x="1324100" y="357553"/>
                </a:lnTo>
                <a:lnTo>
                  <a:pt x="1318056" y="360369"/>
                </a:lnTo>
                <a:lnTo>
                  <a:pt x="1312601" y="358342"/>
                </a:lnTo>
                <a:lnTo>
                  <a:pt x="1310968" y="357767"/>
                </a:lnTo>
                <a:lnTo>
                  <a:pt x="1309631" y="356824"/>
                </a:lnTo>
                <a:close/>
              </a:path>
              <a:path w="5142230" h="2300604">
                <a:moveTo>
                  <a:pt x="3527799" y="2286769"/>
                </a:moveTo>
                <a:lnTo>
                  <a:pt x="3524014" y="2282717"/>
                </a:lnTo>
                <a:lnTo>
                  <a:pt x="3523478" y="2281948"/>
                </a:lnTo>
                <a:lnTo>
                  <a:pt x="3523081" y="2281132"/>
                </a:lnTo>
                <a:lnTo>
                  <a:pt x="3520278" y="2275980"/>
                </a:lnTo>
                <a:lnTo>
                  <a:pt x="3522194" y="2269625"/>
                </a:lnTo>
                <a:lnTo>
                  <a:pt x="3532443" y="2264077"/>
                </a:lnTo>
                <a:lnTo>
                  <a:pt x="3538842" y="2265943"/>
                </a:lnTo>
                <a:lnTo>
                  <a:pt x="3544440" y="2276236"/>
                </a:lnTo>
                <a:lnTo>
                  <a:pt x="3542476" y="2282637"/>
                </a:lnTo>
                <a:lnTo>
                  <a:pt x="3537334" y="2285441"/>
                </a:lnTo>
                <a:lnTo>
                  <a:pt x="3533002" y="2287743"/>
                </a:lnTo>
                <a:lnTo>
                  <a:pt x="3527799" y="2286769"/>
                </a:lnTo>
                <a:close/>
              </a:path>
              <a:path w="5142230" h="2300604">
                <a:moveTo>
                  <a:pt x="3497517" y="2222194"/>
                </a:moveTo>
                <a:lnTo>
                  <a:pt x="3493736" y="2218147"/>
                </a:lnTo>
                <a:lnTo>
                  <a:pt x="3493017" y="2217083"/>
                </a:lnTo>
                <a:lnTo>
                  <a:pt x="3492493" y="2215838"/>
                </a:lnTo>
                <a:lnTo>
                  <a:pt x="3490314" y="2210377"/>
                </a:lnTo>
                <a:lnTo>
                  <a:pt x="3492982" y="2204241"/>
                </a:lnTo>
                <a:lnTo>
                  <a:pt x="3498385" y="2202107"/>
                </a:lnTo>
                <a:lnTo>
                  <a:pt x="3503800" y="2199889"/>
                </a:lnTo>
                <a:lnTo>
                  <a:pt x="3509941" y="2202552"/>
                </a:lnTo>
                <a:lnTo>
                  <a:pt x="3512164" y="2207963"/>
                </a:lnTo>
                <a:lnTo>
                  <a:pt x="3514294" y="2213370"/>
                </a:lnTo>
                <a:lnTo>
                  <a:pt x="3511630" y="2219511"/>
                </a:lnTo>
                <a:lnTo>
                  <a:pt x="3506263" y="2221684"/>
                </a:lnTo>
                <a:lnTo>
                  <a:pt x="3502320" y="2223230"/>
                </a:lnTo>
                <a:lnTo>
                  <a:pt x="3502053" y="2223335"/>
                </a:lnTo>
                <a:lnTo>
                  <a:pt x="3497517" y="2222194"/>
                </a:lnTo>
                <a:close/>
              </a:path>
              <a:path w="5142230" h="2300604">
                <a:moveTo>
                  <a:pt x="3828977" y="2245751"/>
                </a:moveTo>
                <a:lnTo>
                  <a:pt x="3825055" y="2241552"/>
                </a:lnTo>
                <a:lnTo>
                  <a:pt x="3825079" y="2235421"/>
                </a:lnTo>
                <a:lnTo>
                  <a:pt x="3828847" y="2231536"/>
                </a:lnTo>
                <a:lnTo>
                  <a:pt x="3832715" y="2227466"/>
                </a:lnTo>
                <a:lnTo>
                  <a:pt x="3839087" y="2227348"/>
                </a:lnTo>
                <a:lnTo>
                  <a:pt x="3843157" y="2231216"/>
                </a:lnTo>
                <a:lnTo>
                  <a:pt x="3847183" y="2235134"/>
                </a:lnTo>
                <a:lnTo>
                  <a:pt x="3847342" y="2241560"/>
                </a:lnTo>
                <a:lnTo>
                  <a:pt x="3843429" y="2245581"/>
                </a:lnTo>
                <a:lnTo>
                  <a:pt x="3839609" y="2249606"/>
                </a:lnTo>
                <a:lnTo>
                  <a:pt x="3833133" y="2249711"/>
                </a:lnTo>
                <a:lnTo>
                  <a:pt x="3828977" y="2245751"/>
                </a:lnTo>
                <a:close/>
              </a:path>
              <a:path w="5142230" h="2300604">
                <a:moveTo>
                  <a:pt x="3661108" y="2023434"/>
                </a:moveTo>
                <a:lnTo>
                  <a:pt x="3657423" y="2019489"/>
                </a:lnTo>
                <a:lnTo>
                  <a:pt x="3656929" y="2018764"/>
                </a:lnTo>
                <a:lnTo>
                  <a:pt x="3656531" y="2017948"/>
                </a:lnTo>
                <a:lnTo>
                  <a:pt x="3653910" y="2012992"/>
                </a:lnTo>
                <a:lnTo>
                  <a:pt x="3655775" y="2006875"/>
                </a:lnTo>
                <a:lnTo>
                  <a:pt x="3665674" y="2001637"/>
                </a:lnTo>
                <a:lnTo>
                  <a:pt x="3671795" y="2003498"/>
                </a:lnTo>
                <a:lnTo>
                  <a:pt x="3677074" y="2013450"/>
                </a:lnTo>
                <a:lnTo>
                  <a:pt x="3675173" y="2019527"/>
                </a:lnTo>
                <a:lnTo>
                  <a:pt x="3670217" y="2022139"/>
                </a:lnTo>
                <a:lnTo>
                  <a:pt x="3666086" y="2024364"/>
                </a:lnTo>
                <a:lnTo>
                  <a:pt x="3661108" y="2023434"/>
                </a:lnTo>
                <a:close/>
              </a:path>
              <a:path w="5142230" h="2300604">
                <a:moveTo>
                  <a:pt x="3480131" y="1266976"/>
                </a:moveTo>
                <a:lnTo>
                  <a:pt x="3476578" y="1263173"/>
                </a:lnTo>
                <a:lnTo>
                  <a:pt x="3475731" y="1261680"/>
                </a:lnTo>
                <a:lnTo>
                  <a:pt x="3475264" y="1260007"/>
                </a:lnTo>
                <a:lnTo>
                  <a:pt x="3473849" y="1254582"/>
                </a:lnTo>
                <a:lnTo>
                  <a:pt x="3477100" y="1249070"/>
                </a:lnTo>
                <a:lnTo>
                  <a:pt x="3482489" y="1247606"/>
                </a:lnTo>
                <a:lnTo>
                  <a:pt x="3487915" y="1246181"/>
                </a:lnTo>
                <a:lnTo>
                  <a:pt x="3493471" y="1249391"/>
                </a:lnTo>
                <a:lnTo>
                  <a:pt x="3496316" y="1260257"/>
                </a:lnTo>
                <a:lnTo>
                  <a:pt x="3493101" y="1265808"/>
                </a:lnTo>
                <a:lnTo>
                  <a:pt x="3487675" y="1267233"/>
                </a:lnTo>
                <a:lnTo>
                  <a:pt x="3483954" y="1268234"/>
                </a:lnTo>
                <a:lnTo>
                  <a:pt x="3480131" y="1266976"/>
                </a:lnTo>
                <a:close/>
              </a:path>
              <a:path w="5142230" h="2300604">
                <a:moveTo>
                  <a:pt x="3737854" y="2143514"/>
                </a:moveTo>
                <a:lnTo>
                  <a:pt x="3733567" y="2138925"/>
                </a:lnTo>
                <a:lnTo>
                  <a:pt x="3730225" y="2134468"/>
                </a:lnTo>
                <a:lnTo>
                  <a:pt x="3731050" y="2128118"/>
                </a:lnTo>
                <a:lnTo>
                  <a:pt x="3735556" y="2124731"/>
                </a:lnTo>
                <a:lnTo>
                  <a:pt x="3739968" y="2121340"/>
                </a:lnTo>
                <a:lnTo>
                  <a:pt x="3746358" y="2122219"/>
                </a:lnTo>
                <a:lnTo>
                  <a:pt x="3749749" y="2126630"/>
                </a:lnTo>
                <a:lnTo>
                  <a:pt x="3753136" y="2131136"/>
                </a:lnTo>
                <a:lnTo>
                  <a:pt x="3752217" y="2137483"/>
                </a:lnTo>
                <a:lnTo>
                  <a:pt x="3747805" y="2140873"/>
                </a:lnTo>
                <a:lnTo>
                  <a:pt x="3743637" y="2144036"/>
                </a:lnTo>
                <a:lnTo>
                  <a:pt x="3737854" y="2143514"/>
                </a:lnTo>
                <a:close/>
              </a:path>
              <a:path w="5142230" h="2300604">
                <a:moveTo>
                  <a:pt x="3697075" y="2085004"/>
                </a:moveTo>
                <a:lnTo>
                  <a:pt x="3692923" y="2080560"/>
                </a:lnTo>
                <a:lnTo>
                  <a:pt x="3692606" y="2080025"/>
                </a:lnTo>
                <a:lnTo>
                  <a:pt x="3689557" y="2075294"/>
                </a:lnTo>
                <a:lnTo>
                  <a:pt x="3690949" y="2069063"/>
                </a:lnTo>
                <a:lnTo>
                  <a:pt x="3700366" y="2063015"/>
                </a:lnTo>
                <a:lnTo>
                  <a:pt x="3706692" y="2064410"/>
                </a:lnTo>
                <a:lnTo>
                  <a:pt x="3709647" y="2069138"/>
                </a:lnTo>
                <a:lnTo>
                  <a:pt x="3712646" y="2073814"/>
                </a:lnTo>
                <a:lnTo>
                  <a:pt x="3711299" y="2080094"/>
                </a:lnTo>
                <a:lnTo>
                  <a:pt x="3706573" y="2083149"/>
                </a:lnTo>
                <a:lnTo>
                  <a:pt x="3702371" y="2085786"/>
                </a:lnTo>
                <a:lnTo>
                  <a:pt x="3697075" y="2085004"/>
                </a:lnTo>
                <a:close/>
              </a:path>
              <a:path w="5142230" h="2300604">
                <a:moveTo>
                  <a:pt x="3783182" y="2198488"/>
                </a:moveTo>
                <a:lnTo>
                  <a:pt x="3779265" y="2194295"/>
                </a:lnTo>
                <a:lnTo>
                  <a:pt x="3775536" y="2190108"/>
                </a:lnTo>
                <a:lnTo>
                  <a:pt x="3775898" y="2183652"/>
                </a:lnTo>
                <a:lnTo>
                  <a:pt x="3783924" y="2176507"/>
                </a:lnTo>
                <a:lnTo>
                  <a:pt x="3784223" y="2176241"/>
                </a:lnTo>
                <a:lnTo>
                  <a:pt x="3790637" y="2176558"/>
                </a:lnTo>
                <a:lnTo>
                  <a:pt x="3798094" y="2184932"/>
                </a:lnTo>
                <a:lnTo>
                  <a:pt x="3797777" y="2191337"/>
                </a:lnTo>
                <a:lnTo>
                  <a:pt x="3789752" y="2198483"/>
                </a:lnTo>
                <a:lnTo>
                  <a:pt x="3789452" y="2198749"/>
                </a:lnTo>
                <a:lnTo>
                  <a:pt x="3783182" y="2198488"/>
                </a:lnTo>
                <a:close/>
              </a:path>
              <a:path w="5142230" h="2300604">
                <a:moveTo>
                  <a:pt x="3460016" y="1199112"/>
                </a:moveTo>
                <a:lnTo>
                  <a:pt x="3456418" y="1195260"/>
                </a:lnTo>
                <a:lnTo>
                  <a:pt x="3455656" y="1194054"/>
                </a:lnTo>
                <a:lnTo>
                  <a:pt x="3453383" y="1187320"/>
                </a:lnTo>
                <a:lnTo>
                  <a:pt x="3456218" y="1181558"/>
                </a:lnTo>
                <a:lnTo>
                  <a:pt x="3466867" y="1178002"/>
                </a:lnTo>
                <a:lnTo>
                  <a:pt x="3472629" y="1180846"/>
                </a:lnTo>
                <a:lnTo>
                  <a:pt x="3476185" y="1191495"/>
                </a:lnTo>
                <a:lnTo>
                  <a:pt x="3473295" y="1197199"/>
                </a:lnTo>
                <a:lnTo>
                  <a:pt x="3468041" y="1199003"/>
                </a:lnTo>
                <a:lnTo>
                  <a:pt x="3464130" y="1200291"/>
                </a:lnTo>
                <a:lnTo>
                  <a:pt x="3460016" y="1199112"/>
                </a:lnTo>
                <a:close/>
              </a:path>
              <a:path w="5142230" h="2300604">
                <a:moveTo>
                  <a:pt x="3538526" y="1616568"/>
                </a:moveTo>
                <a:lnTo>
                  <a:pt x="3534969" y="1612760"/>
                </a:lnTo>
                <a:lnTo>
                  <a:pt x="3533997" y="1610938"/>
                </a:lnTo>
                <a:lnTo>
                  <a:pt x="3532834" y="1603340"/>
                </a:lnTo>
                <a:lnTo>
                  <a:pt x="3536651" y="1598140"/>
                </a:lnTo>
                <a:lnTo>
                  <a:pt x="3542152" y="1597284"/>
                </a:lnTo>
                <a:lnTo>
                  <a:pt x="3547706" y="1596387"/>
                </a:lnTo>
                <a:lnTo>
                  <a:pt x="3552862" y="1600245"/>
                </a:lnTo>
                <a:lnTo>
                  <a:pt x="3554615" y="1611309"/>
                </a:lnTo>
                <a:lnTo>
                  <a:pt x="3550757" y="1616465"/>
                </a:lnTo>
                <a:lnTo>
                  <a:pt x="3541829" y="1617856"/>
                </a:lnTo>
                <a:lnTo>
                  <a:pt x="3538526" y="1616568"/>
                </a:lnTo>
                <a:close/>
              </a:path>
              <a:path w="5142230" h="2300604">
                <a:moveTo>
                  <a:pt x="3630251" y="1959123"/>
                </a:moveTo>
                <a:lnTo>
                  <a:pt x="3626657" y="1955276"/>
                </a:lnTo>
                <a:lnTo>
                  <a:pt x="3625975" y="1954351"/>
                </a:lnTo>
                <a:lnTo>
                  <a:pt x="3623234" y="1947897"/>
                </a:lnTo>
                <a:lnTo>
                  <a:pt x="3625688" y="1942118"/>
                </a:lnTo>
                <a:lnTo>
                  <a:pt x="3635943" y="1937652"/>
                </a:lnTo>
                <a:lnTo>
                  <a:pt x="3641905" y="1940027"/>
                </a:lnTo>
                <a:lnTo>
                  <a:pt x="3646371" y="1950282"/>
                </a:lnTo>
                <a:lnTo>
                  <a:pt x="3643948" y="1956289"/>
                </a:lnTo>
                <a:lnTo>
                  <a:pt x="3638869" y="1958477"/>
                </a:lnTo>
                <a:lnTo>
                  <a:pt x="3634795" y="1960274"/>
                </a:lnTo>
                <a:lnTo>
                  <a:pt x="3630251" y="1959123"/>
                </a:lnTo>
                <a:close/>
              </a:path>
              <a:path w="5142230" h="2300604">
                <a:moveTo>
                  <a:pt x="3564930" y="1756263"/>
                </a:moveTo>
                <a:lnTo>
                  <a:pt x="3561331" y="1752411"/>
                </a:lnTo>
                <a:lnTo>
                  <a:pt x="3560439" y="1750870"/>
                </a:lnTo>
                <a:lnTo>
                  <a:pt x="3558797" y="1743638"/>
                </a:lnTo>
                <a:lnTo>
                  <a:pt x="3561937" y="1738594"/>
                </a:lnTo>
                <a:lnTo>
                  <a:pt x="3562193" y="1738183"/>
                </a:lnTo>
                <a:lnTo>
                  <a:pt x="3567666" y="1736906"/>
                </a:lnTo>
                <a:lnTo>
                  <a:pt x="3573089" y="1735674"/>
                </a:lnTo>
                <a:lnTo>
                  <a:pt x="3578540" y="1739065"/>
                </a:lnTo>
                <a:lnTo>
                  <a:pt x="3581053" y="1749967"/>
                </a:lnTo>
                <a:lnTo>
                  <a:pt x="3577913" y="1755011"/>
                </a:lnTo>
                <a:lnTo>
                  <a:pt x="3577658" y="1755422"/>
                </a:lnTo>
                <a:lnTo>
                  <a:pt x="3572185" y="1756699"/>
                </a:lnTo>
                <a:lnTo>
                  <a:pt x="3568565" y="1757515"/>
                </a:lnTo>
                <a:lnTo>
                  <a:pt x="3564930" y="1756263"/>
                </a:lnTo>
                <a:close/>
              </a:path>
              <a:path w="5142230" h="2300604">
                <a:moveTo>
                  <a:pt x="3582648" y="1825179"/>
                </a:moveTo>
                <a:lnTo>
                  <a:pt x="3579049" y="1821327"/>
                </a:lnTo>
                <a:lnTo>
                  <a:pt x="3578249" y="1819883"/>
                </a:lnTo>
                <a:lnTo>
                  <a:pt x="3576220" y="1812921"/>
                </a:lnTo>
                <a:lnTo>
                  <a:pt x="3579385" y="1807317"/>
                </a:lnTo>
                <a:lnTo>
                  <a:pt x="3584773" y="1805753"/>
                </a:lnTo>
                <a:lnTo>
                  <a:pt x="3590157" y="1804284"/>
                </a:lnTo>
                <a:lnTo>
                  <a:pt x="3595765" y="1807355"/>
                </a:lnTo>
                <a:lnTo>
                  <a:pt x="3598797" y="1818128"/>
                </a:lnTo>
                <a:lnTo>
                  <a:pt x="3595727" y="1823735"/>
                </a:lnTo>
                <a:lnTo>
                  <a:pt x="3586520" y="1826392"/>
                </a:lnTo>
                <a:lnTo>
                  <a:pt x="3582648" y="1825179"/>
                </a:lnTo>
                <a:close/>
              </a:path>
              <a:path w="5142230" h="2300604">
                <a:moveTo>
                  <a:pt x="3604278" y="1892905"/>
                </a:moveTo>
                <a:lnTo>
                  <a:pt x="3600679" y="1889053"/>
                </a:lnTo>
                <a:lnTo>
                  <a:pt x="3599918" y="1887847"/>
                </a:lnTo>
                <a:lnTo>
                  <a:pt x="3599397" y="1886508"/>
                </a:lnTo>
                <a:lnTo>
                  <a:pt x="3597543" y="1881199"/>
                </a:lnTo>
                <a:lnTo>
                  <a:pt x="3600342" y="1875398"/>
                </a:lnTo>
                <a:lnTo>
                  <a:pt x="3610895" y="1871740"/>
                </a:lnTo>
                <a:lnTo>
                  <a:pt x="3616660" y="1874490"/>
                </a:lnTo>
                <a:lnTo>
                  <a:pt x="3618554" y="1879743"/>
                </a:lnTo>
                <a:lnTo>
                  <a:pt x="3620408" y="1885051"/>
                </a:lnTo>
                <a:lnTo>
                  <a:pt x="3617613" y="1890857"/>
                </a:lnTo>
                <a:lnTo>
                  <a:pt x="3612359" y="1892661"/>
                </a:lnTo>
                <a:lnTo>
                  <a:pt x="3608392" y="1894084"/>
                </a:lnTo>
                <a:lnTo>
                  <a:pt x="3604278" y="1892905"/>
                </a:lnTo>
                <a:close/>
              </a:path>
              <a:path w="5142230" h="2300604">
                <a:moveTo>
                  <a:pt x="3509209" y="1405624"/>
                </a:moveTo>
                <a:lnTo>
                  <a:pt x="3505660" y="1401826"/>
                </a:lnTo>
                <a:lnTo>
                  <a:pt x="3504684" y="1399999"/>
                </a:lnTo>
                <a:lnTo>
                  <a:pt x="3503477" y="1392451"/>
                </a:lnTo>
                <a:lnTo>
                  <a:pt x="3507191" y="1387238"/>
                </a:lnTo>
                <a:lnTo>
                  <a:pt x="3518208" y="1385347"/>
                </a:lnTo>
                <a:lnTo>
                  <a:pt x="3523466" y="1389119"/>
                </a:lnTo>
                <a:lnTo>
                  <a:pt x="3524363" y="1394673"/>
                </a:lnTo>
                <a:lnTo>
                  <a:pt x="3525308" y="1400181"/>
                </a:lnTo>
                <a:lnTo>
                  <a:pt x="3521586" y="1405385"/>
                </a:lnTo>
                <a:lnTo>
                  <a:pt x="3516036" y="1406286"/>
                </a:lnTo>
                <a:lnTo>
                  <a:pt x="3512570" y="1406876"/>
                </a:lnTo>
                <a:lnTo>
                  <a:pt x="3509209" y="1405624"/>
                </a:lnTo>
                <a:close/>
              </a:path>
              <a:path w="5142230" h="2300604">
                <a:moveTo>
                  <a:pt x="3550393" y="1686649"/>
                </a:moveTo>
                <a:lnTo>
                  <a:pt x="3546845" y="1682850"/>
                </a:lnTo>
                <a:lnTo>
                  <a:pt x="3545960" y="1681121"/>
                </a:lnTo>
                <a:lnTo>
                  <a:pt x="3545532" y="1679002"/>
                </a:lnTo>
                <a:lnTo>
                  <a:pt x="3544555" y="1673556"/>
                </a:lnTo>
                <a:lnTo>
                  <a:pt x="3548188" y="1668355"/>
                </a:lnTo>
                <a:lnTo>
                  <a:pt x="3559207" y="1666271"/>
                </a:lnTo>
                <a:lnTo>
                  <a:pt x="3564468" y="1669948"/>
                </a:lnTo>
                <a:lnTo>
                  <a:pt x="3566503" y="1680923"/>
                </a:lnTo>
                <a:lnTo>
                  <a:pt x="3562876" y="1686229"/>
                </a:lnTo>
                <a:lnTo>
                  <a:pt x="3557364" y="1687268"/>
                </a:lnTo>
                <a:lnTo>
                  <a:pt x="3553849" y="1687904"/>
                </a:lnTo>
                <a:lnTo>
                  <a:pt x="3550393" y="1686649"/>
                </a:lnTo>
                <a:close/>
              </a:path>
              <a:path w="5142230" h="2300604">
                <a:moveTo>
                  <a:pt x="3496238" y="1335926"/>
                </a:moveTo>
                <a:lnTo>
                  <a:pt x="3492690" y="1332128"/>
                </a:lnTo>
                <a:lnTo>
                  <a:pt x="3491796" y="1330488"/>
                </a:lnTo>
                <a:lnTo>
                  <a:pt x="3491389" y="1328585"/>
                </a:lnTo>
                <a:lnTo>
                  <a:pt x="3490300" y="1323119"/>
                </a:lnTo>
                <a:lnTo>
                  <a:pt x="3493792" y="1317766"/>
                </a:lnTo>
                <a:lnTo>
                  <a:pt x="3499261" y="1316584"/>
                </a:lnTo>
                <a:lnTo>
                  <a:pt x="3504776" y="1315449"/>
                </a:lnTo>
                <a:lnTo>
                  <a:pt x="3510134" y="1318936"/>
                </a:lnTo>
                <a:lnTo>
                  <a:pt x="3512398" y="1329961"/>
                </a:lnTo>
                <a:lnTo>
                  <a:pt x="3508915" y="1335324"/>
                </a:lnTo>
                <a:lnTo>
                  <a:pt x="3499783" y="1337180"/>
                </a:lnTo>
                <a:lnTo>
                  <a:pt x="3496238" y="1335926"/>
                </a:lnTo>
                <a:close/>
              </a:path>
              <a:path w="5142230" h="2300604">
                <a:moveTo>
                  <a:pt x="3528599" y="1546218"/>
                </a:moveTo>
                <a:lnTo>
                  <a:pt x="3525046" y="1542415"/>
                </a:lnTo>
                <a:lnTo>
                  <a:pt x="3524117" y="1540443"/>
                </a:lnTo>
                <a:lnTo>
                  <a:pt x="3523818" y="1538266"/>
                </a:lnTo>
                <a:lnTo>
                  <a:pt x="3523110" y="1532718"/>
                </a:lnTo>
                <a:lnTo>
                  <a:pt x="3527059" y="1527660"/>
                </a:lnTo>
                <a:lnTo>
                  <a:pt x="3538154" y="1526243"/>
                </a:lnTo>
                <a:lnTo>
                  <a:pt x="3543257" y="1530142"/>
                </a:lnTo>
                <a:lnTo>
                  <a:pt x="3544678" y="1541242"/>
                </a:lnTo>
                <a:lnTo>
                  <a:pt x="3540775" y="1546350"/>
                </a:lnTo>
                <a:lnTo>
                  <a:pt x="3535133" y="1547054"/>
                </a:lnTo>
                <a:lnTo>
                  <a:pt x="3531813" y="1547508"/>
                </a:lnTo>
                <a:lnTo>
                  <a:pt x="3528599" y="1546218"/>
                </a:lnTo>
                <a:close/>
              </a:path>
              <a:path w="5142230" h="2300604">
                <a:moveTo>
                  <a:pt x="3519662" y="1475756"/>
                </a:moveTo>
                <a:lnTo>
                  <a:pt x="3516114" y="1471958"/>
                </a:lnTo>
                <a:lnTo>
                  <a:pt x="3515186" y="1470085"/>
                </a:lnTo>
                <a:lnTo>
                  <a:pt x="3514126" y="1462401"/>
                </a:lnTo>
                <a:lnTo>
                  <a:pt x="3517984" y="1457245"/>
                </a:lnTo>
                <a:lnTo>
                  <a:pt x="3523576" y="1456486"/>
                </a:lnTo>
                <a:lnTo>
                  <a:pt x="3529123" y="1455778"/>
                </a:lnTo>
                <a:lnTo>
                  <a:pt x="3534190" y="1459637"/>
                </a:lnTo>
                <a:lnTo>
                  <a:pt x="3534988" y="1465183"/>
                </a:lnTo>
                <a:lnTo>
                  <a:pt x="3535700" y="1470736"/>
                </a:lnTo>
                <a:lnTo>
                  <a:pt x="3531843" y="1475892"/>
                </a:lnTo>
                <a:lnTo>
                  <a:pt x="3522881" y="1477050"/>
                </a:lnTo>
                <a:lnTo>
                  <a:pt x="3519662" y="1475756"/>
                </a:lnTo>
                <a:close/>
              </a:path>
              <a:path w="5142230" h="2300604">
                <a:moveTo>
                  <a:pt x="1733628" y="396844"/>
                </a:moveTo>
                <a:lnTo>
                  <a:pt x="1730070" y="393036"/>
                </a:lnTo>
                <a:lnTo>
                  <a:pt x="1729059" y="389607"/>
                </a:lnTo>
                <a:lnTo>
                  <a:pt x="1729789" y="386186"/>
                </a:lnTo>
                <a:lnTo>
                  <a:pt x="1731107" y="380754"/>
                </a:lnTo>
                <a:lnTo>
                  <a:pt x="1736554" y="377300"/>
                </a:lnTo>
                <a:lnTo>
                  <a:pt x="1741990" y="378623"/>
                </a:lnTo>
                <a:lnTo>
                  <a:pt x="1747471" y="379895"/>
                </a:lnTo>
                <a:lnTo>
                  <a:pt x="1750826" y="385344"/>
                </a:lnTo>
                <a:lnTo>
                  <a:pt x="1749598" y="390774"/>
                </a:lnTo>
                <a:lnTo>
                  <a:pt x="1748330" y="396259"/>
                </a:lnTo>
                <a:lnTo>
                  <a:pt x="1742881" y="399614"/>
                </a:lnTo>
                <a:lnTo>
                  <a:pt x="1737401" y="398342"/>
                </a:lnTo>
                <a:lnTo>
                  <a:pt x="1735339" y="397894"/>
                </a:lnTo>
                <a:lnTo>
                  <a:pt x="1733628" y="396844"/>
                </a:lnTo>
                <a:close/>
              </a:path>
              <a:path w="5142230" h="2300604">
                <a:moveTo>
                  <a:pt x="3271601" y="899574"/>
                </a:moveTo>
                <a:lnTo>
                  <a:pt x="3267452" y="895132"/>
                </a:lnTo>
                <a:lnTo>
                  <a:pt x="3267369" y="889182"/>
                </a:lnTo>
                <a:lnTo>
                  <a:pt x="3274685" y="881078"/>
                </a:lnTo>
                <a:lnTo>
                  <a:pt x="3281069" y="880776"/>
                </a:lnTo>
                <a:lnTo>
                  <a:pt x="3289398" y="888327"/>
                </a:lnTo>
                <a:lnTo>
                  <a:pt x="3289706" y="894714"/>
                </a:lnTo>
                <a:lnTo>
                  <a:pt x="3282151" y="903049"/>
                </a:lnTo>
                <a:lnTo>
                  <a:pt x="3275722" y="903303"/>
                </a:lnTo>
                <a:lnTo>
                  <a:pt x="3271601" y="899574"/>
                </a:lnTo>
                <a:close/>
              </a:path>
              <a:path w="5142230" h="2300604">
                <a:moveTo>
                  <a:pt x="3157021" y="816409"/>
                </a:moveTo>
                <a:lnTo>
                  <a:pt x="3153377" y="812508"/>
                </a:lnTo>
                <a:lnTo>
                  <a:pt x="3152688" y="807665"/>
                </a:lnTo>
                <a:lnTo>
                  <a:pt x="3157807" y="798874"/>
                </a:lnTo>
                <a:lnTo>
                  <a:pt x="3164001" y="797196"/>
                </a:lnTo>
                <a:lnTo>
                  <a:pt x="3173718" y="802811"/>
                </a:lnTo>
                <a:lnTo>
                  <a:pt x="3175402" y="809009"/>
                </a:lnTo>
                <a:lnTo>
                  <a:pt x="3169732" y="818679"/>
                </a:lnTo>
                <a:lnTo>
                  <a:pt x="3163539" y="820355"/>
                </a:lnTo>
                <a:lnTo>
                  <a:pt x="3158724" y="817549"/>
                </a:lnTo>
                <a:lnTo>
                  <a:pt x="3157803" y="817049"/>
                </a:lnTo>
                <a:lnTo>
                  <a:pt x="3157021" y="816409"/>
                </a:lnTo>
                <a:close/>
              </a:path>
              <a:path w="5142230" h="2300604">
                <a:moveTo>
                  <a:pt x="3216885" y="855176"/>
                </a:moveTo>
                <a:lnTo>
                  <a:pt x="3212680" y="850675"/>
                </a:lnTo>
                <a:lnTo>
                  <a:pt x="3212212" y="845388"/>
                </a:lnTo>
                <a:lnTo>
                  <a:pt x="3218405" y="836863"/>
                </a:lnTo>
                <a:lnTo>
                  <a:pt x="3224760" y="835848"/>
                </a:lnTo>
                <a:lnTo>
                  <a:pt x="3233842" y="842440"/>
                </a:lnTo>
                <a:lnTo>
                  <a:pt x="3234808" y="848752"/>
                </a:lnTo>
                <a:lnTo>
                  <a:pt x="3231537" y="853268"/>
                </a:lnTo>
                <a:lnTo>
                  <a:pt x="3228266" y="857876"/>
                </a:lnTo>
                <a:lnTo>
                  <a:pt x="3221954" y="858842"/>
                </a:lnTo>
                <a:lnTo>
                  <a:pt x="3216885" y="855176"/>
                </a:lnTo>
                <a:close/>
              </a:path>
              <a:path w="5142230" h="2300604">
                <a:moveTo>
                  <a:pt x="3324430" y="953587"/>
                </a:moveTo>
                <a:lnTo>
                  <a:pt x="3320467" y="949345"/>
                </a:lnTo>
                <a:lnTo>
                  <a:pt x="3316786" y="945113"/>
                </a:lnTo>
                <a:lnTo>
                  <a:pt x="3317194" y="938706"/>
                </a:lnTo>
                <a:lnTo>
                  <a:pt x="3325101" y="931825"/>
                </a:lnTo>
                <a:lnTo>
                  <a:pt x="3325605" y="931387"/>
                </a:lnTo>
                <a:lnTo>
                  <a:pt x="3332018" y="931798"/>
                </a:lnTo>
                <a:lnTo>
                  <a:pt x="3335692" y="936027"/>
                </a:lnTo>
                <a:lnTo>
                  <a:pt x="3339423" y="940212"/>
                </a:lnTo>
                <a:lnTo>
                  <a:pt x="3338965" y="946666"/>
                </a:lnTo>
                <a:lnTo>
                  <a:pt x="3331056" y="953544"/>
                </a:lnTo>
                <a:lnTo>
                  <a:pt x="3330604" y="953938"/>
                </a:lnTo>
                <a:lnTo>
                  <a:pt x="3324430" y="953587"/>
                </a:lnTo>
                <a:close/>
              </a:path>
              <a:path w="5142230" h="2300604">
                <a:moveTo>
                  <a:pt x="3367779" y="1009279"/>
                </a:moveTo>
                <a:lnTo>
                  <a:pt x="3363297" y="1004481"/>
                </a:lnTo>
                <a:lnTo>
                  <a:pt x="3360057" y="999838"/>
                </a:lnTo>
                <a:lnTo>
                  <a:pt x="3361215" y="993551"/>
                </a:lnTo>
                <a:lnTo>
                  <a:pt x="3365809" y="990355"/>
                </a:lnTo>
                <a:lnTo>
                  <a:pt x="3370449" y="987208"/>
                </a:lnTo>
                <a:lnTo>
                  <a:pt x="3376780" y="988316"/>
                </a:lnTo>
                <a:lnTo>
                  <a:pt x="3379975" y="992910"/>
                </a:lnTo>
                <a:lnTo>
                  <a:pt x="3383122" y="997549"/>
                </a:lnTo>
                <a:lnTo>
                  <a:pt x="3381969" y="1003840"/>
                </a:lnTo>
                <a:lnTo>
                  <a:pt x="3373162" y="1009958"/>
                </a:lnTo>
                <a:lnTo>
                  <a:pt x="3367779" y="1009279"/>
                </a:lnTo>
                <a:close/>
              </a:path>
              <a:path w="5142230" h="2300604">
                <a:moveTo>
                  <a:pt x="2768082" y="646576"/>
                </a:moveTo>
                <a:lnTo>
                  <a:pt x="2764484" y="642724"/>
                </a:lnTo>
                <a:lnTo>
                  <a:pt x="2763525" y="638862"/>
                </a:lnTo>
                <a:lnTo>
                  <a:pt x="2764741" y="635179"/>
                </a:lnTo>
                <a:lnTo>
                  <a:pt x="2766568" y="629902"/>
                </a:lnTo>
                <a:lnTo>
                  <a:pt x="2772288" y="627033"/>
                </a:lnTo>
                <a:lnTo>
                  <a:pt x="2782926" y="630600"/>
                </a:lnTo>
                <a:lnTo>
                  <a:pt x="2785751" y="636361"/>
                </a:lnTo>
                <a:lnTo>
                  <a:pt x="2782179" y="647004"/>
                </a:lnTo>
                <a:lnTo>
                  <a:pt x="2776422" y="649834"/>
                </a:lnTo>
                <a:lnTo>
                  <a:pt x="2771101" y="648048"/>
                </a:lnTo>
                <a:lnTo>
                  <a:pt x="2769464" y="647468"/>
                </a:lnTo>
                <a:lnTo>
                  <a:pt x="2768082" y="646576"/>
                </a:lnTo>
                <a:close/>
              </a:path>
              <a:path w="5142230" h="2300604">
                <a:moveTo>
                  <a:pt x="1458433" y="325019"/>
                </a:moveTo>
                <a:lnTo>
                  <a:pt x="1454875" y="321210"/>
                </a:lnTo>
                <a:lnTo>
                  <a:pt x="1453825" y="317544"/>
                </a:lnTo>
                <a:lnTo>
                  <a:pt x="1456491" y="308571"/>
                </a:lnTo>
                <a:lnTo>
                  <a:pt x="1462114" y="305500"/>
                </a:lnTo>
                <a:lnTo>
                  <a:pt x="1467495" y="307057"/>
                </a:lnTo>
                <a:lnTo>
                  <a:pt x="1472868" y="308703"/>
                </a:lnTo>
                <a:lnTo>
                  <a:pt x="1475934" y="314331"/>
                </a:lnTo>
                <a:lnTo>
                  <a:pt x="1474382" y="319707"/>
                </a:lnTo>
                <a:lnTo>
                  <a:pt x="1472731" y="325076"/>
                </a:lnTo>
                <a:lnTo>
                  <a:pt x="1467107" y="328146"/>
                </a:lnTo>
                <a:lnTo>
                  <a:pt x="1461780" y="326549"/>
                </a:lnTo>
                <a:lnTo>
                  <a:pt x="1459910" y="326013"/>
                </a:lnTo>
                <a:lnTo>
                  <a:pt x="1458433" y="325019"/>
                </a:lnTo>
                <a:close/>
              </a:path>
              <a:path w="5142230" h="2300604">
                <a:moveTo>
                  <a:pt x="3031149" y="751555"/>
                </a:moveTo>
                <a:lnTo>
                  <a:pt x="3027551" y="747702"/>
                </a:lnTo>
                <a:lnTo>
                  <a:pt x="3026664" y="743235"/>
                </a:lnTo>
                <a:lnTo>
                  <a:pt x="3028538" y="739375"/>
                </a:lnTo>
                <a:lnTo>
                  <a:pt x="3030933" y="734316"/>
                </a:lnTo>
                <a:lnTo>
                  <a:pt x="3036955" y="732160"/>
                </a:lnTo>
                <a:lnTo>
                  <a:pt x="3047079" y="736938"/>
                </a:lnTo>
                <a:lnTo>
                  <a:pt x="3049235" y="742960"/>
                </a:lnTo>
                <a:lnTo>
                  <a:pt x="3044452" y="753088"/>
                </a:lnTo>
                <a:lnTo>
                  <a:pt x="3038431" y="755244"/>
                </a:lnTo>
                <a:lnTo>
                  <a:pt x="3033366" y="752853"/>
                </a:lnTo>
                <a:lnTo>
                  <a:pt x="3032161" y="752344"/>
                </a:lnTo>
                <a:lnTo>
                  <a:pt x="3031149" y="751555"/>
                </a:lnTo>
                <a:close/>
              </a:path>
              <a:path w="5142230" h="2300604">
                <a:moveTo>
                  <a:pt x="2966563" y="722395"/>
                </a:moveTo>
                <a:lnTo>
                  <a:pt x="2962964" y="718543"/>
                </a:lnTo>
                <a:lnTo>
                  <a:pt x="2962076" y="714268"/>
                </a:lnTo>
                <a:lnTo>
                  <a:pt x="2963717" y="710453"/>
                </a:lnTo>
                <a:lnTo>
                  <a:pt x="2965968" y="705336"/>
                </a:lnTo>
                <a:lnTo>
                  <a:pt x="2971946" y="702939"/>
                </a:lnTo>
                <a:lnTo>
                  <a:pt x="2977067" y="705195"/>
                </a:lnTo>
                <a:lnTo>
                  <a:pt x="2982228" y="707396"/>
                </a:lnTo>
                <a:lnTo>
                  <a:pt x="2984512" y="713165"/>
                </a:lnTo>
                <a:lnTo>
                  <a:pt x="2980168" y="723665"/>
                </a:lnTo>
                <a:lnTo>
                  <a:pt x="2974135" y="726004"/>
                </a:lnTo>
                <a:lnTo>
                  <a:pt x="2969023" y="723758"/>
                </a:lnTo>
                <a:lnTo>
                  <a:pt x="2967714" y="723236"/>
                </a:lnTo>
                <a:lnTo>
                  <a:pt x="2966563" y="722395"/>
                </a:lnTo>
                <a:close/>
              </a:path>
              <a:path w="5142230" h="2300604">
                <a:moveTo>
                  <a:pt x="2901107" y="695334"/>
                </a:moveTo>
                <a:lnTo>
                  <a:pt x="2897513" y="691487"/>
                </a:lnTo>
                <a:lnTo>
                  <a:pt x="2896613" y="687297"/>
                </a:lnTo>
                <a:lnTo>
                  <a:pt x="2898115" y="683529"/>
                </a:lnTo>
                <a:lnTo>
                  <a:pt x="2900127" y="678353"/>
                </a:lnTo>
                <a:lnTo>
                  <a:pt x="2906068" y="675817"/>
                </a:lnTo>
                <a:lnTo>
                  <a:pt x="2916506" y="679954"/>
                </a:lnTo>
                <a:lnTo>
                  <a:pt x="2918992" y="685840"/>
                </a:lnTo>
                <a:lnTo>
                  <a:pt x="2914865" y="696280"/>
                </a:lnTo>
                <a:lnTo>
                  <a:pt x="2909019" y="698819"/>
                </a:lnTo>
                <a:lnTo>
                  <a:pt x="2902358" y="696184"/>
                </a:lnTo>
                <a:lnTo>
                  <a:pt x="2901107" y="695334"/>
                </a:lnTo>
                <a:close/>
              </a:path>
              <a:path w="5142230" h="2300604">
                <a:moveTo>
                  <a:pt x="2834935" y="670048"/>
                </a:moveTo>
                <a:lnTo>
                  <a:pt x="2831336" y="666196"/>
                </a:lnTo>
                <a:lnTo>
                  <a:pt x="2830385" y="662246"/>
                </a:lnTo>
                <a:lnTo>
                  <a:pt x="2833661" y="653241"/>
                </a:lnTo>
                <a:lnTo>
                  <a:pt x="2839513" y="650513"/>
                </a:lnTo>
                <a:lnTo>
                  <a:pt x="2844734" y="652485"/>
                </a:lnTo>
                <a:lnTo>
                  <a:pt x="2850003" y="654411"/>
                </a:lnTo>
                <a:lnTo>
                  <a:pt x="2852685" y="660215"/>
                </a:lnTo>
                <a:lnTo>
                  <a:pt x="2848838" y="670758"/>
                </a:lnTo>
                <a:lnTo>
                  <a:pt x="2843029" y="673435"/>
                </a:lnTo>
                <a:lnTo>
                  <a:pt x="2836226" y="670942"/>
                </a:lnTo>
                <a:lnTo>
                  <a:pt x="2834935" y="670048"/>
                </a:lnTo>
                <a:close/>
              </a:path>
              <a:path w="5142230" h="2300604">
                <a:moveTo>
                  <a:pt x="1526740" y="344575"/>
                </a:moveTo>
                <a:lnTo>
                  <a:pt x="1523187" y="340772"/>
                </a:lnTo>
                <a:lnTo>
                  <a:pt x="1522129" y="337195"/>
                </a:lnTo>
                <a:lnTo>
                  <a:pt x="1524606" y="328215"/>
                </a:lnTo>
                <a:lnTo>
                  <a:pt x="1529828" y="325301"/>
                </a:lnTo>
                <a:lnTo>
                  <a:pt x="1530189" y="325101"/>
                </a:lnTo>
                <a:lnTo>
                  <a:pt x="1540993" y="328065"/>
                </a:lnTo>
                <a:lnTo>
                  <a:pt x="1544157" y="333602"/>
                </a:lnTo>
                <a:lnTo>
                  <a:pt x="1542650" y="339027"/>
                </a:lnTo>
                <a:lnTo>
                  <a:pt x="1541192" y="344406"/>
                </a:lnTo>
                <a:lnTo>
                  <a:pt x="1535607" y="347615"/>
                </a:lnTo>
                <a:lnTo>
                  <a:pt x="1528312" y="345573"/>
                </a:lnTo>
                <a:lnTo>
                  <a:pt x="1526740" y="344575"/>
                </a:lnTo>
                <a:close/>
              </a:path>
              <a:path w="5142230" h="2300604">
                <a:moveTo>
                  <a:pt x="3880751" y="2294722"/>
                </a:moveTo>
                <a:lnTo>
                  <a:pt x="3876692" y="2290378"/>
                </a:lnTo>
                <a:lnTo>
                  <a:pt x="3876615" y="2284332"/>
                </a:lnTo>
                <a:lnTo>
                  <a:pt x="3880341" y="2280404"/>
                </a:lnTo>
                <a:lnTo>
                  <a:pt x="3884164" y="2276285"/>
                </a:lnTo>
                <a:lnTo>
                  <a:pt x="3890590" y="2276126"/>
                </a:lnTo>
                <a:lnTo>
                  <a:pt x="3894660" y="2279994"/>
                </a:lnTo>
                <a:lnTo>
                  <a:pt x="3898733" y="2283768"/>
                </a:lnTo>
                <a:lnTo>
                  <a:pt x="3898887" y="2290189"/>
                </a:lnTo>
                <a:lnTo>
                  <a:pt x="3895069" y="2294313"/>
                </a:lnTo>
                <a:lnTo>
                  <a:pt x="3891250" y="2298337"/>
                </a:lnTo>
                <a:lnTo>
                  <a:pt x="3884821" y="2298591"/>
                </a:lnTo>
                <a:lnTo>
                  <a:pt x="3880751" y="2294722"/>
                </a:lnTo>
                <a:close/>
              </a:path>
              <a:path w="5142230" h="2300604">
                <a:moveTo>
                  <a:pt x="3404377" y="1069370"/>
                </a:moveTo>
                <a:lnTo>
                  <a:pt x="3400737" y="1065474"/>
                </a:lnTo>
                <a:lnTo>
                  <a:pt x="3400243" y="1064749"/>
                </a:lnTo>
                <a:lnTo>
                  <a:pt x="3399796" y="1063979"/>
                </a:lnTo>
                <a:lnTo>
                  <a:pt x="3397125" y="1059069"/>
                </a:lnTo>
                <a:lnTo>
                  <a:pt x="3398945" y="1052903"/>
                </a:lnTo>
                <a:lnTo>
                  <a:pt x="3408806" y="1047527"/>
                </a:lnTo>
                <a:lnTo>
                  <a:pt x="3414927" y="1049388"/>
                </a:lnTo>
                <a:lnTo>
                  <a:pt x="3420304" y="1059248"/>
                </a:lnTo>
                <a:lnTo>
                  <a:pt x="3418439" y="1065365"/>
                </a:lnTo>
                <a:lnTo>
                  <a:pt x="3413532" y="1068031"/>
                </a:lnTo>
                <a:lnTo>
                  <a:pt x="3409443" y="1070298"/>
                </a:lnTo>
                <a:lnTo>
                  <a:pt x="3404377" y="1069370"/>
                </a:lnTo>
                <a:close/>
              </a:path>
              <a:path w="5142230" h="2300604">
                <a:moveTo>
                  <a:pt x="3435027" y="1132970"/>
                </a:moveTo>
                <a:lnTo>
                  <a:pt x="3431429" y="1129118"/>
                </a:lnTo>
                <a:lnTo>
                  <a:pt x="3430751" y="1128099"/>
                </a:lnTo>
                <a:lnTo>
                  <a:pt x="3427956" y="1121686"/>
                </a:lnTo>
                <a:lnTo>
                  <a:pt x="3430415" y="1115912"/>
                </a:lnTo>
                <a:lnTo>
                  <a:pt x="3440756" y="1111539"/>
                </a:lnTo>
                <a:lnTo>
                  <a:pt x="3446719" y="1113913"/>
                </a:lnTo>
                <a:lnTo>
                  <a:pt x="3448951" y="1119042"/>
                </a:lnTo>
                <a:lnTo>
                  <a:pt x="3451134" y="1124215"/>
                </a:lnTo>
                <a:lnTo>
                  <a:pt x="3448718" y="1130134"/>
                </a:lnTo>
                <a:lnTo>
                  <a:pt x="3443588" y="1132360"/>
                </a:lnTo>
                <a:lnTo>
                  <a:pt x="3439522" y="1134068"/>
                </a:lnTo>
                <a:lnTo>
                  <a:pt x="3435027" y="1132970"/>
                </a:lnTo>
                <a:close/>
              </a:path>
              <a:path w="5142230" h="2300604">
                <a:moveTo>
                  <a:pt x="1802913" y="412657"/>
                </a:moveTo>
                <a:lnTo>
                  <a:pt x="1799360" y="408854"/>
                </a:lnTo>
                <a:lnTo>
                  <a:pt x="1798389" y="405469"/>
                </a:lnTo>
                <a:lnTo>
                  <a:pt x="1799165" y="402096"/>
                </a:lnTo>
                <a:lnTo>
                  <a:pt x="1800343" y="396613"/>
                </a:lnTo>
                <a:lnTo>
                  <a:pt x="1805795" y="393163"/>
                </a:lnTo>
                <a:lnTo>
                  <a:pt x="1816664" y="395610"/>
                </a:lnTo>
                <a:lnTo>
                  <a:pt x="1820163" y="401017"/>
                </a:lnTo>
                <a:lnTo>
                  <a:pt x="1818890" y="406497"/>
                </a:lnTo>
                <a:lnTo>
                  <a:pt x="1817712" y="411981"/>
                </a:lnTo>
                <a:lnTo>
                  <a:pt x="1812260" y="415430"/>
                </a:lnTo>
                <a:lnTo>
                  <a:pt x="1804718" y="413710"/>
                </a:lnTo>
                <a:lnTo>
                  <a:pt x="1802913" y="412657"/>
                </a:lnTo>
                <a:close/>
              </a:path>
              <a:path w="5142230" h="2300604">
                <a:moveTo>
                  <a:pt x="2358300" y="532921"/>
                </a:moveTo>
                <a:lnTo>
                  <a:pt x="2354747" y="529117"/>
                </a:lnTo>
                <a:lnTo>
                  <a:pt x="2353731" y="525684"/>
                </a:lnTo>
                <a:lnTo>
                  <a:pt x="2354510" y="522217"/>
                </a:lnTo>
                <a:lnTo>
                  <a:pt x="2355779" y="516831"/>
                </a:lnTo>
                <a:lnTo>
                  <a:pt x="2361227" y="513376"/>
                </a:lnTo>
                <a:lnTo>
                  <a:pt x="2366712" y="514654"/>
                </a:lnTo>
                <a:lnTo>
                  <a:pt x="2372143" y="515972"/>
                </a:lnTo>
                <a:lnTo>
                  <a:pt x="2375547" y="521375"/>
                </a:lnTo>
                <a:lnTo>
                  <a:pt x="2373002" y="532335"/>
                </a:lnTo>
                <a:lnTo>
                  <a:pt x="2367554" y="535691"/>
                </a:lnTo>
                <a:lnTo>
                  <a:pt x="2362073" y="534418"/>
                </a:lnTo>
                <a:lnTo>
                  <a:pt x="2360060" y="533925"/>
                </a:lnTo>
                <a:lnTo>
                  <a:pt x="2358300" y="532921"/>
                </a:lnTo>
                <a:close/>
              </a:path>
              <a:path w="5142230" h="2300604">
                <a:moveTo>
                  <a:pt x="2219806" y="501864"/>
                </a:moveTo>
                <a:lnTo>
                  <a:pt x="2216253" y="498060"/>
                </a:lnTo>
                <a:lnTo>
                  <a:pt x="2215188" y="494672"/>
                </a:lnTo>
                <a:lnTo>
                  <a:pt x="2215964" y="491300"/>
                </a:lnTo>
                <a:lnTo>
                  <a:pt x="2217142" y="485816"/>
                </a:lnTo>
                <a:lnTo>
                  <a:pt x="2222548" y="482318"/>
                </a:lnTo>
                <a:lnTo>
                  <a:pt x="2227983" y="483541"/>
                </a:lnTo>
                <a:lnTo>
                  <a:pt x="2233466" y="484719"/>
                </a:lnTo>
                <a:lnTo>
                  <a:pt x="2236965" y="490126"/>
                </a:lnTo>
                <a:lnTo>
                  <a:pt x="2234609" y="501093"/>
                </a:lnTo>
                <a:lnTo>
                  <a:pt x="2229157" y="504542"/>
                </a:lnTo>
                <a:lnTo>
                  <a:pt x="2221611" y="502916"/>
                </a:lnTo>
                <a:lnTo>
                  <a:pt x="2219806" y="501864"/>
                </a:lnTo>
                <a:close/>
              </a:path>
              <a:path w="5142230" h="2300604">
                <a:moveTo>
                  <a:pt x="2289110" y="517111"/>
                </a:moveTo>
                <a:lnTo>
                  <a:pt x="2285552" y="513303"/>
                </a:lnTo>
                <a:lnTo>
                  <a:pt x="2284538" y="509968"/>
                </a:lnTo>
                <a:lnTo>
                  <a:pt x="2285263" y="506542"/>
                </a:lnTo>
                <a:lnTo>
                  <a:pt x="2286540" y="501067"/>
                </a:lnTo>
                <a:lnTo>
                  <a:pt x="2291939" y="497658"/>
                </a:lnTo>
                <a:lnTo>
                  <a:pt x="2297427" y="498841"/>
                </a:lnTo>
                <a:lnTo>
                  <a:pt x="2302862" y="500064"/>
                </a:lnTo>
                <a:lnTo>
                  <a:pt x="2306311" y="505516"/>
                </a:lnTo>
                <a:lnTo>
                  <a:pt x="2305088" y="510951"/>
                </a:lnTo>
                <a:lnTo>
                  <a:pt x="2303909" y="516434"/>
                </a:lnTo>
                <a:lnTo>
                  <a:pt x="2298457" y="519884"/>
                </a:lnTo>
                <a:lnTo>
                  <a:pt x="2292977" y="518612"/>
                </a:lnTo>
                <a:lnTo>
                  <a:pt x="2290915" y="518164"/>
                </a:lnTo>
                <a:lnTo>
                  <a:pt x="2289110" y="517111"/>
                </a:lnTo>
                <a:close/>
              </a:path>
              <a:path w="5142230" h="2300604">
                <a:moveTo>
                  <a:pt x="2150398" y="486896"/>
                </a:moveTo>
                <a:lnTo>
                  <a:pt x="2146840" y="483088"/>
                </a:lnTo>
                <a:lnTo>
                  <a:pt x="2145777" y="479799"/>
                </a:lnTo>
                <a:lnTo>
                  <a:pt x="2146552" y="476426"/>
                </a:lnTo>
                <a:lnTo>
                  <a:pt x="2147680" y="470889"/>
                </a:lnTo>
                <a:lnTo>
                  <a:pt x="2153038" y="467436"/>
                </a:lnTo>
                <a:lnTo>
                  <a:pt x="2158526" y="468619"/>
                </a:lnTo>
                <a:lnTo>
                  <a:pt x="2164058" y="469752"/>
                </a:lnTo>
                <a:lnTo>
                  <a:pt x="2167552" y="475154"/>
                </a:lnTo>
                <a:lnTo>
                  <a:pt x="2165196" y="486120"/>
                </a:lnTo>
                <a:lnTo>
                  <a:pt x="2159794" y="489624"/>
                </a:lnTo>
                <a:lnTo>
                  <a:pt x="2152249" y="487998"/>
                </a:lnTo>
                <a:lnTo>
                  <a:pt x="2150398" y="486896"/>
                </a:lnTo>
                <a:close/>
              </a:path>
              <a:path w="5142230" h="2300604">
                <a:moveTo>
                  <a:pt x="2632858" y="604064"/>
                </a:moveTo>
                <a:lnTo>
                  <a:pt x="2629300" y="600255"/>
                </a:lnTo>
                <a:lnTo>
                  <a:pt x="2628298" y="596544"/>
                </a:lnTo>
                <a:lnTo>
                  <a:pt x="2629363" y="592992"/>
                </a:lnTo>
                <a:lnTo>
                  <a:pt x="2630915" y="587616"/>
                </a:lnTo>
                <a:lnTo>
                  <a:pt x="2636539" y="584545"/>
                </a:lnTo>
                <a:lnTo>
                  <a:pt x="2647296" y="587654"/>
                </a:lnTo>
                <a:lnTo>
                  <a:pt x="2650407" y="593331"/>
                </a:lnTo>
                <a:lnTo>
                  <a:pt x="2647204" y="604075"/>
                </a:lnTo>
                <a:lnTo>
                  <a:pt x="2641581" y="607146"/>
                </a:lnTo>
                <a:lnTo>
                  <a:pt x="2634429" y="605061"/>
                </a:lnTo>
                <a:lnTo>
                  <a:pt x="2632858" y="604064"/>
                </a:lnTo>
                <a:close/>
              </a:path>
              <a:path w="5142230" h="2300604">
                <a:moveTo>
                  <a:pt x="2564635" y="584793"/>
                </a:moveTo>
                <a:lnTo>
                  <a:pt x="2561082" y="580990"/>
                </a:lnTo>
                <a:lnTo>
                  <a:pt x="2560072" y="577368"/>
                </a:lnTo>
                <a:lnTo>
                  <a:pt x="2562501" y="568433"/>
                </a:lnTo>
                <a:lnTo>
                  <a:pt x="2567730" y="565429"/>
                </a:lnTo>
                <a:lnTo>
                  <a:pt x="2568086" y="565224"/>
                </a:lnTo>
                <a:lnTo>
                  <a:pt x="2578886" y="568184"/>
                </a:lnTo>
                <a:lnTo>
                  <a:pt x="2582095" y="573769"/>
                </a:lnTo>
                <a:lnTo>
                  <a:pt x="2580593" y="579199"/>
                </a:lnTo>
                <a:lnTo>
                  <a:pt x="2579135" y="584579"/>
                </a:lnTo>
                <a:lnTo>
                  <a:pt x="2573906" y="587583"/>
                </a:lnTo>
                <a:lnTo>
                  <a:pt x="2573550" y="587788"/>
                </a:lnTo>
                <a:lnTo>
                  <a:pt x="2566255" y="585745"/>
                </a:lnTo>
                <a:lnTo>
                  <a:pt x="2564635" y="584793"/>
                </a:lnTo>
                <a:close/>
              </a:path>
              <a:path w="5142230" h="2300604">
                <a:moveTo>
                  <a:pt x="2496139" y="566599"/>
                </a:moveTo>
                <a:lnTo>
                  <a:pt x="2492541" y="562747"/>
                </a:lnTo>
                <a:lnTo>
                  <a:pt x="2491528" y="559219"/>
                </a:lnTo>
                <a:lnTo>
                  <a:pt x="2492401" y="555755"/>
                </a:lnTo>
                <a:lnTo>
                  <a:pt x="2493813" y="550327"/>
                </a:lnTo>
                <a:lnTo>
                  <a:pt x="2499353" y="547069"/>
                </a:lnTo>
                <a:lnTo>
                  <a:pt x="2510210" y="549894"/>
                </a:lnTo>
                <a:lnTo>
                  <a:pt x="2513417" y="555380"/>
                </a:lnTo>
                <a:lnTo>
                  <a:pt x="2512123" y="560739"/>
                </a:lnTo>
                <a:lnTo>
                  <a:pt x="2510692" y="566245"/>
                </a:lnTo>
                <a:lnTo>
                  <a:pt x="2505211" y="569468"/>
                </a:lnTo>
                <a:lnTo>
                  <a:pt x="2499852" y="568130"/>
                </a:lnTo>
                <a:lnTo>
                  <a:pt x="2497805" y="567600"/>
                </a:lnTo>
                <a:lnTo>
                  <a:pt x="2496139" y="566599"/>
                </a:lnTo>
                <a:close/>
              </a:path>
              <a:path w="5142230" h="2300604">
                <a:moveTo>
                  <a:pt x="2427328" y="549339"/>
                </a:moveTo>
                <a:lnTo>
                  <a:pt x="2423771" y="545531"/>
                </a:lnTo>
                <a:lnTo>
                  <a:pt x="2422714" y="542053"/>
                </a:lnTo>
                <a:lnTo>
                  <a:pt x="2423587" y="538589"/>
                </a:lnTo>
                <a:lnTo>
                  <a:pt x="2424905" y="533158"/>
                </a:lnTo>
                <a:lnTo>
                  <a:pt x="2430399" y="529851"/>
                </a:lnTo>
                <a:lnTo>
                  <a:pt x="2441262" y="532487"/>
                </a:lnTo>
                <a:lnTo>
                  <a:pt x="2444618" y="537936"/>
                </a:lnTo>
                <a:lnTo>
                  <a:pt x="2443251" y="543413"/>
                </a:lnTo>
                <a:lnTo>
                  <a:pt x="2441933" y="548845"/>
                </a:lnTo>
                <a:lnTo>
                  <a:pt x="2436484" y="552200"/>
                </a:lnTo>
                <a:lnTo>
                  <a:pt x="2429039" y="550388"/>
                </a:lnTo>
                <a:lnTo>
                  <a:pt x="2427328" y="549339"/>
                </a:lnTo>
                <a:close/>
              </a:path>
              <a:path w="5142230" h="2300604">
                <a:moveTo>
                  <a:pt x="2700707" y="624596"/>
                </a:moveTo>
                <a:lnTo>
                  <a:pt x="2697154" y="620793"/>
                </a:lnTo>
                <a:lnTo>
                  <a:pt x="2696151" y="616982"/>
                </a:lnTo>
                <a:lnTo>
                  <a:pt x="2697265" y="613385"/>
                </a:lnTo>
                <a:lnTo>
                  <a:pt x="2698952" y="608055"/>
                </a:lnTo>
                <a:lnTo>
                  <a:pt x="2704676" y="605092"/>
                </a:lnTo>
                <a:lnTo>
                  <a:pt x="2710000" y="606784"/>
                </a:lnTo>
                <a:lnTo>
                  <a:pt x="2715373" y="608430"/>
                </a:lnTo>
                <a:lnTo>
                  <a:pt x="2718296" y="614100"/>
                </a:lnTo>
                <a:lnTo>
                  <a:pt x="2716645" y="619469"/>
                </a:lnTo>
                <a:lnTo>
                  <a:pt x="2714958" y="624798"/>
                </a:lnTo>
                <a:lnTo>
                  <a:pt x="2709239" y="627766"/>
                </a:lnTo>
                <a:lnTo>
                  <a:pt x="2703914" y="626074"/>
                </a:lnTo>
                <a:lnTo>
                  <a:pt x="2702179" y="625586"/>
                </a:lnTo>
                <a:lnTo>
                  <a:pt x="2700707" y="624596"/>
                </a:lnTo>
                <a:close/>
              </a:path>
              <a:path w="5142230" h="2300604">
                <a:moveTo>
                  <a:pt x="1664414" y="380325"/>
                </a:moveTo>
                <a:lnTo>
                  <a:pt x="1660861" y="376522"/>
                </a:lnTo>
                <a:lnTo>
                  <a:pt x="1659894" y="373043"/>
                </a:lnTo>
                <a:lnTo>
                  <a:pt x="1660673" y="369576"/>
                </a:lnTo>
                <a:lnTo>
                  <a:pt x="1661991" y="364144"/>
                </a:lnTo>
                <a:lnTo>
                  <a:pt x="1667534" y="360792"/>
                </a:lnTo>
                <a:lnTo>
                  <a:pt x="1678438" y="363472"/>
                </a:lnTo>
                <a:lnTo>
                  <a:pt x="1681744" y="368966"/>
                </a:lnTo>
                <a:lnTo>
                  <a:pt x="1680431" y="374403"/>
                </a:lnTo>
                <a:lnTo>
                  <a:pt x="1679064" y="379880"/>
                </a:lnTo>
                <a:lnTo>
                  <a:pt x="1673570" y="383186"/>
                </a:lnTo>
                <a:lnTo>
                  <a:pt x="1666125" y="381375"/>
                </a:lnTo>
                <a:lnTo>
                  <a:pt x="1664414" y="380325"/>
                </a:lnTo>
                <a:close/>
              </a:path>
              <a:path w="5142230" h="2300604">
                <a:moveTo>
                  <a:pt x="2080931" y="472257"/>
                </a:moveTo>
                <a:lnTo>
                  <a:pt x="2077378" y="468454"/>
                </a:lnTo>
                <a:lnTo>
                  <a:pt x="2076314" y="465066"/>
                </a:lnTo>
                <a:lnTo>
                  <a:pt x="2078219" y="456255"/>
                </a:lnTo>
                <a:lnTo>
                  <a:pt x="2083580" y="452708"/>
                </a:lnTo>
                <a:lnTo>
                  <a:pt x="2094546" y="455064"/>
                </a:lnTo>
                <a:lnTo>
                  <a:pt x="2097999" y="460422"/>
                </a:lnTo>
                <a:lnTo>
                  <a:pt x="2096915" y="465909"/>
                </a:lnTo>
                <a:lnTo>
                  <a:pt x="2095737" y="471392"/>
                </a:lnTo>
                <a:lnTo>
                  <a:pt x="2090331" y="474890"/>
                </a:lnTo>
                <a:lnTo>
                  <a:pt x="2082737" y="473310"/>
                </a:lnTo>
                <a:lnTo>
                  <a:pt x="2080931" y="472257"/>
                </a:lnTo>
                <a:close/>
              </a:path>
              <a:path w="5142230" h="2300604">
                <a:moveTo>
                  <a:pt x="1595418" y="362964"/>
                </a:moveTo>
                <a:lnTo>
                  <a:pt x="1591865" y="359161"/>
                </a:lnTo>
                <a:lnTo>
                  <a:pt x="1590852" y="355633"/>
                </a:lnTo>
                <a:lnTo>
                  <a:pt x="1593182" y="346690"/>
                </a:lnTo>
                <a:lnTo>
                  <a:pt x="1598609" y="343507"/>
                </a:lnTo>
                <a:lnTo>
                  <a:pt x="1609583" y="346262"/>
                </a:lnTo>
                <a:lnTo>
                  <a:pt x="1612841" y="351802"/>
                </a:lnTo>
                <a:lnTo>
                  <a:pt x="1611424" y="357030"/>
                </a:lnTo>
                <a:lnTo>
                  <a:pt x="1609971" y="362610"/>
                </a:lnTo>
                <a:lnTo>
                  <a:pt x="1604476" y="365916"/>
                </a:lnTo>
                <a:lnTo>
                  <a:pt x="1599169" y="364535"/>
                </a:lnTo>
                <a:lnTo>
                  <a:pt x="1597079" y="363960"/>
                </a:lnTo>
                <a:lnTo>
                  <a:pt x="1595418" y="362964"/>
                </a:lnTo>
                <a:close/>
              </a:path>
              <a:path w="5142230" h="2300604">
                <a:moveTo>
                  <a:pt x="2011419" y="457569"/>
                </a:moveTo>
                <a:lnTo>
                  <a:pt x="2007867" y="453766"/>
                </a:lnTo>
                <a:lnTo>
                  <a:pt x="2006798" y="450472"/>
                </a:lnTo>
                <a:lnTo>
                  <a:pt x="2007480" y="447096"/>
                </a:lnTo>
                <a:lnTo>
                  <a:pt x="2008658" y="441613"/>
                </a:lnTo>
                <a:lnTo>
                  <a:pt x="2014064" y="438115"/>
                </a:lnTo>
                <a:lnTo>
                  <a:pt x="2019498" y="439239"/>
                </a:lnTo>
                <a:lnTo>
                  <a:pt x="2024986" y="440422"/>
                </a:lnTo>
                <a:lnTo>
                  <a:pt x="2028533" y="445783"/>
                </a:lnTo>
                <a:lnTo>
                  <a:pt x="2026177" y="456750"/>
                </a:lnTo>
                <a:lnTo>
                  <a:pt x="2020816" y="460297"/>
                </a:lnTo>
                <a:lnTo>
                  <a:pt x="2015328" y="459114"/>
                </a:lnTo>
                <a:lnTo>
                  <a:pt x="2013225" y="458622"/>
                </a:lnTo>
                <a:lnTo>
                  <a:pt x="2011419" y="457569"/>
                </a:lnTo>
                <a:close/>
              </a:path>
              <a:path w="5142230" h="2300604">
                <a:moveTo>
                  <a:pt x="1872356" y="427956"/>
                </a:moveTo>
                <a:lnTo>
                  <a:pt x="1868804" y="424153"/>
                </a:lnTo>
                <a:lnTo>
                  <a:pt x="1867784" y="420814"/>
                </a:lnTo>
                <a:lnTo>
                  <a:pt x="1868560" y="417441"/>
                </a:lnTo>
                <a:lnTo>
                  <a:pt x="1869738" y="411958"/>
                </a:lnTo>
                <a:lnTo>
                  <a:pt x="1875145" y="408459"/>
                </a:lnTo>
                <a:lnTo>
                  <a:pt x="1880579" y="409683"/>
                </a:lnTo>
                <a:lnTo>
                  <a:pt x="1886063" y="410861"/>
                </a:lnTo>
                <a:lnTo>
                  <a:pt x="1889561" y="416267"/>
                </a:lnTo>
                <a:lnTo>
                  <a:pt x="1888337" y="421702"/>
                </a:lnTo>
                <a:lnTo>
                  <a:pt x="1887159" y="427186"/>
                </a:lnTo>
                <a:lnTo>
                  <a:pt x="1881753" y="430684"/>
                </a:lnTo>
                <a:lnTo>
                  <a:pt x="1874203" y="429053"/>
                </a:lnTo>
                <a:lnTo>
                  <a:pt x="1872356" y="427956"/>
                </a:lnTo>
                <a:close/>
              </a:path>
              <a:path w="5142230" h="2300604">
                <a:moveTo>
                  <a:pt x="1941908" y="442882"/>
                </a:moveTo>
                <a:lnTo>
                  <a:pt x="1938355" y="439078"/>
                </a:lnTo>
                <a:lnTo>
                  <a:pt x="1937287" y="435784"/>
                </a:lnTo>
                <a:lnTo>
                  <a:pt x="1939146" y="426925"/>
                </a:lnTo>
                <a:lnTo>
                  <a:pt x="1944553" y="423427"/>
                </a:lnTo>
                <a:lnTo>
                  <a:pt x="1955474" y="425734"/>
                </a:lnTo>
                <a:lnTo>
                  <a:pt x="1959021" y="431095"/>
                </a:lnTo>
                <a:lnTo>
                  <a:pt x="1956665" y="442062"/>
                </a:lnTo>
                <a:lnTo>
                  <a:pt x="1951258" y="445560"/>
                </a:lnTo>
                <a:lnTo>
                  <a:pt x="1945820" y="444431"/>
                </a:lnTo>
                <a:lnTo>
                  <a:pt x="1943713" y="443934"/>
                </a:lnTo>
                <a:lnTo>
                  <a:pt x="1941908" y="442882"/>
                </a:lnTo>
                <a:close/>
              </a:path>
              <a:path w="5142230" h="2300604">
                <a:moveTo>
                  <a:pt x="3094668" y="782798"/>
                </a:moveTo>
                <a:lnTo>
                  <a:pt x="3091070" y="778946"/>
                </a:lnTo>
                <a:lnTo>
                  <a:pt x="3090330" y="774341"/>
                </a:lnTo>
                <a:lnTo>
                  <a:pt x="3092301" y="770391"/>
                </a:lnTo>
                <a:lnTo>
                  <a:pt x="3094877" y="765427"/>
                </a:lnTo>
                <a:lnTo>
                  <a:pt x="3100987" y="763463"/>
                </a:lnTo>
                <a:lnTo>
                  <a:pt x="3105951" y="766040"/>
                </a:lnTo>
                <a:lnTo>
                  <a:pt x="3110961" y="768573"/>
                </a:lnTo>
                <a:lnTo>
                  <a:pt x="3112927" y="774681"/>
                </a:lnTo>
                <a:lnTo>
                  <a:pt x="3110400" y="779698"/>
                </a:lnTo>
                <a:lnTo>
                  <a:pt x="3107775" y="784707"/>
                </a:lnTo>
                <a:lnTo>
                  <a:pt x="3101784" y="786603"/>
                </a:lnTo>
                <a:lnTo>
                  <a:pt x="3095635" y="783539"/>
                </a:lnTo>
                <a:lnTo>
                  <a:pt x="3094668" y="782798"/>
                </a:lnTo>
                <a:close/>
              </a:path>
              <a:path w="5142230" h="2300604">
                <a:moveTo>
                  <a:pt x="1700059" y="319269"/>
                </a:moveTo>
                <a:lnTo>
                  <a:pt x="1696642" y="315612"/>
                </a:lnTo>
                <a:lnTo>
                  <a:pt x="1695668" y="312321"/>
                </a:lnTo>
                <a:lnTo>
                  <a:pt x="1697658" y="303797"/>
                </a:lnTo>
                <a:lnTo>
                  <a:pt x="1702866" y="300575"/>
                </a:lnTo>
                <a:lnTo>
                  <a:pt x="1713359" y="303010"/>
                </a:lnTo>
                <a:lnTo>
                  <a:pt x="1716580" y="308218"/>
                </a:lnTo>
                <a:lnTo>
                  <a:pt x="1714141" y="318705"/>
                </a:lnTo>
                <a:lnTo>
                  <a:pt x="1708889" y="321977"/>
                </a:lnTo>
                <a:lnTo>
                  <a:pt x="1703692" y="320715"/>
                </a:lnTo>
                <a:lnTo>
                  <a:pt x="1701724" y="320270"/>
                </a:lnTo>
                <a:lnTo>
                  <a:pt x="1700059" y="319269"/>
                </a:lnTo>
                <a:close/>
              </a:path>
              <a:path w="5142230" h="2300604">
                <a:moveTo>
                  <a:pt x="1838480" y="350933"/>
                </a:moveTo>
                <a:lnTo>
                  <a:pt x="1835064" y="347276"/>
                </a:lnTo>
                <a:lnTo>
                  <a:pt x="1834046" y="344035"/>
                </a:lnTo>
                <a:lnTo>
                  <a:pt x="1834819" y="340757"/>
                </a:lnTo>
                <a:lnTo>
                  <a:pt x="1835987" y="335557"/>
                </a:lnTo>
                <a:lnTo>
                  <a:pt x="1841194" y="332236"/>
                </a:lnTo>
                <a:lnTo>
                  <a:pt x="1851645" y="334626"/>
                </a:lnTo>
                <a:lnTo>
                  <a:pt x="1854911" y="339784"/>
                </a:lnTo>
                <a:lnTo>
                  <a:pt x="1853793" y="345038"/>
                </a:lnTo>
                <a:lnTo>
                  <a:pt x="1852624" y="350239"/>
                </a:lnTo>
                <a:lnTo>
                  <a:pt x="1847413" y="353555"/>
                </a:lnTo>
                <a:lnTo>
                  <a:pt x="1840199" y="351893"/>
                </a:lnTo>
                <a:lnTo>
                  <a:pt x="1838480" y="350933"/>
                </a:lnTo>
                <a:close/>
              </a:path>
              <a:path w="5142230" h="2300604">
                <a:moveTo>
                  <a:pt x="3518738" y="1206257"/>
                </a:moveTo>
                <a:lnTo>
                  <a:pt x="3515276" y="1202551"/>
                </a:lnTo>
                <a:lnTo>
                  <a:pt x="3514605" y="1201442"/>
                </a:lnTo>
                <a:lnTo>
                  <a:pt x="3514124" y="1200148"/>
                </a:lnTo>
                <a:lnTo>
                  <a:pt x="3512367" y="1195041"/>
                </a:lnTo>
                <a:lnTo>
                  <a:pt x="3515014" y="1189464"/>
                </a:lnTo>
                <a:lnTo>
                  <a:pt x="3525252" y="1185959"/>
                </a:lnTo>
                <a:lnTo>
                  <a:pt x="3530713" y="1188678"/>
                </a:lnTo>
                <a:lnTo>
                  <a:pt x="3534235" y="1198801"/>
                </a:lnTo>
                <a:lnTo>
                  <a:pt x="3531543" y="1204329"/>
                </a:lnTo>
                <a:lnTo>
                  <a:pt x="3522757" y="1207433"/>
                </a:lnTo>
                <a:lnTo>
                  <a:pt x="3518738" y="1206257"/>
                </a:lnTo>
                <a:close/>
              </a:path>
              <a:path w="5142230" h="2300604">
                <a:moveTo>
                  <a:pt x="3541184" y="1273586"/>
                </a:moveTo>
                <a:lnTo>
                  <a:pt x="3537722" y="1269880"/>
                </a:lnTo>
                <a:lnTo>
                  <a:pt x="3536960" y="1268674"/>
                </a:lnTo>
                <a:lnTo>
                  <a:pt x="3536537" y="1267244"/>
                </a:lnTo>
                <a:lnTo>
                  <a:pt x="3534865" y="1262131"/>
                </a:lnTo>
                <a:lnTo>
                  <a:pt x="3537700" y="1256661"/>
                </a:lnTo>
                <a:lnTo>
                  <a:pt x="3547632" y="1253413"/>
                </a:lnTo>
                <a:lnTo>
                  <a:pt x="3547912" y="1253322"/>
                </a:lnTo>
                <a:lnTo>
                  <a:pt x="3553431" y="1256200"/>
                </a:lnTo>
                <a:lnTo>
                  <a:pt x="3555009" y="1261310"/>
                </a:lnTo>
                <a:lnTo>
                  <a:pt x="3556672" y="1266414"/>
                </a:lnTo>
                <a:lnTo>
                  <a:pt x="3553846" y="1271893"/>
                </a:lnTo>
                <a:lnTo>
                  <a:pt x="3548734" y="1273555"/>
                </a:lnTo>
                <a:lnTo>
                  <a:pt x="3545059" y="1274705"/>
                </a:lnTo>
                <a:lnTo>
                  <a:pt x="3541184" y="1273586"/>
                </a:lnTo>
                <a:close/>
              </a:path>
              <a:path w="5142230" h="2300604">
                <a:moveTo>
                  <a:pt x="1977187" y="381435"/>
                </a:moveTo>
                <a:lnTo>
                  <a:pt x="1973771" y="377778"/>
                </a:lnTo>
                <a:lnTo>
                  <a:pt x="1972749" y="374533"/>
                </a:lnTo>
                <a:lnTo>
                  <a:pt x="1973472" y="371300"/>
                </a:lnTo>
                <a:lnTo>
                  <a:pt x="1974595" y="366051"/>
                </a:lnTo>
                <a:lnTo>
                  <a:pt x="1979802" y="362730"/>
                </a:lnTo>
                <a:lnTo>
                  <a:pt x="1985007" y="363903"/>
                </a:lnTo>
                <a:lnTo>
                  <a:pt x="1990257" y="365026"/>
                </a:lnTo>
                <a:lnTo>
                  <a:pt x="1993617" y="370187"/>
                </a:lnTo>
                <a:lnTo>
                  <a:pt x="1992494" y="375437"/>
                </a:lnTo>
                <a:lnTo>
                  <a:pt x="1991327" y="380736"/>
                </a:lnTo>
                <a:lnTo>
                  <a:pt x="1986160" y="384002"/>
                </a:lnTo>
                <a:lnTo>
                  <a:pt x="1980915" y="382884"/>
                </a:lnTo>
                <a:lnTo>
                  <a:pt x="1978898" y="382485"/>
                </a:lnTo>
                <a:lnTo>
                  <a:pt x="1977187" y="381435"/>
                </a:lnTo>
                <a:close/>
              </a:path>
              <a:path w="5142230" h="2300604">
                <a:moveTo>
                  <a:pt x="1769243" y="335268"/>
                </a:moveTo>
                <a:lnTo>
                  <a:pt x="1765826" y="331611"/>
                </a:lnTo>
                <a:lnTo>
                  <a:pt x="1764804" y="328365"/>
                </a:lnTo>
                <a:lnTo>
                  <a:pt x="1766793" y="319841"/>
                </a:lnTo>
                <a:lnTo>
                  <a:pt x="1771997" y="316614"/>
                </a:lnTo>
                <a:lnTo>
                  <a:pt x="1782444" y="319000"/>
                </a:lnTo>
                <a:lnTo>
                  <a:pt x="1785719" y="324168"/>
                </a:lnTo>
                <a:lnTo>
                  <a:pt x="1784502" y="329414"/>
                </a:lnTo>
                <a:lnTo>
                  <a:pt x="1783330" y="334708"/>
                </a:lnTo>
                <a:lnTo>
                  <a:pt x="1778122" y="337930"/>
                </a:lnTo>
                <a:lnTo>
                  <a:pt x="1770903" y="336264"/>
                </a:lnTo>
                <a:lnTo>
                  <a:pt x="1769243" y="335268"/>
                </a:lnTo>
                <a:close/>
              </a:path>
              <a:path w="5142230" h="2300604">
                <a:moveTo>
                  <a:pt x="1907781" y="366274"/>
                </a:moveTo>
                <a:lnTo>
                  <a:pt x="1904365" y="362617"/>
                </a:lnTo>
                <a:lnTo>
                  <a:pt x="1903393" y="359426"/>
                </a:lnTo>
                <a:lnTo>
                  <a:pt x="1905288" y="350898"/>
                </a:lnTo>
                <a:lnTo>
                  <a:pt x="1910446" y="347623"/>
                </a:lnTo>
                <a:lnTo>
                  <a:pt x="1920949" y="349873"/>
                </a:lnTo>
                <a:lnTo>
                  <a:pt x="1924261" y="355080"/>
                </a:lnTo>
                <a:lnTo>
                  <a:pt x="1921925" y="365580"/>
                </a:lnTo>
                <a:lnTo>
                  <a:pt x="1916763" y="368851"/>
                </a:lnTo>
                <a:lnTo>
                  <a:pt x="1911513" y="367728"/>
                </a:lnTo>
                <a:lnTo>
                  <a:pt x="1909546" y="367283"/>
                </a:lnTo>
                <a:lnTo>
                  <a:pt x="1907781" y="366274"/>
                </a:lnTo>
                <a:close/>
              </a:path>
              <a:path w="5142230" h="2300604">
                <a:moveTo>
                  <a:pt x="4267840" y="2283113"/>
                </a:moveTo>
                <a:lnTo>
                  <a:pt x="4263911" y="2278907"/>
                </a:lnTo>
                <a:lnTo>
                  <a:pt x="4263675" y="2273572"/>
                </a:lnTo>
                <a:lnTo>
                  <a:pt x="4266738" y="2269715"/>
                </a:lnTo>
                <a:lnTo>
                  <a:pt x="4270138" y="2265535"/>
                </a:lnTo>
                <a:lnTo>
                  <a:pt x="4276244" y="2264936"/>
                </a:lnTo>
                <a:lnTo>
                  <a:pt x="4284564" y="2271691"/>
                </a:lnTo>
                <a:lnTo>
                  <a:pt x="4285248" y="2277800"/>
                </a:lnTo>
                <a:lnTo>
                  <a:pt x="4278502" y="2286120"/>
                </a:lnTo>
                <a:lnTo>
                  <a:pt x="4272384" y="2286804"/>
                </a:lnTo>
                <a:lnTo>
                  <a:pt x="4267840" y="2283113"/>
                </a:lnTo>
                <a:close/>
              </a:path>
              <a:path w="5142230" h="2300604">
                <a:moveTo>
                  <a:pt x="3562436" y="1341300"/>
                </a:moveTo>
                <a:lnTo>
                  <a:pt x="3558975" y="1337594"/>
                </a:lnTo>
                <a:lnTo>
                  <a:pt x="3558262" y="1336343"/>
                </a:lnTo>
                <a:lnTo>
                  <a:pt x="3556215" y="1329753"/>
                </a:lnTo>
                <a:lnTo>
                  <a:pt x="3559091" y="1324328"/>
                </a:lnTo>
                <a:lnTo>
                  <a:pt x="3564201" y="1322760"/>
                </a:lnTo>
                <a:lnTo>
                  <a:pt x="3569354" y="1321141"/>
                </a:lnTo>
                <a:lnTo>
                  <a:pt x="3574780" y="1324017"/>
                </a:lnTo>
                <a:lnTo>
                  <a:pt x="3577926" y="1334227"/>
                </a:lnTo>
                <a:lnTo>
                  <a:pt x="3575096" y="1339701"/>
                </a:lnTo>
                <a:lnTo>
                  <a:pt x="3566268" y="1342469"/>
                </a:lnTo>
                <a:lnTo>
                  <a:pt x="3562436" y="1341300"/>
                </a:lnTo>
                <a:close/>
              </a:path>
              <a:path w="5142230" h="2300604">
                <a:moveTo>
                  <a:pt x="3193834" y="752791"/>
                </a:moveTo>
                <a:lnTo>
                  <a:pt x="3189722" y="748389"/>
                </a:lnTo>
                <a:lnTo>
                  <a:pt x="3189193" y="743622"/>
                </a:lnTo>
                <a:lnTo>
                  <a:pt x="3194259" y="735653"/>
                </a:lnTo>
                <a:lnTo>
                  <a:pt x="3194481" y="735304"/>
                </a:lnTo>
                <a:lnTo>
                  <a:pt x="3200517" y="733947"/>
                </a:lnTo>
                <a:lnTo>
                  <a:pt x="3205001" y="736890"/>
                </a:lnTo>
                <a:lnTo>
                  <a:pt x="3209530" y="739782"/>
                </a:lnTo>
                <a:lnTo>
                  <a:pt x="3210881" y="745824"/>
                </a:lnTo>
                <a:lnTo>
                  <a:pt x="3208166" y="749953"/>
                </a:lnTo>
                <a:lnTo>
                  <a:pt x="3205048" y="754825"/>
                </a:lnTo>
                <a:lnTo>
                  <a:pt x="3199060" y="756136"/>
                </a:lnTo>
                <a:lnTo>
                  <a:pt x="3193834" y="752791"/>
                </a:lnTo>
                <a:close/>
              </a:path>
              <a:path w="5142230" h="2300604">
                <a:moveTo>
                  <a:pt x="3252032" y="793489"/>
                </a:moveTo>
                <a:lnTo>
                  <a:pt x="3247591" y="788735"/>
                </a:lnTo>
                <a:lnTo>
                  <a:pt x="3247314" y="783651"/>
                </a:lnTo>
                <a:lnTo>
                  <a:pt x="3250229" y="779833"/>
                </a:lnTo>
                <a:lnTo>
                  <a:pt x="3253440" y="775546"/>
                </a:lnTo>
                <a:lnTo>
                  <a:pt x="3259556" y="774763"/>
                </a:lnTo>
                <a:lnTo>
                  <a:pt x="3263788" y="778023"/>
                </a:lnTo>
                <a:lnTo>
                  <a:pt x="3268070" y="781237"/>
                </a:lnTo>
                <a:lnTo>
                  <a:pt x="3268903" y="787307"/>
                </a:lnTo>
                <a:lnTo>
                  <a:pt x="3262428" y="795921"/>
                </a:lnTo>
                <a:lnTo>
                  <a:pt x="3256311" y="796705"/>
                </a:lnTo>
                <a:lnTo>
                  <a:pt x="3252032" y="793489"/>
                </a:lnTo>
                <a:close/>
              </a:path>
              <a:path w="5142230" h="2300604">
                <a:moveTo>
                  <a:pt x="3305058" y="838917"/>
                </a:moveTo>
                <a:lnTo>
                  <a:pt x="3301182" y="834767"/>
                </a:lnTo>
                <a:lnTo>
                  <a:pt x="3301198" y="828918"/>
                </a:lnTo>
                <a:lnTo>
                  <a:pt x="3304820" y="825169"/>
                </a:lnTo>
                <a:lnTo>
                  <a:pt x="3308492" y="821282"/>
                </a:lnTo>
                <a:lnTo>
                  <a:pt x="3314680" y="821163"/>
                </a:lnTo>
                <a:lnTo>
                  <a:pt x="3322400" y="828643"/>
                </a:lnTo>
                <a:lnTo>
                  <a:pt x="3322478" y="834788"/>
                </a:lnTo>
                <a:lnTo>
                  <a:pt x="3318806" y="838675"/>
                </a:lnTo>
                <a:lnTo>
                  <a:pt x="3315086" y="842516"/>
                </a:lnTo>
                <a:lnTo>
                  <a:pt x="3308898" y="842635"/>
                </a:lnTo>
                <a:lnTo>
                  <a:pt x="3305058" y="838917"/>
                </a:lnTo>
                <a:close/>
              </a:path>
              <a:path w="5142230" h="2300604">
                <a:moveTo>
                  <a:pt x="2871628" y="605912"/>
                </a:moveTo>
                <a:lnTo>
                  <a:pt x="2868212" y="602255"/>
                </a:lnTo>
                <a:lnTo>
                  <a:pt x="2867300" y="598542"/>
                </a:lnTo>
                <a:lnTo>
                  <a:pt x="2870089" y="590091"/>
                </a:lnTo>
                <a:lnTo>
                  <a:pt x="2870137" y="589947"/>
                </a:lnTo>
                <a:lnTo>
                  <a:pt x="2875711" y="587214"/>
                </a:lnTo>
                <a:lnTo>
                  <a:pt x="2885839" y="590628"/>
                </a:lnTo>
                <a:lnTo>
                  <a:pt x="2888580" y="596103"/>
                </a:lnTo>
                <a:lnTo>
                  <a:pt x="2885255" y="606131"/>
                </a:lnTo>
                <a:lnTo>
                  <a:pt x="2885207" y="606275"/>
                </a:lnTo>
                <a:lnTo>
                  <a:pt x="2879684" y="609061"/>
                </a:lnTo>
                <a:lnTo>
                  <a:pt x="2873014" y="606809"/>
                </a:lnTo>
                <a:lnTo>
                  <a:pt x="2871628" y="605912"/>
                </a:lnTo>
                <a:close/>
              </a:path>
              <a:path w="5142230" h="2300604">
                <a:moveTo>
                  <a:pt x="2804051" y="584303"/>
                </a:moveTo>
                <a:lnTo>
                  <a:pt x="2800635" y="580646"/>
                </a:lnTo>
                <a:lnTo>
                  <a:pt x="2799720" y="577027"/>
                </a:lnTo>
                <a:lnTo>
                  <a:pt x="2802324" y="568476"/>
                </a:lnTo>
                <a:lnTo>
                  <a:pt x="2807806" y="565547"/>
                </a:lnTo>
                <a:lnTo>
                  <a:pt x="2818083" y="568730"/>
                </a:lnTo>
                <a:lnTo>
                  <a:pt x="2820914" y="574203"/>
                </a:lnTo>
                <a:lnTo>
                  <a:pt x="2819376" y="579301"/>
                </a:lnTo>
                <a:lnTo>
                  <a:pt x="2817780" y="584435"/>
                </a:lnTo>
                <a:lnTo>
                  <a:pt x="2812352" y="587324"/>
                </a:lnTo>
                <a:lnTo>
                  <a:pt x="2805531" y="585203"/>
                </a:lnTo>
                <a:lnTo>
                  <a:pt x="2804051" y="584303"/>
                </a:lnTo>
                <a:close/>
              </a:path>
              <a:path w="5142230" h="2300604">
                <a:moveTo>
                  <a:pt x="3069282" y="683974"/>
                </a:moveTo>
                <a:lnTo>
                  <a:pt x="3065815" y="680263"/>
                </a:lnTo>
                <a:lnTo>
                  <a:pt x="3065063" y="676035"/>
                </a:lnTo>
                <a:lnTo>
                  <a:pt x="3069088" y="667444"/>
                </a:lnTo>
                <a:lnTo>
                  <a:pt x="3074914" y="665371"/>
                </a:lnTo>
                <a:lnTo>
                  <a:pt x="3079745" y="667707"/>
                </a:lnTo>
                <a:lnTo>
                  <a:pt x="3084623" y="669999"/>
                </a:lnTo>
                <a:lnTo>
                  <a:pt x="3086694" y="675834"/>
                </a:lnTo>
                <a:lnTo>
                  <a:pt x="3082022" y="685495"/>
                </a:lnTo>
                <a:lnTo>
                  <a:pt x="3076283" y="687560"/>
                </a:lnTo>
                <a:lnTo>
                  <a:pt x="3070247" y="684716"/>
                </a:lnTo>
                <a:lnTo>
                  <a:pt x="3069282" y="683974"/>
                </a:lnTo>
                <a:close/>
              </a:path>
              <a:path w="5142230" h="2300604">
                <a:moveTo>
                  <a:pt x="3943192" y="2006745"/>
                </a:moveTo>
                <a:lnTo>
                  <a:pt x="3939452" y="2002741"/>
                </a:lnTo>
                <a:lnTo>
                  <a:pt x="3939422" y="1996844"/>
                </a:lnTo>
                <a:lnTo>
                  <a:pt x="3943088" y="1993145"/>
                </a:lnTo>
                <a:lnTo>
                  <a:pt x="3946856" y="1989260"/>
                </a:lnTo>
                <a:lnTo>
                  <a:pt x="3952996" y="1989186"/>
                </a:lnTo>
                <a:lnTo>
                  <a:pt x="3960669" y="1996618"/>
                </a:lnTo>
                <a:lnTo>
                  <a:pt x="3960793" y="2002812"/>
                </a:lnTo>
                <a:lnTo>
                  <a:pt x="3957026" y="2006696"/>
                </a:lnTo>
                <a:lnTo>
                  <a:pt x="3953262" y="2010487"/>
                </a:lnTo>
                <a:lnTo>
                  <a:pt x="3947122" y="2010561"/>
                </a:lnTo>
                <a:lnTo>
                  <a:pt x="3943192" y="2006745"/>
                </a:lnTo>
                <a:close/>
              </a:path>
              <a:path w="5142230" h="2300604">
                <a:moveTo>
                  <a:pt x="3848804" y="1907366"/>
                </a:moveTo>
                <a:lnTo>
                  <a:pt x="3845018" y="1903314"/>
                </a:lnTo>
                <a:lnTo>
                  <a:pt x="3841480" y="1899233"/>
                </a:lnTo>
                <a:lnTo>
                  <a:pt x="3841877" y="1893109"/>
                </a:lnTo>
                <a:lnTo>
                  <a:pt x="3849445" y="1886548"/>
                </a:lnTo>
                <a:lnTo>
                  <a:pt x="3850001" y="1886068"/>
                </a:lnTo>
                <a:lnTo>
                  <a:pt x="3856165" y="1886509"/>
                </a:lnTo>
                <a:lnTo>
                  <a:pt x="3863211" y="1894638"/>
                </a:lnTo>
                <a:lnTo>
                  <a:pt x="3862719" y="1900758"/>
                </a:lnTo>
                <a:lnTo>
                  <a:pt x="3859233" y="1903771"/>
                </a:lnTo>
                <a:lnTo>
                  <a:pt x="3858677" y="1904251"/>
                </a:lnTo>
                <a:lnTo>
                  <a:pt x="3854739" y="1907757"/>
                </a:lnTo>
                <a:lnTo>
                  <a:pt x="3848804" y="1907366"/>
                </a:lnTo>
                <a:close/>
              </a:path>
              <a:path w="5142230" h="2300604">
                <a:moveTo>
                  <a:pt x="2392878" y="473948"/>
                </a:moveTo>
                <a:lnTo>
                  <a:pt x="2389461" y="470291"/>
                </a:lnTo>
                <a:lnTo>
                  <a:pt x="2389123" y="469146"/>
                </a:lnTo>
                <a:lnTo>
                  <a:pt x="2388506" y="466923"/>
                </a:lnTo>
                <a:lnTo>
                  <a:pt x="2390527" y="458529"/>
                </a:lnTo>
                <a:lnTo>
                  <a:pt x="2395731" y="455303"/>
                </a:lnTo>
                <a:lnTo>
                  <a:pt x="2400982" y="456525"/>
                </a:lnTo>
                <a:lnTo>
                  <a:pt x="2406179" y="457788"/>
                </a:lnTo>
                <a:lnTo>
                  <a:pt x="2409401" y="462996"/>
                </a:lnTo>
                <a:lnTo>
                  <a:pt x="2408184" y="468242"/>
                </a:lnTo>
                <a:lnTo>
                  <a:pt x="2406921" y="473439"/>
                </a:lnTo>
                <a:lnTo>
                  <a:pt x="2401713" y="476661"/>
                </a:lnTo>
                <a:lnTo>
                  <a:pt x="2396466" y="475444"/>
                </a:lnTo>
                <a:lnTo>
                  <a:pt x="2394548" y="474954"/>
                </a:lnTo>
                <a:lnTo>
                  <a:pt x="2392878" y="473948"/>
                </a:lnTo>
                <a:close/>
              </a:path>
              <a:path w="5142230" h="2300604">
                <a:moveTo>
                  <a:pt x="2667787" y="544588"/>
                </a:moveTo>
                <a:lnTo>
                  <a:pt x="2664371" y="540931"/>
                </a:lnTo>
                <a:lnTo>
                  <a:pt x="2663452" y="537406"/>
                </a:lnTo>
                <a:lnTo>
                  <a:pt x="2664367" y="533987"/>
                </a:lnTo>
                <a:lnTo>
                  <a:pt x="2665819" y="528895"/>
                </a:lnTo>
                <a:lnTo>
                  <a:pt x="2670790" y="526103"/>
                </a:lnTo>
                <a:lnTo>
                  <a:pt x="2671210" y="525868"/>
                </a:lnTo>
                <a:lnTo>
                  <a:pt x="2681546" y="528722"/>
                </a:lnTo>
                <a:lnTo>
                  <a:pt x="2684573" y="534112"/>
                </a:lnTo>
                <a:lnTo>
                  <a:pt x="2683076" y="539255"/>
                </a:lnTo>
                <a:lnTo>
                  <a:pt x="2681624" y="544445"/>
                </a:lnTo>
                <a:lnTo>
                  <a:pt x="2676229" y="547467"/>
                </a:lnTo>
                <a:lnTo>
                  <a:pt x="2671137" y="546024"/>
                </a:lnTo>
                <a:lnTo>
                  <a:pt x="2669313" y="545537"/>
                </a:lnTo>
                <a:lnTo>
                  <a:pt x="2667787" y="544588"/>
                </a:lnTo>
                <a:close/>
              </a:path>
              <a:path w="5142230" h="2300604">
                <a:moveTo>
                  <a:pt x="2530710" y="507815"/>
                </a:moveTo>
                <a:lnTo>
                  <a:pt x="2527344" y="504212"/>
                </a:lnTo>
                <a:lnTo>
                  <a:pt x="2526328" y="500778"/>
                </a:lnTo>
                <a:lnTo>
                  <a:pt x="2527194" y="497503"/>
                </a:lnTo>
                <a:lnTo>
                  <a:pt x="2528506" y="492260"/>
                </a:lnTo>
                <a:lnTo>
                  <a:pt x="2533801" y="489131"/>
                </a:lnTo>
                <a:lnTo>
                  <a:pt x="2538999" y="490493"/>
                </a:lnTo>
                <a:lnTo>
                  <a:pt x="2544242" y="491804"/>
                </a:lnTo>
                <a:lnTo>
                  <a:pt x="2547367" y="497104"/>
                </a:lnTo>
                <a:lnTo>
                  <a:pt x="2544652" y="507492"/>
                </a:lnTo>
                <a:lnTo>
                  <a:pt x="2539457" y="510630"/>
                </a:lnTo>
                <a:lnTo>
                  <a:pt x="2534321" y="509335"/>
                </a:lnTo>
                <a:lnTo>
                  <a:pt x="2532331" y="508866"/>
                </a:lnTo>
                <a:lnTo>
                  <a:pt x="2530710" y="507815"/>
                </a:lnTo>
                <a:close/>
              </a:path>
              <a:path w="5142230" h="2300604">
                <a:moveTo>
                  <a:pt x="2599360" y="525783"/>
                </a:moveTo>
                <a:lnTo>
                  <a:pt x="2595943" y="522126"/>
                </a:lnTo>
                <a:lnTo>
                  <a:pt x="2594968" y="518736"/>
                </a:lnTo>
                <a:lnTo>
                  <a:pt x="2597294" y="510181"/>
                </a:lnTo>
                <a:lnTo>
                  <a:pt x="2602402" y="507242"/>
                </a:lnTo>
                <a:lnTo>
                  <a:pt x="2602639" y="507105"/>
                </a:lnTo>
                <a:lnTo>
                  <a:pt x="2607780" y="508503"/>
                </a:lnTo>
                <a:lnTo>
                  <a:pt x="2612978" y="509865"/>
                </a:lnTo>
                <a:lnTo>
                  <a:pt x="2616049" y="515205"/>
                </a:lnTo>
                <a:lnTo>
                  <a:pt x="2614647" y="520350"/>
                </a:lnTo>
                <a:lnTo>
                  <a:pt x="2613294" y="525549"/>
                </a:lnTo>
                <a:lnTo>
                  <a:pt x="2607949" y="528625"/>
                </a:lnTo>
                <a:lnTo>
                  <a:pt x="2600931" y="526781"/>
                </a:lnTo>
                <a:lnTo>
                  <a:pt x="2599360" y="525783"/>
                </a:lnTo>
                <a:close/>
              </a:path>
              <a:path w="5142230" h="2300604">
                <a:moveTo>
                  <a:pt x="3896718" y="1960026"/>
                </a:moveTo>
                <a:lnTo>
                  <a:pt x="3889385" y="1952175"/>
                </a:lnTo>
                <a:lnTo>
                  <a:pt x="3889549" y="1946096"/>
                </a:lnTo>
                <a:lnTo>
                  <a:pt x="3893404" y="1942403"/>
                </a:lnTo>
                <a:lnTo>
                  <a:pt x="3897255" y="1938705"/>
                </a:lnTo>
                <a:lnTo>
                  <a:pt x="3903626" y="1938878"/>
                </a:lnTo>
                <a:lnTo>
                  <a:pt x="3910870" y="1946632"/>
                </a:lnTo>
                <a:lnTo>
                  <a:pt x="3910702" y="1952806"/>
                </a:lnTo>
                <a:lnTo>
                  <a:pt x="3902902" y="1960194"/>
                </a:lnTo>
                <a:lnTo>
                  <a:pt x="3896718" y="1960026"/>
                </a:lnTo>
                <a:close/>
              </a:path>
              <a:path w="5142230" h="2300604">
                <a:moveTo>
                  <a:pt x="3132392" y="716147"/>
                </a:moveTo>
                <a:lnTo>
                  <a:pt x="3128885" y="712392"/>
                </a:lnTo>
                <a:lnTo>
                  <a:pt x="3128141" y="707882"/>
                </a:lnTo>
                <a:lnTo>
                  <a:pt x="3130253" y="704083"/>
                </a:lnTo>
                <a:lnTo>
                  <a:pt x="3132819" y="699403"/>
                </a:lnTo>
                <a:lnTo>
                  <a:pt x="3138775" y="697665"/>
                </a:lnTo>
                <a:lnTo>
                  <a:pt x="3148187" y="702853"/>
                </a:lnTo>
                <a:lnTo>
                  <a:pt x="3149874" y="708764"/>
                </a:lnTo>
                <a:lnTo>
                  <a:pt x="3144690" y="718172"/>
                </a:lnTo>
                <a:lnTo>
                  <a:pt x="3138775" y="719854"/>
                </a:lnTo>
                <a:lnTo>
                  <a:pt x="3133170" y="716789"/>
                </a:lnTo>
                <a:lnTo>
                  <a:pt x="3132392" y="716147"/>
                </a:lnTo>
                <a:close/>
              </a:path>
              <a:path w="5142230" h="2300604">
                <a:moveTo>
                  <a:pt x="2461855" y="490605"/>
                </a:moveTo>
                <a:lnTo>
                  <a:pt x="2458439" y="486948"/>
                </a:lnTo>
                <a:lnTo>
                  <a:pt x="2457514" y="483612"/>
                </a:lnTo>
                <a:lnTo>
                  <a:pt x="2458286" y="480333"/>
                </a:lnTo>
                <a:lnTo>
                  <a:pt x="2459598" y="475091"/>
                </a:lnTo>
                <a:lnTo>
                  <a:pt x="2464852" y="471918"/>
                </a:lnTo>
                <a:lnTo>
                  <a:pt x="2470044" y="473175"/>
                </a:lnTo>
                <a:lnTo>
                  <a:pt x="2475292" y="474492"/>
                </a:lnTo>
                <a:lnTo>
                  <a:pt x="2478465" y="479746"/>
                </a:lnTo>
                <a:lnTo>
                  <a:pt x="2477198" y="484938"/>
                </a:lnTo>
                <a:lnTo>
                  <a:pt x="2475886" y="490181"/>
                </a:lnTo>
                <a:lnTo>
                  <a:pt x="2470632" y="493354"/>
                </a:lnTo>
                <a:lnTo>
                  <a:pt x="2465439" y="492096"/>
                </a:lnTo>
                <a:lnTo>
                  <a:pt x="2463521" y="491606"/>
                </a:lnTo>
                <a:lnTo>
                  <a:pt x="2461855" y="490605"/>
                </a:lnTo>
                <a:close/>
              </a:path>
              <a:path w="5142230" h="2300604">
                <a:moveTo>
                  <a:pt x="2736052" y="564002"/>
                </a:moveTo>
                <a:lnTo>
                  <a:pt x="2732636" y="560345"/>
                </a:lnTo>
                <a:lnTo>
                  <a:pt x="2731669" y="556865"/>
                </a:lnTo>
                <a:lnTo>
                  <a:pt x="2732636" y="553405"/>
                </a:lnTo>
                <a:lnTo>
                  <a:pt x="2734133" y="548263"/>
                </a:lnTo>
                <a:lnTo>
                  <a:pt x="2739569" y="545285"/>
                </a:lnTo>
                <a:lnTo>
                  <a:pt x="2749854" y="548279"/>
                </a:lnTo>
                <a:lnTo>
                  <a:pt x="2752827" y="553710"/>
                </a:lnTo>
                <a:lnTo>
                  <a:pt x="2749838" y="563999"/>
                </a:lnTo>
                <a:lnTo>
                  <a:pt x="2744450" y="566931"/>
                </a:lnTo>
                <a:lnTo>
                  <a:pt x="2739308" y="565434"/>
                </a:lnTo>
                <a:lnTo>
                  <a:pt x="2737578" y="564951"/>
                </a:lnTo>
                <a:lnTo>
                  <a:pt x="2736052" y="564002"/>
                </a:lnTo>
                <a:close/>
              </a:path>
              <a:path w="5142230" h="2300604">
                <a:moveTo>
                  <a:pt x="2115898" y="411551"/>
                </a:moveTo>
                <a:lnTo>
                  <a:pt x="2112482" y="407894"/>
                </a:lnTo>
                <a:lnTo>
                  <a:pt x="2111509" y="404702"/>
                </a:lnTo>
                <a:lnTo>
                  <a:pt x="2112233" y="401470"/>
                </a:lnTo>
                <a:lnTo>
                  <a:pt x="2113356" y="396220"/>
                </a:lnTo>
                <a:lnTo>
                  <a:pt x="2118563" y="392899"/>
                </a:lnTo>
                <a:lnTo>
                  <a:pt x="2123817" y="394027"/>
                </a:lnTo>
                <a:lnTo>
                  <a:pt x="2129017" y="395195"/>
                </a:lnTo>
                <a:lnTo>
                  <a:pt x="2132378" y="400357"/>
                </a:lnTo>
                <a:lnTo>
                  <a:pt x="2131255" y="405606"/>
                </a:lnTo>
                <a:lnTo>
                  <a:pt x="2130042" y="410857"/>
                </a:lnTo>
                <a:lnTo>
                  <a:pt x="2124879" y="414127"/>
                </a:lnTo>
                <a:lnTo>
                  <a:pt x="2119630" y="413004"/>
                </a:lnTo>
                <a:lnTo>
                  <a:pt x="2117662" y="412560"/>
                </a:lnTo>
                <a:lnTo>
                  <a:pt x="2115898" y="411551"/>
                </a:lnTo>
                <a:close/>
              </a:path>
              <a:path w="5142230" h="2300604">
                <a:moveTo>
                  <a:pt x="3494184" y="1139800"/>
                </a:moveTo>
                <a:lnTo>
                  <a:pt x="3490722" y="1136094"/>
                </a:lnTo>
                <a:lnTo>
                  <a:pt x="3490093" y="1135029"/>
                </a:lnTo>
                <a:lnTo>
                  <a:pt x="3489659" y="1133883"/>
                </a:lnTo>
                <a:lnTo>
                  <a:pt x="3487657" y="1128904"/>
                </a:lnTo>
                <a:lnTo>
                  <a:pt x="3490117" y="1123228"/>
                </a:lnTo>
                <a:lnTo>
                  <a:pt x="3495045" y="1121273"/>
                </a:lnTo>
                <a:lnTo>
                  <a:pt x="3500073" y="1119324"/>
                </a:lnTo>
                <a:lnTo>
                  <a:pt x="3505704" y="1121734"/>
                </a:lnTo>
                <a:lnTo>
                  <a:pt x="3507706" y="1126712"/>
                </a:lnTo>
                <a:lnTo>
                  <a:pt x="3509660" y="1131735"/>
                </a:lnTo>
                <a:lnTo>
                  <a:pt x="3507200" y="1137411"/>
                </a:lnTo>
                <a:lnTo>
                  <a:pt x="3502222" y="1139313"/>
                </a:lnTo>
                <a:lnTo>
                  <a:pt x="3498725" y="1140752"/>
                </a:lnTo>
                <a:lnTo>
                  <a:pt x="3498396" y="1140887"/>
                </a:lnTo>
                <a:lnTo>
                  <a:pt x="3494184" y="1139800"/>
                </a:lnTo>
                <a:close/>
              </a:path>
              <a:path w="5142230" h="2300604">
                <a:moveTo>
                  <a:pt x="2046542" y="396443"/>
                </a:moveTo>
                <a:lnTo>
                  <a:pt x="2043176" y="392840"/>
                </a:lnTo>
                <a:lnTo>
                  <a:pt x="2042105" y="389641"/>
                </a:lnTo>
                <a:lnTo>
                  <a:pt x="2044000" y="381113"/>
                </a:lnTo>
                <a:lnTo>
                  <a:pt x="2049158" y="377837"/>
                </a:lnTo>
                <a:lnTo>
                  <a:pt x="2059661" y="380088"/>
                </a:lnTo>
                <a:lnTo>
                  <a:pt x="2062973" y="385295"/>
                </a:lnTo>
                <a:lnTo>
                  <a:pt x="2061809" y="390500"/>
                </a:lnTo>
                <a:lnTo>
                  <a:pt x="2060686" y="395749"/>
                </a:lnTo>
                <a:lnTo>
                  <a:pt x="2055516" y="399109"/>
                </a:lnTo>
                <a:lnTo>
                  <a:pt x="2048258" y="397498"/>
                </a:lnTo>
                <a:lnTo>
                  <a:pt x="2046542" y="396443"/>
                </a:lnTo>
                <a:close/>
              </a:path>
              <a:path w="5142230" h="2300604">
                <a:moveTo>
                  <a:pt x="3605179" y="1476689"/>
                </a:moveTo>
                <a:lnTo>
                  <a:pt x="3601763" y="1473032"/>
                </a:lnTo>
                <a:lnTo>
                  <a:pt x="3601001" y="1471826"/>
                </a:lnTo>
                <a:lnTo>
                  <a:pt x="3598862" y="1465332"/>
                </a:lnTo>
                <a:lnTo>
                  <a:pt x="3601643" y="1459903"/>
                </a:lnTo>
                <a:lnTo>
                  <a:pt x="3606706" y="1458187"/>
                </a:lnTo>
                <a:lnTo>
                  <a:pt x="3611858" y="1456470"/>
                </a:lnTo>
                <a:lnTo>
                  <a:pt x="3617341" y="1459210"/>
                </a:lnTo>
                <a:lnTo>
                  <a:pt x="3620675" y="1469427"/>
                </a:lnTo>
                <a:lnTo>
                  <a:pt x="3617939" y="1474904"/>
                </a:lnTo>
                <a:lnTo>
                  <a:pt x="3612877" y="1476620"/>
                </a:lnTo>
                <a:lnTo>
                  <a:pt x="3609105" y="1477861"/>
                </a:lnTo>
                <a:lnTo>
                  <a:pt x="3605179" y="1476689"/>
                </a:lnTo>
                <a:close/>
              </a:path>
              <a:path w="5142230" h="2300604">
                <a:moveTo>
                  <a:pt x="2185255" y="426757"/>
                </a:moveTo>
                <a:lnTo>
                  <a:pt x="2181839" y="423100"/>
                </a:lnTo>
                <a:lnTo>
                  <a:pt x="2180862" y="419904"/>
                </a:lnTo>
                <a:lnTo>
                  <a:pt x="2181540" y="416622"/>
                </a:lnTo>
                <a:lnTo>
                  <a:pt x="2182709" y="411422"/>
                </a:lnTo>
                <a:lnTo>
                  <a:pt x="2187920" y="408106"/>
                </a:lnTo>
                <a:lnTo>
                  <a:pt x="2198419" y="410352"/>
                </a:lnTo>
                <a:lnTo>
                  <a:pt x="2201735" y="415563"/>
                </a:lnTo>
                <a:lnTo>
                  <a:pt x="2200513" y="420804"/>
                </a:lnTo>
                <a:lnTo>
                  <a:pt x="2199395" y="426058"/>
                </a:lnTo>
                <a:lnTo>
                  <a:pt x="2194179" y="429370"/>
                </a:lnTo>
                <a:lnTo>
                  <a:pt x="2188983" y="428206"/>
                </a:lnTo>
                <a:lnTo>
                  <a:pt x="2186967" y="427807"/>
                </a:lnTo>
                <a:lnTo>
                  <a:pt x="2185255" y="426757"/>
                </a:lnTo>
                <a:close/>
              </a:path>
              <a:path w="5142230" h="2300604">
                <a:moveTo>
                  <a:pt x="2323796" y="457863"/>
                </a:moveTo>
                <a:lnTo>
                  <a:pt x="2320379" y="454206"/>
                </a:lnTo>
                <a:lnTo>
                  <a:pt x="2319357" y="450961"/>
                </a:lnTo>
                <a:lnTo>
                  <a:pt x="2321346" y="442437"/>
                </a:lnTo>
                <a:lnTo>
                  <a:pt x="2326509" y="439166"/>
                </a:lnTo>
                <a:lnTo>
                  <a:pt x="2337001" y="441600"/>
                </a:lnTo>
                <a:lnTo>
                  <a:pt x="2340272" y="446763"/>
                </a:lnTo>
                <a:lnTo>
                  <a:pt x="2337833" y="457250"/>
                </a:lnTo>
                <a:lnTo>
                  <a:pt x="2332675" y="460526"/>
                </a:lnTo>
                <a:lnTo>
                  <a:pt x="2325461" y="458864"/>
                </a:lnTo>
                <a:lnTo>
                  <a:pt x="2323796" y="457863"/>
                </a:lnTo>
                <a:close/>
              </a:path>
              <a:path w="5142230" h="2300604">
                <a:moveTo>
                  <a:pt x="2254553" y="442193"/>
                </a:moveTo>
                <a:lnTo>
                  <a:pt x="2251137" y="438536"/>
                </a:lnTo>
                <a:lnTo>
                  <a:pt x="2250163" y="435246"/>
                </a:lnTo>
                <a:lnTo>
                  <a:pt x="2252058" y="426718"/>
                </a:lnTo>
                <a:lnTo>
                  <a:pt x="2257267" y="423496"/>
                </a:lnTo>
                <a:lnTo>
                  <a:pt x="2267762" y="425836"/>
                </a:lnTo>
                <a:lnTo>
                  <a:pt x="2271028" y="430994"/>
                </a:lnTo>
                <a:lnTo>
                  <a:pt x="2269815" y="436245"/>
                </a:lnTo>
                <a:lnTo>
                  <a:pt x="2268693" y="441494"/>
                </a:lnTo>
                <a:lnTo>
                  <a:pt x="2263481" y="444810"/>
                </a:lnTo>
                <a:lnTo>
                  <a:pt x="2256267" y="443148"/>
                </a:lnTo>
                <a:lnTo>
                  <a:pt x="2254553" y="442193"/>
                </a:lnTo>
                <a:close/>
              </a:path>
              <a:path w="5142230" h="2300604">
                <a:moveTo>
                  <a:pt x="3803607" y="1852434"/>
                </a:moveTo>
                <a:lnTo>
                  <a:pt x="3799547" y="1848089"/>
                </a:lnTo>
                <a:lnTo>
                  <a:pt x="3796244" y="1843869"/>
                </a:lnTo>
                <a:lnTo>
                  <a:pt x="3797023" y="1837763"/>
                </a:lnTo>
                <a:lnTo>
                  <a:pt x="3805458" y="1831153"/>
                </a:lnTo>
                <a:lnTo>
                  <a:pt x="3811569" y="1831927"/>
                </a:lnTo>
                <a:lnTo>
                  <a:pt x="3818224" y="1840420"/>
                </a:lnTo>
                <a:lnTo>
                  <a:pt x="3817445" y="1846526"/>
                </a:lnTo>
                <a:lnTo>
                  <a:pt x="3813180" y="1849780"/>
                </a:lnTo>
                <a:lnTo>
                  <a:pt x="3810356" y="1852036"/>
                </a:lnTo>
                <a:lnTo>
                  <a:pt x="3809206" y="1852954"/>
                </a:lnTo>
                <a:lnTo>
                  <a:pt x="3803607" y="1852434"/>
                </a:lnTo>
                <a:close/>
              </a:path>
              <a:path w="5142230" h="2300604">
                <a:moveTo>
                  <a:pt x="3656268" y="1609477"/>
                </a:moveTo>
                <a:lnTo>
                  <a:pt x="3652765" y="1605727"/>
                </a:lnTo>
                <a:lnTo>
                  <a:pt x="3652133" y="1604856"/>
                </a:lnTo>
                <a:lnTo>
                  <a:pt x="3651738" y="1603846"/>
                </a:lnTo>
                <a:lnTo>
                  <a:pt x="3649544" y="1598956"/>
                </a:lnTo>
                <a:lnTo>
                  <a:pt x="3651675" y="1593222"/>
                </a:lnTo>
                <a:lnTo>
                  <a:pt x="3656570" y="1591033"/>
                </a:lnTo>
                <a:lnTo>
                  <a:pt x="3661508" y="1588793"/>
                </a:lnTo>
                <a:lnTo>
                  <a:pt x="3667239" y="1591018"/>
                </a:lnTo>
                <a:lnTo>
                  <a:pt x="3671623" y="1600794"/>
                </a:lnTo>
                <a:lnTo>
                  <a:pt x="3669451" y="1606484"/>
                </a:lnTo>
                <a:lnTo>
                  <a:pt x="3664607" y="1608727"/>
                </a:lnTo>
                <a:lnTo>
                  <a:pt x="3660676" y="1610481"/>
                </a:lnTo>
                <a:lnTo>
                  <a:pt x="3656268" y="1609477"/>
                </a:lnTo>
                <a:close/>
              </a:path>
              <a:path w="5142230" h="2300604">
                <a:moveTo>
                  <a:pt x="4048544" y="2102904"/>
                </a:moveTo>
                <a:lnTo>
                  <a:pt x="4044442" y="2098513"/>
                </a:lnTo>
                <a:lnTo>
                  <a:pt x="4044258" y="2093038"/>
                </a:lnTo>
                <a:lnTo>
                  <a:pt x="4047550" y="2089231"/>
                </a:lnTo>
                <a:lnTo>
                  <a:pt x="4051082" y="2085192"/>
                </a:lnTo>
                <a:lnTo>
                  <a:pt x="4057239" y="2084746"/>
                </a:lnTo>
                <a:lnTo>
                  <a:pt x="4061269" y="2088277"/>
                </a:lnTo>
                <a:lnTo>
                  <a:pt x="4065352" y="2091768"/>
                </a:lnTo>
                <a:lnTo>
                  <a:pt x="4065758" y="2097872"/>
                </a:lnTo>
                <a:lnTo>
                  <a:pt x="4062271" y="2101960"/>
                </a:lnTo>
                <a:lnTo>
                  <a:pt x="4058735" y="2105994"/>
                </a:lnTo>
                <a:lnTo>
                  <a:pt x="4052582" y="2106445"/>
                </a:lnTo>
                <a:lnTo>
                  <a:pt x="4048544" y="2102904"/>
                </a:lnTo>
                <a:close/>
              </a:path>
              <a:path w="5142230" h="2300604">
                <a:moveTo>
                  <a:pt x="4157850" y="2194109"/>
                </a:moveTo>
                <a:lnTo>
                  <a:pt x="4153600" y="2189559"/>
                </a:lnTo>
                <a:lnTo>
                  <a:pt x="4153272" y="2184223"/>
                </a:lnTo>
                <a:lnTo>
                  <a:pt x="4159776" y="2176230"/>
                </a:lnTo>
                <a:lnTo>
                  <a:pt x="4165890" y="2175640"/>
                </a:lnTo>
                <a:lnTo>
                  <a:pt x="4170074" y="2178946"/>
                </a:lnTo>
                <a:lnTo>
                  <a:pt x="4174254" y="2182345"/>
                </a:lnTo>
                <a:lnTo>
                  <a:pt x="4174844" y="2188451"/>
                </a:lnTo>
                <a:lnTo>
                  <a:pt x="4171539" y="2192634"/>
                </a:lnTo>
                <a:lnTo>
                  <a:pt x="4168144" y="2196820"/>
                </a:lnTo>
                <a:lnTo>
                  <a:pt x="4161980" y="2197455"/>
                </a:lnTo>
                <a:lnTo>
                  <a:pt x="4157850" y="2194109"/>
                </a:lnTo>
                <a:close/>
              </a:path>
              <a:path w="5142230" h="2300604">
                <a:moveTo>
                  <a:pt x="3761427" y="1795064"/>
                </a:moveTo>
                <a:lnTo>
                  <a:pt x="3757181" y="1790519"/>
                </a:lnTo>
                <a:lnTo>
                  <a:pt x="3754168" y="1786121"/>
                </a:lnTo>
                <a:lnTo>
                  <a:pt x="3755225" y="1780019"/>
                </a:lnTo>
                <a:lnTo>
                  <a:pt x="3764067" y="1773942"/>
                </a:lnTo>
                <a:lnTo>
                  <a:pt x="3770124" y="1775050"/>
                </a:lnTo>
                <a:lnTo>
                  <a:pt x="3773137" y="1779449"/>
                </a:lnTo>
                <a:lnTo>
                  <a:pt x="3776240" y="1783846"/>
                </a:lnTo>
                <a:lnTo>
                  <a:pt x="3775137" y="1789898"/>
                </a:lnTo>
                <a:lnTo>
                  <a:pt x="3770695" y="1792962"/>
                </a:lnTo>
                <a:lnTo>
                  <a:pt x="3766724" y="1795749"/>
                </a:lnTo>
                <a:lnTo>
                  <a:pt x="3761427" y="1795064"/>
                </a:lnTo>
                <a:close/>
              </a:path>
              <a:path w="5142230" h="2300604">
                <a:moveTo>
                  <a:pt x="3628856" y="1543772"/>
                </a:moveTo>
                <a:lnTo>
                  <a:pt x="3625395" y="1540066"/>
                </a:lnTo>
                <a:lnTo>
                  <a:pt x="3624774" y="1539011"/>
                </a:lnTo>
                <a:lnTo>
                  <a:pt x="3624246" y="1537761"/>
                </a:lnTo>
                <a:lnTo>
                  <a:pt x="3622386" y="1532741"/>
                </a:lnTo>
                <a:lnTo>
                  <a:pt x="3624896" y="1527119"/>
                </a:lnTo>
                <a:lnTo>
                  <a:pt x="3629912" y="1525255"/>
                </a:lnTo>
                <a:lnTo>
                  <a:pt x="3634935" y="1523301"/>
                </a:lnTo>
                <a:lnTo>
                  <a:pt x="3640518" y="1525857"/>
                </a:lnTo>
                <a:lnTo>
                  <a:pt x="3644379" y="1535855"/>
                </a:lnTo>
                <a:lnTo>
                  <a:pt x="3641870" y="1541477"/>
                </a:lnTo>
                <a:lnTo>
                  <a:pt x="3633023" y="1544811"/>
                </a:lnTo>
                <a:lnTo>
                  <a:pt x="3628856" y="1543772"/>
                </a:lnTo>
                <a:close/>
              </a:path>
              <a:path w="5142230" h="2300604">
                <a:moveTo>
                  <a:pt x="3434917" y="1011356"/>
                </a:moveTo>
                <a:lnTo>
                  <a:pt x="3431405" y="1007596"/>
                </a:lnTo>
                <a:lnTo>
                  <a:pt x="3430956" y="1006920"/>
                </a:lnTo>
                <a:lnTo>
                  <a:pt x="3427983" y="1001489"/>
                </a:lnTo>
                <a:lnTo>
                  <a:pt x="3429644" y="995545"/>
                </a:lnTo>
                <a:lnTo>
                  <a:pt x="3439077" y="990394"/>
                </a:lnTo>
                <a:lnTo>
                  <a:pt x="3445014" y="992153"/>
                </a:lnTo>
                <a:lnTo>
                  <a:pt x="3450117" y="1001530"/>
                </a:lnTo>
                <a:lnTo>
                  <a:pt x="3448456" y="1007474"/>
                </a:lnTo>
                <a:lnTo>
                  <a:pt x="3439750" y="1012229"/>
                </a:lnTo>
                <a:lnTo>
                  <a:pt x="3434917" y="1011356"/>
                </a:lnTo>
                <a:close/>
              </a:path>
              <a:path w="5142230" h="2300604">
                <a:moveTo>
                  <a:pt x="3004544" y="655238"/>
                </a:moveTo>
                <a:lnTo>
                  <a:pt x="3001128" y="651581"/>
                </a:lnTo>
                <a:lnTo>
                  <a:pt x="3000269" y="647535"/>
                </a:lnTo>
                <a:lnTo>
                  <a:pt x="3001763" y="643856"/>
                </a:lnTo>
                <a:lnTo>
                  <a:pt x="3003819" y="638922"/>
                </a:lnTo>
                <a:lnTo>
                  <a:pt x="3009515" y="636614"/>
                </a:lnTo>
                <a:lnTo>
                  <a:pt x="3014598" y="638733"/>
                </a:lnTo>
                <a:lnTo>
                  <a:pt x="3019432" y="640682"/>
                </a:lnTo>
                <a:lnTo>
                  <a:pt x="3021785" y="646428"/>
                </a:lnTo>
                <a:lnTo>
                  <a:pt x="3017630" y="656345"/>
                </a:lnTo>
                <a:lnTo>
                  <a:pt x="3011929" y="658648"/>
                </a:lnTo>
                <a:lnTo>
                  <a:pt x="3006999" y="656597"/>
                </a:lnTo>
                <a:lnTo>
                  <a:pt x="3005693" y="656082"/>
                </a:lnTo>
                <a:lnTo>
                  <a:pt x="3004544" y="655238"/>
                </a:lnTo>
                <a:close/>
              </a:path>
              <a:path w="5142230" h="2300604">
                <a:moveTo>
                  <a:pt x="3687426" y="1673425"/>
                </a:moveTo>
                <a:lnTo>
                  <a:pt x="3683964" y="1669720"/>
                </a:lnTo>
                <a:lnTo>
                  <a:pt x="3683469" y="1668995"/>
                </a:lnTo>
                <a:lnTo>
                  <a:pt x="3683019" y="1668219"/>
                </a:lnTo>
                <a:lnTo>
                  <a:pt x="3680543" y="1663419"/>
                </a:lnTo>
                <a:lnTo>
                  <a:pt x="3682394" y="1657581"/>
                </a:lnTo>
                <a:lnTo>
                  <a:pt x="3691865" y="1652568"/>
                </a:lnTo>
                <a:lnTo>
                  <a:pt x="3697747" y="1654369"/>
                </a:lnTo>
                <a:lnTo>
                  <a:pt x="3700232" y="1659179"/>
                </a:lnTo>
                <a:lnTo>
                  <a:pt x="3702761" y="1663939"/>
                </a:lnTo>
                <a:lnTo>
                  <a:pt x="3700906" y="1669772"/>
                </a:lnTo>
                <a:lnTo>
                  <a:pt x="3696146" y="1672301"/>
                </a:lnTo>
                <a:lnTo>
                  <a:pt x="3692210" y="1674344"/>
                </a:lnTo>
                <a:lnTo>
                  <a:pt x="3687426" y="1673425"/>
                </a:lnTo>
                <a:close/>
              </a:path>
              <a:path w="5142230" h="2300604">
                <a:moveTo>
                  <a:pt x="4102828" y="2148992"/>
                </a:moveTo>
                <a:lnTo>
                  <a:pt x="4098631" y="2144499"/>
                </a:lnTo>
                <a:lnTo>
                  <a:pt x="4098439" y="2139113"/>
                </a:lnTo>
                <a:lnTo>
                  <a:pt x="4101596" y="2135259"/>
                </a:lnTo>
                <a:lnTo>
                  <a:pt x="4105037" y="2131123"/>
                </a:lnTo>
                <a:lnTo>
                  <a:pt x="4111149" y="2130627"/>
                </a:lnTo>
                <a:lnTo>
                  <a:pt x="4119362" y="2137464"/>
                </a:lnTo>
                <a:lnTo>
                  <a:pt x="4119961" y="2143579"/>
                </a:lnTo>
                <a:lnTo>
                  <a:pt x="4113066" y="2151838"/>
                </a:lnTo>
                <a:lnTo>
                  <a:pt x="4107009" y="2152392"/>
                </a:lnTo>
                <a:lnTo>
                  <a:pt x="4102828" y="2148992"/>
                </a:lnTo>
                <a:close/>
              </a:path>
              <a:path w="5142230" h="2300604">
                <a:moveTo>
                  <a:pt x="3995249" y="2055726"/>
                </a:moveTo>
                <a:lnTo>
                  <a:pt x="3991286" y="2051484"/>
                </a:lnTo>
                <a:lnTo>
                  <a:pt x="3991195" y="2045717"/>
                </a:lnTo>
                <a:lnTo>
                  <a:pt x="3994632" y="2041967"/>
                </a:lnTo>
                <a:lnTo>
                  <a:pt x="3998209" y="2037977"/>
                </a:lnTo>
                <a:lnTo>
                  <a:pt x="4004360" y="2037719"/>
                </a:lnTo>
                <a:lnTo>
                  <a:pt x="4008345" y="2041301"/>
                </a:lnTo>
                <a:lnTo>
                  <a:pt x="4012282" y="2044928"/>
                </a:lnTo>
                <a:lnTo>
                  <a:pt x="4012594" y="2051029"/>
                </a:lnTo>
                <a:lnTo>
                  <a:pt x="4005376" y="2059040"/>
                </a:lnTo>
                <a:lnTo>
                  <a:pt x="3999235" y="2059308"/>
                </a:lnTo>
                <a:lnTo>
                  <a:pt x="3995249" y="2055726"/>
                </a:lnTo>
                <a:close/>
              </a:path>
              <a:path w="5142230" h="2300604">
                <a:moveTo>
                  <a:pt x="3722673" y="1735398"/>
                </a:moveTo>
                <a:lnTo>
                  <a:pt x="3718646" y="1731088"/>
                </a:lnTo>
                <a:lnTo>
                  <a:pt x="3715475" y="1725933"/>
                </a:lnTo>
                <a:lnTo>
                  <a:pt x="3716906" y="1719939"/>
                </a:lnTo>
                <a:lnTo>
                  <a:pt x="3721533" y="1717169"/>
                </a:lnTo>
                <a:lnTo>
                  <a:pt x="3726109" y="1714346"/>
                </a:lnTo>
                <a:lnTo>
                  <a:pt x="3732059" y="1715828"/>
                </a:lnTo>
                <a:lnTo>
                  <a:pt x="3734877" y="1720409"/>
                </a:lnTo>
                <a:lnTo>
                  <a:pt x="3737647" y="1725035"/>
                </a:lnTo>
                <a:lnTo>
                  <a:pt x="3736170" y="1730981"/>
                </a:lnTo>
                <a:lnTo>
                  <a:pt x="3727635" y="1736214"/>
                </a:lnTo>
                <a:lnTo>
                  <a:pt x="3722673" y="1735398"/>
                </a:lnTo>
                <a:close/>
              </a:path>
              <a:path w="5142230" h="2300604">
                <a:moveTo>
                  <a:pt x="3356374" y="894335"/>
                </a:moveTo>
                <a:lnTo>
                  <a:pt x="3352506" y="890196"/>
                </a:lnTo>
                <a:lnTo>
                  <a:pt x="3349060" y="886019"/>
                </a:lnTo>
                <a:lnTo>
                  <a:pt x="3349645" y="879902"/>
                </a:lnTo>
                <a:lnTo>
                  <a:pt x="3357020" y="873817"/>
                </a:lnTo>
                <a:lnTo>
                  <a:pt x="3357948" y="873050"/>
                </a:lnTo>
                <a:lnTo>
                  <a:pt x="3364070" y="873641"/>
                </a:lnTo>
                <a:lnTo>
                  <a:pt x="3370865" y="881894"/>
                </a:lnTo>
                <a:lnTo>
                  <a:pt x="3370284" y="888016"/>
                </a:lnTo>
                <a:lnTo>
                  <a:pt x="3367069" y="890731"/>
                </a:lnTo>
                <a:lnTo>
                  <a:pt x="3366202" y="891464"/>
                </a:lnTo>
                <a:lnTo>
                  <a:pt x="3362941" y="894136"/>
                </a:lnTo>
                <a:lnTo>
                  <a:pt x="3362219" y="894727"/>
                </a:lnTo>
                <a:lnTo>
                  <a:pt x="3356374" y="894335"/>
                </a:lnTo>
                <a:close/>
              </a:path>
              <a:path w="5142230" h="2300604">
                <a:moveTo>
                  <a:pt x="3466568" y="1074561"/>
                </a:moveTo>
                <a:lnTo>
                  <a:pt x="3463101" y="1070850"/>
                </a:lnTo>
                <a:lnTo>
                  <a:pt x="3462475" y="1069984"/>
                </a:lnTo>
                <a:lnTo>
                  <a:pt x="3459842" y="1064134"/>
                </a:lnTo>
                <a:lnTo>
                  <a:pt x="3461926" y="1058352"/>
                </a:lnTo>
                <a:lnTo>
                  <a:pt x="3466817" y="1056157"/>
                </a:lnTo>
                <a:lnTo>
                  <a:pt x="3471710" y="1053869"/>
                </a:lnTo>
                <a:lnTo>
                  <a:pt x="3477489" y="1056050"/>
                </a:lnTo>
                <a:lnTo>
                  <a:pt x="3479731" y="1060894"/>
                </a:lnTo>
                <a:lnTo>
                  <a:pt x="3481922" y="1065778"/>
                </a:lnTo>
                <a:lnTo>
                  <a:pt x="3479838" y="1071561"/>
                </a:lnTo>
                <a:lnTo>
                  <a:pt x="3474951" y="1073760"/>
                </a:lnTo>
                <a:lnTo>
                  <a:pt x="3471012" y="1075605"/>
                </a:lnTo>
                <a:lnTo>
                  <a:pt x="3466568" y="1074561"/>
                </a:lnTo>
                <a:close/>
              </a:path>
              <a:path w="5142230" h="2300604">
                <a:moveTo>
                  <a:pt x="2938570" y="629383"/>
                </a:moveTo>
                <a:lnTo>
                  <a:pt x="2935154" y="625726"/>
                </a:lnTo>
                <a:lnTo>
                  <a:pt x="2934204" y="621875"/>
                </a:lnTo>
                <a:lnTo>
                  <a:pt x="2935552" y="618332"/>
                </a:lnTo>
                <a:lnTo>
                  <a:pt x="2937423" y="613298"/>
                </a:lnTo>
                <a:lnTo>
                  <a:pt x="2943035" y="610703"/>
                </a:lnTo>
                <a:lnTo>
                  <a:pt x="2953105" y="614445"/>
                </a:lnTo>
                <a:lnTo>
                  <a:pt x="2955649" y="620003"/>
                </a:lnTo>
                <a:lnTo>
                  <a:pt x="2951912" y="630078"/>
                </a:lnTo>
                <a:lnTo>
                  <a:pt x="2946300" y="632672"/>
                </a:lnTo>
                <a:lnTo>
                  <a:pt x="2941260" y="630797"/>
                </a:lnTo>
                <a:lnTo>
                  <a:pt x="2939816" y="630228"/>
                </a:lnTo>
                <a:lnTo>
                  <a:pt x="2938570" y="629383"/>
                </a:lnTo>
                <a:close/>
              </a:path>
              <a:path w="5142230" h="2300604">
                <a:moveTo>
                  <a:pt x="4212977" y="2238752"/>
                </a:moveTo>
                <a:lnTo>
                  <a:pt x="4208778" y="2234257"/>
                </a:lnTo>
                <a:lnTo>
                  <a:pt x="4208498" y="2228875"/>
                </a:lnTo>
                <a:lnTo>
                  <a:pt x="4214953" y="2220927"/>
                </a:lnTo>
                <a:lnTo>
                  <a:pt x="4221066" y="2220238"/>
                </a:lnTo>
                <a:lnTo>
                  <a:pt x="4229432" y="2227043"/>
                </a:lnTo>
                <a:lnTo>
                  <a:pt x="4230022" y="2233148"/>
                </a:lnTo>
                <a:lnTo>
                  <a:pt x="4226675" y="2237288"/>
                </a:lnTo>
                <a:lnTo>
                  <a:pt x="4223321" y="2241517"/>
                </a:lnTo>
                <a:lnTo>
                  <a:pt x="4217206" y="2242107"/>
                </a:lnTo>
                <a:lnTo>
                  <a:pt x="4212977" y="2238752"/>
                </a:lnTo>
                <a:close/>
              </a:path>
              <a:path w="5142230" h="2300604">
                <a:moveTo>
                  <a:pt x="3398509" y="950876"/>
                </a:moveTo>
                <a:lnTo>
                  <a:pt x="3394219" y="946284"/>
                </a:lnTo>
                <a:lnTo>
                  <a:pt x="3391256" y="941747"/>
                </a:lnTo>
                <a:lnTo>
                  <a:pt x="3392406" y="935742"/>
                </a:lnTo>
                <a:lnTo>
                  <a:pt x="3401342" y="929768"/>
                </a:lnTo>
                <a:lnTo>
                  <a:pt x="3407392" y="930965"/>
                </a:lnTo>
                <a:lnTo>
                  <a:pt x="3413368" y="939901"/>
                </a:lnTo>
                <a:lnTo>
                  <a:pt x="3412170" y="945950"/>
                </a:lnTo>
                <a:lnTo>
                  <a:pt x="3403667" y="951611"/>
                </a:lnTo>
                <a:lnTo>
                  <a:pt x="3398509" y="950876"/>
                </a:lnTo>
                <a:close/>
              </a:path>
              <a:path w="5142230" h="2300604">
                <a:moveTo>
                  <a:pt x="3583403" y="1409099"/>
                </a:moveTo>
                <a:lnTo>
                  <a:pt x="3579987" y="1405442"/>
                </a:lnTo>
                <a:lnTo>
                  <a:pt x="3579274" y="1404190"/>
                </a:lnTo>
                <a:lnTo>
                  <a:pt x="3577227" y="1397601"/>
                </a:lnTo>
                <a:lnTo>
                  <a:pt x="3580062" y="1392131"/>
                </a:lnTo>
                <a:lnTo>
                  <a:pt x="3590321" y="1388940"/>
                </a:lnTo>
                <a:lnTo>
                  <a:pt x="3595746" y="1391815"/>
                </a:lnTo>
                <a:lnTo>
                  <a:pt x="3597319" y="1396920"/>
                </a:lnTo>
                <a:lnTo>
                  <a:pt x="3598982" y="1402023"/>
                </a:lnTo>
                <a:lnTo>
                  <a:pt x="3596111" y="1407454"/>
                </a:lnTo>
                <a:lnTo>
                  <a:pt x="3590998" y="1409116"/>
                </a:lnTo>
                <a:lnTo>
                  <a:pt x="3587279" y="1410217"/>
                </a:lnTo>
                <a:lnTo>
                  <a:pt x="3583403" y="1409099"/>
                </a:lnTo>
                <a:close/>
              </a:path>
              <a:path w="5142230" h="2300604">
                <a:moveTo>
                  <a:pt x="2327615" y="380333"/>
                </a:moveTo>
                <a:lnTo>
                  <a:pt x="2324335" y="376823"/>
                </a:lnTo>
                <a:lnTo>
                  <a:pt x="2323397" y="373864"/>
                </a:lnTo>
                <a:lnTo>
                  <a:pt x="2323972" y="370862"/>
                </a:lnTo>
                <a:lnTo>
                  <a:pt x="2324899" y="365795"/>
                </a:lnTo>
                <a:lnTo>
                  <a:pt x="2329729" y="362461"/>
                </a:lnTo>
                <a:lnTo>
                  <a:pt x="2334801" y="363394"/>
                </a:lnTo>
                <a:lnTo>
                  <a:pt x="2339819" y="364367"/>
                </a:lnTo>
                <a:lnTo>
                  <a:pt x="2343148" y="369201"/>
                </a:lnTo>
                <a:lnTo>
                  <a:pt x="2341292" y="379335"/>
                </a:lnTo>
                <a:lnTo>
                  <a:pt x="2336413" y="382616"/>
                </a:lnTo>
                <a:lnTo>
                  <a:pt x="2331391" y="381737"/>
                </a:lnTo>
                <a:lnTo>
                  <a:pt x="2329375" y="381337"/>
                </a:lnTo>
                <a:lnTo>
                  <a:pt x="2327615" y="380333"/>
                </a:lnTo>
                <a:close/>
              </a:path>
              <a:path w="5142230" h="2300604">
                <a:moveTo>
                  <a:pt x="3545176" y="1120880"/>
                </a:moveTo>
                <a:lnTo>
                  <a:pt x="3541187" y="1116610"/>
                </a:lnTo>
                <a:lnTo>
                  <a:pt x="3538491" y="1111185"/>
                </a:lnTo>
                <a:lnTo>
                  <a:pt x="3540287" y="1105581"/>
                </a:lnTo>
                <a:lnTo>
                  <a:pt x="3544606" y="1103360"/>
                </a:lnTo>
                <a:lnTo>
                  <a:pt x="3549462" y="1100936"/>
                </a:lnTo>
                <a:lnTo>
                  <a:pt x="3555024" y="1102780"/>
                </a:lnTo>
                <a:lnTo>
                  <a:pt x="3559711" y="1111907"/>
                </a:lnTo>
                <a:lnTo>
                  <a:pt x="3557872" y="1117560"/>
                </a:lnTo>
                <a:lnTo>
                  <a:pt x="3553510" y="1119735"/>
                </a:lnTo>
                <a:lnTo>
                  <a:pt x="3549507" y="1121804"/>
                </a:lnTo>
                <a:lnTo>
                  <a:pt x="3545176" y="1120880"/>
                </a:lnTo>
                <a:close/>
              </a:path>
              <a:path w="5142230" h="2300604">
                <a:moveTo>
                  <a:pt x="4606170" y="2225368"/>
                </a:moveTo>
                <a:lnTo>
                  <a:pt x="4601863" y="2220757"/>
                </a:lnTo>
                <a:lnTo>
                  <a:pt x="4601437" y="2216001"/>
                </a:lnTo>
                <a:lnTo>
                  <a:pt x="4607090" y="2208173"/>
                </a:lnTo>
                <a:lnTo>
                  <a:pt x="4612877" y="2207232"/>
                </a:lnTo>
                <a:lnTo>
                  <a:pt x="4621266" y="2213283"/>
                </a:lnTo>
                <a:lnTo>
                  <a:pt x="4622149" y="2219115"/>
                </a:lnTo>
                <a:lnTo>
                  <a:pt x="4619180" y="2223268"/>
                </a:lnTo>
                <a:lnTo>
                  <a:pt x="4616109" y="2227406"/>
                </a:lnTo>
                <a:lnTo>
                  <a:pt x="4610317" y="2228342"/>
                </a:lnTo>
                <a:lnTo>
                  <a:pt x="4606170" y="2225368"/>
                </a:lnTo>
                <a:close/>
              </a:path>
              <a:path w="5142230" h="2300604">
                <a:moveTo>
                  <a:pt x="3007689" y="575133"/>
                </a:moveTo>
                <a:lnTo>
                  <a:pt x="3004368" y="571579"/>
                </a:lnTo>
                <a:lnTo>
                  <a:pt x="3003654" y="567488"/>
                </a:lnTo>
                <a:lnTo>
                  <a:pt x="3005290" y="563960"/>
                </a:lnTo>
                <a:lnTo>
                  <a:pt x="3007520" y="559312"/>
                </a:lnTo>
                <a:lnTo>
                  <a:pt x="3013068" y="557333"/>
                </a:lnTo>
                <a:lnTo>
                  <a:pt x="3017669" y="559519"/>
                </a:lnTo>
                <a:lnTo>
                  <a:pt x="3022317" y="561660"/>
                </a:lnTo>
                <a:lnTo>
                  <a:pt x="3024341" y="567248"/>
                </a:lnTo>
                <a:lnTo>
                  <a:pt x="3022105" y="571894"/>
                </a:lnTo>
                <a:lnTo>
                  <a:pt x="3019968" y="576546"/>
                </a:lnTo>
                <a:lnTo>
                  <a:pt x="3014424" y="578529"/>
                </a:lnTo>
                <a:lnTo>
                  <a:pt x="3009726" y="576335"/>
                </a:lnTo>
                <a:lnTo>
                  <a:pt x="3008659" y="575780"/>
                </a:lnTo>
                <a:lnTo>
                  <a:pt x="3007689" y="575133"/>
                </a:lnTo>
                <a:close/>
              </a:path>
              <a:path w="5142230" h="2300604">
                <a:moveTo>
                  <a:pt x="4033879" y="1804328"/>
                </a:moveTo>
                <a:lnTo>
                  <a:pt x="4029909" y="1800078"/>
                </a:lnTo>
                <a:lnTo>
                  <a:pt x="4029716" y="1794886"/>
                </a:lnTo>
                <a:lnTo>
                  <a:pt x="4032714" y="1791254"/>
                </a:lnTo>
                <a:lnTo>
                  <a:pt x="4036059" y="1787308"/>
                </a:lnTo>
                <a:lnTo>
                  <a:pt x="4041883" y="1786798"/>
                </a:lnTo>
                <a:lnTo>
                  <a:pt x="4045832" y="1790048"/>
                </a:lnTo>
                <a:lnTo>
                  <a:pt x="4049783" y="1793397"/>
                </a:lnTo>
                <a:lnTo>
                  <a:pt x="4050293" y="1799222"/>
                </a:lnTo>
                <a:lnTo>
                  <a:pt x="4046994" y="1803216"/>
                </a:lnTo>
                <a:lnTo>
                  <a:pt x="4043698" y="1807117"/>
                </a:lnTo>
                <a:lnTo>
                  <a:pt x="4037869" y="1807622"/>
                </a:lnTo>
                <a:lnTo>
                  <a:pt x="4033879" y="1804328"/>
                </a:lnTo>
                <a:close/>
              </a:path>
              <a:path w="5142230" h="2300604">
                <a:moveTo>
                  <a:pt x="2257753" y="367616"/>
                </a:moveTo>
                <a:lnTo>
                  <a:pt x="2254468" y="364101"/>
                </a:lnTo>
                <a:lnTo>
                  <a:pt x="2253486" y="361192"/>
                </a:lnTo>
                <a:lnTo>
                  <a:pt x="2254061" y="358190"/>
                </a:lnTo>
                <a:lnTo>
                  <a:pt x="2254988" y="353123"/>
                </a:lnTo>
                <a:lnTo>
                  <a:pt x="2259818" y="349790"/>
                </a:lnTo>
                <a:lnTo>
                  <a:pt x="2269907" y="351596"/>
                </a:lnTo>
                <a:lnTo>
                  <a:pt x="2273240" y="356436"/>
                </a:lnTo>
                <a:lnTo>
                  <a:pt x="2272361" y="361457"/>
                </a:lnTo>
                <a:lnTo>
                  <a:pt x="2271429" y="366519"/>
                </a:lnTo>
                <a:lnTo>
                  <a:pt x="2266599" y="369853"/>
                </a:lnTo>
                <a:lnTo>
                  <a:pt x="2259512" y="368621"/>
                </a:lnTo>
                <a:lnTo>
                  <a:pt x="2257753" y="367616"/>
                </a:lnTo>
                <a:close/>
              </a:path>
              <a:path w="5142230" h="2300604">
                <a:moveTo>
                  <a:pt x="4201973" y="1935104"/>
                </a:moveTo>
                <a:lnTo>
                  <a:pt x="4198193" y="1931057"/>
                </a:lnTo>
                <a:lnTo>
                  <a:pt x="4197752" y="1926090"/>
                </a:lnTo>
                <a:lnTo>
                  <a:pt x="4203541" y="1918308"/>
                </a:lnTo>
                <a:lnTo>
                  <a:pt x="4209283" y="1917419"/>
                </a:lnTo>
                <a:lnTo>
                  <a:pt x="4213478" y="1920440"/>
                </a:lnTo>
                <a:lnTo>
                  <a:pt x="4217621" y="1923509"/>
                </a:lnTo>
                <a:lnTo>
                  <a:pt x="4218458" y="1929292"/>
                </a:lnTo>
                <a:lnTo>
                  <a:pt x="4215489" y="1933445"/>
                </a:lnTo>
                <a:lnTo>
                  <a:pt x="4212417" y="1937584"/>
                </a:lnTo>
                <a:lnTo>
                  <a:pt x="4206580" y="1938471"/>
                </a:lnTo>
                <a:lnTo>
                  <a:pt x="4202481" y="1935452"/>
                </a:lnTo>
                <a:lnTo>
                  <a:pt x="4201973" y="1935104"/>
                </a:lnTo>
                <a:close/>
              </a:path>
              <a:path w="5142230" h="2300604">
                <a:moveTo>
                  <a:pt x="3788806" y="1553712"/>
                </a:moveTo>
                <a:lnTo>
                  <a:pt x="3784882" y="1549513"/>
                </a:lnTo>
                <a:lnTo>
                  <a:pt x="3781757" y="1545483"/>
                </a:lnTo>
                <a:lnTo>
                  <a:pt x="3782527" y="1539660"/>
                </a:lnTo>
                <a:lnTo>
                  <a:pt x="3786600" y="1536494"/>
                </a:lnTo>
                <a:lnTo>
                  <a:pt x="3790715" y="1533372"/>
                </a:lnTo>
                <a:lnTo>
                  <a:pt x="3796547" y="1534142"/>
                </a:lnTo>
                <a:lnTo>
                  <a:pt x="3799660" y="1538256"/>
                </a:lnTo>
                <a:lnTo>
                  <a:pt x="3802780" y="1542280"/>
                </a:lnTo>
                <a:lnTo>
                  <a:pt x="3801971" y="1548159"/>
                </a:lnTo>
                <a:lnTo>
                  <a:pt x="3794117" y="1554218"/>
                </a:lnTo>
                <a:lnTo>
                  <a:pt x="3788806" y="1553712"/>
                </a:lnTo>
                <a:close/>
              </a:path>
              <a:path w="5142230" h="2300604">
                <a:moveTo>
                  <a:pt x="2187779" y="355269"/>
                </a:moveTo>
                <a:lnTo>
                  <a:pt x="2184504" y="351763"/>
                </a:lnTo>
                <a:lnTo>
                  <a:pt x="2183517" y="348849"/>
                </a:lnTo>
                <a:lnTo>
                  <a:pt x="2184091" y="345848"/>
                </a:lnTo>
                <a:lnTo>
                  <a:pt x="2184970" y="340826"/>
                </a:lnTo>
                <a:lnTo>
                  <a:pt x="2189803" y="337398"/>
                </a:lnTo>
                <a:lnTo>
                  <a:pt x="2194875" y="338331"/>
                </a:lnTo>
                <a:lnTo>
                  <a:pt x="2199892" y="339205"/>
                </a:lnTo>
                <a:lnTo>
                  <a:pt x="2203274" y="343998"/>
                </a:lnTo>
                <a:lnTo>
                  <a:pt x="2202440" y="349069"/>
                </a:lnTo>
                <a:lnTo>
                  <a:pt x="2201513" y="354136"/>
                </a:lnTo>
                <a:lnTo>
                  <a:pt x="2196724" y="357513"/>
                </a:lnTo>
                <a:lnTo>
                  <a:pt x="2191604" y="356626"/>
                </a:lnTo>
                <a:lnTo>
                  <a:pt x="2189587" y="356227"/>
                </a:lnTo>
                <a:lnTo>
                  <a:pt x="2187779" y="355269"/>
                </a:lnTo>
                <a:close/>
              </a:path>
              <a:path w="5142230" h="2300604">
                <a:moveTo>
                  <a:pt x="4663216" y="2266594"/>
                </a:moveTo>
                <a:lnTo>
                  <a:pt x="4659375" y="2262482"/>
                </a:lnTo>
                <a:lnTo>
                  <a:pt x="4658943" y="2257619"/>
                </a:lnTo>
                <a:lnTo>
                  <a:pt x="4661618" y="2253934"/>
                </a:lnTo>
                <a:lnTo>
                  <a:pt x="4664591" y="2249786"/>
                </a:lnTo>
                <a:lnTo>
                  <a:pt x="4670428" y="2248899"/>
                </a:lnTo>
                <a:lnTo>
                  <a:pt x="4678764" y="2254891"/>
                </a:lnTo>
                <a:lnTo>
                  <a:pt x="4679705" y="2260687"/>
                </a:lnTo>
                <a:lnTo>
                  <a:pt x="4676677" y="2264876"/>
                </a:lnTo>
                <a:lnTo>
                  <a:pt x="4673708" y="2269028"/>
                </a:lnTo>
                <a:lnTo>
                  <a:pt x="4667871" y="2269916"/>
                </a:lnTo>
                <a:lnTo>
                  <a:pt x="4663216" y="2266594"/>
                </a:lnTo>
                <a:close/>
              </a:path>
              <a:path w="5142230" h="2300604">
                <a:moveTo>
                  <a:pt x="3980044" y="1757646"/>
                </a:moveTo>
                <a:lnTo>
                  <a:pt x="3976167" y="1753496"/>
                </a:lnTo>
                <a:lnTo>
                  <a:pt x="3976072" y="1748116"/>
                </a:lnTo>
                <a:lnTo>
                  <a:pt x="3979260" y="1744491"/>
                </a:lnTo>
                <a:lnTo>
                  <a:pt x="3982745" y="1740696"/>
                </a:lnTo>
                <a:lnTo>
                  <a:pt x="3988558" y="1740369"/>
                </a:lnTo>
                <a:lnTo>
                  <a:pt x="3996215" y="1747197"/>
                </a:lnTo>
                <a:lnTo>
                  <a:pt x="3996528" y="1753104"/>
                </a:lnTo>
                <a:lnTo>
                  <a:pt x="3989710" y="1760761"/>
                </a:lnTo>
                <a:lnTo>
                  <a:pt x="3983798" y="1761079"/>
                </a:lnTo>
                <a:lnTo>
                  <a:pt x="3980044" y="1757646"/>
                </a:lnTo>
                <a:close/>
              </a:path>
              <a:path w="5142230" h="2300604">
                <a:moveTo>
                  <a:pt x="2536438" y="422749"/>
                </a:moveTo>
                <a:lnTo>
                  <a:pt x="2533163" y="419244"/>
                </a:lnTo>
                <a:lnTo>
                  <a:pt x="2532183" y="416142"/>
                </a:lnTo>
                <a:lnTo>
                  <a:pt x="2534017" y="408037"/>
                </a:lnTo>
                <a:lnTo>
                  <a:pt x="2538987" y="404854"/>
                </a:lnTo>
                <a:lnTo>
                  <a:pt x="2549011" y="407178"/>
                </a:lnTo>
                <a:lnTo>
                  <a:pt x="2552144" y="412095"/>
                </a:lnTo>
                <a:lnTo>
                  <a:pt x="2549919" y="422127"/>
                </a:lnTo>
                <a:lnTo>
                  <a:pt x="2544902" y="425261"/>
                </a:lnTo>
                <a:lnTo>
                  <a:pt x="2539936" y="424148"/>
                </a:lnTo>
                <a:lnTo>
                  <a:pt x="2538062" y="423706"/>
                </a:lnTo>
                <a:lnTo>
                  <a:pt x="2536438" y="422749"/>
                </a:lnTo>
                <a:close/>
              </a:path>
              <a:path w="5142230" h="2300604">
                <a:moveTo>
                  <a:pt x="3708878" y="1435993"/>
                </a:moveTo>
                <a:lnTo>
                  <a:pt x="3704996" y="1431838"/>
                </a:lnTo>
                <a:lnTo>
                  <a:pt x="3702002" y="1426874"/>
                </a:lnTo>
                <a:lnTo>
                  <a:pt x="3703420" y="1421158"/>
                </a:lnTo>
                <a:lnTo>
                  <a:pt x="3712194" y="1415892"/>
                </a:lnTo>
                <a:lnTo>
                  <a:pt x="3717905" y="1417313"/>
                </a:lnTo>
                <a:lnTo>
                  <a:pt x="3723179" y="1426084"/>
                </a:lnTo>
                <a:lnTo>
                  <a:pt x="3721753" y="1431790"/>
                </a:lnTo>
                <a:lnTo>
                  <a:pt x="3717367" y="1434426"/>
                </a:lnTo>
                <a:lnTo>
                  <a:pt x="3713557" y="1436798"/>
                </a:lnTo>
                <a:lnTo>
                  <a:pt x="3708878" y="1435993"/>
                </a:lnTo>
                <a:close/>
              </a:path>
              <a:path w="5142230" h="2300604">
                <a:moveTo>
                  <a:pt x="2742400" y="475983"/>
                </a:moveTo>
                <a:lnTo>
                  <a:pt x="2739121" y="472472"/>
                </a:lnTo>
                <a:lnTo>
                  <a:pt x="2738196" y="469136"/>
                </a:lnTo>
                <a:lnTo>
                  <a:pt x="2739152" y="465859"/>
                </a:lnTo>
                <a:lnTo>
                  <a:pt x="2740647" y="460911"/>
                </a:lnTo>
                <a:lnTo>
                  <a:pt x="2745789" y="458107"/>
                </a:lnTo>
                <a:lnTo>
                  <a:pt x="2755655" y="461044"/>
                </a:lnTo>
                <a:lnTo>
                  <a:pt x="2758454" y="466191"/>
                </a:lnTo>
                <a:lnTo>
                  <a:pt x="2756964" y="471144"/>
                </a:lnTo>
                <a:lnTo>
                  <a:pt x="2755518" y="476047"/>
                </a:lnTo>
                <a:lnTo>
                  <a:pt x="2750327" y="478897"/>
                </a:lnTo>
                <a:lnTo>
                  <a:pt x="2745422" y="477361"/>
                </a:lnTo>
                <a:lnTo>
                  <a:pt x="2743786" y="476880"/>
                </a:lnTo>
                <a:lnTo>
                  <a:pt x="2742400" y="475983"/>
                </a:lnTo>
                <a:close/>
              </a:path>
              <a:path w="5142230" h="2300604">
                <a:moveTo>
                  <a:pt x="4375315" y="2059079"/>
                </a:moveTo>
                <a:lnTo>
                  <a:pt x="4371425" y="2054915"/>
                </a:lnTo>
                <a:lnTo>
                  <a:pt x="4371035" y="2050102"/>
                </a:lnTo>
                <a:lnTo>
                  <a:pt x="4373661" y="2046461"/>
                </a:lnTo>
                <a:lnTo>
                  <a:pt x="4376594" y="2042270"/>
                </a:lnTo>
                <a:lnTo>
                  <a:pt x="4382429" y="2041284"/>
                </a:lnTo>
                <a:lnTo>
                  <a:pt x="4386578" y="2044256"/>
                </a:lnTo>
                <a:lnTo>
                  <a:pt x="4390773" y="2047186"/>
                </a:lnTo>
                <a:lnTo>
                  <a:pt x="4391760" y="2053030"/>
                </a:lnTo>
                <a:lnTo>
                  <a:pt x="4388787" y="2057178"/>
                </a:lnTo>
                <a:lnTo>
                  <a:pt x="4385804" y="2061416"/>
                </a:lnTo>
                <a:lnTo>
                  <a:pt x="4380017" y="2062356"/>
                </a:lnTo>
                <a:lnTo>
                  <a:pt x="4375315" y="2059079"/>
                </a:lnTo>
                <a:close/>
              </a:path>
              <a:path w="5142230" h="2300604">
                <a:moveTo>
                  <a:pt x="2117806" y="343020"/>
                </a:moveTo>
                <a:lnTo>
                  <a:pt x="2114531" y="339514"/>
                </a:lnTo>
                <a:lnTo>
                  <a:pt x="2113639" y="336604"/>
                </a:lnTo>
                <a:lnTo>
                  <a:pt x="2114118" y="333599"/>
                </a:lnTo>
                <a:lnTo>
                  <a:pt x="2114998" y="328578"/>
                </a:lnTo>
                <a:lnTo>
                  <a:pt x="2119830" y="325149"/>
                </a:lnTo>
                <a:lnTo>
                  <a:pt x="2124902" y="326082"/>
                </a:lnTo>
                <a:lnTo>
                  <a:pt x="2129919" y="326956"/>
                </a:lnTo>
                <a:lnTo>
                  <a:pt x="2133347" y="331799"/>
                </a:lnTo>
                <a:lnTo>
                  <a:pt x="2132468" y="336820"/>
                </a:lnTo>
                <a:lnTo>
                  <a:pt x="2131540" y="341887"/>
                </a:lnTo>
                <a:lnTo>
                  <a:pt x="2126751" y="345265"/>
                </a:lnTo>
                <a:lnTo>
                  <a:pt x="2121730" y="344386"/>
                </a:lnTo>
                <a:lnTo>
                  <a:pt x="2119614" y="343979"/>
                </a:lnTo>
                <a:lnTo>
                  <a:pt x="2117806" y="343020"/>
                </a:lnTo>
                <a:close/>
              </a:path>
              <a:path w="5142230" h="2300604">
                <a:moveTo>
                  <a:pt x="2674177" y="456713"/>
                </a:moveTo>
                <a:lnTo>
                  <a:pt x="2670898" y="453202"/>
                </a:lnTo>
                <a:lnTo>
                  <a:pt x="2669973" y="449866"/>
                </a:lnTo>
                <a:lnTo>
                  <a:pt x="2670836" y="446685"/>
                </a:lnTo>
                <a:lnTo>
                  <a:pt x="2672233" y="441728"/>
                </a:lnTo>
                <a:lnTo>
                  <a:pt x="2677332" y="438781"/>
                </a:lnTo>
                <a:lnTo>
                  <a:pt x="2682248" y="440133"/>
                </a:lnTo>
                <a:lnTo>
                  <a:pt x="2687208" y="441435"/>
                </a:lnTo>
                <a:lnTo>
                  <a:pt x="2690150" y="446540"/>
                </a:lnTo>
                <a:lnTo>
                  <a:pt x="2687452" y="456456"/>
                </a:lnTo>
                <a:lnTo>
                  <a:pt x="2682581" y="459257"/>
                </a:lnTo>
                <a:lnTo>
                  <a:pt x="2682343" y="459393"/>
                </a:lnTo>
                <a:lnTo>
                  <a:pt x="2677383" y="458092"/>
                </a:lnTo>
                <a:lnTo>
                  <a:pt x="2675657" y="457613"/>
                </a:lnTo>
                <a:lnTo>
                  <a:pt x="2674177" y="456713"/>
                </a:lnTo>
                <a:close/>
              </a:path>
              <a:path w="5142230" h="2300604">
                <a:moveTo>
                  <a:pt x="4088773" y="1849016"/>
                </a:moveTo>
                <a:lnTo>
                  <a:pt x="4084980" y="1844955"/>
                </a:lnTo>
                <a:lnTo>
                  <a:pt x="4084740" y="1839909"/>
                </a:lnTo>
                <a:lnTo>
                  <a:pt x="4087649" y="1836278"/>
                </a:lnTo>
                <a:lnTo>
                  <a:pt x="4090808" y="1832231"/>
                </a:lnTo>
                <a:lnTo>
                  <a:pt x="4096634" y="1831528"/>
                </a:lnTo>
                <a:lnTo>
                  <a:pt x="4100683" y="1834786"/>
                </a:lnTo>
                <a:lnTo>
                  <a:pt x="4104729" y="1837945"/>
                </a:lnTo>
                <a:lnTo>
                  <a:pt x="4105379" y="1843821"/>
                </a:lnTo>
                <a:lnTo>
                  <a:pt x="4098965" y="1851813"/>
                </a:lnTo>
                <a:lnTo>
                  <a:pt x="4093139" y="1852516"/>
                </a:lnTo>
                <a:lnTo>
                  <a:pt x="4088773" y="1849016"/>
                </a:lnTo>
                <a:close/>
              </a:path>
              <a:path w="5142230" h="2300604">
                <a:moveTo>
                  <a:pt x="3673336" y="1374294"/>
                </a:moveTo>
                <a:lnTo>
                  <a:pt x="3670016" y="1370739"/>
                </a:lnTo>
                <a:lnTo>
                  <a:pt x="3669566" y="1370063"/>
                </a:lnTo>
                <a:lnTo>
                  <a:pt x="3666723" y="1364867"/>
                </a:lnTo>
                <a:lnTo>
                  <a:pt x="3668373" y="1359207"/>
                </a:lnTo>
                <a:lnTo>
                  <a:pt x="3672853" y="1356766"/>
                </a:lnTo>
                <a:lnTo>
                  <a:pt x="3677370" y="1354272"/>
                </a:lnTo>
                <a:lnTo>
                  <a:pt x="3683030" y="1355934"/>
                </a:lnTo>
                <a:lnTo>
                  <a:pt x="3687960" y="1364925"/>
                </a:lnTo>
                <a:lnTo>
                  <a:pt x="3686304" y="1370580"/>
                </a:lnTo>
                <a:lnTo>
                  <a:pt x="3677984" y="1375165"/>
                </a:lnTo>
                <a:lnTo>
                  <a:pt x="3673336" y="1374294"/>
                </a:lnTo>
                <a:close/>
              </a:path>
              <a:path w="5142230" h="2300604">
                <a:moveTo>
                  <a:pt x="2397364" y="393613"/>
                </a:moveTo>
                <a:lnTo>
                  <a:pt x="2394084" y="390102"/>
                </a:lnTo>
                <a:lnTo>
                  <a:pt x="2393141" y="387138"/>
                </a:lnTo>
                <a:lnTo>
                  <a:pt x="2394692" y="379024"/>
                </a:lnTo>
                <a:lnTo>
                  <a:pt x="2399577" y="375749"/>
                </a:lnTo>
                <a:lnTo>
                  <a:pt x="2409659" y="377744"/>
                </a:lnTo>
                <a:lnTo>
                  <a:pt x="2412939" y="382624"/>
                </a:lnTo>
                <a:lnTo>
                  <a:pt x="2410992" y="392661"/>
                </a:lnTo>
                <a:lnTo>
                  <a:pt x="2406108" y="395936"/>
                </a:lnTo>
                <a:lnTo>
                  <a:pt x="2401045" y="395013"/>
                </a:lnTo>
                <a:lnTo>
                  <a:pt x="2399078" y="394568"/>
                </a:lnTo>
                <a:lnTo>
                  <a:pt x="2397364" y="393613"/>
                </a:lnTo>
                <a:close/>
              </a:path>
              <a:path w="5142230" h="2300604">
                <a:moveTo>
                  <a:pt x="4259524" y="1976771"/>
                </a:moveTo>
                <a:lnTo>
                  <a:pt x="4255688" y="1972664"/>
                </a:lnTo>
                <a:lnTo>
                  <a:pt x="4255297" y="1967845"/>
                </a:lnTo>
                <a:lnTo>
                  <a:pt x="4257922" y="1964207"/>
                </a:lnTo>
                <a:lnTo>
                  <a:pt x="4260895" y="1959959"/>
                </a:lnTo>
                <a:lnTo>
                  <a:pt x="4266691" y="1959028"/>
                </a:lnTo>
                <a:lnTo>
                  <a:pt x="4275026" y="1965020"/>
                </a:lnTo>
                <a:lnTo>
                  <a:pt x="4276014" y="1970864"/>
                </a:lnTo>
                <a:lnTo>
                  <a:pt x="4270016" y="1979206"/>
                </a:lnTo>
                <a:lnTo>
                  <a:pt x="4264220" y="1980137"/>
                </a:lnTo>
                <a:lnTo>
                  <a:pt x="4260032" y="1977119"/>
                </a:lnTo>
                <a:lnTo>
                  <a:pt x="4259524" y="1976771"/>
                </a:lnTo>
                <a:close/>
              </a:path>
              <a:path w="5142230" h="2300604">
                <a:moveTo>
                  <a:pt x="4317412" y="2018015"/>
                </a:moveTo>
                <a:lnTo>
                  <a:pt x="4313526" y="2013855"/>
                </a:lnTo>
                <a:lnTo>
                  <a:pt x="4313089" y="2009087"/>
                </a:lnTo>
                <a:lnTo>
                  <a:pt x="4315674" y="2005402"/>
                </a:lnTo>
                <a:lnTo>
                  <a:pt x="4318691" y="2001205"/>
                </a:lnTo>
                <a:lnTo>
                  <a:pt x="4324483" y="2000269"/>
                </a:lnTo>
                <a:lnTo>
                  <a:pt x="4328680" y="2003197"/>
                </a:lnTo>
                <a:lnTo>
                  <a:pt x="4332827" y="2006171"/>
                </a:lnTo>
                <a:lnTo>
                  <a:pt x="4333862" y="2011970"/>
                </a:lnTo>
                <a:lnTo>
                  <a:pt x="4330841" y="2016162"/>
                </a:lnTo>
                <a:lnTo>
                  <a:pt x="4327908" y="2020354"/>
                </a:lnTo>
                <a:lnTo>
                  <a:pt x="4322071" y="2021341"/>
                </a:lnTo>
                <a:lnTo>
                  <a:pt x="4317412" y="2018015"/>
                </a:lnTo>
                <a:close/>
              </a:path>
              <a:path w="5142230" h="2300604">
                <a:moveTo>
                  <a:pt x="2466992" y="407644"/>
                </a:moveTo>
                <a:lnTo>
                  <a:pt x="2463758" y="404182"/>
                </a:lnTo>
                <a:lnTo>
                  <a:pt x="2462775" y="401174"/>
                </a:lnTo>
                <a:lnTo>
                  <a:pt x="2463447" y="398081"/>
                </a:lnTo>
                <a:lnTo>
                  <a:pt x="2464469" y="393017"/>
                </a:lnTo>
                <a:lnTo>
                  <a:pt x="2469440" y="389835"/>
                </a:lnTo>
                <a:lnTo>
                  <a:pt x="2479470" y="391970"/>
                </a:lnTo>
                <a:lnTo>
                  <a:pt x="2482656" y="396847"/>
                </a:lnTo>
                <a:lnTo>
                  <a:pt x="2481634" y="401910"/>
                </a:lnTo>
                <a:lnTo>
                  <a:pt x="2480566" y="406926"/>
                </a:lnTo>
                <a:lnTo>
                  <a:pt x="2475640" y="410157"/>
                </a:lnTo>
                <a:lnTo>
                  <a:pt x="2470625" y="409089"/>
                </a:lnTo>
                <a:lnTo>
                  <a:pt x="2468658" y="408645"/>
                </a:lnTo>
                <a:lnTo>
                  <a:pt x="2466992" y="407644"/>
                </a:lnTo>
                <a:close/>
              </a:path>
              <a:path w="5142230" h="2300604">
                <a:moveTo>
                  <a:pt x="3071058" y="606800"/>
                </a:moveTo>
                <a:lnTo>
                  <a:pt x="3067733" y="603241"/>
                </a:lnTo>
                <a:lnTo>
                  <a:pt x="3067077" y="598922"/>
                </a:lnTo>
                <a:lnTo>
                  <a:pt x="3068995" y="595304"/>
                </a:lnTo>
                <a:lnTo>
                  <a:pt x="3071411" y="590856"/>
                </a:lnTo>
                <a:lnTo>
                  <a:pt x="3077040" y="589058"/>
                </a:lnTo>
                <a:lnTo>
                  <a:pt x="3081539" y="591530"/>
                </a:lnTo>
                <a:lnTo>
                  <a:pt x="3086078" y="593946"/>
                </a:lnTo>
                <a:lnTo>
                  <a:pt x="3087774" y="599576"/>
                </a:lnTo>
                <a:lnTo>
                  <a:pt x="3082983" y="608617"/>
                </a:lnTo>
                <a:lnTo>
                  <a:pt x="3077309" y="610366"/>
                </a:lnTo>
                <a:lnTo>
                  <a:pt x="3071889" y="607393"/>
                </a:lnTo>
                <a:lnTo>
                  <a:pt x="3071058" y="606800"/>
                </a:lnTo>
                <a:close/>
              </a:path>
              <a:path w="5142230" h="2300604">
                <a:moveTo>
                  <a:pt x="3747211" y="1495990"/>
                </a:moveTo>
                <a:lnTo>
                  <a:pt x="3743041" y="1491527"/>
                </a:lnTo>
                <a:lnTo>
                  <a:pt x="3740164" y="1487274"/>
                </a:lnTo>
                <a:lnTo>
                  <a:pt x="3741262" y="1481510"/>
                </a:lnTo>
                <a:lnTo>
                  <a:pt x="3749762" y="1475751"/>
                </a:lnTo>
                <a:lnTo>
                  <a:pt x="3755532" y="1476845"/>
                </a:lnTo>
                <a:lnTo>
                  <a:pt x="3761290" y="1485354"/>
                </a:lnTo>
                <a:lnTo>
                  <a:pt x="3760192" y="1491119"/>
                </a:lnTo>
                <a:lnTo>
                  <a:pt x="3755944" y="1494001"/>
                </a:lnTo>
                <a:lnTo>
                  <a:pt x="3752120" y="1496651"/>
                </a:lnTo>
                <a:lnTo>
                  <a:pt x="3747211" y="1495990"/>
                </a:lnTo>
                <a:close/>
              </a:path>
              <a:path w="5142230" h="2300604">
                <a:moveTo>
                  <a:pt x="3133244" y="642384"/>
                </a:moveTo>
                <a:lnTo>
                  <a:pt x="3129269" y="638129"/>
                </a:lnTo>
                <a:lnTo>
                  <a:pt x="3128678" y="633683"/>
                </a:lnTo>
                <a:lnTo>
                  <a:pt x="3130928" y="630029"/>
                </a:lnTo>
                <a:lnTo>
                  <a:pt x="3133582" y="625641"/>
                </a:lnTo>
                <a:lnTo>
                  <a:pt x="3139095" y="624306"/>
                </a:lnTo>
                <a:lnTo>
                  <a:pt x="3139244" y="624270"/>
                </a:lnTo>
                <a:lnTo>
                  <a:pt x="3148078" y="629622"/>
                </a:lnTo>
                <a:lnTo>
                  <a:pt x="3149395" y="635332"/>
                </a:lnTo>
                <a:lnTo>
                  <a:pt x="3144092" y="644121"/>
                </a:lnTo>
                <a:lnTo>
                  <a:pt x="3138337" y="645488"/>
                </a:lnTo>
                <a:lnTo>
                  <a:pt x="3133986" y="642787"/>
                </a:lnTo>
                <a:lnTo>
                  <a:pt x="3133244" y="642384"/>
                </a:lnTo>
                <a:close/>
              </a:path>
              <a:path w="5142230" h="2300604">
                <a:moveTo>
                  <a:pt x="3640115" y="1311460"/>
                </a:moveTo>
                <a:lnTo>
                  <a:pt x="3636794" y="1307906"/>
                </a:lnTo>
                <a:lnTo>
                  <a:pt x="3636300" y="1307181"/>
                </a:lnTo>
                <a:lnTo>
                  <a:pt x="3635855" y="1306409"/>
                </a:lnTo>
                <a:lnTo>
                  <a:pt x="3633556" y="1301800"/>
                </a:lnTo>
                <a:lnTo>
                  <a:pt x="3635304" y="1296240"/>
                </a:lnTo>
                <a:lnTo>
                  <a:pt x="3644481" y="1291502"/>
                </a:lnTo>
                <a:lnTo>
                  <a:pt x="3650031" y="1293339"/>
                </a:lnTo>
                <a:lnTo>
                  <a:pt x="3654730" y="1302473"/>
                </a:lnTo>
                <a:lnTo>
                  <a:pt x="3652981" y="1307932"/>
                </a:lnTo>
                <a:lnTo>
                  <a:pt x="3652934" y="1308077"/>
                </a:lnTo>
                <a:lnTo>
                  <a:pt x="3644620" y="1312374"/>
                </a:lnTo>
                <a:lnTo>
                  <a:pt x="3640115" y="1311460"/>
                </a:lnTo>
                <a:close/>
              </a:path>
              <a:path w="5142230" h="2300604">
                <a:moveTo>
                  <a:pt x="3833509" y="1608995"/>
                </a:moveTo>
                <a:lnTo>
                  <a:pt x="3829869" y="1605099"/>
                </a:lnTo>
                <a:lnTo>
                  <a:pt x="3826508" y="1601208"/>
                </a:lnTo>
                <a:lnTo>
                  <a:pt x="3826989" y="1595271"/>
                </a:lnTo>
                <a:lnTo>
                  <a:pt x="3830263" y="1592520"/>
                </a:lnTo>
                <a:lnTo>
                  <a:pt x="3834166" y="1589171"/>
                </a:lnTo>
                <a:lnTo>
                  <a:pt x="3834773" y="1588648"/>
                </a:lnTo>
                <a:lnTo>
                  <a:pt x="3840655" y="1589080"/>
                </a:lnTo>
                <a:lnTo>
                  <a:pt x="3843971" y="1593021"/>
                </a:lnTo>
                <a:lnTo>
                  <a:pt x="3847328" y="1596908"/>
                </a:lnTo>
                <a:lnTo>
                  <a:pt x="3846896" y="1602799"/>
                </a:lnTo>
                <a:lnTo>
                  <a:pt x="3843573" y="1605595"/>
                </a:lnTo>
                <a:lnTo>
                  <a:pt x="3839718" y="1608897"/>
                </a:lnTo>
                <a:lnTo>
                  <a:pt x="3839161" y="1609376"/>
                </a:lnTo>
                <a:lnTo>
                  <a:pt x="3833509" y="1608995"/>
                </a:lnTo>
                <a:close/>
              </a:path>
              <a:path w="5142230" h="2300604">
                <a:moveTo>
                  <a:pt x="3440137" y="936203"/>
                </a:moveTo>
                <a:lnTo>
                  <a:pt x="3435930" y="931699"/>
                </a:lnTo>
                <a:lnTo>
                  <a:pt x="3433101" y="927402"/>
                </a:lnTo>
                <a:lnTo>
                  <a:pt x="3434283" y="921632"/>
                </a:lnTo>
                <a:lnTo>
                  <a:pt x="3442836" y="916025"/>
                </a:lnTo>
                <a:lnTo>
                  <a:pt x="3448556" y="917165"/>
                </a:lnTo>
                <a:lnTo>
                  <a:pt x="3451475" y="921460"/>
                </a:lnTo>
                <a:lnTo>
                  <a:pt x="3454256" y="925710"/>
                </a:lnTo>
                <a:lnTo>
                  <a:pt x="3453119" y="931530"/>
                </a:lnTo>
                <a:lnTo>
                  <a:pt x="3448821" y="934358"/>
                </a:lnTo>
                <a:lnTo>
                  <a:pt x="3444960" y="936869"/>
                </a:lnTo>
                <a:lnTo>
                  <a:pt x="3440137" y="936203"/>
                </a:lnTo>
                <a:close/>
              </a:path>
              <a:path w="5142230" h="2300604">
                <a:moveTo>
                  <a:pt x="3608191" y="1247962"/>
                </a:moveTo>
                <a:lnTo>
                  <a:pt x="3604870" y="1244408"/>
                </a:lnTo>
                <a:lnTo>
                  <a:pt x="3604371" y="1243678"/>
                </a:lnTo>
                <a:lnTo>
                  <a:pt x="3601682" y="1238255"/>
                </a:lnTo>
                <a:lnTo>
                  <a:pt x="3603523" y="1232700"/>
                </a:lnTo>
                <a:lnTo>
                  <a:pt x="3612555" y="1228198"/>
                </a:lnTo>
                <a:lnTo>
                  <a:pt x="3612744" y="1228104"/>
                </a:lnTo>
                <a:lnTo>
                  <a:pt x="3618294" y="1230041"/>
                </a:lnTo>
                <a:lnTo>
                  <a:pt x="3622845" y="1239213"/>
                </a:lnTo>
                <a:lnTo>
                  <a:pt x="3620999" y="1244763"/>
                </a:lnTo>
                <a:lnTo>
                  <a:pt x="3612648" y="1248921"/>
                </a:lnTo>
                <a:lnTo>
                  <a:pt x="3608191" y="1247962"/>
                </a:lnTo>
                <a:close/>
              </a:path>
              <a:path w="5142230" h="2300604">
                <a:moveTo>
                  <a:pt x="3927834" y="1708990"/>
                </a:moveTo>
                <a:lnTo>
                  <a:pt x="3924092" y="1704984"/>
                </a:lnTo>
                <a:lnTo>
                  <a:pt x="3924145" y="1699470"/>
                </a:lnTo>
                <a:lnTo>
                  <a:pt x="3931192" y="1692156"/>
                </a:lnTo>
                <a:lnTo>
                  <a:pt x="3937049" y="1692072"/>
                </a:lnTo>
                <a:lnTo>
                  <a:pt x="3944454" y="1699217"/>
                </a:lnTo>
                <a:lnTo>
                  <a:pt x="3944484" y="1705114"/>
                </a:lnTo>
                <a:lnTo>
                  <a:pt x="3937389" y="1712474"/>
                </a:lnTo>
                <a:lnTo>
                  <a:pt x="3931483" y="1712603"/>
                </a:lnTo>
                <a:lnTo>
                  <a:pt x="3927834" y="1708990"/>
                </a:lnTo>
                <a:close/>
              </a:path>
              <a:path w="5142230" h="2300604">
                <a:moveTo>
                  <a:pt x="2876889" y="520644"/>
                </a:moveTo>
                <a:lnTo>
                  <a:pt x="2873610" y="517133"/>
                </a:lnTo>
                <a:lnTo>
                  <a:pt x="2872744" y="513467"/>
                </a:lnTo>
                <a:lnTo>
                  <a:pt x="2873993" y="510017"/>
                </a:lnTo>
                <a:lnTo>
                  <a:pt x="2875807" y="505209"/>
                </a:lnTo>
                <a:lnTo>
                  <a:pt x="2881182" y="502754"/>
                </a:lnTo>
                <a:lnTo>
                  <a:pt x="2890739" y="506336"/>
                </a:lnTo>
                <a:lnTo>
                  <a:pt x="2893244" y="511657"/>
                </a:lnTo>
                <a:lnTo>
                  <a:pt x="2891430" y="516465"/>
                </a:lnTo>
                <a:lnTo>
                  <a:pt x="2889661" y="521314"/>
                </a:lnTo>
                <a:lnTo>
                  <a:pt x="2884286" y="523769"/>
                </a:lnTo>
                <a:lnTo>
                  <a:pt x="2878091" y="521438"/>
                </a:lnTo>
                <a:lnTo>
                  <a:pt x="2876889" y="520644"/>
                </a:lnTo>
                <a:close/>
              </a:path>
              <a:path w="5142230" h="2300604">
                <a:moveTo>
                  <a:pt x="3477503" y="996244"/>
                </a:moveTo>
                <a:lnTo>
                  <a:pt x="3473664" y="992134"/>
                </a:lnTo>
                <a:lnTo>
                  <a:pt x="3473265" y="991512"/>
                </a:lnTo>
                <a:lnTo>
                  <a:pt x="3470678" y="987080"/>
                </a:lnTo>
                <a:lnTo>
                  <a:pt x="3472142" y="981412"/>
                </a:lnTo>
                <a:lnTo>
                  <a:pt x="3476578" y="978830"/>
                </a:lnTo>
                <a:lnTo>
                  <a:pt x="3480959" y="976189"/>
                </a:lnTo>
                <a:lnTo>
                  <a:pt x="3486670" y="977610"/>
                </a:lnTo>
                <a:lnTo>
                  <a:pt x="3491939" y="986477"/>
                </a:lnTo>
                <a:lnTo>
                  <a:pt x="3490427" y="992190"/>
                </a:lnTo>
                <a:lnTo>
                  <a:pt x="3486041" y="994826"/>
                </a:lnTo>
                <a:lnTo>
                  <a:pt x="3482185" y="997050"/>
                </a:lnTo>
                <a:lnTo>
                  <a:pt x="3477503" y="996244"/>
                </a:lnTo>
                <a:close/>
              </a:path>
              <a:path w="5142230" h="2300604">
                <a:moveTo>
                  <a:pt x="3399071" y="878464"/>
                </a:moveTo>
                <a:lnTo>
                  <a:pt x="3395245" y="874368"/>
                </a:lnTo>
                <a:lnTo>
                  <a:pt x="3392133" y="870253"/>
                </a:lnTo>
                <a:lnTo>
                  <a:pt x="3392894" y="864420"/>
                </a:lnTo>
                <a:lnTo>
                  <a:pt x="3401082" y="858232"/>
                </a:lnTo>
                <a:lnTo>
                  <a:pt x="3406915" y="859001"/>
                </a:lnTo>
                <a:lnTo>
                  <a:pt x="3410031" y="863121"/>
                </a:lnTo>
                <a:lnTo>
                  <a:pt x="3413148" y="867139"/>
                </a:lnTo>
                <a:lnTo>
                  <a:pt x="3412339" y="873018"/>
                </a:lnTo>
                <a:lnTo>
                  <a:pt x="3408268" y="876090"/>
                </a:lnTo>
                <a:lnTo>
                  <a:pt x="3404435" y="879022"/>
                </a:lnTo>
                <a:lnTo>
                  <a:pt x="3399071" y="878464"/>
                </a:lnTo>
                <a:close/>
              </a:path>
              <a:path w="5142230" h="2300604">
                <a:moveTo>
                  <a:pt x="3301747" y="769784"/>
                </a:moveTo>
                <a:lnTo>
                  <a:pt x="3298004" y="765777"/>
                </a:lnTo>
                <a:lnTo>
                  <a:pt x="3297963" y="760260"/>
                </a:lnTo>
                <a:lnTo>
                  <a:pt x="3301390" y="756694"/>
                </a:lnTo>
                <a:lnTo>
                  <a:pt x="3304913" y="752937"/>
                </a:lnTo>
                <a:lnTo>
                  <a:pt x="3310771" y="752761"/>
                </a:lnTo>
                <a:lnTo>
                  <a:pt x="3318274" y="759814"/>
                </a:lnTo>
                <a:lnTo>
                  <a:pt x="3318409" y="765723"/>
                </a:lnTo>
                <a:lnTo>
                  <a:pt x="3311398" y="773177"/>
                </a:lnTo>
                <a:lnTo>
                  <a:pt x="3305444" y="773351"/>
                </a:lnTo>
                <a:lnTo>
                  <a:pt x="3301747" y="769784"/>
                </a:lnTo>
                <a:close/>
              </a:path>
              <a:path w="5142230" h="2300604">
                <a:moveTo>
                  <a:pt x="3354194" y="823971"/>
                </a:moveTo>
                <a:lnTo>
                  <a:pt x="3350637" y="820162"/>
                </a:lnTo>
                <a:lnTo>
                  <a:pt x="3347231" y="816322"/>
                </a:lnTo>
                <a:lnTo>
                  <a:pt x="3347569" y="810427"/>
                </a:lnTo>
                <a:lnTo>
                  <a:pt x="3351369" y="806968"/>
                </a:lnTo>
                <a:lnTo>
                  <a:pt x="3354868" y="803874"/>
                </a:lnTo>
                <a:lnTo>
                  <a:pt x="3355220" y="803563"/>
                </a:lnTo>
                <a:lnTo>
                  <a:pt x="3361104" y="803901"/>
                </a:lnTo>
                <a:lnTo>
                  <a:pt x="3367924" y="811592"/>
                </a:lnTo>
                <a:lnTo>
                  <a:pt x="3367585" y="817488"/>
                </a:lnTo>
                <a:lnTo>
                  <a:pt x="3360243" y="823993"/>
                </a:lnTo>
                <a:lnTo>
                  <a:pt x="3359992" y="824216"/>
                </a:lnTo>
                <a:lnTo>
                  <a:pt x="3354194" y="823971"/>
                </a:lnTo>
                <a:close/>
              </a:path>
              <a:path w="5142230" h="2300604">
                <a:moveTo>
                  <a:pt x="2942859" y="546493"/>
                </a:moveTo>
                <a:lnTo>
                  <a:pt x="2939574" y="542978"/>
                </a:lnTo>
                <a:lnTo>
                  <a:pt x="2938763" y="539079"/>
                </a:lnTo>
                <a:lnTo>
                  <a:pt x="2940208" y="535638"/>
                </a:lnTo>
                <a:lnTo>
                  <a:pt x="2942162" y="530891"/>
                </a:lnTo>
                <a:lnTo>
                  <a:pt x="2947617" y="528616"/>
                </a:lnTo>
                <a:lnTo>
                  <a:pt x="2957111" y="532622"/>
                </a:lnTo>
                <a:lnTo>
                  <a:pt x="2959339" y="538038"/>
                </a:lnTo>
                <a:lnTo>
                  <a:pt x="2955424" y="547530"/>
                </a:lnTo>
                <a:lnTo>
                  <a:pt x="2949969" y="549805"/>
                </a:lnTo>
                <a:lnTo>
                  <a:pt x="2945225" y="547752"/>
                </a:lnTo>
                <a:lnTo>
                  <a:pt x="2943965" y="547286"/>
                </a:lnTo>
                <a:lnTo>
                  <a:pt x="2942859" y="546493"/>
                </a:lnTo>
                <a:close/>
              </a:path>
              <a:path w="5142230" h="2300604">
                <a:moveTo>
                  <a:pt x="2605477" y="438984"/>
                </a:moveTo>
                <a:lnTo>
                  <a:pt x="2602243" y="435522"/>
                </a:lnTo>
                <a:lnTo>
                  <a:pt x="2601285" y="432248"/>
                </a:lnTo>
                <a:lnTo>
                  <a:pt x="2602035" y="429141"/>
                </a:lnTo>
                <a:lnTo>
                  <a:pt x="2603292" y="424133"/>
                </a:lnTo>
                <a:lnTo>
                  <a:pt x="2604645" y="423333"/>
                </a:lnTo>
                <a:lnTo>
                  <a:pt x="2608469" y="421171"/>
                </a:lnTo>
                <a:lnTo>
                  <a:pt x="2618272" y="423552"/>
                </a:lnTo>
                <a:lnTo>
                  <a:pt x="2621362" y="428619"/>
                </a:lnTo>
                <a:lnTo>
                  <a:pt x="2620101" y="433623"/>
                </a:lnTo>
                <a:lnTo>
                  <a:pt x="2618893" y="438586"/>
                </a:lnTo>
                <a:lnTo>
                  <a:pt x="2613885" y="441630"/>
                </a:lnTo>
                <a:lnTo>
                  <a:pt x="2608876" y="440374"/>
                </a:lnTo>
                <a:lnTo>
                  <a:pt x="2607048" y="439981"/>
                </a:lnTo>
                <a:lnTo>
                  <a:pt x="2605477" y="438984"/>
                </a:lnTo>
                <a:close/>
              </a:path>
              <a:path w="5142230" h="2300604">
                <a:moveTo>
                  <a:pt x="3192366" y="680940"/>
                </a:moveTo>
                <a:lnTo>
                  <a:pt x="3188479" y="676780"/>
                </a:lnTo>
                <a:lnTo>
                  <a:pt x="3188043" y="672012"/>
                </a:lnTo>
                <a:lnTo>
                  <a:pt x="3193545" y="664124"/>
                </a:lnTo>
                <a:lnTo>
                  <a:pt x="3199387" y="663141"/>
                </a:lnTo>
                <a:lnTo>
                  <a:pt x="3207779" y="668998"/>
                </a:lnTo>
                <a:lnTo>
                  <a:pt x="3208814" y="674798"/>
                </a:lnTo>
                <a:lnTo>
                  <a:pt x="3202909" y="683235"/>
                </a:lnTo>
                <a:lnTo>
                  <a:pt x="3197109" y="684261"/>
                </a:lnTo>
                <a:lnTo>
                  <a:pt x="3192366" y="680940"/>
                </a:lnTo>
                <a:close/>
              </a:path>
              <a:path w="5142230" h="2300604">
                <a:moveTo>
                  <a:pt x="3248611" y="723261"/>
                </a:moveTo>
                <a:lnTo>
                  <a:pt x="3244871" y="719257"/>
                </a:lnTo>
                <a:lnTo>
                  <a:pt x="3244627" y="714108"/>
                </a:lnTo>
                <a:lnTo>
                  <a:pt x="3247629" y="710482"/>
                </a:lnTo>
                <a:lnTo>
                  <a:pt x="3250834" y="706483"/>
                </a:lnTo>
                <a:lnTo>
                  <a:pt x="3256660" y="705880"/>
                </a:lnTo>
                <a:lnTo>
                  <a:pt x="3260708" y="709139"/>
                </a:lnTo>
                <a:lnTo>
                  <a:pt x="3264658" y="712389"/>
                </a:lnTo>
                <a:lnTo>
                  <a:pt x="3265263" y="718215"/>
                </a:lnTo>
                <a:lnTo>
                  <a:pt x="3262053" y="722210"/>
                </a:lnTo>
                <a:lnTo>
                  <a:pt x="3258808" y="726163"/>
                </a:lnTo>
                <a:lnTo>
                  <a:pt x="3252932" y="726813"/>
                </a:lnTo>
                <a:lnTo>
                  <a:pt x="3248611" y="723261"/>
                </a:lnTo>
                <a:close/>
              </a:path>
              <a:path w="5142230" h="2300604">
                <a:moveTo>
                  <a:pt x="4716557" y="2300034"/>
                </a:moveTo>
                <a:lnTo>
                  <a:pt x="4716488" y="2299183"/>
                </a:lnTo>
                <a:lnTo>
                  <a:pt x="4722140" y="2291355"/>
                </a:lnTo>
                <a:lnTo>
                  <a:pt x="4727977" y="2290468"/>
                </a:lnTo>
                <a:lnTo>
                  <a:pt x="4736320" y="2296463"/>
                </a:lnTo>
                <a:lnTo>
                  <a:pt x="4736850" y="2299965"/>
                </a:lnTo>
                <a:lnTo>
                  <a:pt x="4730248" y="2300034"/>
                </a:lnTo>
                <a:lnTo>
                  <a:pt x="4716557" y="2300034"/>
                </a:lnTo>
                <a:close/>
              </a:path>
              <a:path w="5142230" h="2300604">
                <a:moveTo>
                  <a:pt x="4491117" y="2142188"/>
                </a:moveTo>
                <a:lnTo>
                  <a:pt x="4486770" y="2137535"/>
                </a:lnTo>
                <a:lnTo>
                  <a:pt x="4486384" y="2132821"/>
                </a:lnTo>
                <a:lnTo>
                  <a:pt x="4492033" y="2124989"/>
                </a:lnTo>
                <a:lnTo>
                  <a:pt x="4497826" y="2124050"/>
                </a:lnTo>
                <a:lnTo>
                  <a:pt x="4506166" y="2130048"/>
                </a:lnTo>
                <a:lnTo>
                  <a:pt x="4507099" y="2135933"/>
                </a:lnTo>
                <a:lnTo>
                  <a:pt x="4504130" y="2140086"/>
                </a:lnTo>
                <a:lnTo>
                  <a:pt x="4501056" y="2144227"/>
                </a:lnTo>
                <a:lnTo>
                  <a:pt x="4495264" y="2145163"/>
                </a:lnTo>
                <a:lnTo>
                  <a:pt x="4491117" y="2142188"/>
                </a:lnTo>
                <a:close/>
              </a:path>
              <a:path w="5142230" h="2300604">
                <a:moveTo>
                  <a:pt x="1908191" y="304448"/>
                </a:moveTo>
                <a:lnTo>
                  <a:pt x="1904911" y="300938"/>
                </a:lnTo>
                <a:lnTo>
                  <a:pt x="1903977" y="297884"/>
                </a:lnTo>
                <a:lnTo>
                  <a:pt x="1904600" y="294837"/>
                </a:lnTo>
                <a:lnTo>
                  <a:pt x="1905573" y="289819"/>
                </a:lnTo>
                <a:lnTo>
                  <a:pt x="1910498" y="286587"/>
                </a:lnTo>
                <a:lnTo>
                  <a:pt x="1915512" y="287556"/>
                </a:lnTo>
                <a:lnTo>
                  <a:pt x="1920581" y="288583"/>
                </a:lnTo>
                <a:lnTo>
                  <a:pt x="1923856" y="293458"/>
                </a:lnTo>
                <a:lnTo>
                  <a:pt x="1921817" y="303590"/>
                </a:lnTo>
                <a:lnTo>
                  <a:pt x="1916887" y="306817"/>
                </a:lnTo>
                <a:lnTo>
                  <a:pt x="1911873" y="305848"/>
                </a:lnTo>
                <a:lnTo>
                  <a:pt x="1909905" y="305404"/>
                </a:lnTo>
                <a:lnTo>
                  <a:pt x="1908191" y="304448"/>
                </a:lnTo>
                <a:close/>
              </a:path>
              <a:path w="5142230" h="2300604">
                <a:moveTo>
                  <a:pt x="3576794" y="1184347"/>
                </a:moveTo>
                <a:lnTo>
                  <a:pt x="3573464" y="1180782"/>
                </a:lnTo>
                <a:lnTo>
                  <a:pt x="3572929" y="1180013"/>
                </a:lnTo>
                <a:lnTo>
                  <a:pt x="3570235" y="1174586"/>
                </a:lnTo>
                <a:lnTo>
                  <a:pt x="3572124" y="1168986"/>
                </a:lnTo>
                <a:lnTo>
                  <a:pt x="3581108" y="1164528"/>
                </a:lnTo>
                <a:lnTo>
                  <a:pt x="3581297" y="1164434"/>
                </a:lnTo>
                <a:lnTo>
                  <a:pt x="3586893" y="1166320"/>
                </a:lnTo>
                <a:lnTo>
                  <a:pt x="3589197" y="1170934"/>
                </a:lnTo>
                <a:lnTo>
                  <a:pt x="3591444" y="1175592"/>
                </a:lnTo>
                <a:lnTo>
                  <a:pt x="3589559" y="1181096"/>
                </a:lnTo>
                <a:lnTo>
                  <a:pt x="3581202" y="1185251"/>
                </a:lnTo>
                <a:lnTo>
                  <a:pt x="3576794" y="1184347"/>
                </a:lnTo>
                <a:close/>
              </a:path>
              <a:path w="5142230" h="2300604">
                <a:moveTo>
                  <a:pt x="3881135" y="1661933"/>
                </a:moveTo>
                <a:lnTo>
                  <a:pt x="3874075" y="1654375"/>
                </a:lnTo>
                <a:lnTo>
                  <a:pt x="3874276" y="1648627"/>
                </a:lnTo>
                <a:lnTo>
                  <a:pt x="3881735" y="1641559"/>
                </a:lnTo>
                <a:lnTo>
                  <a:pt x="3887724" y="1641715"/>
                </a:lnTo>
                <a:lnTo>
                  <a:pt x="3894694" y="1649176"/>
                </a:lnTo>
                <a:lnTo>
                  <a:pt x="3894541" y="1655072"/>
                </a:lnTo>
                <a:lnTo>
                  <a:pt x="3887031" y="1662086"/>
                </a:lnTo>
                <a:lnTo>
                  <a:pt x="3881135" y="1661933"/>
                </a:lnTo>
                <a:close/>
              </a:path>
              <a:path w="5142230" h="2300604">
                <a:moveTo>
                  <a:pt x="4548166" y="2183412"/>
                </a:moveTo>
                <a:lnTo>
                  <a:pt x="4544281" y="2179253"/>
                </a:lnTo>
                <a:lnTo>
                  <a:pt x="4543890" y="2174440"/>
                </a:lnTo>
                <a:lnTo>
                  <a:pt x="4546565" y="2170754"/>
                </a:lnTo>
                <a:lnTo>
                  <a:pt x="4549539" y="2166606"/>
                </a:lnTo>
                <a:lnTo>
                  <a:pt x="4555380" y="2165624"/>
                </a:lnTo>
                <a:lnTo>
                  <a:pt x="4559525" y="2168692"/>
                </a:lnTo>
                <a:lnTo>
                  <a:pt x="4563713" y="2171710"/>
                </a:lnTo>
                <a:lnTo>
                  <a:pt x="4564652" y="2177507"/>
                </a:lnTo>
                <a:lnTo>
                  <a:pt x="4561626" y="2181694"/>
                </a:lnTo>
                <a:lnTo>
                  <a:pt x="4558612" y="2185798"/>
                </a:lnTo>
                <a:lnTo>
                  <a:pt x="4552820" y="2186734"/>
                </a:lnTo>
                <a:lnTo>
                  <a:pt x="4548166" y="2183412"/>
                </a:lnTo>
                <a:close/>
              </a:path>
              <a:path w="5142230" h="2300604">
                <a:moveTo>
                  <a:pt x="3512285" y="1058008"/>
                </a:moveTo>
                <a:lnTo>
                  <a:pt x="3508348" y="1053794"/>
                </a:lnTo>
                <a:lnTo>
                  <a:pt x="3507996" y="1053026"/>
                </a:lnTo>
                <a:lnTo>
                  <a:pt x="3505552" y="1048553"/>
                </a:lnTo>
                <a:lnTo>
                  <a:pt x="3507202" y="1042893"/>
                </a:lnTo>
                <a:lnTo>
                  <a:pt x="3511775" y="1040457"/>
                </a:lnTo>
                <a:lnTo>
                  <a:pt x="3516250" y="1038011"/>
                </a:lnTo>
                <a:lnTo>
                  <a:pt x="3521904" y="1039669"/>
                </a:lnTo>
                <a:lnTo>
                  <a:pt x="3526791" y="1048709"/>
                </a:lnTo>
                <a:lnTo>
                  <a:pt x="3525130" y="1054361"/>
                </a:lnTo>
                <a:lnTo>
                  <a:pt x="3520566" y="1056807"/>
                </a:lnTo>
                <a:lnTo>
                  <a:pt x="3516766" y="1058896"/>
                </a:lnTo>
                <a:lnTo>
                  <a:pt x="3512285" y="1058008"/>
                </a:lnTo>
                <a:close/>
              </a:path>
              <a:path w="5142230" h="2300604">
                <a:moveTo>
                  <a:pt x="4144928" y="1892608"/>
                </a:moveTo>
                <a:lnTo>
                  <a:pt x="4141197" y="1888615"/>
                </a:lnTo>
                <a:lnTo>
                  <a:pt x="4140850" y="1883552"/>
                </a:lnTo>
                <a:lnTo>
                  <a:pt x="4143616" y="1879964"/>
                </a:lnTo>
                <a:lnTo>
                  <a:pt x="4146684" y="1875819"/>
                </a:lnTo>
                <a:lnTo>
                  <a:pt x="4152517" y="1875027"/>
                </a:lnTo>
                <a:lnTo>
                  <a:pt x="4156612" y="1878142"/>
                </a:lnTo>
                <a:lnTo>
                  <a:pt x="4160753" y="1881204"/>
                </a:lnTo>
                <a:lnTo>
                  <a:pt x="4161551" y="1887042"/>
                </a:lnTo>
                <a:lnTo>
                  <a:pt x="4155324" y="1895233"/>
                </a:lnTo>
                <a:lnTo>
                  <a:pt x="4149490" y="1896026"/>
                </a:lnTo>
                <a:lnTo>
                  <a:pt x="4145390" y="1892907"/>
                </a:lnTo>
                <a:lnTo>
                  <a:pt x="4144928" y="1892608"/>
                </a:lnTo>
                <a:close/>
              </a:path>
              <a:path w="5142230" h="2300604">
                <a:moveTo>
                  <a:pt x="1977933" y="317916"/>
                </a:moveTo>
                <a:lnTo>
                  <a:pt x="1974695" y="314450"/>
                </a:lnTo>
                <a:lnTo>
                  <a:pt x="1973757" y="311491"/>
                </a:lnTo>
                <a:lnTo>
                  <a:pt x="1974290" y="308445"/>
                </a:lnTo>
                <a:lnTo>
                  <a:pt x="1975218" y="303378"/>
                </a:lnTo>
                <a:lnTo>
                  <a:pt x="1980098" y="300098"/>
                </a:lnTo>
                <a:lnTo>
                  <a:pt x="1990232" y="301953"/>
                </a:lnTo>
                <a:lnTo>
                  <a:pt x="1993561" y="306788"/>
                </a:lnTo>
                <a:lnTo>
                  <a:pt x="1991606" y="316914"/>
                </a:lnTo>
                <a:lnTo>
                  <a:pt x="1986776" y="320247"/>
                </a:lnTo>
                <a:lnTo>
                  <a:pt x="1981754" y="319269"/>
                </a:lnTo>
                <a:lnTo>
                  <a:pt x="1979688" y="318916"/>
                </a:lnTo>
                <a:lnTo>
                  <a:pt x="1977933" y="317916"/>
                </a:lnTo>
                <a:close/>
              </a:path>
              <a:path w="5142230" h="2300604">
                <a:moveTo>
                  <a:pt x="2809941" y="497260"/>
                </a:moveTo>
                <a:lnTo>
                  <a:pt x="2806657" y="493745"/>
                </a:lnTo>
                <a:lnTo>
                  <a:pt x="2805787" y="490174"/>
                </a:lnTo>
                <a:lnTo>
                  <a:pt x="2808478" y="482107"/>
                </a:lnTo>
                <a:lnTo>
                  <a:pt x="2808526" y="481963"/>
                </a:lnTo>
                <a:lnTo>
                  <a:pt x="2813761" y="479356"/>
                </a:lnTo>
                <a:lnTo>
                  <a:pt x="2823514" y="482563"/>
                </a:lnTo>
                <a:lnTo>
                  <a:pt x="2826167" y="487847"/>
                </a:lnTo>
                <a:lnTo>
                  <a:pt x="2822957" y="497411"/>
                </a:lnTo>
                <a:lnTo>
                  <a:pt x="2822909" y="497555"/>
                </a:lnTo>
                <a:lnTo>
                  <a:pt x="2817626" y="500208"/>
                </a:lnTo>
                <a:lnTo>
                  <a:pt x="2812774" y="498631"/>
                </a:lnTo>
                <a:lnTo>
                  <a:pt x="2811281" y="498108"/>
                </a:lnTo>
                <a:lnTo>
                  <a:pt x="2809941" y="497260"/>
                </a:lnTo>
                <a:close/>
              </a:path>
              <a:path w="5142230" h="2300604">
                <a:moveTo>
                  <a:pt x="4433113" y="2100232"/>
                </a:moveTo>
                <a:lnTo>
                  <a:pt x="4429226" y="2096071"/>
                </a:lnTo>
                <a:lnTo>
                  <a:pt x="4428840" y="2091258"/>
                </a:lnTo>
                <a:lnTo>
                  <a:pt x="4434441" y="2083469"/>
                </a:lnTo>
                <a:lnTo>
                  <a:pt x="4440280" y="2082489"/>
                </a:lnTo>
                <a:lnTo>
                  <a:pt x="4448622" y="2088484"/>
                </a:lnTo>
                <a:lnTo>
                  <a:pt x="4449552" y="2094271"/>
                </a:lnTo>
                <a:lnTo>
                  <a:pt x="4443562" y="2102616"/>
                </a:lnTo>
                <a:lnTo>
                  <a:pt x="4437768" y="2103554"/>
                </a:lnTo>
                <a:lnTo>
                  <a:pt x="4433113" y="2100232"/>
                </a:lnTo>
                <a:close/>
              </a:path>
              <a:path w="5142230" h="2300604">
                <a:moveTo>
                  <a:pt x="2047841" y="330682"/>
                </a:moveTo>
                <a:lnTo>
                  <a:pt x="2044607" y="327220"/>
                </a:lnTo>
                <a:lnTo>
                  <a:pt x="2043669" y="324261"/>
                </a:lnTo>
                <a:lnTo>
                  <a:pt x="2044149" y="321256"/>
                </a:lnTo>
                <a:lnTo>
                  <a:pt x="2045077" y="316189"/>
                </a:lnTo>
                <a:lnTo>
                  <a:pt x="2049907" y="312855"/>
                </a:lnTo>
                <a:lnTo>
                  <a:pt x="2059995" y="314662"/>
                </a:lnTo>
                <a:lnTo>
                  <a:pt x="2063377" y="319456"/>
                </a:lnTo>
                <a:lnTo>
                  <a:pt x="2062445" y="324518"/>
                </a:lnTo>
                <a:lnTo>
                  <a:pt x="2061566" y="329539"/>
                </a:lnTo>
                <a:lnTo>
                  <a:pt x="2056733" y="332968"/>
                </a:lnTo>
                <a:lnTo>
                  <a:pt x="2051666" y="332040"/>
                </a:lnTo>
                <a:lnTo>
                  <a:pt x="2049601" y="331686"/>
                </a:lnTo>
                <a:lnTo>
                  <a:pt x="2047841" y="330682"/>
                </a:lnTo>
                <a:close/>
              </a:path>
              <a:path w="5142230" h="2300604">
                <a:moveTo>
                  <a:pt x="2688005" y="412476"/>
                </a:moveTo>
                <a:lnTo>
                  <a:pt x="2684907" y="409160"/>
                </a:lnTo>
                <a:lnTo>
                  <a:pt x="2683976" y="406012"/>
                </a:lnTo>
                <a:lnTo>
                  <a:pt x="2686129" y="398249"/>
                </a:lnTo>
                <a:lnTo>
                  <a:pt x="2690992" y="395440"/>
                </a:lnTo>
                <a:lnTo>
                  <a:pt x="2700441" y="398028"/>
                </a:lnTo>
                <a:lnTo>
                  <a:pt x="2703249" y="402892"/>
                </a:lnTo>
                <a:lnTo>
                  <a:pt x="2700662" y="412340"/>
                </a:lnTo>
                <a:lnTo>
                  <a:pt x="2695798" y="415149"/>
                </a:lnTo>
                <a:lnTo>
                  <a:pt x="2689436" y="413421"/>
                </a:lnTo>
                <a:lnTo>
                  <a:pt x="2688005" y="412476"/>
                </a:lnTo>
                <a:close/>
              </a:path>
              <a:path w="5142230" h="2300604">
                <a:moveTo>
                  <a:pt x="4947476" y="2166413"/>
                </a:moveTo>
                <a:lnTo>
                  <a:pt x="4943726" y="2162399"/>
                </a:lnTo>
                <a:lnTo>
                  <a:pt x="4943224" y="2158049"/>
                </a:lnTo>
                <a:lnTo>
                  <a:pt x="4945256" y="2154946"/>
                </a:lnTo>
                <a:lnTo>
                  <a:pt x="4947897" y="2150833"/>
                </a:lnTo>
                <a:lnTo>
                  <a:pt x="4948156" y="2150428"/>
                </a:lnTo>
                <a:lnTo>
                  <a:pt x="4953631" y="2149249"/>
                </a:lnTo>
                <a:lnTo>
                  <a:pt x="4961854" y="2154533"/>
                </a:lnTo>
                <a:lnTo>
                  <a:pt x="4963077" y="2160048"/>
                </a:lnTo>
                <a:lnTo>
                  <a:pt x="4960649" y="2163800"/>
                </a:lnTo>
                <a:lnTo>
                  <a:pt x="4957969" y="2167871"/>
                </a:lnTo>
                <a:lnTo>
                  <a:pt x="4957705" y="2168271"/>
                </a:lnTo>
                <a:lnTo>
                  <a:pt x="4952230" y="2169450"/>
                </a:lnTo>
                <a:lnTo>
                  <a:pt x="4948120" y="2166807"/>
                </a:lnTo>
                <a:lnTo>
                  <a:pt x="4947476" y="2166413"/>
                </a:lnTo>
                <a:close/>
              </a:path>
              <a:path w="5142230" h="2300604">
                <a:moveTo>
                  <a:pt x="4827703" y="2088829"/>
                </a:moveTo>
                <a:lnTo>
                  <a:pt x="4824515" y="2085416"/>
                </a:lnTo>
                <a:lnTo>
                  <a:pt x="4824052" y="2080917"/>
                </a:lnTo>
                <a:lnTo>
                  <a:pt x="4828677" y="2073744"/>
                </a:lnTo>
                <a:lnTo>
                  <a:pt x="4828937" y="2073341"/>
                </a:lnTo>
                <a:lnTo>
                  <a:pt x="4834403" y="2072152"/>
                </a:lnTo>
                <a:lnTo>
                  <a:pt x="4842626" y="2077437"/>
                </a:lnTo>
                <a:lnTo>
                  <a:pt x="4843858" y="2082961"/>
                </a:lnTo>
                <a:lnTo>
                  <a:pt x="4841430" y="2086713"/>
                </a:lnTo>
                <a:lnTo>
                  <a:pt x="4838477" y="2091175"/>
                </a:lnTo>
                <a:lnTo>
                  <a:pt x="4833011" y="2092363"/>
                </a:lnTo>
                <a:lnTo>
                  <a:pt x="4828898" y="2089722"/>
                </a:lnTo>
                <a:lnTo>
                  <a:pt x="4827703" y="2088829"/>
                </a:lnTo>
                <a:close/>
              </a:path>
              <a:path w="5142230" h="2300604">
                <a:moveTo>
                  <a:pt x="4170867" y="1668680"/>
                </a:moveTo>
                <a:lnTo>
                  <a:pt x="4166695" y="1664213"/>
                </a:lnTo>
                <a:lnTo>
                  <a:pt x="4166266" y="1659746"/>
                </a:lnTo>
                <a:lnTo>
                  <a:pt x="4168791" y="1656292"/>
                </a:lnTo>
                <a:lnTo>
                  <a:pt x="4171613" y="1652277"/>
                </a:lnTo>
                <a:lnTo>
                  <a:pt x="4177122" y="1651331"/>
                </a:lnTo>
                <a:lnTo>
                  <a:pt x="4185148" y="1656992"/>
                </a:lnTo>
                <a:lnTo>
                  <a:pt x="4186094" y="1662500"/>
                </a:lnTo>
                <a:lnTo>
                  <a:pt x="4180439" y="1670522"/>
                </a:lnTo>
                <a:lnTo>
                  <a:pt x="4174882" y="1671512"/>
                </a:lnTo>
                <a:lnTo>
                  <a:pt x="4170867" y="1668680"/>
                </a:lnTo>
                <a:close/>
              </a:path>
              <a:path w="5142230" h="2300604">
                <a:moveTo>
                  <a:pt x="4887888" y="2127845"/>
                </a:moveTo>
                <a:lnTo>
                  <a:pt x="4884133" y="2123826"/>
                </a:lnTo>
                <a:lnTo>
                  <a:pt x="4883636" y="2119481"/>
                </a:lnTo>
                <a:lnTo>
                  <a:pt x="4888312" y="2112267"/>
                </a:lnTo>
                <a:lnTo>
                  <a:pt x="4888573" y="2111865"/>
                </a:lnTo>
                <a:lnTo>
                  <a:pt x="4894043" y="2110681"/>
                </a:lnTo>
                <a:lnTo>
                  <a:pt x="4902266" y="2115965"/>
                </a:lnTo>
                <a:lnTo>
                  <a:pt x="4903442" y="2121524"/>
                </a:lnTo>
                <a:lnTo>
                  <a:pt x="4901063" y="2125236"/>
                </a:lnTo>
                <a:lnTo>
                  <a:pt x="4898117" y="2129703"/>
                </a:lnTo>
                <a:lnTo>
                  <a:pt x="4892599" y="2130931"/>
                </a:lnTo>
                <a:lnTo>
                  <a:pt x="4888532" y="2128238"/>
                </a:lnTo>
                <a:lnTo>
                  <a:pt x="4887888" y="2127845"/>
                </a:lnTo>
                <a:close/>
              </a:path>
              <a:path w="5142230" h="2300604">
                <a:moveTo>
                  <a:pt x="4648835" y="1974774"/>
                </a:moveTo>
                <a:lnTo>
                  <a:pt x="4645039" y="1970711"/>
                </a:lnTo>
                <a:lnTo>
                  <a:pt x="4644536" y="1966455"/>
                </a:lnTo>
                <a:lnTo>
                  <a:pt x="4646611" y="1963105"/>
                </a:lnTo>
                <a:lnTo>
                  <a:pt x="4649166" y="1958902"/>
                </a:lnTo>
                <a:lnTo>
                  <a:pt x="4654757" y="1957555"/>
                </a:lnTo>
                <a:lnTo>
                  <a:pt x="4663077" y="1962749"/>
                </a:lnTo>
                <a:lnTo>
                  <a:pt x="4664305" y="1968167"/>
                </a:lnTo>
                <a:lnTo>
                  <a:pt x="4661830" y="1972263"/>
                </a:lnTo>
                <a:lnTo>
                  <a:pt x="4659187" y="1976372"/>
                </a:lnTo>
                <a:lnTo>
                  <a:pt x="4653640" y="1977765"/>
                </a:lnTo>
                <a:lnTo>
                  <a:pt x="4648835" y="1974774"/>
                </a:lnTo>
                <a:close/>
              </a:path>
              <a:path w="5142230" h="2300604">
                <a:moveTo>
                  <a:pt x="2956107" y="503885"/>
                </a:moveTo>
                <a:lnTo>
                  <a:pt x="2952968" y="500525"/>
                </a:lnTo>
                <a:lnTo>
                  <a:pt x="2952242" y="496812"/>
                </a:lnTo>
                <a:lnTo>
                  <a:pt x="2953682" y="493466"/>
                </a:lnTo>
                <a:lnTo>
                  <a:pt x="2955582" y="488952"/>
                </a:lnTo>
                <a:lnTo>
                  <a:pt x="2960751" y="486863"/>
                </a:lnTo>
                <a:lnTo>
                  <a:pt x="2969822" y="490707"/>
                </a:lnTo>
                <a:lnTo>
                  <a:pt x="2971800" y="495756"/>
                </a:lnTo>
                <a:lnTo>
                  <a:pt x="2969963" y="500437"/>
                </a:lnTo>
                <a:lnTo>
                  <a:pt x="2968017" y="504903"/>
                </a:lnTo>
                <a:lnTo>
                  <a:pt x="2962851" y="506999"/>
                </a:lnTo>
                <a:lnTo>
                  <a:pt x="2958337" y="505097"/>
                </a:lnTo>
                <a:lnTo>
                  <a:pt x="2957172" y="504633"/>
                </a:lnTo>
                <a:lnTo>
                  <a:pt x="2956107" y="503885"/>
                </a:lnTo>
                <a:close/>
              </a:path>
              <a:path w="5142230" h="2300604">
                <a:moveTo>
                  <a:pt x="3083755" y="565262"/>
                </a:moveTo>
                <a:lnTo>
                  <a:pt x="3080562" y="561844"/>
                </a:lnTo>
                <a:lnTo>
                  <a:pt x="3079905" y="557719"/>
                </a:lnTo>
                <a:lnTo>
                  <a:pt x="3084180" y="549981"/>
                </a:lnTo>
                <a:lnTo>
                  <a:pt x="3089523" y="548369"/>
                </a:lnTo>
                <a:lnTo>
                  <a:pt x="3098138" y="553096"/>
                </a:lnTo>
                <a:lnTo>
                  <a:pt x="3099750" y="558438"/>
                </a:lnTo>
                <a:lnTo>
                  <a:pt x="3095019" y="567058"/>
                </a:lnTo>
                <a:lnTo>
                  <a:pt x="3089631" y="568622"/>
                </a:lnTo>
                <a:lnTo>
                  <a:pt x="3085371" y="566309"/>
                </a:lnTo>
                <a:lnTo>
                  <a:pt x="3084486" y="565849"/>
                </a:lnTo>
                <a:lnTo>
                  <a:pt x="3083755" y="565262"/>
                </a:lnTo>
                <a:close/>
              </a:path>
              <a:path w="5142230" h="2300604">
                <a:moveTo>
                  <a:pt x="4228795" y="1708798"/>
                </a:moveTo>
                <a:lnTo>
                  <a:pt x="4225098" y="1704840"/>
                </a:lnTo>
                <a:lnTo>
                  <a:pt x="4224651" y="1700352"/>
                </a:lnTo>
                <a:lnTo>
                  <a:pt x="4227032" y="1696840"/>
                </a:lnTo>
                <a:lnTo>
                  <a:pt x="4229767" y="1692733"/>
                </a:lnTo>
                <a:lnTo>
                  <a:pt x="4235327" y="1691739"/>
                </a:lnTo>
                <a:lnTo>
                  <a:pt x="4243404" y="1697260"/>
                </a:lnTo>
                <a:lnTo>
                  <a:pt x="4244443" y="1702773"/>
                </a:lnTo>
                <a:lnTo>
                  <a:pt x="4238925" y="1710841"/>
                </a:lnTo>
                <a:lnTo>
                  <a:pt x="4233463" y="1711934"/>
                </a:lnTo>
                <a:lnTo>
                  <a:pt x="4229403" y="1709153"/>
                </a:lnTo>
                <a:lnTo>
                  <a:pt x="4228795" y="1708798"/>
                </a:lnTo>
                <a:close/>
              </a:path>
              <a:path w="5142230" h="2300604">
                <a:moveTo>
                  <a:pt x="4768660" y="2050748"/>
                </a:moveTo>
                <a:lnTo>
                  <a:pt x="4764869" y="2046690"/>
                </a:lnTo>
                <a:lnTo>
                  <a:pt x="4764372" y="2042345"/>
                </a:lnTo>
                <a:lnTo>
                  <a:pt x="4766396" y="2039233"/>
                </a:lnTo>
                <a:lnTo>
                  <a:pt x="4769081" y="2035167"/>
                </a:lnTo>
                <a:lnTo>
                  <a:pt x="4769345" y="2034768"/>
                </a:lnTo>
                <a:lnTo>
                  <a:pt x="4774815" y="2033584"/>
                </a:lnTo>
                <a:lnTo>
                  <a:pt x="4783043" y="2038873"/>
                </a:lnTo>
                <a:lnTo>
                  <a:pt x="4784222" y="2044437"/>
                </a:lnTo>
                <a:lnTo>
                  <a:pt x="4781795" y="2048096"/>
                </a:lnTo>
                <a:lnTo>
                  <a:pt x="4779149" y="2052202"/>
                </a:lnTo>
                <a:lnTo>
                  <a:pt x="4778889" y="2052607"/>
                </a:lnTo>
                <a:lnTo>
                  <a:pt x="4773418" y="2053790"/>
                </a:lnTo>
                <a:lnTo>
                  <a:pt x="4769308" y="2051147"/>
                </a:lnTo>
                <a:lnTo>
                  <a:pt x="4768660" y="2050748"/>
                </a:lnTo>
                <a:close/>
              </a:path>
              <a:path w="5142230" h="2300604">
                <a:moveTo>
                  <a:pt x="5006515" y="2204489"/>
                </a:moveTo>
                <a:lnTo>
                  <a:pt x="5003327" y="2201076"/>
                </a:lnTo>
                <a:lnTo>
                  <a:pt x="5002864" y="2196577"/>
                </a:lnTo>
                <a:lnTo>
                  <a:pt x="5007525" y="2189348"/>
                </a:lnTo>
                <a:lnTo>
                  <a:pt x="5007749" y="2189001"/>
                </a:lnTo>
                <a:lnTo>
                  <a:pt x="5013263" y="2187767"/>
                </a:lnTo>
                <a:lnTo>
                  <a:pt x="5017325" y="2190456"/>
                </a:lnTo>
                <a:lnTo>
                  <a:pt x="5021438" y="2193097"/>
                </a:lnTo>
                <a:lnTo>
                  <a:pt x="5022670" y="2198621"/>
                </a:lnTo>
                <a:lnTo>
                  <a:pt x="5020247" y="2202380"/>
                </a:lnTo>
                <a:lnTo>
                  <a:pt x="5017336" y="2206790"/>
                </a:lnTo>
                <a:lnTo>
                  <a:pt x="5011822" y="2208023"/>
                </a:lnTo>
                <a:lnTo>
                  <a:pt x="5007710" y="2205382"/>
                </a:lnTo>
                <a:lnTo>
                  <a:pt x="5006515" y="2204489"/>
                </a:lnTo>
                <a:close/>
              </a:path>
              <a:path w="5142230" h="2300604">
                <a:moveTo>
                  <a:pt x="2890391" y="477524"/>
                </a:moveTo>
                <a:lnTo>
                  <a:pt x="2887248" y="474159"/>
                </a:lnTo>
                <a:lnTo>
                  <a:pt x="2886429" y="470642"/>
                </a:lnTo>
                <a:lnTo>
                  <a:pt x="2887674" y="467379"/>
                </a:lnTo>
                <a:lnTo>
                  <a:pt x="2889388" y="462765"/>
                </a:lnTo>
                <a:lnTo>
                  <a:pt x="2894520" y="460436"/>
                </a:lnTo>
                <a:lnTo>
                  <a:pt x="2899081" y="462192"/>
                </a:lnTo>
                <a:lnTo>
                  <a:pt x="2903701" y="463912"/>
                </a:lnTo>
                <a:lnTo>
                  <a:pt x="2906028" y="469043"/>
                </a:lnTo>
                <a:lnTo>
                  <a:pt x="2904308" y="473654"/>
                </a:lnTo>
                <a:lnTo>
                  <a:pt x="2902554" y="478224"/>
                </a:lnTo>
                <a:lnTo>
                  <a:pt x="2897421" y="480553"/>
                </a:lnTo>
                <a:lnTo>
                  <a:pt x="2892856" y="478791"/>
                </a:lnTo>
                <a:lnTo>
                  <a:pt x="2891502" y="478321"/>
                </a:lnTo>
                <a:lnTo>
                  <a:pt x="2890391" y="477524"/>
                </a:lnTo>
                <a:close/>
              </a:path>
              <a:path w="5142230" h="2300604">
                <a:moveTo>
                  <a:pt x="4287885" y="1748298"/>
                </a:moveTo>
                <a:lnTo>
                  <a:pt x="4284136" y="1744285"/>
                </a:lnTo>
                <a:lnTo>
                  <a:pt x="4283685" y="1739894"/>
                </a:lnTo>
                <a:lnTo>
                  <a:pt x="4285978" y="1736382"/>
                </a:lnTo>
                <a:lnTo>
                  <a:pt x="4288666" y="1732319"/>
                </a:lnTo>
                <a:lnTo>
                  <a:pt x="4294179" y="1731186"/>
                </a:lnTo>
                <a:lnTo>
                  <a:pt x="4302352" y="1736609"/>
                </a:lnTo>
                <a:lnTo>
                  <a:pt x="4303489" y="1742030"/>
                </a:lnTo>
                <a:lnTo>
                  <a:pt x="4300792" y="1746183"/>
                </a:lnTo>
                <a:lnTo>
                  <a:pt x="4298105" y="1750246"/>
                </a:lnTo>
                <a:lnTo>
                  <a:pt x="4292596" y="1751384"/>
                </a:lnTo>
                <a:lnTo>
                  <a:pt x="4288533" y="1748696"/>
                </a:lnTo>
                <a:lnTo>
                  <a:pt x="4287885" y="1748298"/>
                </a:lnTo>
                <a:close/>
              </a:path>
              <a:path w="5142230" h="2300604">
                <a:moveTo>
                  <a:pt x="3020695" y="533043"/>
                </a:moveTo>
                <a:lnTo>
                  <a:pt x="3017552" y="529678"/>
                </a:lnTo>
                <a:lnTo>
                  <a:pt x="3016788" y="525735"/>
                </a:lnTo>
                <a:lnTo>
                  <a:pt x="3018461" y="522346"/>
                </a:lnTo>
                <a:lnTo>
                  <a:pt x="3020543" y="517926"/>
                </a:lnTo>
                <a:lnTo>
                  <a:pt x="3025851" y="516082"/>
                </a:lnTo>
                <a:lnTo>
                  <a:pt x="3034719" y="520297"/>
                </a:lnTo>
                <a:lnTo>
                  <a:pt x="3036574" y="525605"/>
                </a:lnTo>
                <a:lnTo>
                  <a:pt x="3032308" y="534430"/>
                </a:lnTo>
                <a:lnTo>
                  <a:pt x="3027004" y="536280"/>
                </a:lnTo>
                <a:lnTo>
                  <a:pt x="3022586" y="534189"/>
                </a:lnTo>
                <a:lnTo>
                  <a:pt x="3021564" y="533682"/>
                </a:lnTo>
                <a:lnTo>
                  <a:pt x="3020695" y="533043"/>
                </a:lnTo>
                <a:close/>
              </a:path>
              <a:path w="5142230" h="2300604">
                <a:moveTo>
                  <a:pt x="4113181" y="1626965"/>
                </a:moveTo>
                <a:lnTo>
                  <a:pt x="4109105" y="1622601"/>
                </a:lnTo>
                <a:lnTo>
                  <a:pt x="4108767" y="1618040"/>
                </a:lnTo>
                <a:lnTo>
                  <a:pt x="4111342" y="1614539"/>
                </a:lnTo>
                <a:lnTo>
                  <a:pt x="4114214" y="1610578"/>
                </a:lnTo>
                <a:lnTo>
                  <a:pt x="4119762" y="1609769"/>
                </a:lnTo>
                <a:lnTo>
                  <a:pt x="4123723" y="1612643"/>
                </a:lnTo>
                <a:lnTo>
                  <a:pt x="4127688" y="1615613"/>
                </a:lnTo>
                <a:lnTo>
                  <a:pt x="4128491" y="1621164"/>
                </a:lnTo>
                <a:lnTo>
                  <a:pt x="4125571" y="1625079"/>
                </a:lnTo>
                <a:lnTo>
                  <a:pt x="4122697" y="1629042"/>
                </a:lnTo>
                <a:lnTo>
                  <a:pt x="4117094" y="1629884"/>
                </a:lnTo>
                <a:lnTo>
                  <a:pt x="4113181" y="1626965"/>
                </a:lnTo>
                <a:close/>
              </a:path>
              <a:path w="5142230" h="2300604">
                <a:moveTo>
                  <a:pt x="2756116" y="432115"/>
                </a:moveTo>
                <a:lnTo>
                  <a:pt x="2753023" y="428804"/>
                </a:lnTo>
                <a:lnTo>
                  <a:pt x="2752144" y="425517"/>
                </a:lnTo>
                <a:lnTo>
                  <a:pt x="2753102" y="422339"/>
                </a:lnTo>
                <a:lnTo>
                  <a:pt x="2754534" y="417714"/>
                </a:lnTo>
                <a:lnTo>
                  <a:pt x="2759489" y="415003"/>
                </a:lnTo>
                <a:lnTo>
                  <a:pt x="2764159" y="416484"/>
                </a:lnTo>
                <a:lnTo>
                  <a:pt x="2768833" y="417871"/>
                </a:lnTo>
                <a:lnTo>
                  <a:pt x="2771495" y="422871"/>
                </a:lnTo>
                <a:lnTo>
                  <a:pt x="2770109" y="427545"/>
                </a:lnTo>
                <a:lnTo>
                  <a:pt x="2768623" y="432211"/>
                </a:lnTo>
                <a:lnTo>
                  <a:pt x="2763722" y="434881"/>
                </a:lnTo>
                <a:lnTo>
                  <a:pt x="2757456" y="432963"/>
                </a:lnTo>
                <a:lnTo>
                  <a:pt x="2756116" y="432115"/>
                </a:lnTo>
                <a:close/>
              </a:path>
              <a:path w="5142230" h="2300604">
                <a:moveTo>
                  <a:pt x="2823645" y="453677"/>
                </a:moveTo>
                <a:lnTo>
                  <a:pt x="2820553" y="450366"/>
                </a:lnTo>
                <a:lnTo>
                  <a:pt x="2819676" y="446985"/>
                </a:lnTo>
                <a:lnTo>
                  <a:pt x="2822353" y="439097"/>
                </a:lnTo>
                <a:lnTo>
                  <a:pt x="2827348" y="436622"/>
                </a:lnTo>
                <a:lnTo>
                  <a:pt x="2836682" y="439774"/>
                </a:lnTo>
                <a:lnTo>
                  <a:pt x="2839157" y="444766"/>
                </a:lnTo>
                <a:lnTo>
                  <a:pt x="2836005" y="454102"/>
                </a:lnTo>
                <a:lnTo>
                  <a:pt x="2831012" y="456575"/>
                </a:lnTo>
                <a:lnTo>
                  <a:pt x="2826340" y="454996"/>
                </a:lnTo>
                <a:lnTo>
                  <a:pt x="2824897" y="454526"/>
                </a:lnTo>
                <a:lnTo>
                  <a:pt x="2823645" y="453677"/>
                </a:lnTo>
                <a:close/>
              </a:path>
              <a:path w="5142230" h="2300604">
                <a:moveTo>
                  <a:pt x="4708920" y="2012504"/>
                </a:moveTo>
                <a:lnTo>
                  <a:pt x="4705124" y="2008441"/>
                </a:lnTo>
                <a:lnTo>
                  <a:pt x="4704582" y="2004147"/>
                </a:lnTo>
                <a:lnTo>
                  <a:pt x="4706675" y="2000914"/>
                </a:lnTo>
                <a:lnTo>
                  <a:pt x="4709270" y="1996752"/>
                </a:lnTo>
                <a:lnTo>
                  <a:pt x="4709416" y="1996518"/>
                </a:lnTo>
                <a:lnTo>
                  <a:pt x="4714939" y="1995294"/>
                </a:lnTo>
                <a:lnTo>
                  <a:pt x="4719052" y="1997935"/>
                </a:lnTo>
                <a:lnTo>
                  <a:pt x="4723212" y="2000532"/>
                </a:lnTo>
                <a:lnTo>
                  <a:pt x="4724435" y="2006046"/>
                </a:lnTo>
                <a:lnTo>
                  <a:pt x="4721946" y="2009931"/>
                </a:lnTo>
                <a:lnTo>
                  <a:pt x="4719343" y="2014083"/>
                </a:lnTo>
                <a:lnTo>
                  <a:pt x="4719196" y="2014318"/>
                </a:lnTo>
                <a:lnTo>
                  <a:pt x="4713733" y="2015505"/>
                </a:lnTo>
                <a:lnTo>
                  <a:pt x="4708920" y="2012504"/>
                </a:lnTo>
                <a:close/>
              </a:path>
              <a:path w="5142230" h="2300604">
                <a:moveTo>
                  <a:pt x="3544145" y="1003751"/>
                </a:moveTo>
                <a:lnTo>
                  <a:pt x="3540311" y="999646"/>
                </a:lnTo>
                <a:lnTo>
                  <a:pt x="3537419" y="995672"/>
                </a:lnTo>
                <a:lnTo>
                  <a:pt x="3538367" y="990139"/>
                </a:lnTo>
                <a:lnTo>
                  <a:pt x="3546301" y="984362"/>
                </a:lnTo>
                <a:lnTo>
                  <a:pt x="3551841" y="985305"/>
                </a:lnTo>
                <a:lnTo>
                  <a:pt x="3557567" y="993196"/>
                </a:lnTo>
                <a:lnTo>
                  <a:pt x="3556674" y="998787"/>
                </a:lnTo>
                <a:lnTo>
                  <a:pt x="3552752" y="1001629"/>
                </a:lnTo>
                <a:lnTo>
                  <a:pt x="3549024" y="1004281"/>
                </a:lnTo>
                <a:lnTo>
                  <a:pt x="3544145" y="1003751"/>
                </a:lnTo>
                <a:close/>
              </a:path>
              <a:path w="5142230" h="2300604">
                <a:moveTo>
                  <a:pt x="4000883" y="1539303"/>
                </a:moveTo>
                <a:lnTo>
                  <a:pt x="3997044" y="1535193"/>
                </a:lnTo>
                <a:lnTo>
                  <a:pt x="3996842" y="1530285"/>
                </a:lnTo>
                <a:lnTo>
                  <a:pt x="3999649" y="1526842"/>
                </a:lnTo>
                <a:lnTo>
                  <a:pt x="4002798" y="1523078"/>
                </a:lnTo>
                <a:lnTo>
                  <a:pt x="4008390" y="1522511"/>
                </a:lnTo>
                <a:lnTo>
                  <a:pt x="4012206" y="1525622"/>
                </a:lnTo>
                <a:lnTo>
                  <a:pt x="4015967" y="1528765"/>
                </a:lnTo>
                <a:lnTo>
                  <a:pt x="4016437" y="1534352"/>
                </a:lnTo>
                <a:lnTo>
                  <a:pt x="4013386" y="1538125"/>
                </a:lnTo>
                <a:lnTo>
                  <a:pt x="4010236" y="1541889"/>
                </a:lnTo>
                <a:lnTo>
                  <a:pt x="4004646" y="1542453"/>
                </a:lnTo>
                <a:lnTo>
                  <a:pt x="4000883" y="1539303"/>
                </a:lnTo>
                <a:close/>
              </a:path>
              <a:path w="5142230" h="2300604">
                <a:moveTo>
                  <a:pt x="3946009" y="1492488"/>
                </a:moveTo>
                <a:lnTo>
                  <a:pt x="3942916" y="1489177"/>
                </a:lnTo>
                <a:lnTo>
                  <a:pt x="3942809" y="1483980"/>
                </a:lnTo>
                <a:lnTo>
                  <a:pt x="3945850" y="1480492"/>
                </a:lnTo>
                <a:lnTo>
                  <a:pt x="3949095" y="1476830"/>
                </a:lnTo>
                <a:lnTo>
                  <a:pt x="3954724" y="1476503"/>
                </a:lnTo>
                <a:lnTo>
                  <a:pt x="3962057" y="1482984"/>
                </a:lnTo>
                <a:lnTo>
                  <a:pt x="3962380" y="1488608"/>
                </a:lnTo>
                <a:lnTo>
                  <a:pt x="3955904" y="1495946"/>
                </a:lnTo>
                <a:lnTo>
                  <a:pt x="3950321" y="1496322"/>
                </a:lnTo>
                <a:lnTo>
                  <a:pt x="3946009" y="1492488"/>
                </a:lnTo>
                <a:close/>
              </a:path>
              <a:path w="5142230" h="2300604">
                <a:moveTo>
                  <a:pt x="4347509" y="1787005"/>
                </a:moveTo>
                <a:lnTo>
                  <a:pt x="4343764" y="1782997"/>
                </a:lnTo>
                <a:lnTo>
                  <a:pt x="4343267" y="1778650"/>
                </a:lnTo>
                <a:lnTo>
                  <a:pt x="4345244" y="1775488"/>
                </a:lnTo>
                <a:lnTo>
                  <a:pt x="4348106" y="1771025"/>
                </a:lnTo>
                <a:lnTo>
                  <a:pt x="4353624" y="1769797"/>
                </a:lnTo>
                <a:lnTo>
                  <a:pt x="4361847" y="1775081"/>
                </a:lnTo>
                <a:lnTo>
                  <a:pt x="4363077" y="1780598"/>
                </a:lnTo>
                <a:lnTo>
                  <a:pt x="4357963" y="1788516"/>
                </a:lnTo>
                <a:lnTo>
                  <a:pt x="4357739" y="1788863"/>
                </a:lnTo>
                <a:lnTo>
                  <a:pt x="4352275" y="1790050"/>
                </a:lnTo>
                <a:lnTo>
                  <a:pt x="4347509" y="1787005"/>
                </a:lnTo>
                <a:close/>
              </a:path>
              <a:path w="5142230" h="2300604">
                <a:moveTo>
                  <a:pt x="4056441" y="1583919"/>
                </a:moveTo>
                <a:lnTo>
                  <a:pt x="4052507" y="1579707"/>
                </a:lnTo>
                <a:lnTo>
                  <a:pt x="4052166" y="1574947"/>
                </a:lnTo>
                <a:lnTo>
                  <a:pt x="4054925" y="1571447"/>
                </a:lnTo>
                <a:lnTo>
                  <a:pt x="4057890" y="1567581"/>
                </a:lnTo>
                <a:lnTo>
                  <a:pt x="4063482" y="1566923"/>
                </a:lnTo>
                <a:lnTo>
                  <a:pt x="4067352" y="1569892"/>
                </a:lnTo>
                <a:lnTo>
                  <a:pt x="4071208" y="1572946"/>
                </a:lnTo>
                <a:lnTo>
                  <a:pt x="4071917" y="1578492"/>
                </a:lnTo>
                <a:lnTo>
                  <a:pt x="4068907" y="1582309"/>
                </a:lnTo>
                <a:lnTo>
                  <a:pt x="4065898" y="1586225"/>
                </a:lnTo>
                <a:lnTo>
                  <a:pt x="4060304" y="1586885"/>
                </a:lnTo>
                <a:lnTo>
                  <a:pt x="4056441" y="1583919"/>
                </a:lnTo>
                <a:close/>
              </a:path>
              <a:path w="5142230" h="2300604">
                <a:moveTo>
                  <a:pt x="3502127" y="946553"/>
                </a:moveTo>
                <a:lnTo>
                  <a:pt x="3498396" y="942559"/>
                </a:lnTo>
                <a:lnTo>
                  <a:pt x="3495505" y="938586"/>
                </a:lnTo>
                <a:lnTo>
                  <a:pt x="3496264" y="933046"/>
                </a:lnTo>
                <a:lnTo>
                  <a:pt x="3504107" y="927171"/>
                </a:lnTo>
                <a:lnTo>
                  <a:pt x="3509699" y="927974"/>
                </a:lnTo>
                <a:lnTo>
                  <a:pt x="3515568" y="935823"/>
                </a:lnTo>
                <a:lnTo>
                  <a:pt x="3514768" y="941419"/>
                </a:lnTo>
                <a:lnTo>
                  <a:pt x="3510844" y="944354"/>
                </a:lnTo>
                <a:lnTo>
                  <a:pt x="3507161" y="947055"/>
                </a:lnTo>
                <a:lnTo>
                  <a:pt x="3502127" y="946553"/>
                </a:lnTo>
                <a:close/>
              </a:path>
              <a:path w="5142230" h="2300604">
                <a:moveTo>
                  <a:pt x="3314468" y="728954"/>
                </a:moveTo>
                <a:lnTo>
                  <a:pt x="3310819" y="725048"/>
                </a:lnTo>
                <a:lnTo>
                  <a:pt x="3310811" y="719861"/>
                </a:lnTo>
                <a:lnTo>
                  <a:pt x="3313997" y="716428"/>
                </a:lnTo>
                <a:lnTo>
                  <a:pt x="3317279" y="712805"/>
                </a:lnTo>
                <a:lnTo>
                  <a:pt x="3322905" y="712571"/>
                </a:lnTo>
                <a:lnTo>
                  <a:pt x="3330091" y="719290"/>
                </a:lnTo>
                <a:lnTo>
                  <a:pt x="3330326" y="724915"/>
                </a:lnTo>
                <a:lnTo>
                  <a:pt x="3323658" y="732048"/>
                </a:lnTo>
                <a:lnTo>
                  <a:pt x="3318031" y="732282"/>
                </a:lnTo>
                <a:lnTo>
                  <a:pt x="3314468" y="728954"/>
                </a:lnTo>
                <a:close/>
              </a:path>
              <a:path w="5142230" h="2300604">
                <a:moveTo>
                  <a:pt x="3367657" y="782083"/>
                </a:moveTo>
                <a:lnTo>
                  <a:pt x="3360918" y="774869"/>
                </a:lnTo>
                <a:lnTo>
                  <a:pt x="3361152" y="769350"/>
                </a:lnTo>
                <a:lnTo>
                  <a:pt x="3368269" y="762601"/>
                </a:lnTo>
                <a:lnTo>
                  <a:pt x="3373932" y="762798"/>
                </a:lnTo>
                <a:lnTo>
                  <a:pt x="3380628" y="769966"/>
                </a:lnTo>
                <a:lnTo>
                  <a:pt x="3380430" y="775620"/>
                </a:lnTo>
                <a:lnTo>
                  <a:pt x="3373264" y="782315"/>
                </a:lnTo>
                <a:lnTo>
                  <a:pt x="3367657" y="782083"/>
                </a:lnTo>
                <a:close/>
              </a:path>
              <a:path w="5142230" h="2300604">
                <a:moveTo>
                  <a:pt x="3894051" y="1444883"/>
                </a:moveTo>
                <a:lnTo>
                  <a:pt x="3890449" y="1441026"/>
                </a:lnTo>
                <a:lnTo>
                  <a:pt x="3890444" y="1435743"/>
                </a:lnTo>
                <a:lnTo>
                  <a:pt x="3893769" y="1432363"/>
                </a:lnTo>
                <a:lnTo>
                  <a:pt x="3897147" y="1428843"/>
                </a:lnTo>
                <a:lnTo>
                  <a:pt x="3902764" y="1428699"/>
                </a:lnTo>
                <a:lnTo>
                  <a:pt x="3909805" y="1435453"/>
                </a:lnTo>
                <a:lnTo>
                  <a:pt x="3909948" y="1441081"/>
                </a:lnTo>
                <a:lnTo>
                  <a:pt x="3903144" y="1448168"/>
                </a:lnTo>
                <a:lnTo>
                  <a:pt x="3897572" y="1448260"/>
                </a:lnTo>
                <a:lnTo>
                  <a:pt x="3894051" y="1444883"/>
                </a:lnTo>
                <a:close/>
              </a:path>
              <a:path w="5142230" h="2300604">
                <a:moveTo>
                  <a:pt x="3459011" y="890232"/>
                </a:moveTo>
                <a:lnTo>
                  <a:pt x="3455412" y="886380"/>
                </a:lnTo>
                <a:lnTo>
                  <a:pt x="3452382" y="882454"/>
                </a:lnTo>
                <a:lnTo>
                  <a:pt x="3453044" y="876905"/>
                </a:lnTo>
                <a:lnTo>
                  <a:pt x="3455717" y="874784"/>
                </a:lnTo>
                <a:lnTo>
                  <a:pt x="3456872" y="873868"/>
                </a:lnTo>
                <a:lnTo>
                  <a:pt x="3460802" y="870844"/>
                </a:lnTo>
                <a:lnTo>
                  <a:pt x="3466346" y="871500"/>
                </a:lnTo>
                <a:lnTo>
                  <a:pt x="3469336" y="875382"/>
                </a:lnTo>
                <a:lnTo>
                  <a:pt x="3472363" y="879211"/>
                </a:lnTo>
                <a:lnTo>
                  <a:pt x="3471752" y="884813"/>
                </a:lnTo>
                <a:lnTo>
                  <a:pt x="3467874" y="887797"/>
                </a:lnTo>
                <a:lnTo>
                  <a:pt x="3465185" y="889902"/>
                </a:lnTo>
                <a:lnTo>
                  <a:pt x="3464184" y="890687"/>
                </a:lnTo>
                <a:lnTo>
                  <a:pt x="3459011" y="890232"/>
                </a:lnTo>
                <a:close/>
              </a:path>
              <a:path w="5142230" h="2300604">
                <a:moveTo>
                  <a:pt x="3414376" y="835221"/>
                </a:moveTo>
                <a:lnTo>
                  <a:pt x="3410873" y="831471"/>
                </a:lnTo>
                <a:lnTo>
                  <a:pt x="3407738" y="827725"/>
                </a:lnTo>
                <a:lnTo>
                  <a:pt x="3408218" y="822081"/>
                </a:lnTo>
                <a:lnTo>
                  <a:pt x="3414985" y="816420"/>
                </a:lnTo>
                <a:lnTo>
                  <a:pt x="3415701" y="815821"/>
                </a:lnTo>
                <a:lnTo>
                  <a:pt x="3421306" y="816246"/>
                </a:lnTo>
                <a:lnTo>
                  <a:pt x="3427612" y="823779"/>
                </a:lnTo>
                <a:lnTo>
                  <a:pt x="3427132" y="829422"/>
                </a:lnTo>
                <a:lnTo>
                  <a:pt x="3420364" y="835083"/>
                </a:lnTo>
                <a:lnTo>
                  <a:pt x="3419751" y="835596"/>
                </a:lnTo>
                <a:lnTo>
                  <a:pt x="3414376" y="835221"/>
                </a:lnTo>
                <a:close/>
              </a:path>
              <a:path w="5142230" h="2300604">
                <a:moveTo>
                  <a:pt x="3799496" y="1344737"/>
                </a:moveTo>
                <a:lnTo>
                  <a:pt x="3796039" y="1341037"/>
                </a:lnTo>
                <a:lnTo>
                  <a:pt x="3792809" y="1337288"/>
                </a:lnTo>
                <a:lnTo>
                  <a:pt x="3793241" y="1331689"/>
                </a:lnTo>
                <a:lnTo>
                  <a:pt x="3800125" y="1325765"/>
                </a:lnTo>
                <a:lnTo>
                  <a:pt x="3800681" y="1325287"/>
                </a:lnTo>
                <a:lnTo>
                  <a:pt x="3806285" y="1325712"/>
                </a:lnTo>
                <a:lnTo>
                  <a:pt x="3812684" y="1333148"/>
                </a:lnTo>
                <a:lnTo>
                  <a:pt x="3812261" y="1338757"/>
                </a:lnTo>
                <a:lnTo>
                  <a:pt x="3805370" y="1344673"/>
                </a:lnTo>
                <a:lnTo>
                  <a:pt x="3804912" y="1345065"/>
                </a:lnTo>
                <a:lnTo>
                  <a:pt x="3799496" y="1344737"/>
                </a:lnTo>
                <a:close/>
              </a:path>
              <a:path w="5142230" h="2300604">
                <a:moveTo>
                  <a:pt x="3710456" y="1233982"/>
                </a:moveTo>
                <a:lnTo>
                  <a:pt x="3706720" y="1229983"/>
                </a:lnTo>
                <a:lnTo>
                  <a:pt x="3703780" y="1226054"/>
                </a:lnTo>
                <a:lnTo>
                  <a:pt x="3704540" y="1220514"/>
                </a:lnTo>
                <a:lnTo>
                  <a:pt x="3708413" y="1217525"/>
                </a:lnTo>
                <a:lnTo>
                  <a:pt x="3712337" y="1214590"/>
                </a:lnTo>
                <a:lnTo>
                  <a:pt x="3717888" y="1215349"/>
                </a:lnTo>
                <a:lnTo>
                  <a:pt x="3720869" y="1219222"/>
                </a:lnTo>
                <a:lnTo>
                  <a:pt x="3723808" y="1223151"/>
                </a:lnTo>
                <a:lnTo>
                  <a:pt x="3723048" y="1228691"/>
                </a:lnTo>
                <a:lnTo>
                  <a:pt x="3719172" y="1231682"/>
                </a:lnTo>
                <a:lnTo>
                  <a:pt x="3715485" y="1234478"/>
                </a:lnTo>
                <a:lnTo>
                  <a:pt x="3710456" y="1233982"/>
                </a:lnTo>
                <a:close/>
              </a:path>
              <a:path w="5142230" h="2300604">
                <a:moveTo>
                  <a:pt x="4588501" y="1937360"/>
                </a:moveTo>
                <a:lnTo>
                  <a:pt x="4584698" y="1933288"/>
                </a:lnTo>
                <a:lnTo>
                  <a:pt x="4584204" y="1929047"/>
                </a:lnTo>
                <a:lnTo>
                  <a:pt x="4586354" y="1925578"/>
                </a:lnTo>
                <a:lnTo>
                  <a:pt x="4588905" y="1921369"/>
                </a:lnTo>
                <a:lnTo>
                  <a:pt x="4594146" y="1920140"/>
                </a:lnTo>
                <a:lnTo>
                  <a:pt x="4594372" y="1920087"/>
                </a:lnTo>
                <a:lnTo>
                  <a:pt x="4598533" y="1922683"/>
                </a:lnTo>
                <a:lnTo>
                  <a:pt x="4602741" y="1925236"/>
                </a:lnTo>
                <a:lnTo>
                  <a:pt x="4604023" y="1930713"/>
                </a:lnTo>
                <a:lnTo>
                  <a:pt x="4598868" y="1938973"/>
                </a:lnTo>
                <a:lnTo>
                  <a:pt x="4593403" y="1940359"/>
                </a:lnTo>
                <a:lnTo>
                  <a:pt x="4589243" y="1937763"/>
                </a:lnTo>
                <a:lnTo>
                  <a:pt x="4588501" y="1937360"/>
                </a:lnTo>
                <a:close/>
              </a:path>
              <a:path w="5142230" h="2300604">
                <a:moveTo>
                  <a:pt x="4406900" y="1824580"/>
                </a:moveTo>
                <a:lnTo>
                  <a:pt x="4403712" y="1821166"/>
                </a:lnTo>
                <a:lnTo>
                  <a:pt x="4403202" y="1816712"/>
                </a:lnTo>
                <a:lnTo>
                  <a:pt x="4407837" y="1809260"/>
                </a:lnTo>
                <a:lnTo>
                  <a:pt x="4407948" y="1809082"/>
                </a:lnTo>
                <a:lnTo>
                  <a:pt x="4413466" y="1807854"/>
                </a:lnTo>
                <a:lnTo>
                  <a:pt x="4421786" y="1813048"/>
                </a:lnTo>
                <a:lnTo>
                  <a:pt x="4423014" y="1818566"/>
                </a:lnTo>
                <a:lnTo>
                  <a:pt x="4420485" y="1822503"/>
                </a:lnTo>
                <a:lnTo>
                  <a:pt x="4417882" y="1826656"/>
                </a:lnTo>
                <a:lnTo>
                  <a:pt x="4417771" y="1826834"/>
                </a:lnTo>
                <a:lnTo>
                  <a:pt x="4412298" y="1828111"/>
                </a:lnTo>
                <a:lnTo>
                  <a:pt x="4408189" y="1825467"/>
                </a:lnTo>
                <a:lnTo>
                  <a:pt x="4407544" y="1825074"/>
                </a:lnTo>
                <a:lnTo>
                  <a:pt x="4406900" y="1824580"/>
                </a:lnTo>
                <a:close/>
              </a:path>
              <a:path w="5142230" h="2300604">
                <a:moveTo>
                  <a:pt x="3585570" y="1061487"/>
                </a:moveTo>
                <a:lnTo>
                  <a:pt x="3581640" y="1057280"/>
                </a:lnTo>
                <a:lnTo>
                  <a:pt x="3578748" y="1053307"/>
                </a:lnTo>
                <a:lnTo>
                  <a:pt x="3579696" y="1047773"/>
                </a:lnTo>
                <a:lnTo>
                  <a:pt x="3587726" y="1042098"/>
                </a:lnTo>
                <a:lnTo>
                  <a:pt x="3593220" y="1042992"/>
                </a:lnTo>
                <a:lnTo>
                  <a:pt x="3598895" y="1051023"/>
                </a:lnTo>
                <a:lnTo>
                  <a:pt x="3598001" y="1056515"/>
                </a:lnTo>
                <a:lnTo>
                  <a:pt x="3594031" y="1059401"/>
                </a:lnTo>
                <a:lnTo>
                  <a:pt x="3590303" y="1061962"/>
                </a:lnTo>
                <a:lnTo>
                  <a:pt x="3585570" y="1061487"/>
                </a:lnTo>
                <a:close/>
              </a:path>
              <a:path w="5142230" h="2300604">
                <a:moveTo>
                  <a:pt x="3626705" y="1119306"/>
                </a:moveTo>
                <a:lnTo>
                  <a:pt x="3622819" y="1115145"/>
                </a:lnTo>
                <a:lnTo>
                  <a:pt x="3619930" y="1111169"/>
                </a:lnTo>
                <a:lnTo>
                  <a:pt x="3620873" y="1105631"/>
                </a:lnTo>
                <a:lnTo>
                  <a:pt x="3624843" y="1102745"/>
                </a:lnTo>
                <a:lnTo>
                  <a:pt x="3628862" y="1099912"/>
                </a:lnTo>
                <a:lnTo>
                  <a:pt x="3634399" y="1100857"/>
                </a:lnTo>
                <a:lnTo>
                  <a:pt x="3637232" y="1104868"/>
                </a:lnTo>
                <a:lnTo>
                  <a:pt x="3640078" y="1108793"/>
                </a:lnTo>
                <a:lnTo>
                  <a:pt x="3639135" y="1114331"/>
                </a:lnTo>
                <a:lnTo>
                  <a:pt x="3635165" y="1117217"/>
                </a:lnTo>
                <a:lnTo>
                  <a:pt x="3631489" y="1119830"/>
                </a:lnTo>
                <a:lnTo>
                  <a:pt x="3626705" y="1119306"/>
                </a:lnTo>
                <a:close/>
              </a:path>
              <a:path w="5142230" h="2300604">
                <a:moveTo>
                  <a:pt x="3668119" y="1176930"/>
                </a:moveTo>
                <a:lnTo>
                  <a:pt x="3664285" y="1172825"/>
                </a:lnTo>
                <a:lnTo>
                  <a:pt x="3661402" y="1168861"/>
                </a:lnTo>
                <a:lnTo>
                  <a:pt x="3662295" y="1163270"/>
                </a:lnTo>
                <a:lnTo>
                  <a:pt x="3670191" y="1157547"/>
                </a:lnTo>
                <a:lnTo>
                  <a:pt x="3675779" y="1158444"/>
                </a:lnTo>
                <a:lnTo>
                  <a:pt x="3681505" y="1166335"/>
                </a:lnTo>
                <a:lnTo>
                  <a:pt x="3680657" y="1171876"/>
                </a:lnTo>
                <a:lnTo>
                  <a:pt x="3676728" y="1174806"/>
                </a:lnTo>
                <a:lnTo>
                  <a:pt x="3673054" y="1177426"/>
                </a:lnTo>
                <a:lnTo>
                  <a:pt x="3668119" y="1176930"/>
                </a:lnTo>
                <a:close/>
              </a:path>
              <a:path w="5142230" h="2300604">
                <a:moveTo>
                  <a:pt x="4467130" y="1862174"/>
                </a:moveTo>
                <a:lnTo>
                  <a:pt x="4463946" y="1858765"/>
                </a:lnTo>
                <a:lnTo>
                  <a:pt x="4463388" y="1854355"/>
                </a:lnTo>
                <a:lnTo>
                  <a:pt x="4468127" y="1846723"/>
                </a:lnTo>
                <a:lnTo>
                  <a:pt x="4473377" y="1845498"/>
                </a:lnTo>
                <a:lnTo>
                  <a:pt x="4473600" y="1845446"/>
                </a:lnTo>
                <a:lnTo>
                  <a:pt x="4477760" y="1848043"/>
                </a:lnTo>
                <a:lnTo>
                  <a:pt x="4481970" y="1850593"/>
                </a:lnTo>
                <a:lnTo>
                  <a:pt x="4483253" y="1856070"/>
                </a:lnTo>
                <a:lnTo>
                  <a:pt x="4478055" y="1864386"/>
                </a:lnTo>
                <a:lnTo>
                  <a:pt x="4472628" y="1865712"/>
                </a:lnTo>
                <a:lnTo>
                  <a:pt x="4467774" y="1862668"/>
                </a:lnTo>
                <a:lnTo>
                  <a:pt x="4467130" y="1862174"/>
                </a:lnTo>
                <a:close/>
              </a:path>
              <a:path w="5142230" h="2300604">
                <a:moveTo>
                  <a:pt x="3754057" y="1290039"/>
                </a:moveTo>
                <a:lnTo>
                  <a:pt x="3750458" y="1286187"/>
                </a:lnTo>
                <a:lnTo>
                  <a:pt x="3747422" y="1282349"/>
                </a:lnTo>
                <a:lnTo>
                  <a:pt x="3748038" y="1276752"/>
                </a:lnTo>
                <a:lnTo>
                  <a:pt x="3750786" y="1274515"/>
                </a:lnTo>
                <a:lnTo>
                  <a:pt x="3751825" y="1273670"/>
                </a:lnTo>
                <a:lnTo>
                  <a:pt x="3754610" y="1271473"/>
                </a:lnTo>
                <a:lnTo>
                  <a:pt x="3755662" y="1270643"/>
                </a:lnTo>
                <a:lnTo>
                  <a:pt x="3761254" y="1271254"/>
                </a:lnTo>
                <a:lnTo>
                  <a:pt x="3764341" y="1275045"/>
                </a:lnTo>
                <a:lnTo>
                  <a:pt x="3767368" y="1278874"/>
                </a:lnTo>
                <a:lnTo>
                  <a:pt x="3766752" y="1284471"/>
                </a:lnTo>
                <a:lnTo>
                  <a:pt x="3764004" y="1286707"/>
                </a:lnTo>
                <a:lnTo>
                  <a:pt x="3762965" y="1287552"/>
                </a:lnTo>
                <a:lnTo>
                  <a:pt x="3760178" y="1289748"/>
                </a:lnTo>
                <a:lnTo>
                  <a:pt x="3759285" y="1290452"/>
                </a:lnTo>
                <a:lnTo>
                  <a:pt x="3754057" y="1290039"/>
                </a:lnTo>
                <a:close/>
              </a:path>
              <a:path w="5142230" h="2300604">
                <a:moveTo>
                  <a:pt x="3847122" y="1397676"/>
                </a:moveTo>
                <a:lnTo>
                  <a:pt x="3840431" y="1390514"/>
                </a:lnTo>
                <a:lnTo>
                  <a:pt x="3840624" y="1384854"/>
                </a:lnTo>
                <a:lnTo>
                  <a:pt x="3847834" y="1378207"/>
                </a:lnTo>
                <a:lnTo>
                  <a:pt x="3853356" y="1378348"/>
                </a:lnTo>
                <a:lnTo>
                  <a:pt x="3860052" y="1385516"/>
                </a:lnTo>
                <a:lnTo>
                  <a:pt x="3859856" y="1391077"/>
                </a:lnTo>
                <a:lnTo>
                  <a:pt x="3852735" y="1397820"/>
                </a:lnTo>
                <a:lnTo>
                  <a:pt x="3847122" y="1397676"/>
                </a:lnTo>
                <a:close/>
              </a:path>
              <a:path w="5142230" h="2300604">
                <a:moveTo>
                  <a:pt x="4527518" y="1899547"/>
                </a:moveTo>
                <a:lnTo>
                  <a:pt x="4524325" y="1896129"/>
                </a:lnTo>
                <a:lnTo>
                  <a:pt x="4523768" y="1891718"/>
                </a:lnTo>
                <a:lnTo>
                  <a:pt x="4528516" y="1884096"/>
                </a:lnTo>
                <a:lnTo>
                  <a:pt x="4533766" y="1882871"/>
                </a:lnTo>
                <a:lnTo>
                  <a:pt x="4533988" y="1882819"/>
                </a:lnTo>
                <a:lnTo>
                  <a:pt x="4538149" y="1885416"/>
                </a:lnTo>
                <a:lnTo>
                  <a:pt x="4542359" y="1887966"/>
                </a:lnTo>
                <a:lnTo>
                  <a:pt x="4543632" y="1893433"/>
                </a:lnTo>
                <a:lnTo>
                  <a:pt x="4538444" y="1901759"/>
                </a:lnTo>
                <a:lnTo>
                  <a:pt x="4532972" y="1903036"/>
                </a:lnTo>
                <a:lnTo>
                  <a:pt x="4528854" y="1900490"/>
                </a:lnTo>
                <a:lnTo>
                  <a:pt x="4528162" y="1900041"/>
                </a:lnTo>
                <a:lnTo>
                  <a:pt x="4527518" y="1899547"/>
                </a:lnTo>
                <a:close/>
              </a:path>
              <a:path w="5142230" h="2300604">
                <a:moveTo>
                  <a:pt x="3260903" y="682659"/>
                </a:moveTo>
                <a:lnTo>
                  <a:pt x="3257295" y="678796"/>
                </a:lnTo>
                <a:lnTo>
                  <a:pt x="3257040" y="673932"/>
                </a:lnTo>
                <a:lnTo>
                  <a:pt x="3259901" y="670447"/>
                </a:lnTo>
                <a:lnTo>
                  <a:pt x="3262907" y="666625"/>
                </a:lnTo>
                <a:lnTo>
                  <a:pt x="3268549" y="666020"/>
                </a:lnTo>
                <a:lnTo>
                  <a:pt x="3276175" y="672227"/>
                </a:lnTo>
                <a:lnTo>
                  <a:pt x="3276789" y="677772"/>
                </a:lnTo>
                <a:lnTo>
                  <a:pt x="3270582" y="685397"/>
                </a:lnTo>
                <a:lnTo>
                  <a:pt x="3265037" y="686011"/>
                </a:lnTo>
                <a:lnTo>
                  <a:pt x="3260903" y="682659"/>
                </a:lnTo>
                <a:close/>
              </a:path>
              <a:path w="5142230" h="2300604">
                <a:moveTo>
                  <a:pt x="2271908" y="322069"/>
                </a:moveTo>
                <a:lnTo>
                  <a:pt x="2268765" y="318704"/>
                </a:lnTo>
                <a:lnTo>
                  <a:pt x="2267869" y="315889"/>
                </a:lnTo>
                <a:lnTo>
                  <a:pt x="2269264" y="308194"/>
                </a:lnTo>
                <a:lnTo>
                  <a:pt x="2273899" y="305042"/>
                </a:lnTo>
                <a:lnTo>
                  <a:pt x="2283569" y="306792"/>
                </a:lnTo>
                <a:lnTo>
                  <a:pt x="2286716" y="311431"/>
                </a:lnTo>
                <a:lnTo>
                  <a:pt x="2284971" y="321097"/>
                </a:lnTo>
                <a:lnTo>
                  <a:pt x="2280332" y="324244"/>
                </a:lnTo>
                <a:lnTo>
                  <a:pt x="2273528" y="323021"/>
                </a:lnTo>
                <a:lnTo>
                  <a:pt x="2271908" y="322069"/>
                </a:lnTo>
                <a:close/>
              </a:path>
              <a:path w="5142230" h="2300604">
                <a:moveTo>
                  <a:pt x="2411402" y="348722"/>
                </a:moveTo>
                <a:lnTo>
                  <a:pt x="2408300" y="345402"/>
                </a:lnTo>
                <a:lnTo>
                  <a:pt x="2407412" y="342496"/>
                </a:lnTo>
                <a:lnTo>
                  <a:pt x="2408902" y="334805"/>
                </a:lnTo>
                <a:lnTo>
                  <a:pt x="2413631" y="331656"/>
                </a:lnTo>
                <a:lnTo>
                  <a:pt x="2423200" y="333592"/>
                </a:lnTo>
                <a:lnTo>
                  <a:pt x="2426342" y="338226"/>
                </a:lnTo>
                <a:lnTo>
                  <a:pt x="2424413" y="347891"/>
                </a:lnTo>
                <a:lnTo>
                  <a:pt x="2419728" y="350989"/>
                </a:lnTo>
                <a:lnTo>
                  <a:pt x="2414899" y="350022"/>
                </a:lnTo>
                <a:lnTo>
                  <a:pt x="2413022" y="349674"/>
                </a:lnTo>
                <a:lnTo>
                  <a:pt x="2411402" y="348722"/>
                </a:lnTo>
                <a:close/>
              </a:path>
              <a:path w="5142230" h="2300604">
                <a:moveTo>
                  <a:pt x="2480976" y="362987"/>
                </a:moveTo>
                <a:lnTo>
                  <a:pt x="2477878" y="359672"/>
                </a:lnTo>
                <a:lnTo>
                  <a:pt x="2476940" y="356713"/>
                </a:lnTo>
                <a:lnTo>
                  <a:pt x="2477606" y="353808"/>
                </a:lnTo>
                <a:lnTo>
                  <a:pt x="2478568" y="348974"/>
                </a:lnTo>
                <a:lnTo>
                  <a:pt x="2483303" y="345929"/>
                </a:lnTo>
                <a:lnTo>
                  <a:pt x="2492865" y="347954"/>
                </a:lnTo>
                <a:lnTo>
                  <a:pt x="2495963" y="352639"/>
                </a:lnTo>
                <a:lnTo>
                  <a:pt x="2494902" y="357466"/>
                </a:lnTo>
                <a:lnTo>
                  <a:pt x="2493935" y="362295"/>
                </a:lnTo>
                <a:lnTo>
                  <a:pt x="2489204" y="365345"/>
                </a:lnTo>
                <a:lnTo>
                  <a:pt x="2484423" y="364332"/>
                </a:lnTo>
                <a:lnTo>
                  <a:pt x="2482550" y="363891"/>
                </a:lnTo>
                <a:lnTo>
                  <a:pt x="2480976" y="362987"/>
                </a:lnTo>
                <a:close/>
              </a:path>
              <a:path w="5142230" h="2300604">
                <a:moveTo>
                  <a:pt x="2550328" y="378189"/>
                </a:moveTo>
                <a:lnTo>
                  <a:pt x="2547231" y="374873"/>
                </a:lnTo>
                <a:lnTo>
                  <a:pt x="2546289" y="371909"/>
                </a:lnTo>
                <a:lnTo>
                  <a:pt x="2548069" y="364138"/>
                </a:lnTo>
                <a:lnTo>
                  <a:pt x="2552844" y="361138"/>
                </a:lnTo>
                <a:lnTo>
                  <a:pt x="2557622" y="362244"/>
                </a:lnTo>
                <a:lnTo>
                  <a:pt x="2562354" y="363302"/>
                </a:lnTo>
                <a:lnTo>
                  <a:pt x="2565355" y="368078"/>
                </a:lnTo>
                <a:lnTo>
                  <a:pt x="2564248" y="372856"/>
                </a:lnTo>
                <a:lnTo>
                  <a:pt x="2563190" y="377588"/>
                </a:lnTo>
                <a:lnTo>
                  <a:pt x="2558414" y="380589"/>
                </a:lnTo>
                <a:lnTo>
                  <a:pt x="2551854" y="379138"/>
                </a:lnTo>
                <a:lnTo>
                  <a:pt x="2550328" y="378189"/>
                </a:lnTo>
                <a:close/>
              </a:path>
              <a:path w="5142230" h="2300604">
                <a:moveTo>
                  <a:pt x="3204512" y="640182"/>
                </a:moveTo>
                <a:lnTo>
                  <a:pt x="3200810" y="636219"/>
                </a:lnTo>
                <a:lnTo>
                  <a:pt x="3200463" y="631647"/>
                </a:lnTo>
                <a:lnTo>
                  <a:pt x="3202849" y="628140"/>
                </a:lnTo>
                <a:lnTo>
                  <a:pt x="3205718" y="624172"/>
                </a:lnTo>
                <a:lnTo>
                  <a:pt x="3211275" y="623181"/>
                </a:lnTo>
                <a:lnTo>
                  <a:pt x="3219301" y="628842"/>
                </a:lnTo>
                <a:lnTo>
                  <a:pt x="3220199" y="634395"/>
                </a:lnTo>
                <a:lnTo>
                  <a:pt x="3217366" y="638402"/>
                </a:lnTo>
                <a:lnTo>
                  <a:pt x="3214592" y="642372"/>
                </a:lnTo>
                <a:lnTo>
                  <a:pt x="3209035" y="643363"/>
                </a:lnTo>
                <a:lnTo>
                  <a:pt x="3204512" y="640182"/>
                </a:lnTo>
                <a:close/>
              </a:path>
              <a:path w="5142230" h="2300604">
                <a:moveTo>
                  <a:pt x="2619357" y="394607"/>
                </a:moveTo>
                <a:lnTo>
                  <a:pt x="2616259" y="391291"/>
                </a:lnTo>
                <a:lnTo>
                  <a:pt x="2615324" y="388238"/>
                </a:lnTo>
                <a:lnTo>
                  <a:pt x="2617288" y="380468"/>
                </a:lnTo>
                <a:lnTo>
                  <a:pt x="2618569" y="379688"/>
                </a:lnTo>
                <a:lnTo>
                  <a:pt x="2622181" y="377592"/>
                </a:lnTo>
                <a:lnTo>
                  <a:pt x="2631610" y="379964"/>
                </a:lnTo>
                <a:lnTo>
                  <a:pt x="2634516" y="384737"/>
                </a:lnTo>
                <a:lnTo>
                  <a:pt x="2633315" y="389511"/>
                </a:lnTo>
                <a:lnTo>
                  <a:pt x="2632158" y="394236"/>
                </a:lnTo>
                <a:lnTo>
                  <a:pt x="2627296" y="397143"/>
                </a:lnTo>
                <a:lnTo>
                  <a:pt x="2622567" y="395991"/>
                </a:lnTo>
                <a:lnTo>
                  <a:pt x="2620837" y="395507"/>
                </a:lnTo>
                <a:lnTo>
                  <a:pt x="2619357" y="394607"/>
                </a:lnTo>
                <a:close/>
              </a:path>
              <a:path w="5142230" h="2300604">
                <a:moveTo>
                  <a:pt x="5125739" y="2281581"/>
                </a:moveTo>
                <a:lnTo>
                  <a:pt x="5122545" y="2278163"/>
                </a:lnTo>
                <a:lnTo>
                  <a:pt x="5122083" y="2273664"/>
                </a:lnTo>
                <a:lnTo>
                  <a:pt x="5126745" y="2266436"/>
                </a:lnTo>
                <a:lnTo>
                  <a:pt x="5126968" y="2266088"/>
                </a:lnTo>
                <a:lnTo>
                  <a:pt x="5132491" y="2264864"/>
                </a:lnTo>
                <a:lnTo>
                  <a:pt x="5136553" y="2267552"/>
                </a:lnTo>
                <a:lnTo>
                  <a:pt x="5140711" y="2270242"/>
                </a:lnTo>
                <a:lnTo>
                  <a:pt x="5131041" y="2285110"/>
                </a:lnTo>
                <a:lnTo>
                  <a:pt x="5126931" y="2282467"/>
                </a:lnTo>
                <a:lnTo>
                  <a:pt x="5125739" y="2281581"/>
                </a:lnTo>
                <a:close/>
              </a:path>
              <a:path w="5142230" h="2300604">
                <a:moveTo>
                  <a:pt x="3144957" y="600771"/>
                </a:moveTo>
                <a:lnTo>
                  <a:pt x="3141769" y="597357"/>
                </a:lnTo>
                <a:lnTo>
                  <a:pt x="3141211" y="592947"/>
                </a:lnTo>
                <a:lnTo>
                  <a:pt x="3146000" y="585268"/>
                </a:lnTo>
                <a:lnTo>
                  <a:pt x="3151477" y="583997"/>
                </a:lnTo>
                <a:lnTo>
                  <a:pt x="3159797" y="589190"/>
                </a:lnTo>
                <a:lnTo>
                  <a:pt x="3161071" y="594657"/>
                </a:lnTo>
                <a:lnTo>
                  <a:pt x="3155878" y="602978"/>
                </a:lnTo>
                <a:lnTo>
                  <a:pt x="3150406" y="604255"/>
                </a:lnTo>
                <a:lnTo>
                  <a:pt x="3145601" y="601265"/>
                </a:lnTo>
                <a:lnTo>
                  <a:pt x="3144957" y="600771"/>
                </a:lnTo>
                <a:close/>
              </a:path>
              <a:path w="5142230" h="2300604">
                <a:moveTo>
                  <a:pt x="5066699" y="2243505"/>
                </a:moveTo>
                <a:lnTo>
                  <a:pt x="5062945" y="2239486"/>
                </a:lnTo>
                <a:lnTo>
                  <a:pt x="5062448" y="2235141"/>
                </a:lnTo>
                <a:lnTo>
                  <a:pt x="5064480" y="2232038"/>
                </a:lnTo>
                <a:lnTo>
                  <a:pt x="5067125" y="2227929"/>
                </a:lnTo>
                <a:lnTo>
                  <a:pt x="5067384" y="2227525"/>
                </a:lnTo>
                <a:lnTo>
                  <a:pt x="5072855" y="2226341"/>
                </a:lnTo>
                <a:lnTo>
                  <a:pt x="5081119" y="2231669"/>
                </a:lnTo>
                <a:lnTo>
                  <a:pt x="5082303" y="2237137"/>
                </a:lnTo>
                <a:lnTo>
                  <a:pt x="5079876" y="2240897"/>
                </a:lnTo>
                <a:lnTo>
                  <a:pt x="5077193" y="2244963"/>
                </a:lnTo>
                <a:lnTo>
                  <a:pt x="5076928" y="2245363"/>
                </a:lnTo>
                <a:lnTo>
                  <a:pt x="5071458" y="2246547"/>
                </a:lnTo>
                <a:lnTo>
                  <a:pt x="5067348" y="2243904"/>
                </a:lnTo>
                <a:lnTo>
                  <a:pt x="5066699" y="2243505"/>
                </a:lnTo>
                <a:close/>
              </a:path>
              <a:path w="5142230" h="2300604">
                <a:moveTo>
                  <a:pt x="2341658" y="335155"/>
                </a:moveTo>
                <a:lnTo>
                  <a:pt x="2338566" y="331844"/>
                </a:lnTo>
                <a:lnTo>
                  <a:pt x="2337624" y="328980"/>
                </a:lnTo>
                <a:lnTo>
                  <a:pt x="2339114" y="321288"/>
                </a:lnTo>
                <a:lnTo>
                  <a:pt x="2343753" y="318141"/>
                </a:lnTo>
                <a:lnTo>
                  <a:pt x="2348581" y="319009"/>
                </a:lnTo>
                <a:lnTo>
                  <a:pt x="2353370" y="319932"/>
                </a:lnTo>
                <a:lnTo>
                  <a:pt x="2356562" y="324620"/>
                </a:lnTo>
                <a:lnTo>
                  <a:pt x="2354721" y="334183"/>
                </a:lnTo>
                <a:lnTo>
                  <a:pt x="2350038" y="337380"/>
                </a:lnTo>
                <a:lnTo>
                  <a:pt x="2345254" y="336462"/>
                </a:lnTo>
                <a:lnTo>
                  <a:pt x="2343327" y="336062"/>
                </a:lnTo>
                <a:lnTo>
                  <a:pt x="2341658" y="335155"/>
                </a:lnTo>
                <a:close/>
              </a:path>
              <a:path w="5142230" h="2300604">
                <a:moveTo>
                  <a:pt x="2132245" y="296212"/>
                </a:moveTo>
                <a:lnTo>
                  <a:pt x="2129148" y="292897"/>
                </a:lnTo>
                <a:lnTo>
                  <a:pt x="2128158" y="290078"/>
                </a:lnTo>
                <a:lnTo>
                  <a:pt x="2129647" y="282386"/>
                </a:lnTo>
                <a:lnTo>
                  <a:pt x="2134241" y="279190"/>
                </a:lnTo>
                <a:lnTo>
                  <a:pt x="2143903" y="281030"/>
                </a:lnTo>
                <a:lnTo>
                  <a:pt x="2147099" y="285624"/>
                </a:lnTo>
                <a:lnTo>
                  <a:pt x="2145259" y="295286"/>
                </a:lnTo>
                <a:lnTo>
                  <a:pt x="2140620" y="298433"/>
                </a:lnTo>
                <a:lnTo>
                  <a:pt x="2133910" y="297213"/>
                </a:lnTo>
                <a:lnTo>
                  <a:pt x="2132245" y="296212"/>
                </a:lnTo>
                <a:close/>
              </a:path>
              <a:path w="5142230" h="2300604">
                <a:moveTo>
                  <a:pt x="2202052" y="309163"/>
                </a:moveTo>
                <a:lnTo>
                  <a:pt x="2198950" y="305843"/>
                </a:lnTo>
                <a:lnTo>
                  <a:pt x="2198059" y="303032"/>
                </a:lnTo>
                <a:lnTo>
                  <a:pt x="2199454" y="295337"/>
                </a:lnTo>
                <a:lnTo>
                  <a:pt x="2204043" y="292137"/>
                </a:lnTo>
                <a:lnTo>
                  <a:pt x="2208881" y="293014"/>
                </a:lnTo>
                <a:lnTo>
                  <a:pt x="2213665" y="293932"/>
                </a:lnTo>
                <a:lnTo>
                  <a:pt x="2216901" y="298570"/>
                </a:lnTo>
                <a:lnTo>
                  <a:pt x="2215988" y="303359"/>
                </a:lnTo>
                <a:lnTo>
                  <a:pt x="2215115" y="308192"/>
                </a:lnTo>
                <a:lnTo>
                  <a:pt x="2210517" y="311382"/>
                </a:lnTo>
                <a:lnTo>
                  <a:pt x="2203717" y="310164"/>
                </a:lnTo>
                <a:lnTo>
                  <a:pt x="2202052" y="309163"/>
                </a:lnTo>
                <a:close/>
              </a:path>
            </a:pathLst>
          </a:custGeom>
          <a:solidFill>
            <a:srgbClr val="FABE04"/>
          </a:solidFill>
        </p:spPr>
        <p:txBody>
          <a:bodyPr wrap="square" lIns="0" tIns="0" rIns="0" bIns="0" rtlCol="0"/>
          <a:lstStyle/>
          <a:p>
            <a:endParaRPr/>
          </a:p>
        </p:txBody>
      </p:sp>
      <p:sp>
        <p:nvSpPr>
          <p:cNvPr id="14" name="object 14"/>
          <p:cNvSpPr txBox="1"/>
          <p:nvPr/>
        </p:nvSpPr>
        <p:spPr>
          <a:xfrm>
            <a:off x="13811310" y="2759095"/>
            <a:ext cx="1578610" cy="460375"/>
          </a:xfrm>
          <a:prstGeom prst="rect">
            <a:avLst/>
          </a:prstGeom>
        </p:spPr>
        <p:txBody>
          <a:bodyPr vert="horz" wrap="square" lIns="0" tIns="12700" rIns="0" bIns="0" rtlCol="0">
            <a:spAutoFit/>
          </a:bodyPr>
          <a:lstStyle/>
          <a:p>
            <a:pPr marL="12700">
              <a:lnSpc>
                <a:spcPct val="100000"/>
              </a:lnSpc>
              <a:spcBef>
                <a:spcPts val="100"/>
              </a:spcBef>
            </a:pPr>
            <a:r>
              <a:rPr sz="2850" spc="-40" dirty="0">
                <a:latin typeface="Verdana"/>
                <a:cs typeface="Verdana"/>
              </a:rPr>
              <a:t>About</a:t>
            </a:r>
            <a:r>
              <a:rPr sz="2850" spc="-225" dirty="0">
                <a:latin typeface="Verdana"/>
                <a:cs typeface="Verdana"/>
              </a:rPr>
              <a:t> </a:t>
            </a:r>
            <a:r>
              <a:rPr sz="2850" spc="-25" dirty="0">
                <a:latin typeface="Verdana"/>
                <a:cs typeface="Verdana"/>
              </a:rPr>
              <a:t>us</a:t>
            </a:r>
            <a:endParaRPr sz="2850" dirty="0">
              <a:latin typeface="Verdana"/>
              <a:cs typeface="Verdana"/>
            </a:endParaRPr>
          </a:p>
        </p:txBody>
      </p:sp>
      <p:sp>
        <p:nvSpPr>
          <p:cNvPr id="15" name="object 15"/>
          <p:cNvSpPr txBox="1"/>
          <p:nvPr/>
        </p:nvSpPr>
        <p:spPr>
          <a:xfrm>
            <a:off x="11838559" y="1322213"/>
            <a:ext cx="3111026" cy="451406"/>
          </a:xfrm>
          <a:prstGeom prst="rect">
            <a:avLst/>
          </a:prstGeom>
        </p:spPr>
        <p:txBody>
          <a:bodyPr vert="horz" wrap="square" lIns="0" tIns="12700" rIns="0" bIns="0" rtlCol="0">
            <a:spAutoFit/>
          </a:bodyPr>
          <a:lstStyle/>
          <a:p>
            <a:pPr marL="12700">
              <a:lnSpc>
                <a:spcPct val="100000"/>
              </a:lnSpc>
              <a:spcBef>
                <a:spcPts val="100"/>
              </a:spcBef>
            </a:pPr>
            <a:r>
              <a:rPr lang="en-IN" sz="2850" spc="-30" dirty="0" smtClean="0">
                <a:solidFill>
                  <a:srgbClr val="FFFFFF"/>
                </a:solidFill>
                <a:latin typeface="Verdana"/>
                <a:cs typeface="Verdana"/>
              </a:rPr>
              <a:t>Output:</a:t>
            </a:r>
            <a:endParaRPr sz="2850" dirty="0">
              <a:latin typeface="Verdana"/>
              <a:cs typeface="Verdana"/>
            </a:endParaRPr>
          </a:p>
        </p:txBody>
      </p:sp>
      <p:sp>
        <p:nvSpPr>
          <p:cNvPr id="16" name="object 16"/>
          <p:cNvSpPr txBox="1"/>
          <p:nvPr/>
        </p:nvSpPr>
        <p:spPr>
          <a:xfrm>
            <a:off x="703732" y="1322213"/>
            <a:ext cx="10287000" cy="997709"/>
          </a:xfrm>
          <a:prstGeom prst="rect">
            <a:avLst/>
          </a:prstGeom>
        </p:spPr>
        <p:txBody>
          <a:bodyPr vert="horz" wrap="square" lIns="0" tIns="12700" rIns="0" bIns="0" rtlCol="0">
            <a:spAutoFit/>
          </a:bodyPr>
          <a:lstStyle/>
          <a:p>
            <a:pPr marL="12700">
              <a:lnSpc>
                <a:spcPct val="100000"/>
              </a:lnSpc>
              <a:spcBef>
                <a:spcPts val="100"/>
              </a:spcBef>
            </a:pPr>
            <a:r>
              <a:rPr lang="en-US" sz="3200" dirty="0" smtClean="0">
                <a:latin typeface="Trebuchet MS"/>
                <a:cs typeface="Trebuchet MS"/>
              </a:rPr>
              <a:t>1.Retrieve a list of all customers with their corresponding product names .</a:t>
            </a:r>
            <a:endParaRPr sz="3200" dirty="0">
              <a:latin typeface="Trebuchet MS"/>
              <a:cs typeface="Trebuchet MS"/>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4618" y="3418250"/>
            <a:ext cx="10287001" cy="42156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694355" y="2757094"/>
            <a:ext cx="6526538" cy="487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 name="object 16"/>
          <p:cNvSpPr txBox="1"/>
          <p:nvPr/>
        </p:nvSpPr>
        <p:spPr>
          <a:xfrm>
            <a:off x="769463" y="445412"/>
            <a:ext cx="10287000" cy="505267"/>
          </a:xfrm>
          <a:prstGeom prst="rect">
            <a:avLst/>
          </a:prstGeom>
        </p:spPr>
        <p:txBody>
          <a:bodyPr vert="horz" wrap="square" lIns="0" tIns="12700" rIns="0" bIns="0" rtlCol="0">
            <a:spAutoFit/>
          </a:bodyPr>
          <a:lstStyle/>
          <a:p>
            <a:pPr marL="12700">
              <a:lnSpc>
                <a:spcPct val="100000"/>
              </a:lnSpc>
              <a:spcBef>
                <a:spcPts val="100"/>
              </a:spcBef>
            </a:pPr>
            <a:r>
              <a:rPr lang="en-IN" sz="3200" dirty="0" smtClean="0">
                <a:solidFill>
                  <a:schemeClr val="tx2">
                    <a:lumMod val="50000"/>
                  </a:schemeClr>
                </a:solidFill>
                <a:latin typeface="Stencil" pitchFamily="82" charset="0"/>
                <a:cs typeface="Trebuchet MS"/>
              </a:rPr>
              <a:t>E-Commerce Database Management System</a:t>
            </a:r>
            <a:endParaRPr sz="3200" dirty="0">
              <a:solidFill>
                <a:schemeClr val="tx2">
                  <a:lumMod val="50000"/>
                </a:schemeClr>
              </a:solidFill>
              <a:latin typeface="Stencil" pitchFamily="82" charset="0"/>
              <a:cs typeface="Trebuchet M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6553200" cy="10287000"/>
          </a:xfrm>
          <a:custGeom>
            <a:avLst/>
            <a:gdLst/>
            <a:ahLst/>
            <a:cxnLst/>
            <a:rect l="l" t="t" r="r" b="b"/>
            <a:pathLst>
              <a:path w="9732010" h="10287000">
                <a:moveTo>
                  <a:pt x="9731471" y="10286999"/>
                </a:moveTo>
                <a:lnTo>
                  <a:pt x="0" y="10286999"/>
                </a:lnTo>
                <a:lnTo>
                  <a:pt x="0" y="0"/>
                </a:lnTo>
                <a:lnTo>
                  <a:pt x="9731471" y="0"/>
                </a:lnTo>
                <a:lnTo>
                  <a:pt x="9731471" y="10286999"/>
                </a:lnTo>
                <a:close/>
              </a:path>
            </a:pathLst>
          </a:custGeom>
          <a:solidFill>
            <a:srgbClr val="000000"/>
          </a:solidFill>
        </p:spPr>
        <p:txBody>
          <a:bodyPr wrap="square" lIns="0" tIns="0" rIns="0" bIns="0" rtlCol="0"/>
          <a:lstStyle/>
          <a:p>
            <a:endParaRPr/>
          </a:p>
        </p:txBody>
      </p:sp>
      <p:sp>
        <p:nvSpPr>
          <p:cNvPr id="9" name="object 9"/>
          <p:cNvSpPr txBox="1"/>
          <p:nvPr/>
        </p:nvSpPr>
        <p:spPr>
          <a:xfrm>
            <a:off x="7467600" y="266700"/>
            <a:ext cx="1423035" cy="460375"/>
          </a:xfrm>
          <a:prstGeom prst="rect">
            <a:avLst/>
          </a:prstGeom>
        </p:spPr>
        <p:txBody>
          <a:bodyPr vert="horz" wrap="square" lIns="0" tIns="12700" rIns="0" bIns="0" rtlCol="0">
            <a:spAutoFit/>
          </a:bodyPr>
          <a:lstStyle/>
          <a:p>
            <a:pPr marL="12700">
              <a:lnSpc>
                <a:spcPct val="100000"/>
              </a:lnSpc>
              <a:spcBef>
                <a:spcPts val="100"/>
              </a:spcBef>
            </a:pPr>
            <a:r>
              <a:rPr sz="2850" spc="-45" dirty="0">
                <a:solidFill>
                  <a:srgbClr val="FFFFFF"/>
                </a:solidFill>
                <a:latin typeface="Verdana"/>
                <a:cs typeface="Verdana"/>
              </a:rPr>
              <a:t>Borcelle</a:t>
            </a:r>
            <a:endParaRPr sz="2850" dirty="0">
              <a:latin typeface="Verdana"/>
              <a:cs typeface="Verdana"/>
            </a:endParaRPr>
          </a:p>
        </p:txBody>
      </p:sp>
      <p:sp>
        <p:nvSpPr>
          <p:cNvPr id="14" name="object 6"/>
          <p:cNvSpPr/>
          <p:nvPr/>
        </p:nvSpPr>
        <p:spPr>
          <a:xfrm>
            <a:off x="7167282" y="1091670"/>
            <a:ext cx="10287000" cy="1153630"/>
          </a:xfrm>
          <a:custGeom>
            <a:avLst/>
            <a:gdLst/>
            <a:ahLst/>
            <a:cxnLst/>
            <a:rect l="l" t="t" r="r" b="b"/>
            <a:pathLst>
              <a:path w="5956934" h="993775">
                <a:moveTo>
                  <a:pt x="5956567" y="993408"/>
                </a:moveTo>
                <a:lnTo>
                  <a:pt x="0" y="993408"/>
                </a:lnTo>
                <a:lnTo>
                  <a:pt x="0" y="0"/>
                </a:lnTo>
                <a:lnTo>
                  <a:pt x="5956567" y="0"/>
                </a:lnTo>
                <a:lnTo>
                  <a:pt x="5956567" y="993408"/>
                </a:lnTo>
                <a:close/>
              </a:path>
            </a:pathLst>
          </a:custGeom>
          <a:solidFill>
            <a:srgbClr val="FABE04"/>
          </a:solidFill>
        </p:spPr>
        <p:txBody>
          <a:bodyPr wrap="square" lIns="0" tIns="0" rIns="0" bIns="0" rtlCol="0"/>
          <a:lstStyle/>
          <a:p>
            <a:endParaRPr/>
          </a:p>
        </p:txBody>
      </p:sp>
      <p:sp>
        <p:nvSpPr>
          <p:cNvPr id="15" name="object 16"/>
          <p:cNvSpPr txBox="1"/>
          <p:nvPr/>
        </p:nvSpPr>
        <p:spPr>
          <a:xfrm>
            <a:off x="7162800" y="1091670"/>
            <a:ext cx="10287000" cy="997709"/>
          </a:xfrm>
          <a:prstGeom prst="rect">
            <a:avLst/>
          </a:prstGeom>
        </p:spPr>
        <p:txBody>
          <a:bodyPr vert="horz" wrap="square" lIns="0" tIns="12700" rIns="0" bIns="0" rtlCol="0">
            <a:spAutoFit/>
          </a:bodyPr>
          <a:lstStyle/>
          <a:p>
            <a:pPr marL="12700">
              <a:lnSpc>
                <a:spcPct val="100000"/>
              </a:lnSpc>
              <a:spcBef>
                <a:spcPts val="100"/>
              </a:spcBef>
            </a:pPr>
            <a:r>
              <a:rPr lang="en-US" sz="3200" dirty="0" smtClean="0">
                <a:latin typeface="Trebuchet MS"/>
                <a:cs typeface="Trebuchet MS"/>
              </a:rPr>
              <a:t>2.List all orders and their shipping status. Include orders that do not have any shipping records.</a:t>
            </a:r>
            <a:endParaRPr sz="3200" dirty="0">
              <a:latin typeface="Trebuchet MS"/>
              <a:cs typeface="Trebuchet MS"/>
            </a:endParaRPr>
          </a:p>
        </p:txBody>
      </p:sp>
      <p:pic>
        <p:nvPicPr>
          <p:cNvPr id="16" name="object 4"/>
          <p:cNvPicPr/>
          <p:nvPr/>
        </p:nvPicPr>
        <p:blipFill>
          <a:blip r:embed="rId2" cstate="print"/>
          <a:stretch>
            <a:fillRect/>
          </a:stretch>
        </p:blipFill>
        <p:spPr>
          <a:xfrm>
            <a:off x="0" y="33618"/>
            <a:ext cx="6407534" cy="4488501"/>
          </a:xfrm>
          <a:prstGeom prst="rect">
            <a:avLst/>
          </a:prstGeom>
        </p:spPr>
      </p:pic>
      <p:sp>
        <p:nvSpPr>
          <p:cNvPr id="18" name="object 15"/>
          <p:cNvSpPr txBox="1"/>
          <p:nvPr/>
        </p:nvSpPr>
        <p:spPr>
          <a:xfrm>
            <a:off x="197960" y="1091670"/>
            <a:ext cx="3111026" cy="451406"/>
          </a:xfrm>
          <a:prstGeom prst="rect">
            <a:avLst/>
          </a:prstGeom>
        </p:spPr>
        <p:txBody>
          <a:bodyPr vert="horz" wrap="square" lIns="0" tIns="12700" rIns="0" bIns="0" rtlCol="0">
            <a:spAutoFit/>
          </a:bodyPr>
          <a:lstStyle/>
          <a:p>
            <a:pPr marL="12700">
              <a:lnSpc>
                <a:spcPct val="100000"/>
              </a:lnSpc>
              <a:spcBef>
                <a:spcPts val="100"/>
              </a:spcBef>
            </a:pPr>
            <a:r>
              <a:rPr lang="en-IN" sz="2850" spc="-30" dirty="0" smtClean="0">
                <a:solidFill>
                  <a:srgbClr val="FFFFFF"/>
                </a:solidFill>
                <a:latin typeface="Verdana"/>
                <a:cs typeface="Verdana"/>
              </a:rPr>
              <a:t> Output:</a:t>
            </a:r>
            <a:endParaRPr sz="2850" dirty="0">
              <a:latin typeface="Verdana"/>
              <a:cs typeface="Verdana"/>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67282" y="3390900"/>
            <a:ext cx="10607729" cy="350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7147" y="2552700"/>
            <a:ext cx="5593240" cy="6443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 name="object 10"/>
          <p:cNvSpPr/>
          <p:nvPr/>
        </p:nvSpPr>
        <p:spPr>
          <a:xfrm>
            <a:off x="6557682" y="7857015"/>
            <a:ext cx="5142230" cy="2300605"/>
          </a:xfrm>
          <a:custGeom>
            <a:avLst/>
            <a:gdLst/>
            <a:ahLst/>
            <a:cxnLst/>
            <a:rect l="l" t="t" r="r" b="b"/>
            <a:pathLst>
              <a:path w="5142230" h="2300604">
                <a:moveTo>
                  <a:pt x="304967" y="2237500"/>
                </a:moveTo>
                <a:lnTo>
                  <a:pt x="298355" y="2230422"/>
                </a:lnTo>
                <a:lnTo>
                  <a:pt x="293162" y="2223494"/>
                </a:lnTo>
                <a:lnTo>
                  <a:pt x="294632" y="2213729"/>
                </a:lnTo>
                <a:lnTo>
                  <a:pt x="301555" y="2208540"/>
                </a:lnTo>
                <a:lnTo>
                  <a:pt x="308528" y="2203396"/>
                </a:lnTo>
                <a:lnTo>
                  <a:pt x="318303" y="2204857"/>
                </a:lnTo>
                <a:lnTo>
                  <a:pt x="328644" y="2218664"/>
                </a:lnTo>
                <a:lnTo>
                  <a:pt x="327174" y="2228428"/>
                </a:lnTo>
                <a:lnTo>
                  <a:pt x="313802" y="2238454"/>
                </a:lnTo>
                <a:lnTo>
                  <a:pt x="304967" y="2237500"/>
                </a:lnTo>
                <a:close/>
              </a:path>
              <a:path w="5142230" h="2300604">
                <a:moveTo>
                  <a:pt x="345873" y="2295168"/>
                </a:moveTo>
                <a:lnTo>
                  <a:pt x="339536" y="2288385"/>
                </a:lnTo>
                <a:lnTo>
                  <a:pt x="334232" y="2280557"/>
                </a:lnTo>
                <a:lnTo>
                  <a:pt x="336075" y="2270800"/>
                </a:lnTo>
                <a:lnTo>
                  <a:pt x="343273" y="2265994"/>
                </a:lnTo>
                <a:lnTo>
                  <a:pt x="350420" y="2261133"/>
                </a:lnTo>
                <a:lnTo>
                  <a:pt x="360133" y="2263027"/>
                </a:lnTo>
                <a:lnTo>
                  <a:pt x="369795" y="2277377"/>
                </a:lnTo>
                <a:lnTo>
                  <a:pt x="367906" y="2287085"/>
                </a:lnTo>
                <a:lnTo>
                  <a:pt x="360754" y="2291940"/>
                </a:lnTo>
                <a:lnTo>
                  <a:pt x="354281" y="2296252"/>
                </a:lnTo>
                <a:lnTo>
                  <a:pt x="345873" y="2295168"/>
                </a:lnTo>
                <a:close/>
              </a:path>
              <a:path w="5142230" h="2300604">
                <a:moveTo>
                  <a:pt x="216674" y="2126857"/>
                </a:moveTo>
                <a:lnTo>
                  <a:pt x="210431" y="2120173"/>
                </a:lnTo>
                <a:lnTo>
                  <a:pt x="204897" y="2113565"/>
                </a:lnTo>
                <a:lnTo>
                  <a:pt x="205751" y="2103727"/>
                </a:lnTo>
                <a:lnTo>
                  <a:pt x="211089" y="2099178"/>
                </a:lnTo>
                <a:lnTo>
                  <a:pt x="217693" y="2093638"/>
                </a:lnTo>
                <a:lnTo>
                  <a:pt x="218923" y="2092609"/>
                </a:lnTo>
                <a:lnTo>
                  <a:pt x="228810" y="2093417"/>
                </a:lnTo>
                <a:lnTo>
                  <a:pt x="239874" y="2106630"/>
                </a:lnTo>
                <a:lnTo>
                  <a:pt x="239066" y="2116517"/>
                </a:lnTo>
                <a:lnTo>
                  <a:pt x="233690" y="2121026"/>
                </a:lnTo>
                <a:lnTo>
                  <a:pt x="227112" y="2126593"/>
                </a:lnTo>
                <a:lnTo>
                  <a:pt x="226093" y="2127458"/>
                </a:lnTo>
                <a:lnTo>
                  <a:pt x="216674" y="2126857"/>
                </a:lnTo>
                <a:close/>
              </a:path>
              <a:path w="5142230" h="2300604">
                <a:moveTo>
                  <a:pt x="170491" y="2072921"/>
                </a:moveTo>
                <a:lnTo>
                  <a:pt x="164391" y="2066392"/>
                </a:lnTo>
                <a:lnTo>
                  <a:pt x="158759" y="2059875"/>
                </a:lnTo>
                <a:lnTo>
                  <a:pt x="159474" y="2049985"/>
                </a:lnTo>
                <a:lnTo>
                  <a:pt x="171650" y="2039463"/>
                </a:lnTo>
                <a:lnTo>
                  <a:pt x="172509" y="2038721"/>
                </a:lnTo>
                <a:lnTo>
                  <a:pt x="182344" y="2039386"/>
                </a:lnTo>
                <a:lnTo>
                  <a:pt x="193712" y="2052425"/>
                </a:lnTo>
                <a:lnTo>
                  <a:pt x="192998" y="2062315"/>
                </a:lnTo>
                <a:lnTo>
                  <a:pt x="180813" y="2072829"/>
                </a:lnTo>
                <a:lnTo>
                  <a:pt x="180055" y="2073483"/>
                </a:lnTo>
                <a:lnTo>
                  <a:pt x="170491" y="2072921"/>
                </a:lnTo>
                <a:close/>
              </a:path>
              <a:path w="5142230" h="2300604">
                <a:moveTo>
                  <a:pt x="123927" y="2019460"/>
                </a:moveTo>
                <a:lnTo>
                  <a:pt x="117817" y="2012919"/>
                </a:lnTo>
                <a:lnTo>
                  <a:pt x="112095" y="2006403"/>
                </a:lnTo>
                <a:lnTo>
                  <a:pt x="112761" y="1996559"/>
                </a:lnTo>
                <a:lnTo>
                  <a:pt x="124997" y="1985807"/>
                </a:lnTo>
                <a:lnTo>
                  <a:pt x="125749" y="1985147"/>
                </a:lnTo>
                <a:lnTo>
                  <a:pt x="135644" y="1985866"/>
                </a:lnTo>
                <a:lnTo>
                  <a:pt x="147005" y="1998810"/>
                </a:lnTo>
                <a:lnTo>
                  <a:pt x="146381" y="2008698"/>
                </a:lnTo>
                <a:lnTo>
                  <a:pt x="139819" y="2014381"/>
                </a:lnTo>
                <a:lnTo>
                  <a:pt x="134097" y="2019398"/>
                </a:lnTo>
                <a:lnTo>
                  <a:pt x="133444" y="2019971"/>
                </a:lnTo>
                <a:lnTo>
                  <a:pt x="123927" y="2019460"/>
                </a:lnTo>
                <a:close/>
              </a:path>
              <a:path w="5142230" h="2300604">
                <a:moveTo>
                  <a:pt x="261646" y="2181547"/>
                </a:moveTo>
                <a:lnTo>
                  <a:pt x="255265" y="2174716"/>
                </a:lnTo>
                <a:lnTo>
                  <a:pt x="249877" y="2167970"/>
                </a:lnTo>
                <a:lnTo>
                  <a:pt x="250964" y="2158089"/>
                </a:lnTo>
                <a:lnTo>
                  <a:pt x="264459" y="2147317"/>
                </a:lnTo>
                <a:lnTo>
                  <a:pt x="274288" y="2148454"/>
                </a:lnTo>
                <a:lnTo>
                  <a:pt x="285113" y="2161899"/>
                </a:lnTo>
                <a:lnTo>
                  <a:pt x="283976" y="2171728"/>
                </a:lnTo>
                <a:lnTo>
                  <a:pt x="277226" y="2177111"/>
                </a:lnTo>
                <a:lnTo>
                  <a:pt x="270823" y="2182280"/>
                </a:lnTo>
                <a:lnTo>
                  <a:pt x="261646" y="2181547"/>
                </a:lnTo>
                <a:close/>
              </a:path>
              <a:path w="5142230" h="2300604">
                <a:moveTo>
                  <a:pt x="31141" y="1911631"/>
                </a:moveTo>
                <a:lnTo>
                  <a:pt x="24906" y="1904956"/>
                </a:lnTo>
                <a:lnTo>
                  <a:pt x="19366" y="1898351"/>
                </a:lnTo>
                <a:lnTo>
                  <a:pt x="20274" y="1888464"/>
                </a:lnTo>
                <a:lnTo>
                  <a:pt x="26878" y="1882924"/>
                </a:lnTo>
                <a:lnTo>
                  <a:pt x="32189" y="1878542"/>
                </a:lnTo>
                <a:lnTo>
                  <a:pt x="33582" y="1877393"/>
                </a:lnTo>
                <a:lnTo>
                  <a:pt x="43375" y="1878297"/>
                </a:lnTo>
                <a:lnTo>
                  <a:pt x="54485" y="1891559"/>
                </a:lnTo>
                <a:lnTo>
                  <a:pt x="53587" y="1901447"/>
                </a:lnTo>
                <a:lnTo>
                  <a:pt x="41692" y="1911391"/>
                </a:lnTo>
                <a:lnTo>
                  <a:pt x="40564" y="1912334"/>
                </a:lnTo>
                <a:lnTo>
                  <a:pt x="31141" y="1911631"/>
                </a:lnTo>
                <a:close/>
              </a:path>
              <a:path w="5142230" h="2300604">
                <a:moveTo>
                  <a:pt x="77219" y="1965843"/>
                </a:moveTo>
                <a:lnTo>
                  <a:pt x="71069" y="1959260"/>
                </a:lnTo>
                <a:lnTo>
                  <a:pt x="65437" y="1952743"/>
                </a:lnTo>
                <a:lnTo>
                  <a:pt x="66147" y="1942848"/>
                </a:lnTo>
                <a:lnTo>
                  <a:pt x="78326" y="1932329"/>
                </a:lnTo>
                <a:lnTo>
                  <a:pt x="79236" y="1931543"/>
                </a:lnTo>
                <a:lnTo>
                  <a:pt x="89116" y="1932257"/>
                </a:lnTo>
                <a:lnTo>
                  <a:pt x="100435" y="1945342"/>
                </a:lnTo>
                <a:lnTo>
                  <a:pt x="99721" y="1955231"/>
                </a:lnTo>
                <a:lnTo>
                  <a:pt x="87537" y="1965745"/>
                </a:lnTo>
                <a:lnTo>
                  <a:pt x="86774" y="1966404"/>
                </a:lnTo>
                <a:lnTo>
                  <a:pt x="77219" y="1965843"/>
                </a:lnTo>
                <a:close/>
              </a:path>
              <a:path w="5142230" h="2300604">
                <a:moveTo>
                  <a:pt x="0" y="1853578"/>
                </a:moveTo>
                <a:lnTo>
                  <a:pt x="0" y="1823852"/>
                </a:lnTo>
                <a:lnTo>
                  <a:pt x="10126" y="1836938"/>
                </a:lnTo>
                <a:lnTo>
                  <a:pt x="8854" y="1846719"/>
                </a:lnTo>
                <a:lnTo>
                  <a:pt x="0" y="1853578"/>
                </a:lnTo>
                <a:close/>
              </a:path>
              <a:path w="5142230" h="2300604">
                <a:moveTo>
                  <a:pt x="799057" y="2223919"/>
                </a:moveTo>
                <a:lnTo>
                  <a:pt x="792856" y="2217280"/>
                </a:lnTo>
                <a:lnTo>
                  <a:pt x="792316" y="2216507"/>
                </a:lnTo>
                <a:lnTo>
                  <a:pt x="787736" y="2209453"/>
                </a:lnTo>
                <a:lnTo>
                  <a:pt x="789704" y="2200036"/>
                </a:lnTo>
                <a:lnTo>
                  <a:pt x="803810" y="2190885"/>
                </a:lnTo>
                <a:lnTo>
                  <a:pt x="813232" y="2192858"/>
                </a:lnTo>
                <a:lnTo>
                  <a:pt x="822378" y="2206950"/>
                </a:lnTo>
                <a:lnTo>
                  <a:pt x="820410" y="2216377"/>
                </a:lnTo>
                <a:lnTo>
                  <a:pt x="813361" y="2220953"/>
                </a:lnTo>
                <a:lnTo>
                  <a:pt x="807079" y="2225077"/>
                </a:lnTo>
                <a:lnTo>
                  <a:pt x="799057" y="2223919"/>
                </a:lnTo>
                <a:close/>
              </a:path>
              <a:path w="5142230" h="2300604">
                <a:moveTo>
                  <a:pt x="249425" y="1662529"/>
                </a:moveTo>
                <a:lnTo>
                  <a:pt x="243458" y="1656141"/>
                </a:lnTo>
                <a:lnTo>
                  <a:pt x="243485" y="1646884"/>
                </a:lnTo>
                <a:lnTo>
                  <a:pt x="249160" y="1641035"/>
                </a:lnTo>
                <a:lnTo>
                  <a:pt x="255076" y="1635061"/>
                </a:lnTo>
                <a:lnTo>
                  <a:pt x="264717" y="1634912"/>
                </a:lnTo>
                <a:lnTo>
                  <a:pt x="276686" y="1646650"/>
                </a:lnTo>
                <a:lnTo>
                  <a:pt x="276821" y="1656285"/>
                </a:lnTo>
                <a:lnTo>
                  <a:pt x="270955" y="1662313"/>
                </a:lnTo>
                <a:lnTo>
                  <a:pt x="265044" y="1668301"/>
                </a:lnTo>
                <a:lnTo>
                  <a:pt x="255457" y="1668399"/>
                </a:lnTo>
                <a:lnTo>
                  <a:pt x="249425" y="1662529"/>
                </a:lnTo>
                <a:close/>
              </a:path>
              <a:path w="5142230" h="2300604">
                <a:moveTo>
                  <a:pt x="352928" y="1760424"/>
                </a:moveTo>
                <a:lnTo>
                  <a:pt x="346729" y="1753788"/>
                </a:lnTo>
                <a:lnTo>
                  <a:pt x="346611" y="1744767"/>
                </a:lnTo>
                <a:lnTo>
                  <a:pt x="357737" y="1732739"/>
                </a:lnTo>
                <a:lnTo>
                  <a:pt x="367387" y="1732307"/>
                </a:lnTo>
                <a:lnTo>
                  <a:pt x="379698" y="1743726"/>
                </a:lnTo>
                <a:lnTo>
                  <a:pt x="380125" y="1753371"/>
                </a:lnTo>
                <a:lnTo>
                  <a:pt x="368706" y="1765682"/>
                </a:lnTo>
                <a:lnTo>
                  <a:pt x="359109" y="1766063"/>
                </a:lnTo>
                <a:lnTo>
                  <a:pt x="352928" y="1760424"/>
                </a:lnTo>
                <a:close/>
              </a:path>
              <a:path w="5142230" h="2300604">
                <a:moveTo>
                  <a:pt x="457968" y="1856152"/>
                </a:moveTo>
                <a:lnTo>
                  <a:pt x="451677" y="1849418"/>
                </a:lnTo>
                <a:lnTo>
                  <a:pt x="451513" y="1840542"/>
                </a:lnTo>
                <a:lnTo>
                  <a:pt x="456954" y="1834638"/>
                </a:lnTo>
                <a:lnTo>
                  <a:pt x="462548" y="1828407"/>
                </a:lnTo>
                <a:lnTo>
                  <a:pt x="472148" y="1827932"/>
                </a:lnTo>
                <a:lnTo>
                  <a:pt x="484595" y="1839214"/>
                </a:lnTo>
                <a:lnTo>
                  <a:pt x="485081" y="1848814"/>
                </a:lnTo>
                <a:lnTo>
                  <a:pt x="479433" y="1855084"/>
                </a:lnTo>
                <a:lnTo>
                  <a:pt x="473798" y="1861271"/>
                </a:lnTo>
                <a:lnTo>
                  <a:pt x="464194" y="1861751"/>
                </a:lnTo>
                <a:lnTo>
                  <a:pt x="457968" y="1856152"/>
                </a:lnTo>
                <a:close/>
              </a:path>
              <a:path w="5142230" h="2300604">
                <a:moveTo>
                  <a:pt x="300855" y="1711914"/>
                </a:moveTo>
                <a:lnTo>
                  <a:pt x="294751" y="1705380"/>
                </a:lnTo>
                <a:lnTo>
                  <a:pt x="294636" y="1696265"/>
                </a:lnTo>
                <a:lnTo>
                  <a:pt x="300217" y="1690412"/>
                </a:lnTo>
                <a:lnTo>
                  <a:pt x="305997" y="1684282"/>
                </a:lnTo>
                <a:lnTo>
                  <a:pt x="315586" y="1683990"/>
                </a:lnTo>
                <a:lnTo>
                  <a:pt x="327844" y="1695549"/>
                </a:lnTo>
                <a:lnTo>
                  <a:pt x="328136" y="1705147"/>
                </a:lnTo>
                <a:lnTo>
                  <a:pt x="316577" y="1717406"/>
                </a:lnTo>
                <a:lnTo>
                  <a:pt x="306938" y="1717644"/>
                </a:lnTo>
                <a:lnTo>
                  <a:pt x="300855" y="1711914"/>
                </a:lnTo>
                <a:close/>
              </a:path>
              <a:path w="5142230" h="2300604">
                <a:moveTo>
                  <a:pt x="405345" y="1808421"/>
                </a:moveTo>
                <a:lnTo>
                  <a:pt x="399154" y="1801795"/>
                </a:lnTo>
                <a:lnTo>
                  <a:pt x="398988" y="1792820"/>
                </a:lnTo>
                <a:lnTo>
                  <a:pt x="404335" y="1786911"/>
                </a:lnTo>
                <a:lnTo>
                  <a:pt x="410018" y="1780680"/>
                </a:lnTo>
                <a:lnTo>
                  <a:pt x="419663" y="1780262"/>
                </a:lnTo>
                <a:lnTo>
                  <a:pt x="432031" y="1791537"/>
                </a:lnTo>
                <a:lnTo>
                  <a:pt x="432552" y="1801185"/>
                </a:lnTo>
                <a:lnTo>
                  <a:pt x="421220" y="1813588"/>
                </a:lnTo>
                <a:lnTo>
                  <a:pt x="411575" y="1814015"/>
                </a:lnTo>
                <a:lnTo>
                  <a:pt x="405345" y="1808421"/>
                </a:lnTo>
                <a:close/>
              </a:path>
              <a:path w="5142230" h="2300604">
                <a:moveTo>
                  <a:pt x="64137" y="1457145"/>
                </a:moveTo>
                <a:lnTo>
                  <a:pt x="57795" y="1450356"/>
                </a:lnTo>
                <a:lnTo>
                  <a:pt x="52646" y="1443671"/>
                </a:lnTo>
                <a:lnTo>
                  <a:pt x="53962" y="1434132"/>
                </a:lnTo>
                <a:lnTo>
                  <a:pt x="67245" y="1423915"/>
                </a:lnTo>
                <a:lnTo>
                  <a:pt x="76832" y="1425185"/>
                </a:lnTo>
                <a:lnTo>
                  <a:pt x="87001" y="1438514"/>
                </a:lnTo>
                <a:lnTo>
                  <a:pt x="85779" y="1448056"/>
                </a:lnTo>
                <a:lnTo>
                  <a:pt x="79089" y="1453210"/>
                </a:lnTo>
                <a:lnTo>
                  <a:pt x="72837" y="1457954"/>
                </a:lnTo>
                <a:lnTo>
                  <a:pt x="64137" y="1457145"/>
                </a:lnTo>
                <a:close/>
              </a:path>
              <a:path w="5142230" h="2300604">
                <a:moveTo>
                  <a:pt x="22348" y="1399411"/>
                </a:moveTo>
                <a:lnTo>
                  <a:pt x="15637" y="1392227"/>
                </a:lnTo>
                <a:lnTo>
                  <a:pt x="10870" y="1385267"/>
                </a:lnTo>
                <a:lnTo>
                  <a:pt x="12703" y="1375793"/>
                </a:lnTo>
                <a:lnTo>
                  <a:pt x="26576" y="1366304"/>
                </a:lnTo>
                <a:lnTo>
                  <a:pt x="36004" y="1368088"/>
                </a:lnTo>
                <a:lnTo>
                  <a:pt x="45488" y="1381955"/>
                </a:lnTo>
                <a:lnTo>
                  <a:pt x="43754" y="1391437"/>
                </a:lnTo>
                <a:lnTo>
                  <a:pt x="36794" y="1396205"/>
                </a:lnTo>
                <a:lnTo>
                  <a:pt x="30464" y="1400474"/>
                </a:lnTo>
                <a:lnTo>
                  <a:pt x="22348" y="1399411"/>
                </a:lnTo>
                <a:close/>
              </a:path>
              <a:path w="5142230" h="2300604">
                <a:moveTo>
                  <a:pt x="108783" y="1512669"/>
                </a:moveTo>
                <a:lnTo>
                  <a:pt x="102722" y="1506181"/>
                </a:lnTo>
                <a:lnTo>
                  <a:pt x="97326" y="1499808"/>
                </a:lnTo>
                <a:lnTo>
                  <a:pt x="98129" y="1490210"/>
                </a:lnTo>
                <a:lnTo>
                  <a:pt x="103375" y="1485757"/>
                </a:lnTo>
                <a:lnTo>
                  <a:pt x="109778" y="1480393"/>
                </a:lnTo>
                <a:lnTo>
                  <a:pt x="111009" y="1479365"/>
                </a:lnTo>
                <a:lnTo>
                  <a:pt x="120564" y="1480209"/>
                </a:lnTo>
                <a:lnTo>
                  <a:pt x="131412" y="1492995"/>
                </a:lnTo>
                <a:lnTo>
                  <a:pt x="130564" y="1502644"/>
                </a:lnTo>
                <a:lnTo>
                  <a:pt x="125368" y="1507051"/>
                </a:lnTo>
                <a:lnTo>
                  <a:pt x="124196" y="1508045"/>
                </a:lnTo>
                <a:lnTo>
                  <a:pt x="118900" y="1512444"/>
                </a:lnTo>
                <a:lnTo>
                  <a:pt x="117924" y="1513256"/>
                </a:lnTo>
                <a:lnTo>
                  <a:pt x="108783" y="1512669"/>
                </a:lnTo>
                <a:close/>
              </a:path>
              <a:path w="5142230" h="2300604">
                <a:moveTo>
                  <a:pt x="834899" y="2284474"/>
                </a:moveTo>
                <a:lnTo>
                  <a:pt x="829433" y="2278623"/>
                </a:lnTo>
                <a:lnTo>
                  <a:pt x="828660" y="2277601"/>
                </a:lnTo>
                <a:lnTo>
                  <a:pt x="827997" y="2276403"/>
                </a:lnTo>
                <a:lnTo>
                  <a:pt x="824046" y="2269045"/>
                </a:lnTo>
                <a:lnTo>
                  <a:pt x="826767" y="2259838"/>
                </a:lnTo>
                <a:lnTo>
                  <a:pt x="834128" y="2255792"/>
                </a:lnTo>
                <a:lnTo>
                  <a:pt x="841534" y="2251795"/>
                </a:lnTo>
                <a:lnTo>
                  <a:pt x="850788" y="2254565"/>
                </a:lnTo>
                <a:lnTo>
                  <a:pt x="858736" y="2269329"/>
                </a:lnTo>
                <a:lnTo>
                  <a:pt x="856014" y="2278537"/>
                </a:lnTo>
                <a:lnTo>
                  <a:pt x="848654" y="2282582"/>
                </a:lnTo>
                <a:lnTo>
                  <a:pt x="842402" y="2285957"/>
                </a:lnTo>
                <a:lnTo>
                  <a:pt x="834899" y="2284474"/>
                </a:lnTo>
                <a:close/>
              </a:path>
              <a:path w="5142230" h="2300604">
                <a:moveTo>
                  <a:pt x="0" y="1335562"/>
                </a:moveTo>
                <a:lnTo>
                  <a:pt x="0" y="1310932"/>
                </a:lnTo>
                <a:lnTo>
                  <a:pt x="7363" y="1323255"/>
                </a:lnTo>
                <a:lnTo>
                  <a:pt x="4967" y="1332616"/>
                </a:lnTo>
                <a:lnTo>
                  <a:pt x="0" y="1335562"/>
                </a:lnTo>
                <a:close/>
              </a:path>
              <a:path w="5142230" h="2300604">
                <a:moveTo>
                  <a:pt x="667404" y="2058257"/>
                </a:moveTo>
                <a:lnTo>
                  <a:pt x="655880" y="2045921"/>
                </a:lnTo>
                <a:lnTo>
                  <a:pt x="656207" y="2036301"/>
                </a:lnTo>
                <a:lnTo>
                  <a:pt x="668540" y="2024871"/>
                </a:lnTo>
                <a:lnTo>
                  <a:pt x="678155" y="2025203"/>
                </a:lnTo>
                <a:lnTo>
                  <a:pt x="689592" y="2037447"/>
                </a:lnTo>
                <a:lnTo>
                  <a:pt x="689261" y="2047052"/>
                </a:lnTo>
                <a:lnTo>
                  <a:pt x="676978" y="2058536"/>
                </a:lnTo>
                <a:lnTo>
                  <a:pt x="667404" y="2058257"/>
                </a:lnTo>
                <a:close/>
              </a:path>
              <a:path w="5142230" h="2300604">
                <a:moveTo>
                  <a:pt x="562052" y="1952127"/>
                </a:moveTo>
                <a:lnTo>
                  <a:pt x="555993" y="1945642"/>
                </a:lnTo>
                <a:lnTo>
                  <a:pt x="555932" y="1936486"/>
                </a:lnTo>
                <a:lnTo>
                  <a:pt x="567338" y="1924552"/>
                </a:lnTo>
                <a:lnTo>
                  <a:pt x="576973" y="1924309"/>
                </a:lnTo>
                <a:lnTo>
                  <a:pt x="589093" y="1935915"/>
                </a:lnTo>
                <a:lnTo>
                  <a:pt x="589380" y="1945508"/>
                </a:lnTo>
                <a:lnTo>
                  <a:pt x="583555" y="1951589"/>
                </a:lnTo>
                <a:lnTo>
                  <a:pt x="577776" y="1957718"/>
                </a:lnTo>
                <a:lnTo>
                  <a:pt x="568132" y="1957961"/>
                </a:lnTo>
                <a:lnTo>
                  <a:pt x="562052" y="1952127"/>
                </a:lnTo>
                <a:close/>
              </a:path>
              <a:path w="5142230" h="2300604">
                <a:moveTo>
                  <a:pt x="612549" y="2001296"/>
                </a:moveTo>
                <a:lnTo>
                  <a:pt x="606719" y="1995055"/>
                </a:lnTo>
                <a:lnTo>
                  <a:pt x="606848" y="1985712"/>
                </a:lnTo>
                <a:lnTo>
                  <a:pt x="618625" y="1973980"/>
                </a:lnTo>
                <a:lnTo>
                  <a:pt x="628209" y="1973976"/>
                </a:lnTo>
                <a:lnTo>
                  <a:pt x="640126" y="1985853"/>
                </a:lnTo>
                <a:lnTo>
                  <a:pt x="640077" y="1995478"/>
                </a:lnTo>
                <a:lnTo>
                  <a:pt x="634214" y="2001420"/>
                </a:lnTo>
                <a:lnTo>
                  <a:pt x="628253" y="2007354"/>
                </a:lnTo>
                <a:lnTo>
                  <a:pt x="618575" y="2007355"/>
                </a:lnTo>
                <a:lnTo>
                  <a:pt x="612549" y="2001296"/>
                </a:lnTo>
                <a:close/>
              </a:path>
              <a:path w="5142230" h="2300604">
                <a:moveTo>
                  <a:pt x="155878" y="1566201"/>
                </a:moveTo>
                <a:lnTo>
                  <a:pt x="144307" y="1553815"/>
                </a:lnTo>
                <a:lnTo>
                  <a:pt x="144724" y="1544203"/>
                </a:lnTo>
                <a:lnTo>
                  <a:pt x="150918" y="1538508"/>
                </a:lnTo>
                <a:lnTo>
                  <a:pt x="156906" y="1533090"/>
                </a:lnTo>
                <a:lnTo>
                  <a:pt x="157153" y="1532866"/>
                </a:lnTo>
                <a:lnTo>
                  <a:pt x="166765" y="1533283"/>
                </a:lnTo>
                <a:lnTo>
                  <a:pt x="172411" y="1539523"/>
                </a:lnTo>
                <a:lnTo>
                  <a:pt x="178097" y="1545609"/>
                </a:lnTo>
                <a:lnTo>
                  <a:pt x="177680" y="1555328"/>
                </a:lnTo>
                <a:lnTo>
                  <a:pt x="171481" y="1561019"/>
                </a:lnTo>
                <a:lnTo>
                  <a:pt x="165493" y="1566436"/>
                </a:lnTo>
                <a:lnTo>
                  <a:pt x="165295" y="1566615"/>
                </a:lnTo>
                <a:lnTo>
                  <a:pt x="155878" y="1566201"/>
                </a:lnTo>
                <a:close/>
              </a:path>
              <a:path w="5142230" h="2300604">
                <a:moveTo>
                  <a:pt x="714323" y="2111025"/>
                </a:moveTo>
                <a:lnTo>
                  <a:pt x="708315" y="2104593"/>
                </a:lnTo>
                <a:lnTo>
                  <a:pt x="702868" y="2098176"/>
                </a:lnTo>
                <a:lnTo>
                  <a:pt x="703667" y="2088573"/>
                </a:lnTo>
                <a:lnTo>
                  <a:pt x="715383" y="2078632"/>
                </a:lnTo>
                <a:lnTo>
                  <a:pt x="716453" y="2077725"/>
                </a:lnTo>
                <a:lnTo>
                  <a:pt x="726105" y="2078478"/>
                </a:lnTo>
                <a:lnTo>
                  <a:pt x="736950" y="2091358"/>
                </a:lnTo>
                <a:lnTo>
                  <a:pt x="736200" y="2100916"/>
                </a:lnTo>
                <a:lnTo>
                  <a:pt x="724478" y="2110850"/>
                </a:lnTo>
                <a:lnTo>
                  <a:pt x="723560" y="2111627"/>
                </a:lnTo>
                <a:lnTo>
                  <a:pt x="714323" y="2111025"/>
                </a:lnTo>
                <a:close/>
              </a:path>
              <a:path w="5142230" h="2300604">
                <a:moveTo>
                  <a:pt x="198744" y="1611805"/>
                </a:moveTo>
                <a:lnTo>
                  <a:pt x="193096" y="1605758"/>
                </a:lnTo>
                <a:lnTo>
                  <a:pt x="193327" y="1596320"/>
                </a:lnTo>
                <a:lnTo>
                  <a:pt x="199286" y="1590480"/>
                </a:lnTo>
                <a:lnTo>
                  <a:pt x="199718" y="1590063"/>
                </a:lnTo>
                <a:lnTo>
                  <a:pt x="205333" y="1584647"/>
                </a:lnTo>
                <a:lnTo>
                  <a:pt x="214960" y="1584786"/>
                </a:lnTo>
                <a:lnTo>
                  <a:pt x="226687" y="1596841"/>
                </a:lnTo>
                <a:lnTo>
                  <a:pt x="226548" y="1606468"/>
                </a:lnTo>
                <a:lnTo>
                  <a:pt x="226111" y="1606889"/>
                </a:lnTo>
                <a:lnTo>
                  <a:pt x="220495" y="1612304"/>
                </a:lnTo>
                <a:lnTo>
                  <a:pt x="214488" y="1618190"/>
                </a:lnTo>
                <a:lnTo>
                  <a:pt x="204862" y="1618051"/>
                </a:lnTo>
                <a:lnTo>
                  <a:pt x="198744" y="1611805"/>
                </a:lnTo>
                <a:close/>
              </a:path>
              <a:path w="5142230" h="2300604">
                <a:moveTo>
                  <a:pt x="758534" y="2166171"/>
                </a:moveTo>
                <a:lnTo>
                  <a:pt x="752151" y="2159338"/>
                </a:lnTo>
                <a:lnTo>
                  <a:pt x="747045" y="2152602"/>
                </a:lnTo>
                <a:lnTo>
                  <a:pt x="748451" y="2143061"/>
                </a:lnTo>
                <a:lnTo>
                  <a:pt x="761830" y="2132947"/>
                </a:lnTo>
                <a:lnTo>
                  <a:pt x="771369" y="2134263"/>
                </a:lnTo>
                <a:lnTo>
                  <a:pt x="781485" y="2147731"/>
                </a:lnTo>
                <a:lnTo>
                  <a:pt x="780169" y="2157270"/>
                </a:lnTo>
                <a:lnTo>
                  <a:pt x="773436" y="2162281"/>
                </a:lnTo>
                <a:lnTo>
                  <a:pt x="767185" y="2167025"/>
                </a:lnTo>
                <a:lnTo>
                  <a:pt x="758534" y="2166171"/>
                </a:lnTo>
                <a:close/>
              </a:path>
              <a:path w="5142230" h="2300604">
                <a:moveTo>
                  <a:pt x="510350" y="1903918"/>
                </a:moveTo>
                <a:lnTo>
                  <a:pt x="504156" y="1897286"/>
                </a:lnTo>
                <a:lnTo>
                  <a:pt x="504038" y="1888265"/>
                </a:lnTo>
                <a:lnTo>
                  <a:pt x="515119" y="1876179"/>
                </a:lnTo>
                <a:lnTo>
                  <a:pt x="524764" y="1875752"/>
                </a:lnTo>
                <a:lnTo>
                  <a:pt x="537169" y="1887174"/>
                </a:lnTo>
                <a:lnTo>
                  <a:pt x="537550" y="1896771"/>
                </a:lnTo>
                <a:lnTo>
                  <a:pt x="531862" y="1902997"/>
                </a:lnTo>
                <a:lnTo>
                  <a:pt x="526177" y="1909130"/>
                </a:lnTo>
                <a:lnTo>
                  <a:pt x="516532" y="1909557"/>
                </a:lnTo>
                <a:lnTo>
                  <a:pt x="510350" y="1903918"/>
                </a:lnTo>
                <a:close/>
              </a:path>
              <a:path w="5142230" h="2300604">
                <a:moveTo>
                  <a:pt x="311083" y="1372452"/>
                </a:moveTo>
                <a:lnTo>
                  <a:pt x="305205" y="1366160"/>
                </a:lnTo>
                <a:lnTo>
                  <a:pt x="304883" y="1357790"/>
                </a:lnTo>
                <a:lnTo>
                  <a:pt x="309702" y="1352001"/>
                </a:lnTo>
                <a:lnTo>
                  <a:pt x="314972" y="1345717"/>
                </a:lnTo>
                <a:lnTo>
                  <a:pt x="324248" y="1344895"/>
                </a:lnTo>
                <a:lnTo>
                  <a:pt x="336830" y="1355431"/>
                </a:lnTo>
                <a:lnTo>
                  <a:pt x="337642" y="1364707"/>
                </a:lnTo>
                <a:lnTo>
                  <a:pt x="327165" y="1377243"/>
                </a:lnTo>
                <a:lnTo>
                  <a:pt x="317835" y="1378106"/>
                </a:lnTo>
                <a:lnTo>
                  <a:pt x="311083" y="1372452"/>
                </a:lnTo>
                <a:close/>
              </a:path>
              <a:path w="5142230" h="2300604">
                <a:moveTo>
                  <a:pt x="121095" y="1170824"/>
                </a:moveTo>
                <a:lnTo>
                  <a:pt x="115120" y="1164428"/>
                </a:lnTo>
                <a:lnTo>
                  <a:pt x="114716" y="1163800"/>
                </a:lnTo>
                <a:lnTo>
                  <a:pt x="110029" y="1157121"/>
                </a:lnTo>
                <a:lnTo>
                  <a:pt x="111717" y="1147883"/>
                </a:lnTo>
                <a:lnTo>
                  <a:pt x="125152" y="1138610"/>
                </a:lnTo>
                <a:lnTo>
                  <a:pt x="134354" y="1140250"/>
                </a:lnTo>
                <a:lnTo>
                  <a:pt x="143668" y="1153739"/>
                </a:lnTo>
                <a:lnTo>
                  <a:pt x="141982" y="1162892"/>
                </a:lnTo>
                <a:lnTo>
                  <a:pt x="135303" y="1167570"/>
                </a:lnTo>
                <a:lnTo>
                  <a:pt x="129170" y="1171747"/>
                </a:lnTo>
                <a:lnTo>
                  <a:pt x="121095" y="1170824"/>
                </a:lnTo>
                <a:close/>
              </a:path>
              <a:path w="5142230" h="2300604">
                <a:moveTo>
                  <a:pt x="0" y="842644"/>
                </a:moveTo>
                <a:lnTo>
                  <a:pt x="0" y="818485"/>
                </a:lnTo>
                <a:lnTo>
                  <a:pt x="505" y="818776"/>
                </a:lnTo>
                <a:lnTo>
                  <a:pt x="4736" y="834546"/>
                </a:lnTo>
                <a:lnTo>
                  <a:pt x="0" y="842644"/>
                </a:lnTo>
                <a:close/>
              </a:path>
              <a:path w="5142230" h="2300604">
                <a:moveTo>
                  <a:pt x="1280867" y="2283698"/>
                </a:moveTo>
                <a:lnTo>
                  <a:pt x="1275624" y="2278085"/>
                </a:lnTo>
                <a:lnTo>
                  <a:pt x="1274467" y="2276162"/>
                </a:lnTo>
                <a:lnTo>
                  <a:pt x="1273827" y="2274011"/>
                </a:lnTo>
                <a:lnTo>
                  <a:pt x="1271360" y="2266190"/>
                </a:lnTo>
                <a:lnTo>
                  <a:pt x="1275651" y="2257881"/>
                </a:lnTo>
                <a:lnTo>
                  <a:pt x="1283478" y="2255409"/>
                </a:lnTo>
                <a:lnTo>
                  <a:pt x="1291260" y="2252987"/>
                </a:lnTo>
                <a:lnTo>
                  <a:pt x="1299564" y="2257283"/>
                </a:lnTo>
                <a:lnTo>
                  <a:pt x="1304511" y="2272842"/>
                </a:lnTo>
                <a:lnTo>
                  <a:pt x="1300215" y="2281146"/>
                </a:lnTo>
                <a:lnTo>
                  <a:pt x="1286757" y="2285409"/>
                </a:lnTo>
                <a:lnTo>
                  <a:pt x="1280867" y="2283698"/>
                </a:lnTo>
                <a:close/>
              </a:path>
              <a:path w="5142230" h="2300604">
                <a:moveTo>
                  <a:pt x="24468" y="980109"/>
                </a:moveTo>
                <a:lnTo>
                  <a:pt x="19184" y="974453"/>
                </a:lnTo>
                <a:lnTo>
                  <a:pt x="18157" y="972855"/>
                </a:lnTo>
                <a:lnTo>
                  <a:pt x="14611" y="963293"/>
                </a:lnTo>
                <a:lnTo>
                  <a:pt x="18490" y="954738"/>
                </a:lnTo>
                <a:lnTo>
                  <a:pt x="26187" y="951931"/>
                </a:lnTo>
                <a:lnTo>
                  <a:pt x="33837" y="949076"/>
                </a:lnTo>
                <a:lnTo>
                  <a:pt x="42343" y="953001"/>
                </a:lnTo>
                <a:lnTo>
                  <a:pt x="48049" y="968297"/>
                </a:lnTo>
                <a:lnTo>
                  <a:pt x="44129" y="976808"/>
                </a:lnTo>
                <a:lnTo>
                  <a:pt x="36474" y="979658"/>
                </a:lnTo>
                <a:lnTo>
                  <a:pt x="30694" y="981780"/>
                </a:lnTo>
                <a:lnTo>
                  <a:pt x="24468" y="980109"/>
                </a:lnTo>
                <a:close/>
              </a:path>
              <a:path w="5142230" h="2300604">
                <a:moveTo>
                  <a:pt x="539860" y="1540417"/>
                </a:moveTo>
                <a:lnTo>
                  <a:pt x="534531" y="1534712"/>
                </a:lnTo>
                <a:lnTo>
                  <a:pt x="533754" y="1527037"/>
                </a:lnTo>
                <a:lnTo>
                  <a:pt x="537728" y="1521224"/>
                </a:lnTo>
                <a:lnTo>
                  <a:pt x="542255" y="1514438"/>
                </a:lnTo>
                <a:lnTo>
                  <a:pt x="551474" y="1512675"/>
                </a:lnTo>
                <a:lnTo>
                  <a:pt x="564992" y="1521770"/>
                </a:lnTo>
                <a:lnTo>
                  <a:pt x="566760" y="1530993"/>
                </a:lnTo>
                <a:lnTo>
                  <a:pt x="562233" y="1537779"/>
                </a:lnTo>
                <a:lnTo>
                  <a:pt x="557661" y="1544516"/>
                </a:lnTo>
                <a:lnTo>
                  <a:pt x="548478" y="1546328"/>
                </a:lnTo>
                <a:lnTo>
                  <a:pt x="541656" y="1541752"/>
                </a:lnTo>
                <a:lnTo>
                  <a:pt x="540732" y="1541154"/>
                </a:lnTo>
                <a:lnTo>
                  <a:pt x="539860" y="1540417"/>
                </a:lnTo>
                <a:close/>
              </a:path>
              <a:path w="5142230" h="2300604">
                <a:moveTo>
                  <a:pt x="82975" y="1110176"/>
                </a:moveTo>
                <a:lnTo>
                  <a:pt x="77646" y="1104471"/>
                </a:lnTo>
                <a:lnTo>
                  <a:pt x="76924" y="1103502"/>
                </a:lnTo>
                <a:lnTo>
                  <a:pt x="72338" y="1095367"/>
                </a:lnTo>
                <a:lnTo>
                  <a:pt x="74864" y="1086342"/>
                </a:lnTo>
                <a:lnTo>
                  <a:pt x="81987" y="1082335"/>
                </a:lnTo>
                <a:lnTo>
                  <a:pt x="89156" y="1078378"/>
                </a:lnTo>
                <a:lnTo>
                  <a:pt x="98182" y="1080904"/>
                </a:lnTo>
                <a:lnTo>
                  <a:pt x="106141" y="1095201"/>
                </a:lnTo>
                <a:lnTo>
                  <a:pt x="103570" y="1104168"/>
                </a:lnTo>
                <a:lnTo>
                  <a:pt x="96446" y="1108174"/>
                </a:lnTo>
                <a:lnTo>
                  <a:pt x="90383" y="1111556"/>
                </a:lnTo>
                <a:lnTo>
                  <a:pt x="82975" y="1110176"/>
                </a:lnTo>
                <a:close/>
              </a:path>
              <a:path w="5142230" h="2300604">
                <a:moveTo>
                  <a:pt x="51162" y="1046209"/>
                </a:moveTo>
                <a:lnTo>
                  <a:pt x="45878" y="1040553"/>
                </a:lnTo>
                <a:lnTo>
                  <a:pt x="44978" y="1039111"/>
                </a:lnTo>
                <a:lnTo>
                  <a:pt x="44234" y="1037523"/>
                </a:lnTo>
                <a:lnTo>
                  <a:pt x="40991" y="1030043"/>
                </a:lnTo>
                <a:lnTo>
                  <a:pt x="44455" y="1021338"/>
                </a:lnTo>
                <a:lnTo>
                  <a:pt x="51884" y="1018050"/>
                </a:lnTo>
                <a:lnTo>
                  <a:pt x="59403" y="1014760"/>
                </a:lnTo>
                <a:lnTo>
                  <a:pt x="68114" y="1018220"/>
                </a:lnTo>
                <a:lnTo>
                  <a:pt x="74638" y="1033219"/>
                </a:lnTo>
                <a:lnTo>
                  <a:pt x="71231" y="1041888"/>
                </a:lnTo>
                <a:lnTo>
                  <a:pt x="57813" y="1047758"/>
                </a:lnTo>
                <a:lnTo>
                  <a:pt x="51162" y="1046209"/>
                </a:lnTo>
                <a:close/>
              </a:path>
              <a:path w="5142230" h="2300604">
                <a:moveTo>
                  <a:pt x="423871" y="1459847"/>
                </a:moveTo>
                <a:lnTo>
                  <a:pt x="417800" y="1453349"/>
                </a:lnTo>
                <a:lnTo>
                  <a:pt x="417133" y="1445597"/>
                </a:lnTo>
                <a:lnTo>
                  <a:pt x="421386" y="1439788"/>
                </a:lnTo>
                <a:lnTo>
                  <a:pt x="426148" y="1433157"/>
                </a:lnTo>
                <a:lnTo>
                  <a:pt x="435452" y="1431680"/>
                </a:lnTo>
                <a:lnTo>
                  <a:pt x="448627" y="1441287"/>
                </a:lnTo>
                <a:lnTo>
                  <a:pt x="450107" y="1450496"/>
                </a:lnTo>
                <a:lnTo>
                  <a:pt x="445349" y="1457132"/>
                </a:lnTo>
                <a:lnTo>
                  <a:pt x="440546" y="1463719"/>
                </a:lnTo>
                <a:lnTo>
                  <a:pt x="431283" y="1465250"/>
                </a:lnTo>
                <a:lnTo>
                  <a:pt x="423871" y="1459847"/>
                </a:lnTo>
                <a:close/>
              </a:path>
              <a:path w="5142230" h="2300604">
                <a:moveTo>
                  <a:pt x="1223" y="912795"/>
                </a:moveTo>
                <a:lnTo>
                  <a:pt x="0" y="911485"/>
                </a:lnTo>
                <a:lnTo>
                  <a:pt x="0" y="885735"/>
                </a:lnTo>
                <a:lnTo>
                  <a:pt x="3789" y="884556"/>
                </a:lnTo>
                <a:lnTo>
                  <a:pt x="11611" y="882080"/>
                </a:lnTo>
                <a:lnTo>
                  <a:pt x="19920" y="886380"/>
                </a:lnTo>
                <a:lnTo>
                  <a:pt x="24818" y="901984"/>
                </a:lnTo>
                <a:lnTo>
                  <a:pt x="20513" y="910288"/>
                </a:lnTo>
                <a:lnTo>
                  <a:pt x="7113" y="914506"/>
                </a:lnTo>
                <a:lnTo>
                  <a:pt x="1223" y="912795"/>
                </a:lnTo>
                <a:close/>
              </a:path>
              <a:path w="5142230" h="2300604">
                <a:moveTo>
                  <a:pt x="481954" y="1501008"/>
                </a:moveTo>
                <a:lnTo>
                  <a:pt x="475837" y="1494460"/>
                </a:lnTo>
                <a:lnTo>
                  <a:pt x="475118" y="1486849"/>
                </a:lnTo>
                <a:lnTo>
                  <a:pt x="479187" y="1481039"/>
                </a:lnTo>
                <a:lnTo>
                  <a:pt x="483801" y="1474346"/>
                </a:lnTo>
                <a:lnTo>
                  <a:pt x="493016" y="1472686"/>
                </a:lnTo>
                <a:lnTo>
                  <a:pt x="506443" y="1481967"/>
                </a:lnTo>
                <a:lnTo>
                  <a:pt x="508107" y="1491177"/>
                </a:lnTo>
                <a:lnTo>
                  <a:pt x="498827" y="1504604"/>
                </a:lnTo>
                <a:lnTo>
                  <a:pt x="489611" y="1506273"/>
                </a:lnTo>
                <a:lnTo>
                  <a:pt x="482878" y="1501606"/>
                </a:lnTo>
                <a:lnTo>
                  <a:pt x="481954" y="1501008"/>
                </a:lnTo>
                <a:close/>
              </a:path>
              <a:path w="5142230" h="2300604">
                <a:moveTo>
                  <a:pt x="831444" y="1743660"/>
                </a:moveTo>
                <a:lnTo>
                  <a:pt x="825416" y="1737207"/>
                </a:lnTo>
                <a:lnTo>
                  <a:pt x="824901" y="1729227"/>
                </a:lnTo>
                <a:lnTo>
                  <a:pt x="829352" y="1723435"/>
                </a:lnTo>
                <a:lnTo>
                  <a:pt x="834247" y="1716945"/>
                </a:lnTo>
                <a:lnTo>
                  <a:pt x="843589" y="1715705"/>
                </a:lnTo>
                <a:lnTo>
                  <a:pt x="856566" y="1725589"/>
                </a:lnTo>
                <a:lnTo>
                  <a:pt x="857756" y="1734878"/>
                </a:lnTo>
                <a:lnTo>
                  <a:pt x="852861" y="1741368"/>
                </a:lnTo>
                <a:lnTo>
                  <a:pt x="847877" y="1747859"/>
                </a:lnTo>
                <a:lnTo>
                  <a:pt x="838628" y="1749103"/>
                </a:lnTo>
                <a:lnTo>
                  <a:pt x="831444" y="1743660"/>
                </a:lnTo>
                <a:close/>
              </a:path>
              <a:path w="5142230" h="2300604">
                <a:moveTo>
                  <a:pt x="657791" y="1619447"/>
                </a:moveTo>
                <a:lnTo>
                  <a:pt x="652416" y="1613693"/>
                </a:lnTo>
                <a:lnTo>
                  <a:pt x="651684" y="1606067"/>
                </a:lnTo>
                <a:lnTo>
                  <a:pt x="655560" y="1600256"/>
                </a:lnTo>
                <a:lnTo>
                  <a:pt x="660186" y="1593469"/>
                </a:lnTo>
                <a:lnTo>
                  <a:pt x="669355" y="1591652"/>
                </a:lnTo>
                <a:lnTo>
                  <a:pt x="682879" y="1600850"/>
                </a:lnTo>
                <a:lnTo>
                  <a:pt x="684691" y="1610024"/>
                </a:lnTo>
                <a:lnTo>
                  <a:pt x="680113" y="1616765"/>
                </a:lnTo>
                <a:lnTo>
                  <a:pt x="675542" y="1623592"/>
                </a:lnTo>
                <a:lnTo>
                  <a:pt x="666324" y="1625355"/>
                </a:lnTo>
                <a:lnTo>
                  <a:pt x="658617" y="1620136"/>
                </a:lnTo>
                <a:lnTo>
                  <a:pt x="657791" y="1619447"/>
                </a:lnTo>
                <a:close/>
              </a:path>
              <a:path w="5142230" h="2300604">
                <a:moveTo>
                  <a:pt x="716334" y="1659439"/>
                </a:moveTo>
                <a:lnTo>
                  <a:pt x="710964" y="1653690"/>
                </a:lnTo>
                <a:lnTo>
                  <a:pt x="710235" y="1645970"/>
                </a:lnTo>
                <a:lnTo>
                  <a:pt x="714304" y="1640160"/>
                </a:lnTo>
                <a:lnTo>
                  <a:pt x="718971" y="1633426"/>
                </a:lnTo>
                <a:lnTo>
                  <a:pt x="728186" y="1631757"/>
                </a:lnTo>
                <a:lnTo>
                  <a:pt x="741649" y="1641095"/>
                </a:lnTo>
                <a:lnTo>
                  <a:pt x="743274" y="1650352"/>
                </a:lnTo>
                <a:lnTo>
                  <a:pt x="738606" y="1656996"/>
                </a:lnTo>
                <a:lnTo>
                  <a:pt x="733939" y="1663720"/>
                </a:lnTo>
                <a:lnTo>
                  <a:pt x="724728" y="1665394"/>
                </a:lnTo>
                <a:lnTo>
                  <a:pt x="717994" y="1660727"/>
                </a:lnTo>
                <a:lnTo>
                  <a:pt x="717165" y="1660132"/>
                </a:lnTo>
                <a:lnTo>
                  <a:pt x="716334" y="1659439"/>
                </a:lnTo>
                <a:close/>
              </a:path>
              <a:path w="5142230" h="2300604">
                <a:moveTo>
                  <a:pt x="598846" y="1579904"/>
                </a:moveTo>
                <a:lnTo>
                  <a:pt x="593521" y="1574204"/>
                </a:lnTo>
                <a:lnTo>
                  <a:pt x="592736" y="1566619"/>
                </a:lnTo>
                <a:lnTo>
                  <a:pt x="601148" y="1554022"/>
                </a:lnTo>
                <a:lnTo>
                  <a:pt x="610369" y="1552164"/>
                </a:lnTo>
                <a:lnTo>
                  <a:pt x="623892" y="1561264"/>
                </a:lnTo>
                <a:lnTo>
                  <a:pt x="625794" y="1570445"/>
                </a:lnTo>
                <a:lnTo>
                  <a:pt x="621177" y="1577223"/>
                </a:lnTo>
                <a:lnTo>
                  <a:pt x="616650" y="1584008"/>
                </a:lnTo>
                <a:lnTo>
                  <a:pt x="607477" y="1585820"/>
                </a:lnTo>
                <a:lnTo>
                  <a:pt x="599717" y="1580642"/>
                </a:lnTo>
                <a:lnTo>
                  <a:pt x="598846" y="1579904"/>
                </a:lnTo>
                <a:close/>
              </a:path>
              <a:path w="5142230" h="2300604">
                <a:moveTo>
                  <a:pt x="774780" y="1701183"/>
                </a:moveTo>
                <a:lnTo>
                  <a:pt x="768705" y="1694681"/>
                </a:lnTo>
                <a:lnTo>
                  <a:pt x="768090" y="1686887"/>
                </a:lnTo>
                <a:lnTo>
                  <a:pt x="777200" y="1674450"/>
                </a:lnTo>
                <a:lnTo>
                  <a:pt x="786455" y="1673019"/>
                </a:lnTo>
                <a:lnTo>
                  <a:pt x="799627" y="1682720"/>
                </a:lnTo>
                <a:lnTo>
                  <a:pt x="801054" y="1691970"/>
                </a:lnTo>
                <a:lnTo>
                  <a:pt x="796161" y="1698559"/>
                </a:lnTo>
                <a:lnTo>
                  <a:pt x="791357" y="1705147"/>
                </a:lnTo>
                <a:lnTo>
                  <a:pt x="782102" y="1706578"/>
                </a:lnTo>
                <a:lnTo>
                  <a:pt x="775559" y="1701724"/>
                </a:lnTo>
                <a:lnTo>
                  <a:pt x="774780" y="1701183"/>
                </a:lnTo>
                <a:close/>
              </a:path>
              <a:path w="5142230" h="2300604">
                <a:moveTo>
                  <a:pt x="1100575" y="1984059"/>
                </a:moveTo>
                <a:lnTo>
                  <a:pt x="1094882" y="1977964"/>
                </a:lnTo>
                <a:lnTo>
                  <a:pt x="1089422" y="1971924"/>
                </a:lnTo>
                <a:lnTo>
                  <a:pt x="1089878" y="1962549"/>
                </a:lnTo>
                <a:lnTo>
                  <a:pt x="1101615" y="1951938"/>
                </a:lnTo>
                <a:lnTo>
                  <a:pt x="1102011" y="1951580"/>
                </a:lnTo>
                <a:lnTo>
                  <a:pt x="1111337" y="1952082"/>
                </a:lnTo>
                <a:lnTo>
                  <a:pt x="1122306" y="1964215"/>
                </a:lnTo>
                <a:lnTo>
                  <a:pt x="1121800" y="1973545"/>
                </a:lnTo>
                <a:lnTo>
                  <a:pt x="1115806" y="1979053"/>
                </a:lnTo>
                <a:lnTo>
                  <a:pt x="1110063" y="1984157"/>
                </a:lnTo>
                <a:lnTo>
                  <a:pt x="1109769" y="1984419"/>
                </a:lnTo>
                <a:lnTo>
                  <a:pt x="1100575" y="1984059"/>
                </a:lnTo>
                <a:close/>
              </a:path>
              <a:path w="5142230" h="2300604">
                <a:moveTo>
                  <a:pt x="941977" y="1831975"/>
                </a:moveTo>
                <a:lnTo>
                  <a:pt x="936099" y="1825682"/>
                </a:lnTo>
                <a:lnTo>
                  <a:pt x="935777" y="1817323"/>
                </a:lnTo>
                <a:lnTo>
                  <a:pt x="940695" y="1811542"/>
                </a:lnTo>
                <a:lnTo>
                  <a:pt x="945951" y="1805253"/>
                </a:lnTo>
                <a:lnTo>
                  <a:pt x="955287" y="1804485"/>
                </a:lnTo>
                <a:lnTo>
                  <a:pt x="967769" y="1815012"/>
                </a:lnTo>
                <a:lnTo>
                  <a:pt x="968534" y="1824433"/>
                </a:lnTo>
                <a:lnTo>
                  <a:pt x="957961" y="1836867"/>
                </a:lnTo>
                <a:lnTo>
                  <a:pt x="948635" y="1837636"/>
                </a:lnTo>
                <a:lnTo>
                  <a:pt x="941977" y="1831975"/>
                </a:lnTo>
                <a:close/>
              </a:path>
              <a:path w="5142230" h="2300604">
                <a:moveTo>
                  <a:pt x="995388" y="1878789"/>
                </a:moveTo>
                <a:lnTo>
                  <a:pt x="989371" y="1872347"/>
                </a:lnTo>
                <a:lnTo>
                  <a:pt x="989199" y="1863660"/>
                </a:lnTo>
                <a:lnTo>
                  <a:pt x="994395" y="1857893"/>
                </a:lnTo>
                <a:lnTo>
                  <a:pt x="999893" y="1851844"/>
                </a:lnTo>
                <a:lnTo>
                  <a:pt x="1009250" y="1851411"/>
                </a:lnTo>
                <a:lnTo>
                  <a:pt x="1021345" y="1862393"/>
                </a:lnTo>
                <a:lnTo>
                  <a:pt x="1021772" y="1871755"/>
                </a:lnTo>
                <a:lnTo>
                  <a:pt x="1010795" y="1883845"/>
                </a:lnTo>
                <a:lnTo>
                  <a:pt x="1001432" y="1884282"/>
                </a:lnTo>
                <a:lnTo>
                  <a:pt x="995388" y="1878789"/>
                </a:lnTo>
                <a:close/>
              </a:path>
              <a:path w="5142230" h="2300604">
                <a:moveTo>
                  <a:pt x="887832" y="1787601"/>
                </a:moveTo>
                <a:lnTo>
                  <a:pt x="881340" y="1780651"/>
                </a:lnTo>
                <a:lnTo>
                  <a:pt x="880873" y="1772635"/>
                </a:lnTo>
                <a:lnTo>
                  <a:pt x="885517" y="1766844"/>
                </a:lnTo>
                <a:lnTo>
                  <a:pt x="890597" y="1760455"/>
                </a:lnTo>
                <a:lnTo>
                  <a:pt x="899929" y="1759399"/>
                </a:lnTo>
                <a:lnTo>
                  <a:pt x="912712" y="1769564"/>
                </a:lnTo>
                <a:lnTo>
                  <a:pt x="913708" y="1778851"/>
                </a:lnTo>
                <a:lnTo>
                  <a:pt x="903553" y="1791634"/>
                </a:lnTo>
                <a:lnTo>
                  <a:pt x="894221" y="1792681"/>
                </a:lnTo>
                <a:lnTo>
                  <a:pt x="887832" y="1787601"/>
                </a:lnTo>
                <a:close/>
              </a:path>
              <a:path w="5142230" h="2300604">
                <a:moveTo>
                  <a:pt x="366737" y="1417161"/>
                </a:moveTo>
                <a:lnTo>
                  <a:pt x="360760" y="1410763"/>
                </a:lnTo>
                <a:lnTo>
                  <a:pt x="360283" y="1402726"/>
                </a:lnTo>
                <a:lnTo>
                  <a:pt x="369723" y="1390447"/>
                </a:lnTo>
                <a:lnTo>
                  <a:pt x="379017" y="1389253"/>
                </a:lnTo>
                <a:lnTo>
                  <a:pt x="391990" y="1399231"/>
                </a:lnTo>
                <a:lnTo>
                  <a:pt x="393180" y="1408520"/>
                </a:lnTo>
                <a:lnTo>
                  <a:pt x="388150" y="1414962"/>
                </a:lnTo>
                <a:lnTo>
                  <a:pt x="383161" y="1421449"/>
                </a:lnTo>
                <a:lnTo>
                  <a:pt x="373867" y="1422644"/>
                </a:lnTo>
                <a:lnTo>
                  <a:pt x="366737" y="1417161"/>
                </a:lnTo>
                <a:close/>
              </a:path>
              <a:path w="5142230" h="2300604">
                <a:moveTo>
                  <a:pt x="211981" y="1281028"/>
                </a:moveTo>
                <a:lnTo>
                  <a:pt x="200688" y="1268939"/>
                </a:lnTo>
                <a:lnTo>
                  <a:pt x="200952" y="1259838"/>
                </a:lnTo>
                <a:lnTo>
                  <a:pt x="206761" y="1254229"/>
                </a:lnTo>
                <a:lnTo>
                  <a:pt x="212713" y="1248568"/>
                </a:lnTo>
                <a:lnTo>
                  <a:pt x="222146" y="1248794"/>
                </a:lnTo>
                <a:lnTo>
                  <a:pt x="227663" y="1254699"/>
                </a:lnTo>
                <a:lnTo>
                  <a:pt x="233318" y="1260557"/>
                </a:lnTo>
                <a:lnTo>
                  <a:pt x="233140" y="1269946"/>
                </a:lnTo>
                <a:lnTo>
                  <a:pt x="226944" y="1275834"/>
                </a:lnTo>
                <a:lnTo>
                  <a:pt x="221321" y="1281251"/>
                </a:lnTo>
                <a:lnTo>
                  <a:pt x="211981" y="1281028"/>
                </a:lnTo>
                <a:close/>
              </a:path>
              <a:path w="5142230" h="2300604">
                <a:moveTo>
                  <a:pt x="1188171" y="2094649"/>
                </a:moveTo>
                <a:lnTo>
                  <a:pt x="1181639" y="2087658"/>
                </a:lnTo>
                <a:lnTo>
                  <a:pt x="1177059" y="2080888"/>
                </a:lnTo>
                <a:lnTo>
                  <a:pt x="1178832" y="2071652"/>
                </a:lnTo>
                <a:lnTo>
                  <a:pt x="1192368" y="2062487"/>
                </a:lnTo>
                <a:lnTo>
                  <a:pt x="1201518" y="2064257"/>
                </a:lnTo>
                <a:lnTo>
                  <a:pt x="1210688" y="2077788"/>
                </a:lnTo>
                <a:lnTo>
                  <a:pt x="1208954" y="2086977"/>
                </a:lnTo>
                <a:lnTo>
                  <a:pt x="1202194" y="2091567"/>
                </a:lnTo>
                <a:lnTo>
                  <a:pt x="1196059" y="2095655"/>
                </a:lnTo>
                <a:lnTo>
                  <a:pt x="1188171" y="2094649"/>
                </a:lnTo>
                <a:close/>
              </a:path>
              <a:path w="5142230" h="2300604">
                <a:moveTo>
                  <a:pt x="1256204" y="2217709"/>
                </a:moveTo>
                <a:lnTo>
                  <a:pt x="1250915" y="2212048"/>
                </a:lnTo>
                <a:lnTo>
                  <a:pt x="1250066" y="2210650"/>
                </a:lnTo>
                <a:lnTo>
                  <a:pt x="1249317" y="2209066"/>
                </a:lnTo>
                <a:lnTo>
                  <a:pt x="1246083" y="2201596"/>
                </a:lnTo>
                <a:lnTo>
                  <a:pt x="1249444" y="2192878"/>
                </a:lnTo>
                <a:lnTo>
                  <a:pt x="1256972" y="2189598"/>
                </a:lnTo>
                <a:lnTo>
                  <a:pt x="1264401" y="2186310"/>
                </a:lnTo>
                <a:lnTo>
                  <a:pt x="1273151" y="2189724"/>
                </a:lnTo>
                <a:lnTo>
                  <a:pt x="1279733" y="2204677"/>
                </a:lnTo>
                <a:lnTo>
                  <a:pt x="1276309" y="2213436"/>
                </a:lnTo>
                <a:lnTo>
                  <a:pt x="1268839" y="2216671"/>
                </a:lnTo>
                <a:lnTo>
                  <a:pt x="1262900" y="2219306"/>
                </a:lnTo>
                <a:lnTo>
                  <a:pt x="1256204" y="2217709"/>
                </a:lnTo>
                <a:close/>
              </a:path>
              <a:path w="5142230" h="2300604">
                <a:moveTo>
                  <a:pt x="164380" y="1227717"/>
                </a:moveTo>
                <a:lnTo>
                  <a:pt x="158405" y="1221320"/>
                </a:lnTo>
                <a:lnTo>
                  <a:pt x="153194" y="1215058"/>
                </a:lnTo>
                <a:lnTo>
                  <a:pt x="154078" y="1205740"/>
                </a:lnTo>
                <a:lnTo>
                  <a:pt x="160345" y="1200525"/>
                </a:lnTo>
                <a:lnTo>
                  <a:pt x="165258" y="1196497"/>
                </a:lnTo>
                <a:lnTo>
                  <a:pt x="166654" y="1195353"/>
                </a:lnTo>
                <a:lnTo>
                  <a:pt x="175976" y="1196241"/>
                </a:lnTo>
                <a:lnTo>
                  <a:pt x="186407" y="1208776"/>
                </a:lnTo>
                <a:lnTo>
                  <a:pt x="185475" y="1218139"/>
                </a:lnTo>
                <a:lnTo>
                  <a:pt x="174315" y="1227404"/>
                </a:lnTo>
                <a:lnTo>
                  <a:pt x="173184" y="1228343"/>
                </a:lnTo>
                <a:lnTo>
                  <a:pt x="164380" y="1227717"/>
                </a:lnTo>
                <a:close/>
              </a:path>
              <a:path w="5142230" h="2300604">
                <a:moveTo>
                  <a:pt x="1224923" y="2154606"/>
                </a:moveTo>
                <a:lnTo>
                  <a:pt x="1219593" y="2148901"/>
                </a:lnTo>
                <a:lnTo>
                  <a:pt x="1218924" y="2147892"/>
                </a:lnTo>
                <a:lnTo>
                  <a:pt x="1214329" y="2139757"/>
                </a:lnTo>
                <a:lnTo>
                  <a:pt x="1216865" y="2130732"/>
                </a:lnTo>
                <a:lnTo>
                  <a:pt x="1223988" y="2126725"/>
                </a:lnTo>
                <a:lnTo>
                  <a:pt x="1231152" y="2122772"/>
                </a:lnTo>
                <a:lnTo>
                  <a:pt x="1240182" y="2125294"/>
                </a:lnTo>
                <a:lnTo>
                  <a:pt x="1248101" y="2139537"/>
                </a:lnTo>
                <a:lnTo>
                  <a:pt x="1245570" y="2148558"/>
                </a:lnTo>
                <a:lnTo>
                  <a:pt x="1238442" y="2152569"/>
                </a:lnTo>
                <a:lnTo>
                  <a:pt x="1232383" y="2155946"/>
                </a:lnTo>
                <a:lnTo>
                  <a:pt x="1224923" y="2154606"/>
                </a:lnTo>
                <a:close/>
              </a:path>
              <a:path w="5142230" h="2300604">
                <a:moveTo>
                  <a:pt x="1146238" y="2037827"/>
                </a:moveTo>
                <a:lnTo>
                  <a:pt x="1140226" y="2031390"/>
                </a:lnTo>
                <a:lnTo>
                  <a:pt x="1135156" y="2024986"/>
                </a:lnTo>
                <a:lnTo>
                  <a:pt x="1136228" y="2015675"/>
                </a:lnTo>
                <a:lnTo>
                  <a:pt x="1142633" y="2010606"/>
                </a:lnTo>
                <a:lnTo>
                  <a:pt x="1148986" y="2005492"/>
                </a:lnTo>
                <a:lnTo>
                  <a:pt x="1158298" y="2006555"/>
                </a:lnTo>
                <a:lnTo>
                  <a:pt x="1168436" y="2019373"/>
                </a:lnTo>
                <a:lnTo>
                  <a:pt x="1167369" y="2028679"/>
                </a:lnTo>
                <a:lnTo>
                  <a:pt x="1160955" y="2033748"/>
                </a:lnTo>
                <a:lnTo>
                  <a:pt x="1154899" y="2038594"/>
                </a:lnTo>
                <a:lnTo>
                  <a:pt x="1146238" y="2037827"/>
                </a:lnTo>
                <a:close/>
              </a:path>
              <a:path w="5142230" h="2300604">
                <a:moveTo>
                  <a:pt x="1046378" y="1927215"/>
                </a:moveTo>
                <a:lnTo>
                  <a:pt x="1040639" y="1921071"/>
                </a:lnTo>
                <a:lnTo>
                  <a:pt x="1040708" y="1911966"/>
                </a:lnTo>
                <a:lnTo>
                  <a:pt x="1046382" y="1906301"/>
                </a:lnTo>
                <a:lnTo>
                  <a:pt x="1052098" y="1900495"/>
                </a:lnTo>
                <a:lnTo>
                  <a:pt x="1061493" y="1900484"/>
                </a:lnTo>
                <a:lnTo>
                  <a:pt x="1073046" y="1911981"/>
                </a:lnTo>
                <a:lnTo>
                  <a:pt x="1073110" y="1921326"/>
                </a:lnTo>
                <a:lnTo>
                  <a:pt x="1067336" y="1927168"/>
                </a:lnTo>
                <a:lnTo>
                  <a:pt x="1061570" y="1932920"/>
                </a:lnTo>
                <a:lnTo>
                  <a:pt x="1052225" y="1932984"/>
                </a:lnTo>
                <a:lnTo>
                  <a:pt x="1046378" y="1927215"/>
                </a:lnTo>
                <a:close/>
              </a:path>
              <a:path w="5142230" h="2300604">
                <a:moveTo>
                  <a:pt x="256862" y="1324761"/>
                </a:moveTo>
                <a:lnTo>
                  <a:pt x="251619" y="1319149"/>
                </a:lnTo>
                <a:lnTo>
                  <a:pt x="251495" y="1310316"/>
                </a:lnTo>
                <a:lnTo>
                  <a:pt x="256835" y="1304606"/>
                </a:lnTo>
                <a:lnTo>
                  <a:pt x="262379" y="1298606"/>
                </a:lnTo>
                <a:lnTo>
                  <a:pt x="271733" y="1298258"/>
                </a:lnTo>
                <a:lnTo>
                  <a:pt x="283725" y="1309345"/>
                </a:lnTo>
                <a:lnTo>
                  <a:pt x="284067" y="1318695"/>
                </a:lnTo>
                <a:lnTo>
                  <a:pt x="272994" y="1330692"/>
                </a:lnTo>
                <a:lnTo>
                  <a:pt x="263635" y="1331034"/>
                </a:lnTo>
                <a:lnTo>
                  <a:pt x="256862" y="1324761"/>
                </a:lnTo>
                <a:close/>
              </a:path>
              <a:path w="5142230" h="2300604">
                <a:moveTo>
                  <a:pt x="79106" y="659234"/>
                </a:moveTo>
                <a:lnTo>
                  <a:pt x="74054" y="653827"/>
                </a:lnTo>
                <a:lnTo>
                  <a:pt x="72850" y="651756"/>
                </a:lnTo>
                <a:lnTo>
                  <a:pt x="70262" y="641655"/>
                </a:lnTo>
                <a:lnTo>
                  <a:pt x="74829" y="633836"/>
                </a:lnTo>
                <a:lnTo>
                  <a:pt x="82545" y="631833"/>
                </a:lnTo>
                <a:lnTo>
                  <a:pt x="90208" y="629870"/>
                </a:lnTo>
                <a:lnTo>
                  <a:pt x="98036" y="634437"/>
                </a:lnTo>
                <a:lnTo>
                  <a:pt x="101997" y="649821"/>
                </a:lnTo>
                <a:lnTo>
                  <a:pt x="97435" y="657644"/>
                </a:lnTo>
                <a:lnTo>
                  <a:pt x="84431" y="661025"/>
                </a:lnTo>
                <a:lnTo>
                  <a:pt x="79106" y="659234"/>
                </a:lnTo>
                <a:close/>
              </a:path>
              <a:path w="5142230" h="2300604">
                <a:moveTo>
                  <a:pt x="349840" y="1143662"/>
                </a:moveTo>
                <a:lnTo>
                  <a:pt x="343964" y="1137371"/>
                </a:lnTo>
                <a:lnTo>
                  <a:pt x="343827" y="1128926"/>
                </a:lnTo>
                <a:lnTo>
                  <a:pt x="348883" y="1123381"/>
                </a:lnTo>
                <a:lnTo>
                  <a:pt x="354275" y="1117522"/>
                </a:lnTo>
                <a:lnTo>
                  <a:pt x="363355" y="1117075"/>
                </a:lnTo>
                <a:lnTo>
                  <a:pt x="375076" y="1127766"/>
                </a:lnTo>
                <a:lnTo>
                  <a:pt x="375523" y="1136846"/>
                </a:lnTo>
                <a:lnTo>
                  <a:pt x="370130" y="1142705"/>
                </a:lnTo>
                <a:lnTo>
                  <a:pt x="364832" y="1148567"/>
                </a:lnTo>
                <a:lnTo>
                  <a:pt x="355743" y="1149013"/>
                </a:lnTo>
                <a:lnTo>
                  <a:pt x="349840" y="1143662"/>
                </a:lnTo>
                <a:close/>
              </a:path>
              <a:path w="5142230" h="2300604">
                <a:moveTo>
                  <a:pt x="404434" y="1190374"/>
                </a:moveTo>
                <a:lnTo>
                  <a:pt x="398132" y="1183627"/>
                </a:lnTo>
                <a:lnTo>
                  <a:pt x="397750" y="1175790"/>
                </a:lnTo>
                <a:lnTo>
                  <a:pt x="402243" y="1170141"/>
                </a:lnTo>
                <a:lnTo>
                  <a:pt x="407268" y="1163986"/>
                </a:lnTo>
                <a:lnTo>
                  <a:pt x="416313" y="1163014"/>
                </a:lnTo>
                <a:lnTo>
                  <a:pt x="428680" y="1172929"/>
                </a:lnTo>
                <a:lnTo>
                  <a:pt x="429647" y="1181979"/>
                </a:lnTo>
                <a:lnTo>
                  <a:pt x="424667" y="1188183"/>
                </a:lnTo>
                <a:lnTo>
                  <a:pt x="419638" y="1194333"/>
                </a:lnTo>
                <a:lnTo>
                  <a:pt x="410638" y="1195353"/>
                </a:lnTo>
                <a:lnTo>
                  <a:pt x="404434" y="1190374"/>
                </a:lnTo>
                <a:close/>
              </a:path>
              <a:path w="5142230" h="2300604">
                <a:moveTo>
                  <a:pt x="1610909" y="2133801"/>
                </a:moveTo>
                <a:lnTo>
                  <a:pt x="1605811" y="2128344"/>
                </a:lnTo>
                <a:lnTo>
                  <a:pt x="1604733" y="2126603"/>
                </a:lnTo>
                <a:lnTo>
                  <a:pt x="1601516" y="2117099"/>
                </a:lnTo>
                <a:lnTo>
                  <a:pt x="1605575" y="2108933"/>
                </a:lnTo>
                <a:lnTo>
                  <a:pt x="1613073" y="2106403"/>
                </a:lnTo>
                <a:lnTo>
                  <a:pt x="1620615" y="2103822"/>
                </a:lnTo>
                <a:lnTo>
                  <a:pt x="1628786" y="2107877"/>
                </a:lnTo>
                <a:lnTo>
                  <a:pt x="1633851" y="2122878"/>
                </a:lnTo>
                <a:lnTo>
                  <a:pt x="1629796" y="2131049"/>
                </a:lnTo>
                <a:lnTo>
                  <a:pt x="1616753" y="2135463"/>
                </a:lnTo>
                <a:lnTo>
                  <a:pt x="1610909" y="2133801"/>
                </a:lnTo>
                <a:close/>
              </a:path>
              <a:path w="5142230" h="2300604">
                <a:moveTo>
                  <a:pt x="303766" y="1099326"/>
                </a:moveTo>
                <a:lnTo>
                  <a:pt x="292788" y="1087574"/>
                </a:lnTo>
                <a:lnTo>
                  <a:pt x="292996" y="1078707"/>
                </a:lnTo>
                <a:lnTo>
                  <a:pt x="298654" y="1073239"/>
                </a:lnTo>
                <a:lnTo>
                  <a:pt x="304416" y="1067765"/>
                </a:lnTo>
                <a:lnTo>
                  <a:pt x="313619" y="1067940"/>
                </a:lnTo>
                <a:lnTo>
                  <a:pt x="318991" y="1073690"/>
                </a:lnTo>
                <a:lnTo>
                  <a:pt x="324463" y="1079353"/>
                </a:lnTo>
                <a:lnTo>
                  <a:pt x="324290" y="1088463"/>
                </a:lnTo>
                <a:lnTo>
                  <a:pt x="318291" y="1094260"/>
                </a:lnTo>
                <a:lnTo>
                  <a:pt x="312872" y="1099495"/>
                </a:lnTo>
                <a:lnTo>
                  <a:pt x="303766" y="1099326"/>
                </a:lnTo>
                <a:close/>
              </a:path>
              <a:path w="5142230" h="2300604">
                <a:moveTo>
                  <a:pt x="1552720" y="2005728"/>
                </a:moveTo>
                <a:lnTo>
                  <a:pt x="1547527" y="2000169"/>
                </a:lnTo>
                <a:lnTo>
                  <a:pt x="1546896" y="1999298"/>
                </a:lnTo>
                <a:lnTo>
                  <a:pt x="1546313" y="1998381"/>
                </a:lnTo>
                <a:lnTo>
                  <a:pt x="1542346" y="1991495"/>
                </a:lnTo>
                <a:lnTo>
                  <a:pt x="1544628" y="1982697"/>
                </a:lnTo>
                <a:lnTo>
                  <a:pt x="1551514" y="1978730"/>
                </a:lnTo>
                <a:lnTo>
                  <a:pt x="1558350" y="1974709"/>
                </a:lnTo>
                <a:lnTo>
                  <a:pt x="1567153" y="1976996"/>
                </a:lnTo>
                <a:lnTo>
                  <a:pt x="1575136" y="1990723"/>
                </a:lnTo>
                <a:lnTo>
                  <a:pt x="1572854" y="1999520"/>
                </a:lnTo>
                <a:lnTo>
                  <a:pt x="1566013" y="2003536"/>
                </a:lnTo>
                <a:lnTo>
                  <a:pt x="1560085" y="2006965"/>
                </a:lnTo>
                <a:lnTo>
                  <a:pt x="1552720" y="2005728"/>
                </a:lnTo>
                <a:close/>
              </a:path>
              <a:path w="5142230" h="2300604">
                <a:moveTo>
                  <a:pt x="121260" y="795264"/>
                </a:moveTo>
                <a:lnTo>
                  <a:pt x="116163" y="789808"/>
                </a:lnTo>
                <a:lnTo>
                  <a:pt x="115132" y="788215"/>
                </a:lnTo>
                <a:lnTo>
                  <a:pt x="114487" y="786351"/>
                </a:lnTo>
                <a:lnTo>
                  <a:pt x="111715" y="778888"/>
                </a:lnTo>
                <a:lnTo>
                  <a:pt x="115589" y="770621"/>
                </a:lnTo>
                <a:lnTo>
                  <a:pt x="122999" y="767899"/>
                </a:lnTo>
                <a:lnTo>
                  <a:pt x="130503" y="765180"/>
                </a:lnTo>
                <a:lnTo>
                  <a:pt x="138729" y="769001"/>
                </a:lnTo>
                <a:lnTo>
                  <a:pt x="144170" y="783916"/>
                </a:lnTo>
                <a:lnTo>
                  <a:pt x="140345" y="792146"/>
                </a:lnTo>
                <a:lnTo>
                  <a:pt x="132891" y="794909"/>
                </a:lnTo>
                <a:lnTo>
                  <a:pt x="127293" y="796942"/>
                </a:lnTo>
                <a:lnTo>
                  <a:pt x="121260" y="795264"/>
                </a:lnTo>
                <a:close/>
              </a:path>
              <a:path w="5142230" h="2300604">
                <a:moveTo>
                  <a:pt x="1585102" y="2068250"/>
                </a:moveTo>
                <a:lnTo>
                  <a:pt x="1579955" y="2062740"/>
                </a:lnTo>
                <a:lnTo>
                  <a:pt x="1579094" y="2061526"/>
                </a:lnTo>
                <a:lnTo>
                  <a:pt x="1578441" y="2060044"/>
                </a:lnTo>
                <a:lnTo>
                  <a:pt x="1575098" y="2052849"/>
                </a:lnTo>
                <a:lnTo>
                  <a:pt x="1578269" y="2044318"/>
                </a:lnTo>
                <a:lnTo>
                  <a:pt x="1585505" y="2041019"/>
                </a:lnTo>
                <a:lnTo>
                  <a:pt x="1592705" y="2037681"/>
                </a:lnTo>
                <a:lnTo>
                  <a:pt x="1601232" y="2040846"/>
                </a:lnTo>
                <a:lnTo>
                  <a:pt x="1607873" y="2055287"/>
                </a:lnTo>
                <a:lnTo>
                  <a:pt x="1604699" y="2063813"/>
                </a:lnTo>
                <a:lnTo>
                  <a:pt x="1597458" y="2067108"/>
                </a:lnTo>
                <a:lnTo>
                  <a:pt x="1591707" y="2069749"/>
                </a:lnTo>
                <a:lnTo>
                  <a:pt x="1585102" y="2068250"/>
                </a:lnTo>
                <a:close/>
              </a:path>
              <a:path w="5142230" h="2300604">
                <a:moveTo>
                  <a:pt x="460023" y="1232678"/>
                </a:moveTo>
                <a:lnTo>
                  <a:pt x="454785" y="1227070"/>
                </a:lnTo>
                <a:lnTo>
                  <a:pt x="454196" y="1219402"/>
                </a:lnTo>
                <a:lnTo>
                  <a:pt x="462916" y="1207330"/>
                </a:lnTo>
                <a:lnTo>
                  <a:pt x="471888" y="1205889"/>
                </a:lnTo>
                <a:lnTo>
                  <a:pt x="484790" y="1215203"/>
                </a:lnTo>
                <a:lnTo>
                  <a:pt x="486231" y="1224175"/>
                </a:lnTo>
                <a:lnTo>
                  <a:pt x="481569" y="1230621"/>
                </a:lnTo>
                <a:lnTo>
                  <a:pt x="476871" y="1237028"/>
                </a:lnTo>
                <a:lnTo>
                  <a:pt x="467895" y="1238464"/>
                </a:lnTo>
                <a:lnTo>
                  <a:pt x="461494" y="1233861"/>
                </a:lnTo>
                <a:lnTo>
                  <a:pt x="460023" y="1232678"/>
                </a:lnTo>
                <a:close/>
              </a:path>
              <a:path w="5142230" h="2300604">
                <a:moveTo>
                  <a:pt x="1471413" y="1890833"/>
                </a:moveTo>
                <a:lnTo>
                  <a:pt x="1465719" y="1884738"/>
                </a:lnTo>
                <a:lnTo>
                  <a:pt x="1460641" y="1878715"/>
                </a:lnTo>
                <a:lnTo>
                  <a:pt x="1461375" y="1869629"/>
                </a:lnTo>
                <a:lnTo>
                  <a:pt x="1472404" y="1860321"/>
                </a:lnTo>
                <a:lnTo>
                  <a:pt x="1473527" y="1859373"/>
                </a:lnTo>
                <a:lnTo>
                  <a:pt x="1482564" y="1860153"/>
                </a:lnTo>
                <a:lnTo>
                  <a:pt x="1492816" y="1872300"/>
                </a:lnTo>
                <a:lnTo>
                  <a:pt x="1492041" y="1881342"/>
                </a:lnTo>
                <a:lnTo>
                  <a:pt x="1481001" y="1890637"/>
                </a:lnTo>
                <a:lnTo>
                  <a:pt x="1480079" y="1891411"/>
                </a:lnTo>
                <a:lnTo>
                  <a:pt x="1471413" y="1890833"/>
                </a:lnTo>
                <a:close/>
              </a:path>
              <a:path w="5142230" h="2300604">
                <a:moveTo>
                  <a:pt x="764923" y="1415182"/>
                </a:moveTo>
                <a:lnTo>
                  <a:pt x="759776" y="1409672"/>
                </a:lnTo>
                <a:lnTo>
                  <a:pt x="758725" y="1403074"/>
                </a:lnTo>
                <a:lnTo>
                  <a:pt x="761604" y="1397554"/>
                </a:lnTo>
                <a:lnTo>
                  <a:pt x="765338" y="1390506"/>
                </a:lnTo>
                <a:lnTo>
                  <a:pt x="773974" y="1387825"/>
                </a:lnTo>
                <a:lnTo>
                  <a:pt x="788029" y="1395149"/>
                </a:lnTo>
                <a:lnTo>
                  <a:pt x="790755" y="1403834"/>
                </a:lnTo>
                <a:lnTo>
                  <a:pt x="787111" y="1410881"/>
                </a:lnTo>
                <a:lnTo>
                  <a:pt x="783382" y="1417935"/>
                </a:lnTo>
                <a:lnTo>
                  <a:pt x="774746" y="1420615"/>
                </a:lnTo>
                <a:lnTo>
                  <a:pt x="767694" y="1416976"/>
                </a:lnTo>
                <a:lnTo>
                  <a:pt x="766206" y="1416165"/>
                </a:lnTo>
                <a:lnTo>
                  <a:pt x="764923" y="1415182"/>
                </a:lnTo>
                <a:close/>
              </a:path>
              <a:path w="5142230" h="2300604">
                <a:moveTo>
                  <a:pt x="256492" y="1045602"/>
                </a:moveTo>
                <a:lnTo>
                  <a:pt x="250571" y="1039264"/>
                </a:lnTo>
                <a:lnTo>
                  <a:pt x="245684" y="1033045"/>
                </a:lnTo>
                <a:lnTo>
                  <a:pt x="246751" y="1024022"/>
                </a:lnTo>
                <a:lnTo>
                  <a:pt x="252910" y="1019081"/>
                </a:lnTo>
                <a:lnTo>
                  <a:pt x="259173" y="1014153"/>
                </a:lnTo>
                <a:lnTo>
                  <a:pt x="268201" y="1015216"/>
                </a:lnTo>
                <a:lnTo>
                  <a:pt x="278021" y="1027683"/>
                </a:lnTo>
                <a:lnTo>
                  <a:pt x="276958" y="1036711"/>
                </a:lnTo>
                <a:lnTo>
                  <a:pt x="270795" y="1041647"/>
                </a:lnTo>
                <a:lnTo>
                  <a:pt x="264829" y="1046306"/>
                </a:lnTo>
                <a:lnTo>
                  <a:pt x="256492" y="1045602"/>
                </a:lnTo>
                <a:close/>
              </a:path>
              <a:path w="5142230" h="2300604">
                <a:moveTo>
                  <a:pt x="640049" y="1347194"/>
                </a:moveTo>
                <a:lnTo>
                  <a:pt x="634907" y="1341689"/>
                </a:lnTo>
                <a:lnTo>
                  <a:pt x="633907" y="1334852"/>
                </a:lnTo>
                <a:lnTo>
                  <a:pt x="637122" y="1329301"/>
                </a:lnTo>
                <a:lnTo>
                  <a:pt x="641041" y="1322353"/>
                </a:lnTo>
                <a:lnTo>
                  <a:pt x="649803" y="1320003"/>
                </a:lnTo>
                <a:lnTo>
                  <a:pt x="656710" y="1323878"/>
                </a:lnTo>
                <a:lnTo>
                  <a:pt x="663610" y="1327842"/>
                </a:lnTo>
                <a:lnTo>
                  <a:pt x="666004" y="1336563"/>
                </a:lnTo>
                <a:lnTo>
                  <a:pt x="662085" y="1343511"/>
                </a:lnTo>
                <a:lnTo>
                  <a:pt x="658169" y="1350365"/>
                </a:lnTo>
                <a:lnTo>
                  <a:pt x="649400" y="1352804"/>
                </a:lnTo>
                <a:lnTo>
                  <a:pt x="642495" y="1348845"/>
                </a:lnTo>
                <a:lnTo>
                  <a:pt x="641202" y="1348135"/>
                </a:lnTo>
                <a:lnTo>
                  <a:pt x="640049" y="1347194"/>
                </a:lnTo>
                <a:close/>
              </a:path>
              <a:path w="5142230" h="2300604">
                <a:moveTo>
                  <a:pt x="1200231" y="1655473"/>
                </a:moveTo>
                <a:lnTo>
                  <a:pt x="1194203" y="1649020"/>
                </a:lnTo>
                <a:lnTo>
                  <a:pt x="1193425" y="1641833"/>
                </a:lnTo>
                <a:lnTo>
                  <a:pt x="1197204" y="1636202"/>
                </a:lnTo>
                <a:lnTo>
                  <a:pt x="1201585" y="1629553"/>
                </a:lnTo>
                <a:lnTo>
                  <a:pt x="1210521" y="1627780"/>
                </a:lnTo>
                <a:lnTo>
                  <a:pt x="1223725" y="1636539"/>
                </a:lnTo>
                <a:lnTo>
                  <a:pt x="1225498" y="1645474"/>
                </a:lnTo>
                <a:lnTo>
                  <a:pt x="1221166" y="1652078"/>
                </a:lnTo>
                <a:lnTo>
                  <a:pt x="1216740" y="1658678"/>
                </a:lnTo>
                <a:lnTo>
                  <a:pt x="1207849" y="1660500"/>
                </a:lnTo>
                <a:lnTo>
                  <a:pt x="1200231" y="1655473"/>
                </a:lnTo>
                <a:close/>
              </a:path>
              <a:path w="5142230" h="2300604">
                <a:moveTo>
                  <a:pt x="578728" y="1311168"/>
                </a:moveTo>
                <a:lnTo>
                  <a:pt x="573581" y="1305658"/>
                </a:lnTo>
                <a:lnTo>
                  <a:pt x="572685" y="1298551"/>
                </a:lnTo>
                <a:lnTo>
                  <a:pt x="576165" y="1292892"/>
                </a:lnTo>
                <a:lnTo>
                  <a:pt x="580188" y="1286144"/>
                </a:lnTo>
                <a:lnTo>
                  <a:pt x="588817" y="1284052"/>
                </a:lnTo>
                <a:lnTo>
                  <a:pt x="589047" y="1283996"/>
                </a:lnTo>
                <a:lnTo>
                  <a:pt x="602599" y="1292247"/>
                </a:lnTo>
                <a:lnTo>
                  <a:pt x="604747" y="1301105"/>
                </a:lnTo>
                <a:lnTo>
                  <a:pt x="600651" y="1307854"/>
                </a:lnTo>
                <a:lnTo>
                  <a:pt x="596492" y="1314652"/>
                </a:lnTo>
                <a:lnTo>
                  <a:pt x="587742" y="1316809"/>
                </a:lnTo>
                <a:lnTo>
                  <a:pt x="580894" y="1312705"/>
                </a:lnTo>
                <a:lnTo>
                  <a:pt x="579780" y="1312001"/>
                </a:lnTo>
                <a:lnTo>
                  <a:pt x="578728" y="1311168"/>
                </a:lnTo>
                <a:close/>
              </a:path>
              <a:path w="5142230" h="2300604">
                <a:moveTo>
                  <a:pt x="1139703" y="1616778"/>
                </a:moveTo>
                <a:lnTo>
                  <a:pt x="1134506" y="1611214"/>
                </a:lnTo>
                <a:lnTo>
                  <a:pt x="1133665" y="1604156"/>
                </a:lnTo>
                <a:lnTo>
                  <a:pt x="1137104" y="1598453"/>
                </a:lnTo>
                <a:lnTo>
                  <a:pt x="1141289" y="1591790"/>
                </a:lnTo>
                <a:lnTo>
                  <a:pt x="1149841" y="1589704"/>
                </a:lnTo>
                <a:lnTo>
                  <a:pt x="1150064" y="1589650"/>
                </a:lnTo>
                <a:lnTo>
                  <a:pt x="1163616" y="1597900"/>
                </a:lnTo>
                <a:lnTo>
                  <a:pt x="1165769" y="1606755"/>
                </a:lnTo>
                <a:lnTo>
                  <a:pt x="1161574" y="1613504"/>
                </a:lnTo>
                <a:lnTo>
                  <a:pt x="1157477" y="1620262"/>
                </a:lnTo>
                <a:lnTo>
                  <a:pt x="1148623" y="1622416"/>
                </a:lnTo>
                <a:lnTo>
                  <a:pt x="1141870" y="1618315"/>
                </a:lnTo>
                <a:lnTo>
                  <a:pt x="1140715" y="1617567"/>
                </a:lnTo>
                <a:lnTo>
                  <a:pt x="1139703" y="1616778"/>
                </a:lnTo>
                <a:close/>
              </a:path>
              <a:path w="5142230" h="2300604">
                <a:moveTo>
                  <a:pt x="1078660" y="1580756"/>
                </a:moveTo>
                <a:lnTo>
                  <a:pt x="1073558" y="1575295"/>
                </a:lnTo>
                <a:lnTo>
                  <a:pt x="1072518" y="1568414"/>
                </a:lnTo>
                <a:lnTo>
                  <a:pt x="1079693" y="1555959"/>
                </a:lnTo>
                <a:lnTo>
                  <a:pt x="1088462" y="1553519"/>
                </a:lnTo>
                <a:lnTo>
                  <a:pt x="1102216" y="1561399"/>
                </a:lnTo>
                <a:lnTo>
                  <a:pt x="1104655" y="1570169"/>
                </a:lnTo>
                <a:lnTo>
                  <a:pt x="1096726" y="1583968"/>
                </a:lnTo>
                <a:lnTo>
                  <a:pt x="1088001" y="1586357"/>
                </a:lnTo>
                <a:lnTo>
                  <a:pt x="1081057" y="1582443"/>
                </a:lnTo>
                <a:lnTo>
                  <a:pt x="1079808" y="1581692"/>
                </a:lnTo>
                <a:lnTo>
                  <a:pt x="1078660" y="1580756"/>
                </a:lnTo>
                <a:close/>
              </a:path>
              <a:path w="5142230" h="2300604">
                <a:moveTo>
                  <a:pt x="1257512" y="1695091"/>
                </a:moveTo>
                <a:lnTo>
                  <a:pt x="1252278" y="1689488"/>
                </a:lnTo>
                <a:lnTo>
                  <a:pt x="1251689" y="1681820"/>
                </a:lnTo>
                <a:lnTo>
                  <a:pt x="1255846" y="1676202"/>
                </a:lnTo>
                <a:lnTo>
                  <a:pt x="1260504" y="1669751"/>
                </a:lnTo>
                <a:lnTo>
                  <a:pt x="1269475" y="1668310"/>
                </a:lnTo>
                <a:lnTo>
                  <a:pt x="1282328" y="1677670"/>
                </a:lnTo>
                <a:lnTo>
                  <a:pt x="1283721" y="1686687"/>
                </a:lnTo>
                <a:lnTo>
                  <a:pt x="1279013" y="1693085"/>
                </a:lnTo>
                <a:lnTo>
                  <a:pt x="1274405" y="1699490"/>
                </a:lnTo>
                <a:lnTo>
                  <a:pt x="1265438" y="1700936"/>
                </a:lnTo>
                <a:lnTo>
                  <a:pt x="1258987" y="1696279"/>
                </a:lnTo>
                <a:lnTo>
                  <a:pt x="1257512" y="1695091"/>
                </a:lnTo>
                <a:close/>
              </a:path>
              <a:path w="5142230" h="2300604">
                <a:moveTo>
                  <a:pt x="1629704" y="2201719"/>
                </a:moveTo>
                <a:lnTo>
                  <a:pt x="1624644" y="2196301"/>
                </a:lnTo>
                <a:lnTo>
                  <a:pt x="1623351" y="2194039"/>
                </a:lnTo>
                <a:lnTo>
                  <a:pt x="1622778" y="2191470"/>
                </a:lnTo>
                <a:lnTo>
                  <a:pt x="1621111" y="2183723"/>
                </a:lnTo>
                <a:lnTo>
                  <a:pt x="1625948" y="2175999"/>
                </a:lnTo>
                <a:lnTo>
                  <a:pt x="1633705" y="2174332"/>
                </a:lnTo>
                <a:lnTo>
                  <a:pt x="1641456" y="2172561"/>
                </a:lnTo>
                <a:lnTo>
                  <a:pt x="1649131" y="2177453"/>
                </a:lnTo>
                <a:lnTo>
                  <a:pt x="1652613" y="2192910"/>
                </a:lnTo>
                <a:lnTo>
                  <a:pt x="1647725" y="2200581"/>
                </a:lnTo>
                <a:lnTo>
                  <a:pt x="1639974" y="2202352"/>
                </a:lnTo>
                <a:lnTo>
                  <a:pt x="1634832" y="2203494"/>
                </a:lnTo>
                <a:lnTo>
                  <a:pt x="1629704" y="2201719"/>
                </a:lnTo>
                <a:close/>
              </a:path>
              <a:path w="5142230" h="2300604">
                <a:moveTo>
                  <a:pt x="1368203" y="1784454"/>
                </a:moveTo>
                <a:lnTo>
                  <a:pt x="1362277" y="1778110"/>
                </a:lnTo>
                <a:lnTo>
                  <a:pt x="1362141" y="1769755"/>
                </a:lnTo>
                <a:lnTo>
                  <a:pt x="1367147" y="1764165"/>
                </a:lnTo>
                <a:lnTo>
                  <a:pt x="1372494" y="1758257"/>
                </a:lnTo>
                <a:lnTo>
                  <a:pt x="1381573" y="1757811"/>
                </a:lnTo>
                <a:lnTo>
                  <a:pt x="1393344" y="1768456"/>
                </a:lnTo>
                <a:lnTo>
                  <a:pt x="1393839" y="1777490"/>
                </a:lnTo>
                <a:lnTo>
                  <a:pt x="1383189" y="1789256"/>
                </a:lnTo>
                <a:lnTo>
                  <a:pt x="1374111" y="1789801"/>
                </a:lnTo>
                <a:lnTo>
                  <a:pt x="1368203" y="1784454"/>
                </a:lnTo>
                <a:close/>
              </a:path>
              <a:path w="5142230" h="2300604">
                <a:moveTo>
                  <a:pt x="215010" y="987404"/>
                </a:moveTo>
                <a:lnTo>
                  <a:pt x="209122" y="981102"/>
                </a:lnTo>
                <a:lnTo>
                  <a:pt x="208623" y="980372"/>
                </a:lnTo>
                <a:lnTo>
                  <a:pt x="204367" y="973665"/>
                </a:lnTo>
                <a:lnTo>
                  <a:pt x="206279" y="964765"/>
                </a:lnTo>
                <a:lnTo>
                  <a:pt x="212982" y="960504"/>
                </a:lnTo>
                <a:lnTo>
                  <a:pt x="219648" y="956203"/>
                </a:lnTo>
                <a:lnTo>
                  <a:pt x="228504" y="958157"/>
                </a:lnTo>
                <a:lnTo>
                  <a:pt x="237110" y="971485"/>
                </a:lnTo>
                <a:lnTo>
                  <a:pt x="235158" y="980430"/>
                </a:lnTo>
                <a:lnTo>
                  <a:pt x="228446" y="984682"/>
                </a:lnTo>
                <a:lnTo>
                  <a:pt x="222609" y="988501"/>
                </a:lnTo>
                <a:lnTo>
                  <a:pt x="215010" y="987404"/>
                </a:lnTo>
                <a:close/>
              </a:path>
              <a:path w="5142230" h="2300604">
                <a:moveTo>
                  <a:pt x="1314248" y="1738524"/>
                </a:moveTo>
                <a:lnTo>
                  <a:pt x="1308508" y="1732380"/>
                </a:lnTo>
                <a:lnTo>
                  <a:pt x="1308072" y="1724387"/>
                </a:lnTo>
                <a:lnTo>
                  <a:pt x="1312651" y="1718731"/>
                </a:lnTo>
                <a:lnTo>
                  <a:pt x="1317586" y="1712578"/>
                </a:lnTo>
                <a:lnTo>
                  <a:pt x="1326636" y="1711611"/>
                </a:lnTo>
                <a:lnTo>
                  <a:pt x="1338993" y="1721516"/>
                </a:lnTo>
                <a:lnTo>
                  <a:pt x="1339964" y="1730571"/>
                </a:lnTo>
                <a:lnTo>
                  <a:pt x="1330055" y="1742933"/>
                </a:lnTo>
                <a:lnTo>
                  <a:pt x="1321005" y="1743900"/>
                </a:lnTo>
                <a:lnTo>
                  <a:pt x="1314801" y="1738921"/>
                </a:lnTo>
                <a:lnTo>
                  <a:pt x="1314248" y="1738524"/>
                </a:lnTo>
                <a:close/>
              </a:path>
              <a:path w="5142230" h="2300604">
                <a:moveTo>
                  <a:pt x="178857" y="925734"/>
                </a:moveTo>
                <a:lnTo>
                  <a:pt x="173660" y="920170"/>
                </a:lnTo>
                <a:lnTo>
                  <a:pt x="172941" y="919117"/>
                </a:lnTo>
                <a:lnTo>
                  <a:pt x="168638" y="910982"/>
                </a:lnTo>
                <a:lnTo>
                  <a:pt x="171348" y="902251"/>
                </a:lnTo>
                <a:lnTo>
                  <a:pt x="185333" y="894838"/>
                </a:lnTo>
                <a:lnTo>
                  <a:pt x="194074" y="897548"/>
                </a:lnTo>
                <a:lnTo>
                  <a:pt x="201433" y="911584"/>
                </a:lnTo>
                <a:lnTo>
                  <a:pt x="198772" y="920279"/>
                </a:lnTo>
                <a:lnTo>
                  <a:pt x="185892" y="927106"/>
                </a:lnTo>
                <a:lnTo>
                  <a:pt x="178857" y="925734"/>
                </a:lnTo>
                <a:close/>
              </a:path>
              <a:path w="5142230" h="2300604">
                <a:moveTo>
                  <a:pt x="827963" y="1447868"/>
                </a:moveTo>
                <a:lnTo>
                  <a:pt x="822866" y="1442412"/>
                </a:lnTo>
                <a:lnTo>
                  <a:pt x="821767" y="1435859"/>
                </a:lnTo>
                <a:lnTo>
                  <a:pt x="824646" y="1430339"/>
                </a:lnTo>
                <a:lnTo>
                  <a:pt x="828240" y="1423239"/>
                </a:lnTo>
                <a:lnTo>
                  <a:pt x="836925" y="1420513"/>
                </a:lnTo>
                <a:lnTo>
                  <a:pt x="851029" y="1427791"/>
                </a:lnTo>
                <a:lnTo>
                  <a:pt x="853803" y="1436430"/>
                </a:lnTo>
                <a:lnTo>
                  <a:pt x="846520" y="1450530"/>
                </a:lnTo>
                <a:lnTo>
                  <a:pt x="838047" y="1453286"/>
                </a:lnTo>
                <a:lnTo>
                  <a:pt x="837837" y="1453355"/>
                </a:lnTo>
                <a:lnTo>
                  <a:pt x="830785" y="1449715"/>
                </a:lnTo>
                <a:lnTo>
                  <a:pt x="829297" y="1448905"/>
                </a:lnTo>
                <a:lnTo>
                  <a:pt x="827963" y="1447868"/>
                </a:lnTo>
                <a:close/>
              </a:path>
              <a:path w="5142230" h="2300604">
                <a:moveTo>
                  <a:pt x="1514708" y="1946563"/>
                </a:moveTo>
                <a:lnTo>
                  <a:pt x="1508501" y="1939918"/>
                </a:lnTo>
                <a:lnTo>
                  <a:pt x="1503911" y="1933441"/>
                </a:lnTo>
                <a:lnTo>
                  <a:pt x="1505440" y="1924424"/>
                </a:lnTo>
                <a:lnTo>
                  <a:pt x="1511879" y="1919879"/>
                </a:lnTo>
                <a:lnTo>
                  <a:pt x="1518316" y="1915236"/>
                </a:lnTo>
                <a:lnTo>
                  <a:pt x="1527328" y="1916770"/>
                </a:lnTo>
                <a:lnTo>
                  <a:pt x="1536561" y="1929685"/>
                </a:lnTo>
                <a:lnTo>
                  <a:pt x="1534986" y="1938653"/>
                </a:lnTo>
                <a:lnTo>
                  <a:pt x="1528499" y="1943243"/>
                </a:lnTo>
                <a:lnTo>
                  <a:pt x="1522600" y="1947484"/>
                </a:lnTo>
                <a:lnTo>
                  <a:pt x="1514708" y="1946563"/>
                </a:lnTo>
                <a:close/>
              </a:path>
              <a:path w="5142230" h="2300604">
                <a:moveTo>
                  <a:pt x="62488" y="590031"/>
                </a:moveTo>
                <a:lnTo>
                  <a:pt x="57432" y="584618"/>
                </a:lnTo>
                <a:lnTo>
                  <a:pt x="56185" y="582404"/>
                </a:lnTo>
                <a:lnTo>
                  <a:pt x="55615" y="579741"/>
                </a:lnTo>
                <a:lnTo>
                  <a:pt x="53894" y="572034"/>
                </a:lnTo>
                <a:lnTo>
                  <a:pt x="58782" y="564364"/>
                </a:lnTo>
                <a:lnTo>
                  <a:pt x="74289" y="560926"/>
                </a:lnTo>
                <a:lnTo>
                  <a:pt x="81960" y="565814"/>
                </a:lnTo>
                <a:lnTo>
                  <a:pt x="83632" y="573566"/>
                </a:lnTo>
                <a:lnTo>
                  <a:pt x="85398" y="581321"/>
                </a:lnTo>
                <a:lnTo>
                  <a:pt x="80510" y="588992"/>
                </a:lnTo>
                <a:lnTo>
                  <a:pt x="67567" y="591851"/>
                </a:lnTo>
                <a:lnTo>
                  <a:pt x="62488" y="590031"/>
                </a:lnTo>
                <a:close/>
              </a:path>
              <a:path w="5142230" h="2300604">
                <a:moveTo>
                  <a:pt x="891109" y="1480373"/>
                </a:moveTo>
                <a:lnTo>
                  <a:pt x="885967" y="1474868"/>
                </a:lnTo>
                <a:lnTo>
                  <a:pt x="884913" y="1468364"/>
                </a:lnTo>
                <a:lnTo>
                  <a:pt x="887742" y="1462791"/>
                </a:lnTo>
                <a:lnTo>
                  <a:pt x="891386" y="1455744"/>
                </a:lnTo>
                <a:lnTo>
                  <a:pt x="900066" y="1453013"/>
                </a:lnTo>
                <a:lnTo>
                  <a:pt x="914129" y="1460247"/>
                </a:lnTo>
                <a:lnTo>
                  <a:pt x="916949" y="1468936"/>
                </a:lnTo>
                <a:lnTo>
                  <a:pt x="909666" y="1483035"/>
                </a:lnTo>
                <a:lnTo>
                  <a:pt x="901127" y="1485721"/>
                </a:lnTo>
                <a:lnTo>
                  <a:pt x="900986" y="1485765"/>
                </a:lnTo>
                <a:lnTo>
                  <a:pt x="893881" y="1482167"/>
                </a:lnTo>
                <a:lnTo>
                  <a:pt x="892402" y="1481366"/>
                </a:lnTo>
                <a:lnTo>
                  <a:pt x="891109" y="1480373"/>
                </a:lnTo>
                <a:close/>
              </a:path>
              <a:path w="5142230" h="2300604">
                <a:moveTo>
                  <a:pt x="147857" y="861465"/>
                </a:moveTo>
                <a:lnTo>
                  <a:pt x="142709" y="855955"/>
                </a:lnTo>
                <a:lnTo>
                  <a:pt x="141811" y="854602"/>
                </a:lnTo>
                <a:lnTo>
                  <a:pt x="137952" y="845789"/>
                </a:lnTo>
                <a:lnTo>
                  <a:pt x="141267" y="837305"/>
                </a:lnTo>
                <a:lnTo>
                  <a:pt x="155833" y="831003"/>
                </a:lnTo>
                <a:lnTo>
                  <a:pt x="164313" y="834313"/>
                </a:lnTo>
                <a:lnTo>
                  <a:pt x="170664" y="848834"/>
                </a:lnTo>
                <a:lnTo>
                  <a:pt x="167349" y="857318"/>
                </a:lnTo>
                <a:lnTo>
                  <a:pt x="160071" y="860464"/>
                </a:lnTo>
                <a:lnTo>
                  <a:pt x="154363" y="862966"/>
                </a:lnTo>
                <a:lnTo>
                  <a:pt x="147857" y="861465"/>
                </a:lnTo>
                <a:close/>
              </a:path>
              <a:path w="5142230" h="2300604">
                <a:moveTo>
                  <a:pt x="1641169" y="2271271"/>
                </a:moveTo>
                <a:lnTo>
                  <a:pt x="1636159" y="2265907"/>
                </a:lnTo>
                <a:lnTo>
                  <a:pt x="1634791" y="2263076"/>
                </a:lnTo>
                <a:lnTo>
                  <a:pt x="1633466" y="2252078"/>
                </a:lnTo>
                <a:lnTo>
                  <a:pt x="1639138" y="2244953"/>
                </a:lnTo>
                <a:lnTo>
                  <a:pt x="1647007" y="2243994"/>
                </a:lnTo>
                <a:lnTo>
                  <a:pt x="1654922" y="2243083"/>
                </a:lnTo>
                <a:lnTo>
                  <a:pt x="1662042" y="2248750"/>
                </a:lnTo>
                <a:lnTo>
                  <a:pt x="1662912" y="2256621"/>
                </a:lnTo>
                <a:lnTo>
                  <a:pt x="1663872" y="2264490"/>
                </a:lnTo>
                <a:lnTo>
                  <a:pt x="1658200" y="2271615"/>
                </a:lnTo>
                <a:lnTo>
                  <a:pt x="1650331" y="2272574"/>
                </a:lnTo>
                <a:lnTo>
                  <a:pt x="1645593" y="2273074"/>
                </a:lnTo>
                <a:lnTo>
                  <a:pt x="1641169" y="2271271"/>
                </a:lnTo>
                <a:close/>
              </a:path>
              <a:path w="5142230" h="2300604">
                <a:moveTo>
                  <a:pt x="1418673" y="1832910"/>
                </a:moveTo>
                <a:lnTo>
                  <a:pt x="1413207" y="1827059"/>
                </a:lnTo>
                <a:lnTo>
                  <a:pt x="1413364" y="1818137"/>
                </a:lnTo>
                <a:lnTo>
                  <a:pt x="1418937" y="1812666"/>
                </a:lnTo>
                <a:lnTo>
                  <a:pt x="1419417" y="1812202"/>
                </a:lnTo>
                <a:lnTo>
                  <a:pt x="1424648" y="1807148"/>
                </a:lnTo>
                <a:lnTo>
                  <a:pt x="1433757" y="1807222"/>
                </a:lnTo>
                <a:lnTo>
                  <a:pt x="1444838" y="1818594"/>
                </a:lnTo>
                <a:lnTo>
                  <a:pt x="1444768" y="1827708"/>
                </a:lnTo>
                <a:lnTo>
                  <a:pt x="1444288" y="1828172"/>
                </a:lnTo>
                <a:lnTo>
                  <a:pt x="1439057" y="1833226"/>
                </a:lnTo>
                <a:lnTo>
                  <a:pt x="1433386" y="1838788"/>
                </a:lnTo>
                <a:lnTo>
                  <a:pt x="1424236" y="1838670"/>
                </a:lnTo>
                <a:lnTo>
                  <a:pt x="1418673" y="1832910"/>
                </a:lnTo>
                <a:close/>
              </a:path>
              <a:path w="5142230" h="2300604">
                <a:moveTo>
                  <a:pt x="1016710" y="1546403"/>
                </a:moveTo>
                <a:lnTo>
                  <a:pt x="1011563" y="1540893"/>
                </a:lnTo>
                <a:lnTo>
                  <a:pt x="1010516" y="1534201"/>
                </a:lnTo>
                <a:lnTo>
                  <a:pt x="1017317" y="1521639"/>
                </a:lnTo>
                <a:lnTo>
                  <a:pt x="1026044" y="1519056"/>
                </a:lnTo>
                <a:lnTo>
                  <a:pt x="1040044" y="1526614"/>
                </a:lnTo>
                <a:lnTo>
                  <a:pt x="1042627" y="1535341"/>
                </a:lnTo>
                <a:lnTo>
                  <a:pt x="1038802" y="1542293"/>
                </a:lnTo>
                <a:lnTo>
                  <a:pt x="1035023" y="1549293"/>
                </a:lnTo>
                <a:lnTo>
                  <a:pt x="1026296" y="1551875"/>
                </a:lnTo>
                <a:lnTo>
                  <a:pt x="1019296" y="1548096"/>
                </a:lnTo>
                <a:lnTo>
                  <a:pt x="1017953" y="1547342"/>
                </a:lnTo>
                <a:lnTo>
                  <a:pt x="1016710" y="1546403"/>
                </a:lnTo>
                <a:close/>
              </a:path>
              <a:path w="5142230" h="2300604">
                <a:moveTo>
                  <a:pt x="954065" y="1513065"/>
                </a:moveTo>
                <a:lnTo>
                  <a:pt x="948963" y="1507604"/>
                </a:lnTo>
                <a:lnTo>
                  <a:pt x="947867" y="1500958"/>
                </a:lnTo>
                <a:lnTo>
                  <a:pt x="950742" y="1495433"/>
                </a:lnTo>
                <a:lnTo>
                  <a:pt x="954480" y="1488389"/>
                </a:lnTo>
                <a:lnTo>
                  <a:pt x="963165" y="1485663"/>
                </a:lnTo>
                <a:lnTo>
                  <a:pt x="977217" y="1493081"/>
                </a:lnTo>
                <a:lnTo>
                  <a:pt x="979942" y="1501766"/>
                </a:lnTo>
                <a:lnTo>
                  <a:pt x="972568" y="1515768"/>
                </a:lnTo>
                <a:lnTo>
                  <a:pt x="963888" y="1518498"/>
                </a:lnTo>
                <a:lnTo>
                  <a:pt x="956832" y="1514854"/>
                </a:lnTo>
                <a:lnTo>
                  <a:pt x="955353" y="1514053"/>
                </a:lnTo>
                <a:lnTo>
                  <a:pt x="954065" y="1513065"/>
                </a:lnTo>
                <a:close/>
              </a:path>
              <a:path w="5142230" h="2300604">
                <a:moveTo>
                  <a:pt x="98542" y="727741"/>
                </a:moveTo>
                <a:lnTo>
                  <a:pt x="93486" y="722329"/>
                </a:lnTo>
                <a:lnTo>
                  <a:pt x="92370" y="720449"/>
                </a:lnTo>
                <a:lnTo>
                  <a:pt x="91636" y="718295"/>
                </a:lnTo>
                <a:lnTo>
                  <a:pt x="89351" y="710669"/>
                </a:lnTo>
                <a:lnTo>
                  <a:pt x="93637" y="702647"/>
                </a:lnTo>
                <a:lnTo>
                  <a:pt x="101174" y="700354"/>
                </a:lnTo>
                <a:lnTo>
                  <a:pt x="108760" y="698016"/>
                </a:lnTo>
                <a:lnTo>
                  <a:pt x="116781" y="702302"/>
                </a:lnTo>
                <a:lnTo>
                  <a:pt x="121453" y="717469"/>
                </a:lnTo>
                <a:lnTo>
                  <a:pt x="117172" y="725495"/>
                </a:lnTo>
                <a:lnTo>
                  <a:pt x="109635" y="727788"/>
                </a:lnTo>
                <a:lnTo>
                  <a:pt x="104195" y="729491"/>
                </a:lnTo>
                <a:lnTo>
                  <a:pt x="98542" y="727741"/>
                </a:lnTo>
                <a:close/>
              </a:path>
              <a:path w="5142230" h="2300604">
                <a:moveTo>
                  <a:pt x="0" y="168350"/>
                </a:moveTo>
                <a:lnTo>
                  <a:pt x="0" y="141614"/>
                </a:lnTo>
                <a:lnTo>
                  <a:pt x="5778" y="140978"/>
                </a:lnTo>
                <a:lnTo>
                  <a:pt x="13685" y="140157"/>
                </a:lnTo>
                <a:lnTo>
                  <a:pt x="20766" y="145879"/>
                </a:lnTo>
                <a:lnTo>
                  <a:pt x="22443" y="161652"/>
                </a:lnTo>
                <a:lnTo>
                  <a:pt x="16730" y="168732"/>
                </a:lnTo>
                <a:lnTo>
                  <a:pt x="8818" y="169549"/>
                </a:lnTo>
                <a:lnTo>
                  <a:pt x="4175" y="170052"/>
                </a:lnTo>
                <a:lnTo>
                  <a:pt x="0" y="168350"/>
                </a:lnTo>
                <a:close/>
              </a:path>
              <a:path w="5142230" h="2300604">
                <a:moveTo>
                  <a:pt x="518599" y="1273095"/>
                </a:moveTo>
                <a:lnTo>
                  <a:pt x="513411" y="1267542"/>
                </a:lnTo>
                <a:lnTo>
                  <a:pt x="512616" y="1260239"/>
                </a:lnTo>
                <a:lnTo>
                  <a:pt x="520736" y="1247916"/>
                </a:lnTo>
                <a:lnTo>
                  <a:pt x="529626" y="1246094"/>
                </a:lnTo>
                <a:lnTo>
                  <a:pt x="542869" y="1254806"/>
                </a:lnTo>
                <a:lnTo>
                  <a:pt x="544741" y="1263750"/>
                </a:lnTo>
                <a:lnTo>
                  <a:pt x="536033" y="1276998"/>
                </a:lnTo>
                <a:lnTo>
                  <a:pt x="527089" y="1278861"/>
                </a:lnTo>
                <a:lnTo>
                  <a:pt x="519476" y="1273838"/>
                </a:lnTo>
                <a:lnTo>
                  <a:pt x="518599" y="1273095"/>
                </a:lnTo>
                <a:close/>
              </a:path>
              <a:path w="5142230" h="2300604">
                <a:moveTo>
                  <a:pt x="35944" y="450284"/>
                </a:moveTo>
                <a:lnTo>
                  <a:pt x="30934" y="444920"/>
                </a:lnTo>
                <a:lnTo>
                  <a:pt x="29606" y="442325"/>
                </a:lnTo>
                <a:lnTo>
                  <a:pt x="29091" y="439428"/>
                </a:lnTo>
                <a:lnTo>
                  <a:pt x="27894" y="431598"/>
                </a:lnTo>
                <a:lnTo>
                  <a:pt x="33198" y="424178"/>
                </a:lnTo>
                <a:lnTo>
                  <a:pt x="48862" y="421689"/>
                </a:lnTo>
                <a:lnTo>
                  <a:pt x="56229" y="427034"/>
                </a:lnTo>
                <a:lnTo>
                  <a:pt x="58770" y="442657"/>
                </a:lnTo>
                <a:lnTo>
                  <a:pt x="53416" y="450024"/>
                </a:lnTo>
                <a:lnTo>
                  <a:pt x="45587" y="451320"/>
                </a:lnTo>
                <a:lnTo>
                  <a:pt x="40651" y="452096"/>
                </a:lnTo>
                <a:lnTo>
                  <a:pt x="35944" y="450284"/>
                </a:lnTo>
                <a:close/>
              </a:path>
              <a:path w="5142230" h="2300604">
                <a:moveTo>
                  <a:pt x="48242" y="520336"/>
                </a:moveTo>
                <a:lnTo>
                  <a:pt x="43186" y="514924"/>
                </a:lnTo>
                <a:lnTo>
                  <a:pt x="41852" y="512518"/>
                </a:lnTo>
                <a:lnTo>
                  <a:pt x="41379" y="509764"/>
                </a:lnTo>
                <a:lnTo>
                  <a:pt x="39899" y="501924"/>
                </a:lnTo>
                <a:lnTo>
                  <a:pt x="45063" y="494452"/>
                </a:lnTo>
                <a:lnTo>
                  <a:pt x="60649" y="491489"/>
                </a:lnTo>
                <a:lnTo>
                  <a:pt x="68121" y="496653"/>
                </a:lnTo>
                <a:lnTo>
                  <a:pt x="69650" y="504447"/>
                </a:lnTo>
                <a:lnTo>
                  <a:pt x="71084" y="512238"/>
                </a:lnTo>
                <a:lnTo>
                  <a:pt x="65965" y="519759"/>
                </a:lnTo>
                <a:lnTo>
                  <a:pt x="58174" y="521194"/>
                </a:lnTo>
                <a:lnTo>
                  <a:pt x="53137" y="522155"/>
                </a:lnTo>
                <a:lnTo>
                  <a:pt x="48242" y="520336"/>
                </a:lnTo>
                <a:close/>
              </a:path>
              <a:path w="5142230" h="2300604">
                <a:moveTo>
                  <a:pt x="0" y="99052"/>
                </a:moveTo>
                <a:lnTo>
                  <a:pt x="0" y="70198"/>
                </a:lnTo>
                <a:lnTo>
                  <a:pt x="6223" y="69513"/>
                </a:lnTo>
                <a:lnTo>
                  <a:pt x="13303" y="75235"/>
                </a:lnTo>
                <a:lnTo>
                  <a:pt x="14981" y="91008"/>
                </a:lnTo>
                <a:lnTo>
                  <a:pt x="9268" y="98089"/>
                </a:lnTo>
                <a:lnTo>
                  <a:pt x="0" y="99052"/>
                </a:lnTo>
                <a:close/>
              </a:path>
              <a:path w="5142230" h="2300604">
                <a:moveTo>
                  <a:pt x="0" y="27599"/>
                </a:moveTo>
                <a:lnTo>
                  <a:pt x="0" y="0"/>
                </a:lnTo>
                <a:lnTo>
                  <a:pt x="5701" y="4539"/>
                </a:lnTo>
                <a:lnTo>
                  <a:pt x="7477" y="20321"/>
                </a:lnTo>
                <a:lnTo>
                  <a:pt x="1760" y="27396"/>
                </a:lnTo>
                <a:lnTo>
                  <a:pt x="0" y="27599"/>
                </a:lnTo>
                <a:close/>
              </a:path>
              <a:path w="5142230" h="2300604">
                <a:moveTo>
                  <a:pt x="25308" y="379957"/>
                </a:moveTo>
                <a:lnTo>
                  <a:pt x="20298" y="374593"/>
                </a:lnTo>
                <a:lnTo>
                  <a:pt x="18924" y="371950"/>
                </a:lnTo>
                <a:lnTo>
                  <a:pt x="17407" y="361040"/>
                </a:lnTo>
                <a:lnTo>
                  <a:pt x="22848" y="353766"/>
                </a:lnTo>
                <a:lnTo>
                  <a:pt x="30724" y="352618"/>
                </a:lnTo>
                <a:lnTo>
                  <a:pt x="38597" y="351564"/>
                </a:lnTo>
                <a:lnTo>
                  <a:pt x="45866" y="357000"/>
                </a:lnTo>
                <a:lnTo>
                  <a:pt x="46924" y="364877"/>
                </a:lnTo>
                <a:lnTo>
                  <a:pt x="48073" y="372753"/>
                </a:lnTo>
                <a:lnTo>
                  <a:pt x="42586" y="379978"/>
                </a:lnTo>
                <a:lnTo>
                  <a:pt x="34706" y="381122"/>
                </a:lnTo>
                <a:lnTo>
                  <a:pt x="29921" y="381766"/>
                </a:lnTo>
                <a:lnTo>
                  <a:pt x="25308" y="379957"/>
                </a:lnTo>
                <a:close/>
              </a:path>
              <a:path w="5142230" h="2300604">
                <a:moveTo>
                  <a:pt x="702186" y="1381747"/>
                </a:moveTo>
                <a:lnTo>
                  <a:pt x="697080" y="1376281"/>
                </a:lnTo>
                <a:lnTo>
                  <a:pt x="696038" y="1369593"/>
                </a:lnTo>
                <a:lnTo>
                  <a:pt x="702834" y="1357026"/>
                </a:lnTo>
                <a:lnTo>
                  <a:pt x="711566" y="1354448"/>
                </a:lnTo>
                <a:lnTo>
                  <a:pt x="718516" y="1358174"/>
                </a:lnTo>
                <a:lnTo>
                  <a:pt x="725472" y="1362003"/>
                </a:lnTo>
                <a:lnTo>
                  <a:pt x="728103" y="1370685"/>
                </a:lnTo>
                <a:lnTo>
                  <a:pt x="720545" y="1384685"/>
                </a:lnTo>
                <a:lnTo>
                  <a:pt x="711813" y="1387263"/>
                </a:lnTo>
                <a:lnTo>
                  <a:pt x="704818" y="1383489"/>
                </a:lnTo>
                <a:lnTo>
                  <a:pt x="703429" y="1382686"/>
                </a:lnTo>
                <a:lnTo>
                  <a:pt x="702186" y="1381747"/>
                </a:lnTo>
                <a:close/>
              </a:path>
              <a:path w="5142230" h="2300604">
                <a:moveTo>
                  <a:pt x="15900" y="309478"/>
                </a:moveTo>
                <a:lnTo>
                  <a:pt x="10894" y="304120"/>
                </a:lnTo>
                <a:lnTo>
                  <a:pt x="9568" y="301332"/>
                </a:lnTo>
                <a:lnTo>
                  <a:pt x="9113" y="298205"/>
                </a:lnTo>
                <a:lnTo>
                  <a:pt x="8153" y="290336"/>
                </a:lnTo>
                <a:lnTo>
                  <a:pt x="13779" y="283162"/>
                </a:lnTo>
                <a:lnTo>
                  <a:pt x="21649" y="282203"/>
                </a:lnTo>
                <a:lnTo>
                  <a:pt x="29473" y="281194"/>
                </a:lnTo>
                <a:lnTo>
                  <a:pt x="36695" y="286775"/>
                </a:lnTo>
                <a:lnTo>
                  <a:pt x="38659" y="302563"/>
                </a:lnTo>
                <a:lnTo>
                  <a:pt x="33082" y="309690"/>
                </a:lnTo>
                <a:lnTo>
                  <a:pt x="20423" y="311289"/>
                </a:lnTo>
                <a:lnTo>
                  <a:pt x="15900" y="309478"/>
                </a:lnTo>
                <a:close/>
              </a:path>
              <a:path w="5142230" h="2300604">
                <a:moveTo>
                  <a:pt x="7542" y="238951"/>
                </a:moveTo>
                <a:lnTo>
                  <a:pt x="2486" y="233538"/>
                </a:lnTo>
                <a:lnTo>
                  <a:pt x="1119" y="230706"/>
                </a:lnTo>
                <a:lnTo>
                  <a:pt x="0" y="219613"/>
                </a:lnTo>
                <a:lnTo>
                  <a:pt x="5563" y="212493"/>
                </a:lnTo>
                <a:lnTo>
                  <a:pt x="13429" y="211628"/>
                </a:lnTo>
                <a:lnTo>
                  <a:pt x="21344" y="210717"/>
                </a:lnTo>
                <a:lnTo>
                  <a:pt x="28468" y="216389"/>
                </a:lnTo>
                <a:lnTo>
                  <a:pt x="30240" y="232165"/>
                </a:lnTo>
                <a:lnTo>
                  <a:pt x="24573" y="239294"/>
                </a:lnTo>
                <a:lnTo>
                  <a:pt x="16658" y="240205"/>
                </a:lnTo>
                <a:lnTo>
                  <a:pt x="12014" y="240708"/>
                </a:lnTo>
                <a:lnTo>
                  <a:pt x="7542" y="238951"/>
                </a:lnTo>
                <a:close/>
              </a:path>
              <a:path w="5142230" h="2300604">
                <a:moveTo>
                  <a:pt x="1599470" y="1622560"/>
                </a:moveTo>
                <a:lnTo>
                  <a:pt x="1593714" y="1616399"/>
                </a:lnTo>
                <a:lnTo>
                  <a:pt x="1593124" y="1609121"/>
                </a:lnTo>
                <a:lnTo>
                  <a:pt x="1597045" y="1603641"/>
                </a:lnTo>
                <a:lnTo>
                  <a:pt x="1601549" y="1597417"/>
                </a:lnTo>
                <a:lnTo>
                  <a:pt x="1610286" y="1595920"/>
                </a:lnTo>
                <a:lnTo>
                  <a:pt x="1622820" y="1604939"/>
                </a:lnTo>
                <a:lnTo>
                  <a:pt x="1624227" y="1613678"/>
                </a:lnTo>
                <a:lnTo>
                  <a:pt x="1619719" y="1619898"/>
                </a:lnTo>
                <a:lnTo>
                  <a:pt x="1615257" y="1626166"/>
                </a:lnTo>
                <a:lnTo>
                  <a:pt x="1606523" y="1627569"/>
                </a:lnTo>
                <a:lnTo>
                  <a:pt x="1599470" y="1622560"/>
                </a:lnTo>
                <a:close/>
              </a:path>
              <a:path w="5142230" h="2300604">
                <a:moveTo>
                  <a:pt x="964734" y="1307783"/>
                </a:moveTo>
                <a:lnTo>
                  <a:pt x="959815" y="1302517"/>
                </a:lnTo>
                <a:lnTo>
                  <a:pt x="958599" y="1296622"/>
                </a:lnTo>
                <a:lnTo>
                  <a:pt x="963971" y="1284289"/>
                </a:lnTo>
                <a:lnTo>
                  <a:pt x="972205" y="1281081"/>
                </a:lnTo>
                <a:lnTo>
                  <a:pt x="986254" y="1287224"/>
                </a:lnTo>
                <a:lnTo>
                  <a:pt x="989561" y="1295457"/>
                </a:lnTo>
                <a:lnTo>
                  <a:pt x="986443" y="1302479"/>
                </a:lnTo>
                <a:lnTo>
                  <a:pt x="983365" y="1309546"/>
                </a:lnTo>
                <a:lnTo>
                  <a:pt x="975140" y="1312764"/>
                </a:lnTo>
                <a:lnTo>
                  <a:pt x="968069" y="1309691"/>
                </a:lnTo>
                <a:lnTo>
                  <a:pt x="966254" y="1308921"/>
                </a:lnTo>
                <a:lnTo>
                  <a:pt x="964734" y="1307783"/>
                </a:lnTo>
                <a:close/>
              </a:path>
              <a:path w="5142230" h="2300604">
                <a:moveTo>
                  <a:pt x="1095201" y="1363872"/>
                </a:moveTo>
                <a:lnTo>
                  <a:pt x="1090282" y="1358605"/>
                </a:lnTo>
                <a:lnTo>
                  <a:pt x="1089017" y="1352756"/>
                </a:lnTo>
                <a:lnTo>
                  <a:pt x="1091272" y="1347545"/>
                </a:lnTo>
                <a:lnTo>
                  <a:pt x="1094295" y="1340420"/>
                </a:lnTo>
                <a:lnTo>
                  <a:pt x="1102528" y="1337112"/>
                </a:lnTo>
                <a:lnTo>
                  <a:pt x="1109599" y="1340186"/>
                </a:lnTo>
                <a:lnTo>
                  <a:pt x="1116678" y="1343169"/>
                </a:lnTo>
                <a:lnTo>
                  <a:pt x="1119917" y="1351231"/>
                </a:lnTo>
                <a:lnTo>
                  <a:pt x="1116908" y="1358468"/>
                </a:lnTo>
                <a:lnTo>
                  <a:pt x="1113933" y="1365548"/>
                </a:lnTo>
                <a:lnTo>
                  <a:pt x="1105701" y="1368855"/>
                </a:lnTo>
                <a:lnTo>
                  <a:pt x="1098630" y="1365782"/>
                </a:lnTo>
                <a:lnTo>
                  <a:pt x="1096815" y="1365012"/>
                </a:lnTo>
                <a:lnTo>
                  <a:pt x="1095201" y="1363872"/>
                </a:lnTo>
                <a:close/>
              </a:path>
              <a:path w="5142230" h="2300604">
                <a:moveTo>
                  <a:pt x="1891611" y="2016224"/>
                </a:moveTo>
                <a:lnTo>
                  <a:pt x="1886692" y="2010958"/>
                </a:lnTo>
                <a:lnTo>
                  <a:pt x="1885579" y="2008985"/>
                </a:lnTo>
                <a:lnTo>
                  <a:pt x="1882836" y="1999402"/>
                </a:lnTo>
                <a:lnTo>
                  <a:pt x="1887153" y="1991708"/>
                </a:lnTo>
                <a:lnTo>
                  <a:pt x="1894549" y="1989557"/>
                </a:lnTo>
                <a:lnTo>
                  <a:pt x="1901981" y="1987444"/>
                </a:lnTo>
                <a:lnTo>
                  <a:pt x="1909675" y="1991771"/>
                </a:lnTo>
                <a:lnTo>
                  <a:pt x="1913885" y="2006639"/>
                </a:lnTo>
                <a:lnTo>
                  <a:pt x="1909568" y="2014333"/>
                </a:lnTo>
                <a:lnTo>
                  <a:pt x="1896931" y="2017911"/>
                </a:lnTo>
                <a:lnTo>
                  <a:pt x="1891611" y="2016224"/>
                </a:lnTo>
                <a:close/>
              </a:path>
              <a:path w="5142230" h="2300604">
                <a:moveTo>
                  <a:pt x="1655175" y="1665477"/>
                </a:moveTo>
                <a:lnTo>
                  <a:pt x="1649611" y="1659521"/>
                </a:lnTo>
                <a:lnTo>
                  <a:pt x="1649323" y="1651686"/>
                </a:lnTo>
                <a:lnTo>
                  <a:pt x="1653851" y="1646270"/>
                </a:lnTo>
                <a:lnTo>
                  <a:pt x="1658775" y="1640300"/>
                </a:lnTo>
                <a:lnTo>
                  <a:pt x="1667536" y="1639512"/>
                </a:lnTo>
                <a:lnTo>
                  <a:pt x="1679376" y="1649353"/>
                </a:lnTo>
                <a:lnTo>
                  <a:pt x="1680209" y="1658162"/>
                </a:lnTo>
                <a:lnTo>
                  <a:pt x="1675244" y="1664088"/>
                </a:lnTo>
                <a:lnTo>
                  <a:pt x="1670364" y="1670007"/>
                </a:lnTo>
                <a:lnTo>
                  <a:pt x="1661514" y="1670796"/>
                </a:lnTo>
                <a:lnTo>
                  <a:pt x="1655175" y="1665477"/>
                </a:lnTo>
                <a:close/>
              </a:path>
              <a:path w="5142230" h="2300604">
                <a:moveTo>
                  <a:pt x="1869100" y="1949412"/>
                </a:moveTo>
                <a:lnTo>
                  <a:pt x="1864135" y="1944097"/>
                </a:lnTo>
                <a:lnTo>
                  <a:pt x="1863191" y="1942696"/>
                </a:lnTo>
                <a:lnTo>
                  <a:pt x="1862540" y="1941021"/>
                </a:lnTo>
                <a:lnTo>
                  <a:pt x="1859669" y="1933842"/>
                </a:lnTo>
                <a:lnTo>
                  <a:pt x="1863155" y="1925746"/>
                </a:lnTo>
                <a:lnTo>
                  <a:pt x="1870285" y="1922920"/>
                </a:lnTo>
                <a:lnTo>
                  <a:pt x="1877419" y="1920000"/>
                </a:lnTo>
                <a:lnTo>
                  <a:pt x="1885515" y="1923486"/>
                </a:lnTo>
                <a:lnTo>
                  <a:pt x="1888435" y="1930620"/>
                </a:lnTo>
                <a:lnTo>
                  <a:pt x="1891256" y="1937745"/>
                </a:lnTo>
                <a:lnTo>
                  <a:pt x="1887816" y="1945890"/>
                </a:lnTo>
                <a:lnTo>
                  <a:pt x="1880685" y="1948716"/>
                </a:lnTo>
                <a:lnTo>
                  <a:pt x="1875185" y="1950941"/>
                </a:lnTo>
                <a:lnTo>
                  <a:pt x="1869100" y="1949412"/>
                </a:lnTo>
                <a:close/>
              </a:path>
              <a:path w="5142230" h="2300604">
                <a:moveTo>
                  <a:pt x="336437" y="872143"/>
                </a:moveTo>
                <a:lnTo>
                  <a:pt x="330733" y="866037"/>
                </a:lnTo>
                <a:lnTo>
                  <a:pt x="326063" y="858986"/>
                </a:lnTo>
                <a:lnTo>
                  <a:pt x="327822" y="850312"/>
                </a:lnTo>
                <a:lnTo>
                  <a:pt x="340665" y="841774"/>
                </a:lnTo>
                <a:lnTo>
                  <a:pt x="349344" y="843538"/>
                </a:lnTo>
                <a:lnTo>
                  <a:pt x="357828" y="856432"/>
                </a:lnTo>
                <a:lnTo>
                  <a:pt x="356069" y="865106"/>
                </a:lnTo>
                <a:lnTo>
                  <a:pt x="349599" y="869323"/>
                </a:lnTo>
                <a:lnTo>
                  <a:pt x="343851" y="873140"/>
                </a:lnTo>
                <a:lnTo>
                  <a:pt x="336437" y="872143"/>
                </a:lnTo>
                <a:close/>
              </a:path>
              <a:path w="5142230" h="2300604">
                <a:moveTo>
                  <a:pt x="586213" y="1112056"/>
                </a:moveTo>
                <a:lnTo>
                  <a:pt x="581203" y="1106693"/>
                </a:lnTo>
                <a:lnTo>
                  <a:pt x="580357" y="1099630"/>
                </a:lnTo>
                <a:lnTo>
                  <a:pt x="583942" y="1094181"/>
                </a:lnTo>
                <a:lnTo>
                  <a:pt x="588172" y="1087664"/>
                </a:lnTo>
                <a:lnTo>
                  <a:pt x="596784" y="1085837"/>
                </a:lnTo>
                <a:lnTo>
                  <a:pt x="603251" y="1090023"/>
                </a:lnTo>
                <a:lnTo>
                  <a:pt x="609714" y="1094303"/>
                </a:lnTo>
                <a:lnTo>
                  <a:pt x="611546" y="1102910"/>
                </a:lnTo>
                <a:lnTo>
                  <a:pt x="607360" y="1109377"/>
                </a:lnTo>
                <a:lnTo>
                  <a:pt x="603129" y="1115795"/>
                </a:lnTo>
                <a:lnTo>
                  <a:pt x="594521" y="1117626"/>
                </a:lnTo>
                <a:lnTo>
                  <a:pt x="588055" y="1113441"/>
                </a:lnTo>
                <a:lnTo>
                  <a:pt x="587085" y="1112794"/>
                </a:lnTo>
                <a:lnTo>
                  <a:pt x="586213" y="1112056"/>
                </a:lnTo>
                <a:close/>
              </a:path>
              <a:path w="5142230" h="2300604">
                <a:moveTo>
                  <a:pt x="1540119" y="1582584"/>
                </a:moveTo>
                <a:lnTo>
                  <a:pt x="1535109" y="1577220"/>
                </a:lnTo>
                <a:lnTo>
                  <a:pt x="1534260" y="1570251"/>
                </a:lnTo>
                <a:lnTo>
                  <a:pt x="1537473" y="1565090"/>
                </a:lnTo>
                <a:lnTo>
                  <a:pt x="1541611" y="1558572"/>
                </a:lnTo>
                <a:lnTo>
                  <a:pt x="1541796" y="1558281"/>
                </a:lnTo>
                <a:lnTo>
                  <a:pt x="1550361" y="1556306"/>
                </a:lnTo>
                <a:lnTo>
                  <a:pt x="1563396" y="1564492"/>
                </a:lnTo>
                <a:lnTo>
                  <a:pt x="1565416" y="1573106"/>
                </a:lnTo>
                <a:lnTo>
                  <a:pt x="1561460" y="1579331"/>
                </a:lnTo>
                <a:lnTo>
                  <a:pt x="1557359" y="1585888"/>
                </a:lnTo>
                <a:lnTo>
                  <a:pt x="1557176" y="1586181"/>
                </a:lnTo>
                <a:lnTo>
                  <a:pt x="1548570" y="1588112"/>
                </a:lnTo>
                <a:lnTo>
                  <a:pt x="1542100" y="1584020"/>
                </a:lnTo>
                <a:lnTo>
                  <a:pt x="1541032" y="1583365"/>
                </a:lnTo>
                <a:lnTo>
                  <a:pt x="1540119" y="1582584"/>
                </a:lnTo>
                <a:close/>
              </a:path>
              <a:path w="5142230" h="2300604">
                <a:moveTo>
                  <a:pt x="708462" y="1184761"/>
                </a:moveTo>
                <a:lnTo>
                  <a:pt x="703501" y="1179451"/>
                </a:lnTo>
                <a:lnTo>
                  <a:pt x="702497" y="1172902"/>
                </a:lnTo>
                <a:lnTo>
                  <a:pt x="705418" y="1167525"/>
                </a:lnTo>
                <a:lnTo>
                  <a:pt x="709142" y="1160759"/>
                </a:lnTo>
                <a:lnTo>
                  <a:pt x="717583" y="1158261"/>
                </a:lnTo>
                <a:lnTo>
                  <a:pt x="731118" y="1165614"/>
                </a:lnTo>
                <a:lnTo>
                  <a:pt x="733616" y="1174056"/>
                </a:lnTo>
                <a:lnTo>
                  <a:pt x="729933" y="1180865"/>
                </a:lnTo>
                <a:lnTo>
                  <a:pt x="726262" y="1187590"/>
                </a:lnTo>
                <a:lnTo>
                  <a:pt x="717768" y="1190129"/>
                </a:lnTo>
                <a:lnTo>
                  <a:pt x="711052" y="1186459"/>
                </a:lnTo>
                <a:lnTo>
                  <a:pt x="709704" y="1185700"/>
                </a:lnTo>
                <a:lnTo>
                  <a:pt x="708462" y="1184761"/>
                </a:lnTo>
                <a:close/>
              </a:path>
              <a:path w="5142230" h="2300604">
                <a:moveTo>
                  <a:pt x="1479274" y="1546286"/>
                </a:moveTo>
                <a:lnTo>
                  <a:pt x="1474309" y="1540971"/>
                </a:lnTo>
                <a:lnTo>
                  <a:pt x="1473356" y="1534282"/>
                </a:lnTo>
                <a:lnTo>
                  <a:pt x="1476416" y="1528858"/>
                </a:lnTo>
                <a:lnTo>
                  <a:pt x="1480284" y="1522149"/>
                </a:lnTo>
                <a:lnTo>
                  <a:pt x="1488813" y="1519843"/>
                </a:lnTo>
                <a:lnTo>
                  <a:pt x="1502146" y="1527467"/>
                </a:lnTo>
                <a:lnTo>
                  <a:pt x="1504502" y="1536050"/>
                </a:lnTo>
                <a:lnTo>
                  <a:pt x="1496872" y="1549387"/>
                </a:lnTo>
                <a:lnTo>
                  <a:pt x="1488343" y="1551693"/>
                </a:lnTo>
                <a:lnTo>
                  <a:pt x="1481626" y="1547924"/>
                </a:lnTo>
                <a:lnTo>
                  <a:pt x="1480377" y="1547173"/>
                </a:lnTo>
                <a:lnTo>
                  <a:pt x="1479274" y="1546286"/>
                </a:lnTo>
                <a:close/>
              </a:path>
              <a:path w="5142230" h="2300604">
                <a:moveTo>
                  <a:pt x="107330" y="129752"/>
                </a:moveTo>
                <a:lnTo>
                  <a:pt x="102411" y="124486"/>
                </a:lnTo>
                <a:lnTo>
                  <a:pt x="101170" y="121984"/>
                </a:lnTo>
                <a:lnTo>
                  <a:pt x="100656" y="119186"/>
                </a:lnTo>
                <a:lnTo>
                  <a:pt x="99452" y="111545"/>
                </a:lnTo>
                <a:lnTo>
                  <a:pt x="104604" y="104450"/>
                </a:lnTo>
                <a:lnTo>
                  <a:pt x="119796" y="101945"/>
                </a:lnTo>
                <a:lnTo>
                  <a:pt x="126985" y="107100"/>
                </a:lnTo>
                <a:lnTo>
                  <a:pt x="129490" y="122292"/>
                </a:lnTo>
                <a:lnTo>
                  <a:pt x="124290" y="129433"/>
                </a:lnTo>
                <a:lnTo>
                  <a:pt x="112104" y="131441"/>
                </a:lnTo>
                <a:lnTo>
                  <a:pt x="111946" y="131467"/>
                </a:lnTo>
                <a:lnTo>
                  <a:pt x="107330" y="129752"/>
                </a:lnTo>
                <a:close/>
              </a:path>
              <a:path w="5142230" h="2300604">
                <a:moveTo>
                  <a:pt x="1417171" y="1512258"/>
                </a:moveTo>
                <a:lnTo>
                  <a:pt x="1412206" y="1506943"/>
                </a:lnTo>
                <a:lnTo>
                  <a:pt x="1411150" y="1500534"/>
                </a:lnTo>
                <a:lnTo>
                  <a:pt x="1417556" y="1488331"/>
                </a:lnTo>
                <a:lnTo>
                  <a:pt x="1426005" y="1485744"/>
                </a:lnTo>
                <a:lnTo>
                  <a:pt x="1439641" y="1492912"/>
                </a:lnTo>
                <a:lnTo>
                  <a:pt x="1442233" y="1501356"/>
                </a:lnTo>
                <a:lnTo>
                  <a:pt x="1435061" y="1514987"/>
                </a:lnTo>
                <a:lnTo>
                  <a:pt x="1426621" y="1517584"/>
                </a:lnTo>
                <a:lnTo>
                  <a:pt x="1418365" y="1513243"/>
                </a:lnTo>
                <a:lnTo>
                  <a:pt x="1417171" y="1512258"/>
                </a:lnTo>
                <a:close/>
              </a:path>
              <a:path w="5142230" h="2300604">
                <a:moveTo>
                  <a:pt x="528120" y="1072448"/>
                </a:moveTo>
                <a:lnTo>
                  <a:pt x="522369" y="1066292"/>
                </a:lnTo>
                <a:lnTo>
                  <a:pt x="521783" y="1059018"/>
                </a:lnTo>
                <a:lnTo>
                  <a:pt x="525748" y="1053488"/>
                </a:lnTo>
                <a:lnTo>
                  <a:pt x="530256" y="1047268"/>
                </a:lnTo>
                <a:lnTo>
                  <a:pt x="538991" y="1045866"/>
                </a:lnTo>
                <a:lnTo>
                  <a:pt x="551479" y="1054836"/>
                </a:lnTo>
                <a:lnTo>
                  <a:pt x="552877" y="1063566"/>
                </a:lnTo>
                <a:lnTo>
                  <a:pt x="548414" y="1069834"/>
                </a:lnTo>
                <a:lnTo>
                  <a:pt x="543911" y="1076059"/>
                </a:lnTo>
                <a:lnTo>
                  <a:pt x="535172" y="1077456"/>
                </a:lnTo>
                <a:lnTo>
                  <a:pt x="528120" y="1072448"/>
                </a:lnTo>
                <a:close/>
              </a:path>
              <a:path w="5142230" h="2300604">
                <a:moveTo>
                  <a:pt x="1225417" y="1420376"/>
                </a:moveTo>
                <a:lnTo>
                  <a:pt x="1220453" y="1415061"/>
                </a:lnTo>
                <a:lnTo>
                  <a:pt x="1219286" y="1409120"/>
                </a:lnTo>
                <a:lnTo>
                  <a:pt x="1224752" y="1396791"/>
                </a:lnTo>
                <a:lnTo>
                  <a:pt x="1232986" y="1393583"/>
                </a:lnTo>
                <a:lnTo>
                  <a:pt x="1247077" y="1399869"/>
                </a:lnTo>
                <a:lnTo>
                  <a:pt x="1250241" y="1408144"/>
                </a:lnTo>
                <a:lnTo>
                  <a:pt x="1243999" y="1422184"/>
                </a:lnTo>
                <a:lnTo>
                  <a:pt x="1235724" y="1425349"/>
                </a:lnTo>
                <a:lnTo>
                  <a:pt x="1228702" y="1422230"/>
                </a:lnTo>
                <a:lnTo>
                  <a:pt x="1226940" y="1421419"/>
                </a:lnTo>
                <a:lnTo>
                  <a:pt x="1225417" y="1420376"/>
                </a:lnTo>
                <a:close/>
              </a:path>
              <a:path w="5142230" h="2300604">
                <a:moveTo>
                  <a:pt x="425246" y="983927"/>
                </a:moveTo>
                <a:lnTo>
                  <a:pt x="414633" y="972565"/>
                </a:lnTo>
                <a:lnTo>
                  <a:pt x="414929" y="963889"/>
                </a:lnTo>
                <a:lnTo>
                  <a:pt x="420396" y="958599"/>
                </a:lnTo>
                <a:lnTo>
                  <a:pt x="425954" y="953307"/>
                </a:lnTo>
                <a:lnTo>
                  <a:pt x="435013" y="953524"/>
                </a:lnTo>
                <a:lnTo>
                  <a:pt x="445446" y="964692"/>
                </a:lnTo>
                <a:lnTo>
                  <a:pt x="445242" y="973466"/>
                </a:lnTo>
                <a:lnTo>
                  <a:pt x="439438" y="978982"/>
                </a:lnTo>
                <a:lnTo>
                  <a:pt x="434069" y="984085"/>
                </a:lnTo>
                <a:lnTo>
                  <a:pt x="425246" y="983927"/>
                </a:lnTo>
                <a:close/>
              </a:path>
              <a:path w="5142230" h="2300604">
                <a:moveTo>
                  <a:pt x="130983" y="269826"/>
                </a:moveTo>
                <a:lnTo>
                  <a:pt x="126063" y="264560"/>
                </a:lnTo>
                <a:lnTo>
                  <a:pt x="124770" y="262198"/>
                </a:lnTo>
                <a:lnTo>
                  <a:pt x="122955" y="251849"/>
                </a:lnTo>
                <a:lnTo>
                  <a:pt x="128015" y="244657"/>
                </a:lnTo>
                <a:lnTo>
                  <a:pt x="135569" y="243261"/>
                </a:lnTo>
                <a:lnTo>
                  <a:pt x="143169" y="241915"/>
                </a:lnTo>
                <a:lnTo>
                  <a:pt x="150455" y="246978"/>
                </a:lnTo>
                <a:lnTo>
                  <a:pt x="153082" y="262008"/>
                </a:lnTo>
                <a:lnTo>
                  <a:pt x="149371" y="267517"/>
                </a:lnTo>
                <a:lnTo>
                  <a:pt x="148088" y="269370"/>
                </a:lnTo>
                <a:lnTo>
                  <a:pt x="140563" y="270697"/>
                </a:lnTo>
                <a:lnTo>
                  <a:pt x="135644" y="271590"/>
                </a:lnTo>
                <a:lnTo>
                  <a:pt x="130983" y="269826"/>
                </a:lnTo>
                <a:close/>
              </a:path>
              <a:path w="5142230" h="2300604">
                <a:moveTo>
                  <a:pt x="143947" y="339713"/>
                </a:moveTo>
                <a:lnTo>
                  <a:pt x="139073" y="334495"/>
                </a:lnTo>
                <a:lnTo>
                  <a:pt x="137825" y="332182"/>
                </a:lnTo>
                <a:lnTo>
                  <a:pt x="135819" y="321921"/>
                </a:lnTo>
                <a:lnTo>
                  <a:pt x="140788" y="314631"/>
                </a:lnTo>
                <a:lnTo>
                  <a:pt x="155902" y="311652"/>
                </a:lnTo>
                <a:lnTo>
                  <a:pt x="163241" y="316576"/>
                </a:lnTo>
                <a:lnTo>
                  <a:pt x="164681" y="324178"/>
                </a:lnTo>
                <a:lnTo>
                  <a:pt x="166171" y="331735"/>
                </a:lnTo>
                <a:lnTo>
                  <a:pt x="161202" y="339025"/>
                </a:lnTo>
                <a:lnTo>
                  <a:pt x="153645" y="340515"/>
                </a:lnTo>
                <a:lnTo>
                  <a:pt x="148751" y="341434"/>
                </a:lnTo>
                <a:lnTo>
                  <a:pt x="143947" y="339713"/>
                </a:lnTo>
                <a:close/>
              </a:path>
              <a:path w="5142230" h="2300604">
                <a:moveTo>
                  <a:pt x="646636" y="1149662"/>
                </a:moveTo>
                <a:lnTo>
                  <a:pt x="641621" y="1144293"/>
                </a:lnTo>
                <a:lnTo>
                  <a:pt x="640771" y="1137518"/>
                </a:lnTo>
                <a:lnTo>
                  <a:pt x="647838" y="1125437"/>
                </a:lnTo>
                <a:lnTo>
                  <a:pt x="656532" y="1123209"/>
                </a:lnTo>
                <a:lnTo>
                  <a:pt x="656665" y="1123352"/>
                </a:lnTo>
                <a:lnTo>
                  <a:pt x="669691" y="1131138"/>
                </a:lnTo>
                <a:lnTo>
                  <a:pt x="671903" y="1139664"/>
                </a:lnTo>
                <a:lnTo>
                  <a:pt x="663994" y="1152896"/>
                </a:lnTo>
                <a:lnTo>
                  <a:pt x="655468" y="1155108"/>
                </a:lnTo>
                <a:lnTo>
                  <a:pt x="648851" y="1151153"/>
                </a:lnTo>
                <a:lnTo>
                  <a:pt x="647693" y="1150500"/>
                </a:lnTo>
                <a:lnTo>
                  <a:pt x="646636" y="1149662"/>
                </a:lnTo>
                <a:close/>
              </a:path>
              <a:path w="5142230" h="2300604">
                <a:moveTo>
                  <a:pt x="1160436" y="1391868"/>
                </a:moveTo>
                <a:lnTo>
                  <a:pt x="1155471" y="1386554"/>
                </a:lnTo>
                <a:lnTo>
                  <a:pt x="1154301" y="1380707"/>
                </a:lnTo>
                <a:lnTo>
                  <a:pt x="1156510" y="1375448"/>
                </a:lnTo>
                <a:lnTo>
                  <a:pt x="1159583" y="1368376"/>
                </a:lnTo>
                <a:lnTo>
                  <a:pt x="1167808" y="1365158"/>
                </a:lnTo>
                <a:lnTo>
                  <a:pt x="1181958" y="1371215"/>
                </a:lnTo>
                <a:lnTo>
                  <a:pt x="1185172" y="1379445"/>
                </a:lnTo>
                <a:lnTo>
                  <a:pt x="1182140" y="1386560"/>
                </a:lnTo>
                <a:lnTo>
                  <a:pt x="1179115" y="1393585"/>
                </a:lnTo>
                <a:lnTo>
                  <a:pt x="1170890" y="1396804"/>
                </a:lnTo>
                <a:lnTo>
                  <a:pt x="1163811" y="1393820"/>
                </a:lnTo>
                <a:lnTo>
                  <a:pt x="1161955" y="1393006"/>
                </a:lnTo>
                <a:lnTo>
                  <a:pt x="1160436" y="1391868"/>
                </a:lnTo>
                <a:close/>
              </a:path>
              <a:path w="5142230" h="2300604">
                <a:moveTo>
                  <a:pt x="118869" y="199775"/>
                </a:moveTo>
                <a:lnTo>
                  <a:pt x="114000" y="194562"/>
                </a:lnTo>
                <a:lnTo>
                  <a:pt x="112714" y="192111"/>
                </a:lnTo>
                <a:lnTo>
                  <a:pt x="110939" y="181707"/>
                </a:lnTo>
                <a:lnTo>
                  <a:pt x="116098" y="174522"/>
                </a:lnTo>
                <a:lnTo>
                  <a:pt x="131286" y="172013"/>
                </a:lnTo>
                <a:lnTo>
                  <a:pt x="138483" y="177078"/>
                </a:lnTo>
                <a:lnTo>
                  <a:pt x="141033" y="192319"/>
                </a:lnTo>
                <a:lnTo>
                  <a:pt x="135923" y="199458"/>
                </a:lnTo>
                <a:lnTo>
                  <a:pt x="128282" y="200761"/>
                </a:lnTo>
                <a:lnTo>
                  <a:pt x="123688" y="201512"/>
                </a:lnTo>
                <a:lnTo>
                  <a:pt x="123530" y="201538"/>
                </a:lnTo>
                <a:lnTo>
                  <a:pt x="118869" y="199775"/>
                </a:lnTo>
                <a:close/>
              </a:path>
              <a:path w="5142230" h="2300604">
                <a:moveTo>
                  <a:pt x="1353964" y="1480176"/>
                </a:moveTo>
                <a:lnTo>
                  <a:pt x="1348999" y="1474861"/>
                </a:lnTo>
                <a:lnTo>
                  <a:pt x="1347936" y="1468640"/>
                </a:lnTo>
                <a:lnTo>
                  <a:pt x="1350525" y="1463299"/>
                </a:lnTo>
                <a:lnTo>
                  <a:pt x="1353924" y="1456381"/>
                </a:lnTo>
                <a:lnTo>
                  <a:pt x="1362329" y="1453551"/>
                </a:lnTo>
                <a:lnTo>
                  <a:pt x="1376166" y="1460348"/>
                </a:lnTo>
                <a:lnTo>
                  <a:pt x="1378950" y="1468705"/>
                </a:lnTo>
                <a:lnTo>
                  <a:pt x="1372202" y="1482496"/>
                </a:lnTo>
                <a:lnTo>
                  <a:pt x="1363842" y="1485375"/>
                </a:lnTo>
                <a:lnTo>
                  <a:pt x="1356924" y="1481976"/>
                </a:lnTo>
                <a:lnTo>
                  <a:pt x="1355346" y="1481167"/>
                </a:lnTo>
                <a:lnTo>
                  <a:pt x="1353964" y="1480176"/>
                </a:lnTo>
                <a:close/>
              </a:path>
              <a:path w="5142230" h="2300604">
                <a:moveTo>
                  <a:pt x="1289991" y="1449621"/>
                </a:moveTo>
                <a:lnTo>
                  <a:pt x="1285077" y="1444359"/>
                </a:lnTo>
                <a:lnTo>
                  <a:pt x="1283867" y="1438275"/>
                </a:lnTo>
                <a:lnTo>
                  <a:pt x="1289573" y="1426006"/>
                </a:lnTo>
                <a:lnTo>
                  <a:pt x="1297890" y="1422985"/>
                </a:lnTo>
                <a:lnTo>
                  <a:pt x="1311880" y="1429456"/>
                </a:lnTo>
                <a:lnTo>
                  <a:pt x="1314897" y="1437769"/>
                </a:lnTo>
                <a:lnTo>
                  <a:pt x="1308384" y="1451715"/>
                </a:lnTo>
                <a:lnTo>
                  <a:pt x="1300112" y="1454785"/>
                </a:lnTo>
                <a:lnTo>
                  <a:pt x="1293142" y="1451526"/>
                </a:lnTo>
                <a:lnTo>
                  <a:pt x="1291465" y="1450709"/>
                </a:lnTo>
                <a:lnTo>
                  <a:pt x="1289991" y="1449621"/>
                </a:lnTo>
                <a:close/>
              </a:path>
              <a:path w="5142230" h="2300604">
                <a:moveTo>
                  <a:pt x="95836" y="59680"/>
                </a:moveTo>
                <a:lnTo>
                  <a:pt x="90917" y="54414"/>
                </a:lnTo>
                <a:lnTo>
                  <a:pt x="89631" y="51962"/>
                </a:lnTo>
                <a:lnTo>
                  <a:pt x="89207" y="49162"/>
                </a:lnTo>
                <a:lnTo>
                  <a:pt x="87955" y="41566"/>
                </a:lnTo>
                <a:lnTo>
                  <a:pt x="93064" y="34328"/>
                </a:lnTo>
                <a:lnTo>
                  <a:pt x="108256" y="31824"/>
                </a:lnTo>
                <a:lnTo>
                  <a:pt x="115445" y="36978"/>
                </a:lnTo>
                <a:lnTo>
                  <a:pt x="117950" y="52171"/>
                </a:lnTo>
                <a:lnTo>
                  <a:pt x="112790" y="59355"/>
                </a:lnTo>
                <a:lnTo>
                  <a:pt x="100605" y="61364"/>
                </a:lnTo>
                <a:lnTo>
                  <a:pt x="100447" y="61390"/>
                </a:lnTo>
                <a:lnTo>
                  <a:pt x="95836" y="59680"/>
                </a:lnTo>
                <a:close/>
              </a:path>
              <a:path w="5142230" h="2300604">
                <a:moveTo>
                  <a:pt x="1839448" y="1885609"/>
                </a:moveTo>
                <a:lnTo>
                  <a:pt x="1834442" y="1880250"/>
                </a:lnTo>
                <a:lnTo>
                  <a:pt x="1833720" y="1879282"/>
                </a:lnTo>
                <a:lnTo>
                  <a:pt x="1829550" y="1871397"/>
                </a:lnTo>
                <a:lnTo>
                  <a:pt x="1832052" y="1862933"/>
                </a:lnTo>
                <a:lnTo>
                  <a:pt x="1838885" y="1859299"/>
                </a:lnTo>
                <a:lnTo>
                  <a:pt x="1845618" y="1855657"/>
                </a:lnTo>
                <a:lnTo>
                  <a:pt x="1854119" y="1858207"/>
                </a:lnTo>
                <a:lnTo>
                  <a:pt x="1857716" y="1864991"/>
                </a:lnTo>
                <a:lnTo>
                  <a:pt x="1861404" y="1871773"/>
                </a:lnTo>
                <a:lnTo>
                  <a:pt x="1858803" y="1880230"/>
                </a:lnTo>
                <a:lnTo>
                  <a:pt x="1852069" y="1883872"/>
                </a:lnTo>
                <a:lnTo>
                  <a:pt x="1846347" y="1886934"/>
                </a:lnTo>
                <a:lnTo>
                  <a:pt x="1839448" y="1885609"/>
                </a:lnTo>
                <a:close/>
              </a:path>
              <a:path w="5142230" h="2300604">
                <a:moveTo>
                  <a:pt x="1803230" y="1825530"/>
                </a:moveTo>
                <a:lnTo>
                  <a:pt x="1797062" y="1818927"/>
                </a:lnTo>
                <a:lnTo>
                  <a:pt x="1792747" y="1812549"/>
                </a:lnTo>
                <a:lnTo>
                  <a:pt x="1794317" y="1803868"/>
                </a:lnTo>
                <a:lnTo>
                  <a:pt x="1800696" y="1799553"/>
                </a:lnTo>
                <a:lnTo>
                  <a:pt x="1807029" y="1795190"/>
                </a:lnTo>
                <a:lnTo>
                  <a:pt x="1815755" y="1796809"/>
                </a:lnTo>
                <a:lnTo>
                  <a:pt x="1824429" y="1809515"/>
                </a:lnTo>
                <a:lnTo>
                  <a:pt x="1822818" y="1818152"/>
                </a:lnTo>
                <a:lnTo>
                  <a:pt x="1816485" y="1822515"/>
                </a:lnTo>
                <a:lnTo>
                  <a:pt x="1810680" y="1826468"/>
                </a:lnTo>
                <a:lnTo>
                  <a:pt x="1803230" y="1825530"/>
                </a:lnTo>
                <a:close/>
              </a:path>
              <a:path w="5142230" h="2300604">
                <a:moveTo>
                  <a:pt x="1918610" y="2225664"/>
                </a:moveTo>
                <a:lnTo>
                  <a:pt x="1913741" y="2220451"/>
                </a:lnTo>
                <a:lnTo>
                  <a:pt x="1912339" y="2217094"/>
                </a:lnTo>
                <a:lnTo>
                  <a:pt x="1912326" y="2213463"/>
                </a:lnTo>
                <a:lnTo>
                  <a:pt x="1912253" y="2205761"/>
                </a:lnTo>
                <a:lnTo>
                  <a:pt x="1918510" y="2199459"/>
                </a:lnTo>
                <a:lnTo>
                  <a:pt x="1926205" y="2199485"/>
                </a:lnTo>
                <a:lnTo>
                  <a:pt x="1933907" y="2199421"/>
                </a:lnTo>
                <a:lnTo>
                  <a:pt x="1940163" y="2205630"/>
                </a:lnTo>
                <a:lnTo>
                  <a:pt x="1940232" y="2213327"/>
                </a:lnTo>
                <a:lnTo>
                  <a:pt x="1940247" y="2221065"/>
                </a:lnTo>
                <a:lnTo>
                  <a:pt x="1934043" y="2227327"/>
                </a:lnTo>
                <a:lnTo>
                  <a:pt x="1922287" y="2227351"/>
                </a:lnTo>
                <a:lnTo>
                  <a:pt x="1918610" y="2225664"/>
                </a:lnTo>
                <a:close/>
              </a:path>
              <a:path w="5142230" h="2300604">
                <a:moveTo>
                  <a:pt x="266879" y="747539"/>
                </a:moveTo>
                <a:lnTo>
                  <a:pt x="261914" y="742224"/>
                </a:lnTo>
                <a:lnTo>
                  <a:pt x="261058" y="741015"/>
                </a:lnTo>
                <a:lnTo>
                  <a:pt x="257188" y="732669"/>
                </a:lnTo>
                <a:lnTo>
                  <a:pt x="260208" y="724368"/>
                </a:lnTo>
                <a:lnTo>
                  <a:pt x="267163" y="721159"/>
                </a:lnTo>
                <a:lnTo>
                  <a:pt x="274121" y="717855"/>
                </a:lnTo>
                <a:lnTo>
                  <a:pt x="282421" y="720876"/>
                </a:lnTo>
                <a:lnTo>
                  <a:pt x="288976" y="734832"/>
                </a:lnTo>
                <a:lnTo>
                  <a:pt x="285960" y="743137"/>
                </a:lnTo>
                <a:lnTo>
                  <a:pt x="273344" y="748987"/>
                </a:lnTo>
                <a:lnTo>
                  <a:pt x="266879" y="747539"/>
                </a:lnTo>
                <a:close/>
              </a:path>
              <a:path w="5142230" h="2300604">
                <a:moveTo>
                  <a:pt x="174528" y="478601"/>
                </a:moveTo>
                <a:lnTo>
                  <a:pt x="169613" y="473340"/>
                </a:lnTo>
                <a:lnTo>
                  <a:pt x="168503" y="471272"/>
                </a:lnTo>
                <a:lnTo>
                  <a:pt x="167873" y="468838"/>
                </a:lnTo>
                <a:lnTo>
                  <a:pt x="166007" y="461367"/>
                </a:lnTo>
                <a:lnTo>
                  <a:pt x="170488" y="453946"/>
                </a:lnTo>
                <a:lnTo>
                  <a:pt x="185507" y="450082"/>
                </a:lnTo>
                <a:lnTo>
                  <a:pt x="193097" y="454689"/>
                </a:lnTo>
                <a:lnTo>
                  <a:pt x="196791" y="469591"/>
                </a:lnTo>
                <a:lnTo>
                  <a:pt x="192307" y="477106"/>
                </a:lnTo>
                <a:lnTo>
                  <a:pt x="184809" y="479050"/>
                </a:lnTo>
                <a:lnTo>
                  <a:pt x="179663" y="480286"/>
                </a:lnTo>
                <a:lnTo>
                  <a:pt x="174528" y="478601"/>
                </a:lnTo>
                <a:close/>
              </a:path>
              <a:path w="5142230" h="2300604">
                <a:moveTo>
                  <a:pt x="1915825" y="2155042"/>
                </a:moveTo>
                <a:lnTo>
                  <a:pt x="1910947" y="2149820"/>
                </a:lnTo>
                <a:lnTo>
                  <a:pt x="1909583" y="2146894"/>
                </a:lnTo>
                <a:lnTo>
                  <a:pt x="1909320" y="2143679"/>
                </a:lnTo>
                <a:lnTo>
                  <a:pt x="1908632" y="2136003"/>
                </a:lnTo>
                <a:lnTo>
                  <a:pt x="1914390" y="2129264"/>
                </a:lnTo>
                <a:lnTo>
                  <a:pt x="1929729" y="2127992"/>
                </a:lnTo>
                <a:lnTo>
                  <a:pt x="1936471" y="2133646"/>
                </a:lnTo>
                <a:lnTo>
                  <a:pt x="1937748" y="2148990"/>
                </a:lnTo>
                <a:lnTo>
                  <a:pt x="1932040" y="2155783"/>
                </a:lnTo>
                <a:lnTo>
                  <a:pt x="1919920" y="2156787"/>
                </a:lnTo>
                <a:lnTo>
                  <a:pt x="1915825" y="2155042"/>
                </a:lnTo>
                <a:close/>
              </a:path>
              <a:path w="5142230" h="2300604">
                <a:moveTo>
                  <a:pt x="835296" y="1249082"/>
                </a:moveTo>
                <a:lnTo>
                  <a:pt x="830336" y="1243772"/>
                </a:lnTo>
                <a:lnTo>
                  <a:pt x="829221" y="1237691"/>
                </a:lnTo>
                <a:lnTo>
                  <a:pt x="831716" y="1232347"/>
                </a:lnTo>
                <a:lnTo>
                  <a:pt x="835069" y="1225379"/>
                </a:lnTo>
                <a:lnTo>
                  <a:pt x="843338" y="1222403"/>
                </a:lnTo>
                <a:lnTo>
                  <a:pt x="857275" y="1229015"/>
                </a:lnTo>
                <a:lnTo>
                  <a:pt x="860203" y="1237329"/>
                </a:lnTo>
                <a:lnTo>
                  <a:pt x="856944" y="1244300"/>
                </a:lnTo>
                <a:lnTo>
                  <a:pt x="853640" y="1251221"/>
                </a:lnTo>
                <a:lnTo>
                  <a:pt x="845322" y="1254243"/>
                </a:lnTo>
                <a:lnTo>
                  <a:pt x="838355" y="1250890"/>
                </a:lnTo>
                <a:lnTo>
                  <a:pt x="836729" y="1250127"/>
                </a:lnTo>
                <a:lnTo>
                  <a:pt x="835296" y="1249082"/>
                </a:lnTo>
                <a:close/>
              </a:path>
              <a:path w="5142230" h="2300604">
                <a:moveTo>
                  <a:pt x="193011" y="547358"/>
                </a:moveTo>
                <a:lnTo>
                  <a:pt x="188092" y="542092"/>
                </a:lnTo>
                <a:lnTo>
                  <a:pt x="186979" y="540119"/>
                </a:lnTo>
                <a:lnTo>
                  <a:pt x="186339" y="537968"/>
                </a:lnTo>
                <a:lnTo>
                  <a:pt x="184236" y="530536"/>
                </a:lnTo>
                <a:lnTo>
                  <a:pt x="188459" y="522838"/>
                </a:lnTo>
                <a:lnTo>
                  <a:pt x="195900" y="520736"/>
                </a:lnTo>
                <a:lnTo>
                  <a:pt x="203291" y="518580"/>
                </a:lnTo>
                <a:lnTo>
                  <a:pt x="211030" y="522856"/>
                </a:lnTo>
                <a:lnTo>
                  <a:pt x="213186" y="530247"/>
                </a:lnTo>
                <a:lnTo>
                  <a:pt x="215248" y="537635"/>
                </a:lnTo>
                <a:lnTo>
                  <a:pt x="210971" y="545373"/>
                </a:lnTo>
                <a:lnTo>
                  <a:pt x="203576" y="547524"/>
                </a:lnTo>
                <a:lnTo>
                  <a:pt x="198384" y="549005"/>
                </a:lnTo>
                <a:lnTo>
                  <a:pt x="193011" y="547358"/>
                </a:lnTo>
                <a:close/>
              </a:path>
              <a:path w="5142230" h="2300604">
                <a:moveTo>
                  <a:pt x="1760498" y="1769621"/>
                </a:moveTo>
                <a:lnTo>
                  <a:pt x="1754898" y="1763626"/>
                </a:lnTo>
                <a:lnTo>
                  <a:pt x="1749899" y="1757786"/>
                </a:lnTo>
                <a:lnTo>
                  <a:pt x="1750628" y="1748987"/>
                </a:lnTo>
                <a:lnTo>
                  <a:pt x="1755480" y="1744896"/>
                </a:lnTo>
                <a:lnTo>
                  <a:pt x="1761326" y="1739913"/>
                </a:lnTo>
                <a:lnTo>
                  <a:pt x="1762392" y="1739002"/>
                </a:lnTo>
                <a:lnTo>
                  <a:pt x="1771191" y="1739721"/>
                </a:lnTo>
                <a:lnTo>
                  <a:pt x="1781133" y="1751536"/>
                </a:lnTo>
                <a:lnTo>
                  <a:pt x="1780408" y="1760340"/>
                </a:lnTo>
                <a:lnTo>
                  <a:pt x="1775602" y="1764382"/>
                </a:lnTo>
                <a:lnTo>
                  <a:pt x="1769698" y="1769402"/>
                </a:lnTo>
                <a:lnTo>
                  <a:pt x="1768834" y="1770138"/>
                </a:lnTo>
                <a:lnTo>
                  <a:pt x="1760498" y="1769621"/>
                </a:lnTo>
                <a:close/>
              </a:path>
              <a:path w="5142230" h="2300604">
                <a:moveTo>
                  <a:pt x="238655" y="682137"/>
                </a:moveTo>
                <a:lnTo>
                  <a:pt x="233690" y="676823"/>
                </a:lnTo>
                <a:lnTo>
                  <a:pt x="232795" y="675376"/>
                </a:lnTo>
                <a:lnTo>
                  <a:pt x="229272" y="666522"/>
                </a:lnTo>
                <a:lnTo>
                  <a:pt x="232807" y="658381"/>
                </a:lnTo>
                <a:lnTo>
                  <a:pt x="239983" y="655604"/>
                </a:lnTo>
                <a:lnTo>
                  <a:pt x="247109" y="652773"/>
                </a:lnTo>
                <a:lnTo>
                  <a:pt x="255204" y="656259"/>
                </a:lnTo>
                <a:lnTo>
                  <a:pt x="260858" y="670619"/>
                </a:lnTo>
                <a:lnTo>
                  <a:pt x="257372" y="678714"/>
                </a:lnTo>
                <a:lnTo>
                  <a:pt x="250191" y="681487"/>
                </a:lnTo>
                <a:lnTo>
                  <a:pt x="244691" y="683712"/>
                </a:lnTo>
                <a:lnTo>
                  <a:pt x="238655" y="682137"/>
                </a:lnTo>
                <a:close/>
              </a:path>
              <a:path w="5142230" h="2300604">
                <a:moveTo>
                  <a:pt x="1707437" y="1712624"/>
                </a:moveTo>
                <a:lnTo>
                  <a:pt x="1701975" y="1706778"/>
                </a:lnTo>
                <a:lnTo>
                  <a:pt x="1701977" y="1698276"/>
                </a:lnTo>
                <a:lnTo>
                  <a:pt x="1707304" y="1692933"/>
                </a:lnTo>
                <a:lnTo>
                  <a:pt x="1712684" y="1687451"/>
                </a:lnTo>
                <a:lnTo>
                  <a:pt x="1721472" y="1687378"/>
                </a:lnTo>
                <a:lnTo>
                  <a:pt x="1732482" y="1698186"/>
                </a:lnTo>
                <a:lnTo>
                  <a:pt x="1732556" y="1706964"/>
                </a:lnTo>
                <a:lnTo>
                  <a:pt x="1721752" y="1717979"/>
                </a:lnTo>
                <a:lnTo>
                  <a:pt x="1712964" y="1718053"/>
                </a:lnTo>
                <a:lnTo>
                  <a:pt x="1707437" y="1712624"/>
                </a:lnTo>
                <a:close/>
              </a:path>
              <a:path w="5142230" h="2300604">
                <a:moveTo>
                  <a:pt x="771448" y="1217780"/>
                </a:moveTo>
                <a:lnTo>
                  <a:pt x="766488" y="1212470"/>
                </a:lnTo>
                <a:lnTo>
                  <a:pt x="765412" y="1206137"/>
                </a:lnTo>
                <a:lnTo>
                  <a:pt x="768112" y="1200817"/>
                </a:lnTo>
                <a:lnTo>
                  <a:pt x="771556" y="1193948"/>
                </a:lnTo>
                <a:lnTo>
                  <a:pt x="779954" y="1191207"/>
                </a:lnTo>
                <a:lnTo>
                  <a:pt x="793743" y="1198149"/>
                </a:lnTo>
                <a:lnTo>
                  <a:pt x="796479" y="1206551"/>
                </a:lnTo>
                <a:lnTo>
                  <a:pt x="793030" y="1213416"/>
                </a:lnTo>
                <a:lnTo>
                  <a:pt x="789545" y="1220242"/>
                </a:lnTo>
                <a:lnTo>
                  <a:pt x="781189" y="1223026"/>
                </a:lnTo>
                <a:lnTo>
                  <a:pt x="772782" y="1218817"/>
                </a:lnTo>
                <a:lnTo>
                  <a:pt x="771448" y="1217780"/>
                </a:lnTo>
                <a:close/>
              </a:path>
              <a:path w="5142230" h="2300604">
                <a:moveTo>
                  <a:pt x="1916157" y="2296347"/>
                </a:moveTo>
                <a:lnTo>
                  <a:pt x="1911283" y="2291130"/>
                </a:lnTo>
                <a:lnTo>
                  <a:pt x="1909850" y="2287446"/>
                </a:lnTo>
                <a:lnTo>
                  <a:pt x="1910083" y="2283394"/>
                </a:lnTo>
                <a:lnTo>
                  <a:pt x="1910580" y="2275716"/>
                </a:lnTo>
                <a:lnTo>
                  <a:pt x="1916495" y="2270514"/>
                </a:lnTo>
                <a:lnTo>
                  <a:pt x="1917247" y="2269853"/>
                </a:lnTo>
                <a:lnTo>
                  <a:pt x="1924927" y="2270449"/>
                </a:lnTo>
                <a:lnTo>
                  <a:pt x="1932605" y="2270947"/>
                </a:lnTo>
                <a:lnTo>
                  <a:pt x="1938418" y="2277560"/>
                </a:lnTo>
                <a:lnTo>
                  <a:pt x="1937423" y="2292917"/>
                </a:lnTo>
                <a:lnTo>
                  <a:pt x="1931507" y="2298117"/>
                </a:lnTo>
                <a:lnTo>
                  <a:pt x="1930805" y="2298734"/>
                </a:lnTo>
                <a:lnTo>
                  <a:pt x="1923127" y="2298237"/>
                </a:lnTo>
                <a:lnTo>
                  <a:pt x="1919406" y="2297969"/>
                </a:lnTo>
                <a:lnTo>
                  <a:pt x="1916157" y="2296347"/>
                </a:lnTo>
                <a:close/>
              </a:path>
              <a:path w="5142230" h="2300604">
                <a:moveTo>
                  <a:pt x="158336" y="409364"/>
                </a:moveTo>
                <a:lnTo>
                  <a:pt x="153457" y="404142"/>
                </a:lnTo>
                <a:lnTo>
                  <a:pt x="152264" y="401887"/>
                </a:lnTo>
                <a:lnTo>
                  <a:pt x="151686" y="399314"/>
                </a:lnTo>
                <a:lnTo>
                  <a:pt x="150058" y="391804"/>
                </a:lnTo>
                <a:lnTo>
                  <a:pt x="154842" y="384413"/>
                </a:lnTo>
                <a:lnTo>
                  <a:pt x="162356" y="382781"/>
                </a:lnTo>
                <a:lnTo>
                  <a:pt x="169825" y="381099"/>
                </a:lnTo>
                <a:lnTo>
                  <a:pt x="177310" y="385886"/>
                </a:lnTo>
                <a:lnTo>
                  <a:pt x="180576" y="400916"/>
                </a:lnTo>
                <a:lnTo>
                  <a:pt x="175784" y="408396"/>
                </a:lnTo>
                <a:lnTo>
                  <a:pt x="168274" y="410033"/>
                </a:lnTo>
                <a:lnTo>
                  <a:pt x="163324" y="411087"/>
                </a:lnTo>
                <a:lnTo>
                  <a:pt x="158336" y="409364"/>
                </a:lnTo>
                <a:close/>
              </a:path>
              <a:path w="5142230" h="2300604">
                <a:moveTo>
                  <a:pt x="214258" y="615261"/>
                </a:moveTo>
                <a:lnTo>
                  <a:pt x="209288" y="609941"/>
                </a:lnTo>
                <a:lnTo>
                  <a:pt x="208264" y="608259"/>
                </a:lnTo>
                <a:lnTo>
                  <a:pt x="207574" y="606347"/>
                </a:lnTo>
                <a:lnTo>
                  <a:pt x="205132" y="599040"/>
                </a:lnTo>
                <a:lnTo>
                  <a:pt x="209037" y="591101"/>
                </a:lnTo>
                <a:lnTo>
                  <a:pt x="223650" y="586216"/>
                </a:lnTo>
                <a:lnTo>
                  <a:pt x="231590" y="590121"/>
                </a:lnTo>
                <a:lnTo>
                  <a:pt x="236474" y="604734"/>
                </a:lnTo>
                <a:lnTo>
                  <a:pt x="232523" y="612625"/>
                </a:lnTo>
                <a:lnTo>
                  <a:pt x="225262" y="615116"/>
                </a:lnTo>
                <a:lnTo>
                  <a:pt x="219868" y="616868"/>
                </a:lnTo>
                <a:lnTo>
                  <a:pt x="214258" y="615261"/>
                </a:lnTo>
                <a:close/>
              </a:path>
              <a:path w="5142230" h="2300604">
                <a:moveTo>
                  <a:pt x="378265" y="929920"/>
                </a:moveTo>
                <a:lnTo>
                  <a:pt x="372572" y="923825"/>
                </a:lnTo>
                <a:lnTo>
                  <a:pt x="367825" y="917767"/>
                </a:lnTo>
                <a:lnTo>
                  <a:pt x="368833" y="908973"/>
                </a:lnTo>
                <a:lnTo>
                  <a:pt x="374896" y="904222"/>
                </a:lnTo>
                <a:lnTo>
                  <a:pt x="380913" y="899423"/>
                </a:lnTo>
                <a:lnTo>
                  <a:pt x="389654" y="900471"/>
                </a:lnTo>
                <a:lnTo>
                  <a:pt x="399257" y="912511"/>
                </a:lnTo>
                <a:lnTo>
                  <a:pt x="398250" y="921305"/>
                </a:lnTo>
                <a:lnTo>
                  <a:pt x="392232" y="926104"/>
                </a:lnTo>
                <a:lnTo>
                  <a:pt x="386413" y="930627"/>
                </a:lnTo>
                <a:lnTo>
                  <a:pt x="378265" y="929920"/>
                </a:lnTo>
                <a:close/>
              </a:path>
              <a:path w="5142230" h="2300604">
                <a:moveTo>
                  <a:pt x="899811" y="1278947"/>
                </a:moveTo>
                <a:lnTo>
                  <a:pt x="894846" y="1273632"/>
                </a:lnTo>
                <a:lnTo>
                  <a:pt x="893679" y="1267691"/>
                </a:lnTo>
                <a:lnTo>
                  <a:pt x="896032" y="1262390"/>
                </a:lnTo>
                <a:lnTo>
                  <a:pt x="899240" y="1255365"/>
                </a:lnTo>
                <a:lnTo>
                  <a:pt x="907466" y="1252246"/>
                </a:lnTo>
                <a:lnTo>
                  <a:pt x="921513" y="1258583"/>
                </a:lnTo>
                <a:lnTo>
                  <a:pt x="924677" y="1266858"/>
                </a:lnTo>
                <a:lnTo>
                  <a:pt x="921464" y="1273877"/>
                </a:lnTo>
                <a:lnTo>
                  <a:pt x="918341" y="1280895"/>
                </a:lnTo>
                <a:lnTo>
                  <a:pt x="910025" y="1284016"/>
                </a:lnTo>
                <a:lnTo>
                  <a:pt x="901285" y="1280036"/>
                </a:lnTo>
                <a:lnTo>
                  <a:pt x="899811" y="1278947"/>
                </a:lnTo>
                <a:close/>
              </a:path>
              <a:path w="5142230" h="2300604">
                <a:moveTo>
                  <a:pt x="1029914" y="1336014"/>
                </a:moveTo>
                <a:lnTo>
                  <a:pt x="1024949" y="1330700"/>
                </a:lnTo>
                <a:lnTo>
                  <a:pt x="1023779" y="1324853"/>
                </a:lnTo>
                <a:lnTo>
                  <a:pt x="1025984" y="1319589"/>
                </a:lnTo>
                <a:lnTo>
                  <a:pt x="1029057" y="1312517"/>
                </a:lnTo>
                <a:lnTo>
                  <a:pt x="1037241" y="1309255"/>
                </a:lnTo>
                <a:lnTo>
                  <a:pt x="1044320" y="1312239"/>
                </a:lnTo>
                <a:lnTo>
                  <a:pt x="1051391" y="1315312"/>
                </a:lnTo>
                <a:lnTo>
                  <a:pt x="1054653" y="1323496"/>
                </a:lnTo>
                <a:lnTo>
                  <a:pt x="1051674" y="1330571"/>
                </a:lnTo>
                <a:lnTo>
                  <a:pt x="1048596" y="1337637"/>
                </a:lnTo>
                <a:lnTo>
                  <a:pt x="1040413" y="1340899"/>
                </a:lnTo>
                <a:lnTo>
                  <a:pt x="1033343" y="1337925"/>
                </a:lnTo>
                <a:lnTo>
                  <a:pt x="1031478" y="1337102"/>
                </a:lnTo>
                <a:lnTo>
                  <a:pt x="1029914" y="1336014"/>
                </a:lnTo>
                <a:close/>
              </a:path>
              <a:path w="5142230" h="2300604">
                <a:moveTo>
                  <a:pt x="1907016" y="2085009"/>
                </a:moveTo>
                <a:lnTo>
                  <a:pt x="1902146" y="2079797"/>
                </a:lnTo>
                <a:lnTo>
                  <a:pt x="1900861" y="2077345"/>
                </a:lnTo>
                <a:lnTo>
                  <a:pt x="1899037" y="2066987"/>
                </a:lnTo>
                <a:lnTo>
                  <a:pt x="1904151" y="2059754"/>
                </a:lnTo>
                <a:lnTo>
                  <a:pt x="1911701" y="2058453"/>
                </a:lnTo>
                <a:lnTo>
                  <a:pt x="1919301" y="2057106"/>
                </a:lnTo>
                <a:lnTo>
                  <a:pt x="1926542" y="2062121"/>
                </a:lnTo>
                <a:lnTo>
                  <a:pt x="1929164" y="2077146"/>
                </a:lnTo>
                <a:lnTo>
                  <a:pt x="1925488" y="2082594"/>
                </a:lnTo>
                <a:lnTo>
                  <a:pt x="1924126" y="2084558"/>
                </a:lnTo>
                <a:lnTo>
                  <a:pt x="1916683" y="2085876"/>
                </a:lnTo>
                <a:lnTo>
                  <a:pt x="1911725" y="2086727"/>
                </a:lnTo>
                <a:lnTo>
                  <a:pt x="1907016" y="2085009"/>
                </a:lnTo>
                <a:close/>
              </a:path>
              <a:path w="5142230" h="2300604">
                <a:moveTo>
                  <a:pt x="299320" y="811102"/>
                </a:moveTo>
                <a:lnTo>
                  <a:pt x="294264" y="805689"/>
                </a:lnTo>
                <a:lnTo>
                  <a:pt x="293587" y="804769"/>
                </a:lnTo>
                <a:lnTo>
                  <a:pt x="293003" y="803753"/>
                </a:lnTo>
                <a:lnTo>
                  <a:pt x="289271" y="797022"/>
                </a:lnTo>
                <a:lnTo>
                  <a:pt x="291733" y="788513"/>
                </a:lnTo>
                <a:lnTo>
                  <a:pt x="305206" y="781041"/>
                </a:lnTo>
                <a:lnTo>
                  <a:pt x="313714" y="783502"/>
                </a:lnTo>
                <a:lnTo>
                  <a:pt x="321138" y="797021"/>
                </a:lnTo>
                <a:lnTo>
                  <a:pt x="318725" y="805483"/>
                </a:lnTo>
                <a:lnTo>
                  <a:pt x="306263" y="812377"/>
                </a:lnTo>
                <a:lnTo>
                  <a:pt x="299320" y="811102"/>
                </a:lnTo>
                <a:close/>
              </a:path>
              <a:path w="5142230" h="2300604">
                <a:moveTo>
                  <a:pt x="472222" y="1028250"/>
                </a:moveTo>
                <a:lnTo>
                  <a:pt x="466385" y="1022002"/>
                </a:lnTo>
                <a:lnTo>
                  <a:pt x="466094" y="1013968"/>
                </a:lnTo>
                <a:lnTo>
                  <a:pt x="475871" y="1002735"/>
                </a:lnTo>
                <a:lnTo>
                  <a:pt x="484724" y="1002144"/>
                </a:lnTo>
                <a:lnTo>
                  <a:pt x="496325" y="1012217"/>
                </a:lnTo>
                <a:lnTo>
                  <a:pt x="496921" y="1021065"/>
                </a:lnTo>
                <a:lnTo>
                  <a:pt x="486848" y="1032666"/>
                </a:lnTo>
                <a:lnTo>
                  <a:pt x="478045" y="1033311"/>
                </a:lnTo>
                <a:lnTo>
                  <a:pt x="472222" y="1028250"/>
                </a:lnTo>
                <a:close/>
              </a:path>
              <a:path w="5142230" h="2300604">
                <a:moveTo>
                  <a:pt x="1630612" y="1403907"/>
                </a:moveTo>
                <a:lnTo>
                  <a:pt x="1625783" y="1398738"/>
                </a:lnTo>
                <a:lnTo>
                  <a:pt x="1624658" y="1392841"/>
                </a:lnTo>
                <a:lnTo>
                  <a:pt x="1627008" y="1387733"/>
                </a:lnTo>
                <a:lnTo>
                  <a:pt x="1630166" y="1380948"/>
                </a:lnTo>
                <a:lnTo>
                  <a:pt x="1638197" y="1378011"/>
                </a:lnTo>
                <a:lnTo>
                  <a:pt x="1651816" y="1384281"/>
                </a:lnTo>
                <a:lnTo>
                  <a:pt x="1654748" y="1392308"/>
                </a:lnTo>
                <a:lnTo>
                  <a:pt x="1648437" y="1405883"/>
                </a:lnTo>
                <a:lnTo>
                  <a:pt x="1640406" y="1408820"/>
                </a:lnTo>
                <a:lnTo>
                  <a:pt x="1631994" y="1404898"/>
                </a:lnTo>
                <a:lnTo>
                  <a:pt x="1630612" y="1403907"/>
                </a:lnTo>
                <a:close/>
              </a:path>
              <a:path w="5142230" h="2300604">
                <a:moveTo>
                  <a:pt x="1757282" y="1467367"/>
                </a:moveTo>
                <a:lnTo>
                  <a:pt x="1752413" y="1462155"/>
                </a:lnTo>
                <a:lnTo>
                  <a:pt x="1751447" y="1455843"/>
                </a:lnTo>
                <a:lnTo>
                  <a:pt x="1757891" y="1444071"/>
                </a:lnTo>
                <a:lnTo>
                  <a:pt x="1766140" y="1441661"/>
                </a:lnTo>
                <a:lnTo>
                  <a:pt x="1779210" y="1448810"/>
                </a:lnTo>
                <a:lnTo>
                  <a:pt x="1781620" y="1457059"/>
                </a:lnTo>
                <a:lnTo>
                  <a:pt x="1774467" y="1470124"/>
                </a:lnTo>
                <a:lnTo>
                  <a:pt x="1766218" y="1472534"/>
                </a:lnTo>
                <a:lnTo>
                  <a:pt x="1758389" y="1468260"/>
                </a:lnTo>
                <a:lnTo>
                  <a:pt x="1757282" y="1467367"/>
                </a:lnTo>
                <a:close/>
              </a:path>
              <a:path w="5142230" h="2300604">
                <a:moveTo>
                  <a:pt x="1936726" y="1582629"/>
                </a:moveTo>
                <a:lnTo>
                  <a:pt x="1930785" y="1576270"/>
                </a:lnTo>
                <a:lnTo>
                  <a:pt x="1930341" y="1568952"/>
                </a:lnTo>
                <a:lnTo>
                  <a:pt x="1939271" y="1557789"/>
                </a:lnTo>
                <a:lnTo>
                  <a:pt x="1947755" y="1556803"/>
                </a:lnTo>
                <a:lnTo>
                  <a:pt x="1959423" y="1566165"/>
                </a:lnTo>
                <a:lnTo>
                  <a:pt x="1960413" y="1574654"/>
                </a:lnTo>
                <a:lnTo>
                  <a:pt x="1951046" y="1586327"/>
                </a:lnTo>
                <a:lnTo>
                  <a:pt x="1942557" y="1587308"/>
                </a:lnTo>
                <a:lnTo>
                  <a:pt x="1936726" y="1582629"/>
                </a:lnTo>
                <a:close/>
              </a:path>
              <a:path w="5142230" h="2300604">
                <a:moveTo>
                  <a:pt x="1818691" y="1502509"/>
                </a:moveTo>
                <a:lnTo>
                  <a:pt x="1813862" y="1497341"/>
                </a:lnTo>
                <a:lnTo>
                  <a:pt x="1813001" y="1490749"/>
                </a:lnTo>
                <a:lnTo>
                  <a:pt x="1816152" y="1485423"/>
                </a:lnTo>
                <a:lnTo>
                  <a:pt x="1820056" y="1479045"/>
                </a:lnTo>
                <a:lnTo>
                  <a:pt x="1828193" y="1477004"/>
                </a:lnTo>
                <a:lnTo>
                  <a:pt x="1828341" y="1476967"/>
                </a:lnTo>
                <a:lnTo>
                  <a:pt x="1841109" y="1484672"/>
                </a:lnTo>
                <a:lnTo>
                  <a:pt x="1843134" y="1492998"/>
                </a:lnTo>
                <a:lnTo>
                  <a:pt x="1839333" y="1499388"/>
                </a:lnTo>
                <a:lnTo>
                  <a:pt x="1835474" y="1505814"/>
                </a:lnTo>
                <a:lnTo>
                  <a:pt x="1827144" y="1507844"/>
                </a:lnTo>
                <a:lnTo>
                  <a:pt x="1820812" y="1503998"/>
                </a:lnTo>
                <a:lnTo>
                  <a:pt x="1819654" y="1503345"/>
                </a:lnTo>
                <a:lnTo>
                  <a:pt x="1818691" y="1502509"/>
                </a:lnTo>
                <a:close/>
              </a:path>
              <a:path w="5142230" h="2300604">
                <a:moveTo>
                  <a:pt x="1878538" y="1540378"/>
                </a:moveTo>
                <a:lnTo>
                  <a:pt x="1873619" y="1535112"/>
                </a:lnTo>
                <a:lnTo>
                  <a:pt x="1872910" y="1528196"/>
                </a:lnTo>
                <a:lnTo>
                  <a:pt x="1880568" y="1516649"/>
                </a:lnTo>
                <a:lnTo>
                  <a:pt x="1888985" y="1515005"/>
                </a:lnTo>
                <a:lnTo>
                  <a:pt x="1901402" y="1523311"/>
                </a:lnTo>
                <a:lnTo>
                  <a:pt x="1903095" y="1531673"/>
                </a:lnTo>
                <a:lnTo>
                  <a:pt x="1898965" y="1537906"/>
                </a:lnTo>
                <a:lnTo>
                  <a:pt x="1894789" y="1544090"/>
                </a:lnTo>
                <a:lnTo>
                  <a:pt x="1886422" y="1545788"/>
                </a:lnTo>
                <a:lnTo>
                  <a:pt x="1880189" y="1541657"/>
                </a:lnTo>
                <a:lnTo>
                  <a:pt x="1879314" y="1541014"/>
                </a:lnTo>
                <a:lnTo>
                  <a:pt x="1878538" y="1540378"/>
                </a:lnTo>
                <a:close/>
              </a:path>
              <a:path w="5142230" h="2300604">
                <a:moveTo>
                  <a:pt x="1036159" y="1170568"/>
                </a:moveTo>
                <a:lnTo>
                  <a:pt x="1031377" y="1165449"/>
                </a:lnTo>
                <a:lnTo>
                  <a:pt x="1030197" y="1159885"/>
                </a:lnTo>
                <a:lnTo>
                  <a:pt x="1032162" y="1154853"/>
                </a:lnTo>
                <a:lnTo>
                  <a:pt x="1034995" y="1147915"/>
                </a:lnTo>
                <a:lnTo>
                  <a:pt x="1042846" y="1144590"/>
                </a:lnTo>
                <a:lnTo>
                  <a:pt x="1056684" y="1150117"/>
                </a:lnTo>
                <a:lnTo>
                  <a:pt x="1060045" y="1158016"/>
                </a:lnTo>
                <a:lnTo>
                  <a:pt x="1057266" y="1164914"/>
                </a:lnTo>
                <a:lnTo>
                  <a:pt x="1054527" y="1171855"/>
                </a:lnTo>
                <a:lnTo>
                  <a:pt x="1046623" y="1175221"/>
                </a:lnTo>
                <a:lnTo>
                  <a:pt x="1037822" y="1171664"/>
                </a:lnTo>
                <a:lnTo>
                  <a:pt x="1036159" y="1170568"/>
                </a:lnTo>
                <a:close/>
              </a:path>
              <a:path w="5142230" h="2300604">
                <a:moveTo>
                  <a:pt x="1694477" y="1434543"/>
                </a:moveTo>
                <a:lnTo>
                  <a:pt x="1689654" y="1429380"/>
                </a:lnTo>
                <a:lnTo>
                  <a:pt x="1688616" y="1423284"/>
                </a:lnTo>
                <a:lnTo>
                  <a:pt x="1691216" y="1418150"/>
                </a:lnTo>
                <a:lnTo>
                  <a:pt x="1694560" y="1411465"/>
                </a:lnTo>
                <a:lnTo>
                  <a:pt x="1702679" y="1408720"/>
                </a:lnTo>
                <a:lnTo>
                  <a:pt x="1715999" y="1415453"/>
                </a:lnTo>
                <a:lnTo>
                  <a:pt x="1718744" y="1423572"/>
                </a:lnTo>
                <a:lnTo>
                  <a:pt x="1712052" y="1436936"/>
                </a:lnTo>
                <a:lnTo>
                  <a:pt x="1703888" y="1439632"/>
                </a:lnTo>
                <a:lnTo>
                  <a:pt x="1697208" y="1436293"/>
                </a:lnTo>
                <a:lnTo>
                  <a:pt x="1695770" y="1435536"/>
                </a:lnTo>
                <a:lnTo>
                  <a:pt x="1694477" y="1434543"/>
                </a:lnTo>
                <a:close/>
              </a:path>
              <a:path w="5142230" h="2300604">
                <a:moveTo>
                  <a:pt x="1168679" y="1221817"/>
                </a:moveTo>
                <a:lnTo>
                  <a:pt x="1163896" y="1216697"/>
                </a:lnTo>
                <a:lnTo>
                  <a:pt x="1162665" y="1211273"/>
                </a:lnTo>
                <a:lnTo>
                  <a:pt x="1164528" y="1206328"/>
                </a:lnTo>
                <a:lnTo>
                  <a:pt x="1167126" y="1199335"/>
                </a:lnTo>
                <a:lnTo>
                  <a:pt x="1174947" y="1195782"/>
                </a:lnTo>
                <a:lnTo>
                  <a:pt x="1188930" y="1201073"/>
                </a:lnTo>
                <a:lnTo>
                  <a:pt x="1192442" y="1208840"/>
                </a:lnTo>
                <a:lnTo>
                  <a:pt x="1187245" y="1222826"/>
                </a:lnTo>
                <a:lnTo>
                  <a:pt x="1179429" y="1226384"/>
                </a:lnTo>
                <a:lnTo>
                  <a:pt x="1172436" y="1223786"/>
                </a:lnTo>
                <a:lnTo>
                  <a:pt x="1170387" y="1222961"/>
                </a:lnTo>
                <a:lnTo>
                  <a:pt x="1168679" y="1221817"/>
                </a:lnTo>
                <a:close/>
              </a:path>
              <a:path w="5142230" h="2300604">
                <a:moveTo>
                  <a:pt x="1368256" y="1296073"/>
                </a:moveTo>
                <a:lnTo>
                  <a:pt x="1363473" y="1290953"/>
                </a:lnTo>
                <a:lnTo>
                  <a:pt x="1362287" y="1285578"/>
                </a:lnTo>
                <a:lnTo>
                  <a:pt x="1364109" y="1280588"/>
                </a:lnTo>
                <a:lnTo>
                  <a:pt x="1366802" y="1273599"/>
                </a:lnTo>
                <a:lnTo>
                  <a:pt x="1374570" y="1270086"/>
                </a:lnTo>
                <a:lnTo>
                  <a:pt x="1381563" y="1272685"/>
                </a:lnTo>
                <a:lnTo>
                  <a:pt x="1388548" y="1275373"/>
                </a:lnTo>
                <a:lnTo>
                  <a:pt x="1392065" y="1283145"/>
                </a:lnTo>
                <a:lnTo>
                  <a:pt x="1389466" y="1290138"/>
                </a:lnTo>
                <a:lnTo>
                  <a:pt x="1386773" y="1297128"/>
                </a:lnTo>
                <a:lnTo>
                  <a:pt x="1379001" y="1300635"/>
                </a:lnTo>
                <a:lnTo>
                  <a:pt x="1372008" y="1298037"/>
                </a:lnTo>
                <a:lnTo>
                  <a:pt x="1370005" y="1297260"/>
                </a:lnTo>
                <a:lnTo>
                  <a:pt x="1368256" y="1296073"/>
                </a:lnTo>
                <a:close/>
              </a:path>
              <a:path w="5142230" h="2300604">
                <a:moveTo>
                  <a:pt x="1102265" y="1196565"/>
                </a:moveTo>
                <a:lnTo>
                  <a:pt x="1097482" y="1191445"/>
                </a:lnTo>
                <a:lnTo>
                  <a:pt x="1096246" y="1186017"/>
                </a:lnTo>
                <a:lnTo>
                  <a:pt x="1098216" y="1180990"/>
                </a:lnTo>
                <a:lnTo>
                  <a:pt x="1100860" y="1174045"/>
                </a:lnTo>
                <a:lnTo>
                  <a:pt x="1108722" y="1170536"/>
                </a:lnTo>
                <a:lnTo>
                  <a:pt x="1122652" y="1175967"/>
                </a:lnTo>
                <a:lnTo>
                  <a:pt x="1126116" y="1183780"/>
                </a:lnTo>
                <a:lnTo>
                  <a:pt x="1123423" y="1190770"/>
                </a:lnTo>
                <a:lnTo>
                  <a:pt x="1120734" y="1197666"/>
                </a:lnTo>
                <a:lnTo>
                  <a:pt x="1112921" y="1201129"/>
                </a:lnTo>
                <a:lnTo>
                  <a:pt x="1103973" y="1197709"/>
                </a:lnTo>
                <a:lnTo>
                  <a:pt x="1102265" y="1196565"/>
                </a:lnTo>
                <a:close/>
              </a:path>
              <a:path w="5142230" h="2300604">
                <a:moveTo>
                  <a:pt x="1565832" y="1375028"/>
                </a:moveTo>
                <a:lnTo>
                  <a:pt x="1561044" y="1369904"/>
                </a:lnTo>
                <a:lnTo>
                  <a:pt x="1559921" y="1364205"/>
                </a:lnTo>
                <a:lnTo>
                  <a:pt x="1562078" y="1359085"/>
                </a:lnTo>
                <a:lnTo>
                  <a:pt x="1565092" y="1352244"/>
                </a:lnTo>
                <a:lnTo>
                  <a:pt x="1572994" y="1349071"/>
                </a:lnTo>
                <a:lnTo>
                  <a:pt x="1586720" y="1354967"/>
                </a:lnTo>
                <a:lnTo>
                  <a:pt x="1589895" y="1362959"/>
                </a:lnTo>
                <a:lnTo>
                  <a:pt x="1586922" y="1369845"/>
                </a:lnTo>
                <a:lnTo>
                  <a:pt x="1583998" y="1376685"/>
                </a:lnTo>
                <a:lnTo>
                  <a:pt x="1576006" y="1379860"/>
                </a:lnTo>
                <a:lnTo>
                  <a:pt x="1569120" y="1376887"/>
                </a:lnTo>
                <a:lnTo>
                  <a:pt x="1567400" y="1376120"/>
                </a:lnTo>
                <a:lnTo>
                  <a:pt x="1565832" y="1375028"/>
                </a:lnTo>
                <a:close/>
              </a:path>
              <a:path w="5142230" h="2300604">
                <a:moveTo>
                  <a:pt x="1235252" y="1246555"/>
                </a:moveTo>
                <a:lnTo>
                  <a:pt x="1230470" y="1241435"/>
                </a:lnTo>
                <a:lnTo>
                  <a:pt x="1229186" y="1236151"/>
                </a:lnTo>
                <a:lnTo>
                  <a:pt x="1231004" y="1231157"/>
                </a:lnTo>
                <a:lnTo>
                  <a:pt x="1233602" y="1224164"/>
                </a:lnTo>
                <a:lnTo>
                  <a:pt x="1241377" y="1220562"/>
                </a:lnTo>
                <a:lnTo>
                  <a:pt x="1248416" y="1223209"/>
                </a:lnTo>
                <a:lnTo>
                  <a:pt x="1255458" y="1225762"/>
                </a:lnTo>
                <a:lnTo>
                  <a:pt x="1258970" y="1233529"/>
                </a:lnTo>
                <a:lnTo>
                  <a:pt x="1256417" y="1240571"/>
                </a:lnTo>
                <a:lnTo>
                  <a:pt x="1253819" y="1247564"/>
                </a:lnTo>
                <a:lnTo>
                  <a:pt x="1246002" y="1251122"/>
                </a:lnTo>
                <a:lnTo>
                  <a:pt x="1239009" y="1248524"/>
                </a:lnTo>
                <a:lnTo>
                  <a:pt x="1236957" y="1247793"/>
                </a:lnTo>
                <a:lnTo>
                  <a:pt x="1235252" y="1246555"/>
                </a:lnTo>
                <a:close/>
              </a:path>
              <a:path w="5142230" h="2300604">
                <a:moveTo>
                  <a:pt x="1301780" y="1271244"/>
                </a:moveTo>
                <a:lnTo>
                  <a:pt x="1296997" y="1266124"/>
                </a:lnTo>
                <a:lnTo>
                  <a:pt x="1295763" y="1260794"/>
                </a:lnTo>
                <a:lnTo>
                  <a:pt x="1297585" y="1255805"/>
                </a:lnTo>
                <a:lnTo>
                  <a:pt x="1300232" y="1248766"/>
                </a:lnTo>
                <a:lnTo>
                  <a:pt x="1308000" y="1245254"/>
                </a:lnTo>
                <a:lnTo>
                  <a:pt x="1322034" y="1250405"/>
                </a:lnTo>
                <a:lnTo>
                  <a:pt x="1325592" y="1258222"/>
                </a:lnTo>
                <a:lnTo>
                  <a:pt x="1320395" y="1272208"/>
                </a:lnTo>
                <a:lnTo>
                  <a:pt x="1312574" y="1275761"/>
                </a:lnTo>
                <a:lnTo>
                  <a:pt x="1305581" y="1273162"/>
                </a:lnTo>
                <a:lnTo>
                  <a:pt x="1303529" y="1272431"/>
                </a:lnTo>
                <a:lnTo>
                  <a:pt x="1301780" y="1271244"/>
                </a:lnTo>
                <a:close/>
              </a:path>
              <a:path w="5142230" h="2300604">
                <a:moveTo>
                  <a:pt x="1434568" y="1321411"/>
                </a:moveTo>
                <a:lnTo>
                  <a:pt x="1429790" y="1316296"/>
                </a:lnTo>
                <a:lnTo>
                  <a:pt x="1428554" y="1310867"/>
                </a:lnTo>
                <a:lnTo>
                  <a:pt x="1430524" y="1305840"/>
                </a:lnTo>
                <a:lnTo>
                  <a:pt x="1433216" y="1298850"/>
                </a:lnTo>
                <a:lnTo>
                  <a:pt x="1441075" y="1295435"/>
                </a:lnTo>
                <a:lnTo>
                  <a:pt x="1455006" y="1300867"/>
                </a:lnTo>
                <a:lnTo>
                  <a:pt x="1458421" y="1308725"/>
                </a:lnTo>
                <a:lnTo>
                  <a:pt x="1455682" y="1315666"/>
                </a:lnTo>
                <a:lnTo>
                  <a:pt x="1452985" y="1322651"/>
                </a:lnTo>
                <a:lnTo>
                  <a:pt x="1445131" y="1326071"/>
                </a:lnTo>
                <a:lnTo>
                  <a:pt x="1438190" y="1323332"/>
                </a:lnTo>
                <a:lnTo>
                  <a:pt x="1436232" y="1322605"/>
                </a:lnTo>
                <a:lnTo>
                  <a:pt x="1434568" y="1321411"/>
                </a:lnTo>
                <a:close/>
              </a:path>
              <a:path w="5142230" h="2300604">
                <a:moveTo>
                  <a:pt x="1500434" y="1347640"/>
                </a:moveTo>
                <a:lnTo>
                  <a:pt x="1495647" y="1342515"/>
                </a:lnTo>
                <a:lnTo>
                  <a:pt x="1494472" y="1336956"/>
                </a:lnTo>
                <a:lnTo>
                  <a:pt x="1499360" y="1324985"/>
                </a:lnTo>
                <a:lnTo>
                  <a:pt x="1507220" y="1321669"/>
                </a:lnTo>
                <a:lnTo>
                  <a:pt x="1521091" y="1327330"/>
                </a:lnTo>
                <a:lnTo>
                  <a:pt x="1524367" y="1335236"/>
                </a:lnTo>
                <a:lnTo>
                  <a:pt x="1521583" y="1342128"/>
                </a:lnTo>
                <a:lnTo>
                  <a:pt x="1518750" y="1349066"/>
                </a:lnTo>
                <a:lnTo>
                  <a:pt x="1510850" y="1352338"/>
                </a:lnTo>
                <a:lnTo>
                  <a:pt x="1502048" y="1348780"/>
                </a:lnTo>
                <a:lnTo>
                  <a:pt x="1500434" y="1347640"/>
                </a:lnTo>
                <a:close/>
              </a:path>
              <a:path w="5142230" h="2300604">
                <a:moveTo>
                  <a:pt x="2167440" y="2080518"/>
                </a:moveTo>
                <a:lnTo>
                  <a:pt x="2162703" y="2075447"/>
                </a:lnTo>
                <a:lnTo>
                  <a:pt x="2161344" y="2072233"/>
                </a:lnTo>
                <a:lnTo>
                  <a:pt x="2161298" y="2061236"/>
                </a:lnTo>
                <a:lnTo>
                  <a:pt x="2167312" y="2055162"/>
                </a:lnTo>
                <a:lnTo>
                  <a:pt x="2182227" y="2055098"/>
                </a:lnTo>
                <a:lnTo>
                  <a:pt x="2188306" y="2061117"/>
                </a:lnTo>
                <a:lnTo>
                  <a:pt x="2188360" y="2076032"/>
                </a:lnTo>
                <a:lnTo>
                  <a:pt x="2182351" y="2082111"/>
                </a:lnTo>
                <a:lnTo>
                  <a:pt x="2170972" y="2082149"/>
                </a:lnTo>
                <a:lnTo>
                  <a:pt x="2167440" y="2080518"/>
                </a:lnTo>
                <a:close/>
              </a:path>
              <a:path w="5142230" h="2300604">
                <a:moveTo>
                  <a:pt x="2147217" y="2291702"/>
                </a:moveTo>
                <a:lnTo>
                  <a:pt x="2142530" y="2286684"/>
                </a:lnTo>
                <a:lnTo>
                  <a:pt x="2141117" y="2282435"/>
                </a:lnTo>
                <a:lnTo>
                  <a:pt x="2141826" y="2278111"/>
                </a:lnTo>
                <a:lnTo>
                  <a:pt x="2143162" y="2270744"/>
                </a:lnTo>
                <a:lnTo>
                  <a:pt x="2150129" y="2265788"/>
                </a:lnTo>
                <a:lnTo>
                  <a:pt x="2157500" y="2267130"/>
                </a:lnTo>
                <a:lnTo>
                  <a:pt x="2164865" y="2268367"/>
                </a:lnTo>
                <a:lnTo>
                  <a:pt x="2169777" y="2275384"/>
                </a:lnTo>
                <a:lnTo>
                  <a:pt x="2168535" y="2282754"/>
                </a:lnTo>
                <a:lnTo>
                  <a:pt x="2167242" y="2290070"/>
                </a:lnTo>
                <a:lnTo>
                  <a:pt x="2160231" y="2295076"/>
                </a:lnTo>
                <a:lnTo>
                  <a:pt x="2152860" y="2293735"/>
                </a:lnTo>
                <a:lnTo>
                  <a:pt x="2149860" y="2293260"/>
                </a:lnTo>
                <a:lnTo>
                  <a:pt x="2147217" y="2291702"/>
                </a:lnTo>
                <a:close/>
              </a:path>
              <a:path w="5142230" h="2300604">
                <a:moveTo>
                  <a:pt x="841046" y="1084473"/>
                </a:moveTo>
                <a:lnTo>
                  <a:pt x="836263" y="1079353"/>
                </a:lnTo>
                <a:lnTo>
                  <a:pt x="835193" y="1073321"/>
                </a:lnTo>
                <a:lnTo>
                  <a:pt x="841029" y="1061387"/>
                </a:lnTo>
                <a:lnTo>
                  <a:pt x="849102" y="1058593"/>
                </a:lnTo>
                <a:lnTo>
                  <a:pt x="862520" y="1065235"/>
                </a:lnTo>
                <a:lnTo>
                  <a:pt x="865314" y="1073308"/>
                </a:lnTo>
                <a:lnTo>
                  <a:pt x="862016" y="1080041"/>
                </a:lnTo>
                <a:lnTo>
                  <a:pt x="858721" y="1086680"/>
                </a:lnTo>
                <a:lnTo>
                  <a:pt x="850648" y="1089474"/>
                </a:lnTo>
                <a:lnTo>
                  <a:pt x="843910" y="1086171"/>
                </a:lnTo>
                <a:lnTo>
                  <a:pt x="842428" y="1085465"/>
                </a:lnTo>
                <a:lnTo>
                  <a:pt x="841046" y="1084473"/>
                </a:lnTo>
                <a:close/>
              </a:path>
              <a:path w="5142230" h="2300604">
                <a:moveTo>
                  <a:pt x="2113868" y="1805587"/>
                </a:moveTo>
                <a:lnTo>
                  <a:pt x="2109035" y="1800413"/>
                </a:lnTo>
                <a:lnTo>
                  <a:pt x="2108232" y="1799163"/>
                </a:lnTo>
                <a:lnTo>
                  <a:pt x="2104494" y="1790958"/>
                </a:lnTo>
                <a:lnTo>
                  <a:pt x="2107555" y="1782994"/>
                </a:lnTo>
                <a:lnTo>
                  <a:pt x="2121172" y="1776849"/>
                </a:lnTo>
                <a:lnTo>
                  <a:pt x="2129190" y="1779860"/>
                </a:lnTo>
                <a:lnTo>
                  <a:pt x="2135336" y="1793476"/>
                </a:lnTo>
                <a:lnTo>
                  <a:pt x="2132271" y="1801535"/>
                </a:lnTo>
                <a:lnTo>
                  <a:pt x="2125417" y="1804559"/>
                </a:lnTo>
                <a:lnTo>
                  <a:pt x="2120051" y="1807025"/>
                </a:lnTo>
                <a:lnTo>
                  <a:pt x="2113868" y="1805587"/>
                </a:lnTo>
                <a:close/>
              </a:path>
              <a:path w="5142230" h="2300604">
                <a:moveTo>
                  <a:pt x="2081297" y="1743449"/>
                </a:moveTo>
                <a:lnTo>
                  <a:pt x="2075727" y="1737487"/>
                </a:lnTo>
                <a:lnTo>
                  <a:pt x="2071293" y="1730297"/>
                </a:lnTo>
                <a:lnTo>
                  <a:pt x="2073277" y="1721961"/>
                </a:lnTo>
                <a:lnTo>
                  <a:pt x="2079693" y="1718077"/>
                </a:lnTo>
                <a:lnTo>
                  <a:pt x="2086009" y="1714185"/>
                </a:lnTo>
                <a:lnTo>
                  <a:pt x="2094345" y="1716168"/>
                </a:lnTo>
                <a:lnTo>
                  <a:pt x="2102171" y="1728846"/>
                </a:lnTo>
                <a:lnTo>
                  <a:pt x="2100187" y="1737182"/>
                </a:lnTo>
                <a:lnTo>
                  <a:pt x="2093826" y="1741124"/>
                </a:lnTo>
                <a:lnTo>
                  <a:pt x="2088230" y="1744517"/>
                </a:lnTo>
                <a:lnTo>
                  <a:pt x="2081297" y="1743449"/>
                </a:lnTo>
                <a:close/>
              </a:path>
              <a:path w="5142230" h="2300604">
                <a:moveTo>
                  <a:pt x="409304" y="735690"/>
                </a:moveTo>
                <a:lnTo>
                  <a:pt x="403641" y="729628"/>
                </a:lnTo>
                <a:lnTo>
                  <a:pt x="403153" y="728715"/>
                </a:lnTo>
                <a:lnTo>
                  <a:pt x="399354" y="722302"/>
                </a:lnTo>
                <a:lnTo>
                  <a:pt x="401576" y="714026"/>
                </a:lnTo>
                <a:lnTo>
                  <a:pt x="407979" y="710226"/>
                </a:lnTo>
                <a:lnTo>
                  <a:pt x="414433" y="706480"/>
                </a:lnTo>
                <a:lnTo>
                  <a:pt x="422767" y="708657"/>
                </a:lnTo>
                <a:lnTo>
                  <a:pt x="430254" y="721560"/>
                </a:lnTo>
                <a:lnTo>
                  <a:pt x="428090" y="729799"/>
                </a:lnTo>
                <a:lnTo>
                  <a:pt x="421628" y="733635"/>
                </a:lnTo>
                <a:lnTo>
                  <a:pt x="416047" y="736849"/>
                </a:lnTo>
                <a:lnTo>
                  <a:pt x="409304" y="735690"/>
                </a:lnTo>
                <a:close/>
              </a:path>
              <a:path w="5142230" h="2300604">
                <a:moveTo>
                  <a:pt x="301553" y="472260"/>
                </a:moveTo>
                <a:lnTo>
                  <a:pt x="296766" y="467135"/>
                </a:lnTo>
                <a:lnTo>
                  <a:pt x="295696" y="465404"/>
                </a:lnTo>
                <a:lnTo>
                  <a:pt x="295104" y="463401"/>
                </a:lnTo>
                <a:lnTo>
                  <a:pt x="292892" y="456244"/>
                </a:lnTo>
                <a:lnTo>
                  <a:pt x="296928" y="448639"/>
                </a:lnTo>
                <a:lnTo>
                  <a:pt x="311193" y="444262"/>
                </a:lnTo>
                <a:lnTo>
                  <a:pt x="318752" y="448249"/>
                </a:lnTo>
                <a:lnTo>
                  <a:pt x="323175" y="462563"/>
                </a:lnTo>
                <a:lnTo>
                  <a:pt x="319188" y="470122"/>
                </a:lnTo>
                <a:lnTo>
                  <a:pt x="306926" y="473906"/>
                </a:lnTo>
                <a:lnTo>
                  <a:pt x="301553" y="472260"/>
                </a:lnTo>
                <a:close/>
              </a:path>
              <a:path w="5142230" h="2300604">
                <a:moveTo>
                  <a:pt x="2157961" y="2221683"/>
                </a:moveTo>
                <a:lnTo>
                  <a:pt x="2153224" y="2216612"/>
                </a:lnTo>
                <a:lnTo>
                  <a:pt x="2151752" y="2212690"/>
                </a:lnTo>
                <a:lnTo>
                  <a:pt x="2153185" y="2201125"/>
                </a:lnTo>
                <a:lnTo>
                  <a:pt x="2159973" y="2195880"/>
                </a:lnTo>
                <a:lnTo>
                  <a:pt x="2167396" y="2196789"/>
                </a:lnTo>
                <a:lnTo>
                  <a:pt x="2174780" y="2197753"/>
                </a:lnTo>
                <a:lnTo>
                  <a:pt x="2180074" y="2204496"/>
                </a:lnTo>
                <a:lnTo>
                  <a:pt x="2179115" y="2211875"/>
                </a:lnTo>
                <a:lnTo>
                  <a:pt x="2178201" y="2219303"/>
                </a:lnTo>
                <a:lnTo>
                  <a:pt x="2171408" y="2224543"/>
                </a:lnTo>
                <a:lnTo>
                  <a:pt x="2164030" y="2223683"/>
                </a:lnTo>
                <a:lnTo>
                  <a:pt x="2160788" y="2223242"/>
                </a:lnTo>
                <a:lnTo>
                  <a:pt x="2157961" y="2221683"/>
                </a:lnTo>
                <a:close/>
              </a:path>
              <a:path w="5142230" h="2300604">
                <a:moveTo>
                  <a:pt x="2155178" y="1939930"/>
                </a:moveTo>
                <a:lnTo>
                  <a:pt x="2150400" y="1934816"/>
                </a:lnTo>
                <a:lnTo>
                  <a:pt x="2149198" y="1932551"/>
                </a:lnTo>
                <a:lnTo>
                  <a:pt x="2148677" y="1929942"/>
                </a:lnTo>
                <a:lnTo>
                  <a:pt x="2147317" y="1922620"/>
                </a:lnTo>
                <a:lnTo>
                  <a:pt x="2152141" y="1915566"/>
                </a:lnTo>
                <a:lnTo>
                  <a:pt x="2159461" y="1914116"/>
                </a:lnTo>
                <a:lnTo>
                  <a:pt x="2166772" y="1912755"/>
                </a:lnTo>
                <a:lnTo>
                  <a:pt x="2173880" y="1917529"/>
                </a:lnTo>
                <a:lnTo>
                  <a:pt x="2176688" y="1932264"/>
                </a:lnTo>
                <a:lnTo>
                  <a:pt x="2171868" y="1939323"/>
                </a:lnTo>
                <a:lnTo>
                  <a:pt x="2159752" y="1941602"/>
                </a:lnTo>
                <a:lnTo>
                  <a:pt x="2155178" y="1939930"/>
                </a:lnTo>
                <a:close/>
              </a:path>
              <a:path w="5142230" h="2300604">
                <a:moveTo>
                  <a:pt x="2138484" y="1871428"/>
                </a:moveTo>
                <a:lnTo>
                  <a:pt x="2133747" y="1866357"/>
                </a:lnTo>
                <a:lnTo>
                  <a:pt x="2132632" y="1864577"/>
                </a:lnTo>
                <a:lnTo>
                  <a:pt x="2132039" y="1862574"/>
                </a:lnTo>
                <a:lnTo>
                  <a:pt x="2129828" y="1855417"/>
                </a:lnTo>
                <a:lnTo>
                  <a:pt x="2133815" y="1847857"/>
                </a:lnTo>
                <a:lnTo>
                  <a:pt x="2148075" y="1843475"/>
                </a:lnTo>
                <a:lnTo>
                  <a:pt x="2155683" y="1847417"/>
                </a:lnTo>
                <a:lnTo>
                  <a:pt x="2160065" y="1861686"/>
                </a:lnTo>
                <a:lnTo>
                  <a:pt x="2156078" y="1869246"/>
                </a:lnTo>
                <a:lnTo>
                  <a:pt x="2148962" y="1871501"/>
                </a:lnTo>
                <a:lnTo>
                  <a:pt x="2143862" y="1873079"/>
                </a:lnTo>
                <a:lnTo>
                  <a:pt x="2138484" y="1871428"/>
                </a:lnTo>
                <a:close/>
              </a:path>
              <a:path w="5142230" h="2300604">
                <a:moveTo>
                  <a:pt x="263301" y="335325"/>
                </a:moveTo>
                <a:lnTo>
                  <a:pt x="258518" y="330205"/>
                </a:lnTo>
                <a:lnTo>
                  <a:pt x="257405" y="328231"/>
                </a:lnTo>
                <a:lnTo>
                  <a:pt x="254991" y="318707"/>
                </a:lnTo>
                <a:lnTo>
                  <a:pt x="259422" y="311331"/>
                </a:lnTo>
                <a:lnTo>
                  <a:pt x="273820" y="307683"/>
                </a:lnTo>
                <a:lnTo>
                  <a:pt x="281183" y="312045"/>
                </a:lnTo>
                <a:lnTo>
                  <a:pt x="284845" y="326522"/>
                </a:lnTo>
                <a:lnTo>
                  <a:pt x="280487" y="333880"/>
                </a:lnTo>
                <a:lnTo>
                  <a:pt x="268296" y="336958"/>
                </a:lnTo>
                <a:lnTo>
                  <a:pt x="263301" y="335325"/>
                </a:lnTo>
                <a:close/>
              </a:path>
              <a:path w="5142230" h="2300604">
                <a:moveTo>
                  <a:pt x="970518" y="1143407"/>
                </a:moveTo>
                <a:lnTo>
                  <a:pt x="965690" y="1138239"/>
                </a:lnTo>
                <a:lnTo>
                  <a:pt x="964509" y="1132576"/>
                </a:lnTo>
                <a:lnTo>
                  <a:pt x="966622" y="1127507"/>
                </a:lnTo>
                <a:lnTo>
                  <a:pt x="969546" y="1120667"/>
                </a:lnTo>
                <a:lnTo>
                  <a:pt x="977492" y="1117443"/>
                </a:lnTo>
                <a:lnTo>
                  <a:pt x="991267" y="1123294"/>
                </a:lnTo>
                <a:lnTo>
                  <a:pt x="994420" y="1131068"/>
                </a:lnTo>
                <a:lnTo>
                  <a:pt x="988642" y="1144921"/>
                </a:lnTo>
                <a:lnTo>
                  <a:pt x="980696" y="1148144"/>
                </a:lnTo>
                <a:lnTo>
                  <a:pt x="971992" y="1144496"/>
                </a:lnTo>
                <a:lnTo>
                  <a:pt x="970518" y="1143407"/>
                </a:lnTo>
                <a:close/>
              </a:path>
              <a:path w="5142230" h="2300604">
                <a:moveTo>
                  <a:pt x="495291" y="849828"/>
                </a:moveTo>
                <a:lnTo>
                  <a:pt x="484997" y="838808"/>
                </a:lnTo>
                <a:lnTo>
                  <a:pt x="485380" y="830323"/>
                </a:lnTo>
                <a:lnTo>
                  <a:pt x="496159" y="820162"/>
                </a:lnTo>
                <a:lnTo>
                  <a:pt x="504835" y="820458"/>
                </a:lnTo>
                <a:lnTo>
                  <a:pt x="514988" y="831326"/>
                </a:lnTo>
                <a:lnTo>
                  <a:pt x="514704" y="839819"/>
                </a:lnTo>
                <a:lnTo>
                  <a:pt x="503827" y="850071"/>
                </a:lnTo>
                <a:lnTo>
                  <a:pt x="495291" y="849828"/>
                </a:lnTo>
                <a:close/>
              </a:path>
              <a:path w="5142230" h="2300604">
                <a:moveTo>
                  <a:pt x="715579" y="1017414"/>
                </a:moveTo>
                <a:lnTo>
                  <a:pt x="710751" y="1012245"/>
                </a:lnTo>
                <a:lnTo>
                  <a:pt x="709840" y="1005699"/>
                </a:lnTo>
                <a:lnTo>
                  <a:pt x="716707" y="993989"/>
                </a:lnTo>
                <a:lnTo>
                  <a:pt x="724991" y="991811"/>
                </a:lnTo>
                <a:lnTo>
                  <a:pt x="737863" y="999336"/>
                </a:lnTo>
                <a:lnTo>
                  <a:pt x="740036" y="1007624"/>
                </a:lnTo>
                <a:lnTo>
                  <a:pt x="732517" y="1020492"/>
                </a:lnTo>
                <a:lnTo>
                  <a:pt x="724274" y="1022714"/>
                </a:lnTo>
                <a:lnTo>
                  <a:pt x="717790" y="1018901"/>
                </a:lnTo>
                <a:lnTo>
                  <a:pt x="716636" y="1018252"/>
                </a:lnTo>
                <a:lnTo>
                  <a:pt x="715579" y="1017414"/>
                </a:lnTo>
                <a:close/>
              </a:path>
              <a:path w="5142230" h="2300604">
                <a:moveTo>
                  <a:pt x="281546" y="404022"/>
                </a:moveTo>
                <a:lnTo>
                  <a:pt x="276809" y="398951"/>
                </a:lnTo>
                <a:lnTo>
                  <a:pt x="275692" y="397072"/>
                </a:lnTo>
                <a:lnTo>
                  <a:pt x="275106" y="394880"/>
                </a:lnTo>
                <a:lnTo>
                  <a:pt x="273086" y="387635"/>
                </a:lnTo>
                <a:lnTo>
                  <a:pt x="277304" y="380226"/>
                </a:lnTo>
                <a:lnTo>
                  <a:pt x="284500" y="378252"/>
                </a:lnTo>
                <a:lnTo>
                  <a:pt x="291646" y="376224"/>
                </a:lnTo>
                <a:lnTo>
                  <a:pt x="299150" y="380445"/>
                </a:lnTo>
                <a:lnTo>
                  <a:pt x="303098" y="394837"/>
                </a:lnTo>
                <a:lnTo>
                  <a:pt x="298930" y="402300"/>
                </a:lnTo>
                <a:lnTo>
                  <a:pt x="291734" y="404274"/>
                </a:lnTo>
                <a:lnTo>
                  <a:pt x="286681" y="405707"/>
                </a:lnTo>
                <a:lnTo>
                  <a:pt x="281546" y="404022"/>
                </a:lnTo>
                <a:close/>
              </a:path>
              <a:path w="5142230" h="2300604">
                <a:moveTo>
                  <a:pt x="542062" y="894617"/>
                </a:moveTo>
                <a:lnTo>
                  <a:pt x="536408" y="888565"/>
                </a:lnTo>
                <a:lnTo>
                  <a:pt x="536254" y="880775"/>
                </a:lnTo>
                <a:lnTo>
                  <a:pt x="540918" y="875505"/>
                </a:lnTo>
                <a:lnTo>
                  <a:pt x="545830" y="869912"/>
                </a:lnTo>
                <a:lnTo>
                  <a:pt x="554346" y="869353"/>
                </a:lnTo>
                <a:lnTo>
                  <a:pt x="565528" y="879270"/>
                </a:lnTo>
                <a:lnTo>
                  <a:pt x="566088" y="887786"/>
                </a:lnTo>
                <a:lnTo>
                  <a:pt x="556216" y="899017"/>
                </a:lnTo>
                <a:lnTo>
                  <a:pt x="547649" y="899523"/>
                </a:lnTo>
                <a:lnTo>
                  <a:pt x="542062" y="894617"/>
                </a:lnTo>
                <a:close/>
              </a:path>
              <a:path w="5142230" h="2300604">
                <a:moveTo>
                  <a:pt x="323796" y="539861"/>
                </a:moveTo>
                <a:lnTo>
                  <a:pt x="319018" y="534746"/>
                </a:lnTo>
                <a:lnTo>
                  <a:pt x="317987" y="533153"/>
                </a:lnTo>
                <a:lnTo>
                  <a:pt x="314890" y="524267"/>
                </a:lnTo>
                <a:lnTo>
                  <a:pt x="318646" y="516558"/>
                </a:lnTo>
                <a:lnTo>
                  <a:pt x="325669" y="514106"/>
                </a:lnTo>
                <a:lnTo>
                  <a:pt x="332810" y="511584"/>
                </a:lnTo>
                <a:lnTo>
                  <a:pt x="340446" y="515360"/>
                </a:lnTo>
                <a:lnTo>
                  <a:pt x="345354" y="529411"/>
                </a:lnTo>
                <a:lnTo>
                  <a:pt x="341644" y="537169"/>
                </a:lnTo>
                <a:lnTo>
                  <a:pt x="334575" y="539572"/>
                </a:lnTo>
                <a:lnTo>
                  <a:pt x="329366" y="541425"/>
                </a:lnTo>
                <a:lnTo>
                  <a:pt x="323796" y="539861"/>
                </a:lnTo>
                <a:close/>
              </a:path>
              <a:path w="5142230" h="2300604">
                <a:moveTo>
                  <a:pt x="214700" y="127784"/>
                </a:moveTo>
                <a:lnTo>
                  <a:pt x="209967" y="122718"/>
                </a:lnTo>
                <a:lnTo>
                  <a:pt x="208812" y="120602"/>
                </a:lnTo>
                <a:lnTo>
                  <a:pt x="208235" y="118127"/>
                </a:lnTo>
                <a:lnTo>
                  <a:pt x="206642" y="110850"/>
                </a:lnTo>
                <a:lnTo>
                  <a:pt x="211226" y="103636"/>
                </a:lnTo>
                <a:lnTo>
                  <a:pt x="218458" y="101994"/>
                </a:lnTo>
                <a:lnTo>
                  <a:pt x="225788" y="100360"/>
                </a:lnTo>
                <a:lnTo>
                  <a:pt x="232997" y="104949"/>
                </a:lnTo>
                <a:lnTo>
                  <a:pt x="236278" y="119507"/>
                </a:lnTo>
                <a:lnTo>
                  <a:pt x="231686" y="126809"/>
                </a:lnTo>
                <a:lnTo>
                  <a:pt x="219557" y="129465"/>
                </a:lnTo>
                <a:lnTo>
                  <a:pt x="214700" y="127784"/>
                </a:lnTo>
                <a:close/>
              </a:path>
              <a:path w="5142230" h="2300604">
                <a:moveTo>
                  <a:pt x="655055" y="979994"/>
                </a:moveTo>
                <a:lnTo>
                  <a:pt x="650136" y="974728"/>
                </a:lnTo>
                <a:lnTo>
                  <a:pt x="649424" y="967905"/>
                </a:lnTo>
                <a:lnTo>
                  <a:pt x="656996" y="956266"/>
                </a:lnTo>
                <a:lnTo>
                  <a:pt x="665363" y="954568"/>
                </a:lnTo>
                <a:lnTo>
                  <a:pt x="677872" y="962779"/>
                </a:lnTo>
                <a:lnTo>
                  <a:pt x="679623" y="971105"/>
                </a:lnTo>
                <a:lnTo>
                  <a:pt x="675538" y="977386"/>
                </a:lnTo>
                <a:lnTo>
                  <a:pt x="671408" y="983619"/>
                </a:lnTo>
                <a:lnTo>
                  <a:pt x="663033" y="985406"/>
                </a:lnTo>
                <a:lnTo>
                  <a:pt x="655877" y="980678"/>
                </a:lnTo>
                <a:lnTo>
                  <a:pt x="655055" y="979994"/>
                </a:lnTo>
                <a:close/>
              </a:path>
              <a:path w="5142230" h="2300604">
                <a:moveTo>
                  <a:pt x="2164938" y="2151247"/>
                </a:moveTo>
                <a:lnTo>
                  <a:pt x="2160201" y="2146176"/>
                </a:lnTo>
                <a:lnTo>
                  <a:pt x="2158814" y="2142541"/>
                </a:lnTo>
                <a:lnTo>
                  <a:pt x="2159040" y="2138678"/>
                </a:lnTo>
                <a:lnTo>
                  <a:pt x="2159531" y="2131188"/>
                </a:lnTo>
                <a:lnTo>
                  <a:pt x="2165292" y="2126212"/>
                </a:lnTo>
                <a:lnTo>
                  <a:pt x="2166000" y="2125601"/>
                </a:lnTo>
                <a:lnTo>
                  <a:pt x="2173439" y="2126039"/>
                </a:lnTo>
                <a:lnTo>
                  <a:pt x="2180885" y="2126580"/>
                </a:lnTo>
                <a:lnTo>
                  <a:pt x="2186520" y="2133004"/>
                </a:lnTo>
                <a:lnTo>
                  <a:pt x="2185537" y="2147884"/>
                </a:lnTo>
                <a:lnTo>
                  <a:pt x="2179817" y="2152904"/>
                </a:lnTo>
                <a:lnTo>
                  <a:pt x="2179065" y="2153565"/>
                </a:lnTo>
                <a:lnTo>
                  <a:pt x="2171674" y="2153082"/>
                </a:lnTo>
                <a:lnTo>
                  <a:pt x="2168043" y="2152812"/>
                </a:lnTo>
                <a:lnTo>
                  <a:pt x="2164938" y="2151247"/>
                </a:lnTo>
                <a:close/>
              </a:path>
              <a:path w="5142230" h="2300604">
                <a:moveTo>
                  <a:pt x="2040896" y="1686028"/>
                </a:moveTo>
                <a:lnTo>
                  <a:pt x="2035334" y="1680074"/>
                </a:lnTo>
                <a:lnTo>
                  <a:pt x="2030664" y="1674292"/>
                </a:lnTo>
                <a:lnTo>
                  <a:pt x="2031567" y="1665778"/>
                </a:lnTo>
                <a:lnTo>
                  <a:pt x="2037438" y="1661116"/>
                </a:lnTo>
                <a:lnTo>
                  <a:pt x="2043215" y="1656450"/>
                </a:lnTo>
                <a:lnTo>
                  <a:pt x="2051734" y="1657358"/>
                </a:lnTo>
                <a:lnTo>
                  <a:pt x="2061063" y="1669006"/>
                </a:lnTo>
                <a:lnTo>
                  <a:pt x="2060155" y="1677515"/>
                </a:lnTo>
                <a:lnTo>
                  <a:pt x="2050101" y="1685618"/>
                </a:lnTo>
                <a:lnTo>
                  <a:pt x="2048796" y="1686665"/>
                </a:lnTo>
                <a:lnTo>
                  <a:pt x="2040896" y="1686028"/>
                </a:lnTo>
                <a:close/>
              </a:path>
              <a:path w="5142230" h="2300604">
                <a:moveTo>
                  <a:pt x="230283" y="197151"/>
                </a:moveTo>
                <a:lnTo>
                  <a:pt x="225501" y="192031"/>
                </a:lnTo>
                <a:lnTo>
                  <a:pt x="224341" y="189910"/>
                </a:lnTo>
                <a:lnTo>
                  <a:pt x="222170" y="180158"/>
                </a:lnTo>
                <a:lnTo>
                  <a:pt x="226764" y="172954"/>
                </a:lnTo>
                <a:lnTo>
                  <a:pt x="233995" y="171312"/>
                </a:lnTo>
                <a:lnTo>
                  <a:pt x="241276" y="169624"/>
                </a:lnTo>
                <a:lnTo>
                  <a:pt x="248529" y="174163"/>
                </a:lnTo>
                <a:lnTo>
                  <a:pt x="251860" y="188774"/>
                </a:lnTo>
                <a:lnTo>
                  <a:pt x="247271" y="195983"/>
                </a:lnTo>
                <a:lnTo>
                  <a:pt x="239991" y="197670"/>
                </a:lnTo>
                <a:lnTo>
                  <a:pt x="235139" y="198733"/>
                </a:lnTo>
                <a:lnTo>
                  <a:pt x="230283" y="197151"/>
                </a:lnTo>
                <a:close/>
              </a:path>
              <a:path w="5142230" h="2300604">
                <a:moveTo>
                  <a:pt x="905347" y="1114794"/>
                </a:moveTo>
                <a:lnTo>
                  <a:pt x="900569" y="1109679"/>
                </a:lnTo>
                <a:lnTo>
                  <a:pt x="899444" y="1103881"/>
                </a:lnTo>
                <a:lnTo>
                  <a:pt x="901744" y="1098719"/>
                </a:lnTo>
                <a:lnTo>
                  <a:pt x="904857" y="1091886"/>
                </a:lnTo>
                <a:lnTo>
                  <a:pt x="912842" y="1088900"/>
                </a:lnTo>
                <a:lnTo>
                  <a:pt x="926460" y="1095071"/>
                </a:lnTo>
                <a:lnTo>
                  <a:pt x="929496" y="1103110"/>
                </a:lnTo>
                <a:lnTo>
                  <a:pt x="926432" y="1109899"/>
                </a:lnTo>
                <a:lnTo>
                  <a:pt x="923320" y="1116733"/>
                </a:lnTo>
                <a:lnTo>
                  <a:pt x="915329" y="1119713"/>
                </a:lnTo>
                <a:lnTo>
                  <a:pt x="908496" y="1116601"/>
                </a:lnTo>
                <a:lnTo>
                  <a:pt x="906820" y="1115883"/>
                </a:lnTo>
                <a:lnTo>
                  <a:pt x="905347" y="1114794"/>
                </a:lnTo>
                <a:close/>
              </a:path>
              <a:path w="5142230" h="2300604">
                <a:moveTo>
                  <a:pt x="376614" y="672057"/>
                </a:moveTo>
                <a:lnTo>
                  <a:pt x="371786" y="666888"/>
                </a:lnTo>
                <a:lnTo>
                  <a:pt x="370930" y="665679"/>
                </a:lnTo>
                <a:lnTo>
                  <a:pt x="370363" y="664290"/>
                </a:lnTo>
                <a:lnTo>
                  <a:pt x="367242" y="657528"/>
                </a:lnTo>
                <a:lnTo>
                  <a:pt x="370253" y="649510"/>
                </a:lnTo>
                <a:lnTo>
                  <a:pt x="377016" y="646388"/>
                </a:lnTo>
                <a:lnTo>
                  <a:pt x="383824" y="643315"/>
                </a:lnTo>
                <a:lnTo>
                  <a:pt x="391796" y="646278"/>
                </a:lnTo>
                <a:lnTo>
                  <a:pt x="394963" y="653089"/>
                </a:lnTo>
                <a:lnTo>
                  <a:pt x="398036" y="659898"/>
                </a:lnTo>
                <a:lnTo>
                  <a:pt x="395025" y="667915"/>
                </a:lnTo>
                <a:lnTo>
                  <a:pt x="388217" y="670988"/>
                </a:lnTo>
                <a:lnTo>
                  <a:pt x="382845" y="673449"/>
                </a:lnTo>
                <a:lnTo>
                  <a:pt x="376614" y="672057"/>
                </a:lnTo>
                <a:close/>
              </a:path>
              <a:path w="5142230" h="2300604">
                <a:moveTo>
                  <a:pt x="246340" y="266341"/>
                </a:moveTo>
                <a:lnTo>
                  <a:pt x="241557" y="261221"/>
                </a:lnTo>
                <a:lnTo>
                  <a:pt x="240443" y="259148"/>
                </a:lnTo>
                <a:lnTo>
                  <a:pt x="238131" y="249538"/>
                </a:lnTo>
                <a:lnTo>
                  <a:pt x="242411" y="242585"/>
                </a:lnTo>
                <a:lnTo>
                  <a:pt x="242629" y="242232"/>
                </a:lnTo>
                <a:lnTo>
                  <a:pt x="249909" y="240544"/>
                </a:lnTo>
                <a:lnTo>
                  <a:pt x="257139" y="238803"/>
                </a:lnTo>
                <a:lnTo>
                  <a:pt x="264450" y="243305"/>
                </a:lnTo>
                <a:lnTo>
                  <a:pt x="266187" y="250540"/>
                </a:lnTo>
                <a:lnTo>
                  <a:pt x="267874" y="257820"/>
                </a:lnTo>
                <a:lnTo>
                  <a:pt x="263638" y="264722"/>
                </a:lnTo>
                <a:lnTo>
                  <a:pt x="263421" y="265076"/>
                </a:lnTo>
                <a:lnTo>
                  <a:pt x="256142" y="266863"/>
                </a:lnTo>
                <a:lnTo>
                  <a:pt x="251242" y="267971"/>
                </a:lnTo>
                <a:lnTo>
                  <a:pt x="246340" y="266341"/>
                </a:lnTo>
                <a:close/>
              </a:path>
              <a:path w="5142230" h="2300604">
                <a:moveTo>
                  <a:pt x="449092" y="795193"/>
                </a:moveTo>
                <a:lnTo>
                  <a:pt x="443397" y="789097"/>
                </a:lnTo>
                <a:lnTo>
                  <a:pt x="438926" y="783138"/>
                </a:lnTo>
                <a:lnTo>
                  <a:pt x="440113" y="774633"/>
                </a:lnTo>
                <a:lnTo>
                  <a:pt x="446026" y="770113"/>
                </a:lnTo>
                <a:lnTo>
                  <a:pt x="451985" y="765642"/>
                </a:lnTo>
                <a:lnTo>
                  <a:pt x="460490" y="766829"/>
                </a:lnTo>
                <a:lnTo>
                  <a:pt x="469480" y="778701"/>
                </a:lnTo>
                <a:lnTo>
                  <a:pt x="468294" y="787206"/>
                </a:lnTo>
                <a:lnTo>
                  <a:pt x="462381" y="791725"/>
                </a:lnTo>
                <a:lnTo>
                  <a:pt x="456808" y="795926"/>
                </a:lnTo>
                <a:lnTo>
                  <a:pt x="449092" y="795193"/>
                </a:lnTo>
                <a:close/>
              </a:path>
              <a:path w="5142230" h="2300604">
                <a:moveTo>
                  <a:pt x="777749" y="1052100"/>
                </a:moveTo>
                <a:lnTo>
                  <a:pt x="772921" y="1046931"/>
                </a:lnTo>
                <a:lnTo>
                  <a:pt x="771911" y="1040670"/>
                </a:lnTo>
                <a:lnTo>
                  <a:pt x="774686" y="1035430"/>
                </a:lnTo>
                <a:lnTo>
                  <a:pt x="778210" y="1028841"/>
                </a:lnTo>
                <a:lnTo>
                  <a:pt x="786373" y="1026338"/>
                </a:lnTo>
                <a:lnTo>
                  <a:pt x="799589" y="1033350"/>
                </a:lnTo>
                <a:lnTo>
                  <a:pt x="802097" y="1041509"/>
                </a:lnTo>
                <a:lnTo>
                  <a:pt x="798613" y="1048141"/>
                </a:lnTo>
                <a:lnTo>
                  <a:pt x="795085" y="1054725"/>
                </a:lnTo>
                <a:lnTo>
                  <a:pt x="786881" y="1057184"/>
                </a:lnTo>
                <a:lnTo>
                  <a:pt x="780289" y="1053744"/>
                </a:lnTo>
                <a:lnTo>
                  <a:pt x="778950" y="1052995"/>
                </a:lnTo>
                <a:lnTo>
                  <a:pt x="777749" y="1052100"/>
                </a:lnTo>
                <a:close/>
              </a:path>
              <a:path w="5142230" h="2300604">
                <a:moveTo>
                  <a:pt x="348676" y="606570"/>
                </a:moveTo>
                <a:lnTo>
                  <a:pt x="343843" y="601397"/>
                </a:lnTo>
                <a:lnTo>
                  <a:pt x="342899" y="599996"/>
                </a:lnTo>
                <a:lnTo>
                  <a:pt x="342298" y="598375"/>
                </a:lnTo>
                <a:lnTo>
                  <a:pt x="339560" y="591436"/>
                </a:lnTo>
                <a:lnTo>
                  <a:pt x="342897" y="583571"/>
                </a:lnTo>
                <a:lnTo>
                  <a:pt x="356823" y="578050"/>
                </a:lnTo>
                <a:lnTo>
                  <a:pt x="364684" y="581480"/>
                </a:lnTo>
                <a:lnTo>
                  <a:pt x="370160" y="595357"/>
                </a:lnTo>
                <a:lnTo>
                  <a:pt x="366778" y="603174"/>
                </a:lnTo>
                <a:lnTo>
                  <a:pt x="359840" y="605912"/>
                </a:lnTo>
                <a:lnTo>
                  <a:pt x="354527" y="608044"/>
                </a:lnTo>
                <a:lnTo>
                  <a:pt x="348676" y="606570"/>
                </a:lnTo>
                <a:close/>
              </a:path>
              <a:path w="5142230" h="2300604">
                <a:moveTo>
                  <a:pt x="2164503" y="2009929"/>
                </a:moveTo>
                <a:lnTo>
                  <a:pt x="2159766" y="2004858"/>
                </a:lnTo>
                <a:lnTo>
                  <a:pt x="2158449" y="2002080"/>
                </a:lnTo>
                <a:lnTo>
                  <a:pt x="2157534" y="1991521"/>
                </a:lnTo>
                <a:lnTo>
                  <a:pt x="2162998" y="1984956"/>
                </a:lnTo>
                <a:lnTo>
                  <a:pt x="2170476" y="1984262"/>
                </a:lnTo>
                <a:lnTo>
                  <a:pt x="2177914" y="1983623"/>
                </a:lnTo>
                <a:lnTo>
                  <a:pt x="2184426" y="1989127"/>
                </a:lnTo>
                <a:lnTo>
                  <a:pt x="2185812" y="2004003"/>
                </a:lnTo>
                <a:lnTo>
                  <a:pt x="2180250" y="2010560"/>
                </a:lnTo>
                <a:lnTo>
                  <a:pt x="2168507" y="2011576"/>
                </a:lnTo>
                <a:lnTo>
                  <a:pt x="2164503" y="2009929"/>
                </a:lnTo>
                <a:close/>
              </a:path>
              <a:path w="5142230" h="2300604">
                <a:moveTo>
                  <a:pt x="597274" y="939546"/>
                </a:moveTo>
                <a:lnTo>
                  <a:pt x="591757" y="933641"/>
                </a:lnTo>
                <a:lnTo>
                  <a:pt x="591305" y="926412"/>
                </a:lnTo>
                <a:lnTo>
                  <a:pt x="595309" y="921120"/>
                </a:lnTo>
                <a:lnTo>
                  <a:pt x="599762" y="915134"/>
                </a:lnTo>
                <a:lnTo>
                  <a:pt x="608252" y="913959"/>
                </a:lnTo>
                <a:lnTo>
                  <a:pt x="620170" y="922905"/>
                </a:lnTo>
                <a:lnTo>
                  <a:pt x="621398" y="931355"/>
                </a:lnTo>
                <a:lnTo>
                  <a:pt x="616892" y="937381"/>
                </a:lnTo>
                <a:lnTo>
                  <a:pt x="612394" y="943318"/>
                </a:lnTo>
                <a:lnTo>
                  <a:pt x="603949" y="944542"/>
                </a:lnTo>
                <a:lnTo>
                  <a:pt x="597971" y="940000"/>
                </a:lnTo>
                <a:lnTo>
                  <a:pt x="597274" y="939546"/>
                </a:lnTo>
                <a:close/>
              </a:path>
              <a:path w="5142230" h="2300604">
                <a:moveTo>
                  <a:pt x="1988788" y="1628684"/>
                </a:moveTo>
                <a:lnTo>
                  <a:pt x="1983504" y="1623027"/>
                </a:lnTo>
                <a:lnTo>
                  <a:pt x="1983545" y="1614762"/>
                </a:lnTo>
                <a:lnTo>
                  <a:pt x="1988637" y="1609559"/>
                </a:lnTo>
                <a:lnTo>
                  <a:pt x="1993916" y="1604262"/>
                </a:lnTo>
                <a:lnTo>
                  <a:pt x="2002462" y="1604222"/>
                </a:lnTo>
                <a:lnTo>
                  <a:pt x="2013102" y="1614635"/>
                </a:lnTo>
                <a:lnTo>
                  <a:pt x="2013188" y="1623231"/>
                </a:lnTo>
                <a:lnTo>
                  <a:pt x="2007909" y="1628527"/>
                </a:lnTo>
                <a:lnTo>
                  <a:pt x="2002675" y="1633873"/>
                </a:lnTo>
                <a:lnTo>
                  <a:pt x="1994129" y="1633912"/>
                </a:lnTo>
                <a:lnTo>
                  <a:pt x="1988788" y="1628684"/>
                </a:lnTo>
                <a:close/>
              </a:path>
              <a:path w="5142230" h="2300604">
                <a:moveTo>
                  <a:pt x="1200954" y="1087754"/>
                </a:moveTo>
                <a:lnTo>
                  <a:pt x="1196308" y="1082781"/>
                </a:lnTo>
                <a:lnTo>
                  <a:pt x="1195067" y="1077640"/>
                </a:lnTo>
                <a:lnTo>
                  <a:pt x="1199286" y="1066028"/>
                </a:lnTo>
                <a:lnTo>
                  <a:pt x="1206865" y="1062509"/>
                </a:lnTo>
                <a:lnTo>
                  <a:pt x="1220476" y="1067500"/>
                </a:lnTo>
                <a:lnTo>
                  <a:pt x="1223954" y="1075035"/>
                </a:lnTo>
                <a:lnTo>
                  <a:pt x="1218958" y="1088650"/>
                </a:lnTo>
                <a:lnTo>
                  <a:pt x="1211423" y="1092119"/>
                </a:lnTo>
                <a:lnTo>
                  <a:pt x="1202658" y="1088893"/>
                </a:lnTo>
                <a:lnTo>
                  <a:pt x="1200954" y="1087754"/>
                </a:lnTo>
                <a:close/>
              </a:path>
              <a:path w="5142230" h="2300604">
                <a:moveTo>
                  <a:pt x="2407019" y="2061239"/>
                </a:moveTo>
                <a:lnTo>
                  <a:pt x="2402419" y="2056315"/>
                </a:lnTo>
                <a:lnTo>
                  <a:pt x="2401032" y="2052679"/>
                </a:lnTo>
                <a:lnTo>
                  <a:pt x="2402121" y="2041627"/>
                </a:lnTo>
                <a:lnTo>
                  <a:pt x="2407100" y="2037476"/>
                </a:lnTo>
                <a:lnTo>
                  <a:pt x="2408486" y="2036320"/>
                </a:lnTo>
                <a:lnTo>
                  <a:pt x="2422932" y="2037709"/>
                </a:lnTo>
                <a:lnTo>
                  <a:pt x="2428186" y="2044115"/>
                </a:lnTo>
                <a:lnTo>
                  <a:pt x="2427520" y="2051320"/>
                </a:lnTo>
                <a:lnTo>
                  <a:pt x="2426756" y="2058517"/>
                </a:lnTo>
                <a:lnTo>
                  <a:pt x="2421777" y="2062668"/>
                </a:lnTo>
                <a:lnTo>
                  <a:pt x="2420391" y="2063824"/>
                </a:lnTo>
                <a:lnTo>
                  <a:pt x="2413189" y="2063054"/>
                </a:lnTo>
                <a:lnTo>
                  <a:pt x="2409895" y="2062753"/>
                </a:lnTo>
                <a:lnTo>
                  <a:pt x="2407019" y="2061239"/>
                </a:lnTo>
                <a:close/>
              </a:path>
              <a:path w="5142230" h="2300604">
                <a:moveTo>
                  <a:pt x="331900" y="168791"/>
                </a:moveTo>
                <a:lnTo>
                  <a:pt x="327299" y="163866"/>
                </a:lnTo>
                <a:lnTo>
                  <a:pt x="326228" y="162036"/>
                </a:lnTo>
                <a:lnTo>
                  <a:pt x="323607" y="153071"/>
                </a:lnTo>
                <a:lnTo>
                  <a:pt x="327629" y="145843"/>
                </a:lnTo>
                <a:lnTo>
                  <a:pt x="341553" y="141785"/>
                </a:lnTo>
                <a:lnTo>
                  <a:pt x="348780" y="145808"/>
                </a:lnTo>
                <a:lnTo>
                  <a:pt x="352839" y="159731"/>
                </a:lnTo>
                <a:lnTo>
                  <a:pt x="348816" y="166959"/>
                </a:lnTo>
                <a:lnTo>
                  <a:pt x="341850" y="168983"/>
                </a:lnTo>
                <a:lnTo>
                  <a:pt x="336944" y="170379"/>
                </a:lnTo>
                <a:lnTo>
                  <a:pt x="331900" y="168791"/>
                </a:lnTo>
                <a:close/>
              </a:path>
              <a:path w="5142230" h="2300604">
                <a:moveTo>
                  <a:pt x="1335238" y="1134342"/>
                </a:moveTo>
                <a:lnTo>
                  <a:pt x="1330592" y="1129368"/>
                </a:lnTo>
                <a:lnTo>
                  <a:pt x="1329344" y="1124416"/>
                </a:lnTo>
                <a:lnTo>
                  <a:pt x="1330874" y="1119700"/>
                </a:lnTo>
                <a:lnTo>
                  <a:pt x="1333066" y="1113054"/>
                </a:lnTo>
                <a:lnTo>
                  <a:pt x="1333137" y="1112837"/>
                </a:lnTo>
                <a:lnTo>
                  <a:pt x="1340580" y="1109172"/>
                </a:lnTo>
                <a:lnTo>
                  <a:pt x="1354301" y="1113694"/>
                </a:lnTo>
                <a:lnTo>
                  <a:pt x="1358014" y="1121091"/>
                </a:lnTo>
                <a:lnTo>
                  <a:pt x="1355751" y="1127954"/>
                </a:lnTo>
                <a:lnTo>
                  <a:pt x="1353511" y="1134646"/>
                </a:lnTo>
                <a:lnTo>
                  <a:pt x="1353439" y="1134862"/>
                </a:lnTo>
                <a:lnTo>
                  <a:pt x="1346046" y="1138581"/>
                </a:lnTo>
                <a:lnTo>
                  <a:pt x="1339184" y="1136317"/>
                </a:lnTo>
                <a:lnTo>
                  <a:pt x="1337037" y="1135583"/>
                </a:lnTo>
                <a:lnTo>
                  <a:pt x="1335238" y="1134342"/>
                </a:lnTo>
                <a:close/>
              </a:path>
              <a:path w="5142230" h="2300604">
                <a:moveTo>
                  <a:pt x="543604" y="694324"/>
                </a:moveTo>
                <a:lnTo>
                  <a:pt x="538035" y="688362"/>
                </a:lnTo>
                <a:lnTo>
                  <a:pt x="533701" y="682550"/>
                </a:lnTo>
                <a:lnTo>
                  <a:pt x="534878" y="674328"/>
                </a:lnTo>
                <a:lnTo>
                  <a:pt x="546454" y="665705"/>
                </a:lnTo>
                <a:lnTo>
                  <a:pt x="554676" y="666882"/>
                </a:lnTo>
                <a:lnTo>
                  <a:pt x="563344" y="678507"/>
                </a:lnTo>
                <a:lnTo>
                  <a:pt x="562118" y="686675"/>
                </a:lnTo>
                <a:lnTo>
                  <a:pt x="556355" y="691063"/>
                </a:lnTo>
                <a:lnTo>
                  <a:pt x="550928" y="695028"/>
                </a:lnTo>
                <a:lnTo>
                  <a:pt x="543604" y="694324"/>
                </a:lnTo>
                <a:close/>
              </a:path>
              <a:path w="5142230" h="2300604">
                <a:moveTo>
                  <a:pt x="937934" y="979892"/>
                </a:moveTo>
                <a:lnTo>
                  <a:pt x="933288" y="974919"/>
                </a:lnTo>
                <a:lnTo>
                  <a:pt x="932213" y="969175"/>
                </a:lnTo>
                <a:lnTo>
                  <a:pt x="934548" y="964245"/>
                </a:lnTo>
                <a:lnTo>
                  <a:pt x="937511" y="957642"/>
                </a:lnTo>
                <a:lnTo>
                  <a:pt x="945355" y="954798"/>
                </a:lnTo>
                <a:lnTo>
                  <a:pt x="958463" y="960815"/>
                </a:lnTo>
                <a:lnTo>
                  <a:pt x="961361" y="968609"/>
                </a:lnTo>
                <a:lnTo>
                  <a:pt x="955291" y="981758"/>
                </a:lnTo>
                <a:lnTo>
                  <a:pt x="947497" y="984656"/>
                </a:lnTo>
                <a:lnTo>
                  <a:pt x="939317" y="980884"/>
                </a:lnTo>
                <a:lnTo>
                  <a:pt x="937934" y="979892"/>
                </a:lnTo>
                <a:close/>
              </a:path>
              <a:path w="5142230" h="2300604">
                <a:moveTo>
                  <a:pt x="2286217" y="1597924"/>
                </a:moveTo>
                <a:lnTo>
                  <a:pt x="2281070" y="1592414"/>
                </a:lnTo>
                <a:lnTo>
                  <a:pt x="2276346" y="1586966"/>
                </a:lnTo>
                <a:lnTo>
                  <a:pt x="2276911" y="1578676"/>
                </a:lnTo>
                <a:lnTo>
                  <a:pt x="2287101" y="1569840"/>
                </a:lnTo>
                <a:lnTo>
                  <a:pt x="2287808" y="1569228"/>
                </a:lnTo>
                <a:lnTo>
                  <a:pt x="2296093" y="1569788"/>
                </a:lnTo>
                <a:lnTo>
                  <a:pt x="2305587" y="1580733"/>
                </a:lnTo>
                <a:lnTo>
                  <a:pt x="2304981" y="1588979"/>
                </a:lnTo>
                <a:lnTo>
                  <a:pt x="2299578" y="1593752"/>
                </a:lnTo>
                <a:lnTo>
                  <a:pt x="2294833" y="1597861"/>
                </a:lnTo>
                <a:lnTo>
                  <a:pt x="2294227" y="1598386"/>
                </a:lnTo>
                <a:lnTo>
                  <a:pt x="2286217" y="1597924"/>
                </a:lnTo>
                <a:close/>
              </a:path>
              <a:path w="5142230" h="2300604">
                <a:moveTo>
                  <a:pt x="589551" y="749081"/>
                </a:moveTo>
                <a:lnTo>
                  <a:pt x="579667" y="738500"/>
                </a:lnTo>
                <a:lnTo>
                  <a:pt x="579901" y="730246"/>
                </a:lnTo>
                <a:lnTo>
                  <a:pt x="590432" y="720308"/>
                </a:lnTo>
                <a:lnTo>
                  <a:pt x="598830" y="720599"/>
                </a:lnTo>
                <a:lnTo>
                  <a:pt x="608623" y="731082"/>
                </a:lnTo>
                <a:lnTo>
                  <a:pt x="608435" y="739384"/>
                </a:lnTo>
                <a:lnTo>
                  <a:pt x="597854" y="749269"/>
                </a:lnTo>
                <a:lnTo>
                  <a:pt x="589551" y="749081"/>
                </a:lnTo>
                <a:close/>
              </a:path>
              <a:path w="5142230" h="2300604">
                <a:moveTo>
                  <a:pt x="1267892" y="1111513"/>
                </a:moveTo>
                <a:lnTo>
                  <a:pt x="1263291" y="1106588"/>
                </a:lnTo>
                <a:lnTo>
                  <a:pt x="1262042" y="1101537"/>
                </a:lnTo>
                <a:lnTo>
                  <a:pt x="1266028" y="1089969"/>
                </a:lnTo>
                <a:lnTo>
                  <a:pt x="1273516" y="1086353"/>
                </a:lnTo>
                <a:lnTo>
                  <a:pt x="1280326" y="1088657"/>
                </a:lnTo>
                <a:lnTo>
                  <a:pt x="1287141" y="1091065"/>
                </a:lnTo>
                <a:lnTo>
                  <a:pt x="1290806" y="1098508"/>
                </a:lnTo>
                <a:lnTo>
                  <a:pt x="1288448" y="1105367"/>
                </a:lnTo>
                <a:lnTo>
                  <a:pt x="1286045" y="1112178"/>
                </a:lnTo>
                <a:lnTo>
                  <a:pt x="1278651" y="1115798"/>
                </a:lnTo>
                <a:lnTo>
                  <a:pt x="1271792" y="1113440"/>
                </a:lnTo>
                <a:lnTo>
                  <a:pt x="1269690" y="1112754"/>
                </a:lnTo>
                <a:lnTo>
                  <a:pt x="1267892" y="1111513"/>
                </a:lnTo>
                <a:close/>
              </a:path>
              <a:path w="5142230" h="2300604">
                <a:moveTo>
                  <a:pt x="2411552" y="1990631"/>
                </a:moveTo>
                <a:lnTo>
                  <a:pt x="2406997" y="1985755"/>
                </a:lnTo>
                <a:lnTo>
                  <a:pt x="2405648" y="1982356"/>
                </a:lnTo>
                <a:lnTo>
                  <a:pt x="2405867" y="1971643"/>
                </a:lnTo>
                <a:lnTo>
                  <a:pt x="2411873" y="1965951"/>
                </a:lnTo>
                <a:lnTo>
                  <a:pt x="2419133" y="1966099"/>
                </a:lnTo>
                <a:lnTo>
                  <a:pt x="2426350" y="1966298"/>
                </a:lnTo>
                <a:lnTo>
                  <a:pt x="2432095" y="1972253"/>
                </a:lnTo>
                <a:lnTo>
                  <a:pt x="2431947" y="1979523"/>
                </a:lnTo>
                <a:lnTo>
                  <a:pt x="2431744" y="1986734"/>
                </a:lnTo>
                <a:lnTo>
                  <a:pt x="2425748" y="1992436"/>
                </a:lnTo>
                <a:lnTo>
                  <a:pt x="2414846" y="1992202"/>
                </a:lnTo>
                <a:lnTo>
                  <a:pt x="2411552" y="1990631"/>
                </a:lnTo>
                <a:close/>
              </a:path>
              <a:path w="5142230" h="2300604">
                <a:moveTo>
                  <a:pt x="1402652" y="1156559"/>
                </a:moveTo>
                <a:lnTo>
                  <a:pt x="1398052" y="1151634"/>
                </a:lnTo>
                <a:lnTo>
                  <a:pt x="1396800" y="1146677"/>
                </a:lnTo>
                <a:lnTo>
                  <a:pt x="1400597" y="1135103"/>
                </a:lnTo>
                <a:lnTo>
                  <a:pt x="1407949" y="1131340"/>
                </a:lnTo>
                <a:lnTo>
                  <a:pt x="1414860" y="1133558"/>
                </a:lnTo>
                <a:lnTo>
                  <a:pt x="1421723" y="1135822"/>
                </a:lnTo>
                <a:lnTo>
                  <a:pt x="1425485" y="1143173"/>
                </a:lnTo>
                <a:lnTo>
                  <a:pt x="1423267" y="1150085"/>
                </a:lnTo>
                <a:lnTo>
                  <a:pt x="1421004" y="1156947"/>
                </a:lnTo>
                <a:lnTo>
                  <a:pt x="1413604" y="1160755"/>
                </a:lnTo>
                <a:lnTo>
                  <a:pt x="1406737" y="1158487"/>
                </a:lnTo>
                <a:lnTo>
                  <a:pt x="1404546" y="1157803"/>
                </a:lnTo>
                <a:lnTo>
                  <a:pt x="1402652" y="1156559"/>
                </a:lnTo>
                <a:close/>
              </a:path>
              <a:path w="5142230" h="2300604">
                <a:moveTo>
                  <a:pt x="414605" y="440795"/>
                </a:moveTo>
                <a:lnTo>
                  <a:pt x="409959" y="435822"/>
                </a:lnTo>
                <a:lnTo>
                  <a:pt x="409019" y="434326"/>
                </a:lnTo>
                <a:lnTo>
                  <a:pt x="405958" y="425771"/>
                </a:lnTo>
                <a:lnTo>
                  <a:pt x="409519" y="418245"/>
                </a:lnTo>
                <a:lnTo>
                  <a:pt x="416305" y="415832"/>
                </a:lnTo>
                <a:lnTo>
                  <a:pt x="423140" y="413374"/>
                </a:lnTo>
                <a:lnTo>
                  <a:pt x="430616" y="416881"/>
                </a:lnTo>
                <a:lnTo>
                  <a:pt x="435533" y="430550"/>
                </a:lnTo>
                <a:lnTo>
                  <a:pt x="431931" y="438033"/>
                </a:lnTo>
                <a:lnTo>
                  <a:pt x="425141" y="440441"/>
                </a:lnTo>
                <a:lnTo>
                  <a:pt x="420030" y="442302"/>
                </a:lnTo>
                <a:lnTo>
                  <a:pt x="414605" y="440795"/>
                </a:lnTo>
                <a:close/>
              </a:path>
              <a:path w="5142230" h="2300604">
                <a:moveTo>
                  <a:pt x="440245" y="507242"/>
                </a:moveTo>
                <a:lnTo>
                  <a:pt x="435598" y="502269"/>
                </a:lnTo>
                <a:lnTo>
                  <a:pt x="434700" y="500916"/>
                </a:lnTo>
                <a:lnTo>
                  <a:pt x="434137" y="499433"/>
                </a:lnTo>
                <a:lnTo>
                  <a:pt x="431344" y="492729"/>
                </a:lnTo>
                <a:lnTo>
                  <a:pt x="434531" y="485095"/>
                </a:lnTo>
                <a:lnTo>
                  <a:pt x="447891" y="479554"/>
                </a:lnTo>
                <a:lnTo>
                  <a:pt x="455573" y="482696"/>
                </a:lnTo>
                <a:lnTo>
                  <a:pt x="461061" y="496096"/>
                </a:lnTo>
                <a:lnTo>
                  <a:pt x="457879" y="503735"/>
                </a:lnTo>
                <a:lnTo>
                  <a:pt x="451223" y="506483"/>
                </a:lnTo>
                <a:lnTo>
                  <a:pt x="446181" y="508612"/>
                </a:lnTo>
                <a:lnTo>
                  <a:pt x="446050" y="508667"/>
                </a:lnTo>
                <a:lnTo>
                  <a:pt x="440245" y="507242"/>
                </a:lnTo>
                <a:close/>
              </a:path>
              <a:path w="5142230" h="2300604">
                <a:moveTo>
                  <a:pt x="2361954" y="1715457"/>
                </a:moveTo>
                <a:lnTo>
                  <a:pt x="2357257" y="1710430"/>
                </a:lnTo>
                <a:lnTo>
                  <a:pt x="2356493" y="1709318"/>
                </a:lnTo>
                <a:lnTo>
                  <a:pt x="2352848" y="1701410"/>
                </a:lnTo>
                <a:lnTo>
                  <a:pt x="2355751" y="1693667"/>
                </a:lnTo>
                <a:lnTo>
                  <a:pt x="2362276" y="1690584"/>
                </a:lnTo>
                <a:lnTo>
                  <a:pt x="2368852" y="1687555"/>
                </a:lnTo>
                <a:lnTo>
                  <a:pt x="2376679" y="1690461"/>
                </a:lnTo>
                <a:lnTo>
                  <a:pt x="2382752" y="1703608"/>
                </a:lnTo>
                <a:lnTo>
                  <a:pt x="2379844" y="1711345"/>
                </a:lnTo>
                <a:lnTo>
                  <a:pt x="2367992" y="1716839"/>
                </a:lnTo>
                <a:lnTo>
                  <a:pt x="2361954" y="1715457"/>
                </a:lnTo>
                <a:close/>
              </a:path>
              <a:path w="5142230" h="2300604">
                <a:moveTo>
                  <a:pt x="1002956" y="1008737"/>
                </a:moveTo>
                <a:lnTo>
                  <a:pt x="998310" y="1003763"/>
                </a:lnTo>
                <a:lnTo>
                  <a:pt x="997176" y="998248"/>
                </a:lnTo>
                <a:lnTo>
                  <a:pt x="1002101" y="986708"/>
                </a:lnTo>
                <a:lnTo>
                  <a:pt x="1009807" y="983618"/>
                </a:lnTo>
                <a:lnTo>
                  <a:pt x="1023116" y="989264"/>
                </a:lnTo>
                <a:lnTo>
                  <a:pt x="1026157" y="997016"/>
                </a:lnTo>
                <a:lnTo>
                  <a:pt x="1020511" y="1010326"/>
                </a:lnTo>
                <a:lnTo>
                  <a:pt x="1012805" y="1013415"/>
                </a:lnTo>
                <a:lnTo>
                  <a:pt x="1004430" y="1009825"/>
                </a:lnTo>
                <a:lnTo>
                  <a:pt x="1002956" y="1008737"/>
                </a:lnTo>
                <a:close/>
              </a:path>
              <a:path w="5142230" h="2300604">
                <a:moveTo>
                  <a:pt x="469661" y="572161"/>
                </a:moveTo>
                <a:lnTo>
                  <a:pt x="464973" y="567143"/>
                </a:lnTo>
                <a:lnTo>
                  <a:pt x="464206" y="566126"/>
                </a:lnTo>
                <a:lnTo>
                  <a:pt x="460456" y="558397"/>
                </a:lnTo>
                <a:lnTo>
                  <a:pt x="463083" y="550555"/>
                </a:lnTo>
                <a:lnTo>
                  <a:pt x="469612" y="547379"/>
                </a:lnTo>
                <a:lnTo>
                  <a:pt x="475783" y="544308"/>
                </a:lnTo>
                <a:lnTo>
                  <a:pt x="476095" y="544153"/>
                </a:lnTo>
                <a:lnTo>
                  <a:pt x="483934" y="546875"/>
                </a:lnTo>
                <a:lnTo>
                  <a:pt x="487159" y="553358"/>
                </a:lnTo>
                <a:lnTo>
                  <a:pt x="490290" y="559838"/>
                </a:lnTo>
                <a:lnTo>
                  <a:pt x="487663" y="567679"/>
                </a:lnTo>
                <a:lnTo>
                  <a:pt x="481134" y="570856"/>
                </a:lnTo>
                <a:lnTo>
                  <a:pt x="475851" y="573509"/>
                </a:lnTo>
                <a:lnTo>
                  <a:pt x="469661" y="572161"/>
                </a:lnTo>
                <a:close/>
              </a:path>
              <a:path w="5142230" h="2300604">
                <a:moveTo>
                  <a:pt x="2386619" y="1781253"/>
                </a:moveTo>
                <a:lnTo>
                  <a:pt x="2382018" y="1776328"/>
                </a:lnTo>
                <a:lnTo>
                  <a:pt x="2380998" y="1774551"/>
                </a:lnTo>
                <a:lnTo>
                  <a:pt x="2380400" y="1772543"/>
                </a:lnTo>
                <a:lnTo>
                  <a:pt x="2378278" y="1765678"/>
                </a:lnTo>
                <a:lnTo>
                  <a:pt x="2382205" y="1758347"/>
                </a:lnTo>
                <a:lnTo>
                  <a:pt x="2389126" y="1756274"/>
                </a:lnTo>
                <a:lnTo>
                  <a:pt x="2396041" y="1754097"/>
                </a:lnTo>
                <a:lnTo>
                  <a:pt x="2403371" y="1758034"/>
                </a:lnTo>
                <a:lnTo>
                  <a:pt x="2407567" y="1771910"/>
                </a:lnTo>
                <a:lnTo>
                  <a:pt x="2403640" y="1779240"/>
                </a:lnTo>
                <a:lnTo>
                  <a:pt x="2391806" y="1782798"/>
                </a:lnTo>
                <a:lnTo>
                  <a:pt x="2386619" y="1781253"/>
                </a:lnTo>
                <a:close/>
              </a:path>
              <a:path w="5142230" h="2300604">
                <a:moveTo>
                  <a:pt x="2369447" y="2270468"/>
                </a:moveTo>
                <a:lnTo>
                  <a:pt x="2364851" y="2265548"/>
                </a:lnTo>
                <a:lnTo>
                  <a:pt x="2363539" y="2261113"/>
                </a:lnTo>
                <a:lnTo>
                  <a:pt x="2366287" y="2249588"/>
                </a:lnTo>
                <a:lnTo>
                  <a:pt x="2373374" y="2245250"/>
                </a:lnTo>
                <a:lnTo>
                  <a:pt x="2380396" y="2247000"/>
                </a:lnTo>
                <a:lnTo>
                  <a:pt x="2387426" y="2248660"/>
                </a:lnTo>
                <a:lnTo>
                  <a:pt x="2391760" y="2255743"/>
                </a:lnTo>
                <a:lnTo>
                  <a:pt x="2388359" y="2269795"/>
                </a:lnTo>
                <a:lnTo>
                  <a:pt x="2381271" y="2274133"/>
                </a:lnTo>
                <a:lnTo>
                  <a:pt x="2371666" y="2271866"/>
                </a:lnTo>
                <a:lnTo>
                  <a:pt x="2369447" y="2270468"/>
                </a:lnTo>
                <a:close/>
              </a:path>
              <a:path w="5142230" h="2300604">
                <a:moveTo>
                  <a:pt x="2385073" y="2201276"/>
                </a:moveTo>
                <a:lnTo>
                  <a:pt x="2380468" y="2196346"/>
                </a:lnTo>
                <a:lnTo>
                  <a:pt x="2379108" y="2192056"/>
                </a:lnTo>
                <a:lnTo>
                  <a:pt x="2379978" y="2187709"/>
                </a:lnTo>
                <a:lnTo>
                  <a:pt x="2381427" y="2180658"/>
                </a:lnTo>
                <a:lnTo>
                  <a:pt x="2388386" y="2176085"/>
                </a:lnTo>
                <a:lnTo>
                  <a:pt x="2402543" y="2179021"/>
                </a:lnTo>
                <a:lnTo>
                  <a:pt x="2407120" y="2185876"/>
                </a:lnTo>
                <a:lnTo>
                  <a:pt x="2405650" y="2193002"/>
                </a:lnTo>
                <a:lnTo>
                  <a:pt x="2404234" y="2200087"/>
                </a:lnTo>
                <a:lnTo>
                  <a:pt x="2397275" y="2204661"/>
                </a:lnTo>
                <a:lnTo>
                  <a:pt x="2390195" y="2203240"/>
                </a:lnTo>
                <a:lnTo>
                  <a:pt x="2387435" y="2202631"/>
                </a:lnTo>
                <a:lnTo>
                  <a:pt x="2385073" y="2201276"/>
                </a:lnTo>
                <a:close/>
              </a:path>
              <a:path w="5142230" h="2300604">
                <a:moveTo>
                  <a:pt x="503693" y="634885"/>
                </a:moveTo>
                <a:lnTo>
                  <a:pt x="498951" y="629809"/>
                </a:lnTo>
                <a:lnTo>
                  <a:pt x="498415" y="629040"/>
                </a:lnTo>
                <a:lnTo>
                  <a:pt x="494217" y="622005"/>
                </a:lnTo>
                <a:lnTo>
                  <a:pt x="496236" y="614001"/>
                </a:lnTo>
                <a:lnTo>
                  <a:pt x="502403" y="610240"/>
                </a:lnTo>
                <a:lnTo>
                  <a:pt x="508619" y="606533"/>
                </a:lnTo>
                <a:lnTo>
                  <a:pt x="516673" y="608606"/>
                </a:lnTo>
                <a:lnTo>
                  <a:pt x="524135" y="620993"/>
                </a:lnTo>
                <a:lnTo>
                  <a:pt x="522067" y="629043"/>
                </a:lnTo>
                <a:lnTo>
                  <a:pt x="515851" y="632750"/>
                </a:lnTo>
                <a:lnTo>
                  <a:pt x="510500" y="636014"/>
                </a:lnTo>
                <a:lnTo>
                  <a:pt x="503693" y="634885"/>
                </a:lnTo>
                <a:close/>
              </a:path>
              <a:path w="5142230" h="2300604">
                <a:moveTo>
                  <a:pt x="2328416" y="1653947"/>
                </a:moveTo>
                <a:lnTo>
                  <a:pt x="2323075" y="1648229"/>
                </a:lnTo>
                <a:lnTo>
                  <a:pt x="2318674" y="1641466"/>
                </a:lnTo>
                <a:lnTo>
                  <a:pt x="2320414" y="1633358"/>
                </a:lnTo>
                <a:lnTo>
                  <a:pt x="2332530" y="1625508"/>
                </a:lnTo>
                <a:lnTo>
                  <a:pt x="2340643" y="1627253"/>
                </a:lnTo>
                <a:lnTo>
                  <a:pt x="2348492" y="1639369"/>
                </a:lnTo>
                <a:lnTo>
                  <a:pt x="2346794" y="1647521"/>
                </a:lnTo>
                <a:lnTo>
                  <a:pt x="2335309" y="1654972"/>
                </a:lnTo>
                <a:lnTo>
                  <a:pt x="2328416" y="1653947"/>
                </a:lnTo>
                <a:close/>
              </a:path>
              <a:path w="5142230" h="2300604">
                <a:moveTo>
                  <a:pt x="1134446" y="1062499"/>
                </a:moveTo>
                <a:lnTo>
                  <a:pt x="1129800" y="1057526"/>
                </a:lnTo>
                <a:lnTo>
                  <a:pt x="1128611" y="1052245"/>
                </a:lnTo>
                <a:lnTo>
                  <a:pt x="1130569" y="1047402"/>
                </a:lnTo>
                <a:lnTo>
                  <a:pt x="1133207" y="1040646"/>
                </a:lnTo>
                <a:lnTo>
                  <a:pt x="1140779" y="1037316"/>
                </a:lnTo>
                <a:lnTo>
                  <a:pt x="1147531" y="1039949"/>
                </a:lnTo>
                <a:lnTo>
                  <a:pt x="1154237" y="1042632"/>
                </a:lnTo>
                <a:lnTo>
                  <a:pt x="1157572" y="1050209"/>
                </a:lnTo>
                <a:lnTo>
                  <a:pt x="1152297" y="1063721"/>
                </a:lnTo>
                <a:lnTo>
                  <a:pt x="1144674" y="1066997"/>
                </a:lnTo>
                <a:lnTo>
                  <a:pt x="1136055" y="1063635"/>
                </a:lnTo>
                <a:lnTo>
                  <a:pt x="1134446" y="1062499"/>
                </a:lnTo>
                <a:close/>
              </a:path>
              <a:path w="5142230" h="2300604">
                <a:moveTo>
                  <a:pt x="351338" y="237104"/>
                </a:moveTo>
                <a:lnTo>
                  <a:pt x="346692" y="232130"/>
                </a:lnTo>
                <a:lnTo>
                  <a:pt x="345621" y="230300"/>
                </a:lnTo>
                <a:lnTo>
                  <a:pt x="345028" y="228297"/>
                </a:lnTo>
                <a:lnTo>
                  <a:pt x="343048" y="221290"/>
                </a:lnTo>
                <a:lnTo>
                  <a:pt x="347071" y="214062"/>
                </a:lnTo>
                <a:lnTo>
                  <a:pt x="354078" y="212082"/>
                </a:lnTo>
                <a:lnTo>
                  <a:pt x="361037" y="210147"/>
                </a:lnTo>
                <a:lnTo>
                  <a:pt x="368264" y="214170"/>
                </a:lnTo>
                <a:lnTo>
                  <a:pt x="372228" y="228090"/>
                </a:lnTo>
                <a:lnTo>
                  <a:pt x="368205" y="235317"/>
                </a:lnTo>
                <a:lnTo>
                  <a:pt x="361198" y="237298"/>
                </a:lnTo>
                <a:lnTo>
                  <a:pt x="356337" y="238643"/>
                </a:lnTo>
                <a:lnTo>
                  <a:pt x="351338" y="237104"/>
                </a:lnTo>
                <a:close/>
              </a:path>
              <a:path w="5142230" h="2300604">
                <a:moveTo>
                  <a:pt x="2410464" y="1919968"/>
                </a:moveTo>
                <a:lnTo>
                  <a:pt x="2405859" y="1915039"/>
                </a:lnTo>
                <a:lnTo>
                  <a:pt x="2404590" y="1912215"/>
                </a:lnTo>
                <a:lnTo>
                  <a:pt x="2404409" y="1909088"/>
                </a:lnTo>
                <a:lnTo>
                  <a:pt x="2403903" y="1901900"/>
                </a:lnTo>
                <a:lnTo>
                  <a:pt x="2409403" y="1895667"/>
                </a:lnTo>
                <a:lnTo>
                  <a:pt x="2416641" y="1895205"/>
                </a:lnTo>
                <a:lnTo>
                  <a:pt x="2423835" y="1894694"/>
                </a:lnTo>
                <a:lnTo>
                  <a:pt x="2430068" y="1900194"/>
                </a:lnTo>
                <a:lnTo>
                  <a:pt x="2430530" y="1907433"/>
                </a:lnTo>
                <a:lnTo>
                  <a:pt x="2431040" y="1914626"/>
                </a:lnTo>
                <a:lnTo>
                  <a:pt x="2425540" y="1920859"/>
                </a:lnTo>
                <a:lnTo>
                  <a:pt x="2414234" y="1921560"/>
                </a:lnTo>
                <a:lnTo>
                  <a:pt x="2410464" y="1919968"/>
                </a:lnTo>
                <a:close/>
              </a:path>
              <a:path w="5142230" h="2300604">
                <a:moveTo>
                  <a:pt x="391826" y="373402"/>
                </a:moveTo>
                <a:lnTo>
                  <a:pt x="387180" y="368429"/>
                </a:lnTo>
                <a:lnTo>
                  <a:pt x="386156" y="366746"/>
                </a:lnTo>
                <a:lnTo>
                  <a:pt x="385560" y="364838"/>
                </a:lnTo>
                <a:lnTo>
                  <a:pt x="383340" y="357964"/>
                </a:lnTo>
                <a:lnTo>
                  <a:pt x="387127" y="350582"/>
                </a:lnTo>
                <a:lnTo>
                  <a:pt x="394051" y="348414"/>
                </a:lnTo>
                <a:lnTo>
                  <a:pt x="400644" y="346284"/>
                </a:lnTo>
                <a:lnTo>
                  <a:pt x="400924" y="346194"/>
                </a:lnTo>
                <a:lnTo>
                  <a:pt x="408302" y="349985"/>
                </a:lnTo>
                <a:lnTo>
                  <a:pt x="410523" y="356859"/>
                </a:lnTo>
                <a:lnTo>
                  <a:pt x="412695" y="363779"/>
                </a:lnTo>
                <a:lnTo>
                  <a:pt x="408898" y="371151"/>
                </a:lnTo>
                <a:lnTo>
                  <a:pt x="402025" y="373372"/>
                </a:lnTo>
                <a:lnTo>
                  <a:pt x="397019" y="374953"/>
                </a:lnTo>
                <a:lnTo>
                  <a:pt x="391826" y="373402"/>
                </a:lnTo>
                <a:close/>
              </a:path>
              <a:path w="5142230" h="2300604">
                <a:moveTo>
                  <a:pt x="1068496" y="1036083"/>
                </a:moveTo>
                <a:lnTo>
                  <a:pt x="1063850" y="1031110"/>
                </a:lnTo>
                <a:lnTo>
                  <a:pt x="1062664" y="1025734"/>
                </a:lnTo>
                <a:lnTo>
                  <a:pt x="1067445" y="1014137"/>
                </a:lnTo>
                <a:lnTo>
                  <a:pt x="1075064" y="1010955"/>
                </a:lnTo>
                <a:lnTo>
                  <a:pt x="1081771" y="1013638"/>
                </a:lnTo>
                <a:lnTo>
                  <a:pt x="1088429" y="1016367"/>
                </a:lnTo>
                <a:lnTo>
                  <a:pt x="1091662" y="1024031"/>
                </a:lnTo>
                <a:lnTo>
                  <a:pt x="1088974" y="1030733"/>
                </a:lnTo>
                <a:lnTo>
                  <a:pt x="1086250" y="1037396"/>
                </a:lnTo>
                <a:lnTo>
                  <a:pt x="1078586" y="1040628"/>
                </a:lnTo>
                <a:lnTo>
                  <a:pt x="1071879" y="1037945"/>
                </a:lnTo>
                <a:lnTo>
                  <a:pt x="1070064" y="1037175"/>
                </a:lnTo>
                <a:lnTo>
                  <a:pt x="1068496" y="1036083"/>
                </a:lnTo>
                <a:close/>
              </a:path>
              <a:path w="5142230" h="2300604">
                <a:moveTo>
                  <a:pt x="2402559" y="1849829"/>
                </a:moveTo>
                <a:lnTo>
                  <a:pt x="2397959" y="1844904"/>
                </a:lnTo>
                <a:lnTo>
                  <a:pt x="2396711" y="1842591"/>
                </a:lnTo>
                <a:lnTo>
                  <a:pt x="2396285" y="1839985"/>
                </a:lnTo>
                <a:lnTo>
                  <a:pt x="2395063" y="1832909"/>
                </a:lnTo>
                <a:lnTo>
                  <a:pt x="2399827" y="1826084"/>
                </a:lnTo>
                <a:lnTo>
                  <a:pt x="2406997" y="1824865"/>
                </a:lnTo>
                <a:lnTo>
                  <a:pt x="2414117" y="1823592"/>
                </a:lnTo>
                <a:lnTo>
                  <a:pt x="2420898" y="1828406"/>
                </a:lnTo>
                <a:lnTo>
                  <a:pt x="2423340" y="1842652"/>
                </a:lnTo>
                <a:lnTo>
                  <a:pt x="2418571" y="1849472"/>
                </a:lnTo>
                <a:lnTo>
                  <a:pt x="2411612" y="1850625"/>
                </a:lnTo>
                <a:lnTo>
                  <a:pt x="2406974" y="1851427"/>
                </a:lnTo>
                <a:lnTo>
                  <a:pt x="2403958" y="1850349"/>
                </a:lnTo>
                <a:lnTo>
                  <a:pt x="2402559" y="1849829"/>
                </a:lnTo>
                <a:close/>
              </a:path>
              <a:path w="5142230" h="2300604">
                <a:moveTo>
                  <a:pt x="370968" y="305329"/>
                </a:moveTo>
                <a:lnTo>
                  <a:pt x="366368" y="300404"/>
                </a:lnTo>
                <a:lnTo>
                  <a:pt x="365294" y="298668"/>
                </a:lnTo>
                <a:lnTo>
                  <a:pt x="364750" y="296620"/>
                </a:lnTo>
                <a:lnTo>
                  <a:pt x="362672" y="289703"/>
                </a:lnTo>
                <a:lnTo>
                  <a:pt x="366649" y="282427"/>
                </a:lnTo>
                <a:lnTo>
                  <a:pt x="373565" y="280349"/>
                </a:lnTo>
                <a:lnTo>
                  <a:pt x="380527" y="278320"/>
                </a:lnTo>
                <a:lnTo>
                  <a:pt x="387803" y="282297"/>
                </a:lnTo>
                <a:lnTo>
                  <a:pt x="389881" y="289213"/>
                </a:lnTo>
                <a:lnTo>
                  <a:pt x="391910" y="296175"/>
                </a:lnTo>
                <a:lnTo>
                  <a:pt x="387933" y="303452"/>
                </a:lnTo>
                <a:lnTo>
                  <a:pt x="380972" y="305481"/>
                </a:lnTo>
                <a:lnTo>
                  <a:pt x="376058" y="306966"/>
                </a:lnTo>
                <a:lnTo>
                  <a:pt x="370968" y="305329"/>
                </a:lnTo>
                <a:close/>
              </a:path>
              <a:path w="5142230" h="2300604">
                <a:moveTo>
                  <a:pt x="2397831" y="2131458"/>
                </a:moveTo>
                <a:lnTo>
                  <a:pt x="2393276" y="2126582"/>
                </a:lnTo>
                <a:lnTo>
                  <a:pt x="2391907" y="2122574"/>
                </a:lnTo>
                <a:lnTo>
                  <a:pt x="2392515" y="2118436"/>
                </a:lnTo>
                <a:lnTo>
                  <a:pt x="2393653" y="2111346"/>
                </a:lnTo>
                <a:lnTo>
                  <a:pt x="2400387" y="2106434"/>
                </a:lnTo>
                <a:lnTo>
                  <a:pt x="2414665" y="2108619"/>
                </a:lnTo>
                <a:lnTo>
                  <a:pt x="2419528" y="2115390"/>
                </a:lnTo>
                <a:lnTo>
                  <a:pt x="2418390" y="2122480"/>
                </a:lnTo>
                <a:lnTo>
                  <a:pt x="2417297" y="2129618"/>
                </a:lnTo>
                <a:lnTo>
                  <a:pt x="2410621" y="2134494"/>
                </a:lnTo>
                <a:lnTo>
                  <a:pt x="2403478" y="2133397"/>
                </a:lnTo>
                <a:lnTo>
                  <a:pt x="2400428" y="2132967"/>
                </a:lnTo>
                <a:lnTo>
                  <a:pt x="2397831" y="2131458"/>
                </a:lnTo>
                <a:close/>
              </a:path>
              <a:path w="5142230" h="2300604">
                <a:moveTo>
                  <a:pt x="1870302" y="1323264"/>
                </a:moveTo>
                <a:lnTo>
                  <a:pt x="1865656" y="1318291"/>
                </a:lnTo>
                <a:lnTo>
                  <a:pt x="1864566" y="1312725"/>
                </a:lnTo>
                <a:lnTo>
                  <a:pt x="1869585" y="1301188"/>
                </a:lnTo>
                <a:lnTo>
                  <a:pt x="1877337" y="1298147"/>
                </a:lnTo>
                <a:lnTo>
                  <a:pt x="1890599" y="1303938"/>
                </a:lnTo>
                <a:lnTo>
                  <a:pt x="1893594" y="1311641"/>
                </a:lnTo>
                <a:lnTo>
                  <a:pt x="1890726" y="1318247"/>
                </a:lnTo>
                <a:lnTo>
                  <a:pt x="1887804" y="1324894"/>
                </a:lnTo>
                <a:lnTo>
                  <a:pt x="1880101" y="1327889"/>
                </a:lnTo>
                <a:lnTo>
                  <a:pt x="1873451" y="1325071"/>
                </a:lnTo>
                <a:lnTo>
                  <a:pt x="1871725" y="1324299"/>
                </a:lnTo>
                <a:lnTo>
                  <a:pt x="1870302" y="1323264"/>
                </a:lnTo>
                <a:close/>
              </a:path>
              <a:path w="5142230" h="2300604">
                <a:moveTo>
                  <a:pt x="2232372" y="1543216"/>
                </a:moveTo>
                <a:lnTo>
                  <a:pt x="2226896" y="1537355"/>
                </a:lnTo>
                <a:lnTo>
                  <a:pt x="2226737" y="1529853"/>
                </a:lnTo>
                <a:lnTo>
                  <a:pt x="2231255" y="1524719"/>
                </a:lnTo>
                <a:lnTo>
                  <a:pt x="2236061" y="1519308"/>
                </a:lnTo>
                <a:lnTo>
                  <a:pt x="2244386" y="1518836"/>
                </a:lnTo>
                <a:lnTo>
                  <a:pt x="2255200" y="1528457"/>
                </a:lnTo>
                <a:lnTo>
                  <a:pt x="2255626" y="1536733"/>
                </a:lnTo>
                <a:lnTo>
                  <a:pt x="2246010" y="1547552"/>
                </a:lnTo>
                <a:lnTo>
                  <a:pt x="2237779" y="1548027"/>
                </a:lnTo>
                <a:lnTo>
                  <a:pt x="2232372" y="1543216"/>
                </a:lnTo>
                <a:close/>
              </a:path>
              <a:path w="5142230" h="2300604">
                <a:moveTo>
                  <a:pt x="1738832" y="1270305"/>
                </a:moveTo>
                <a:lnTo>
                  <a:pt x="1734186" y="1265331"/>
                </a:lnTo>
                <a:lnTo>
                  <a:pt x="1732993" y="1260145"/>
                </a:lnTo>
                <a:lnTo>
                  <a:pt x="1737348" y="1248580"/>
                </a:lnTo>
                <a:lnTo>
                  <a:pt x="1744882" y="1245112"/>
                </a:lnTo>
                <a:lnTo>
                  <a:pt x="1758400" y="1250199"/>
                </a:lnTo>
                <a:lnTo>
                  <a:pt x="1761873" y="1257729"/>
                </a:lnTo>
                <a:lnTo>
                  <a:pt x="1759281" y="1264533"/>
                </a:lnTo>
                <a:lnTo>
                  <a:pt x="1756779" y="1271336"/>
                </a:lnTo>
                <a:lnTo>
                  <a:pt x="1749256" y="1274720"/>
                </a:lnTo>
                <a:lnTo>
                  <a:pt x="1740491" y="1271494"/>
                </a:lnTo>
                <a:lnTo>
                  <a:pt x="1738832" y="1270305"/>
                </a:lnTo>
                <a:close/>
              </a:path>
              <a:path w="5142230" h="2300604">
                <a:moveTo>
                  <a:pt x="1934734" y="1352650"/>
                </a:moveTo>
                <a:lnTo>
                  <a:pt x="1930088" y="1347677"/>
                </a:lnTo>
                <a:lnTo>
                  <a:pt x="1929053" y="1341877"/>
                </a:lnTo>
                <a:lnTo>
                  <a:pt x="1931446" y="1336912"/>
                </a:lnTo>
                <a:lnTo>
                  <a:pt x="1934549" y="1330361"/>
                </a:lnTo>
                <a:lnTo>
                  <a:pt x="1942385" y="1327606"/>
                </a:lnTo>
                <a:lnTo>
                  <a:pt x="1955438" y="1333857"/>
                </a:lnTo>
                <a:lnTo>
                  <a:pt x="1958188" y="1341689"/>
                </a:lnTo>
                <a:lnTo>
                  <a:pt x="1955044" y="1348196"/>
                </a:lnTo>
                <a:lnTo>
                  <a:pt x="1951937" y="1354742"/>
                </a:lnTo>
                <a:lnTo>
                  <a:pt x="1944101" y="1357496"/>
                </a:lnTo>
                <a:lnTo>
                  <a:pt x="1936117" y="1353641"/>
                </a:lnTo>
                <a:lnTo>
                  <a:pt x="1934734" y="1352650"/>
                </a:lnTo>
                <a:close/>
              </a:path>
              <a:path w="5142230" h="2300604">
                <a:moveTo>
                  <a:pt x="1804946" y="1295919"/>
                </a:moveTo>
                <a:lnTo>
                  <a:pt x="1800299" y="1290946"/>
                </a:lnTo>
                <a:lnTo>
                  <a:pt x="1799118" y="1285576"/>
                </a:lnTo>
                <a:lnTo>
                  <a:pt x="1803755" y="1274021"/>
                </a:lnTo>
                <a:lnTo>
                  <a:pt x="1811424" y="1270793"/>
                </a:lnTo>
                <a:lnTo>
                  <a:pt x="1824837" y="1276159"/>
                </a:lnTo>
                <a:lnTo>
                  <a:pt x="1828119" y="1283777"/>
                </a:lnTo>
                <a:lnTo>
                  <a:pt x="1825382" y="1290525"/>
                </a:lnTo>
                <a:lnTo>
                  <a:pt x="1822699" y="1297232"/>
                </a:lnTo>
                <a:lnTo>
                  <a:pt x="1815040" y="1300469"/>
                </a:lnTo>
                <a:lnTo>
                  <a:pt x="1808333" y="1297786"/>
                </a:lnTo>
                <a:lnTo>
                  <a:pt x="1806518" y="1297016"/>
                </a:lnTo>
                <a:lnTo>
                  <a:pt x="1804946" y="1295919"/>
                </a:lnTo>
                <a:close/>
              </a:path>
              <a:path w="5142230" h="2300604">
                <a:moveTo>
                  <a:pt x="750088" y="878607"/>
                </a:moveTo>
                <a:lnTo>
                  <a:pt x="745356" y="873541"/>
                </a:lnTo>
                <a:lnTo>
                  <a:pt x="744634" y="867002"/>
                </a:lnTo>
                <a:lnTo>
                  <a:pt x="751816" y="855727"/>
                </a:lnTo>
                <a:lnTo>
                  <a:pt x="759944" y="853969"/>
                </a:lnTo>
                <a:lnTo>
                  <a:pt x="772098" y="861799"/>
                </a:lnTo>
                <a:lnTo>
                  <a:pt x="773900" y="869886"/>
                </a:lnTo>
                <a:lnTo>
                  <a:pt x="770006" y="875980"/>
                </a:lnTo>
                <a:lnTo>
                  <a:pt x="766026" y="882081"/>
                </a:lnTo>
                <a:lnTo>
                  <a:pt x="757988" y="883838"/>
                </a:lnTo>
                <a:lnTo>
                  <a:pt x="751884" y="879943"/>
                </a:lnTo>
                <a:lnTo>
                  <a:pt x="750919" y="879301"/>
                </a:lnTo>
                <a:lnTo>
                  <a:pt x="750088" y="878607"/>
                </a:lnTo>
                <a:close/>
              </a:path>
              <a:path w="5142230" h="2300604">
                <a:moveTo>
                  <a:pt x="692017" y="838631"/>
                </a:moveTo>
                <a:lnTo>
                  <a:pt x="686672" y="832910"/>
                </a:lnTo>
                <a:lnTo>
                  <a:pt x="686170" y="825922"/>
                </a:lnTo>
                <a:lnTo>
                  <a:pt x="689975" y="820806"/>
                </a:lnTo>
                <a:lnTo>
                  <a:pt x="694286" y="814962"/>
                </a:lnTo>
                <a:lnTo>
                  <a:pt x="702493" y="813778"/>
                </a:lnTo>
                <a:lnTo>
                  <a:pt x="714097" y="822388"/>
                </a:lnTo>
                <a:lnTo>
                  <a:pt x="715327" y="830644"/>
                </a:lnTo>
                <a:lnTo>
                  <a:pt x="711024" y="836399"/>
                </a:lnTo>
                <a:lnTo>
                  <a:pt x="706713" y="842243"/>
                </a:lnTo>
                <a:lnTo>
                  <a:pt x="698510" y="843432"/>
                </a:lnTo>
                <a:lnTo>
                  <a:pt x="692661" y="839125"/>
                </a:lnTo>
                <a:lnTo>
                  <a:pt x="692017" y="838631"/>
                </a:lnTo>
                <a:close/>
              </a:path>
              <a:path w="5142230" h="2300604">
                <a:moveTo>
                  <a:pt x="2059749" y="1419128"/>
                </a:moveTo>
                <a:lnTo>
                  <a:pt x="2055011" y="1414057"/>
                </a:lnTo>
                <a:lnTo>
                  <a:pt x="2054184" y="1407698"/>
                </a:lnTo>
                <a:lnTo>
                  <a:pt x="2060944" y="1396361"/>
                </a:lnTo>
                <a:lnTo>
                  <a:pt x="2069070" y="1394308"/>
                </a:lnTo>
                <a:lnTo>
                  <a:pt x="2069203" y="1394450"/>
                </a:lnTo>
                <a:lnTo>
                  <a:pt x="2081391" y="1401731"/>
                </a:lnTo>
                <a:lnTo>
                  <a:pt x="2083484" y="1409738"/>
                </a:lnTo>
                <a:lnTo>
                  <a:pt x="2079731" y="1415984"/>
                </a:lnTo>
                <a:lnTo>
                  <a:pt x="2076075" y="1422138"/>
                </a:lnTo>
                <a:lnTo>
                  <a:pt x="2067978" y="1424223"/>
                </a:lnTo>
                <a:lnTo>
                  <a:pt x="2060710" y="1419864"/>
                </a:lnTo>
                <a:lnTo>
                  <a:pt x="2059749" y="1419128"/>
                </a:lnTo>
                <a:close/>
              </a:path>
              <a:path w="5142230" h="2300604">
                <a:moveTo>
                  <a:pt x="636605" y="793879"/>
                </a:moveTo>
                <a:lnTo>
                  <a:pt x="631132" y="788021"/>
                </a:lnTo>
                <a:lnTo>
                  <a:pt x="630871" y="780508"/>
                </a:lnTo>
                <a:lnTo>
                  <a:pt x="635394" y="775379"/>
                </a:lnTo>
                <a:lnTo>
                  <a:pt x="640204" y="769972"/>
                </a:lnTo>
                <a:lnTo>
                  <a:pt x="648438" y="769402"/>
                </a:lnTo>
                <a:lnTo>
                  <a:pt x="659301" y="778978"/>
                </a:lnTo>
                <a:lnTo>
                  <a:pt x="659822" y="787257"/>
                </a:lnTo>
                <a:lnTo>
                  <a:pt x="650340" y="798123"/>
                </a:lnTo>
                <a:lnTo>
                  <a:pt x="642061" y="798644"/>
                </a:lnTo>
                <a:lnTo>
                  <a:pt x="636605" y="793879"/>
                </a:lnTo>
                <a:close/>
              </a:path>
              <a:path w="5142230" h="2300604">
                <a:moveTo>
                  <a:pt x="2177624" y="1498392"/>
                </a:moveTo>
                <a:lnTo>
                  <a:pt x="2172284" y="1492676"/>
                </a:lnTo>
                <a:lnTo>
                  <a:pt x="2171826" y="1485637"/>
                </a:lnTo>
                <a:lnTo>
                  <a:pt x="2180176" y="1474733"/>
                </a:lnTo>
                <a:lnTo>
                  <a:pt x="2188376" y="1473638"/>
                </a:lnTo>
                <a:lnTo>
                  <a:pt x="2199883" y="1482438"/>
                </a:lnTo>
                <a:lnTo>
                  <a:pt x="2200973" y="1490642"/>
                </a:lnTo>
                <a:lnTo>
                  <a:pt x="2192174" y="1502140"/>
                </a:lnTo>
                <a:lnTo>
                  <a:pt x="2183969" y="1503230"/>
                </a:lnTo>
                <a:lnTo>
                  <a:pt x="2177624" y="1498392"/>
                </a:lnTo>
                <a:close/>
              </a:path>
              <a:path w="5142230" h="2300604">
                <a:moveTo>
                  <a:pt x="1997992" y="1384494"/>
                </a:moveTo>
                <a:lnTo>
                  <a:pt x="1993305" y="1379476"/>
                </a:lnTo>
                <a:lnTo>
                  <a:pt x="1992326" y="1373442"/>
                </a:lnTo>
                <a:lnTo>
                  <a:pt x="1998428" y="1361989"/>
                </a:lnTo>
                <a:lnTo>
                  <a:pt x="2006349" y="1359521"/>
                </a:lnTo>
                <a:lnTo>
                  <a:pt x="2012751" y="1362954"/>
                </a:lnTo>
                <a:lnTo>
                  <a:pt x="2019198" y="1366336"/>
                </a:lnTo>
                <a:lnTo>
                  <a:pt x="2021568" y="1374249"/>
                </a:lnTo>
                <a:lnTo>
                  <a:pt x="2018190" y="1380701"/>
                </a:lnTo>
                <a:lnTo>
                  <a:pt x="2014806" y="1387049"/>
                </a:lnTo>
                <a:lnTo>
                  <a:pt x="2006840" y="1389468"/>
                </a:lnTo>
                <a:lnTo>
                  <a:pt x="2000492" y="1386094"/>
                </a:lnTo>
                <a:lnTo>
                  <a:pt x="1999144" y="1385335"/>
                </a:lnTo>
                <a:lnTo>
                  <a:pt x="1997992" y="1384494"/>
                </a:lnTo>
                <a:close/>
              </a:path>
              <a:path w="5142230" h="2300604">
                <a:moveTo>
                  <a:pt x="2119602" y="1456808"/>
                </a:moveTo>
                <a:lnTo>
                  <a:pt x="2114865" y="1451737"/>
                </a:lnTo>
                <a:lnTo>
                  <a:pt x="2114150" y="1445009"/>
                </a:lnTo>
                <a:lnTo>
                  <a:pt x="2117631" y="1439840"/>
                </a:lnTo>
                <a:lnTo>
                  <a:pt x="2121660" y="1433793"/>
                </a:lnTo>
                <a:lnTo>
                  <a:pt x="2129782" y="1432223"/>
                </a:lnTo>
                <a:lnTo>
                  <a:pt x="2135785" y="1436304"/>
                </a:lnTo>
                <a:lnTo>
                  <a:pt x="2141787" y="1440285"/>
                </a:lnTo>
                <a:lnTo>
                  <a:pt x="2143397" y="1448460"/>
                </a:lnTo>
                <a:lnTo>
                  <a:pt x="2139366" y="1454408"/>
                </a:lnTo>
                <a:lnTo>
                  <a:pt x="2135336" y="1460455"/>
                </a:lnTo>
                <a:lnTo>
                  <a:pt x="2127210" y="1462020"/>
                </a:lnTo>
                <a:lnTo>
                  <a:pt x="2121208" y="1458039"/>
                </a:lnTo>
                <a:lnTo>
                  <a:pt x="2120383" y="1457449"/>
                </a:lnTo>
                <a:lnTo>
                  <a:pt x="2119602" y="1456808"/>
                </a:lnTo>
                <a:close/>
              </a:path>
              <a:path w="5142230" h="2300604">
                <a:moveTo>
                  <a:pt x="873889" y="948967"/>
                </a:moveTo>
                <a:lnTo>
                  <a:pt x="869198" y="943944"/>
                </a:lnTo>
                <a:lnTo>
                  <a:pt x="868219" y="938010"/>
                </a:lnTo>
                <a:lnTo>
                  <a:pt x="874039" y="926547"/>
                </a:lnTo>
                <a:lnTo>
                  <a:pt x="881917" y="923935"/>
                </a:lnTo>
                <a:lnTo>
                  <a:pt x="894772" y="930463"/>
                </a:lnTo>
                <a:lnTo>
                  <a:pt x="897384" y="938342"/>
                </a:lnTo>
                <a:lnTo>
                  <a:pt x="894141" y="944841"/>
                </a:lnTo>
                <a:lnTo>
                  <a:pt x="890902" y="951245"/>
                </a:lnTo>
                <a:lnTo>
                  <a:pt x="883023" y="953857"/>
                </a:lnTo>
                <a:lnTo>
                  <a:pt x="875132" y="949906"/>
                </a:lnTo>
                <a:lnTo>
                  <a:pt x="873889" y="948967"/>
                </a:lnTo>
                <a:close/>
              </a:path>
              <a:path w="5142230" h="2300604">
                <a:moveTo>
                  <a:pt x="1537730" y="1200477"/>
                </a:moveTo>
                <a:lnTo>
                  <a:pt x="1533134" y="1195558"/>
                </a:lnTo>
                <a:lnTo>
                  <a:pt x="1531887" y="1190605"/>
                </a:lnTo>
                <a:lnTo>
                  <a:pt x="1533412" y="1185884"/>
                </a:lnTo>
                <a:lnTo>
                  <a:pt x="1535675" y="1179021"/>
                </a:lnTo>
                <a:lnTo>
                  <a:pt x="1543077" y="1175313"/>
                </a:lnTo>
                <a:lnTo>
                  <a:pt x="1549939" y="1177576"/>
                </a:lnTo>
                <a:lnTo>
                  <a:pt x="1556846" y="1179789"/>
                </a:lnTo>
                <a:lnTo>
                  <a:pt x="1560565" y="1187191"/>
                </a:lnTo>
                <a:lnTo>
                  <a:pt x="1558347" y="1194102"/>
                </a:lnTo>
                <a:lnTo>
                  <a:pt x="1556107" y="1200893"/>
                </a:lnTo>
                <a:lnTo>
                  <a:pt x="1548638" y="1204725"/>
                </a:lnTo>
                <a:lnTo>
                  <a:pt x="1541775" y="1202461"/>
                </a:lnTo>
                <a:lnTo>
                  <a:pt x="1539628" y="1201727"/>
                </a:lnTo>
                <a:lnTo>
                  <a:pt x="1537730" y="1200477"/>
                </a:lnTo>
                <a:close/>
              </a:path>
              <a:path w="5142230" h="2300604">
                <a:moveTo>
                  <a:pt x="1605094" y="1222934"/>
                </a:moveTo>
                <a:lnTo>
                  <a:pt x="1600494" y="1218009"/>
                </a:lnTo>
                <a:lnTo>
                  <a:pt x="1599200" y="1213008"/>
                </a:lnTo>
                <a:lnTo>
                  <a:pt x="1600779" y="1208246"/>
                </a:lnTo>
                <a:lnTo>
                  <a:pt x="1603137" y="1201387"/>
                </a:lnTo>
                <a:lnTo>
                  <a:pt x="1610579" y="1197721"/>
                </a:lnTo>
                <a:lnTo>
                  <a:pt x="1617438" y="1200079"/>
                </a:lnTo>
                <a:lnTo>
                  <a:pt x="1624301" y="1202343"/>
                </a:lnTo>
                <a:lnTo>
                  <a:pt x="1627962" y="1209780"/>
                </a:lnTo>
                <a:lnTo>
                  <a:pt x="1625608" y="1216645"/>
                </a:lnTo>
                <a:lnTo>
                  <a:pt x="1623345" y="1223508"/>
                </a:lnTo>
                <a:lnTo>
                  <a:pt x="1615898" y="1227168"/>
                </a:lnTo>
                <a:lnTo>
                  <a:pt x="1608990" y="1224855"/>
                </a:lnTo>
                <a:lnTo>
                  <a:pt x="1606889" y="1224170"/>
                </a:lnTo>
                <a:lnTo>
                  <a:pt x="1605094" y="1222934"/>
                </a:lnTo>
                <a:close/>
              </a:path>
              <a:path w="5142230" h="2300604">
                <a:moveTo>
                  <a:pt x="1672140" y="1246125"/>
                </a:moveTo>
                <a:lnTo>
                  <a:pt x="1667494" y="1241151"/>
                </a:lnTo>
                <a:lnTo>
                  <a:pt x="1666303" y="1236064"/>
                </a:lnTo>
                <a:lnTo>
                  <a:pt x="1670379" y="1224495"/>
                </a:lnTo>
                <a:lnTo>
                  <a:pt x="1677867" y="1220879"/>
                </a:lnTo>
                <a:lnTo>
                  <a:pt x="1691530" y="1225729"/>
                </a:lnTo>
                <a:lnTo>
                  <a:pt x="1695105" y="1233173"/>
                </a:lnTo>
                <a:lnTo>
                  <a:pt x="1692653" y="1240030"/>
                </a:lnTo>
                <a:lnTo>
                  <a:pt x="1690249" y="1246840"/>
                </a:lnTo>
                <a:lnTo>
                  <a:pt x="1682810" y="1250411"/>
                </a:lnTo>
                <a:lnTo>
                  <a:pt x="1675951" y="1248053"/>
                </a:lnTo>
                <a:lnTo>
                  <a:pt x="1673898" y="1247322"/>
                </a:lnTo>
                <a:lnTo>
                  <a:pt x="1672140" y="1246125"/>
                </a:lnTo>
                <a:close/>
              </a:path>
              <a:path w="5142230" h="2300604">
                <a:moveTo>
                  <a:pt x="811106" y="915383"/>
                </a:moveTo>
                <a:lnTo>
                  <a:pt x="806419" y="910366"/>
                </a:lnTo>
                <a:lnTo>
                  <a:pt x="805499" y="904103"/>
                </a:lnTo>
                <a:lnTo>
                  <a:pt x="808362" y="899054"/>
                </a:lnTo>
                <a:lnTo>
                  <a:pt x="811975" y="892757"/>
                </a:lnTo>
                <a:lnTo>
                  <a:pt x="819935" y="890526"/>
                </a:lnTo>
                <a:lnTo>
                  <a:pt x="826236" y="894045"/>
                </a:lnTo>
                <a:lnTo>
                  <a:pt x="832529" y="897653"/>
                </a:lnTo>
                <a:lnTo>
                  <a:pt x="834765" y="905618"/>
                </a:lnTo>
                <a:lnTo>
                  <a:pt x="831245" y="911919"/>
                </a:lnTo>
                <a:lnTo>
                  <a:pt x="827627" y="918212"/>
                </a:lnTo>
                <a:lnTo>
                  <a:pt x="819672" y="920448"/>
                </a:lnTo>
                <a:lnTo>
                  <a:pt x="812168" y="916227"/>
                </a:lnTo>
                <a:lnTo>
                  <a:pt x="811106" y="915383"/>
                </a:lnTo>
                <a:close/>
              </a:path>
              <a:path w="5142230" h="2300604">
                <a:moveTo>
                  <a:pt x="1470261" y="1178494"/>
                </a:moveTo>
                <a:lnTo>
                  <a:pt x="1465615" y="1173521"/>
                </a:lnTo>
                <a:lnTo>
                  <a:pt x="1464318" y="1168614"/>
                </a:lnTo>
                <a:lnTo>
                  <a:pt x="1465898" y="1163952"/>
                </a:lnTo>
                <a:lnTo>
                  <a:pt x="1468116" y="1157040"/>
                </a:lnTo>
                <a:lnTo>
                  <a:pt x="1475511" y="1153227"/>
                </a:lnTo>
                <a:lnTo>
                  <a:pt x="1482379" y="1155496"/>
                </a:lnTo>
                <a:lnTo>
                  <a:pt x="1489290" y="1157714"/>
                </a:lnTo>
                <a:lnTo>
                  <a:pt x="1493049" y="1165159"/>
                </a:lnTo>
                <a:lnTo>
                  <a:pt x="1490786" y="1172022"/>
                </a:lnTo>
                <a:lnTo>
                  <a:pt x="1488568" y="1178933"/>
                </a:lnTo>
                <a:lnTo>
                  <a:pt x="1481171" y="1182647"/>
                </a:lnTo>
                <a:lnTo>
                  <a:pt x="1474260" y="1180429"/>
                </a:lnTo>
                <a:lnTo>
                  <a:pt x="1472113" y="1179695"/>
                </a:lnTo>
                <a:lnTo>
                  <a:pt x="1470261" y="1178494"/>
                </a:lnTo>
                <a:close/>
              </a:path>
              <a:path w="5142230" h="2300604">
                <a:moveTo>
                  <a:pt x="2633656" y="1760769"/>
                </a:moveTo>
                <a:lnTo>
                  <a:pt x="2629197" y="1755996"/>
                </a:lnTo>
                <a:lnTo>
                  <a:pt x="2628085" y="1753829"/>
                </a:lnTo>
                <a:lnTo>
                  <a:pt x="2627629" y="1751288"/>
                </a:lnTo>
                <a:lnTo>
                  <a:pt x="2626325" y="1744516"/>
                </a:lnTo>
                <a:lnTo>
                  <a:pt x="2630846" y="1737918"/>
                </a:lnTo>
                <a:lnTo>
                  <a:pt x="2644631" y="1735277"/>
                </a:lnTo>
                <a:lnTo>
                  <a:pt x="2651269" y="1739841"/>
                </a:lnTo>
                <a:lnTo>
                  <a:pt x="2652503" y="1746733"/>
                </a:lnTo>
                <a:lnTo>
                  <a:pt x="2653826" y="1753624"/>
                </a:lnTo>
                <a:lnTo>
                  <a:pt x="2649301" y="1760216"/>
                </a:lnTo>
                <a:lnTo>
                  <a:pt x="2637996" y="1762385"/>
                </a:lnTo>
                <a:lnTo>
                  <a:pt x="2633656" y="1760769"/>
                </a:lnTo>
                <a:close/>
              </a:path>
              <a:path w="5142230" h="2300604">
                <a:moveTo>
                  <a:pt x="1688207" y="1108494"/>
                </a:moveTo>
                <a:lnTo>
                  <a:pt x="1683743" y="1103715"/>
                </a:lnTo>
                <a:lnTo>
                  <a:pt x="1682478" y="1099136"/>
                </a:lnTo>
                <a:lnTo>
                  <a:pt x="1683814" y="1094701"/>
                </a:lnTo>
                <a:lnTo>
                  <a:pt x="1685743" y="1087968"/>
                </a:lnTo>
                <a:lnTo>
                  <a:pt x="1692814" y="1084102"/>
                </a:lnTo>
                <a:lnTo>
                  <a:pt x="1699544" y="1086125"/>
                </a:lnTo>
                <a:lnTo>
                  <a:pt x="1706276" y="1088053"/>
                </a:lnTo>
                <a:lnTo>
                  <a:pt x="1710097" y="1095076"/>
                </a:lnTo>
                <a:lnTo>
                  <a:pt x="1706145" y="1108538"/>
                </a:lnTo>
                <a:lnTo>
                  <a:pt x="1699123" y="1112359"/>
                </a:lnTo>
                <a:lnTo>
                  <a:pt x="1690146" y="1109787"/>
                </a:lnTo>
                <a:lnTo>
                  <a:pt x="1688207" y="1108494"/>
                </a:lnTo>
                <a:close/>
              </a:path>
              <a:path w="5142230" h="2300604">
                <a:moveTo>
                  <a:pt x="2402603" y="1413047"/>
                </a:moveTo>
                <a:lnTo>
                  <a:pt x="2396934" y="1406979"/>
                </a:lnTo>
                <a:lnTo>
                  <a:pt x="2396472" y="1400229"/>
                </a:lnTo>
                <a:lnTo>
                  <a:pt x="2400328" y="1395266"/>
                </a:lnTo>
                <a:lnTo>
                  <a:pt x="2404572" y="1389741"/>
                </a:lnTo>
                <a:lnTo>
                  <a:pt x="2412539" y="1388690"/>
                </a:lnTo>
                <a:lnTo>
                  <a:pt x="2423630" y="1397239"/>
                </a:lnTo>
                <a:lnTo>
                  <a:pt x="2424676" y="1405202"/>
                </a:lnTo>
                <a:lnTo>
                  <a:pt x="2416136" y="1416293"/>
                </a:lnTo>
                <a:lnTo>
                  <a:pt x="2408169" y="1417344"/>
                </a:lnTo>
                <a:lnTo>
                  <a:pt x="2402603" y="1413047"/>
                </a:lnTo>
                <a:close/>
              </a:path>
              <a:path w="5142230" h="2300604">
                <a:moveTo>
                  <a:pt x="2598730" y="2180737"/>
                </a:moveTo>
                <a:lnTo>
                  <a:pt x="2594316" y="2176013"/>
                </a:lnTo>
                <a:lnTo>
                  <a:pt x="2593004" y="2171577"/>
                </a:lnTo>
                <a:lnTo>
                  <a:pt x="2595887" y="2160392"/>
                </a:lnTo>
                <a:lnTo>
                  <a:pt x="2602699" y="2156443"/>
                </a:lnTo>
                <a:lnTo>
                  <a:pt x="2616394" y="2159863"/>
                </a:lnTo>
                <a:lnTo>
                  <a:pt x="2620455" y="2166752"/>
                </a:lnTo>
                <a:lnTo>
                  <a:pt x="2618702" y="2173380"/>
                </a:lnTo>
                <a:lnTo>
                  <a:pt x="2616923" y="2180370"/>
                </a:lnTo>
                <a:lnTo>
                  <a:pt x="2610034" y="2184432"/>
                </a:lnTo>
                <a:lnTo>
                  <a:pt x="2600817" y="2181993"/>
                </a:lnTo>
                <a:lnTo>
                  <a:pt x="2598730" y="2180737"/>
                </a:lnTo>
                <a:close/>
              </a:path>
              <a:path w="5142230" h="2300604">
                <a:moveTo>
                  <a:pt x="1018746" y="872177"/>
                </a:moveTo>
                <a:lnTo>
                  <a:pt x="1014232" y="867345"/>
                </a:lnTo>
                <a:lnTo>
                  <a:pt x="1013192" y="861834"/>
                </a:lnTo>
                <a:lnTo>
                  <a:pt x="1015438" y="857005"/>
                </a:lnTo>
                <a:lnTo>
                  <a:pt x="1018440" y="850639"/>
                </a:lnTo>
                <a:lnTo>
                  <a:pt x="1025945" y="847921"/>
                </a:lnTo>
                <a:lnTo>
                  <a:pt x="1038626" y="853871"/>
                </a:lnTo>
                <a:lnTo>
                  <a:pt x="1041394" y="861429"/>
                </a:lnTo>
                <a:lnTo>
                  <a:pt x="1035439" y="874115"/>
                </a:lnTo>
                <a:lnTo>
                  <a:pt x="1027935" y="876833"/>
                </a:lnTo>
                <a:lnTo>
                  <a:pt x="1021565" y="873827"/>
                </a:lnTo>
                <a:lnTo>
                  <a:pt x="1020029" y="873161"/>
                </a:lnTo>
                <a:lnTo>
                  <a:pt x="1018746" y="872177"/>
                </a:lnTo>
                <a:close/>
              </a:path>
              <a:path w="5142230" h="2300604">
                <a:moveTo>
                  <a:pt x="2615387" y="2111769"/>
                </a:moveTo>
                <a:lnTo>
                  <a:pt x="2610969" y="2107040"/>
                </a:lnTo>
                <a:lnTo>
                  <a:pt x="2609691" y="2102837"/>
                </a:lnTo>
                <a:lnTo>
                  <a:pt x="2612050" y="2091776"/>
                </a:lnTo>
                <a:lnTo>
                  <a:pt x="2618855" y="2087428"/>
                </a:lnTo>
                <a:lnTo>
                  <a:pt x="2625653" y="2088939"/>
                </a:lnTo>
                <a:lnTo>
                  <a:pt x="2632496" y="2090399"/>
                </a:lnTo>
                <a:lnTo>
                  <a:pt x="2636839" y="2097199"/>
                </a:lnTo>
                <a:lnTo>
                  <a:pt x="2635333" y="2103993"/>
                </a:lnTo>
                <a:lnTo>
                  <a:pt x="2633878" y="2110841"/>
                </a:lnTo>
                <a:lnTo>
                  <a:pt x="2627073" y="2115189"/>
                </a:lnTo>
                <a:lnTo>
                  <a:pt x="2620279" y="2113683"/>
                </a:lnTo>
                <a:lnTo>
                  <a:pt x="2617654" y="2113121"/>
                </a:lnTo>
                <a:lnTo>
                  <a:pt x="2615387" y="2111769"/>
                </a:lnTo>
                <a:close/>
              </a:path>
              <a:path w="5142230" h="2300604">
                <a:moveTo>
                  <a:pt x="2638792" y="1972023"/>
                </a:moveTo>
                <a:lnTo>
                  <a:pt x="2634373" y="1967293"/>
                </a:lnTo>
                <a:lnTo>
                  <a:pt x="2633032" y="1963707"/>
                </a:lnTo>
                <a:lnTo>
                  <a:pt x="2634102" y="1952928"/>
                </a:lnTo>
                <a:lnTo>
                  <a:pt x="2640363" y="1947900"/>
                </a:lnTo>
                <a:lnTo>
                  <a:pt x="2654289" y="1949319"/>
                </a:lnTo>
                <a:lnTo>
                  <a:pt x="2659365" y="1955534"/>
                </a:lnTo>
                <a:lnTo>
                  <a:pt x="2657947" y="1969460"/>
                </a:lnTo>
                <a:lnTo>
                  <a:pt x="2653182" y="1973352"/>
                </a:lnTo>
                <a:lnTo>
                  <a:pt x="2651731" y="1974536"/>
                </a:lnTo>
                <a:lnTo>
                  <a:pt x="2644723" y="1973778"/>
                </a:lnTo>
                <a:lnTo>
                  <a:pt x="2641527" y="1973485"/>
                </a:lnTo>
                <a:lnTo>
                  <a:pt x="2638792" y="1972023"/>
                </a:lnTo>
                <a:close/>
              </a:path>
              <a:path w="5142230" h="2300604">
                <a:moveTo>
                  <a:pt x="2642321" y="1830746"/>
                </a:moveTo>
                <a:lnTo>
                  <a:pt x="2637907" y="1826021"/>
                </a:lnTo>
                <a:lnTo>
                  <a:pt x="2636677" y="1823335"/>
                </a:lnTo>
                <a:lnTo>
                  <a:pt x="2635931" y="1813348"/>
                </a:lnTo>
                <a:lnTo>
                  <a:pt x="2641190" y="1807249"/>
                </a:lnTo>
                <a:lnTo>
                  <a:pt x="2648146" y="1806777"/>
                </a:lnTo>
                <a:lnTo>
                  <a:pt x="2655146" y="1806255"/>
                </a:lnTo>
                <a:lnTo>
                  <a:pt x="2661197" y="1811560"/>
                </a:lnTo>
                <a:lnTo>
                  <a:pt x="2661719" y="1818570"/>
                </a:lnTo>
                <a:lnTo>
                  <a:pt x="2662185" y="1825520"/>
                </a:lnTo>
                <a:lnTo>
                  <a:pt x="2656980" y="1831580"/>
                </a:lnTo>
                <a:lnTo>
                  <a:pt x="2649975" y="1832097"/>
                </a:lnTo>
                <a:lnTo>
                  <a:pt x="2646001" y="1832339"/>
                </a:lnTo>
                <a:lnTo>
                  <a:pt x="2642321" y="1830746"/>
                </a:lnTo>
                <a:close/>
              </a:path>
              <a:path w="5142230" h="2300604">
                <a:moveTo>
                  <a:pt x="1756348" y="1128654"/>
                </a:moveTo>
                <a:lnTo>
                  <a:pt x="1751889" y="1123880"/>
                </a:lnTo>
                <a:lnTo>
                  <a:pt x="1750583" y="1119256"/>
                </a:lnTo>
                <a:lnTo>
                  <a:pt x="1751963" y="1114771"/>
                </a:lnTo>
                <a:lnTo>
                  <a:pt x="1753932" y="1108083"/>
                </a:lnTo>
                <a:lnTo>
                  <a:pt x="1760960" y="1104267"/>
                </a:lnTo>
                <a:lnTo>
                  <a:pt x="1774373" y="1108264"/>
                </a:lnTo>
                <a:lnTo>
                  <a:pt x="1778239" y="1115335"/>
                </a:lnTo>
                <a:lnTo>
                  <a:pt x="1776216" y="1122065"/>
                </a:lnTo>
                <a:lnTo>
                  <a:pt x="1774242" y="1128748"/>
                </a:lnTo>
                <a:lnTo>
                  <a:pt x="1767174" y="1132521"/>
                </a:lnTo>
                <a:lnTo>
                  <a:pt x="1760441" y="1130592"/>
                </a:lnTo>
                <a:lnTo>
                  <a:pt x="1758246" y="1129903"/>
                </a:lnTo>
                <a:lnTo>
                  <a:pt x="1756348" y="1128654"/>
                </a:lnTo>
                <a:close/>
              </a:path>
              <a:path w="5142230" h="2300604">
                <a:moveTo>
                  <a:pt x="1484194" y="1046692"/>
                </a:moveTo>
                <a:lnTo>
                  <a:pt x="1479730" y="1041914"/>
                </a:lnTo>
                <a:lnTo>
                  <a:pt x="1478476" y="1037150"/>
                </a:lnTo>
                <a:lnTo>
                  <a:pt x="1479994" y="1032618"/>
                </a:lnTo>
                <a:lnTo>
                  <a:pt x="1482162" y="1025945"/>
                </a:lnTo>
                <a:lnTo>
                  <a:pt x="1489272" y="1022316"/>
                </a:lnTo>
                <a:lnTo>
                  <a:pt x="1502581" y="1026593"/>
                </a:lnTo>
                <a:lnTo>
                  <a:pt x="1506256" y="1033752"/>
                </a:lnTo>
                <a:lnTo>
                  <a:pt x="1501930" y="1047107"/>
                </a:lnTo>
                <a:lnTo>
                  <a:pt x="1494815" y="1050731"/>
                </a:lnTo>
                <a:lnTo>
                  <a:pt x="1486037" y="1047883"/>
                </a:lnTo>
                <a:lnTo>
                  <a:pt x="1484194" y="1046692"/>
                </a:lnTo>
                <a:close/>
              </a:path>
              <a:path w="5142230" h="2300604">
                <a:moveTo>
                  <a:pt x="2629037" y="2042222"/>
                </a:moveTo>
                <a:lnTo>
                  <a:pt x="2624574" y="2037444"/>
                </a:lnTo>
                <a:lnTo>
                  <a:pt x="2623291" y="2033529"/>
                </a:lnTo>
                <a:lnTo>
                  <a:pt x="2623944" y="2029439"/>
                </a:lnTo>
                <a:lnTo>
                  <a:pt x="2625122" y="2022587"/>
                </a:lnTo>
                <a:lnTo>
                  <a:pt x="2631612" y="2017902"/>
                </a:lnTo>
                <a:lnTo>
                  <a:pt x="2645460" y="2020215"/>
                </a:lnTo>
                <a:lnTo>
                  <a:pt x="2650100" y="2026746"/>
                </a:lnTo>
                <a:lnTo>
                  <a:pt x="2647832" y="2040544"/>
                </a:lnTo>
                <a:lnTo>
                  <a:pt x="2641301" y="2045184"/>
                </a:lnTo>
                <a:lnTo>
                  <a:pt x="2631489" y="2043576"/>
                </a:lnTo>
                <a:lnTo>
                  <a:pt x="2629037" y="2042222"/>
                </a:lnTo>
                <a:close/>
              </a:path>
              <a:path w="5142230" h="2300604">
                <a:moveTo>
                  <a:pt x="2589992" y="1627620"/>
                </a:moveTo>
                <a:lnTo>
                  <a:pt x="2585437" y="1622744"/>
                </a:lnTo>
                <a:lnTo>
                  <a:pt x="2584763" y="1621730"/>
                </a:lnTo>
                <a:lnTo>
                  <a:pt x="2584183" y="1620619"/>
                </a:lnTo>
                <a:lnTo>
                  <a:pt x="2581049" y="1614333"/>
                </a:lnTo>
                <a:lnTo>
                  <a:pt x="2583617" y="1606720"/>
                </a:lnTo>
                <a:lnTo>
                  <a:pt x="2589814" y="1603580"/>
                </a:lnTo>
                <a:lnTo>
                  <a:pt x="2595985" y="1600509"/>
                </a:lnTo>
                <a:lnTo>
                  <a:pt x="2603717" y="1603019"/>
                </a:lnTo>
                <a:lnTo>
                  <a:pt x="2606810" y="1609261"/>
                </a:lnTo>
                <a:lnTo>
                  <a:pt x="2609992" y="1615502"/>
                </a:lnTo>
                <a:lnTo>
                  <a:pt x="2607424" y="1623115"/>
                </a:lnTo>
                <a:lnTo>
                  <a:pt x="2601227" y="1626256"/>
                </a:lnTo>
                <a:lnTo>
                  <a:pt x="2596041" y="1628817"/>
                </a:lnTo>
                <a:lnTo>
                  <a:pt x="2589992" y="1627620"/>
                </a:lnTo>
                <a:close/>
              </a:path>
              <a:path w="5142230" h="2300604">
                <a:moveTo>
                  <a:pt x="2157295" y="1270386"/>
                </a:moveTo>
                <a:lnTo>
                  <a:pt x="2152786" y="1265559"/>
                </a:lnTo>
                <a:lnTo>
                  <a:pt x="2151743" y="1260141"/>
                </a:lnTo>
                <a:lnTo>
                  <a:pt x="2153890" y="1255304"/>
                </a:lnTo>
                <a:lnTo>
                  <a:pt x="2156798" y="1248936"/>
                </a:lnTo>
                <a:lnTo>
                  <a:pt x="2164260" y="1246074"/>
                </a:lnTo>
                <a:lnTo>
                  <a:pt x="2170629" y="1248982"/>
                </a:lnTo>
                <a:lnTo>
                  <a:pt x="2177042" y="1251839"/>
                </a:lnTo>
                <a:lnTo>
                  <a:pt x="2179859" y="1259351"/>
                </a:lnTo>
                <a:lnTo>
                  <a:pt x="2176997" y="1265769"/>
                </a:lnTo>
                <a:lnTo>
                  <a:pt x="2174085" y="1272133"/>
                </a:lnTo>
                <a:lnTo>
                  <a:pt x="2166577" y="1274946"/>
                </a:lnTo>
                <a:lnTo>
                  <a:pt x="2158678" y="1271377"/>
                </a:lnTo>
                <a:lnTo>
                  <a:pt x="2157295" y="1270386"/>
                </a:lnTo>
                <a:close/>
              </a:path>
              <a:path w="5142230" h="2300604">
                <a:moveTo>
                  <a:pt x="1149398" y="928366"/>
                </a:moveTo>
                <a:lnTo>
                  <a:pt x="1144934" y="923588"/>
                </a:lnTo>
                <a:lnTo>
                  <a:pt x="1143741" y="918401"/>
                </a:lnTo>
                <a:lnTo>
                  <a:pt x="1145644" y="913693"/>
                </a:lnTo>
                <a:lnTo>
                  <a:pt x="1148182" y="907222"/>
                </a:lnTo>
                <a:lnTo>
                  <a:pt x="1155563" y="903980"/>
                </a:lnTo>
                <a:lnTo>
                  <a:pt x="1168605" y="909145"/>
                </a:lnTo>
                <a:lnTo>
                  <a:pt x="1171749" y="916517"/>
                </a:lnTo>
                <a:lnTo>
                  <a:pt x="1166588" y="929565"/>
                </a:lnTo>
                <a:lnTo>
                  <a:pt x="1159252" y="932757"/>
                </a:lnTo>
                <a:lnTo>
                  <a:pt x="1152735" y="930179"/>
                </a:lnTo>
                <a:lnTo>
                  <a:pt x="1150961" y="929453"/>
                </a:lnTo>
                <a:lnTo>
                  <a:pt x="1149398" y="928366"/>
                </a:lnTo>
                <a:close/>
              </a:path>
              <a:path w="5142230" h="2300604">
                <a:moveTo>
                  <a:pt x="1620059" y="1088423"/>
                </a:moveTo>
                <a:lnTo>
                  <a:pt x="1615640" y="1083694"/>
                </a:lnTo>
                <a:lnTo>
                  <a:pt x="1614334" y="1079070"/>
                </a:lnTo>
                <a:lnTo>
                  <a:pt x="1615710" y="1074580"/>
                </a:lnTo>
                <a:lnTo>
                  <a:pt x="1617643" y="1067852"/>
                </a:lnTo>
                <a:lnTo>
                  <a:pt x="1624707" y="1064075"/>
                </a:lnTo>
                <a:lnTo>
                  <a:pt x="1631444" y="1066009"/>
                </a:lnTo>
                <a:lnTo>
                  <a:pt x="1638173" y="1068032"/>
                </a:lnTo>
                <a:lnTo>
                  <a:pt x="1641994" y="1075054"/>
                </a:lnTo>
                <a:lnTo>
                  <a:pt x="1639967" y="1081779"/>
                </a:lnTo>
                <a:lnTo>
                  <a:pt x="1637997" y="1088467"/>
                </a:lnTo>
                <a:lnTo>
                  <a:pt x="1630921" y="1092329"/>
                </a:lnTo>
                <a:lnTo>
                  <a:pt x="1624242" y="1090360"/>
                </a:lnTo>
                <a:lnTo>
                  <a:pt x="1621998" y="1089717"/>
                </a:lnTo>
                <a:lnTo>
                  <a:pt x="1620059" y="1088423"/>
                </a:lnTo>
                <a:close/>
              </a:path>
              <a:path w="5142230" h="2300604">
                <a:moveTo>
                  <a:pt x="1083659" y="901296"/>
                </a:moveTo>
                <a:lnTo>
                  <a:pt x="1079150" y="896469"/>
                </a:lnTo>
                <a:lnTo>
                  <a:pt x="1078055" y="891192"/>
                </a:lnTo>
                <a:lnTo>
                  <a:pt x="1080108" y="886352"/>
                </a:lnTo>
                <a:lnTo>
                  <a:pt x="1082876" y="879931"/>
                </a:lnTo>
                <a:lnTo>
                  <a:pt x="1090295" y="876926"/>
                </a:lnTo>
                <a:lnTo>
                  <a:pt x="1103132" y="882457"/>
                </a:lnTo>
                <a:lnTo>
                  <a:pt x="1106116" y="889757"/>
                </a:lnTo>
                <a:lnTo>
                  <a:pt x="1100652" y="902772"/>
                </a:lnTo>
                <a:lnTo>
                  <a:pt x="1093227" y="905772"/>
                </a:lnTo>
                <a:lnTo>
                  <a:pt x="1085087" y="902336"/>
                </a:lnTo>
                <a:lnTo>
                  <a:pt x="1083659" y="901296"/>
                </a:lnTo>
                <a:close/>
              </a:path>
              <a:path w="5142230" h="2300604">
                <a:moveTo>
                  <a:pt x="2283625" y="1334264"/>
                </a:moveTo>
                <a:lnTo>
                  <a:pt x="2279116" y="1329437"/>
                </a:lnTo>
                <a:lnTo>
                  <a:pt x="2278190" y="1323363"/>
                </a:lnTo>
                <a:lnTo>
                  <a:pt x="2281049" y="1318409"/>
                </a:lnTo>
                <a:lnTo>
                  <a:pt x="2284509" y="1312337"/>
                </a:lnTo>
                <a:lnTo>
                  <a:pt x="2292281" y="1310199"/>
                </a:lnTo>
                <a:lnTo>
                  <a:pt x="2298345" y="1313757"/>
                </a:lnTo>
                <a:lnTo>
                  <a:pt x="2304411" y="1317221"/>
                </a:lnTo>
                <a:lnTo>
                  <a:pt x="2306504" y="1324936"/>
                </a:lnTo>
                <a:lnTo>
                  <a:pt x="2299576" y="1337069"/>
                </a:lnTo>
                <a:lnTo>
                  <a:pt x="2291813" y="1339217"/>
                </a:lnTo>
                <a:lnTo>
                  <a:pt x="2285746" y="1335753"/>
                </a:lnTo>
                <a:lnTo>
                  <a:pt x="2284633" y="1335049"/>
                </a:lnTo>
                <a:lnTo>
                  <a:pt x="2283625" y="1334264"/>
                </a:lnTo>
                <a:close/>
              </a:path>
              <a:path w="5142230" h="2300604">
                <a:moveTo>
                  <a:pt x="1416883" y="1024195"/>
                </a:moveTo>
                <a:lnTo>
                  <a:pt x="1412374" y="1019368"/>
                </a:lnTo>
                <a:lnTo>
                  <a:pt x="1411164" y="1014554"/>
                </a:lnTo>
                <a:lnTo>
                  <a:pt x="1412740" y="1009986"/>
                </a:lnTo>
                <a:lnTo>
                  <a:pt x="1414949" y="1003357"/>
                </a:lnTo>
                <a:lnTo>
                  <a:pt x="1422100" y="999772"/>
                </a:lnTo>
                <a:lnTo>
                  <a:pt x="1435408" y="1004242"/>
                </a:lnTo>
                <a:lnTo>
                  <a:pt x="1438935" y="1011439"/>
                </a:lnTo>
                <a:lnTo>
                  <a:pt x="1436726" y="1018068"/>
                </a:lnTo>
                <a:lnTo>
                  <a:pt x="1434469" y="1024742"/>
                </a:lnTo>
                <a:lnTo>
                  <a:pt x="1427272" y="1028278"/>
                </a:lnTo>
                <a:lnTo>
                  <a:pt x="1420639" y="1026065"/>
                </a:lnTo>
                <a:lnTo>
                  <a:pt x="1418591" y="1025339"/>
                </a:lnTo>
                <a:lnTo>
                  <a:pt x="1416883" y="1024195"/>
                </a:lnTo>
                <a:close/>
              </a:path>
              <a:path w="5142230" h="2300604">
                <a:moveTo>
                  <a:pt x="2616482" y="1692632"/>
                </a:moveTo>
                <a:lnTo>
                  <a:pt x="2611968" y="1687800"/>
                </a:lnTo>
                <a:lnTo>
                  <a:pt x="2611036" y="1686215"/>
                </a:lnTo>
                <a:lnTo>
                  <a:pt x="2610482" y="1684450"/>
                </a:lnTo>
                <a:lnTo>
                  <a:pt x="2608255" y="1677765"/>
                </a:lnTo>
                <a:lnTo>
                  <a:pt x="2611897" y="1670618"/>
                </a:lnTo>
                <a:lnTo>
                  <a:pt x="2625170" y="1666255"/>
                </a:lnTo>
                <a:lnTo>
                  <a:pt x="2632365" y="1669851"/>
                </a:lnTo>
                <a:lnTo>
                  <a:pt x="2636728" y="1683124"/>
                </a:lnTo>
                <a:lnTo>
                  <a:pt x="2633082" y="1690266"/>
                </a:lnTo>
                <a:lnTo>
                  <a:pt x="2621574" y="1694076"/>
                </a:lnTo>
                <a:lnTo>
                  <a:pt x="2616482" y="1692632"/>
                </a:lnTo>
                <a:close/>
              </a:path>
              <a:path w="5142230" h="2300604">
                <a:moveTo>
                  <a:pt x="2510154" y="1512539"/>
                </a:moveTo>
                <a:lnTo>
                  <a:pt x="2505285" y="1507326"/>
                </a:lnTo>
                <a:lnTo>
                  <a:pt x="2500600" y="1502115"/>
                </a:lnTo>
                <a:lnTo>
                  <a:pt x="2501061" y="1494106"/>
                </a:lnTo>
                <a:lnTo>
                  <a:pt x="2511087" y="1485093"/>
                </a:lnTo>
                <a:lnTo>
                  <a:pt x="2511434" y="1484781"/>
                </a:lnTo>
                <a:lnTo>
                  <a:pt x="2519443" y="1485143"/>
                </a:lnTo>
                <a:lnTo>
                  <a:pt x="2528818" y="1495570"/>
                </a:lnTo>
                <a:lnTo>
                  <a:pt x="2528402" y="1503628"/>
                </a:lnTo>
                <a:lnTo>
                  <a:pt x="2518376" y="1512640"/>
                </a:lnTo>
                <a:lnTo>
                  <a:pt x="2518078" y="1512908"/>
                </a:lnTo>
                <a:lnTo>
                  <a:pt x="2510154" y="1512539"/>
                </a:lnTo>
                <a:close/>
              </a:path>
              <a:path w="5142230" h="2300604">
                <a:moveTo>
                  <a:pt x="1891972" y="1170519"/>
                </a:moveTo>
                <a:lnTo>
                  <a:pt x="1887509" y="1165740"/>
                </a:lnTo>
                <a:lnTo>
                  <a:pt x="1886259" y="1160981"/>
                </a:lnTo>
                <a:lnTo>
                  <a:pt x="1889954" y="1149786"/>
                </a:lnTo>
                <a:lnTo>
                  <a:pt x="1897056" y="1146147"/>
                </a:lnTo>
                <a:lnTo>
                  <a:pt x="1910365" y="1150424"/>
                </a:lnTo>
                <a:lnTo>
                  <a:pt x="1913991" y="1157629"/>
                </a:lnTo>
                <a:lnTo>
                  <a:pt x="1911877" y="1164261"/>
                </a:lnTo>
                <a:lnTo>
                  <a:pt x="1909714" y="1170938"/>
                </a:lnTo>
                <a:lnTo>
                  <a:pt x="1902554" y="1174613"/>
                </a:lnTo>
                <a:lnTo>
                  <a:pt x="1893776" y="1171765"/>
                </a:lnTo>
                <a:lnTo>
                  <a:pt x="1891972" y="1170519"/>
                </a:lnTo>
                <a:close/>
              </a:path>
              <a:path w="5142230" h="2300604">
                <a:moveTo>
                  <a:pt x="1959288" y="1193020"/>
                </a:moveTo>
                <a:lnTo>
                  <a:pt x="1954824" y="1188242"/>
                </a:lnTo>
                <a:lnTo>
                  <a:pt x="1953617" y="1183334"/>
                </a:lnTo>
                <a:lnTo>
                  <a:pt x="1957496" y="1172140"/>
                </a:lnTo>
                <a:lnTo>
                  <a:pt x="1964693" y="1168603"/>
                </a:lnTo>
                <a:lnTo>
                  <a:pt x="1977899" y="1173160"/>
                </a:lnTo>
                <a:lnTo>
                  <a:pt x="1981430" y="1180362"/>
                </a:lnTo>
                <a:lnTo>
                  <a:pt x="1976873" y="1193567"/>
                </a:lnTo>
                <a:lnTo>
                  <a:pt x="1969676" y="1197104"/>
                </a:lnTo>
                <a:lnTo>
                  <a:pt x="1960995" y="1194164"/>
                </a:lnTo>
                <a:lnTo>
                  <a:pt x="1959288" y="1193020"/>
                </a:lnTo>
                <a:close/>
              </a:path>
              <a:path w="5142230" h="2300604">
                <a:moveTo>
                  <a:pt x="2343928" y="1371252"/>
                </a:moveTo>
                <a:lnTo>
                  <a:pt x="2339327" y="1366327"/>
                </a:lnTo>
                <a:lnTo>
                  <a:pt x="2338692" y="1359881"/>
                </a:lnTo>
                <a:lnTo>
                  <a:pt x="2345813" y="1349029"/>
                </a:lnTo>
                <a:lnTo>
                  <a:pt x="2353704" y="1347409"/>
                </a:lnTo>
                <a:lnTo>
                  <a:pt x="2359525" y="1351294"/>
                </a:lnTo>
                <a:lnTo>
                  <a:pt x="2365386" y="1355124"/>
                </a:lnTo>
                <a:lnTo>
                  <a:pt x="2366965" y="1362972"/>
                </a:lnTo>
                <a:lnTo>
                  <a:pt x="2359295" y="1374702"/>
                </a:lnTo>
                <a:lnTo>
                  <a:pt x="2351403" y="1376322"/>
                </a:lnTo>
                <a:lnTo>
                  <a:pt x="2345582" y="1372437"/>
                </a:lnTo>
                <a:lnTo>
                  <a:pt x="2344709" y="1371893"/>
                </a:lnTo>
                <a:lnTo>
                  <a:pt x="2343928" y="1371252"/>
                </a:lnTo>
                <a:close/>
              </a:path>
              <a:path w="5142230" h="2300604">
                <a:moveTo>
                  <a:pt x="2643598" y="1901415"/>
                </a:moveTo>
                <a:lnTo>
                  <a:pt x="2639184" y="1896690"/>
                </a:lnTo>
                <a:lnTo>
                  <a:pt x="2637873" y="1893429"/>
                </a:lnTo>
                <a:lnTo>
                  <a:pt x="2637945" y="1890085"/>
                </a:lnTo>
                <a:lnTo>
                  <a:pt x="2638137" y="1883058"/>
                </a:lnTo>
                <a:lnTo>
                  <a:pt x="2643939" y="1877538"/>
                </a:lnTo>
                <a:lnTo>
                  <a:pt x="2650971" y="1877735"/>
                </a:lnTo>
                <a:lnTo>
                  <a:pt x="2658046" y="1877880"/>
                </a:lnTo>
                <a:lnTo>
                  <a:pt x="2663463" y="1883679"/>
                </a:lnTo>
                <a:lnTo>
                  <a:pt x="2663320" y="1890661"/>
                </a:lnTo>
                <a:lnTo>
                  <a:pt x="2663128" y="1897689"/>
                </a:lnTo>
                <a:lnTo>
                  <a:pt x="2657327" y="1903209"/>
                </a:lnTo>
                <a:lnTo>
                  <a:pt x="2646802" y="1902987"/>
                </a:lnTo>
                <a:lnTo>
                  <a:pt x="2643598" y="1901415"/>
                </a:lnTo>
                <a:close/>
              </a:path>
              <a:path w="5142230" h="2300604">
                <a:moveTo>
                  <a:pt x="1824248" y="1149240"/>
                </a:moveTo>
                <a:lnTo>
                  <a:pt x="1819784" y="1144461"/>
                </a:lnTo>
                <a:lnTo>
                  <a:pt x="1818575" y="1139746"/>
                </a:lnTo>
                <a:lnTo>
                  <a:pt x="1822019" y="1128576"/>
                </a:lnTo>
                <a:lnTo>
                  <a:pt x="1829092" y="1124809"/>
                </a:lnTo>
                <a:lnTo>
                  <a:pt x="1842453" y="1128946"/>
                </a:lnTo>
                <a:lnTo>
                  <a:pt x="1846221" y="1136009"/>
                </a:lnTo>
                <a:lnTo>
                  <a:pt x="1844157" y="1142694"/>
                </a:lnTo>
                <a:lnTo>
                  <a:pt x="1842134" y="1149424"/>
                </a:lnTo>
                <a:lnTo>
                  <a:pt x="1835015" y="1153142"/>
                </a:lnTo>
                <a:lnTo>
                  <a:pt x="1828339" y="1151079"/>
                </a:lnTo>
                <a:lnTo>
                  <a:pt x="1826095" y="1150436"/>
                </a:lnTo>
                <a:lnTo>
                  <a:pt x="1824248" y="1149240"/>
                </a:lnTo>
                <a:close/>
              </a:path>
              <a:path w="5142230" h="2300604">
                <a:moveTo>
                  <a:pt x="1215757" y="953852"/>
                </a:moveTo>
                <a:lnTo>
                  <a:pt x="1211293" y="949074"/>
                </a:lnTo>
                <a:lnTo>
                  <a:pt x="1210094" y="944076"/>
                </a:lnTo>
                <a:lnTo>
                  <a:pt x="1211812" y="939366"/>
                </a:lnTo>
                <a:lnTo>
                  <a:pt x="1214255" y="932793"/>
                </a:lnTo>
                <a:lnTo>
                  <a:pt x="1221544" y="929453"/>
                </a:lnTo>
                <a:lnTo>
                  <a:pt x="1234691" y="934338"/>
                </a:lnTo>
                <a:lnTo>
                  <a:pt x="1238031" y="941628"/>
                </a:lnTo>
                <a:lnTo>
                  <a:pt x="1233146" y="954775"/>
                </a:lnTo>
                <a:lnTo>
                  <a:pt x="1225856" y="958114"/>
                </a:lnTo>
                <a:lnTo>
                  <a:pt x="1219283" y="955672"/>
                </a:lnTo>
                <a:lnTo>
                  <a:pt x="1217370" y="954993"/>
                </a:lnTo>
                <a:lnTo>
                  <a:pt x="1215757" y="953852"/>
                </a:lnTo>
                <a:close/>
              </a:path>
              <a:path w="5142230" h="2300604">
                <a:moveTo>
                  <a:pt x="1282538" y="978031"/>
                </a:moveTo>
                <a:lnTo>
                  <a:pt x="1278074" y="973252"/>
                </a:lnTo>
                <a:lnTo>
                  <a:pt x="1276872" y="968349"/>
                </a:lnTo>
                <a:lnTo>
                  <a:pt x="1278493" y="963730"/>
                </a:lnTo>
                <a:lnTo>
                  <a:pt x="1280841" y="957153"/>
                </a:lnTo>
                <a:lnTo>
                  <a:pt x="1288088" y="953671"/>
                </a:lnTo>
                <a:lnTo>
                  <a:pt x="1294665" y="956019"/>
                </a:lnTo>
                <a:lnTo>
                  <a:pt x="1301290" y="958322"/>
                </a:lnTo>
                <a:lnTo>
                  <a:pt x="1304720" y="965609"/>
                </a:lnTo>
                <a:lnTo>
                  <a:pt x="1302371" y="972186"/>
                </a:lnTo>
                <a:lnTo>
                  <a:pt x="1300073" y="978816"/>
                </a:lnTo>
                <a:lnTo>
                  <a:pt x="1292829" y="982205"/>
                </a:lnTo>
                <a:lnTo>
                  <a:pt x="1286204" y="979902"/>
                </a:lnTo>
                <a:lnTo>
                  <a:pt x="1284246" y="979175"/>
                </a:lnTo>
                <a:lnTo>
                  <a:pt x="1282538" y="978031"/>
                </a:lnTo>
                <a:close/>
              </a:path>
              <a:path w="5142230" h="2300604">
                <a:moveTo>
                  <a:pt x="2555982" y="2300034"/>
                </a:moveTo>
                <a:lnTo>
                  <a:pt x="2557125" y="2296406"/>
                </a:lnTo>
                <a:lnTo>
                  <a:pt x="2564193" y="2292634"/>
                </a:lnTo>
                <a:lnTo>
                  <a:pt x="2577595" y="2296815"/>
                </a:lnTo>
                <a:lnTo>
                  <a:pt x="2579280" y="2300034"/>
                </a:lnTo>
                <a:lnTo>
                  <a:pt x="2555982" y="2300034"/>
                </a:lnTo>
                <a:close/>
              </a:path>
              <a:path w="5142230" h="2300604">
                <a:moveTo>
                  <a:pt x="2456212" y="1457922"/>
                </a:moveTo>
                <a:lnTo>
                  <a:pt x="2450969" y="1452310"/>
                </a:lnTo>
                <a:lnTo>
                  <a:pt x="2450895" y="1444900"/>
                </a:lnTo>
                <a:lnTo>
                  <a:pt x="2455358" y="1440001"/>
                </a:lnTo>
                <a:lnTo>
                  <a:pt x="2460114" y="1434828"/>
                </a:lnTo>
                <a:lnTo>
                  <a:pt x="2468108" y="1434491"/>
                </a:lnTo>
                <a:lnTo>
                  <a:pt x="2478452" y="1443903"/>
                </a:lnTo>
                <a:lnTo>
                  <a:pt x="2478840" y="1451942"/>
                </a:lnTo>
                <a:lnTo>
                  <a:pt x="2469378" y="1462242"/>
                </a:lnTo>
                <a:lnTo>
                  <a:pt x="2461339" y="1462629"/>
                </a:lnTo>
                <a:lnTo>
                  <a:pt x="2456212" y="1457922"/>
                </a:lnTo>
                <a:close/>
              </a:path>
              <a:path w="5142230" h="2300604">
                <a:moveTo>
                  <a:pt x="2092103" y="1242532"/>
                </a:moveTo>
                <a:lnTo>
                  <a:pt x="2087639" y="1237753"/>
                </a:lnTo>
                <a:lnTo>
                  <a:pt x="2086495" y="1232521"/>
                </a:lnTo>
                <a:lnTo>
                  <a:pt x="2088450" y="1227773"/>
                </a:lnTo>
                <a:lnTo>
                  <a:pt x="2091078" y="1221300"/>
                </a:lnTo>
                <a:lnTo>
                  <a:pt x="2098501" y="1218201"/>
                </a:lnTo>
                <a:lnTo>
                  <a:pt x="2111442" y="1223452"/>
                </a:lnTo>
                <a:lnTo>
                  <a:pt x="2114546" y="1230880"/>
                </a:lnTo>
                <a:lnTo>
                  <a:pt x="2109290" y="1243825"/>
                </a:lnTo>
                <a:lnTo>
                  <a:pt x="2101867" y="1246924"/>
                </a:lnTo>
                <a:lnTo>
                  <a:pt x="2095394" y="1244296"/>
                </a:lnTo>
                <a:lnTo>
                  <a:pt x="2093670" y="1243624"/>
                </a:lnTo>
                <a:lnTo>
                  <a:pt x="2092103" y="1242532"/>
                </a:lnTo>
                <a:close/>
              </a:path>
              <a:path w="5142230" h="2300604">
                <a:moveTo>
                  <a:pt x="2221266" y="1300842"/>
                </a:moveTo>
                <a:lnTo>
                  <a:pt x="2216711" y="1295966"/>
                </a:lnTo>
                <a:lnTo>
                  <a:pt x="2215767" y="1290264"/>
                </a:lnTo>
                <a:lnTo>
                  <a:pt x="2218201" y="1285342"/>
                </a:lnTo>
                <a:lnTo>
                  <a:pt x="2221344" y="1279128"/>
                </a:lnTo>
                <a:lnTo>
                  <a:pt x="2228982" y="1276650"/>
                </a:lnTo>
                <a:lnTo>
                  <a:pt x="2235250" y="1279743"/>
                </a:lnTo>
                <a:lnTo>
                  <a:pt x="2241510" y="1282926"/>
                </a:lnTo>
                <a:lnTo>
                  <a:pt x="2243993" y="1290568"/>
                </a:lnTo>
                <a:lnTo>
                  <a:pt x="2240801" y="1296828"/>
                </a:lnTo>
                <a:lnTo>
                  <a:pt x="2237667" y="1303052"/>
                </a:lnTo>
                <a:lnTo>
                  <a:pt x="2230075" y="1305579"/>
                </a:lnTo>
                <a:lnTo>
                  <a:pt x="2223810" y="1302392"/>
                </a:lnTo>
                <a:lnTo>
                  <a:pt x="2222463" y="1301732"/>
                </a:lnTo>
                <a:lnTo>
                  <a:pt x="2221266" y="1300842"/>
                </a:lnTo>
                <a:close/>
              </a:path>
              <a:path w="5142230" h="2300604">
                <a:moveTo>
                  <a:pt x="2026028" y="1216862"/>
                </a:moveTo>
                <a:lnTo>
                  <a:pt x="2021564" y="1212084"/>
                </a:lnTo>
                <a:lnTo>
                  <a:pt x="2020419" y="1207045"/>
                </a:lnTo>
                <a:lnTo>
                  <a:pt x="2022178" y="1202379"/>
                </a:lnTo>
                <a:lnTo>
                  <a:pt x="2024576" y="1195856"/>
                </a:lnTo>
                <a:lnTo>
                  <a:pt x="2031915" y="1192471"/>
                </a:lnTo>
                <a:lnTo>
                  <a:pt x="2038439" y="1194959"/>
                </a:lnTo>
                <a:lnTo>
                  <a:pt x="2045013" y="1197402"/>
                </a:lnTo>
                <a:lnTo>
                  <a:pt x="2048353" y="1204691"/>
                </a:lnTo>
                <a:lnTo>
                  <a:pt x="2043467" y="1217838"/>
                </a:lnTo>
                <a:lnTo>
                  <a:pt x="2036128" y="1221124"/>
                </a:lnTo>
                <a:lnTo>
                  <a:pt x="2029604" y="1218735"/>
                </a:lnTo>
                <a:lnTo>
                  <a:pt x="2027695" y="1217962"/>
                </a:lnTo>
                <a:lnTo>
                  <a:pt x="2026028" y="1216862"/>
                </a:lnTo>
                <a:close/>
              </a:path>
              <a:path w="5142230" h="2300604">
                <a:moveTo>
                  <a:pt x="1349631" y="1001370"/>
                </a:moveTo>
                <a:lnTo>
                  <a:pt x="1345167" y="996591"/>
                </a:lnTo>
                <a:lnTo>
                  <a:pt x="1343916" y="991733"/>
                </a:lnTo>
                <a:lnTo>
                  <a:pt x="1347786" y="980530"/>
                </a:lnTo>
                <a:lnTo>
                  <a:pt x="1354992" y="977003"/>
                </a:lnTo>
                <a:lnTo>
                  <a:pt x="1368246" y="981514"/>
                </a:lnTo>
                <a:lnTo>
                  <a:pt x="1371778" y="988716"/>
                </a:lnTo>
                <a:lnTo>
                  <a:pt x="1369475" y="995342"/>
                </a:lnTo>
                <a:lnTo>
                  <a:pt x="1367267" y="1001970"/>
                </a:lnTo>
                <a:lnTo>
                  <a:pt x="1360017" y="1005547"/>
                </a:lnTo>
                <a:lnTo>
                  <a:pt x="1351384" y="1002563"/>
                </a:lnTo>
                <a:lnTo>
                  <a:pt x="1349631" y="1001370"/>
                </a:lnTo>
                <a:close/>
              </a:path>
              <a:path w="5142230" h="2300604">
                <a:moveTo>
                  <a:pt x="1552017" y="1067979"/>
                </a:moveTo>
                <a:lnTo>
                  <a:pt x="1547554" y="1063200"/>
                </a:lnTo>
                <a:lnTo>
                  <a:pt x="1546296" y="1058531"/>
                </a:lnTo>
                <a:lnTo>
                  <a:pt x="1549740" y="1047360"/>
                </a:lnTo>
                <a:lnTo>
                  <a:pt x="1556813" y="1043593"/>
                </a:lnTo>
                <a:lnTo>
                  <a:pt x="1563494" y="1045662"/>
                </a:lnTo>
                <a:lnTo>
                  <a:pt x="1570223" y="1047685"/>
                </a:lnTo>
                <a:lnTo>
                  <a:pt x="1573942" y="1054794"/>
                </a:lnTo>
                <a:lnTo>
                  <a:pt x="1571923" y="1061528"/>
                </a:lnTo>
                <a:lnTo>
                  <a:pt x="1569904" y="1068163"/>
                </a:lnTo>
                <a:lnTo>
                  <a:pt x="1562787" y="1071981"/>
                </a:lnTo>
                <a:lnTo>
                  <a:pt x="1553911" y="1069224"/>
                </a:lnTo>
                <a:lnTo>
                  <a:pt x="1552017" y="1067979"/>
                </a:lnTo>
                <a:close/>
              </a:path>
              <a:path w="5142230" h="2300604">
                <a:moveTo>
                  <a:pt x="2554282" y="1567303"/>
                </a:moveTo>
                <a:lnTo>
                  <a:pt x="2548811" y="1561447"/>
                </a:lnTo>
                <a:lnTo>
                  <a:pt x="2544806" y="1555692"/>
                </a:lnTo>
                <a:lnTo>
                  <a:pt x="2546157" y="1547755"/>
                </a:lnTo>
                <a:lnTo>
                  <a:pt x="2551916" y="1543754"/>
                </a:lnTo>
                <a:lnTo>
                  <a:pt x="2557620" y="1539695"/>
                </a:lnTo>
                <a:lnTo>
                  <a:pt x="2565503" y="1541096"/>
                </a:lnTo>
                <a:lnTo>
                  <a:pt x="2573564" y="1552559"/>
                </a:lnTo>
                <a:lnTo>
                  <a:pt x="2572167" y="1560448"/>
                </a:lnTo>
                <a:lnTo>
                  <a:pt x="2561229" y="1568191"/>
                </a:lnTo>
                <a:lnTo>
                  <a:pt x="2554282" y="1567303"/>
                </a:lnTo>
                <a:close/>
              </a:path>
              <a:path w="5142230" h="2300604">
                <a:moveTo>
                  <a:pt x="2579785" y="2249113"/>
                </a:moveTo>
                <a:lnTo>
                  <a:pt x="2575367" y="2244383"/>
                </a:lnTo>
                <a:lnTo>
                  <a:pt x="2574111" y="2239813"/>
                </a:lnTo>
                <a:lnTo>
                  <a:pt x="2577321" y="2228587"/>
                </a:lnTo>
                <a:lnTo>
                  <a:pt x="2584397" y="2224726"/>
                </a:lnTo>
                <a:lnTo>
                  <a:pt x="2597813" y="2228629"/>
                </a:lnTo>
                <a:lnTo>
                  <a:pt x="2601680" y="2235700"/>
                </a:lnTo>
                <a:lnTo>
                  <a:pt x="2599751" y="2242433"/>
                </a:lnTo>
                <a:lnTo>
                  <a:pt x="2597777" y="2249116"/>
                </a:lnTo>
                <a:lnTo>
                  <a:pt x="2590799" y="2252986"/>
                </a:lnTo>
                <a:lnTo>
                  <a:pt x="2584067" y="2251058"/>
                </a:lnTo>
                <a:lnTo>
                  <a:pt x="2581777" y="2250366"/>
                </a:lnTo>
                <a:lnTo>
                  <a:pt x="2579785" y="2249113"/>
                </a:lnTo>
                <a:close/>
              </a:path>
              <a:path w="5142230" h="2300604">
                <a:moveTo>
                  <a:pt x="773880" y="729012"/>
                </a:moveTo>
                <a:lnTo>
                  <a:pt x="768723" y="723492"/>
                </a:lnTo>
                <a:lnTo>
                  <a:pt x="768304" y="716689"/>
                </a:lnTo>
                <a:lnTo>
                  <a:pt x="772015" y="711670"/>
                </a:lnTo>
                <a:lnTo>
                  <a:pt x="776218" y="706100"/>
                </a:lnTo>
                <a:lnTo>
                  <a:pt x="784233" y="705004"/>
                </a:lnTo>
                <a:lnTo>
                  <a:pt x="795367" y="713404"/>
                </a:lnTo>
                <a:lnTo>
                  <a:pt x="796517" y="721379"/>
                </a:lnTo>
                <a:lnTo>
                  <a:pt x="788064" y="732563"/>
                </a:lnTo>
                <a:lnTo>
                  <a:pt x="780093" y="733708"/>
                </a:lnTo>
                <a:lnTo>
                  <a:pt x="773880" y="729012"/>
                </a:lnTo>
                <a:close/>
              </a:path>
              <a:path w="5142230" h="2300604">
                <a:moveTo>
                  <a:pt x="719177" y="682867"/>
                </a:moveTo>
                <a:lnTo>
                  <a:pt x="714075" y="677406"/>
                </a:lnTo>
                <a:lnTo>
                  <a:pt x="714049" y="669852"/>
                </a:lnTo>
                <a:lnTo>
                  <a:pt x="723403" y="659826"/>
                </a:lnTo>
                <a:lnTo>
                  <a:pt x="731394" y="659584"/>
                </a:lnTo>
                <a:lnTo>
                  <a:pt x="741642" y="669186"/>
                </a:lnTo>
                <a:lnTo>
                  <a:pt x="741890" y="677173"/>
                </a:lnTo>
                <a:lnTo>
                  <a:pt x="732336" y="687375"/>
                </a:lnTo>
                <a:lnTo>
                  <a:pt x="724301" y="687668"/>
                </a:lnTo>
                <a:lnTo>
                  <a:pt x="719177" y="682867"/>
                </a:lnTo>
                <a:close/>
              </a:path>
              <a:path w="5142230" h="2300604">
                <a:moveTo>
                  <a:pt x="630266" y="579773"/>
                </a:moveTo>
                <a:lnTo>
                  <a:pt x="624688" y="573802"/>
                </a:lnTo>
                <a:lnTo>
                  <a:pt x="620634" y="568094"/>
                </a:lnTo>
                <a:lnTo>
                  <a:pt x="621990" y="560161"/>
                </a:lnTo>
                <a:lnTo>
                  <a:pt x="627700" y="556206"/>
                </a:lnTo>
                <a:lnTo>
                  <a:pt x="633453" y="552101"/>
                </a:lnTo>
                <a:lnTo>
                  <a:pt x="641336" y="553502"/>
                </a:lnTo>
                <a:lnTo>
                  <a:pt x="649404" y="564876"/>
                </a:lnTo>
                <a:lnTo>
                  <a:pt x="648048" y="572808"/>
                </a:lnTo>
                <a:lnTo>
                  <a:pt x="637115" y="580556"/>
                </a:lnTo>
                <a:lnTo>
                  <a:pt x="630266" y="579773"/>
                </a:lnTo>
                <a:close/>
              </a:path>
              <a:path w="5142230" h="2300604">
                <a:moveTo>
                  <a:pt x="591372" y="519860"/>
                </a:moveTo>
                <a:lnTo>
                  <a:pt x="586070" y="514184"/>
                </a:lnTo>
                <a:lnTo>
                  <a:pt x="582059" y="507348"/>
                </a:lnTo>
                <a:lnTo>
                  <a:pt x="584067" y="499528"/>
                </a:lnTo>
                <a:lnTo>
                  <a:pt x="596163" y="492438"/>
                </a:lnTo>
                <a:lnTo>
                  <a:pt x="603884" y="494448"/>
                </a:lnTo>
                <a:lnTo>
                  <a:pt x="607408" y="500469"/>
                </a:lnTo>
                <a:lnTo>
                  <a:pt x="611023" y="506488"/>
                </a:lnTo>
                <a:lnTo>
                  <a:pt x="609063" y="514263"/>
                </a:lnTo>
                <a:lnTo>
                  <a:pt x="597743" y="520912"/>
                </a:lnTo>
                <a:lnTo>
                  <a:pt x="591372" y="519860"/>
                </a:lnTo>
                <a:close/>
              </a:path>
              <a:path w="5142230" h="2300604">
                <a:moveTo>
                  <a:pt x="674128" y="636013"/>
                </a:moveTo>
                <a:lnTo>
                  <a:pt x="669163" y="630698"/>
                </a:lnTo>
                <a:lnTo>
                  <a:pt x="664571" y="625391"/>
                </a:lnTo>
                <a:lnTo>
                  <a:pt x="665132" y="617389"/>
                </a:lnTo>
                <a:lnTo>
                  <a:pt x="674978" y="608869"/>
                </a:lnTo>
                <a:lnTo>
                  <a:pt x="675736" y="608214"/>
                </a:lnTo>
                <a:lnTo>
                  <a:pt x="683788" y="608818"/>
                </a:lnTo>
                <a:lnTo>
                  <a:pt x="692910" y="619463"/>
                </a:lnTo>
                <a:lnTo>
                  <a:pt x="692309" y="627421"/>
                </a:lnTo>
                <a:lnTo>
                  <a:pt x="682457" y="635936"/>
                </a:lnTo>
                <a:lnTo>
                  <a:pt x="681851" y="636460"/>
                </a:lnTo>
                <a:lnTo>
                  <a:pt x="674128" y="636013"/>
                </a:lnTo>
                <a:close/>
              </a:path>
              <a:path w="5142230" h="2300604">
                <a:moveTo>
                  <a:pt x="557090" y="457259"/>
                </a:moveTo>
                <a:lnTo>
                  <a:pt x="552535" y="452383"/>
                </a:lnTo>
                <a:lnTo>
                  <a:pt x="551813" y="451414"/>
                </a:lnTo>
                <a:lnTo>
                  <a:pt x="551232" y="450304"/>
                </a:lnTo>
                <a:lnTo>
                  <a:pt x="548140" y="444061"/>
                </a:lnTo>
                <a:lnTo>
                  <a:pt x="550622" y="436455"/>
                </a:lnTo>
                <a:lnTo>
                  <a:pt x="556497" y="433458"/>
                </a:lnTo>
                <a:lnTo>
                  <a:pt x="563159" y="430131"/>
                </a:lnTo>
                <a:lnTo>
                  <a:pt x="570766" y="432604"/>
                </a:lnTo>
                <a:lnTo>
                  <a:pt x="576980" y="444926"/>
                </a:lnTo>
                <a:lnTo>
                  <a:pt x="577114" y="445069"/>
                </a:lnTo>
                <a:lnTo>
                  <a:pt x="574522" y="452753"/>
                </a:lnTo>
                <a:lnTo>
                  <a:pt x="563185" y="458505"/>
                </a:lnTo>
                <a:lnTo>
                  <a:pt x="557090" y="457259"/>
                </a:lnTo>
                <a:close/>
              </a:path>
              <a:path w="5142230" h="2300604">
                <a:moveTo>
                  <a:pt x="526659" y="392915"/>
                </a:moveTo>
                <a:lnTo>
                  <a:pt x="522149" y="388088"/>
                </a:lnTo>
                <a:lnTo>
                  <a:pt x="521342" y="386833"/>
                </a:lnTo>
                <a:lnTo>
                  <a:pt x="517969" y="379117"/>
                </a:lnTo>
                <a:lnTo>
                  <a:pt x="520817" y="371609"/>
                </a:lnTo>
                <a:lnTo>
                  <a:pt x="527243" y="368811"/>
                </a:lnTo>
                <a:lnTo>
                  <a:pt x="533619" y="365959"/>
                </a:lnTo>
                <a:lnTo>
                  <a:pt x="541119" y="368905"/>
                </a:lnTo>
                <a:lnTo>
                  <a:pt x="546774" y="381703"/>
                </a:lnTo>
                <a:lnTo>
                  <a:pt x="543876" y="389158"/>
                </a:lnTo>
                <a:lnTo>
                  <a:pt x="537500" y="392009"/>
                </a:lnTo>
                <a:lnTo>
                  <a:pt x="532422" y="394197"/>
                </a:lnTo>
                <a:lnTo>
                  <a:pt x="526659" y="392915"/>
                </a:lnTo>
                <a:close/>
              </a:path>
              <a:path w="5142230" h="2300604">
                <a:moveTo>
                  <a:pt x="892476" y="806507"/>
                </a:moveTo>
                <a:lnTo>
                  <a:pt x="887967" y="801680"/>
                </a:lnTo>
                <a:lnTo>
                  <a:pt x="887089" y="795560"/>
                </a:lnTo>
                <a:lnTo>
                  <a:pt x="889949" y="790606"/>
                </a:lnTo>
                <a:lnTo>
                  <a:pt x="893459" y="784588"/>
                </a:lnTo>
                <a:lnTo>
                  <a:pt x="901178" y="782490"/>
                </a:lnTo>
                <a:lnTo>
                  <a:pt x="913308" y="789512"/>
                </a:lnTo>
                <a:lnTo>
                  <a:pt x="915401" y="797227"/>
                </a:lnTo>
                <a:lnTo>
                  <a:pt x="911888" y="803339"/>
                </a:lnTo>
                <a:lnTo>
                  <a:pt x="908383" y="809362"/>
                </a:lnTo>
                <a:lnTo>
                  <a:pt x="900664" y="811459"/>
                </a:lnTo>
                <a:lnTo>
                  <a:pt x="894547" y="807942"/>
                </a:lnTo>
                <a:lnTo>
                  <a:pt x="893488" y="807297"/>
                </a:lnTo>
                <a:lnTo>
                  <a:pt x="892476" y="806507"/>
                </a:lnTo>
                <a:close/>
              </a:path>
              <a:path w="5142230" h="2300604">
                <a:moveTo>
                  <a:pt x="954945" y="840731"/>
                </a:moveTo>
                <a:lnTo>
                  <a:pt x="950390" y="835855"/>
                </a:lnTo>
                <a:lnTo>
                  <a:pt x="949406" y="830109"/>
                </a:lnTo>
                <a:lnTo>
                  <a:pt x="951979" y="825240"/>
                </a:lnTo>
                <a:lnTo>
                  <a:pt x="955171" y="818980"/>
                </a:lnTo>
                <a:lnTo>
                  <a:pt x="962855" y="816550"/>
                </a:lnTo>
                <a:lnTo>
                  <a:pt x="975287" y="823016"/>
                </a:lnTo>
                <a:lnTo>
                  <a:pt x="977671" y="830651"/>
                </a:lnTo>
                <a:lnTo>
                  <a:pt x="971253" y="843038"/>
                </a:lnTo>
                <a:lnTo>
                  <a:pt x="963756" y="845470"/>
                </a:lnTo>
                <a:lnTo>
                  <a:pt x="963615" y="845516"/>
                </a:lnTo>
                <a:lnTo>
                  <a:pt x="957399" y="842283"/>
                </a:lnTo>
                <a:lnTo>
                  <a:pt x="956048" y="841618"/>
                </a:lnTo>
                <a:lnTo>
                  <a:pt x="954945" y="840731"/>
                </a:lnTo>
                <a:close/>
              </a:path>
              <a:path w="5142230" h="2300604">
                <a:moveTo>
                  <a:pt x="499007" y="327344"/>
                </a:moveTo>
                <a:lnTo>
                  <a:pt x="494543" y="322565"/>
                </a:lnTo>
                <a:lnTo>
                  <a:pt x="493645" y="321213"/>
                </a:lnTo>
                <a:lnTo>
                  <a:pt x="493077" y="319725"/>
                </a:lnTo>
                <a:lnTo>
                  <a:pt x="490466" y="313216"/>
                </a:lnTo>
                <a:lnTo>
                  <a:pt x="493602" y="305821"/>
                </a:lnTo>
                <a:lnTo>
                  <a:pt x="506616" y="300594"/>
                </a:lnTo>
                <a:lnTo>
                  <a:pt x="513972" y="303776"/>
                </a:lnTo>
                <a:lnTo>
                  <a:pt x="516583" y="310285"/>
                </a:lnTo>
                <a:lnTo>
                  <a:pt x="519243" y="316749"/>
                </a:lnTo>
                <a:lnTo>
                  <a:pt x="516061" y="324095"/>
                </a:lnTo>
                <a:lnTo>
                  <a:pt x="509602" y="326760"/>
                </a:lnTo>
                <a:lnTo>
                  <a:pt x="504846" y="328609"/>
                </a:lnTo>
                <a:lnTo>
                  <a:pt x="504578" y="328713"/>
                </a:lnTo>
                <a:lnTo>
                  <a:pt x="499007" y="327344"/>
                </a:lnTo>
                <a:close/>
              </a:path>
              <a:path w="5142230" h="2300604">
                <a:moveTo>
                  <a:pt x="831852" y="769272"/>
                </a:moveTo>
                <a:lnTo>
                  <a:pt x="827251" y="764347"/>
                </a:lnTo>
                <a:lnTo>
                  <a:pt x="826572" y="757951"/>
                </a:lnTo>
                <a:lnTo>
                  <a:pt x="829763" y="752961"/>
                </a:lnTo>
                <a:lnTo>
                  <a:pt x="833598" y="747096"/>
                </a:lnTo>
                <a:lnTo>
                  <a:pt x="841445" y="745427"/>
                </a:lnTo>
                <a:lnTo>
                  <a:pt x="853224" y="753051"/>
                </a:lnTo>
                <a:lnTo>
                  <a:pt x="854839" y="760938"/>
                </a:lnTo>
                <a:lnTo>
                  <a:pt x="847169" y="772669"/>
                </a:lnTo>
                <a:lnTo>
                  <a:pt x="839376" y="774296"/>
                </a:lnTo>
                <a:lnTo>
                  <a:pt x="833511" y="770462"/>
                </a:lnTo>
                <a:lnTo>
                  <a:pt x="832628" y="769908"/>
                </a:lnTo>
                <a:lnTo>
                  <a:pt x="831852" y="769272"/>
                </a:lnTo>
                <a:close/>
              </a:path>
              <a:path w="5142230" h="2300604">
                <a:moveTo>
                  <a:pt x="473169" y="261173"/>
                </a:moveTo>
                <a:lnTo>
                  <a:pt x="468655" y="256341"/>
                </a:lnTo>
                <a:lnTo>
                  <a:pt x="467811" y="254948"/>
                </a:lnTo>
                <a:lnTo>
                  <a:pt x="467250" y="253371"/>
                </a:lnTo>
                <a:lnTo>
                  <a:pt x="464688" y="246816"/>
                </a:lnTo>
                <a:lnTo>
                  <a:pt x="468005" y="239517"/>
                </a:lnTo>
                <a:lnTo>
                  <a:pt x="474557" y="237049"/>
                </a:lnTo>
                <a:lnTo>
                  <a:pt x="481112" y="234487"/>
                </a:lnTo>
                <a:lnTo>
                  <a:pt x="488411" y="237804"/>
                </a:lnTo>
                <a:lnTo>
                  <a:pt x="490874" y="244351"/>
                </a:lnTo>
                <a:lnTo>
                  <a:pt x="493396" y="250862"/>
                </a:lnTo>
                <a:lnTo>
                  <a:pt x="490124" y="258210"/>
                </a:lnTo>
                <a:lnTo>
                  <a:pt x="483568" y="260673"/>
                </a:lnTo>
                <a:lnTo>
                  <a:pt x="478598" y="262585"/>
                </a:lnTo>
                <a:lnTo>
                  <a:pt x="473169" y="261173"/>
                </a:lnTo>
                <a:close/>
              </a:path>
              <a:path w="5142230" h="2300604">
                <a:moveTo>
                  <a:pt x="2790634" y="2174056"/>
                </a:moveTo>
                <a:lnTo>
                  <a:pt x="2786347" y="2169467"/>
                </a:lnTo>
                <a:lnTo>
                  <a:pt x="2785132" y="2164941"/>
                </a:lnTo>
                <a:lnTo>
                  <a:pt x="2786412" y="2160641"/>
                </a:lnTo>
                <a:lnTo>
                  <a:pt x="2788384" y="2154151"/>
                </a:lnTo>
                <a:lnTo>
                  <a:pt x="2795207" y="2150507"/>
                </a:lnTo>
                <a:lnTo>
                  <a:pt x="2808201" y="2154349"/>
                </a:lnTo>
                <a:lnTo>
                  <a:pt x="2811844" y="2161181"/>
                </a:lnTo>
                <a:lnTo>
                  <a:pt x="2808003" y="2174175"/>
                </a:lnTo>
                <a:lnTo>
                  <a:pt x="2801175" y="2177813"/>
                </a:lnTo>
                <a:lnTo>
                  <a:pt x="2792481" y="2175252"/>
                </a:lnTo>
                <a:lnTo>
                  <a:pt x="2790634" y="2174056"/>
                </a:lnTo>
                <a:close/>
              </a:path>
              <a:path w="5142230" h="2300604">
                <a:moveTo>
                  <a:pt x="1972510" y="1056841"/>
                </a:moveTo>
                <a:lnTo>
                  <a:pt x="1968233" y="1052263"/>
                </a:lnTo>
                <a:lnTo>
                  <a:pt x="1967015" y="1047831"/>
                </a:lnTo>
                <a:lnTo>
                  <a:pt x="1968200" y="1043528"/>
                </a:lnTo>
                <a:lnTo>
                  <a:pt x="1970074" y="1037029"/>
                </a:lnTo>
                <a:lnTo>
                  <a:pt x="1976904" y="1033296"/>
                </a:lnTo>
                <a:lnTo>
                  <a:pt x="1989901" y="1037043"/>
                </a:lnTo>
                <a:lnTo>
                  <a:pt x="1993633" y="1043775"/>
                </a:lnTo>
                <a:lnTo>
                  <a:pt x="1991759" y="1050273"/>
                </a:lnTo>
                <a:lnTo>
                  <a:pt x="1989936" y="1056825"/>
                </a:lnTo>
                <a:lnTo>
                  <a:pt x="1983105" y="1060558"/>
                </a:lnTo>
                <a:lnTo>
                  <a:pt x="1976607" y="1058685"/>
                </a:lnTo>
                <a:lnTo>
                  <a:pt x="1974408" y="1058091"/>
                </a:lnTo>
                <a:lnTo>
                  <a:pt x="1972510" y="1056841"/>
                </a:lnTo>
                <a:close/>
              </a:path>
              <a:path w="5142230" h="2300604">
                <a:moveTo>
                  <a:pt x="2769579" y="2241835"/>
                </a:moveTo>
                <a:lnTo>
                  <a:pt x="2765257" y="2237208"/>
                </a:lnTo>
                <a:lnTo>
                  <a:pt x="2764091" y="2232636"/>
                </a:lnTo>
                <a:lnTo>
                  <a:pt x="2765463" y="2228241"/>
                </a:lnTo>
                <a:lnTo>
                  <a:pt x="2767526" y="2221848"/>
                </a:lnTo>
                <a:lnTo>
                  <a:pt x="2774395" y="2218253"/>
                </a:lnTo>
                <a:lnTo>
                  <a:pt x="2787338" y="2222333"/>
                </a:lnTo>
                <a:lnTo>
                  <a:pt x="2790879" y="2229252"/>
                </a:lnTo>
                <a:lnTo>
                  <a:pt x="2788817" y="2235744"/>
                </a:lnTo>
                <a:lnTo>
                  <a:pt x="2786754" y="2242137"/>
                </a:lnTo>
                <a:lnTo>
                  <a:pt x="2779885" y="2245732"/>
                </a:lnTo>
                <a:lnTo>
                  <a:pt x="2773437" y="2243619"/>
                </a:lnTo>
                <a:lnTo>
                  <a:pt x="2771386" y="2242987"/>
                </a:lnTo>
                <a:lnTo>
                  <a:pt x="2769579" y="2241835"/>
                </a:lnTo>
                <a:close/>
              </a:path>
              <a:path w="5142230" h="2300604">
                <a:moveTo>
                  <a:pt x="2620878" y="1334503"/>
                </a:moveTo>
                <a:lnTo>
                  <a:pt x="2615858" y="1329129"/>
                </a:lnTo>
                <a:lnTo>
                  <a:pt x="2615437" y="1322521"/>
                </a:lnTo>
                <a:lnTo>
                  <a:pt x="2619183" y="1317733"/>
                </a:lnTo>
                <a:lnTo>
                  <a:pt x="2623289" y="1312354"/>
                </a:lnTo>
                <a:lnTo>
                  <a:pt x="2631014" y="1311338"/>
                </a:lnTo>
                <a:lnTo>
                  <a:pt x="2641733" y="1319587"/>
                </a:lnTo>
                <a:lnTo>
                  <a:pt x="2642745" y="1327316"/>
                </a:lnTo>
                <a:lnTo>
                  <a:pt x="2634455" y="1337992"/>
                </a:lnTo>
                <a:lnTo>
                  <a:pt x="2626771" y="1339052"/>
                </a:lnTo>
                <a:lnTo>
                  <a:pt x="2621436" y="1334905"/>
                </a:lnTo>
                <a:lnTo>
                  <a:pt x="2620878" y="1334503"/>
                </a:lnTo>
                <a:close/>
              </a:path>
              <a:path w="5142230" h="2300604">
                <a:moveTo>
                  <a:pt x="1835947" y="1017588"/>
                </a:moveTo>
                <a:lnTo>
                  <a:pt x="1831670" y="1013009"/>
                </a:lnTo>
                <a:lnTo>
                  <a:pt x="1830452" y="1008578"/>
                </a:lnTo>
                <a:lnTo>
                  <a:pt x="1831731" y="1004278"/>
                </a:lnTo>
                <a:lnTo>
                  <a:pt x="1833605" y="997779"/>
                </a:lnTo>
                <a:lnTo>
                  <a:pt x="1840436" y="994046"/>
                </a:lnTo>
                <a:lnTo>
                  <a:pt x="1846929" y="995915"/>
                </a:lnTo>
                <a:lnTo>
                  <a:pt x="1853383" y="997839"/>
                </a:lnTo>
                <a:lnTo>
                  <a:pt x="1857112" y="1004665"/>
                </a:lnTo>
                <a:lnTo>
                  <a:pt x="1855238" y="1011163"/>
                </a:lnTo>
                <a:lnTo>
                  <a:pt x="1853324" y="1017618"/>
                </a:lnTo>
                <a:lnTo>
                  <a:pt x="1846493" y="1021351"/>
                </a:lnTo>
                <a:lnTo>
                  <a:pt x="1839995" y="1019477"/>
                </a:lnTo>
                <a:lnTo>
                  <a:pt x="1837845" y="1018838"/>
                </a:lnTo>
                <a:lnTo>
                  <a:pt x="1835947" y="1017588"/>
                </a:lnTo>
                <a:close/>
              </a:path>
              <a:path w="5142230" h="2300604">
                <a:moveTo>
                  <a:pt x="2562614" y="1293247"/>
                </a:moveTo>
                <a:lnTo>
                  <a:pt x="2558196" y="1288517"/>
                </a:lnTo>
                <a:lnTo>
                  <a:pt x="2557559" y="1282263"/>
                </a:lnTo>
                <a:lnTo>
                  <a:pt x="2560695" y="1277508"/>
                </a:lnTo>
                <a:lnTo>
                  <a:pt x="2564384" y="1271779"/>
                </a:lnTo>
                <a:lnTo>
                  <a:pt x="2571985" y="1270239"/>
                </a:lnTo>
                <a:lnTo>
                  <a:pt x="2583352" y="1277618"/>
                </a:lnTo>
                <a:lnTo>
                  <a:pt x="2584931" y="1285173"/>
                </a:lnTo>
                <a:lnTo>
                  <a:pt x="2581197" y="1290853"/>
                </a:lnTo>
                <a:lnTo>
                  <a:pt x="2577557" y="1296536"/>
                </a:lnTo>
                <a:lnTo>
                  <a:pt x="2569907" y="1298121"/>
                </a:lnTo>
                <a:lnTo>
                  <a:pt x="2564273" y="1294436"/>
                </a:lnTo>
                <a:lnTo>
                  <a:pt x="2563390" y="1293882"/>
                </a:lnTo>
                <a:lnTo>
                  <a:pt x="2562614" y="1293247"/>
                </a:lnTo>
                <a:close/>
              </a:path>
              <a:path w="5142230" h="2300604">
                <a:moveTo>
                  <a:pt x="2851833" y="1897456"/>
                </a:moveTo>
                <a:lnTo>
                  <a:pt x="2847556" y="1892877"/>
                </a:lnTo>
                <a:lnTo>
                  <a:pt x="2846252" y="1889429"/>
                </a:lnTo>
                <a:lnTo>
                  <a:pt x="2846615" y="1885712"/>
                </a:lnTo>
                <a:lnTo>
                  <a:pt x="2847367" y="1878991"/>
                </a:lnTo>
                <a:lnTo>
                  <a:pt x="2853433" y="1874146"/>
                </a:lnTo>
                <a:lnTo>
                  <a:pt x="2866883" y="1875543"/>
                </a:lnTo>
                <a:lnTo>
                  <a:pt x="2871728" y="1881609"/>
                </a:lnTo>
                <a:lnTo>
                  <a:pt x="2870980" y="1888335"/>
                </a:lnTo>
                <a:lnTo>
                  <a:pt x="2870277" y="1895109"/>
                </a:lnTo>
                <a:lnTo>
                  <a:pt x="2864216" y="1899959"/>
                </a:lnTo>
                <a:lnTo>
                  <a:pt x="2857490" y="1899211"/>
                </a:lnTo>
                <a:lnTo>
                  <a:pt x="2854474" y="1898915"/>
                </a:lnTo>
                <a:lnTo>
                  <a:pt x="2851833" y="1897456"/>
                </a:lnTo>
                <a:close/>
              </a:path>
              <a:path w="5142230" h="2300604">
                <a:moveTo>
                  <a:pt x="1767959" y="997103"/>
                </a:moveTo>
                <a:lnTo>
                  <a:pt x="1763632" y="992471"/>
                </a:lnTo>
                <a:lnTo>
                  <a:pt x="1762462" y="987993"/>
                </a:lnTo>
                <a:lnTo>
                  <a:pt x="1763745" y="983599"/>
                </a:lnTo>
                <a:lnTo>
                  <a:pt x="1765758" y="977153"/>
                </a:lnTo>
                <a:lnTo>
                  <a:pt x="1772581" y="973509"/>
                </a:lnTo>
                <a:lnTo>
                  <a:pt x="1779081" y="975482"/>
                </a:lnTo>
                <a:lnTo>
                  <a:pt x="1785528" y="977495"/>
                </a:lnTo>
                <a:lnTo>
                  <a:pt x="1789166" y="984323"/>
                </a:lnTo>
                <a:lnTo>
                  <a:pt x="1787199" y="990818"/>
                </a:lnTo>
                <a:lnTo>
                  <a:pt x="1785185" y="997264"/>
                </a:lnTo>
                <a:lnTo>
                  <a:pt x="1778357" y="1000903"/>
                </a:lnTo>
                <a:lnTo>
                  <a:pt x="1771862" y="998935"/>
                </a:lnTo>
                <a:lnTo>
                  <a:pt x="1769761" y="998250"/>
                </a:lnTo>
                <a:lnTo>
                  <a:pt x="1767959" y="997103"/>
                </a:lnTo>
                <a:close/>
              </a:path>
              <a:path w="5142230" h="2300604">
                <a:moveTo>
                  <a:pt x="2742156" y="2300034"/>
                </a:moveTo>
                <a:lnTo>
                  <a:pt x="2743628" y="2295673"/>
                </a:lnTo>
                <a:lnTo>
                  <a:pt x="2745731" y="2289225"/>
                </a:lnTo>
                <a:lnTo>
                  <a:pt x="2752605" y="2285734"/>
                </a:lnTo>
                <a:lnTo>
                  <a:pt x="2765492" y="2289949"/>
                </a:lnTo>
                <a:lnTo>
                  <a:pt x="2768984" y="2296913"/>
                </a:lnTo>
                <a:lnTo>
                  <a:pt x="2767960" y="2300034"/>
                </a:lnTo>
                <a:lnTo>
                  <a:pt x="2742156" y="2300034"/>
                </a:lnTo>
                <a:close/>
              </a:path>
              <a:path w="5142230" h="2300604">
                <a:moveTo>
                  <a:pt x="1904253" y="1037338"/>
                </a:moveTo>
                <a:lnTo>
                  <a:pt x="1899926" y="1032706"/>
                </a:lnTo>
                <a:lnTo>
                  <a:pt x="1898659" y="1028320"/>
                </a:lnTo>
                <a:lnTo>
                  <a:pt x="1899933" y="1024015"/>
                </a:lnTo>
                <a:lnTo>
                  <a:pt x="1901807" y="1017517"/>
                </a:lnTo>
                <a:lnTo>
                  <a:pt x="1908597" y="1013740"/>
                </a:lnTo>
                <a:lnTo>
                  <a:pt x="1921589" y="1017482"/>
                </a:lnTo>
                <a:lnTo>
                  <a:pt x="1925375" y="1024272"/>
                </a:lnTo>
                <a:lnTo>
                  <a:pt x="1921628" y="1037269"/>
                </a:lnTo>
                <a:lnTo>
                  <a:pt x="1914843" y="1041050"/>
                </a:lnTo>
                <a:lnTo>
                  <a:pt x="1906101" y="1038534"/>
                </a:lnTo>
                <a:lnTo>
                  <a:pt x="1904253" y="1037338"/>
                </a:lnTo>
                <a:close/>
              </a:path>
              <a:path w="5142230" h="2300604">
                <a:moveTo>
                  <a:pt x="2841610" y="1967544"/>
                </a:moveTo>
                <a:lnTo>
                  <a:pt x="2837333" y="1962966"/>
                </a:lnTo>
                <a:lnTo>
                  <a:pt x="2836042" y="1959140"/>
                </a:lnTo>
                <a:lnTo>
                  <a:pt x="2837914" y="1948535"/>
                </a:lnTo>
                <a:lnTo>
                  <a:pt x="2844255" y="1944081"/>
                </a:lnTo>
                <a:lnTo>
                  <a:pt x="2850914" y="1945248"/>
                </a:lnTo>
                <a:lnTo>
                  <a:pt x="2857631" y="1946378"/>
                </a:lnTo>
                <a:lnTo>
                  <a:pt x="2862041" y="1952760"/>
                </a:lnTo>
                <a:lnTo>
                  <a:pt x="2859699" y="1966088"/>
                </a:lnTo>
                <a:lnTo>
                  <a:pt x="2853362" y="1970546"/>
                </a:lnTo>
                <a:lnTo>
                  <a:pt x="2843976" y="1968904"/>
                </a:lnTo>
                <a:lnTo>
                  <a:pt x="2841610" y="1967544"/>
                </a:lnTo>
                <a:close/>
              </a:path>
              <a:path w="5142230" h="2300604">
                <a:moveTo>
                  <a:pt x="2502103" y="1256719"/>
                </a:moveTo>
                <a:lnTo>
                  <a:pt x="2497689" y="1251994"/>
                </a:lnTo>
                <a:lnTo>
                  <a:pt x="2496847" y="1246206"/>
                </a:lnTo>
                <a:lnTo>
                  <a:pt x="2502825" y="1235499"/>
                </a:lnTo>
                <a:lnTo>
                  <a:pt x="2510307" y="1233441"/>
                </a:lnTo>
                <a:lnTo>
                  <a:pt x="2522126" y="1240032"/>
                </a:lnTo>
                <a:lnTo>
                  <a:pt x="2524230" y="1247563"/>
                </a:lnTo>
                <a:lnTo>
                  <a:pt x="2520867" y="1253444"/>
                </a:lnTo>
                <a:lnTo>
                  <a:pt x="2517593" y="1259324"/>
                </a:lnTo>
                <a:lnTo>
                  <a:pt x="2510111" y="1261382"/>
                </a:lnTo>
                <a:lnTo>
                  <a:pt x="2503073" y="1257465"/>
                </a:lnTo>
                <a:lnTo>
                  <a:pt x="2502103" y="1256719"/>
                </a:lnTo>
                <a:close/>
              </a:path>
              <a:path w="5142230" h="2300604">
                <a:moveTo>
                  <a:pt x="2309717" y="1166897"/>
                </a:moveTo>
                <a:lnTo>
                  <a:pt x="2305390" y="1162265"/>
                </a:lnTo>
                <a:lnTo>
                  <a:pt x="2304232" y="1157311"/>
                </a:lnTo>
                <a:lnTo>
                  <a:pt x="2305997" y="1152750"/>
                </a:lnTo>
                <a:lnTo>
                  <a:pt x="2308519" y="1146457"/>
                </a:lnTo>
                <a:lnTo>
                  <a:pt x="2315615" y="1143399"/>
                </a:lnTo>
                <a:lnTo>
                  <a:pt x="2328237" y="1148309"/>
                </a:lnTo>
                <a:lnTo>
                  <a:pt x="2331305" y="1155405"/>
                </a:lnTo>
                <a:lnTo>
                  <a:pt x="2326345" y="1167983"/>
                </a:lnTo>
                <a:lnTo>
                  <a:pt x="2319246" y="1171136"/>
                </a:lnTo>
                <a:lnTo>
                  <a:pt x="2312910" y="1168654"/>
                </a:lnTo>
                <a:lnTo>
                  <a:pt x="2311145" y="1167937"/>
                </a:lnTo>
                <a:lnTo>
                  <a:pt x="2309717" y="1166897"/>
                </a:lnTo>
                <a:close/>
              </a:path>
              <a:path w="5142230" h="2300604">
                <a:moveTo>
                  <a:pt x="854234" y="619341"/>
                </a:moveTo>
                <a:lnTo>
                  <a:pt x="848841" y="613568"/>
                </a:lnTo>
                <a:lnTo>
                  <a:pt x="848468" y="606913"/>
                </a:lnTo>
                <a:lnTo>
                  <a:pt x="856600" y="596850"/>
                </a:lnTo>
                <a:lnTo>
                  <a:pt x="864328" y="596032"/>
                </a:lnTo>
                <a:lnTo>
                  <a:pt x="874893" y="604507"/>
                </a:lnTo>
                <a:lnTo>
                  <a:pt x="875720" y="612235"/>
                </a:lnTo>
                <a:lnTo>
                  <a:pt x="867195" y="622756"/>
                </a:lnTo>
                <a:lnTo>
                  <a:pt x="859472" y="623579"/>
                </a:lnTo>
                <a:lnTo>
                  <a:pt x="854234" y="619341"/>
                </a:lnTo>
                <a:close/>
              </a:path>
              <a:path w="5142230" h="2300604">
                <a:moveTo>
                  <a:pt x="1162563" y="792615"/>
                </a:moveTo>
                <a:lnTo>
                  <a:pt x="1158232" y="787978"/>
                </a:lnTo>
                <a:lnTo>
                  <a:pt x="1157184" y="782848"/>
                </a:lnTo>
                <a:lnTo>
                  <a:pt x="1161754" y="772004"/>
                </a:lnTo>
                <a:lnTo>
                  <a:pt x="1168982" y="769087"/>
                </a:lnTo>
                <a:lnTo>
                  <a:pt x="1181407" y="774372"/>
                </a:lnTo>
                <a:lnTo>
                  <a:pt x="1184324" y="781600"/>
                </a:lnTo>
                <a:lnTo>
                  <a:pt x="1181657" y="787835"/>
                </a:lnTo>
                <a:lnTo>
                  <a:pt x="1179039" y="794025"/>
                </a:lnTo>
                <a:lnTo>
                  <a:pt x="1171811" y="796942"/>
                </a:lnTo>
                <a:lnTo>
                  <a:pt x="1165621" y="794324"/>
                </a:lnTo>
                <a:lnTo>
                  <a:pt x="1163995" y="793560"/>
                </a:lnTo>
                <a:lnTo>
                  <a:pt x="1162563" y="792615"/>
                </a:lnTo>
                <a:close/>
              </a:path>
              <a:path w="5142230" h="2300604">
                <a:moveTo>
                  <a:pt x="800140" y="571796"/>
                </a:moveTo>
                <a:lnTo>
                  <a:pt x="795271" y="566583"/>
                </a:lnTo>
                <a:lnTo>
                  <a:pt x="795242" y="559123"/>
                </a:lnTo>
                <a:lnTo>
                  <a:pt x="804490" y="549571"/>
                </a:lnTo>
                <a:lnTo>
                  <a:pt x="812239" y="549363"/>
                </a:lnTo>
                <a:lnTo>
                  <a:pt x="821969" y="558801"/>
                </a:lnTo>
                <a:lnTo>
                  <a:pt x="822182" y="566555"/>
                </a:lnTo>
                <a:lnTo>
                  <a:pt x="812739" y="576290"/>
                </a:lnTo>
                <a:lnTo>
                  <a:pt x="805038" y="576452"/>
                </a:lnTo>
                <a:lnTo>
                  <a:pt x="800140" y="571796"/>
                </a:lnTo>
                <a:close/>
              </a:path>
              <a:path w="5142230" h="2300604">
                <a:moveTo>
                  <a:pt x="2243285" y="1142018"/>
                </a:moveTo>
                <a:lnTo>
                  <a:pt x="2238963" y="1137391"/>
                </a:lnTo>
                <a:lnTo>
                  <a:pt x="2237806" y="1132536"/>
                </a:lnTo>
                <a:lnTo>
                  <a:pt x="2239416" y="1128101"/>
                </a:lnTo>
                <a:lnTo>
                  <a:pt x="2241668" y="1121715"/>
                </a:lnTo>
                <a:lnTo>
                  <a:pt x="2248720" y="1118414"/>
                </a:lnTo>
                <a:lnTo>
                  <a:pt x="2261454" y="1122955"/>
                </a:lnTo>
                <a:lnTo>
                  <a:pt x="2264750" y="1130002"/>
                </a:lnTo>
                <a:lnTo>
                  <a:pt x="2262461" y="1136349"/>
                </a:lnTo>
                <a:lnTo>
                  <a:pt x="2260214" y="1142741"/>
                </a:lnTo>
                <a:lnTo>
                  <a:pt x="2253157" y="1146036"/>
                </a:lnTo>
                <a:lnTo>
                  <a:pt x="2244907" y="1143069"/>
                </a:lnTo>
                <a:lnTo>
                  <a:pt x="2243285" y="1142018"/>
                </a:lnTo>
                <a:close/>
              </a:path>
              <a:path w="5142230" h="2300604">
                <a:moveTo>
                  <a:pt x="911287" y="661647"/>
                </a:moveTo>
                <a:lnTo>
                  <a:pt x="906171" y="656171"/>
                </a:lnTo>
                <a:lnTo>
                  <a:pt x="905548" y="649933"/>
                </a:lnTo>
                <a:lnTo>
                  <a:pt x="912653" y="639552"/>
                </a:lnTo>
                <a:lnTo>
                  <a:pt x="920255" y="638111"/>
                </a:lnTo>
                <a:lnTo>
                  <a:pt x="925882" y="641886"/>
                </a:lnTo>
                <a:lnTo>
                  <a:pt x="931468" y="645716"/>
                </a:lnTo>
                <a:lnTo>
                  <a:pt x="932909" y="653319"/>
                </a:lnTo>
                <a:lnTo>
                  <a:pt x="929079" y="658896"/>
                </a:lnTo>
                <a:lnTo>
                  <a:pt x="925304" y="664532"/>
                </a:lnTo>
                <a:lnTo>
                  <a:pt x="917702" y="665973"/>
                </a:lnTo>
                <a:lnTo>
                  <a:pt x="912071" y="662193"/>
                </a:lnTo>
                <a:lnTo>
                  <a:pt x="911287" y="661647"/>
                </a:lnTo>
                <a:close/>
              </a:path>
              <a:path w="5142230" h="2300604">
                <a:moveTo>
                  <a:pt x="970916" y="698990"/>
                </a:moveTo>
                <a:lnTo>
                  <a:pt x="966543" y="694309"/>
                </a:lnTo>
                <a:lnTo>
                  <a:pt x="965705" y="688426"/>
                </a:lnTo>
                <a:lnTo>
                  <a:pt x="968513" y="683612"/>
                </a:lnTo>
                <a:lnTo>
                  <a:pt x="971876" y="677731"/>
                </a:lnTo>
                <a:lnTo>
                  <a:pt x="979355" y="675766"/>
                </a:lnTo>
                <a:lnTo>
                  <a:pt x="985236" y="679130"/>
                </a:lnTo>
                <a:lnTo>
                  <a:pt x="991068" y="682538"/>
                </a:lnTo>
                <a:lnTo>
                  <a:pt x="993078" y="690066"/>
                </a:lnTo>
                <a:lnTo>
                  <a:pt x="989665" y="695893"/>
                </a:lnTo>
                <a:lnTo>
                  <a:pt x="986306" y="701779"/>
                </a:lnTo>
                <a:lnTo>
                  <a:pt x="978774" y="703784"/>
                </a:lnTo>
                <a:lnTo>
                  <a:pt x="971882" y="699731"/>
                </a:lnTo>
                <a:lnTo>
                  <a:pt x="970916" y="698990"/>
                </a:lnTo>
                <a:close/>
              </a:path>
              <a:path w="5142230" h="2300604">
                <a:moveTo>
                  <a:pt x="1228351" y="819639"/>
                </a:moveTo>
                <a:lnTo>
                  <a:pt x="1224019" y="815002"/>
                </a:lnTo>
                <a:lnTo>
                  <a:pt x="1222919" y="810012"/>
                </a:lnTo>
                <a:lnTo>
                  <a:pt x="1224675" y="805441"/>
                </a:lnTo>
                <a:lnTo>
                  <a:pt x="1227207" y="799158"/>
                </a:lnTo>
                <a:lnTo>
                  <a:pt x="1234293" y="796090"/>
                </a:lnTo>
                <a:lnTo>
                  <a:pt x="1246920" y="801005"/>
                </a:lnTo>
                <a:lnTo>
                  <a:pt x="1249985" y="808195"/>
                </a:lnTo>
                <a:lnTo>
                  <a:pt x="1247506" y="814437"/>
                </a:lnTo>
                <a:lnTo>
                  <a:pt x="1244974" y="820719"/>
                </a:lnTo>
                <a:lnTo>
                  <a:pt x="1237888" y="823788"/>
                </a:lnTo>
                <a:lnTo>
                  <a:pt x="1231597" y="821355"/>
                </a:lnTo>
                <a:lnTo>
                  <a:pt x="1229828" y="820633"/>
                </a:lnTo>
                <a:lnTo>
                  <a:pt x="1228351" y="819639"/>
                </a:lnTo>
                <a:close/>
              </a:path>
              <a:path w="5142230" h="2300604">
                <a:moveTo>
                  <a:pt x="1033538" y="732888"/>
                </a:moveTo>
                <a:lnTo>
                  <a:pt x="1029165" y="728207"/>
                </a:lnTo>
                <a:lnTo>
                  <a:pt x="1028256" y="722640"/>
                </a:lnTo>
                <a:lnTo>
                  <a:pt x="1033639" y="711884"/>
                </a:lnTo>
                <a:lnTo>
                  <a:pt x="1041044" y="709449"/>
                </a:lnTo>
                <a:lnTo>
                  <a:pt x="1053112" y="715525"/>
                </a:lnTo>
                <a:lnTo>
                  <a:pt x="1055551" y="722926"/>
                </a:lnTo>
                <a:lnTo>
                  <a:pt x="1049426" y="735039"/>
                </a:lnTo>
                <a:lnTo>
                  <a:pt x="1042074" y="737433"/>
                </a:lnTo>
                <a:lnTo>
                  <a:pt x="1034689" y="733730"/>
                </a:lnTo>
                <a:lnTo>
                  <a:pt x="1033538" y="732888"/>
                </a:lnTo>
                <a:close/>
              </a:path>
              <a:path w="5142230" h="2300604">
                <a:moveTo>
                  <a:pt x="1097595" y="763730"/>
                </a:moveTo>
                <a:lnTo>
                  <a:pt x="1093263" y="759093"/>
                </a:lnTo>
                <a:lnTo>
                  <a:pt x="1092217" y="753770"/>
                </a:lnTo>
                <a:lnTo>
                  <a:pt x="1094358" y="749122"/>
                </a:lnTo>
                <a:lnTo>
                  <a:pt x="1097215" y="742992"/>
                </a:lnTo>
                <a:lnTo>
                  <a:pt x="1104482" y="740312"/>
                </a:lnTo>
                <a:lnTo>
                  <a:pt x="1110617" y="743165"/>
                </a:lnTo>
                <a:lnTo>
                  <a:pt x="1116800" y="745972"/>
                </a:lnTo>
                <a:lnTo>
                  <a:pt x="1119475" y="753234"/>
                </a:lnTo>
                <a:lnTo>
                  <a:pt x="1113774" y="765508"/>
                </a:lnTo>
                <a:lnTo>
                  <a:pt x="1106553" y="768236"/>
                </a:lnTo>
                <a:lnTo>
                  <a:pt x="1100370" y="765429"/>
                </a:lnTo>
                <a:lnTo>
                  <a:pt x="1098883" y="764718"/>
                </a:lnTo>
                <a:lnTo>
                  <a:pt x="1097595" y="763730"/>
                </a:lnTo>
                <a:close/>
              </a:path>
              <a:path w="5142230" h="2300604">
                <a:moveTo>
                  <a:pt x="2439400" y="1223809"/>
                </a:moveTo>
                <a:lnTo>
                  <a:pt x="2435027" y="1219128"/>
                </a:lnTo>
                <a:lnTo>
                  <a:pt x="2434123" y="1213663"/>
                </a:lnTo>
                <a:lnTo>
                  <a:pt x="2439404" y="1202895"/>
                </a:lnTo>
                <a:lnTo>
                  <a:pt x="2446754" y="1200402"/>
                </a:lnTo>
                <a:lnTo>
                  <a:pt x="2458878" y="1206343"/>
                </a:lnTo>
                <a:lnTo>
                  <a:pt x="2461362" y="1213693"/>
                </a:lnTo>
                <a:lnTo>
                  <a:pt x="2455377" y="1225859"/>
                </a:lnTo>
                <a:lnTo>
                  <a:pt x="2448026" y="1228351"/>
                </a:lnTo>
                <a:lnTo>
                  <a:pt x="2441985" y="1225403"/>
                </a:lnTo>
                <a:lnTo>
                  <a:pt x="2440593" y="1224694"/>
                </a:lnTo>
                <a:lnTo>
                  <a:pt x="2439400" y="1223809"/>
                </a:lnTo>
                <a:close/>
              </a:path>
              <a:path w="5142230" h="2300604">
                <a:moveTo>
                  <a:pt x="1361644" y="868978"/>
                </a:moveTo>
                <a:lnTo>
                  <a:pt x="1357312" y="864341"/>
                </a:lnTo>
                <a:lnTo>
                  <a:pt x="1356108" y="859631"/>
                </a:lnTo>
                <a:lnTo>
                  <a:pt x="1357722" y="855201"/>
                </a:lnTo>
                <a:lnTo>
                  <a:pt x="1359924" y="848761"/>
                </a:lnTo>
                <a:lnTo>
                  <a:pt x="1366931" y="845412"/>
                </a:lnTo>
                <a:lnTo>
                  <a:pt x="1379668" y="849858"/>
                </a:lnTo>
                <a:lnTo>
                  <a:pt x="1383066" y="856819"/>
                </a:lnTo>
                <a:lnTo>
                  <a:pt x="1380864" y="863259"/>
                </a:lnTo>
                <a:lnTo>
                  <a:pt x="1378616" y="869650"/>
                </a:lnTo>
                <a:lnTo>
                  <a:pt x="1371610" y="873000"/>
                </a:lnTo>
                <a:lnTo>
                  <a:pt x="1363257" y="870119"/>
                </a:lnTo>
                <a:lnTo>
                  <a:pt x="1361644" y="868978"/>
                </a:lnTo>
                <a:close/>
              </a:path>
              <a:path w="5142230" h="2300604">
                <a:moveTo>
                  <a:pt x="2827447" y="2037032"/>
                </a:moveTo>
                <a:lnTo>
                  <a:pt x="2823166" y="2032448"/>
                </a:lnTo>
                <a:lnTo>
                  <a:pt x="2821938" y="2028299"/>
                </a:lnTo>
                <a:lnTo>
                  <a:pt x="2822834" y="2024175"/>
                </a:lnTo>
                <a:lnTo>
                  <a:pt x="2824328" y="2017565"/>
                </a:lnTo>
                <a:lnTo>
                  <a:pt x="2830894" y="2013450"/>
                </a:lnTo>
                <a:lnTo>
                  <a:pt x="2844105" y="2016449"/>
                </a:lnTo>
                <a:lnTo>
                  <a:pt x="2848220" y="2023005"/>
                </a:lnTo>
                <a:lnTo>
                  <a:pt x="2845226" y="2036221"/>
                </a:lnTo>
                <a:lnTo>
                  <a:pt x="2838660" y="2040336"/>
                </a:lnTo>
                <a:lnTo>
                  <a:pt x="2829623" y="2038286"/>
                </a:lnTo>
                <a:lnTo>
                  <a:pt x="2827447" y="2037032"/>
                </a:lnTo>
                <a:close/>
              </a:path>
              <a:path w="5142230" h="2300604">
                <a:moveTo>
                  <a:pt x="2810187" y="2105842"/>
                </a:moveTo>
                <a:lnTo>
                  <a:pt x="2805905" y="2101259"/>
                </a:lnTo>
                <a:lnTo>
                  <a:pt x="2804684" y="2096921"/>
                </a:lnTo>
                <a:lnTo>
                  <a:pt x="2807549" y="2086109"/>
                </a:lnTo>
                <a:lnTo>
                  <a:pt x="2813995" y="2082452"/>
                </a:lnTo>
                <a:lnTo>
                  <a:pt x="2814293" y="2082283"/>
                </a:lnTo>
                <a:lnTo>
                  <a:pt x="2820839" y="2084012"/>
                </a:lnTo>
                <a:lnTo>
                  <a:pt x="2827345" y="2085796"/>
                </a:lnTo>
                <a:lnTo>
                  <a:pt x="2831220" y="2092485"/>
                </a:lnTo>
                <a:lnTo>
                  <a:pt x="2829491" y="2099040"/>
                </a:lnTo>
                <a:lnTo>
                  <a:pt x="2827712" y="2105542"/>
                </a:lnTo>
                <a:lnTo>
                  <a:pt x="2821314" y="2109250"/>
                </a:lnTo>
                <a:lnTo>
                  <a:pt x="2821018" y="2109421"/>
                </a:lnTo>
                <a:lnTo>
                  <a:pt x="2812174" y="2107090"/>
                </a:lnTo>
                <a:lnTo>
                  <a:pt x="2810187" y="2105842"/>
                </a:lnTo>
                <a:close/>
              </a:path>
              <a:path w="5142230" h="2300604">
                <a:moveTo>
                  <a:pt x="633675" y="349222"/>
                </a:moveTo>
                <a:lnTo>
                  <a:pt x="628513" y="343696"/>
                </a:lnTo>
                <a:lnTo>
                  <a:pt x="628020" y="342777"/>
                </a:lnTo>
                <a:lnTo>
                  <a:pt x="624731" y="336911"/>
                </a:lnTo>
                <a:lnTo>
                  <a:pt x="626828" y="329381"/>
                </a:lnTo>
                <a:lnTo>
                  <a:pt x="632746" y="326136"/>
                </a:lnTo>
                <a:lnTo>
                  <a:pt x="638666" y="322797"/>
                </a:lnTo>
                <a:lnTo>
                  <a:pt x="646101" y="324891"/>
                </a:lnTo>
                <a:lnTo>
                  <a:pt x="649440" y="330812"/>
                </a:lnTo>
                <a:lnTo>
                  <a:pt x="652685" y="336729"/>
                </a:lnTo>
                <a:lnTo>
                  <a:pt x="650636" y="344213"/>
                </a:lnTo>
                <a:lnTo>
                  <a:pt x="644670" y="347503"/>
                </a:lnTo>
                <a:lnTo>
                  <a:pt x="639712" y="350309"/>
                </a:lnTo>
                <a:lnTo>
                  <a:pt x="633675" y="349222"/>
                </a:lnTo>
                <a:close/>
              </a:path>
              <a:path w="5142230" h="2300604">
                <a:moveTo>
                  <a:pt x="2040719" y="1076682"/>
                </a:moveTo>
                <a:lnTo>
                  <a:pt x="2036391" y="1072050"/>
                </a:lnTo>
                <a:lnTo>
                  <a:pt x="2035173" y="1067618"/>
                </a:lnTo>
                <a:lnTo>
                  <a:pt x="2038370" y="1056770"/>
                </a:lnTo>
                <a:lnTo>
                  <a:pt x="2045202" y="1053136"/>
                </a:lnTo>
                <a:lnTo>
                  <a:pt x="2051652" y="1055055"/>
                </a:lnTo>
                <a:lnTo>
                  <a:pt x="2058146" y="1056923"/>
                </a:lnTo>
                <a:lnTo>
                  <a:pt x="2061883" y="1063759"/>
                </a:lnTo>
                <a:lnTo>
                  <a:pt x="2059916" y="1070254"/>
                </a:lnTo>
                <a:lnTo>
                  <a:pt x="2058042" y="1076753"/>
                </a:lnTo>
                <a:lnTo>
                  <a:pt x="2051260" y="1080440"/>
                </a:lnTo>
                <a:lnTo>
                  <a:pt x="2042566" y="1077878"/>
                </a:lnTo>
                <a:lnTo>
                  <a:pt x="2040719" y="1076682"/>
                </a:lnTo>
                <a:close/>
              </a:path>
              <a:path w="5142230" h="2300604">
                <a:moveTo>
                  <a:pt x="1294757" y="844980"/>
                </a:moveTo>
                <a:lnTo>
                  <a:pt x="1290435" y="840353"/>
                </a:lnTo>
                <a:lnTo>
                  <a:pt x="1289278" y="835498"/>
                </a:lnTo>
                <a:lnTo>
                  <a:pt x="1293283" y="824635"/>
                </a:lnTo>
                <a:lnTo>
                  <a:pt x="1300332" y="821428"/>
                </a:lnTo>
                <a:lnTo>
                  <a:pt x="1306674" y="823721"/>
                </a:lnTo>
                <a:lnTo>
                  <a:pt x="1313013" y="826109"/>
                </a:lnTo>
                <a:lnTo>
                  <a:pt x="1316269" y="833112"/>
                </a:lnTo>
                <a:lnTo>
                  <a:pt x="1311585" y="845888"/>
                </a:lnTo>
                <a:lnTo>
                  <a:pt x="1304536" y="849095"/>
                </a:lnTo>
                <a:lnTo>
                  <a:pt x="1296330" y="846077"/>
                </a:lnTo>
                <a:lnTo>
                  <a:pt x="1294757" y="844980"/>
                </a:lnTo>
                <a:close/>
              </a:path>
              <a:path w="5142230" h="2300604">
                <a:moveTo>
                  <a:pt x="670161" y="410370"/>
                </a:moveTo>
                <a:lnTo>
                  <a:pt x="665138" y="404993"/>
                </a:lnTo>
                <a:lnTo>
                  <a:pt x="661053" y="398665"/>
                </a:lnTo>
                <a:lnTo>
                  <a:pt x="662732" y="391079"/>
                </a:lnTo>
                <a:lnTo>
                  <a:pt x="668473" y="387450"/>
                </a:lnTo>
                <a:lnTo>
                  <a:pt x="674165" y="383768"/>
                </a:lnTo>
                <a:lnTo>
                  <a:pt x="681756" y="385443"/>
                </a:lnTo>
                <a:lnTo>
                  <a:pt x="689013" y="396926"/>
                </a:lnTo>
                <a:lnTo>
                  <a:pt x="687297" y="404473"/>
                </a:lnTo>
                <a:lnTo>
                  <a:pt x="676577" y="411373"/>
                </a:lnTo>
                <a:lnTo>
                  <a:pt x="670161" y="410370"/>
                </a:lnTo>
                <a:close/>
              </a:path>
              <a:path w="5142230" h="2300604">
                <a:moveTo>
                  <a:pt x="600253" y="286271"/>
                </a:moveTo>
                <a:lnTo>
                  <a:pt x="595830" y="281537"/>
                </a:lnTo>
                <a:lnTo>
                  <a:pt x="595158" y="280621"/>
                </a:lnTo>
                <a:lnTo>
                  <a:pt x="591578" y="273465"/>
                </a:lnTo>
                <a:lnTo>
                  <a:pt x="594046" y="266137"/>
                </a:lnTo>
                <a:lnTo>
                  <a:pt x="599680" y="263273"/>
                </a:lnTo>
                <a:lnTo>
                  <a:pt x="606026" y="260097"/>
                </a:lnTo>
                <a:lnTo>
                  <a:pt x="613478" y="262503"/>
                </a:lnTo>
                <a:lnTo>
                  <a:pt x="619577" y="274602"/>
                </a:lnTo>
                <a:lnTo>
                  <a:pt x="617113" y="281935"/>
                </a:lnTo>
                <a:lnTo>
                  <a:pt x="611475" y="284795"/>
                </a:lnTo>
                <a:lnTo>
                  <a:pt x="606114" y="287462"/>
                </a:lnTo>
                <a:lnTo>
                  <a:pt x="600253" y="286271"/>
                </a:lnTo>
                <a:close/>
              </a:path>
              <a:path w="5142230" h="2300604">
                <a:moveTo>
                  <a:pt x="2176190" y="1118872"/>
                </a:moveTo>
                <a:lnTo>
                  <a:pt x="2171904" y="1114284"/>
                </a:lnTo>
                <a:lnTo>
                  <a:pt x="2170746" y="1109623"/>
                </a:lnTo>
                <a:lnTo>
                  <a:pt x="2172171" y="1105186"/>
                </a:lnTo>
                <a:lnTo>
                  <a:pt x="2174252" y="1099008"/>
                </a:lnTo>
                <a:lnTo>
                  <a:pt x="2174325" y="1098792"/>
                </a:lnTo>
                <a:lnTo>
                  <a:pt x="2181289" y="1095299"/>
                </a:lnTo>
                <a:lnTo>
                  <a:pt x="2187679" y="1097448"/>
                </a:lnTo>
                <a:lnTo>
                  <a:pt x="2194126" y="1099560"/>
                </a:lnTo>
                <a:lnTo>
                  <a:pt x="2197569" y="1106471"/>
                </a:lnTo>
                <a:lnTo>
                  <a:pt x="2195466" y="1112919"/>
                </a:lnTo>
                <a:lnTo>
                  <a:pt x="2193337" y="1119144"/>
                </a:lnTo>
                <a:lnTo>
                  <a:pt x="2193264" y="1119359"/>
                </a:lnTo>
                <a:lnTo>
                  <a:pt x="2186348" y="1122806"/>
                </a:lnTo>
                <a:lnTo>
                  <a:pt x="2179900" y="1120693"/>
                </a:lnTo>
                <a:lnTo>
                  <a:pt x="2177898" y="1120016"/>
                </a:lnTo>
                <a:lnTo>
                  <a:pt x="2176190" y="1118872"/>
                </a:lnTo>
                <a:close/>
              </a:path>
              <a:path w="5142230" h="2300604">
                <a:moveTo>
                  <a:pt x="710549" y="469146"/>
                </a:moveTo>
                <a:lnTo>
                  <a:pt x="705349" y="463580"/>
                </a:lnTo>
                <a:lnTo>
                  <a:pt x="701285" y="458154"/>
                </a:lnTo>
                <a:lnTo>
                  <a:pt x="702491" y="450453"/>
                </a:lnTo>
                <a:lnTo>
                  <a:pt x="707914" y="446483"/>
                </a:lnTo>
                <a:lnTo>
                  <a:pt x="713340" y="442419"/>
                </a:lnTo>
                <a:lnTo>
                  <a:pt x="720996" y="443576"/>
                </a:lnTo>
                <a:lnTo>
                  <a:pt x="729075" y="454473"/>
                </a:lnTo>
                <a:lnTo>
                  <a:pt x="727918" y="462129"/>
                </a:lnTo>
                <a:lnTo>
                  <a:pt x="722492" y="466193"/>
                </a:lnTo>
                <a:lnTo>
                  <a:pt x="717456" y="469893"/>
                </a:lnTo>
                <a:lnTo>
                  <a:pt x="710549" y="469146"/>
                </a:lnTo>
                <a:close/>
              </a:path>
              <a:path w="5142230" h="2300604">
                <a:moveTo>
                  <a:pt x="2108614" y="1097263"/>
                </a:moveTo>
                <a:lnTo>
                  <a:pt x="2104286" y="1092631"/>
                </a:lnTo>
                <a:lnTo>
                  <a:pt x="2103120" y="1088059"/>
                </a:lnTo>
                <a:lnTo>
                  <a:pt x="2104444" y="1083709"/>
                </a:lnTo>
                <a:lnTo>
                  <a:pt x="2106457" y="1077263"/>
                </a:lnTo>
                <a:lnTo>
                  <a:pt x="2113330" y="1073673"/>
                </a:lnTo>
                <a:lnTo>
                  <a:pt x="2119830" y="1075646"/>
                </a:lnTo>
                <a:lnTo>
                  <a:pt x="2126276" y="1077659"/>
                </a:lnTo>
                <a:lnTo>
                  <a:pt x="2129866" y="1084532"/>
                </a:lnTo>
                <a:lnTo>
                  <a:pt x="2127899" y="1091027"/>
                </a:lnTo>
                <a:lnTo>
                  <a:pt x="2125885" y="1097474"/>
                </a:lnTo>
                <a:lnTo>
                  <a:pt x="2119012" y="1101064"/>
                </a:lnTo>
                <a:lnTo>
                  <a:pt x="2112517" y="1099096"/>
                </a:lnTo>
                <a:lnTo>
                  <a:pt x="2110416" y="1098411"/>
                </a:lnTo>
                <a:lnTo>
                  <a:pt x="2108614" y="1097263"/>
                </a:lnTo>
                <a:close/>
              </a:path>
              <a:path w="5142230" h="2300604">
                <a:moveTo>
                  <a:pt x="755193" y="524756"/>
                </a:moveTo>
                <a:lnTo>
                  <a:pt x="750415" y="519641"/>
                </a:lnTo>
                <a:lnTo>
                  <a:pt x="745960" y="514580"/>
                </a:lnTo>
                <a:lnTo>
                  <a:pt x="746461" y="506807"/>
                </a:lnTo>
                <a:lnTo>
                  <a:pt x="751617" y="502356"/>
                </a:lnTo>
                <a:lnTo>
                  <a:pt x="756077" y="498431"/>
                </a:lnTo>
                <a:lnTo>
                  <a:pt x="756678" y="497902"/>
                </a:lnTo>
                <a:lnTo>
                  <a:pt x="764397" y="498443"/>
                </a:lnTo>
                <a:lnTo>
                  <a:pt x="773356" y="508619"/>
                </a:lnTo>
                <a:lnTo>
                  <a:pt x="772810" y="516343"/>
                </a:lnTo>
                <a:lnTo>
                  <a:pt x="763237" y="524765"/>
                </a:lnTo>
                <a:lnTo>
                  <a:pt x="762736" y="525206"/>
                </a:lnTo>
                <a:lnTo>
                  <a:pt x="755193" y="524756"/>
                </a:lnTo>
                <a:close/>
              </a:path>
              <a:path w="5142230" h="2300604">
                <a:moveTo>
                  <a:pt x="2855843" y="1756204"/>
                </a:moveTo>
                <a:lnTo>
                  <a:pt x="2851557" y="1751616"/>
                </a:lnTo>
                <a:lnTo>
                  <a:pt x="2850323" y="1749024"/>
                </a:lnTo>
                <a:lnTo>
                  <a:pt x="2849707" y="1739373"/>
                </a:lnTo>
                <a:lnTo>
                  <a:pt x="2854821" y="1733509"/>
                </a:lnTo>
                <a:lnTo>
                  <a:pt x="2861540" y="1733076"/>
                </a:lnTo>
                <a:lnTo>
                  <a:pt x="2868303" y="1732594"/>
                </a:lnTo>
                <a:lnTo>
                  <a:pt x="2874131" y="1737659"/>
                </a:lnTo>
                <a:lnTo>
                  <a:pt x="2875086" y="1751194"/>
                </a:lnTo>
                <a:lnTo>
                  <a:pt x="2870025" y="1757017"/>
                </a:lnTo>
                <a:lnTo>
                  <a:pt x="2863254" y="1757490"/>
                </a:lnTo>
                <a:lnTo>
                  <a:pt x="2859374" y="1757736"/>
                </a:lnTo>
                <a:lnTo>
                  <a:pt x="2855843" y="1756204"/>
                </a:lnTo>
                <a:close/>
              </a:path>
              <a:path w="5142230" h="2300604">
                <a:moveTo>
                  <a:pt x="2727878" y="1435262"/>
                </a:moveTo>
                <a:lnTo>
                  <a:pt x="2722998" y="1430038"/>
                </a:lnTo>
                <a:lnTo>
                  <a:pt x="2718597" y="1424936"/>
                </a:lnTo>
                <a:lnTo>
                  <a:pt x="2719143" y="1417212"/>
                </a:lnTo>
                <a:lnTo>
                  <a:pt x="2728648" y="1409010"/>
                </a:lnTo>
                <a:lnTo>
                  <a:pt x="2729406" y="1408356"/>
                </a:lnTo>
                <a:lnTo>
                  <a:pt x="2737175" y="1408951"/>
                </a:lnTo>
                <a:lnTo>
                  <a:pt x="2745979" y="1419254"/>
                </a:lnTo>
                <a:lnTo>
                  <a:pt x="2745391" y="1426934"/>
                </a:lnTo>
                <a:lnTo>
                  <a:pt x="2735878" y="1435126"/>
                </a:lnTo>
                <a:lnTo>
                  <a:pt x="2735271" y="1435649"/>
                </a:lnTo>
                <a:lnTo>
                  <a:pt x="2727878" y="1435262"/>
                </a:lnTo>
                <a:close/>
              </a:path>
              <a:path w="5142230" h="2300604">
                <a:moveTo>
                  <a:pt x="2674706" y="1380005"/>
                </a:moveTo>
                <a:lnTo>
                  <a:pt x="2669746" y="1374695"/>
                </a:lnTo>
                <a:lnTo>
                  <a:pt x="2669665" y="1367374"/>
                </a:lnTo>
                <a:lnTo>
                  <a:pt x="2674116" y="1362659"/>
                </a:lnTo>
                <a:lnTo>
                  <a:pt x="2678677" y="1357668"/>
                </a:lnTo>
                <a:lnTo>
                  <a:pt x="2686480" y="1357419"/>
                </a:lnTo>
                <a:lnTo>
                  <a:pt x="2696359" y="1366626"/>
                </a:lnTo>
                <a:lnTo>
                  <a:pt x="2696613" y="1374424"/>
                </a:lnTo>
                <a:lnTo>
                  <a:pt x="2687405" y="1384313"/>
                </a:lnTo>
                <a:lnTo>
                  <a:pt x="2679648" y="1384610"/>
                </a:lnTo>
                <a:lnTo>
                  <a:pt x="2674706" y="1380005"/>
                </a:lnTo>
                <a:close/>
              </a:path>
              <a:path w="5142230" h="2300604">
                <a:moveTo>
                  <a:pt x="2830526" y="1617868"/>
                </a:moveTo>
                <a:lnTo>
                  <a:pt x="2826195" y="1613231"/>
                </a:lnTo>
                <a:lnTo>
                  <a:pt x="2825262" y="1611646"/>
                </a:lnTo>
                <a:lnTo>
                  <a:pt x="2824708" y="1609880"/>
                </a:lnTo>
                <a:lnTo>
                  <a:pt x="2822614" y="1603436"/>
                </a:lnTo>
                <a:lnTo>
                  <a:pt x="2826148" y="1596564"/>
                </a:lnTo>
                <a:lnTo>
                  <a:pt x="2832597" y="1594475"/>
                </a:lnTo>
                <a:lnTo>
                  <a:pt x="2839087" y="1592430"/>
                </a:lnTo>
                <a:lnTo>
                  <a:pt x="2845949" y="1595963"/>
                </a:lnTo>
                <a:lnTo>
                  <a:pt x="2848043" y="1602408"/>
                </a:lnTo>
                <a:lnTo>
                  <a:pt x="2850088" y="1608898"/>
                </a:lnTo>
                <a:lnTo>
                  <a:pt x="2846555" y="1615770"/>
                </a:lnTo>
                <a:lnTo>
                  <a:pt x="2840060" y="1617810"/>
                </a:lnTo>
                <a:lnTo>
                  <a:pt x="2835434" y="1619309"/>
                </a:lnTo>
                <a:lnTo>
                  <a:pt x="2830526" y="1617868"/>
                </a:lnTo>
                <a:close/>
              </a:path>
              <a:path w="5142230" h="2300604">
                <a:moveTo>
                  <a:pt x="1496460" y="913790"/>
                </a:moveTo>
                <a:lnTo>
                  <a:pt x="1492133" y="909157"/>
                </a:lnTo>
                <a:lnTo>
                  <a:pt x="1490966" y="904586"/>
                </a:lnTo>
                <a:lnTo>
                  <a:pt x="1494405" y="893703"/>
                </a:lnTo>
                <a:lnTo>
                  <a:pt x="1501275" y="890207"/>
                </a:lnTo>
                <a:lnTo>
                  <a:pt x="1514214" y="894283"/>
                </a:lnTo>
                <a:lnTo>
                  <a:pt x="1517755" y="901201"/>
                </a:lnTo>
                <a:lnTo>
                  <a:pt x="1515691" y="907594"/>
                </a:lnTo>
                <a:lnTo>
                  <a:pt x="1513629" y="914086"/>
                </a:lnTo>
                <a:lnTo>
                  <a:pt x="1506761" y="917681"/>
                </a:lnTo>
                <a:lnTo>
                  <a:pt x="1500317" y="915573"/>
                </a:lnTo>
                <a:lnTo>
                  <a:pt x="1498257" y="914932"/>
                </a:lnTo>
                <a:lnTo>
                  <a:pt x="1496460" y="913790"/>
                </a:lnTo>
                <a:close/>
              </a:path>
              <a:path w="5142230" h="2300604">
                <a:moveTo>
                  <a:pt x="1632078" y="955843"/>
                </a:moveTo>
                <a:lnTo>
                  <a:pt x="1627792" y="951255"/>
                </a:lnTo>
                <a:lnTo>
                  <a:pt x="1626581" y="946733"/>
                </a:lnTo>
                <a:lnTo>
                  <a:pt x="1629877" y="935893"/>
                </a:lnTo>
                <a:lnTo>
                  <a:pt x="1636700" y="932249"/>
                </a:lnTo>
                <a:lnTo>
                  <a:pt x="1649695" y="936190"/>
                </a:lnTo>
                <a:lnTo>
                  <a:pt x="1653334" y="943017"/>
                </a:lnTo>
                <a:lnTo>
                  <a:pt x="1649398" y="956008"/>
                </a:lnTo>
                <a:lnTo>
                  <a:pt x="1642571" y="959646"/>
                </a:lnTo>
                <a:lnTo>
                  <a:pt x="1633926" y="957039"/>
                </a:lnTo>
                <a:lnTo>
                  <a:pt x="1632078" y="955843"/>
                </a:lnTo>
                <a:close/>
              </a:path>
              <a:path w="5142230" h="2300604">
                <a:moveTo>
                  <a:pt x="2375124" y="1194003"/>
                </a:moveTo>
                <a:lnTo>
                  <a:pt x="2370796" y="1189371"/>
                </a:lnTo>
                <a:lnTo>
                  <a:pt x="2369747" y="1184142"/>
                </a:lnTo>
                <a:lnTo>
                  <a:pt x="2371740" y="1179532"/>
                </a:lnTo>
                <a:lnTo>
                  <a:pt x="2374458" y="1173350"/>
                </a:lnTo>
                <a:lnTo>
                  <a:pt x="2381682" y="1170527"/>
                </a:lnTo>
                <a:lnTo>
                  <a:pt x="2387914" y="1173289"/>
                </a:lnTo>
                <a:lnTo>
                  <a:pt x="2394150" y="1175956"/>
                </a:lnTo>
                <a:lnTo>
                  <a:pt x="2396973" y="1183181"/>
                </a:lnTo>
                <a:lnTo>
                  <a:pt x="2394207" y="1189408"/>
                </a:lnTo>
                <a:lnTo>
                  <a:pt x="2391498" y="1195599"/>
                </a:lnTo>
                <a:lnTo>
                  <a:pt x="2384274" y="1198422"/>
                </a:lnTo>
                <a:lnTo>
                  <a:pt x="2378083" y="1195704"/>
                </a:lnTo>
                <a:lnTo>
                  <a:pt x="2376506" y="1194995"/>
                </a:lnTo>
                <a:lnTo>
                  <a:pt x="2375124" y="1194003"/>
                </a:lnTo>
                <a:close/>
              </a:path>
              <a:path w="5142230" h="2300604">
                <a:moveTo>
                  <a:pt x="1564238" y="935028"/>
                </a:moveTo>
                <a:lnTo>
                  <a:pt x="1559906" y="930391"/>
                </a:lnTo>
                <a:lnTo>
                  <a:pt x="1558696" y="925869"/>
                </a:lnTo>
                <a:lnTo>
                  <a:pt x="1560019" y="921519"/>
                </a:lnTo>
                <a:lnTo>
                  <a:pt x="1562033" y="915073"/>
                </a:lnTo>
                <a:lnTo>
                  <a:pt x="1568959" y="911442"/>
                </a:lnTo>
                <a:lnTo>
                  <a:pt x="1581852" y="915469"/>
                </a:lnTo>
                <a:lnTo>
                  <a:pt x="1585486" y="922291"/>
                </a:lnTo>
                <a:lnTo>
                  <a:pt x="1583473" y="928738"/>
                </a:lnTo>
                <a:lnTo>
                  <a:pt x="1581510" y="935238"/>
                </a:lnTo>
                <a:lnTo>
                  <a:pt x="1574588" y="938873"/>
                </a:lnTo>
                <a:lnTo>
                  <a:pt x="1568141" y="936860"/>
                </a:lnTo>
                <a:lnTo>
                  <a:pt x="1566040" y="936175"/>
                </a:lnTo>
                <a:lnTo>
                  <a:pt x="1564238" y="935028"/>
                </a:lnTo>
                <a:close/>
              </a:path>
              <a:path w="5142230" h="2300604">
                <a:moveTo>
                  <a:pt x="2770303" y="1491331"/>
                </a:moveTo>
                <a:lnTo>
                  <a:pt x="2765288" y="1485962"/>
                </a:lnTo>
                <a:lnTo>
                  <a:pt x="2764930" y="1485384"/>
                </a:lnTo>
                <a:lnTo>
                  <a:pt x="2761203" y="1479733"/>
                </a:lnTo>
                <a:lnTo>
                  <a:pt x="2762734" y="1472085"/>
                </a:lnTo>
                <a:lnTo>
                  <a:pt x="2774034" y="1464633"/>
                </a:lnTo>
                <a:lnTo>
                  <a:pt x="2781629" y="1466214"/>
                </a:lnTo>
                <a:lnTo>
                  <a:pt x="2789081" y="1477514"/>
                </a:lnTo>
                <a:lnTo>
                  <a:pt x="2787549" y="1485063"/>
                </a:lnTo>
                <a:lnTo>
                  <a:pt x="2781899" y="1488789"/>
                </a:lnTo>
                <a:lnTo>
                  <a:pt x="2776832" y="1492162"/>
                </a:lnTo>
                <a:lnTo>
                  <a:pt x="2770303" y="1491331"/>
                </a:lnTo>
                <a:close/>
              </a:path>
              <a:path w="5142230" h="2300604">
                <a:moveTo>
                  <a:pt x="2804758" y="1552455"/>
                </a:moveTo>
                <a:lnTo>
                  <a:pt x="2800385" y="1547774"/>
                </a:lnTo>
                <a:lnTo>
                  <a:pt x="2799707" y="1546755"/>
                </a:lnTo>
                <a:lnTo>
                  <a:pt x="2796228" y="1539513"/>
                </a:lnTo>
                <a:lnTo>
                  <a:pt x="2798791" y="1532188"/>
                </a:lnTo>
                <a:lnTo>
                  <a:pt x="2810979" y="1526272"/>
                </a:lnTo>
                <a:lnTo>
                  <a:pt x="2818300" y="1528929"/>
                </a:lnTo>
                <a:lnTo>
                  <a:pt x="2824166" y="1541073"/>
                </a:lnTo>
                <a:lnTo>
                  <a:pt x="2821603" y="1548397"/>
                </a:lnTo>
                <a:lnTo>
                  <a:pt x="2815507" y="1551353"/>
                </a:lnTo>
                <a:lnTo>
                  <a:pt x="2810516" y="1553732"/>
                </a:lnTo>
                <a:lnTo>
                  <a:pt x="2804758" y="1552455"/>
                </a:lnTo>
                <a:close/>
              </a:path>
              <a:path w="5142230" h="2300604">
                <a:moveTo>
                  <a:pt x="1428896" y="891803"/>
                </a:moveTo>
                <a:lnTo>
                  <a:pt x="1424614" y="887220"/>
                </a:lnTo>
                <a:lnTo>
                  <a:pt x="1423402" y="882599"/>
                </a:lnTo>
                <a:lnTo>
                  <a:pt x="1424828" y="878163"/>
                </a:lnTo>
                <a:lnTo>
                  <a:pt x="1426928" y="871907"/>
                </a:lnTo>
                <a:lnTo>
                  <a:pt x="1426977" y="871764"/>
                </a:lnTo>
                <a:lnTo>
                  <a:pt x="1433900" y="868227"/>
                </a:lnTo>
                <a:lnTo>
                  <a:pt x="1446783" y="872537"/>
                </a:lnTo>
                <a:lnTo>
                  <a:pt x="1450230" y="879452"/>
                </a:lnTo>
                <a:lnTo>
                  <a:pt x="1448122" y="885896"/>
                </a:lnTo>
                <a:lnTo>
                  <a:pt x="1446018" y="892146"/>
                </a:lnTo>
                <a:lnTo>
                  <a:pt x="1445969" y="892290"/>
                </a:lnTo>
                <a:lnTo>
                  <a:pt x="1439099" y="895786"/>
                </a:lnTo>
                <a:lnTo>
                  <a:pt x="1432656" y="893678"/>
                </a:lnTo>
                <a:lnTo>
                  <a:pt x="1430649" y="892996"/>
                </a:lnTo>
                <a:lnTo>
                  <a:pt x="1428896" y="891803"/>
                </a:lnTo>
                <a:close/>
              </a:path>
              <a:path w="5142230" h="2300604">
                <a:moveTo>
                  <a:pt x="1700019" y="976473"/>
                </a:moveTo>
                <a:lnTo>
                  <a:pt x="1695691" y="971841"/>
                </a:lnTo>
                <a:lnTo>
                  <a:pt x="1694522" y="967363"/>
                </a:lnTo>
                <a:lnTo>
                  <a:pt x="1697818" y="956523"/>
                </a:lnTo>
                <a:lnTo>
                  <a:pt x="1704641" y="952879"/>
                </a:lnTo>
                <a:lnTo>
                  <a:pt x="1717586" y="956766"/>
                </a:lnTo>
                <a:lnTo>
                  <a:pt x="1721275" y="963647"/>
                </a:lnTo>
                <a:lnTo>
                  <a:pt x="1719307" y="970142"/>
                </a:lnTo>
                <a:lnTo>
                  <a:pt x="1717293" y="976589"/>
                </a:lnTo>
                <a:lnTo>
                  <a:pt x="1710466" y="980228"/>
                </a:lnTo>
                <a:lnTo>
                  <a:pt x="1701866" y="977669"/>
                </a:lnTo>
                <a:lnTo>
                  <a:pt x="1700019" y="976473"/>
                </a:lnTo>
                <a:close/>
              </a:path>
              <a:path w="5142230" h="2300604">
                <a:moveTo>
                  <a:pt x="2847366" y="1686234"/>
                </a:moveTo>
                <a:lnTo>
                  <a:pt x="2843080" y="1681646"/>
                </a:lnTo>
                <a:lnTo>
                  <a:pt x="2841978" y="1679488"/>
                </a:lnTo>
                <a:lnTo>
                  <a:pt x="2841524" y="1677047"/>
                </a:lnTo>
                <a:lnTo>
                  <a:pt x="2840337" y="1670400"/>
                </a:lnTo>
                <a:lnTo>
                  <a:pt x="2844669" y="1664091"/>
                </a:lnTo>
                <a:lnTo>
                  <a:pt x="2857972" y="1661616"/>
                </a:lnTo>
                <a:lnTo>
                  <a:pt x="2864388" y="1666041"/>
                </a:lnTo>
                <a:lnTo>
                  <a:pt x="2865668" y="1672689"/>
                </a:lnTo>
                <a:lnTo>
                  <a:pt x="2866862" y="1679344"/>
                </a:lnTo>
                <a:lnTo>
                  <a:pt x="2862442" y="1685756"/>
                </a:lnTo>
                <a:lnTo>
                  <a:pt x="2855793" y="1686946"/>
                </a:lnTo>
                <a:lnTo>
                  <a:pt x="2851512" y="1687739"/>
                </a:lnTo>
                <a:lnTo>
                  <a:pt x="2847366" y="1686234"/>
                </a:lnTo>
                <a:close/>
              </a:path>
              <a:path w="5142230" h="2300604">
                <a:moveTo>
                  <a:pt x="2856931" y="1826867"/>
                </a:moveTo>
                <a:lnTo>
                  <a:pt x="2852649" y="1822283"/>
                </a:lnTo>
                <a:lnTo>
                  <a:pt x="2851382" y="1819167"/>
                </a:lnTo>
                <a:lnTo>
                  <a:pt x="2851499" y="1815871"/>
                </a:lnTo>
                <a:lnTo>
                  <a:pt x="2851681" y="1809126"/>
                </a:lnTo>
                <a:lnTo>
                  <a:pt x="2857287" y="1803788"/>
                </a:lnTo>
                <a:lnTo>
                  <a:pt x="2870876" y="1804161"/>
                </a:lnTo>
                <a:lnTo>
                  <a:pt x="2876155" y="1809813"/>
                </a:lnTo>
                <a:lnTo>
                  <a:pt x="2875795" y="1823307"/>
                </a:lnTo>
                <a:lnTo>
                  <a:pt x="2870131" y="1828680"/>
                </a:lnTo>
                <a:lnTo>
                  <a:pt x="2859995" y="1828387"/>
                </a:lnTo>
                <a:lnTo>
                  <a:pt x="2856931" y="1826867"/>
                </a:lnTo>
                <a:close/>
              </a:path>
              <a:path w="5142230" h="2300604">
                <a:moveTo>
                  <a:pt x="1571334" y="812425"/>
                </a:moveTo>
                <a:lnTo>
                  <a:pt x="1567193" y="807993"/>
                </a:lnTo>
                <a:lnTo>
                  <a:pt x="1566013" y="803699"/>
                </a:lnTo>
                <a:lnTo>
                  <a:pt x="1567196" y="799590"/>
                </a:lnTo>
                <a:lnTo>
                  <a:pt x="1568969" y="793277"/>
                </a:lnTo>
                <a:lnTo>
                  <a:pt x="1575513" y="789628"/>
                </a:lnTo>
                <a:lnTo>
                  <a:pt x="1588090" y="793219"/>
                </a:lnTo>
                <a:lnTo>
                  <a:pt x="1591739" y="799764"/>
                </a:lnTo>
                <a:lnTo>
                  <a:pt x="1589966" y="806077"/>
                </a:lnTo>
                <a:lnTo>
                  <a:pt x="1588148" y="812341"/>
                </a:lnTo>
                <a:lnTo>
                  <a:pt x="1581603" y="815990"/>
                </a:lnTo>
                <a:lnTo>
                  <a:pt x="1575339" y="814171"/>
                </a:lnTo>
                <a:lnTo>
                  <a:pt x="1573136" y="813572"/>
                </a:lnTo>
                <a:lnTo>
                  <a:pt x="1571334" y="812425"/>
                </a:lnTo>
                <a:close/>
              </a:path>
              <a:path w="5142230" h="2300604">
                <a:moveTo>
                  <a:pt x="3050528" y="1761981"/>
                </a:moveTo>
                <a:lnTo>
                  <a:pt x="3046383" y="1757544"/>
                </a:lnTo>
                <a:lnTo>
                  <a:pt x="3045119" y="1754432"/>
                </a:lnTo>
                <a:lnTo>
                  <a:pt x="3045326" y="1751134"/>
                </a:lnTo>
                <a:lnTo>
                  <a:pt x="3045686" y="1744580"/>
                </a:lnTo>
                <a:lnTo>
                  <a:pt x="3050896" y="1739893"/>
                </a:lnTo>
                <a:lnTo>
                  <a:pt x="3051243" y="1739581"/>
                </a:lnTo>
                <a:lnTo>
                  <a:pt x="3057747" y="1739896"/>
                </a:lnTo>
                <a:lnTo>
                  <a:pt x="3064297" y="1740261"/>
                </a:lnTo>
                <a:lnTo>
                  <a:pt x="3069296" y="1745808"/>
                </a:lnTo>
                <a:lnTo>
                  <a:pt x="3068936" y="1752363"/>
                </a:lnTo>
                <a:lnTo>
                  <a:pt x="3068616" y="1758862"/>
                </a:lnTo>
                <a:lnTo>
                  <a:pt x="3063019" y="1763917"/>
                </a:lnTo>
                <a:lnTo>
                  <a:pt x="3056515" y="1763601"/>
                </a:lnTo>
                <a:lnTo>
                  <a:pt x="3053307" y="1763393"/>
                </a:lnTo>
                <a:lnTo>
                  <a:pt x="3050528" y="1761981"/>
                </a:lnTo>
                <a:close/>
              </a:path>
              <a:path w="5142230" h="2300604">
                <a:moveTo>
                  <a:pt x="738191" y="316243"/>
                </a:moveTo>
                <a:lnTo>
                  <a:pt x="732888" y="310567"/>
                </a:lnTo>
                <a:lnTo>
                  <a:pt x="729245" y="305103"/>
                </a:lnTo>
                <a:lnTo>
                  <a:pt x="730680" y="297745"/>
                </a:lnTo>
                <a:lnTo>
                  <a:pt x="741549" y="290514"/>
                </a:lnTo>
                <a:lnTo>
                  <a:pt x="748912" y="291945"/>
                </a:lnTo>
                <a:lnTo>
                  <a:pt x="756187" y="302763"/>
                </a:lnTo>
                <a:lnTo>
                  <a:pt x="754761" y="310131"/>
                </a:lnTo>
                <a:lnTo>
                  <a:pt x="749298" y="313764"/>
                </a:lnTo>
                <a:lnTo>
                  <a:pt x="744422" y="317049"/>
                </a:lnTo>
                <a:lnTo>
                  <a:pt x="738191" y="316243"/>
                </a:lnTo>
                <a:close/>
              </a:path>
              <a:path w="5142230" h="2300604">
                <a:moveTo>
                  <a:pt x="1503193" y="792265"/>
                </a:moveTo>
                <a:lnTo>
                  <a:pt x="1499048" y="787828"/>
                </a:lnTo>
                <a:lnTo>
                  <a:pt x="1497871" y="783440"/>
                </a:lnTo>
                <a:lnTo>
                  <a:pt x="1501064" y="772978"/>
                </a:lnTo>
                <a:lnTo>
                  <a:pt x="1507651" y="769473"/>
                </a:lnTo>
                <a:lnTo>
                  <a:pt x="1520168" y="773293"/>
                </a:lnTo>
                <a:lnTo>
                  <a:pt x="1523674" y="779880"/>
                </a:lnTo>
                <a:lnTo>
                  <a:pt x="1519848" y="792402"/>
                </a:lnTo>
                <a:lnTo>
                  <a:pt x="1513261" y="795908"/>
                </a:lnTo>
                <a:lnTo>
                  <a:pt x="1507005" y="794000"/>
                </a:lnTo>
                <a:lnTo>
                  <a:pt x="1504995" y="793412"/>
                </a:lnTo>
                <a:lnTo>
                  <a:pt x="1503193" y="792265"/>
                </a:lnTo>
                <a:close/>
              </a:path>
              <a:path w="5142230" h="2300604">
                <a:moveTo>
                  <a:pt x="1435375" y="770790"/>
                </a:moveTo>
                <a:lnTo>
                  <a:pt x="1431230" y="766352"/>
                </a:lnTo>
                <a:lnTo>
                  <a:pt x="1430061" y="761875"/>
                </a:lnTo>
                <a:lnTo>
                  <a:pt x="1431480" y="757627"/>
                </a:lnTo>
                <a:lnTo>
                  <a:pt x="1433484" y="751464"/>
                </a:lnTo>
                <a:lnTo>
                  <a:pt x="1440162" y="748056"/>
                </a:lnTo>
                <a:lnTo>
                  <a:pt x="1446371" y="750108"/>
                </a:lnTo>
                <a:lnTo>
                  <a:pt x="1452624" y="752110"/>
                </a:lnTo>
                <a:lnTo>
                  <a:pt x="1456037" y="758793"/>
                </a:lnTo>
                <a:lnTo>
                  <a:pt x="1451927" y="771207"/>
                </a:lnTo>
                <a:lnTo>
                  <a:pt x="1445254" y="774619"/>
                </a:lnTo>
                <a:lnTo>
                  <a:pt x="1437083" y="771934"/>
                </a:lnTo>
                <a:lnTo>
                  <a:pt x="1435375" y="770790"/>
                </a:lnTo>
                <a:close/>
              </a:path>
              <a:path w="5142230" h="2300604">
                <a:moveTo>
                  <a:pt x="2525213" y="1089680"/>
                </a:moveTo>
                <a:lnTo>
                  <a:pt x="2521023" y="1085194"/>
                </a:lnTo>
                <a:lnTo>
                  <a:pt x="2519912" y="1080388"/>
                </a:lnTo>
                <a:lnTo>
                  <a:pt x="2521710" y="1075960"/>
                </a:lnTo>
                <a:lnTo>
                  <a:pt x="2524088" y="1069904"/>
                </a:lnTo>
                <a:lnTo>
                  <a:pt x="2530987" y="1066928"/>
                </a:lnTo>
                <a:lnTo>
                  <a:pt x="2543101" y="1071783"/>
                </a:lnTo>
                <a:lnTo>
                  <a:pt x="2546072" y="1078677"/>
                </a:lnTo>
                <a:lnTo>
                  <a:pt x="2543694" y="1084734"/>
                </a:lnTo>
                <a:lnTo>
                  <a:pt x="2541222" y="1090787"/>
                </a:lnTo>
                <a:lnTo>
                  <a:pt x="2534323" y="1093762"/>
                </a:lnTo>
                <a:lnTo>
                  <a:pt x="2528320" y="1091344"/>
                </a:lnTo>
                <a:lnTo>
                  <a:pt x="2526596" y="1090671"/>
                </a:lnTo>
                <a:lnTo>
                  <a:pt x="2525213" y="1089680"/>
                </a:lnTo>
                <a:close/>
              </a:path>
              <a:path w="5142230" h="2300604">
                <a:moveTo>
                  <a:pt x="2977733" y="1422389"/>
                </a:moveTo>
                <a:lnTo>
                  <a:pt x="2972804" y="1417113"/>
                </a:lnTo>
                <a:lnTo>
                  <a:pt x="2972404" y="1416391"/>
                </a:lnTo>
                <a:lnTo>
                  <a:pt x="2969055" y="1410753"/>
                </a:lnTo>
                <a:lnTo>
                  <a:pt x="2970860" y="1403497"/>
                </a:lnTo>
                <a:lnTo>
                  <a:pt x="2976497" y="1400149"/>
                </a:lnTo>
                <a:lnTo>
                  <a:pt x="2982089" y="1396751"/>
                </a:lnTo>
                <a:lnTo>
                  <a:pt x="2989341" y="1398551"/>
                </a:lnTo>
                <a:lnTo>
                  <a:pt x="2992690" y="1404188"/>
                </a:lnTo>
                <a:lnTo>
                  <a:pt x="2996092" y="1409785"/>
                </a:lnTo>
                <a:lnTo>
                  <a:pt x="2994234" y="1417082"/>
                </a:lnTo>
                <a:lnTo>
                  <a:pt x="2983779" y="1423387"/>
                </a:lnTo>
                <a:lnTo>
                  <a:pt x="2977733" y="1422389"/>
                </a:lnTo>
                <a:close/>
              </a:path>
              <a:path w="5142230" h="2300604">
                <a:moveTo>
                  <a:pt x="3032434" y="1902427"/>
                </a:moveTo>
                <a:lnTo>
                  <a:pt x="3028289" y="1897990"/>
                </a:lnTo>
                <a:lnTo>
                  <a:pt x="3027048" y="1894218"/>
                </a:lnTo>
                <a:lnTo>
                  <a:pt x="3027790" y="1890321"/>
                </a:lnTo>
                <a:lnTo>
                  <a:pt x="3029050" y="1883948"/>
                </a:lnTo>
                <a:lnTo>
                  <a:pt x="3035237" y="1879721"/>
                </a:lnTo>
                <a:lnTo>
                  <a:pt x="3048090" y="1882141"/>
                </a:lnTo>
                <a:lnTo>
                  <a:pt x="3052264" y="1888368"/>
                </a:lnTo>
                <a:lnTo>
                  <a:pt x="3049843" y="1901221"/>
                </a:lnTo>
                <a:lnTo>
                  <a:pt x="3043616" y="1905405"/>
                </a:lnTo>
                <a:lnTo>
                  <a:pt x="3037238" y="1904149"/>
                </a:lnTo>
                <a:lnTo>
                  <a:pt x="3034651" y="1903726"/>
                </a:lnTo>
                <a:lnTo>
                  <a:pt x="3032434" y="1902427"/>
                </a:lnTo>
                <a:close/>
              </a:path>
              <a:path w="5142230" h="2300604">
                <a:moveTo>
                  <a:pt x="3031908" y="1551736"/>
                </a:moveTo>
                <a:lnTo>
                  <a:pt x="3027762" y="1547299"/>
                </a:lnTo>
                <a:lnTo>
                  <a:pt x="3026783" y="1545566"/>
                </a:lnTo>
                <a:lnTo>
                  <a:pt x="3026231" y="1543607"/>
                </a:lnTo>
                <a:lnTo>
                  <a:pt x="3024561" y="1537323"/>
                </a:lnTo>
                <a:lnTo>
                  <a:pt x="3028370" y="1530844"/>
                </a:lnTo>
                <a:lnTo>
                  <a:pt x="3040947" y="1527495"/>
                </a:lnTo>
                <a:lnTo>
                  <a:pt x="3047476" y="1531258"/>
                </a:lnTo>
                <a:lnTo>
                  <a:pt x="3049101" y="1537592"/>
                </a:lnTo>
                <a:lnTo>
                  <a:pt x="3050771" y="1543876"/>
                </a:lnTo>
                <a:lnTo>
                  <a:pt x="3047057" y="1550359"/>
                </a:lnTo>
                <a:lnTo>
                  <a:pt x="3036339" y="1553157"/>
                </a:lnTo>
                <a:lnTo>
                  <a:pt x="3031908" y="1551736"/>
                </a:lnTo>
                <a:close/>
              </a:path>
              <a:path w="5142230" h="2300604">
                <a:moveTo>
                  <a:pt x="2458842" y="1064572"/>
                </a:moveTo>
                <a:lnTo>
                  <a:pt x="2454651" y="1060086"/>
                </a:lnTo>
                <a:lnTo>
                  <a:pt x="2453533" y="1055468"/>
                </a:lnTo>
                <a:lnTo>
                  <a:pt x="2455145" y="1051133"/>
                </a:lnTo>
                <a:lnTo>
                  <a:pt x="2457337" y="1044976"/>
                </a:lnTo>
                <a:lnTo>
                  <a:pt x="2464144" y="1041803"/>
                </a:lnTo>
                <a:lnTo>
                  <a:pt x="2470301" y="1043996"/>
                </a:lnTo>
                <a:lnTo>
                  <a:pt x="2476414" y="1046239"/>
                </a:lnTo>
                <a:lnTo>
                  <a:pt x="2479581" y="1053050"/>
                </a:lnTo>
                <a:lnTo>
                  <a:pt x="2477339" y="1059154"/>
                </a:lnTo>
                <a:lnTo>
                  <a:pt x="2475151" y="1065316"/>
                </a:lnTo>
                <a:lnTo>
                  <a:pt x="2468339" y="1068483"/>
                </a:lnTo>
                <a:lnTo>
                  <a:pt x="2462231" y="1066245"/>
                </a:lnTo>
                <a:lnTo>
                  <a:pt x="2460364" y="1065615"/>
                </a:lnTo>
                <a:lnTo>
                  <a:pt x="2458842" y="1064572"/>
                </a:lnTo>
                <a:close/>
              </a:path>
              <a:path w="5142230" h="2300604">
                <a:moveTo>
                  <a:pt x="2324266" y="1019627"/>
                </a:moveTo>
                <a:lnTo>
                  <a:pt x="2320116" y="1015185"/>
                </a:lnTo>
                <a:lnTo>
                  <a:pt x="2318948" y="1010806"/>
                </a:lnTo>
                <a:lnTo>
                  <a:pt x="2322231" y="1000343"/>
                </a:lnTo>
                <a:lnTo>
                  <a:pt x="2328819" y="996838"/>
                </a:lnTo>
                <a:lnTo>
                  <a:pt x="2341337" y="1000757"/>
                </a:lnTo>
                <a:lnTo>
                  <a:pt x="2344789" y="1007385"/>
                </a:lnTo>
                <a:lnTo>
                  <a:pt x="2342836" y="1013602"/>
                </a:lnTo>
                <a:lnTo>
                  <a:pt x="2340923" y="1019863"/>
                </a:lnTo>
                <a:lnTo>
                  <a:pt x="2334290" y="1023320"/>
                </a:lnTo>
                <a:lnTo>
                  <a:pt x="2325969" y="1020766"/>
                </a:lnTo>
                <a:lnTo>
                  <a:pt x="2324266" y="1019627"/>
                </a:lnTo>
                <a:close/>
              </a:path>
              <a:path w="5142230" h="2300604">
                <a:moveTo>
                  <a:pt x="1639756" y="831518"/>
                </a:moveTo>
                <a:lnTo>
                  <a:pt x="1635611" y="827081"/>
                </a:lnTo>
                <a:lnTo>
                  <a:pt x="1634432" y="822886"/>
                </a:lnTo>
                <a:lnTo>
                  <a:pt x="1635557" y="818813"/>
                </a:lnTo>
                <a:lnTo>
                  <a:pt x="1637236" y="812497"/>
                </a:lnTo>
                <a:lnTo>
                  <a:pt x="1643788" y="808759"/>
                </a:lnTo>
                <a:lnTo>
                  <a:pt x="1650056" y="810483"/>
                </a:lnTo>
                <a:lnTo>
                  <a:pt x="1656372" y="812161"/>
                </a:lnTo>
                <a:lnTo>
                  <a:pt x="1660110" y="818704"/>
                </a:lnTo>
                <a:lnTo>
                  <a:pt x="1656663" y="831338"/>
                </a:lnTo>
                <a:lnTo>
                  <a:pt x="1650518" y="834827"/>
                </a:lnTo>
                <a:lnTo>
                  <a:pt x="1650160" y="835031"/>
                </a:lnTo>
                <a:lnTo>
                  <a:pt x="1641649" y="832763"/>
                </a:lnTo>
                <a:lnTo>
                  <a:pt x="1639756" y="831518"/>
                </a:lnTo>
                <a:close/>
              </a:path>
              <a:path w="5142230" h="2300604">
                <a:moveTo>
                  <a:pt x="1107235" y="634468"/>
                </a:moveTo>
                <a:lnTo>
                  <a:pt x="1102999" y="629933"/>
                </a:lnTo>
                <a:lnTo>
                  <a:pt x="1102099" y="624473"/>
                </a:lnTo>
                <a:lnTo>
                  <a:pt x="1104568" y="619883"/>
                </a:lnTo>
                <a:lnTo>
                  <a:pt x="1107645" y="614087"/>
                </a:lnTo>
                <a:lnTo>
                  <a:pt x="1114848" y="611924"/>
                </a:lnTo>
                <a:lnTo>
                  <a:pt x="1120591" y="615042"/>
                </a:lnTo>
                <a:lnTo>
                  <a:pt x="1126346" y="618075"/>
                </a:lnTo>
                <a:lnTo>
                  <a:pt x="1128509" y="625278"/>
                </a:lnTo>
                <a:lnTo>
                  <a:pt x="1125476" y="631024"/>
                </a:lnTo>
                <a:lnTo>
                  <a:pt x="1122358" y="636776"/>
                </a:lnTo>
                <a:lnTo>
                  <a:pt x="1115201" y="638988"/>
                </a:lnTo>
                <a:lnTo>
                  <a:pt x="1109453" y="635865"/>
                </a:lnTo>
                <a:lnTo>
                  <a:pt x="1108247" y="635257"/>
                </a:lnTo>
                <a:lnTo>
                  <a:pt x="1107235" y="634468"/>
                </a:lnTo>
                <a:close/>
              </a:path>
              <a:path w="5142230" h="2300604">
                <a:moveTo>
                  <a:pt x="2391786" y="1041370"/>
                </a:moveTo>
                <a:lnTo>
                  <a:pt x="2387646" y="1036938"/>
                </a:lnTo>
                <a:lnTo>
                  <a:pt x="2386525" y="1032415"/>
                </a:lnTo>
                <a:lnTo>
                  <a:pt x="2387899" y="1028119"/>
                </a:lnTo>
                <a:lnTo>
                  <a:pt x="2389948" y="1022102"/>
                </a:lnTo>
                <a:lnTo>
                  <a:pt x="2389997" y="1021958"/>
                </a:lnTo>
                <a:lnTo>
                  <a:pt x="2396670" y="1018546"/>
                </a:lnTo>
                <a:lnTo>
                  <a:pt x="2409090" y="1022750"/>
                </a:lnTo>
                <a:lnTo>
                  <a:pt x="2412452" y="1029379"/>
                </a:lnTo>
                <a:lnTo>
                  <a:pt x="2408390" y="1041648"/>
                </a:lnTo>
                <a:lnTo>
                  <a:pt x="2408343" y="1041792"/>
                </a:lnTo>
                <a:lnTo>
                  <a:pt x="2401623" y="1045156"/>
                </a:lnTo>
                <a:lnTo>
                  <a:pt x="2393449" y="1042466"/>
                </a:lnTo>
                <a:lnTo>
                  <a:pt x="2391786" y="1041370"/>
                </a:lnTo>
                <a:close/>
              </a:path>
              <a:path w="5142230" h="2300604">
                <a:moveTo>
                  <a:pt x="1301371" y="722937"/>
                </a:moveTo>
                <a:lnTo>
                  <a:pt x="1297226" y="718500"/>
                </a:lnTo>
                <a:lnTo>
                  <a:pt x="1296115" y="713694"/>
                </a:lnTo>
                <a:lnTo>
                  <a:pt x="1300201" y="703211"/>
                </a:lnTo>
                <a:lnTo>
                  <a:pt x="1307055" y="700187"/>
                </a:lnTo>
                <a:lnTo>
                  <a:pt x="1319213" y="704991"/>
                </a:lnTo>
                <a:lnTo>
                  <a:pt x="1322233" y="711840"/>
                </a:lnTo>
                <a:lnTo>
                  <a:pt x="1319860" y="717901"/>
                </a:lnTo>
                <a:lnTo>
                  <a:pt x="1317527" y="724006"/>
                </a:lnTo>
                <a:lnTo>
                  <a:pt x="1310628" y="726982"/>
                </a:lnTo>
                <a:lnTo>
                  <a:pt x="1302799" y="723977"/>
                </a:lnTo>
                <a:lnTo>
                  <a:pt x="1301371" y="722937"/>
                </a:lnTo>
                <a:close/>
              </a:path>
              <a:path w="5142230" h="2300604">
                <a:moveTo>
                  <a:pt x="1045408" y="599269"/>
                </a:moveTo>
                <a:lnTo>
                  <a:pt x="1041126" y="594686"/>
                </a:lnTo>
                <a:lnTo>
                  <a:pt x="1040330" y="588946"/>
                </a:lnTo>
                <a:lnTo>
                  <a:pt x="1046534" y="578677"/>
                </a:lnTo>
                <a:lnTo>
                  <a:pt x="1053818" y="576895"/>
                </a:lnTo>
                <a:lnTo>
                  <a:pt x="1059367" y="580294"/>
                </a:lnTo>
                <a:lnTo>
                  <a:pt x="1064965" y="583647"/>
                </a:lnTo>
                <a:lnTo>
                  <a:pt x="1066807" y="590799"/>
                </a:lnTo>
                <a:lnTo>
                  <a:pt x="1060040" y="602128"/>
                </a:lnTo>
                <a:lnTo>
                  <a:pt x="1052757" y="603910"/>
                </a:lnTo>
                <a:lnTo>
                  <a:pt x="1047158" y="600556"/>
                </a:lnTo>
                <a:lnTo>
                  <a:pt x="1046235" y="599958"/>
                </a:lnTo>
                <a:lnTo>
                  <a:pt x="1045408" y="599269"/>
                </a:lnTo>
                <a:close/>
              </a:path>
              <a:path w="5142230" h="2300604">
                <a:moveTo>
                  <a:pt x="827245" y="427506"/>
                </a:moveTo>
                <a:lnTo>
                  <a:pt x="818317" y="417949"/>
                </a:lnTo>
                <a:lnTo>
                  <a:pt x="818522" y="410545"/>
                </a:lnTo>
                <a:lnTo>
                  <a:pt x="828033" y="401568"/>
                </a:lnTo>
                <a:lnTo>
                  <a:pt x="835622" y="401774"/>
                </a:lnTo>
                <a:lnTo>
                  <a:pt x="844464" y="411239"/>
                </a:lnTo>
                <a:lnTo>
                  <a:pt x="844251" y="418733"/>
                </a:lnTo>
                <a:lnTo>
                  <a:pt x="834744" y="427714"/>
                </a:lnTo>
                <a:lnTo>
                  <a:pt x="827245" y="427506"/>
                </a:lnTo>
                <a:close/>
              </a:path>
              <a:path w="5142230" h="2300604">
                <a:moveTo>
                  <a:pt x="3009386" y="1485108"/>
                </a:moveTo>
                <a:lnTo>
                  <a:pt x="3005154" y="1480578"/>
                </a:lnTo>
                <a:lnTo>
                  <a:pt x="3004438" y="1479420"/>
                </a:lnTo>
                <a:lnTo>
                  <a:pt x="3003864" y="1478121"/>
                </a:lnTo>
                <a:lnTo>
                  <a:pt x="3001331" y="1472087"/>
                </a:lnTo>
                <a:lnTo>
                  <a:pt x="3004123" y="1465105"/>
                </a:lnTo>
                <a:lnTo>
                  <a:pt x="3016143" y="1460085"/>
                </a:lnTo>
                <a:lnTo>
                  <a:pt x="3023125" y="1462867"/>
                </a:lnTo>
                <a:lnTo>
                  <a:pt x="3028195" y="1474942"/>
                </a:lnTo>
                <a:lnTo>
                  <a:pt x="3025363" y="1481879"/>
                </a:lnTo>
                <a:lnTo>
                  <a:pt x="3019377" y="1484367"/>
                </a:lnTo>
                <a:lnTo>
                  <a:pt x="3014677" y="1486374"/>
                </a:lnTo>
                <a:lnTo>
                  <a:pt x="3009386" y="1485108"/>
                </a:lnTo>
                <a:close/>
              </a:path>
              <a:path w="5142230" h="2300604">
                <a:moveTo>
                  <a:pt x="780306" y="373643"/>
                </a:moveTo>
                <a:lnTo>
                  <a:pt x="775528" y="368528"/>
                </a:lnTo>
                <a:lnTo>
                  <a:pt x="771495" y="363429"/>
                </a:lnTo>
                <a:lnTo>
                  <a:pt x="772274" y="355954"/>
                </a:lnTo>
                <a:lnTo>
                  <a:pt x="777368" y="351926"/>
                </a:lnTo>
                <a:lnTo>
                  <a:pt x="782465" y="347803"/>
                </a:lnTo>
                <a:lnTo>
                  <a:pt x="789896" y="348623"/>
                </a:lnTo>
                <a:lnTo>
                  <a:pt x="794019" y="353720"/>
                </a:lnTo>
                <a:lnTo>
                  <a:pt x="798047" y="358814"/>
                </a:lnTo>
                <a:lnTo>
                  <a:pt x="797273" y="366294"/>
                </a:lnTo>
                <a:lnTo>
                  <a:pt x="792130" y="370368"/>
                </a:lnTo>
                <a:lnTo>
                  <a:pt x="788477" y="373299"/>
                </a:lnTo>
                <a:lnTo>
                  <a:pt x="787277" y="374263"/>
                </a:lnTo>
                <a:lnTo>
                  <a:pt x="780306" y="373643"/>
                </a:lnTo>
                <a:close/>
              </a:path>
              <a:path w="5142230" h="2300604">
                <a:moveTo>
                  <a:pt x="928466" y="518951"/>
                </a:moveTo>
                <a:lnTo>
                  <a:pt x="923728" y="513880"/>
                </a:lnTo>
                <a:lnTo>
                  <a:pt x="923335" y="507398"/>
                </a:lnTo>
                <a:lnTo>
                  <a:pt x="926989" y="502707"/>
                </a:lnTo>
                <a:lnTo>
                  <a:pt x="931035" y="497558"/>
                </a:lnTo>
                <a:lnTo>
                  <a:pt x="938430" y="496676"/>
                </a:lnTo>
                <a:lnTo>
                  <a:pt x="948729" y="504769"/>
                </a:lnTo>
                <a:lnTo>
                  <a:pt x="949652" y="512208"/>
                </a:lnTo>
                <a:lnTo>
                  <a:pt x="945610" y="517362"/>
                </a:lnTo>
                <a:lnTo>
                  <a:pt x="941513" y="522459"/>
                </a:lnTo>
                <a:lnTo>
                  <a:pt x="934123" y="523345"/>
                </a:lnTo>
                <a:lnTo>
                  <a:pt x="928973" y="519298"/>
                </a:lnTo>
                <a:lnTo>
                  <a:pt x="928466" y="518951"/>
                </a:lnTo>
                <a:close/>
              </a:path>
              <a:path w="5142230" h="2300604">
                <a:moveTo>
                  <a:pt x="2256374" y="998951"/>
                </a:moveTo>
                <a:lnTo>
                  <a:pt x="2252229" y="994514"/>
                </a:lnTo>
                <a:lnTo>
                  <a:pt x="2251003" y="990171"/>
                </a:lnTo>
                <a:lnTo>
                  <a:pt x="2254148" y="979755"/>
                </a:lnTo>
                <a:lnTo>
                  <a:pt x="2260738" y="976156"/>
                </a:lnTo>
                <a:lnTo>
                  <a:pt x="2266995" y="978064"/>
                </a:lnTo>
                <a:lnTo>
                  <a:pt x="2273263" y="979887"/>
                </a:lnTo>
                <a:lnTo>
                  <a:pt x="2276814" y="986523"/>
                </a:lnTo>
                <a:lnTo>
                  <a:pt x="2274946" y="992733"/>
                </a:lnTo>
                <a:lnTo>
                  <a:pt x="2273079" y="999043"/>
                </a:lnTo>
                <a:lnTo>
                  <a:pt x="2266496" y="1002553"/>
                </a:lnTo>
                <a:lnTo>
                  <a:pt x="2260232" y="1000735"/>
                </a:lnTo>
                <a:lnTo>
                  <a:pt x="2258176" y="1000098"/>
                </a:lnTo>
                <a:lnTo>
                  <a:pt x="2256374" y="998951"/>
                </a:lnTo>
                <a:close/>
              </a:path>
              <a:path w="5142230" h="2300604">
                <a:moveTo>
                  <a:pt x="986084" y="561276"/>
                </a:moveTo>
                <a:lnTo>
                  <a:pt x="981151" y="555995"/>
                </a:lnTo>
                <a:lnTo>
                  <a:pt x="980567" y="549994"/>
                </a:lnTo>
                <a:lnTo>
                  <a:pt x="983794" y="545336"/>
                </a:lnTo>
                <a:lnTo>
                  <a:pt x="987473" y="539890"/>
                </a:lnTo>
                <a:lnTo>
                  <a:pt x="994835" y="538583"/>
                </a:lnTo>
                <a:lnTo>
                  <a:pt x="1000231" y="542208"/>
                </a:lnTo>
                <a:lnTo>
                  <a:pt x="1005632" y="545937"/>
                </a:lnTo>
                <a:lnTo>
                  <a:pt x="1006985" y="553348"/>
                </a:lnTo>
                <a:lnTo>
                  <a:pt x="999580" y="564091"/>
                </a:lnTo>
                <a:lnTo>
                  <a:pt x="992268" y="565452"/>
                </a:lnTo>
                <a:lnTo>
                  <a:pt x="986084" y="561276"/>
                </a:lnTo>
                <a:close/>
              </a:path>
              <a:path w="5142230" h="2300604">
                <a:moveTo>
                  <a:pt x="874129" y="473003"/>
                </a:moveTo>
                <a:lnTo>
                  <a:pt x="869254" y="467784"/>
                </a:lnTo>
                <a:lnTo>
                  <a:pt x="869117" y="460893"/>
                </a:lnTo>
                <a:lnTo>
                  <a:pt x="873332" y="456315"/>
                </a:lnTo>
                <a:lnTo>
                  <a:pt x="877698" y="451507"/>
                </a:lnTo>
                <a:lnTo>
                  <a:pt x="885166" y="451095"/>
                </a:lnTo>
                <a:lnTo>
                  <a:pt x="894833" y="459880"/>
                </a:lnTo>
                <a:lnTo>
                  <a:pt x="895186" y="467393"/>
                </a:lnTo>
                <a:lnTo>
                  <a:pt x="886411" y="477060"/>
                </a:lnTo>
                <a:lnTo>
                  <a:pt x="878983" y="477417"/>
                </a:lnTo>
                <a:lnTo>
                  <a:pt x="874129" y="473003"/>
                </a:lnTo>
                <a:close/>
              </a:path>
              <a:path w="5142230" h="2300604">
                <a:moveTo>
                  <a:pt x="1368081" y="747821"/>
                </a:moveTo>
                <a:lnTo>
                  <a:pt x="1363890" y="743335"/>
                </a:lnTo>
                <a:lnTo>
                  <a:pt x="1362773" y="738718"/>
                </a:lnTo>
                <a:lnTo>
                  <a:pt x="1364335" y="734428"/>
                </a:lnTo>
                <a:lnTo>
                  <a:pt x="1366528" y="728271"/>
                </a:lnTo>
                <a:lnTo>
                  <a:pt x="1373294" y="725055"/>
                </a:lnTo>
                <a:lnTo>
                  <a:pt x="1385608" y="729439"/>
                </a:lnTo>
                <a:lnTo>
                  <a:pt x="1388778" y="736157"/>
                </a:lnTo>
                <a:lnTo>
                  <a:pt x="1386631" y="742363"/>
                </a:lnTo>
                <a:lnTo>
                  <a:pt x="1384439" y="748520"/>
                </a:lnTo>
                <a:lnTo>
                  <a:pt x="1377668" y="751731"/>
                </a:lnTo>
                <a:lnTo>
                  <a:pt x="1371516" y="749543"/>
                </a:lnTo>
                <a:lnTo>
                  <a:pt x="1369698" y="748868"/>
                </a:lnTo>
                <a:lnTo>
                  <a:pt x="1368081" y="747821"/>
                </a:lnTo>
                <a:close/>
              </a:path>
              <a:path w="5142230" h="2300604">
                <a:moveTo>
                  <a:pt x="2051913" y="939211"/>
                </a:moveTo>
                <a:lnTo>
                  <a:pt x="2047768" y="934774"/>
                </a:lnTo>
                <a:lnTo>
                  <a:pt x="2046584" y="930575"/>
                </a:lnTo>
                <a:lnTo>
                  <a:pt x="2049446" y="920149"/>
                </a:lnTo>
                <a:lnTo>
                  <a:pt x="2055945" y="916452"/>
                </a:lnTo>
                <a:lnTo>
                  <a:pt x="2068571" y="919997"/>
                </a:lnTo>
                <a:lnTo>
                  <a:pt x="2072268" y="926497"/>
                </a:lnTo>
                <a:lnTo>
                  <a:pt x="2068771" y="939077"/>
                </a:lnTo>
                <a:lnTo>
                  <a:pt x="2062267" y="942769"/>
                </a:lnTo>
                <a:lnTo>
                  <a:pt x="2055959" y="941001"/>
                </a:lnTo>
                <a:lnTo>
                  <a:pt x="2053760" y="940407"/>
                </a:lnTo>
                <a:lnTo>
                  <a:pt x="2051913" y="939211"/>
                </a:lnTo>
                <a:close/>
              </a:path>
              <a:path w="5142230" h="2300604">
                <a:moveTo>
                  <a:pt x="3045460" y="1620982"/>
                </a:moveTo>
                <a:lnTo>
                  <a:pt x="3041315" y="1616545"/>
                </a:lnTo>
                <a:lnTo>
                  <a:pt x="3040207" y="1614284"/>
                </a:lnTo>
                <a:lnTo>
                  <a:pt x="3039824" y="1611820"/>
                </a:lnTo>
                <a:lnTo>
                  <a:pt x="3038910" y="1605369"/>
                </a:lnTo>
                <a:lnTo>
                  <a:pt x="3043412" y="1599338"/>
                </a:lnTo>
                <a:lnTo>
                  <a:pt x="3049909" y="1598473"/>
                </a:lnTo>
                <a:lnTo>
                  <a:pt x="3056409" y="1597514"/>
                </a:lnTo>
                <a:lnTo>
                  <a:pt x="3062341" y="1602007"/>
                </a:lnTo>
                <a:lnTo>
                  <a:pt x="3064218" y="1614964"/>
                </a:lnTo>
                <a:lnTo>
                  <a:pt x="3059671" y="1620947"/>
                </a:lnTo>
                <a:lnTo>
                  <a:pt x="3053215" y="1621855"/>
                </a:lnTo>
                <a:lnTo>
                  <a:pt x="3049233" y="1622480"/>
                </a:lnTo>
                <a:lnTo>
                  <a:pt x="3045460" y="1620982"/>
                </a:lnTo>
                <a:close/>
              </a:path>
              <a:path w="5142230" h="2300604">
                <a:moveTo>
                  <a:pt x="2913101" y="2300034"/>
                </a:moveTo>
                <a:lnTo>
                  <a:pt x="2915179" y="2293010"/>
                </a:lnTo>
                <a:lnTo>
                  <a:pt x="2921766" y="2289504"/>
                </a:lnTo>
                <a:lnTo>
                  <a:pt x="2934299" y="2293146"/>
                </a:lnTo>
                <a:lnTo>
                  <a:pt x="2937850" y="2299782"/>
                </a:lnTo>
                <a:lnTo>
                  <a:pt x="2937776" y="2300034"/>
                </a:lnTo>
                <a:lnTo>
                  <a:pt x="2913101" y="2300034"/>
                </a:lnTo>
                <a:close/>
              </a:path>
              <a:path w="5142230" h="2300604">
                <a:moveTo>
                  <a:pt x="2833945" y="1260843"/>
                </a:moveTo>
                <a:lnTo>
                  <a:pt x="2829208" y="1255772"/>
                </a:lnTo>
                <a:lnTo>
                  <a:pt x="2828912" y="1249200"/>
                </a:lnTo>
                <a:lnTo>
                  <a:pt x="2832660" y="1244512"/>
                </a:lnTo>
                <a:lnTo>
                  <a:pt x="2836797" y="1239460"/>
                </a:lnTo>
                <a:lnTo>
                  <a:pt x="2844189" y="1238673"/>
                </a:lnTo>
                <a:lnTo>
                  <a:pt x="2854388" y="1246951"/>
                </a:lnTo>
                <a:lnTo>
                  <a:pt x="2855126" y="1254388"/>
                </a:lnTo>
                <a:lnTo>
                  <a:pt x="2851029" y="1259484"/>
                </a:lnTo>
                <a:lnTo>
                  <a:pt x="2846892" y="1264537"/>
                </a:lnTo>
                <a:lnTo>
                  <a:pt x="2839455" y="1265275"/>
                </a:lnTo>
                <a:lnTo>
                  <a:pt x="2834407" y="1261142"/>
                </a:lnTo>
                <a:lnTo>
                  <a:pt x="2833945" y="1260843"/>
                </a:lnTo>
                <a:close/>
              </a:path>
              <a:path w="5142230" h="2300604">
                <a:moveTo>
                  <a:pt x="2938035" y="2244265"/>
                </a:moveTo>
                <a:lnTo>
                  <a:pt x="2933890" y="2239827"/>
                </a:lnTo>
                <a:lnTo>
                  <a:pt x="2932722" y="2235449"/>
                </a:lnTo>
                <a:lnTo>
                  <a:pt x="2933994" y="2231239"/>
                </a:lnTo>
                <a:lnTo>
                  <a:pt x="2935956" y="2225032"/>
                </a:lnTo>
                <a:lnTo>
                  <a:pt x="2942543" y="2221526"/>
                </a:lnTo>
                <a:lnTo>
                  <a:pt x="2955061" y="2225347"/>
                </a:lnTo>
                <a:lnTo>
                  <a:pt x="2958517" y="2231979"/>
                </a:lnTo>
                <a:lnTo>
                  <a:pt x="2954697" y="2244506"/>
                </a:lnTo>
                <a:lnTo>
                  <a:pt x="2948064" y="2247963"/>
                </a:lnTo>
                <a:lnTo>
                  <a:pt x="2939748" y="2245413"/>
                </a:lnTo>
                <a:lnTo>
                  <a:pt x="2938035" y="2244265"/>
                </a:lnTo>
                <a:close/>
              </a:path>
              <a:path w="5142230" h="2300604">
                <a:moveTo>
                  <a:pt x="3051370" y="1691332"/>
                </a:moveTo>
                <a:lnTo>
                  <a:pt x="3047225" y="1686895"/>
                </a:lnTo>
                <a:lnTo>
                  <a:pt x="3046043" y="1684164"/>
                </a:lnTo>
                <a:lnTo>
                  <a:pt x="3045954" y="1681234"/>
                </a:lnTo>
                <a:lnTo>
                  <a:pt x="3045708" y="1674715"/>
                </a:lnTo>
                <a:lnTo>
                  <a:pt x="3050805" y="1669223"/>
                </a:lnTo>
                <a:lnTo>
                  <a:pt x="3063847" y="1668718"/>
                </a:lnTo>
                <a:lnTo>
                  <a:pt x="3069339" y="1673815"/>
                </a:lnTo>
                <a:lnTo>
                  <a:pt x="3069844" y="1686867"/>
                </a:lnTo>
                <a:lnTo>
                  <a:pt x="3064747" y="1692359"/>
                </a:lnTo>
                <a:lnTo>
                  <a:pt x="3058219" y="1692604"/>
                </a:lnTo>
                <a:lnTo>
                  <a:pt x="3054630" y="1692770"/>
                </a:lnTo>
                <a:lnTo>
                  <a:pt x="3051370" y="1691332"/>
                </a:lnTo>
                <a:close/>
              </a:path>
              <a:path w="5142230" h="2300604">
                <a:moveTo>
                  <a:pt x="1777085" y="867681"/>
                </a:moveTo>
                <a:lnTo>
                  <a:pt x="1772940" y="863244"/>
                </a:lnTo>
                <a:lnTo>
                  <a:pt x="1771712" y="859095"/>
                </a:lnTo>
                <a:lnTo>
                  <a:pt x="1772695" y="855064"/>
                </a:lnTo>
                <a:lnTo>
                  <a:pt x="1774373" y="848748"/>
                </a:lnTo>
                <a:lnTo>
                  <a:pt x="1780835" y="844912"/>
                </a:lnTo>
                <a:lnTo>
                  <a:pt x="1793470" y="848175"/>
                </a:lnTo>
                <a:lnTo>
                  <a:pt x="1797260" y="854578"/>
                </a:lnTo>
                <a:lnTo>
                  <a:pt x="1794043" y="867263"/>
                </a:lnTo>
                <a:lnTo>
                  <a:pt x="1787650" y="871073"/>
                </a:lnTo>
                <a:lnTo>
                  <a:pt x="1781226" y="869475"/>
                </a:lnTo>
                <a:lnTo>
                  <a:pt x="1779027" y="868881"/>
                </a:lnTo>
                <a:lnTo>
                  <a:pt x="1777085" y="867681"/>
                </a:lnTo>
                <a:close/>
              </a:path>
              <a:path w="5142230" h="2300604">
                <a:moveTo>
                  <a:pt x="2959089" y="2176485"/>
                </a:moveTo>
                <a:lnTo>
                  <a:pt x="2954944" y="2172048"/>
                </a:lnTo>
                <a:lnTo>
                  <a:pt x="2953771" y="2167664"/>
                </a:lnTo>
                <a:lnTo>
                  <a:pt x="2955048" y="2163459"/>
                </a:lnTo>
                <a:lnTo>
                  <a:pt x="2957001" y="2157242"/>
                </a:lnTo>
                <a:lnTo>
                  <a:pt x="2963637" y="2153691"/>
                </a:lnTo>
                <a:lnTo>
                  <a:pt x="2969854" y="2155654"/>
                </a:lnTo>
                <a:lnTo>
                  <a:pt x="2976115" y="2157567"/>
                </a:lnTo>
                <a:lnTo>
                  <a:pt x="2979617" y="2164248"/>
                </a:lnTo>
                <a:lnTo>
                  <a:pt x="2977659" y="2170460"/>
                </a:lnTo>
                <a:lnTo>
                  <a:pt x="2975742" y="2176716"/>
                </a:lnTo>
                <a:lnTo>
                  <a:pt x="2969109" y="2180173"/>
                </a:lnTo>
                <a:lnTo>
                  <a:pt x="2960797" y="2177629"/>
                </a:lnTo>
                <a:lnTo>
                  <a:pt x="2959089" y="2176485"/>
                </a:lnTo>
                <a:close/>
              </a:path>
              <a:path w="5142230" h="2300604">
                <a:moveTo>
                  <a:pt x="1983381" y="920686"/>
                </a:moveTo>
                <a:lnTo>
                  <a:pt x="1979236" y="916248"/>
                </a:lnTo>
                <a:lnTo>
                  <a:pt x="1978054" y="912148"/>
                </a:lnTo>
                <a:lnTo>
                  <a:pt x="1980817" y="901714"/>
                </a:lnTo>
                <a:lnTo>
                  <a:pt x="1987270" y="897969"/>
                </a:lnTo>
                <a:lnTo>
                  <a:pt x="1999903" y="901325"/>
                </a:lnTo>
                <a:lnTo>
                  <a:pt x="2003649" y="907779"/>
                </a:lnTo>
                <a:lnTo>
                  <a:pt x="2000292" y="920411"/>
                </a:lnTo>
                <a:lnTo>
                  <a:pt x="1994075" y="924020"/>
                </a:lnTo>
                <a:lnTo>
                  <a:pt x="1993838" y="924157"/>
                </a:lnTo>
                <a:lnTo>
                  <a:pt x="1985323" y="921885"/>
                </a:lnTo>
                <a:lnTo>
                  <a:pt x="1983381" y="920686"/>
                </a:lnTo>
                <a:close/>
              </a:path>
              <a:path w="5142230" h="2300604">
                <a:moveTo>
                  <a:pt x="1914684" y="902862"/>
                </a:moveTo>
                <a:lnTo>
                  <a:pt x="1910494" y="898377"/>
                </a:lnTo>
                <a:lnTo>
                  <a:pt x="1909307" y="894271"/>
                </a:lnTo>
                <a:lnTo>
                  <a:pt x="1911980" y="883839"/>
                </a:lnTo>
                <a:lnTo>
                  <a:pt x="1918433" y="880093"/>
                </a:lnTo>
                <a:lnTo>
                  <a:pt x="1931118" y="883311"/>
                </a:lnTo>
                <a:lnTo>
                  <a:pt x="1934958" y="889767"/>
                </a:lnTo>
                <a:lnTo>
                  <a:pt x="1933300" y="896007"/>
                </a:lnTo>
                <a:lnTo>
                  <a:pt x="1931647" y="902448"/>
                </a:lnTo>
                <a:lnTo>
                  <a:pt x="1925234" y="906238"/>
                </a:lnTo>
                <a:lnTo>
                  <a:pt x="1918994" y="904641"/>
                </a:lnTo>
                <a:lnTo>
                  <a:pt x="1916626" y="904062"/>
                </a:lnTo>
                <a:lnTo>
                  <a:pt x="1914684" y="902862"/>
                </a:lnTo>
                <a:close/>
              </a:path>
              <a:path w="5142230" h="2300604">
                <a:moveTo>
                  <a:pt x="1845882" y="885220"/>
                </a:moveTo>
                <a:lnTo>
                  <a:pt x="1841741" y="880788"/>
                </a:lnTo>
                <a:lnTo>
                  <a:pt x="1840510" y="876733"/>
                </a:lnTo>
                <a:lnTo>
                  <a:pt x="1843179" y="866296"/>
                </a:lnTo>
                <a:lnTo>
                  <a:pt x="1849587" y="862501"/>
                </a:lnTo>
                <a:lnTo>
                  <a:pt x="1862271" y="865718"/>
                </a:lnTo>
                <a:lnTo>
                  <a:pt x="1866111" y="872175"/>
                </a:lnTo>
                <a:lnTo>
                  <a:pt x="1862844" y="884806"/>
                </a:lnTo>
                <a:lnTo>
                  <a:pt x="1856441" y="888605"/>
                </a:lnTo>
                <a:lnTo>
                  <a:pt x="1850121" y="887021"/>
                </a:lnTo>
                <a:lnTo>
                  <a:pt x="1847828" y="886424"/>
                </a:lnTo>
                <a:lnTo>
                  <a:pt x="1845882" y="885220"/>
                </a:lnTo>
                <a:close/>
              </a:path>
              <a:path w="5142230" h="2300604">
                <a:moveTo>
                  <a:pt x="2716842" y="1180939"/>
                </a:moveTo>
                <a:lnTo>
                  <a:pt x="2712611" y="1176410"/>
                </a:lnTo>
                <a:lnTo>
                  <a:pt x="2711766" y="1170716"/>
                </a:lnTo>
                <a:lnTo>
                  <a:pt x="2714424" y="1166132"/>
                </a:lnTo>
                <a:lnTo>
                  <a:pt x="2717732" y="1160486"/>
                </a:lnTo>
                <a:lnTo>
                  <a:pt x="2724973" y="1158560"/>
                </a:lnTo>
                <a:lnTo>
                  <a:pt x="2736266" y="1165077"/>
                </a:lnTo>
                <a:lnTo>
                  <a:pt x="2738191" y="1172319"/>
                </a:lnTo>
                <a:lnTo>
                  <a:pt x="2734888" y="1177970"/>
                </a:lnTo>
                <a:lnTo>
                  <a:pt x="2731625" y="1183666"/>
                </a:lnTo>
                <a:lnTo>
                  <a:pt x="2724428" y="1185541"/>
                </a:lnTo>
                <a:lnTo>
                  <a:pt x="2718737" y="1182283"/>
                </a:lnTo>
                <a:lnTo>
                  <a:pt x="2717714" y="1181677"/>
                </a:lnTo>
                <a:lnTo>
                  <a:pt x="2716842" y="1180939"/>
                </a:lnTo>
                <a:close/>
              </a:path>
              <a:path w="5142230" h="2300604">
                <a:moveTo>
                  <a:pt x="2654535" y="1147377"/>
                </a:moveTo>
                <a:lnTo>
                  <a:pt x="2650303" y="1142847"/>
                </a:lnTo>
                <a:lnTo>
                  <a:pt x="2649446" y="1137531"/>
                </a:lnTo>
                <a:lnTo>
                  <a:pt x="2651673" y="1132975"/>
                </a:lnTo>
                <a:lnTo>
                  <a:pt x="2654705" y="1127130"/>
                </a:lnTo>
                <a:lnTo>
                  <a:pt x="2661775" y="1124826"/>
                </a:lnTo>
                <a:lnTo>
                  <a:pt x="2673472" y="1130700"/>
                </a:lnTo>
                <a:lnTo>
                  <a:pt x="2675780" y="1137766"/>
                </a:lnTo>
                <a:lnTo>
                  <a:pt x="2669901" y="1149458"/>
                </a:lnTo>
                <a:lnTo>
                  <a:pt x="2662787" y="1151812"/>
                </a:lnTo>
                <a:lnTo>
                  <a:pt x="2656943" y="1148880"/>
                </a:lnTo>
                <a:lnTo>
                  <a:pt x="2655686" y="1148219"/>
                </a:lnTo>
                <a:lnTo>
                  <a:pt x="2654535" y="1147377"/>
                </a:lnTo>
                <a:close/>
              </a:path>
              <a:path w="5142230" h="2300604">
                <a:moveTo>
                  <a:pt x="3043834" y="1832426"/>
                </a:moveTo>
                <a:lnTo>
                  <a:pt x="3039734" y="1828037"/>
                </a:lnTo>
                <a:lnTo>
                  <a:pt x="3038484" y="1824549"/>
                </a:lnTo>
                <a:lnTo>
                  <a:pt x="3039720" y="1814436"/>
                </a:lnTo>
                <a:lnTo>
                  <a:pt x="3045687" y="1809876"/>
                </a:lnTo>
                <a:lnTo>
                  <a:pt x="3052175" y="1810663"/>
                </a:lnTo>
                <a:lnTo>
                  <a:pt x="3058656" y="1811540"/>
                </a:lnTo>
                <a:lnTo>
                  <a:pt x="3063274" y="1817461"/>
                </a:lnTo>
                <a:lnTo>
                  <a:pt x="3062392" y="1823946"/>
                </a:lnTo>
                <a:lnTo>
                  <a:pt x="3061605" y="1830434"/>
                </a:lnTo>
                <a:lnTo>
                  <a:pt x="3055638" y="1834995"/>
                </a:lnTo>
                <a:lnTo>
                  <a:pt x="3049105" y="1834158"/>
                </a:lnTo>
                <a:lnTo>
                  <a:pt x="3046285" y="1833779"/>
                </a:lnTo>
                <a:lnTo>
                  <a:pt x="3043834" y="1832426"/>
                </a:lnTo>
                <a:close/>
              </a:path>
              <a:path w="5142230" h="2300604">
                <a:moveTo>
                  <a:pt x="2776748" y="1218480"/>
                </a:moveTo>
                <a:lnTo>
                  <a:pt x="2772471" y="1213902"/>
                </a:lnTo>
                <a:lnTo>
                  <a:pt x="2771876" y="1207791"/>
                </a:lnTo>
                <a:lnTo>
                  <a:pt x="2778683" y="1197679"/>
                </a:lnTo>
                <a:lnTo>
                  <a:pt x="2786053" y="1196283"/>
                </a:lnTo>
                <a:lnTo>
                  <a:pt x="2796845" y="1203632"/>
                </a:lnTo>
                <a:lnTo>
                  <a:pt x="2798247" y="1210998"/>
                </a:lnTo>
                <a:lnTo>
                  <a:pt x="2794621" y="1216402"/>
                </a:lnTo>
                <a:lnTo>
                  <a:pt x="2790897" y="1221799"/>
                </a:lnTo>
                <a:lnTo>
                  <a:pt x="2783573" y="1223245"/>
                </a:lnTo>
                <a:lnTo>
                  <a:pt x="2777438" y="1219023"/>
                </a:lnTo>
                <a:lnTo>
                  <a:pt x="2776748" y="1218480"/>
                </a:lnTo>
                <a:close/>
              </a:path>
              <a:path w="5142230" h="2300604">
                <a:moveTo>
                  <a:pt x="2886405" y="1307714"/>
                </a:moveTo>
                <a:lnTo>
                  <a:pt x="2881754" y="1302736"/>
                </a:lnTo>
                <a:lnTo>
                  <a:pt x="2881813" y="1295467"/>
                </a:lnTo>
                <a:lnTo>
                  <a:pt x="2886313" y="1290999"/>
                </a:lnTo>
                <a:lnTo>
                  <a:pt x="2890909" y="1286340"/>
                </a:lnTo>
                <a:lnTo>
                  <a:pt x="2898369" y="1286311"/>
                </a:lnTo>
                <a:lnTo>
                  <a:pt x="2907687" y="1295503"/>
                </a:lnTo>
                <a:lnTo>
                  <a:pt x="2907668" y="1303009"/>
                </a:lnTo>
                <a:lnTo>
                  <a:pt x="2898524" y="1312281"/>
                </a:lnTo>
                <a:lnTo>
                  <a:pt x="2890965" y="1312302"/>
                </a:lnTo>
                <a:lnTo>
                  <a:pt x="2886405" y="1307714"/>
                </a:lnTo>
                <a:close/>
              </a:path>
              <a:path w="5142230" h="2300604">
                <a:moveTo>
                  <a:pt x="1170721" y="666555"/>
                </a:moveTo>
                <a:lnTo>
                  <a:pt x="1166535" y="662074"/>
                </a:lnTo>
                <a:lnTo>
                  <a:pt x="1165531" y="656894"/>
                </a:lnTo>
                <a:lnTo>
                  <a:pt x="1167669" y="652340"/>
                </a:lnTo>
                <a:lnTo>
                  <a:pt x="1170512" y="646488"/>
                </a:lnTo>
                <a:lnTo>
                  <a:pt x="1177538" y="643942"/>
                </a:lnTo>
                <a:lnTo>
                  <a:pt x="1189384" y="649585"/>
                </a:lnTo>
                <a:lnTo>
                  <a:pt x="1191882" y="656657"/>
                </a:lnTo>
                <a:lnTo>
                  <a:pt x="1189080" y="662553"/>
                </a:lnTo>
                <a:lnTo>
                  <a:pt x="1186242" y="668410"/>
                </a:lnTo>
                <a:lnTo>
                  <a:pt x="1179170" y="670907"/>
                </a:lnTo>
                <a:lnTo>
                  <a:pt x="1173269" y="668110"/>
                </a:lnTo>
                <a:lnTo>
                  <a:pt x="1171922" y="667450"/>
                </a:lnTo>
                <a:lnTo>
                  <a:pt x="1170721" y="666555"/>
                </a:lnTo>
                <a:close/>
              </a:path>
              <a:path w="5142230" h="2300604">
                <a:moveTo>
                  <a:pt x="2188275" y="978835"/>
                </a:moveTo>
                <a:lnTo>
                  <a:pt x="2184129" y="974398"/>
                </a:lnTo>
                <a:lnTo>
                  <a:pt x="2182954" y="970109"/>
                </a:lnTo>
                <a:lnTo>
                  <a:pt x="2184131" y="965895"/>
                </a:lnTo>
                <a:lnTo>
                  <a:pt x="2185999" y="959685"/>
                </a:lnTo>
                <a:lnTo>
                  <a:pt x="2192585" y="956080"/>
                </a:lnTo>
                <a:lnTo>
                  <a:pt x="2205118" y="959722"/>
                </a:lnTo>
                <a:lnTo>
                  <a:pt x="2208713" y="966307"/>
                </a:lnTo>
                <a:lnTo>
                  <a:pt x="2206846" y="972617"/>
                </a:lnTo>
                <a:lnTo>
                  <a:pt x="2205028" y="978881"/>
                </a:lnTo>
                <a:lnTo>
                  <a:pt x="2198442" y="982486"/>
                </a:lnTo>
                <a:lnTo>
                  <a:pt x="2192132" y="980619"/>
                </a:lnTo>
                <a:lnTo>
                  <a:pt x="2190077" y="979982"/>
                </a:lnTo>
                <a:lnTo>
                  <a:pt x="2188275" y="978835"/>
                </a:lnTo>
                <a:close/>
              </a:path>
              <a:path w="5142230" h="2300604">
                <a:moveTo>
                  <a:pt x="1235486" y="696004"/>
                </a:moveTo>
                <a:lnTo>
                  <a:pt x="1231296" y="691518"/>
                </a:lnTo>
                <a:lnTo>
                  <a:pt x="1230285" y="686526"/>
                </a:lnTo>
                <a:lnTo>
                  <a:pt x="1232231" y="682061"/>
                </a:lnTo>
                <a:lnTo>
                  <a:pt x="1234749" y="676056"/>
                </a:lnTo>
                <a:lnTo>
                  <a:pt x="1241732" y="673268"/>
                </a:lnTo>
                <a:lnTo>
                  <a:pt x="1247737" y="675885"/>
                </a:lnTo>
                <a:lnTo>
                  <a:pt x="1253742" y="678402"/>
                </a:lnTo>
                <a:lnTo>
                  <a:pt x="1256457" y="685219"/>
                </a:lnTo>
                <a:lnTo>
                  <a:pt x="1253909" y="691386"/>
                </a:lnTo>
                <a:lnTo>
                  <a:pt x="1251347" y="697441"/>
                </a:lnTo>
                <a:lnTo>
                  <a:pt x="1244408" y="700179"/>
                </a:lnTo>
                <a:lnTo>
                  <a:pt x="1236823" y="696946"/>
                </a:lnTo>
                <a:lnTo>
                  <a:pt x="1235486" y="696004"/>
                </a:lnTo>
                <a:close/>
              </a:path>
              <a:path w="5142230" h="2300604">
                <a:moveTo>
                  <a:pt x="3017375" y="1971738"/>
                </a:moveTo>
                <a:lnTo>
                  <a:pt x="3013185" y="1967252"/>
                </a:lnTo>
                <a:lnTo>
                  <a:pt x="3011995" y="1963241"/>
                </a:lnTo>
                <a:lnTo>
                  <a:pt x="3012933" y="1959260"/>
                </a:lnTo>
                <a:lnTo>
                  <a:pt x="3014471" y="1952892"/>
                </a:lnTo>
                <a:lnTo>
                  <a:pt x="3020837" y="1948954"/>
                </a:lnTo>
                <a:lnTo>
                  <a:pt x="3033578" y="1952036"/>
                </a:lnTo>
                <a:lnTo>
                  <a:pt x="3037511" y="1958397"/>
                </a:lnTo>
                <a:lnTo>
                  <a:pt x="3035972" y="1964765"/>
                </a:lnTo>
                <a:lnTo>
                  <a:pt x="3034483" y="1971088"/>
                </a:lnTo>
                <a:lnTo>
                  <a:pt x="3028121" y="1975031"/>
                </a:lnTo>
                <a:lnTo>
                  <a:pt x="3021749" y="1973487"/>
                </a:lnTo>
                <a:lnTo>
                  <a:pt x="3019412" y="1972940"/>
                </a:lnTo>
                <a:lnTo>
                  <a:pt x="3017375" y="1971738"/>
                </a:lnTo>
                <a:close/>
              </a:path>
              <a:path w="5142230" h="2300604">
                <a:moveTo>
                  <a:pt x="2590562" y="1117114"/>
                </a:moveTo>
                <a:lnTo>
                  <a:pt x="2586367" y="1112624"/>
                </a:lnTo>
                <a:lnTo>
                  <a:pt x="2585315" y="1107588"/>
                </a:lnTo>
                <a:lnTo>
                  <a:pt x="2589968" y="1097125"/>
                </a:lnTo>
                <a:lnTo>
                  <a:pt x="2596952" y="1094435"/>
                </a:lnTo>
                <a:lnTo>
                  <a:pt x="2608902" y="1099799"/>
                </a:lnTo>
                <a:lnTo>
                  <a:pt x="2611591" y="1106783"/>
                </a:lnTo>
                <a:lnTo>
                  <a:pt x="2606272" y="1118683"/>
                </a:lnTo>
                <a:lnTo>
                  <a:pt x="2599288" y="1121372"/>
                </a:lnTo>
                <a:lnTo>
                  <a:pt x="2593340" y="1118720"/>
                </a:lnTo>
                <a:lnTo>
                  <a:pt x="2591805" y="1118054"/>
                </a:lnTo>
                <a:lnTo>
                  <a:pt x="2590562" y="1117114"/>
                </a:lnTo>
                <a:close/>
              </a:path>
              <a:path w="5142230" h="2300604">
                <a:moveTo>
                  <a:pt x="1708388" y="849858"/>
                </a:moveTo>
                <a:lnTo>
                  <a:pt x="1704243" y="845421"/>
                </a:lnTo>
                <a:lnTo>
                  <a:pt x="1703015" y="841272"/>
                </a:lnTo>
                <a:lnTo>
                  <a:pt x="1704046" y="837195"/>
                </a:lnTo>
                <a:lnTo>
                  <a:pt x="1705725" y="830879"/>
                </a:lnTo>
                <a:lnTo>
                  <a:pt x="1712050" y="827191"/>
                </a:lnTo>
                <a:lnTo>
                  <a:pt x="1712227" y="827088"/>
                </a:lnTo>
                <a:lnTo>
                  <a:pt x="1724819" y="830401"/>
                </a:lnTo>
                <a:lnTo>
                  <a:pt x="1728606" y="836898"/>
                </a:lnTo>
                <a:lnTo>
                  <a:pt x="1725347" y="849539"/>
                </a:lnTo>
                <a:lnTo>
                  <a:pt x="1719022" y="853227"/>
                </a:lnTo>
                <a:lnTo>
                  <a:pt x="1718845" y="853330"/>
                </a:lnTo>
                <a:lnTo>
                  <a:pt x="1712529" y="851652"/>
                </a:lnTo>
                <a:lnTo>
                  <a:pt x="1710282" y="851103"/>
                </a:lnTo>
                <a:lnTo>
                  <a:pt x="1708388" y="849858"/>
                </a:lnTo>
                <a:close/>
              </a:path>
              <a:path w="5142230" h="2300604">
                <a:moveTo>
                  <a:pt x="2979854" y="2108591"/>
                </a:moveTo>
                <a:lnTo>
                  <a:pt x="2975714" y="2104159"/>
                </a:lnTo>
                <a:lnTo>
                  <a:pt x="2974488" y="2099817"/>
                </a:lnTo>
                <a:lnTo>
                  <a:pt x="2977628" y="2089396"/>
                </a:lnTo>
                <a:lnTo>
                  <a:pt x="2984218" y="2085796"/>
                </a:lnTo>
                <a:lnTo>
                  <a:pt x="2990484" y="2087714"/>
                </a:lnTo>
                <a:lnTo>
                  <a:pt x="2996748" y="2089532"/>
                </a:lnTo>
                <a:lnTo>
                  <a:pt x="3000299" y="2096168"/>
                </a:lnTo>
                <a:lnTo>
                  <a:pt x="2998481" y="2102432"/>
                </a:lnTo>
                <a:lnTo>
                  <a:pt x="2996568" y="2108693"/>
                </a:lnTo>
                <a:lnTo>
                  <a:pt x="2990026" y="2112247"/>
                </a:lnTo>
                <a:lnTo>
                  <a:pt x="2983717" y="2110380"/>
                </a:lnTo>
                <a:lnTo>
                  <a:pt x="2981661" y="2109743"/>
                </a:lnTo>
                <a:lnTo>
                  <a:pt x="2979854" y="2108591"/>
                </a:lnTo>
                <a:close/>
              </a:path>
              <a:path w="5142230" h="2300604">
                <a:moveTo>
                  <a:pt x="2999552" y="2040435"/>
                </a:moveTo>
                <a:lnTo>
                  <a:pt x="2995362" y="2035949"/>
                </a:lnTo>
                <a:lnTo>
                  <a:pt x="2994183" y="2031754"/>
                </a:lnTo>
                <a:lnTo>
                  <a:pt x="2995361" y="2027640"/>
                </a:lnTo>
                <a:lnTo>
                  <a:pt x="2997035" y="2021319"/>
                </a:lnTo>
                <a:lnTo>
                  <a:pt x="3003117" y="2017859"/>
                </a:lnTo>
                <a:lnTo>
                  <a:pt x="3003534" y="2017622"/>
                </a:lnTo>
                <a:lnTo>
                  <a:pt x="3016168" y="2021078"/>
                </a:lnTo>
                <a:lnTo>
                  <a:pt x="3019911" y="2027626"/>
                </a:lnTo>
                <a:lnTo>
                  <a:pt x="3018133" y="2033934"/>
                </a:lnTo>
                <a:lnTo>
                  <a:pt x="3016409" y="2040201"/>
                </a:lnTo>
                <a:lnTo>
                  <a:pt x="3010328" y="2043661"/>
                </a:lnTo>
                <a:lnTo>
                  <a:pt x="3009910" y="2043899"/>
                </a:lnTo>
                <a:lnTo>
                  <a:pt x="3001444" y="2041580"/>
                </a:lnTo>
                <a:lnTo>
                  <a:pt x="2999552" y="2040435"/>
                </a:lnTo>
                <a:close/>
              </a:path>
              <a:path w="5142230" h="2300604">
                <a:moveTo>
                  <a:pt x="2120126" y="958765"/>
                </a:moveTo>
                <a:lnTo>
                  <a:pt x="2115981" y="954327"/>
                </a:lnTo>
                <a:lnTo>
                  <a:pt x="2114760" y="949990"/>
                </a:lnTo>
                <a:lnTo>
                  <a:pt x="2117900" y="939569"/>
                </a:lnTo>
                <a:lnTo>
                  <a:pt x="2124490" y="935969"/>
                </a:lnTo>
                <a:lnTo>
                  <a:pt x="2130751" y="937882"/>
                </a:lnTo>
                <a:lnTo>
                  <a:pt x="2137011" y="939695"/>
                </a:lnTo>
                <a:lnTo>
                  <a:pt x="2140615" y="946290"/>
                </a:lnTo>
                <a:lnTo>
                  <a:pt x="2138702" y="952551"/>
                </a:lnTo>
                <a:lnTo>
                  <a:pt x="2136884" y="958816"/>
                </a:lnTo>
                <a:lnTo>
                  <a:pt x="2130293" y="962415"/>
                </a:lnTo>
                <a:lnTo>
                  <a:pt x="2123984" y="960548"/>
                </a:lnTo>
                <a:lnTo>
                  <a:pt x="2121924" y="959907"/>
                </a:lnTo>
                <a:lnTo>
                  <a:pt x="2120126" y="958765"/>
                </a:lnTo>
                <a:close/>
              </a:path>
              <a:path w="5142230" h="2300604">
                <a:moveTo>
                  <a:pt x="2937622" y="1364594"/>
                </a:moveTo>
                <a:lnTo>
                  <a:pt x="2932798" y="1359430"/>
                </a:lnTo>
                <a:lnTo>
                  <a:pt x="2928720" y="1354282"/>
                </a:lnTo>
                <a:lnTo>
                  <a:pt x="2929593" y="1346810"/>
                </a:lnTo>
                <a:lnTo>
                  <a:pt x="2939830" y="1338708"/>
                </a:lnTo>
                <a:lnTo>
                  <a:pt x="2947261" y="1339528"/>
                </a:lnTo>
                <a:lnTo>
                  <a:pt x="2955408" y="1349813"/>
                </a:lnTo>
                <a:lnTo>
                  <a:pt x="2954539" y="1357191"/>
                </a:lnTo>
                <a:lnTo>
                  <a:pt x="2949446" y="1361318"/>
                </a:lnTo>
                <a:lnTo>
                  <a:pt x="2944547" y="1365164"/>
                </a:lnTo>
                <a:lnTo>
                  <a:pt x="2937622" y="1364594"/>
                </a:lnTo>
                <a:close/>
              </a:path>
              <a:path w="5142230" h="2300604">
                <a:moveTo>
                  <a:pt x="1125074" y="498733"/>
                </a:moveTo>
                <a:lnTo>
                  <a:pt x="1121020" y="494394"/>
                </a:lnTo>
                <a:lnTo>
                  <a:pt x="1120211" y="489031"/>
                </a:lnTo>
                <a:lnTo>
                  <a:pt x="1122580" y="484627"/>
                </a:lnTo>
                <a:lnTo>
                  <a:pt x="1125647" y="479114"/>
                </a:lnTo>
                <a:lnTo>
                  <a:pt x="1132563" y="477036"/>
                </a:lnTo>
                <a:lnTo>
                  <a:pt x="1138077" y="480103"/>
                </a:lnTo>
                <a:lnTo>
                  <a:pt x="1143639" y="483125"/>
                </a:lnTo>
                <a:lnTo>
                  <a:pt x="1145623" y="490038"/>
                </a:lnTo>
                <a:lnTo>
                  <a:pt x="1142601" y="495600"/>
                </a:lnTo>
                <a:lnTo>
                  <a:pt x="1139578" y="501063"/>
                </a:lnTo>
                <a:lnTo>
                  <a:pt x="1132661" y="503141"/>
                </a:lnTo>
                <a:lnTo>
                  <a:pt x="1126040" y="499474"/>
                </a:lnTo>
                <a:lnTo>
                  <a:pt x="1125074" y="498733"/>
                </a:lnTo>
                <a:close/>
              </a:path>
              <a:path w="5142230" h="2300604">
                <a:moveTo>
                  <a:pt x="1518493" y="663002"/>
                </a:moveTo>
                <a:lnTo>
                  <a:pt x="1514490" y="658716"/>
                </a:lnTo>
                <a:lnTo>
                  <a:pt x="1513355" y="654471"/>
                </a:lnTo>
                <a:lnTo>
                  <a:pt x="1516625" y="644385"/>
                </a:lnTo>
                <a:lnTo>
                  <a:pt x="1523017" y="641062"/>
                </a:lnTo>
                <a:lnTo>
                  <a:pt x="1535023" y="644921"/>
                </a:lnTo>
                <a:lnTo>
                  <a:pt x="1538342" y="651309"/>
                </a:lnTo>
                <a:lnTo>
                  <a:pt x="1536395" y="657337"/>
                </a:lnTo>
                <a:lnTo>
                  <a:pt x="1534492" y="663315"/>
                </a:lnTo>
                <a:lnTo>
                  <a:pt x="1528100" y="666638"/>
                </a:lnTo>
                <a:lnTo>
                  <a:pt x="1522076" y="664687"/>
                </a:lnTo>
                <a:lnTo>
                  <a:pt x="1520156" y="664097"/>
                </a:lnTo>
                <a:lnTo>
                  <a:pt x="1518493" y="663002"/>
                </a:lnTo>
                <a:close/>
              </a:path>
              <a:path w="5142230" h="2300604">
                <a:moveTo>
                  <a:pt x="1586471" y="684063"/>
                </a:moveTo>
                <a:lnTo>
                  <a:pt x="1582463" y="679772"/>
                </a:lnTo>
                <a:lnTo>
                  <a:pt x="1581325" y="675621"/>
                </a:lnTo>
                <a:lnTo>
                  <a:pt x="1584317" y="665530"/>
                </a:lnTo>
                <a:lnTo>
                  <a:pt x="1590666" y="662064"/>
                </a:lnTo>
                <a:lnTo>
                  <a:pt x="1596693" y="663922"/>
                </a:lnTo>
                <a:lnTo>
                  <a:pt x="1602723" y="665685"/>
                </a:lnTo>
                <a:lnTo>
                  <a:pt x="1606189" y="672035"/>
                </a:lnTo>
                <a:lnTo>
                  <a:pt x="1602569" y="684091"/>
                </a:lnTo>
                <a:lnTo>
                  <a:pt x="1596219" y="687558"/>
                </a:lnTo>
                <a:lnTo>
                  <a:pt x="1588175" y="685202"/>
                </a:lnTo>
                <a:lnTo>
                  <a:pt x="1586471" y="684063"/>
                </a:lnTo>
                <a:close/>
              </a:path>
              <a:path w="5142230" h="2300604">
                <a:moveTo>
                  <a:pt x="3092527" y="2261656"/>
                </a:moveTo>
                <a:lnTo>
                  <a:pt x="3088518" y="2257365"/>
                </a:lnTo>
                <a:lnTo>
                  <a:pt x="3087373" y="2253696"/>
                </a:lnTo>
                <a:lnTo>
                  <a:pt x="3089361" y="2243703"/>
                </a:lnTo>
                <a:lnTo>
                  <a:pt x="3095403" y="2239712"/>
                </a:lnTo>
                <a:lnTo>
                  <a:pt x="3101539" y="2241002"/>
                </a:lnTo>
                <a:lnTo>
                  <a:pt x="3107732" y="2242256"/>
                </a:lnTo>
                <a:lnTo>
                  <a:pt x="3111724" y="2248288"/>
                </a:lnTo>
                <a:lnTo>
                  <a:pt x="3109233" y="2260577"/>
                </a:lnTo>
                <a:lnTo>
                  <a:pt x="3103191" y="2264569"/>
                </a:lnTo>
                <a:lnTo>
                  <a:pt x="3097052" y="2263373"/>
                </a:lnTo>
                <a:lnTo>
                  <a:pt x="3094662" y="2262867"/>
                </a:lnTo>
                <a:lnTo>
                  <a:pt x="3092527" y="2261656"/>
                </a:lnTo>
                <a:close/>
              </a:path>
              <a:path w="5142230" h="2300604">
                <a:moveTo>
                  <a:pt x="1188158" y="531661"/>
                </a:moveTo>
                <a:lnTo>
                  <a:pt x="1184104" y="527322"/>
                </a:lnTo>
                <a:lnTo>
                  <a:pt x="1183191" y="522239"/>
                </a:lnTo>
                <a:lnTo>
                  <a:pt x="1188159" y="512211"/>
                </a:lnTo>
                <a:lnTo>
                  <a:pt x="1194987" y="509941"/>
                </a:lnTo>
                <a:lnTo>
                  <a:pt x="1200649" y="512679"/>
                </a:lnTo>
                <a:lnTo>
                  <a:pt x="1206317" y="515520"/>
                </a:lnTo>
                <a:lnTo>
                  <a:pt x="1208586" y="522348"/>
                </a:lnTo>
                <a:lnTo>
                  <a:pt x="1205844" y="528014"/>
                </a:lnTo>
                <a:lnTo>
                  <a:pt x="1203003" y="533673"/>
                </a:lnTo>
                <a:lnTo>
                  <a:pt x="1196179" y="535947"/>
                </a:lnTo>
                <a:lnTo>
                  <a:pt x="1190513" y="533205"/>
                </a:lnTo>
                <a:lnTo>
                  <a:pt x="1189261" y="532549"/>
                </a:lnTo>
                <a:lnTo>
                  <a:pt x="1188158" y="531661"/>
                </a:lnTo>
                <a:close/>
              </a:path>
              <a:path w="5142230" h="2300604">
                <a:moveTo>
                  <a:pt x="3101466" y="1247430"/>
                </a:moveTo>
                <a:lnTo>
                  <a:pt x="3097003" y="1242652"/>
                </a:lnTo>
                <a:lnTo>
                  <a:pt x="3092817" y="1237878"/>
                </a:lnTo>
                <a:lnTo>
                  <a:pt x="3093397" y="1230679"/>
                </a:lnTo>
                <a:lnTo>
                  <a:pt x="3097504" y="1227158"/>
                </a:lnTo>
                <a:lnTo>
                  <a:pt x="3102225" y="1223024"/>
                </a:lnTo>
                <a:lnTo>
                  <a:pt x="3102927" y="1222407"/>
                </a:lnTo>
                <a:lnTo>
                  <a:pt x="3110135" y="1222987"/>
                </a:lnTo>
                <a:lnTo>
                  <a:pt x="3114263" y="1227797"/>
                </a:lnTo>
                <a:lnTo>
                  <a:pt x="3118403" y="1232522"/>
                </a:lnTo>
                <a:lnTo>
                  <a:pt x="3117823" y="1239721"/>
                </a:lnTo>
                <a:lnTo>
                  <a:pt x="3113716" y="1243242"/>
                </a:lnTo>
                <a:lnTo>
                  <a:pt x="3108991" y="1247372"/>
                </a:lnTo>
                <a:lnTo>
                  <a:pt x="3108439" y="1247856"/>
                </a:lnTo>
                <a:lnTo>
                  <a:pt x="3101466" y="1247430"/>
                </a:lnTo>
                <a:close/>
              </a:path>
              <a:path w="5142230" h="2300604">
                <a:moveTo>
                  <a:pt x="1451044" y="640552"/>
                </a:moveTo>
                <a:lnTo>
                  <a:pt x="1446986" y="636208"/>
                </a:lnTo>
                <a:lnTo>
                  <a:pt x="1445912" y="631833"/>
                </a:lnTo>
                <a:lnTo>
                  <a:pt x="1449371" y="621753"/>
                </a:lnTo>
                <a:lnTo>
                  <a:pt x="1455900" y="618576"/>
                </a:lnTo>
                <a:lnTo>
                  <a:pt x="1467797" y="622711"/>
                </a:lnTo>
                <a:lnTo>
                  <a:pt x="1470929" y="629191"/>
                </a:lnTo>
                <a:lnTo>
                  <a:pt x="1468886" y="635117"/>
                </a:lnTo>
                <a:lnTo>
                  <a:pt x="1466840" y="641137"/>
                </a:lnTo>
                <a:lnTo>
                  <a:pt x="1460355" y="644264"/>
                </a:lnTo>
                <a:lnTo>
                  <a:pt x="1454388" y="642177"/>
                </a:lnTo>
                <a:lnTo>
                  <a:pt x="1452567" y="641595"/>
                </a:lnTo>
                <a:lnTo>
                  <a:pt x="1451044" y="640552"/>
                </a:lnTo>
                <a:close/>
              </a:path>
              <a:path w="5142230" h="2300604">
                <a:moveTo>
                  <a:pt x="3107970" y="2192269"/>
                </a:moveTo>
                <a:lnTo>
                  <a:pt x="3103962" y="2187978"/>
                </a:lnTo>
                <a:lnTo>
                  <a:pt x="3102819" y="2184115"/>
                </a:lnTo>
                <a:lnTo>
                  <a:pt x="3105233" y="2174090"/>
                </a:lnTo>
                <a:lnTo>
                  <a:pt x="3111408" y="2170339"/>
                </a:lnTo>
                <a:lnTo>
                  <a:pt x="3123676" y="2173306"/>
                </a:lnTo>
                <a:lnTo>
                  <a:pt x="3127431" y="2179477"/>
                </a:lnTo>
                <a:lnTo>
                  <a:pt x="3125899" y="2185656"/>
                </a:lnTo>
                <a:lnTo>
                  <a:pt x="3124416" y="2191790"/>
                </a:lnTo>
                <a:lnTo>
                  <a:pt x="3118245" y="2195546"/>
                </a:lnTo>
                <a:lnTo>
                  <a:pt x="3109912" y="2193468"/>
                </a:lnTo>
                <a:lnTo>
                  <a:pt x="3107970" y="2192269"/>
                </a:lnTo>
                <a:close/>
              </a:path>
              <a:path w="5142230" h="2300604">
                <a:moveTo>
                  <a:pt x="891050" y="339413"/>
                </a:moveTo>
                <a:lnTo>
                  <a:pt x="886165" y="334184"/>
                </a:lnTo>
                <a:lnTo>
                  <a:pt x="885963" y="327811"/>
                </a:lnTo>
                <a:lnTo>
                  <a:pt x="889709" y="323317"/>
                </a:lnTo>
                <a:lnTo>
                  <a:pt x="893791" y="318498"/>
                </a:lnTo>
                <a:lnTo>
                  <a:pt x="900939" y="317939"/>
                </a:lnTo>
                <a:lnTo>
                  <a:pt x="905757" y="322022"/>
                </a:lnTo>
                <a:lnTo>
                  <a:pt x="910624" y="326058"/>
                </a:lnTo>
                <a:lnTo>
                  <a:pt x="911180" y="333300"/>
                </a:lnTo>
                <a:lnTo>
                  <a:pt x="903064" y="342891"/>
                </a:lnTo>
                <a:lnTo>
                  <a:pt x="895863" y="343491"/>
                </a:lnTo>
                <a:lnTo>
                  <a:pt x="891050" y="339413"/>
                </a:lnTo>
                <a:close/>
              </a:path>
              <a:path w="5142230" h="2300604">
                <a:moveTo>
                  <a:pt x="3178484" y="1364771"/>
                </a:moveTo>
                <a:lnTo>
                  <a:pt x="3174380" y="1360378"/>
                </a:lnTo>
                <a:lnTo>
                  <a:pt x="3173703" y="1359458"/>
                </a:lnTo>
                <a:lnTo>
                  <a:pt x="3173173" y="1358401"/>
                </a:lnTo>
                <a:lnTo>
                  <a:pt x="3170492" y="1352697"/>
                </a:lnTo>
                <a:lnTo>
                  <a:pt x="3172796" y="1345878"/>
                </a:lnTo>
                <a:lnTo>
                  <a:pt x="3178555" y="1343147"/>
                </a:lnTo>
                <a:lnTo>
                  <a:pt x="3184218" y="1340413"/>
                </a:lnTo>
                <a:lnTo>
                  <a:pt x="3191029" y="1342816"/>
                </a:lnTo>
                <a:lnTo>
                  <a:pt x="3193768" y="1348485"/>
                </a:lnTo>
                <a:lnTo>
                  <a:pt x="3196449" y="1354189"/>
                </a:lnTo>
                <a:lnTo>
                  <a:pt x="3194045" y="1361000"/>
                </a:lnTo>
                <a:lnTo>
                  <a:pt x="3188386" y="1363739"/>
                </a:lnTo>
                <a:lnTo>
                  <a:pt x="3183774" y="1365938"/>
                </a:lnTo>
                <a:lnTo>
                  <a:pt x="3178484" y="1364771"/>
                </a:lnTo>
                <a:close/>
              </a:path>
              <a:path w="5142230" h="2300604">
                <a:moveTo>
                  <a:pt x="1063493" y="463114"/>
                </a:moveTo>
                <a:lnTo>
                  <a:pt x="1059398" y="458730"/>
                </a:lnTo>
                <a:lnTo>
                  <a:pt x="1058644" y="453134"/>
                </a:lnTo>
                <a:lnTo>
                  <a:pt x="1061433" y="448592"/>
                </a:lnTo>
                <a:lnTo>
                  <a:pt x="1064766" y="443266"/>
                </a:lnTo>
                <a:lnTo>
                  <a:pt x="1071536" y="441618"/>
                </a:lnTo>
                <a:lnTo>
                  <a:pt x="1071685" y="441582"/>
                </a:lnTo>
                <a:lnTo>
                  <a:pt x="1077102" y="444839"/>
                </a:lnTo>
                <a:lnTo>
                  <a:pt x="1082466" y="448138"/>
                </a:lnTo>
                <a:lnTo>
                  <a:pt x="1084164" y="455135"/>
                </a:lnTo>
                <a:lnTo>
                  <a:pt x="1080865" y="460499"/>
                </a:lnTo>
                <a:lnTo>
                  <a:pt x="1077608" y="465907"/>
                </a:lnTo>
                <a:lnTo>
                  <a:pt x="1070615" y="467610"/>
                </a:lnTo>
                <a:lnTo>
                  <a:pt x="1065202" y="464357"/>
                </a:lnTo>
                <a:lnTo>
                  <a:pt x="1064278" y="463759"/>
                </a:lnTo>
                <a:lnTo>
                  <a:pt x="1063493" y="463114"/>
                </a:lnTo>
                <a:close/>
              </a:path>
              <a:path w="5142230" h="2300604">
                <a:moveTo>
                  <a:pt x="1003624" y="424635"/>
                </a:moveTo>
                <a:lnTo>
                  <a:pt x="999524" y="420246"/>
                </a:lnTo>
                <a:lnTo>
                  <a:pt x="998923" y="414325"/>
                </a:lnTo>
                <a:lnTo>
                  <a:pt x="1005485" y="404634"/>
                </a:lnTo>
                <a:lnTo>
                  <a:pt x="1012612" y="403271"/>
                </a:lnTo>
                <a:lnTo>
                  <a:pt x="1023041" y="410330"/>
                </a:lnTo>
                <a:lnTo>
                  <a:pt x="1024399" y="417453"/>
                </a:lnTo>
                <a:lnTo>
                  <a:pt x="1017345" y="427887"/>
                </a:lnTo>
                <a:lnTo>
                  <a:pt x="1010266" y="429204"/>
                </a:lnTo>
                <a:lnTo>
                  <a:pt x="1004313" y="425177"/>
                </a:lnTo>
                <a:lnTo>
                  <a:pt x="1003624" y="424635"/>
                </a:lnTo>
                <a:close/>
              </a:path>
              <a:path w="5142230" h="2300604">
                <a:moveTo>
                  <a:pt x="946842" y="384084"/>
                </a:moveTo>
                <a:lnTo>
                  <a:pt x="941674" y="378553"/>
                </a:lnTo>
                <a:lnTo>
                  <a:pt x="941285" y="372565"/>
                </a:lnTo>
                <a:lnTo>
                  <a:pt x="948500" y="363085"/>
                </a:lnTo>
                <a:lnTo>
                  <a:pt x="955615" y="362100"/>
                </a:lnTo>
                <a:lnTo>
                  <a:pt x="960632" y="365906"/>
                </a:lnTo>
                <a:lnTo>
                  <a:pt x="965697" y="369666"/>
                </a:lnTo>
                <a:lnTo>
                  <a:pt x="966679" y="376876"/>
                </a:lnTo>
                <a:lnTo>
                  <a:pt x="959067" y="386908"/>
                </a:lnTo>
                <a:lnTo>
                  <a:pt x="951907" y="387845"/>
                </a:lnTo>
                <a:lnTo>
                  <a:pt x="946842" y="384084"/>
                </a:lnTo>
                <a:close/>
              </a:path>
              <a:path w="5142230" h="2300604">
                <a:moveTo>
                  <a:pt x="3143943" y="1303555"/>
                </a:moveTo>
                <a:lnTo>
                  <a:pt x="3139287" y="1298571"/>
                </a:lnTo>
                <a:lnTo>
                  <a:pt x="3138975" y="1298041"/>
                </a:lnTo>
                <a:lnTo>
                  <a:pt x="3135425" y="1292774"/>
                </a:lnTo>
                <a:lnTo>
                  <a:pt x="3136936" y="1285692"/>
                </a:lnTo>
                <a:lnTo>
                  <a:pt x="3142158" y="1282193"/>
                </a:lnTo>
                <a:lnTo>
                  <a:pt x="3147422" y="1278737"/>
                </a:lnTo>
                <a:lnTo>
                  <a:pt x="3154502" y="1280158"/>
                </a:lnTo>
                <a:lnTo>
                  <a:pt x="3161459" y="1290734"/>
                </a:lnTo>
                <a:lnTo>
                  <a:pt x="3159993" y="1297765"/>
                </a:lnTo>
                <a:lnTo>
                  <a:pt x="3154775" y="1301270"/>
                </a:lnTo>
                <a:lnTo>
                  <a:pt x="3149991" y="1304360"/>
                </a:lnTo>
                <a:lnTo>
                  <a:pt x="3143943" y="1303555"/>
                </a:lnTo>
                <a:close/>
              </a:path>
              <a:path w="5142230" h="2300604">
                <a:moveTo>
                  <a:pt x="1654724" y="703853"/>
                </a:moveTo>
                <a:lnTo>
                  <a:pt x="1650715" y="699563"/>
                </a:lnTo>
                <a:lnTo>
                  <a:pt x="1649627" y="695466"/>
                </a:lnTo>
                <a:lnTo>
                  <a:pt x="1650708" y="691442"/>
                </a:lnTo>
                <a:lnTo>
                  <a:pt x="1652377" y="685409"/>
                </a:lnTo>
                <a:lnTo>
                  <a:pt x="1658681" y="681894"/>
                </a:lnTo>
                <a:lnTo>
                  <a:pt x="1664760" y="683612"/>
                </a:lnTo>
                <a:lnTo>
                  <a:pt x="1670838" y="685230"/>
                </a:lnTo>
                <a:lnTo>
                  <a:pt x="1674398" y="691583"/>
                </a:lnTo>
                <a:lnTo>
                  <a:pt x="1671012" y="703695"/>
                </a:lnTo>
                <a:lnTo>
                  <a:pt x="1664663" y="707260"/>
                </a:lnTo>
                <a:lnTo>
                  <a:pt x="1658585" y="705543"/>
                </a:lnTo>
                <a:lnTo>
                  <a:pt x="1656526" y="705001"/>
                </a:lnTo>
                <a:lnTo>
                  <a:pt x="1654724" y="703853"/>
                </a:lnTo>
                <a:close/>
              </a:path>
              <a:path w="5142230" h="2300604">
                <a:moveTo>
                  <a:pt x="3125748" y="2123523"/>
                </a:moveTo>
                <a:lnTo>
                  <a:pt x="3121740" y="2119232"/>
                </a:lnTo>
                <a:lnTo>
                  <a:pt x="3120598" y="2115176"/>
                </a:lnTo>
                <a:lnTo>
                  <a:pt x="3123353" y="2105124"/>
                </a:lnTo>
                <a:lnTo>
                  <a:pt x="3129254" y="2101764"/>
                </a:lnTo>
                <a:lnTo>
                  <a:pt x="3129611" y="2101561"/>
                </a:lnTo>
                <a:lnTo>
                  <a:pt x="3135693" y="2103184"/>
                </a:lnTo>
                <a:lnTo>
                  <a:pt x="3141768" y="2104897"/>
                </a:lnTo>
                <a:lnTo>
                  <a:pt x="3145331" y="2111155"/>
                </a:lnTo>
                <a:lnTo>
                  <a:pt x="3143708" y="2117237"/>
                </a:lnTo>
                <a:lnTo>
                  <a:pt x="3142039" y="2123271"/>
                </a:lnTo>
                <a:lnTo>
                  <a:pt x="3135732" y="2126880"/>
                </a:lnTo>
                <a:lnTo>
                  <a:pt x="3129703" y="2125216"/>
                </a:lnTo>
                <a:lnTo>
                  <a:pt x="3127546" y="2124666"/>
                </a:lnTo>
                <a:lnTo>
                  <a:pt x="3125748" y="2123523"/>
                </a:lnTo>
                <a:close/>
              </a:path>
              <a:path w="5142230" h="2300604">
                <a:moveTo>
                  <a:pt x="1929960" y="774453"/>
                </a:moveTo>
                <a:lnTo>
                  <a:pt x="1925952" y="770162"/>
                </a:lnTo>
                <a:lnTo>
                  <a:pt x="1924763" y="766250"/>
                </a:lnTo>
                <a:lnTo>
                  <a:pt x="1925744" y="762413"/>
                </a:lnTo>
                <a:lnTo>
                  <a:pt x="1927177" y="756225"/>
                </a:lnTo>
                <a:lnTo>
                  <a:pt x="1933352" y="752474"/>
                </a:lnTo>
                <a:lnTo>
                  <a:pt x="1945620" y="755441"/>
                </a:lnTo>
                <a:lnTo>
                  <a:pt x="1949376" y="761612"/>
                </a:lnTo>
                <a:lnTo>
                  <a:pt x="1947892" y="767746"/>
                </a:lnTo>
                <a:lnTo>
                  <a:pt x="1946458" y="773834"/>
                </a:lnTo>
                <a:lnTo>
                  <a:pt x="1940287" y="777590"/>
                </a:lnTo>
                <a:lnTo>
                  <a:pt x="1934153" y="776106"/>
                </a:lnTo>
                <a:lnTo>
                  <a:pt x="1931857" y="775603"/>
                </a:lnTo>
                <a:lnTo>
                  <a:pt x="1929960" y="774453"/>
                </a:lnTo>
                <a:close/>
              </a:path>
              <a:path w="5142230" h="2300604">
                <a:moveTo>
                  <a:pt x="3164245" y="1986835"/>
                </a:moveTo>
                <a:lnTo>
                  <a:pt x="3160241" y="1982549"/>
                </a:lnTo>
                <a:lnTo>
                  <a:pt x="3159103" y="1978399"/>
                </a:lnTo>
                <a:lnTo>
                  <a:pt x="3161944" y="1968440"/>
                </a:lnTo>
                <a:lnTo>
                  <a:pt x="3168252" y="1964830"/>
                </a:lnTo>
                <a:lnTo>
                  <a:pt x="3174286" y="1966598"/>
                </a:lnTo>
                <a:lnTo>
                  <a:pt x="3180368" y="1968222"/>
                </a:lnTo>
                <a:lnTo>
                  <a:pt x="3183924" y="1974570"/>
                </a:lnTo>
                <a:lnTo>
                  <a:pt x="3180494" y="1986732"/>
                </a:lnTo>
                <a:lnTo>
                  <a:pt x="3174185" y="1990242"/>
                </a:lnTo>
                <a:lnTo>
                  <a:pt x="3168111" y="1988529"/>
                </a:lnTo>
                <a:lnTo>
                  <a:pt x="3166052" y="1987987"/>
                </a:lnTo>
                <a:lnTo>
                  <a:pt x="3164245" y="1986835"/>
                </a:lnTo>
                <a:close/>
              </a:path>
              <a:path w="5142230" h="2300604">
                <a:moveTo>
                  <a:pt x="3183005" y="1918359"/>
                </a:moveTo>
                <a:lnTo>
                  <a:pt x="3179001" y="1914073"/>
                </a:lnTo>
                <a:lnTo>
                  <a:pt x="3177816" y="1910067"/>
                </a:lnTo>
                <a:lnTo>
                  <a:pt x="3178831" y="1906365"/>
                </a:lnTo>
                <a:lnTo>
                  <a:pt x="3180423" y="1900053"/>
                </a:lnTo>
                <a:lnTo>
                  <a:pt x="3186680" y="1896390"/>
                </a:lnTo>
                <a:lnTo>
                  <a:pt x="3192766" y="1898018"/>
                </a:lnTo>
                <a:lnTo>
                  <a:pt x="3198897" y="1899596"/>
                </a:lnTo>
                <a:lnTo>
                  <a:pt x="3202510" y="1905809"/>
                </a:lnTo>
                <a:lnTo>
                  <a:pt x="3199353" y="1917971"/>
                </a:lnTo>
                <a:lnTo>
                  <a:pt x="3193273" y="1921530"/>
                </a:lnTo>
                <a:lnTo>
                  <a:pt x="3193095" y="1921634"/>
                </a:lnTo>
                <a:lnTo>
                  <a:pt x="3184812" y="1919511"/>
                </a:lnTo>
                <a:lnTo>
                  <a:pt x="3183005" y="1918359"/>
                </a:lnTo>
                <a:close/>
              </a:path>
              <a:path w="5142230" h="2300604">
                <a:moveTo>
                  <a:pt x="3144836" y="2055105"/>
                </a:moveTo>
                <a:lnTo>
                  <a:pt x="3140828" y="2050814"/>
                </a:lnTo>
                <a:lnTo>
                  <a:pt x="3139735" y="2046713"/>
                </a:lnTo>
                <a:lnTo>
                  <a:pt x="3142584" y="2036664"/>
                </a:lnTo>
                <a:lnTo>
                  <a:pt x="3148884" y="2033144"/>
                </a:lnTo>
                <a:lnTo>
                  <a:pt x="3154967" y="2034867"/>
                </a:lnTo>
                <a:lnTo>
                  <a:pt x="3160997" y="2036630"/>
                </a:lnTo>
                <a:lnTo>
                  <a:pt x="3164507" y="2042929"/>
                </a:lnTo>
                <a:lnTo>
                  <a:pt x="3162794" y="2049013"/>
                </a:lnTo>
                <a:lnTo>
                  <a:pt x="3161027" y="2055038"/>
                </a:lnTo>
                <a:lnTo>
                  <a:pt x="3154723" y="2058553"/>
                </a:lnTo>
                <a:lnTo>
                  <a:pt x="3148697" y="2056795"/>
                </a:lnTo>
                <a:lnTo>
                  <a:pt x="3146634" y="2056248"/>
                </a:lnTo>
                <a:lnTo>
                  <a:pt x="3144836" y="2055105"/>
                </a:lnTo>
                <a:close/>
              </a:path>
              <a:path w="5142230" h="2300604">
                <a:moveTo>
                  <a:pt x="1998985" y="790965"/>
                </a:moveTo>
                <a:lnTo>
                  <a:pt x="1994972" y="786670"/>
                </a:lnTo>
                <a:lnTo>
                  <a:pt x="1993788" y="782763"/>
                </a:lnTo>
                <a:lnTo>
                  <a:pt x="1996207" y="772742"/>
                </a:lnTo>
                <a:lnTo>
                  <a:pt x="2002377" y="768987"/>
                </a:lnTo>
                <a:lnTo>
                  <a:pt x="2014600" y="771905"/>
                </a:lnTo>
                <a:lnTo>
                  <a:pt x="2018355" y="778076"/>
                </a:lnTo>
                <a:lnTo>
                  <a:pt x="2016920" y="784164"/>
                </a:lnTo>
                <a:lnTo>
                  <a:pt x="2015437" y="790298"/>
                </a:lnTo>
                <a:lnTo>
                  <a:pt x="2009312" y="794102"/>
                </a:lnTo>
                <a:lnTo>
                  <a:pt x="2003219" y="792663"/>
                </a:lnTo>
                <a:lnTo>
                  <a:pt x="2000931" y="792070"/>
                </a:lnTo>
                <a:lnTo>
                  <a:pt x="1998985" y="790965"/>
                </a:lnTo>
                <a:close/>
              </a:path>
              <a:path w="5142230" h="2300604">
                <a:moveTo>
                  <a:pt x="2067963" y="807330"/>
                </a:moveTo>
                <a:lnTo>
                  <a:pt x="2064005" y="803093"/>
                </a:lnTo>
                <a:lnTo>
                  <a:pt x="2063609" y="801789"/>
                </a:lnTo>
                <a:lnTo>
                  <a:pt x="2062834" y="799102"/>
                </a:lnTo>
                <a:lnTo>
                  <a:pt x="2063698" y="795335"/>
                </a:lnTo>
                <a:lnTo>
                  <a:pt x="2065181" y="789201"/>
                </a:lnTo>
                <a:lnTo>
                  <a:pt x="2071357" y="785450"/>
                </a:lnTo>
                <a:lnTo>
                  <a:pt x="2077489" y="786835"/>
                </a:lnTo>
                <a:lnTo>
                  <a:pt x="2083623" y="788318"/>
                </a:lnTo>
                <a:lnTo>
                  <a:pt x="2087383" y="794494"/>
                </a:lnTo>
                <a:lnTo>
                  <a:pt x="2085900" y="800628"/>
                </a:lnTo>
                <a:lnTo>
                  <a:pt x="2084511" y="806765"/>
                </a:lnTo>
                <a:lnTo>
                  <a:pt x="2078340" y="810520"/>
                </a:lnTo>
                <a:lnTo>
                  <a:pt x="2072157" y="809082"/>
                </a:lnTo>
                <a:lnTo>
                  <a:pt x="2069910" y="808534"/>
                </a:lnTo>
                <a:lnTo>
                  <a:pt x="2067963" y="807330"/>
                </a:lnTo>
                <a:close/>
              </a:path>
              <a:path w="5142230" h="2300604">
                <a:moveTo>
                  <a:pt x="3214199" y="1780011"/>
                </a:moveTo>
                <a:lnTo>
                  <a:pt x="3210236" y="1775768"/>
                </a:lnTo>
                <a:lnTo>
                  <a:pt x="3208993" y="1772190"/>
                </a:lnTo>
                <a:lnTo>
                  <a:pt x="3209684" y="1768531"/>
                </a:lnTo>
                <a:lnTo>
                  <a:pt x="3210789" y="1762285"/>
                </a:lnTo>
                <a:lnTo>
                  <a:pt x="3216694" y="1758148"/>
                </a:lnTo>
                <a:lnTo>
                  <a:pt x="3222890" y="1759208"/>
                </a:lnTo>
                <a:lnTo>
                  <a:pt x="3229082" y="1760363"/>
                </a:lnTo>
                <a:lnTo>
                  <a:pt x="3233225" y="1766264"/>
                </a:lnTo>
                <a:lnTo>
                  <a:pt x="3232159" y="1772455"/>
                </a:lnTo>
                <a:lnTo>
                  <a:pt x="3231055" y="1778701"/>
                </a:lnTo>
                <a:lnTo>
                  <a:pt x="3225149" y="1782838"/>
                </a:lnTo>
                <a:lnTo>
                  <a:pt x="3216379" y="1781270"/>
                </a:lnTo>
                <a:lnTo>
                  <a:pt x="3214199" y="1780011"/>
                </a:lnTo>
                <a:close/>
              </a:path>
              <a:path w="5142230" h="2300604">
                <a:moveTo>
                  <a:pt x="2274610" y="858363"/>
                </a:moveTo>
                <a:lnTo>
                  <a:pt x="2270601" y="854072"/>
                </a:lnTo>
                <a:lnTo>
                  <a:pt x="2269466" y="850120"/>
                </a:lnTo>
                <a:lnTo>
                  <a:pt x="2272073" y="840106"/>
                </a:lnTo>
                <a:lnTo>
                  <a:pt x="2278157" y="836551"/>
                </a:lnTo>
                <a:lnTo>
                  <a:pt x="2278335" y="836448"/>
                </a:lnTo>
                <a:lnTo>
                  <a:pt x="2284415" y="837972"/>
                </a:lnTo>
                <a:lnTo>
                  <a:pt x="2290502" y="839600"/>
                </a:lnTo>
                <a:lnTo>
                  <a:pt x="2294160" y="845862"/>
                </a:lnTo>
                <a:lnTo>
                  <a:pt x="2292597" y="851716"/>
                </a:lnTo>
                <a:lnTo>
                  <a:pt x="2291007" y="858029"/>
                </a:lnTo>
                <a:lnTo>
                  <a:pt x="2284746" y="861687"/>
                </a:lnTo>
                <a:lnTo>
                  <a:pt x="2278781" y="860091"/>
                </a:lnTo>
                <a:lnTo>
                  <a:pt x="2276511" y="859518"/>
                </a:lnTo>
                <a:lnTo>
                  <a:pt x="2274610" y="858363"/>
                </a:lnTo>
                <a:close/>
              </a:path>
              <a:path w="5142230" h="2300604">
                <a:moveTo>
                  <a:pt x="2205859" y="840873"/>
                </a:moveTo>
                <a:lnTo>
                  <a:pt x="2201850" y="836582"/>
                </a:lnTo>
                <a:lnTo>
                  <a:pt x="2200662" y="832671"/>
                </a:lnTo>
                <a:lnTo>
                  <a:pt x="2203174" y="822653"/>
                </a:lnTo>
                <a:lnTo>
                  <a:pt x="2204816" y="821674"/>
                </a:lnTo>
                <a:lnTo>
                  <a:pt x="2209510" y="818977"/>
                </a:lnTo>
                <a:lnTo>
                  <a:pt x="2215476" y="820476"/>
                </a:lnTo>
                <a:lnTo>
                  <a:pt x="2221610" y="821959"/>
                </a:lnTo>
                <a:lnTo>
                  <a:pt x="2225316" y="828175"/>
                </a:lnTo>
                <a:lnTo>
                  <a:pt x="2223833" y="834309"/>
                </a:lnTo>
                <a:lnTo>
                  <a:pt x="2222304" y="840394"/>
                </a:lnTo>
                <a:lnTo>
                  <a:pt x="2216088" y="844101"/>
                </a:lnTo>
                <a:lnTo>
                  <a:pt x="2209954" y="842618"/>
                </a:lnTo>
                <a:lnTo>
                  <a:pt x="2207755" y="842024"/>
                </a:lnTo>
                <a:lnTo>
                  <a:pt x="2205859" y="840873"/>
                </a:lnTo>
                <a:close/>
              </a:path>
              <a:path w="5142230" h="2300604">
                <a:moveTo>
                  <a:pt x="2874965" y="1070847"/>
                </a:moveTo>
                <a:lnTo>
                  <a:pt x="2870870" y="1066463"/>
                </a:lnTo>
                <a:lnTo>
                  <a:pt x="2870061" y="1061101"/>
                </a:lnTo>
                <a:lnTo>
                  <a:pt x="2872475" y="1056746"/>
                </a:lnTo>
                <a:lnTo>
                  <a:pt x="2875497" y="1051183"/>
                </a:lnTo>
                <a:lnTo>
                  <a:pt x="2882459" y="1049154"/>
                </a:lnTo>
                <a:lnTo>
                  <a:pt x="2893489" y="1055195"/>
                </a:lnTo>
                <a:lnTo>
                  <a:pt x="2895567" y="1062111"/>
                </a:lnTo>
                <a:lnTo>
                  <a:pt x="2892500" y="1067625"/>
                </a:lnTo>
                <a:lnTo>
                  <a:pt x="2889478" y="1073187"/>
                </a:lnTo>
                <a:lnTo>
                  <a:pt x="2882512" y="1075211"/>
                </a:lnTo>
                <a:lnTo>
                  <a:pt x="2875936" y="1071593"/>
                </a:lnTo>
                <a:lnTo>
                  <a:pt x="2874965" y="1070847"/>
                </a:lnTo>
                <a:close/>
              </a:path>
              <a:path w="5142230" h="2300604">
                <a:moveTo>
                  <a:pt x="3199990" y="1849449"/>
                </a:moveTo>
                <a:lnTo>
                  <a:pt x="3195982" y="1845158"/>
                </a:lnTo>
                <a:lnTo>
                  <a:pt x="3194835" y="1841390"/>
                </a:lnTo>
                <a:lnTo>
                  <a:pt x="3197106" y="1831407"/>
                </a:lnTo>
                <a:lnTo>
                  <a:pt x="3203190" y="1827558"/>
                </a:lnTo>
                <a:lnTo>
                  <a:pt x="3215465" y="1830337"/>
                </a:lnTo>
                <a:lnTo>
                  <a:pt x="3219318" y="1836416"/>
                </a:lnTo>
                <a:lnTo>
                  <a:pt x="3217929" y="1842553"/>
                </a:lnTo>
                <a:lnTo>
                  <a:pt x="3216585" y="1848739"/>
                </a:lnTo>
                <a:lnTo>
                  <a:pt x="3210411" y="1852589"/>
                </a:lnTo>
                <a:lnTo>
                  <a:pt x="3201978" y="1850697"/>
                </a:lnTo>
                <a:lnTo>
                  <a:pt x="3199990" y="1849449"/>
                </a:lnTo>
                <a:close/>
              </a:path>
              <a:path w="5142230" h="2300604">
                <a:moveTo>
                  <a:pt x="3229799" y="1639437"/>
                </a:moveTo>
                <a:lnTo>
                  <a:pt x="3225836" y="1635195"/>
                </a:lnTo>
                <a:lnTo>
                  <a:pt x="3224617" y="1632228"/>
                </a:lnTo>
                <a:lnTo>
                  <a:pt x="3224767" y="1629163"/>
                </a:lnTo>
                <a:lnTo>
                  <a:pt x="3224982" y="1622844"/>
                </a:lnTo>
                <a:lnTo>
                  <a:pt x="3230293" y="1617972"/>
                </a:lnTo>
                <a:lnTo>
                  <a:pt x="3236468" y="1618131"/>
                </a:lnTo>
                <a:lnTo>
                  <a:pt x="3242881" y="1618350"/>
                </a:lnTo>
                <a:lnTo>
                  <a:pt x="3247755" y="1623567"/>
                </a:lnTo>
                <a:lnTo>
                  <a:pt x="3247330" y="1636209"/>
                </a:lnTo>
                <a:lnTo>
                  <a:pt x="3242063" y="1641129"/>
                </a:lnTo>
                <a:lnTo>
                  <a:pt x="3235790" y="1640963"/>
                </a:lnTo>
                <a:lnTo>
                  <a:pt x="3232632" y="1640808"/>
                </a:lnTo>
                <a:lnTo>
                  <a:pt x="3229799" y="1639437"/>
                </a:lnTo>
                <a:close/>
              </a:path>
              <a:path w="5142230" h="2300604">
                <a:moveTo>
                  <a:pt x="2936607" y="1107314"/>
                </a:moveTo>
                <a:lnTo>
                  <a:pt x="2931763" y="1102128"/>
                </a:lnTo>
                <a:lnTo>
                  <a:pt x="2931124" y="1096557"/>
                </a:lnTo>
                <a:lnTo>
                  <a:pt x="2937098" y="1087117"/>
                </a:lnTo>
                <a:lnTo>
                  <a:pt x="2937355" y="1086709"/>
                </a:lnTo>
                <a:lnTo>
                  <a:pt x="2944395" y="1085154"/>
                </a:lnTo>
                <a:lnTo>
                  <a:pt x="2949707" y="1088593"/>
                </a:lnTo>
                <a:lnTo>
                  <a:pt x="2955073" y="1091990"/>
                </a:lnTo>
                <a:lnTo>
                  <a:pt x="2956627" y="1099030"/>
                </a:lnTo>
                <a:lnTo>
                  <a:pt x="2953446" y="1103934"/>
                </a:lnTo>
                <a:lnTo>
                  <a:pt x="2950061" y="1109302"/>
                </a:lnTo>
                <a:lnTo>
                  <a:pt x="2949840" y="1109653"/>
                </a:lnTo>
                <a:lnTo>
                  <a:pt x="2942805" y="1111212"/>
                </a:lnTo>
                <a:lnTo>
                  <a:pt x="2937444" y="1107819"/>
                </a:lnTo>
                <a:lnTo>
                  <a:pt x="2936607" y="1107314"/>
                </a:lnTo>
                <a:close/>
              </a:path>
              <a:path w="5142230" h="2300604">
                <a:moveTo>
                  <a:pt x="2136895" y="823938"/>
                </a:moveTo>
                <a:lnTo>
                  <a:pt x="2132887" y="819647"/>
                </a:lnTo>
                <a:lnTo>
                  <a:pt x="2132506" y="818360"/>
                </a:lnTo>
                <a:lnTo>
                  <a:pt x="2131763" y="815707"/>
                </a:lnTo>
                <a:lnTo>
                  <a:pt x="2134162" y="805764"/>
                </a:lnTo>
                <a:lnTo>
                  <a:pt x="2140333" y="802008"/>
                </a:lnTo>
                <a:lnTo>
                  <a:pt x="2152601" y="804975"/>
                </a:lnTo>
                <a:lnTo>
                  <a:pt x="2156356" y="811146"/>
                </a:lnTo>
                <a:lnTo>
                  <a:pt x="2153385" y="823409"/>
                </a:lnTo>
                <a:lnTo>
                  <a:pt x="2147219" y="827169"/>
                </a:lnTo>
                <a:lnTo>
                  <a:pt x="2141035" y="825632"/>
                </a:lnTo>
                <a:lnTo>
                  <a:pt x="2138837" y="825137"/>
                </a:lnTo>
                <a:lnTo>
                  <a:pt x="2136895" y="823938"/>
                </a:lnTo>
                <a:close/>
              </a:path>
              <a:path w="5142230" h="2300604">
                <a:moveTo>
                  <a:pt x="2747167" y="1009992"/>
                </a:moveTo>
                <a:lnTo>
                  <a:pt x="2743109" y="1005647"/>
                </a:lnTo>
                <a:lnTo>
                  <a:pt x="2742138" y="1000893"/>
                </a:lnTo>
                <a:lnTo>
                  <a:pt x="2743889" y="996610"/>
                </a:lnTo>
                <a:lnTo>
                  <a:pt x="2746400" y="990794"/>
                </a:lnTo>
                <a:lnTo>
                  <a:pt x="2753056" y="988046"/>
                </a:lnTo>
                <a:lnTo>
                  <a:pt x="2759021" y="990619"/>
                </a:lnTo>
                <a:lnTo>
                  <a:pt x="2764695" y="992979"/>
                </a:lnTo>
                <a:lnTo>
                  <a:pt x="2767442" y="999635"/>
                </a:lnTo>
                <a:lnTo>
                  <a:pt x="2762514" y="1011269"/>
                </a:lnTo>
                <a:lnTo>
                  <a:pt x="2755854" y="1014012"/>
                </a:lnTo>
                <a:lnTo>
                  <a:pt x="2748500" y="1010929"/>
                </a:lnTo>
                <a:lnTo>
                  <a:pt x="2747167" y="1009992"/>
                </a:lnTo>
                <a:close/>
              </a:path>
              <a:path w="5142230" h="2300604">
                <a:moveTo>
                  <a:pt x="1723343" y="722571"/>
                </a:moveTo>
                <a:lnTo>
                  <a:pt x="1719335" y="718280"/>
                </a:lnTo>
                <a:lnTo>
                  <a:pt x="1718145" y="714269"/>
                </a:lnTo>
                <a:lnTo>
                  <a:pt x="1719182" y="710296"/>
                </a:lnTo>
                <a:lnTo>
                  <a:pt x="1720805" y="704214"/>
                </a:lnTo>
                <a:lnTo>
                  <a:pt x="1726825" y="700786"/>
                </a:lnTo>
                <a:lnTo>
                  <a:pt x="1727063" y="700651"/>
                </a:lnTo>
                <a:lnTo>
                  <a:pt x="1733145" y="702274"/>
                </a:lnTo>
                <a:lnTo>
                  <a:pt x="1739272" y="703847"/>
                </a:lnTo>
                <a:lnTo>
                  <a:pt x="1742840" y="710110"/>
                </a:lnTo>
                <a:lnTo>
                  <a:pt x="1741217" y="716192"/>
                </a:lnTo>
                <a:lnTo>
                  <a:pt x="1739642" y="722229"/>
                </a:lnTo>
                <a:lnTo>
                  <a:pt x="1733617" y="725749"/>
                </a:lnTo>
                <a:lnTo>
                  <a:pt x="1733380" y="725887"/>
                </a:lnTo>
                <a:lnTo>
                  <a:pt x="1727298" y="724263"/>
                </a:lnTo>
                <a:lnTo>
                  <a:pt x="1725141" y="723713"/>
                </a:lnTo>
                <a:lnTo>
                  <a:pt x="1723343" y="722571"/>
                </a:lnTo>
                <a:close/>
              </a:path>
              <a:path w="5142230" h="2300604">
                <a:moveTo>
                  <a:pt x="2811897" y="1038817"/>
                </a:moveTo>
                <a:lnTo>
                  <a:pt x="2807802" y="1034433"/>
                </a:lnTo>
                <a:lnTo>
                  <a:pt x="2806882" y="1029440"/>
                </a:lnTo>
                <a:lnTo>
                  <a:pt x="2808969" y="1025125"/>
                </a:lnTo>
                <a:lnTo>
                  <a:pt x="2811666" y="1019410"/>
                </a:lnTo>
                <a:lnTo>
                  <a:pt x="2818452" y="1016997"/>
                </a:lnTo>
                <a:lnTo>
                  <a:pt x="2829877" y="1022386"/>
                </a:lnTo>
                <a:lnTo>
                  <a:pt x="2832294" y="1029177"/>
                </a:lnTo>
                <a:lnTo>
                  <a:pt x="2829593" y="1034887"/>
                </a:lnTo>
                <a:lnTo>
                  <a:pt x="2826855" y="1040558"/>
                </a:lnTo>
                <a:lnTo>
                  <a:pt x="2820065" y="1042966"/>
                </a:lnTo>
                <a:lnTo>
                  <a:pt x="2813049" y="1039658"/>
                </a:lnTo>
                <a:lnTo>
                  <a:pt x="2811897" y="1038817"/>
                </a:lnTo>
                <a:close/>
              </a:path>
              <a:path w="5142230" h="2300604">
                <a:moveTo>
                  <a:pt x="1860945" y="757658"/>
                </a:moveTo>
                <a:lnTo>
                  <a:pt x="1856932" y="753362"/>
                </a:lnTo>
                <a:lnTo>
                  <a:pt x="1855842" y="749458"/>
                </a:lnTo>
                <a:lnTo>
                  <a:pt x="1858261" y="739438"/>
                </a:lnTo>
                <a:lnTo>
                  <a:pt x="1864477" y="735731"/>
                </a:lnTo>
                <a:lnTo>
                  <a:pt x="1870611" y="737214"/>
                </a:lnTo>
                <a:lnTo>
                  <a:pt x="1876696" y="738743"/>
                </a:lnTo>
                <a:lnTo>
                  <a:pt x="1880447" y="744909"/>
                </a:lnTo>
                <a:lnTo>
                  <a:pt x="1878923" y="750999"/>
                </a:lnTo>
                <a:lnTo>
                  <a:pt x="1877439" y="757133"/>
                </a:lnTo>
                <a:lnTo>
                  <a:pt x="1871264" y="760884"/>
                </a:lnTo>
                <a:lnTo>
                  <a:pt x="1862887" y="758857"/>
                </a:lnTo>
                <a:lnTo>
                  <a:pt x="1860945" y="757658"/>
                </a:lnTo>
                <a:close/>
              </a:path>
              <a:path w="5142230" h="2300604">
                <a:moveTo>
                  <a:pt x="3204200" y="1430225"/>
                </a:moveTo>
                <a:lnTo>
                  <a:pt x="3200191" y="1425934"/>
                </a:lnTo>
                <a:lnTo>
                  <a:pt x="3199345" y="1424441"/>
                </a:lnTo>
                <a:lnTo>
                  <a:pt x="3198838" y="1422824"/>
                </a:lnTo>
                <a:lnTo>
                  <a:pt x="3196871" y="1416808"/>
                </a:lnTo>
                <a:lnTo>
                  <a:pt x="3200201" y="1410402"/>
                </a:lnTo>
                <a:lnTo>
                  <a:pt x="3206172" y="1408486"/>
                </a:lnTo>
                <a:lnTo>
                  <a:pt x="3211907" y="1406610"/>
                </a:lnTo>
                <a:lnTo>
                  <a:pt x="3212187" y="1406519"/>
                </a:lnTo>
                <a:lnTo>
                  <a:pt x="3218589" y="1409852"/>
                </a:lnTo>
                <a:lnTo>
                  <a:pt x="3222477" y="1421834"/>
                </a:lnTo>
                <a:lnTo>
                  <a:pt x="3219189" y="1428285"/>
                </a:lnTo>
                <a:lnTo>
                  <a:pt x="3208828" y="1431562"/>
                </a:lnTo>
                <a:lnTo>
                  <a:pt x="3204200" y="1430225"/>
                </a:lnTo>
                <a:close/>
              </a:path>
              <a:path w="5142230" h="2300604">
                <a:moveTo>
                  <a:pt x="3220942" y="1498682"/>
                </a:moveTo>
                <a:lnTo>
                  <a:pt x="3216979" y="1494440"/>
                </a:lnTo>
                <a:lnTo>
                  <a:pt x="3215915" y="1492421"/>
                </a:lnTo>
                <a:lnTo>
                  <a:pt x="3215571" y="1490195"/>
                </a:lnTo>
                <a:lnTo>
                  <a:pt x="3214459" y="1484020"/>
                </a:lnTo>
                <a:lnTo>
                  <a:pt x="3218575" y="1478065"/>
                </a:lnTo>
                <a:lnTo>
                  <a:pt x="3230930" y="1475847"/>
                </a:lnTo>
                <a:lnTo>
                  <a:pt x="3236875" y="1479963"/>
                </a:lnTo>
                <a:lnTo>
                  <a:pt x="3239144" y="1492362"/>
                </a:lnTo>
                <a:lnTo>
                  <a:pt x="3234982" y="1498268"/>
                </a:lnTo>
                <a:lnTo>
                  <a:pt x="3228803" y="1499374"/>
                </a:lnTo>
                <a:lnTo>
                  <a:pt x="3224863" y="1500142"/>
                </a:lnTo>
                <a:lnTo>
                  <a:pt x="3220942" y="1498682"/>
                </a:lnTo>
                <a:close/>
              </a:path>
              <a:path w="5142230" h="2300604">
                <a:moveTo>
                  <a:pt x="1792086" y="740443"/>
                </a:moveTo>
                <a:lnTo>
                  <a:pt x="1788077" y="736152"/>
                </a:lnTo>
                <a:lnTo>
                  <a:pt x="1786933" y="732190"/>
                </a:lnTo>
                <a:lnTo>
                  <a:pt x="1789450" y="722177"/>
                </a:lnTo>
                <a:lnTo>
                  <a:pt x="1795666" y="718471"/>
                </a:lnTo>
                <a:lnTo>
                  <a:pt x="1807878" y="721572"/>
                </a:lnTo>
                <a:lnTo>
                  <a:pt x="1811584" y="727789"/>
                </a:lnTo>
                <a:lnTo>
                  <a:pt x="1810031" y="733848"/>
                </a:lnTo>
                <a:lnTo>
                  <a:pt x="1808482" y="740009"/>
                </a:lnTo>
                <a:lnTo>
                  <a:pt x="1802266" y="743716"/>
                </a:lnTo>
                <a:lnTo>
                  <a:pt x="1796296" y="742212"/>
                </a:lnTo>
                <a:lnTo>
                  <a:pt x="1793978" y="741588"/>
                </a:lnTo>
                <a:lnTo>
                  <a:pt x="1792086" y="740443"/>
                </a:lnTo>
                <a:close/>
              </a:path>
              <a:path w="5142230" h="2300604">
                <a:moveTo>
                  <a:pt x="3224516" y="1709925"/>
                </a:moveTo>
                <a:lnTo>
                  <a:pt x="3220553" y="1705683"/>
                </a:lnTo>
                <a:lnTo>
                  <a:pt x="3219346" y="1702436"/>
                </a:lnTo>
                <a:lnTo>
                  <a:pt x="3219699" y="1699002"/>
                </a:lnTo>
                <a:lnTo>
                  <a:pt x="3220431" y="1692748"/>
                </a:lnTo>
                <a:lnTo>
                  <a:pt x="3226062" y="1688219"/>
                </a:lnTo>
                <a:lnTo>
                  <a:pt x="3232311" y="1688946"/>
                </a:lnTo>
                <a:lnTo>
                  <a:pt x="3238568" y="1689584"/>
                </a:lnTo>
                <a:lnTo>
                  <a:pt x="3243098" y="1695214"/>
                </a:lnTo>
                <a:lnTo>
                  <a:pt x="3242411" y="1701517"/>
                </a:lnTo>
                <a:lnTo>
                  <a:pt x="3241683" y="1707776"/>
                </a:lnTo>
                <a:lnTo>
                  <a:pt x="3236053" y="1712305"/>
                </a:lnTo>
                <a:lnTo>
                  <a:pt x="3226976" y="1711288"/>
                </a:lnTo>
                <a:lnTo>
                  <a:pt x="3224516" y="1709925"/>
                </a:lnTo>
                <a:close/>
              </a:path>
              <a:path w="5142230" h="2300604">
                <a:moveTo>
                  <a:pt x="2994447" y="1147433"/>
                </a:moveTo>
                <a:lnTo>
                  <a:pt x="2989796" y="1142454"/>
                </a:lnTo>
                <a:lnTo>
                  <a:pt x="2989345" y="1136302"/>
                </a:lnTo>
                <a:lnTo>
                  <a:pt x="2992807" y="1131798"/>
                </a:lnTo>
                <a:lnTo>
                  <a:pt x="2996613" y="1126781"/>
                </a:lnTo>
                <a:lnTo>
                  <a:pt x="3003728" y="1125796"/>
                </a:lnTo>
                <a:lnTo>
                  <a:pt x="3013756" y="1133403"/>
                </a:lnTo>
                <a:lnTo>
                  <a:pt x="3014792" y="1140572"/>
                </a:lnTo>
                <a:lnTo>
                  <a:pt x="3007131" y="1150650"/>
                </a:lnTo>
                <a:lnTo>
                  <a:pt x="2999966" y="1151581"/>
                </a:lnTo>
                <a:lnTo>
                  <a:pt x="2994954" y="1147780"/>
                </a:lnTo>
                <a:lnTo>
                  <a:pt x="2994447" y="1147433"/>
                </a:lnTo>
                <a:close/>
              </a:path>
              <a:path w="5142230" h="2300604">
                <a:moveTo>
                  <a:pt x="3229088" y="1568787"/>
                </a:moveTo>
                <a:lnTo>
                  <a:pt x="3225075" y="1564491"/>
                </a:lnTo>
                <a:lnTo>
                  <a:pt x="3223930" y="1562092"/>
                </a:lnTo>
                <a:lnTo>
                  <a:pt x="3223793" y="1559306"/>
                </a:lnTo>
                <a:lnTo>
                  <a:pt x="3223394" y="1553014"/>
                </a:lnTo>
                <a:lnTo>
                  <a:pt x="3228155" y="1547653"/>
                </a:lnTo>
                <a:lnTo>
                  <a:pt x="3240736" y="1546849"/>
                </a:lnTo>
                <a:lnTo>
                  <a:pt x="3246143" y="1551659"/>
                </a:lnTo>
                <a:lnTo>
                  <a:pt x="3246896" y="1564195"/>
                </a:lnTo>
                <a:lnTo>
                  <a:pt x="3242185" y="1569610"/>
                </a:lnTo>
                <a:lnTo>
                  <a:pt x="3235842" y="1569956"/>
                </a:lnTo>
                <a:lnTo>
                  <a:pt x="3232340" y="1570215"/>
                </a:lnTo>
                <a:lnTo>
                  <a:pt x="3229088" y="1568787"/>
                </a:lnTo>
                <a:close/>
              </a:path>
              <a:path w="5142230" h="2300604">
                <a:moveTo>
                  <a:pt x="1384075" y="616367"/>
                </a:moveTo>
                <a:lnTo>
                  <a:pt x="1380066" y="612077"/>
                </a:lnTo>
                <a:lnTo>
                  <a:pt x="1378994" y="607508"/>
                </a:lnTo>
                <a:lnTo>
                  <a:pt x="1382785" y="597393"/>
                </a:lnTo>
                <a:lnTo>
                  <a:pt x="1389353" y="594453"/>
                </a:lnTo>
                <a:lnTo>
                  <a:pt x="1401146" y="598867"/>
                </a:lnTo>
                <a:lnTo>
                  <a:pt x="1404176" y="605433"/>
                </a:lnTo>
                <a:lnTo>
                  <a:pt x="1399717" y="617278"/>
                </a:lnTo>
                <a:lnTo>
                  <a:pt x="1393149" y="620217"/>
                </a:lnTo>
                <a:lnTo>
                  <a:pt x="1385551" y="617362"/>
                </a:lnTo>
                <a:lnTo>
                  <a:pt x="1384075" y="616367"/>
                </a:lnTo>
                <a:close/>
              </a:path>
              <a:path w="5142230" h="2300604">
                <a:moveTo>
                  <a:pt x="2343148" y="876700"/>
                </a:moveTo>
                <a:lnTo>
                  <a:pt x="2339144" y="872414"/>
                </a:lnTo>
                <a:lnTo>
                  <a:pt x="2338002" y="868358"/>
                </a:lnTo>
                <a:lnTo>
                  <a:pt x="2339134" y="864388"/>
                </a:lnTo>
                <a:lnTo>
                  <a:pt x="2340806" y="858261"/>
                </a:lnTo>
                <a:lnTo>
                  <a:pt x="2346685" y="854975"/>
                </a:lnTo>
                <a:lnTo>
                  <a:pt x="2347105" y="854741"/>
                </a:lnTo>
                <a:lnTo>
                  <a:pt x="2359271" y="858086"/>
                </a:lnTo>
                <a:lnTo>
                  <a:pt x="2362834" y="864345"/>
                </a:lnTo>
                <a:lnTo>
                  <a:pt x="2361117" y="870424"/>
                </a:lnTo>
                <a:lnTo>
                  <a:pt x="2359445" y="876551"/>
                </a:lnTo>
                <a:lnTo>
                  <a:pt x="2353603" y="879878"/>
                </a:lnTo>
                <a:lnTo>
                  <a:pt x="2353186" y="880115"/>
                </a:lnTo>
                <a:lnTo>
                  <a:pt x="2344998" y="877802"/>
                </a:lnTo>
                <a:lnTo>
                  <a:pt x="2343148" y="876700"/>
                </a:lnTo>
                <a:close/>
              </a:path>
              <a:path w="5142230" h="2300604">
                <a:moveTo>
                  <a:pt x="1252458" y="562176"/>
                </a:moveTo>
                <a:lnTo>
                  <a:pt x="1248404" y="557836"/>
                </a:lnTo>
                <a:lnTo>
                  <a:pt x="1247484" y="552942"/>
                </a:lnTo>
                <a:lnTo>
                  <a:pt x="1249427" y="548571"/>
                </a:lnTo>
                <a:lnTo>
                  <a:pt x="1252025" y="542848"/>
                </a:lnTo>
                <a:lnTo>
                  <a:pt x="1258773" y="540297"/>
                </a:lnTo>
                <a:lnTo>
                  <a:pt x="1264491" y="542899"/>
                </a:lnTo>
                <a:lnTo>
                  <a:pt x="1270258" y="545456"/>
                </a:lnTo>
                <a:lnTo>
                  <a:pt x="1272814" y="552199"/>
                </a:lnTo>
                <a:lnTo>
                  <a:pt x="1270257" y="557966"/>
                </a:lnTo>
                <a:lnTo>
                  <a:pt x="1267606" y="563730"/>
                </a:lnTo>
                <a:lnTo>
                  <a:pt x="1260863" y="566286"/>
                </a:lnTo>
                <a:lnTo>
                  <a:pt x="1253703" y="563021"/>
                </a:lnTo>
                <a:lnTo>
                  <a:pt x="1252458" y="562176"/>
                </a:lnTo>
                <a:close/>
              </a:path>
              <a:path w="5142230" h="2300604">
                <a:moveTo>
                  <a:pt x="2614564" y="959826"/>
                </a:moveTo>
                <a:lnTo>
                  <a:pt x="2610510" y="955487"/>
                </a:lnTo>
                <a:lnTo>
                  <a:pt x="2609431" y="951107"/>
                </a:lnTo>
                <a:lnTo>
                  <a:pt x="2610843" y="946948"/>
                </a:lnTo>
                <a:lnTo>
                  <a:pt x="2612890" y="941027"/>
                </a:lnTo>
                <a:lnTo>
                  <a:pt x="2619414" y="937845"/>
                </a:lnTo>
                <a:lnTo>
                  <a:pt x="2631312" y="941980"/>
                </a:lnTo>
                <a:lnTo>
                  <a:pt x="2634497" y="948419"/>
                </a:lnTo>
                <a:lnTo>
                  <a:pt x="2632405" y="954391"/>
                </a:lnTo>
                <a:lnTo>
                  <a:pt x="2630403" y="960361"/>
                </a:lnTo>
                <a:lnTo>
                  <a:pt x="2623879" y="963543"/>
                </a:lnTo>
                <a:lnTo>
                  <a:pt x="2617907" y="961451"/>
                </a:lnTo>
                <a:lnTo>
                  <a:pt x="2616086" y="960870"/>
                </a:lnTo>
                <a:lnTo>
                  <a:pt x="2614564" y="959826"/>
                </a:lnTo>
                <a:close/>
              </a:path>
              <a:path w="5142230" h="2300604">
                <a:moveTo>
                  <a:pt x="2547201" y="937469"/>
                </a:moveTo>
                <a:lnTo>
                  <a:pt x="2543193" y="933179"/>
                </a:lnTo>
                <a:lnTo>
                  <a:pt x="2542062" y="928938"/>
                </a:lnTo>
                <a:lnTo>
                  <a:pt x="2545328" y="918848"/>
                </a:lnTo>
                <a:lnTo>
                  <a:pt x="2551720" y="915524"/>
                </a:lnTo>
                <a:lnTo>
                  <a:pt x="2563726" y="919384"/>
                </a:lnTo>
                <a:lnTo>
                  <a:pt x="2567049" y="925776"/>
                </a:lnTo>
                <a:lnTo>
                  <a:pt x="2565098" y="931800"/>
                </a:lnTo>
                <a:lnTo>
                  <a:pt x="2563195" y="937778"/>
                </a:lnTo>
                <a:lnTo>
                  <a:pt x="2556803" y="941101"/>
                </a:lnTo>
                <a:lnTo>
                  <a:pt x="2550774" y="939144"/>
                </a:lnTo>
                <a:lnTo>
                  <a:pt x="2548863" y="938565"/>
                </a:lnTo>
                <a:lnTo>
                  <a:pt x="2547201" y="937469"/>
                </a:lnTo>
                <a:close/>
              </a:path>
              <a:path w="5142230" h="2300604">
                <a:moveTo>
                  <a:pt x="2681347" y="983811"/>
                </a:moveTo>
                <a:lnTo>
                  <a:pt x="2677297" y="979477"/>
                </a:lnTo>
                <a:lnTo>
                  <a:pt x="2676221" y="974903"/>
                </a:lnTo>
                <a:lnTo>
                  <a:pt x="2677825" y="970756"/>
                </a:lnTo>
                <a:lnTo>
                  <a:pt x="2680061" y="964841"/>
                </a:lnTo>
                <a:lnTo>
                  <a:pt x="2686579" y="961848"/>
                </a:lnTo>
                <a:lnTo>
                  <a:pt x="2698423" y="966316"/>
                </a:lnTo>
                <a:lnTo>
                  <a:pt x="2701362" y="972884"/>
                </a:lnTo>
                <a:lnTo>
                  <a:pt x="2699131" y="978803"/>
                </a:lnTo>
                <a:lnTo>
                  <a:pt x="2696948" y="984678"/>
                </a:lnTo>
                <a:lnTo>
                  <a:pt x="2690327" y="987658"/>
                </a:lnTo>
                <a:lnTo>
                  <a:pt x="2684453" y="985475"/>
                </a:lnTo>
                <a:lnTo>
                  <a:pt x="2682729" y="984803"/>
                </a:lnTo>
                <a:lnTo>
                  <a:pt x="2681347" y="983811"/>
                </a:lnTo>
                <a:close/>
              </a:path>
              <a:path w="5142230" h="2300604">
                <a:moveTo>
                  <a:pt x="3048517" y="1192607"/>
                </a:moveTo>
                <a:lnTo>
                  <a:pt x="3043917" y="1187682"/>
                </a:lnTo>
                <a:lnTo>
                  <a:pt x="3043816" y="1180928"/>
                </a:lnTo>
                <a:lnTo>
                  <a:pt x="3052204" y="1171823"/>
                </a:lnTo>
                <a:lnTo>
                  <a:pt x="3059436" y="1171550"/>
                </a:lnTo>
                <a:lnTo>
                  <a:pt x="3064006" y="1175855"/>
                </a:lnTo>
                <a:lnTo>
                  <a:pt x="3068633" y="1180125"/>
                </a:lnTo>
                <a:lnTo>
                  <a:pt x="3068907" y="1187357"/>
                </a:lnTo>
                <a:lnTo>
                  <a:pt x="3060377" y="1196603"/>
                </a:lnTo>
                <a:lnTo>
                  <a:pt x="3053145" y="1196876"/>
                </a:lnTo>
                <a:lnTo>
                  <a:pt x="3048517" y="1192607"/>
                </a:lnTo>
                <a:close/>
              </a:path>
              <a:path w="5142230" h="2300604">
                <a:moveTo>
                  <a:pt x="2411466" y="896073"/>
                </a:moveTo>
                <a:lnTo>
                  <a:pt x="2407453" y="891777"/>
                </a:lnTo>
                <a:lnTo>
                  <a:pt x="2406324" y="887636"/>
                </a:lnTo>
                <a:lnTo>
                  <a:pt x="2409263" y="877586"/>
                </a:lnTo>
                <a:lnTo>
                  <a:pt x="2415612" y="874120"/>
                </a:lnTo>
                <a:lnTo>
                  <a:pt x="2427668" y="877641"/>
                </a:lnTo>
                <a:lnTo>
                  <a:pt x="2431139" y="883996"/>
                </a:lnTo>
                <a:lnTo>
                  <a:pt x="2429376" y="890026"/>
                </a:lnTo>
                <a:lnTo>
                  <a:pt x="2427564" y="896102"/>
                </a:lnTo>
                <a:lnTo>
                  <a:pt x="2421214" y="899568"/>
                </a:lnTo>
                <a:lnTo>
                  <a:pt x="2413174" y="897217"/>
                </a:lnTo>
                <a:lnTo>
                  <a:pt x="2411466" y="896073"/>
                </a:lnTo>
                <a:close/>
              </a:path>
              <a:path w="5142230" h="2300604">
                <a:moveTo>
                  <a:pt x="1317829" y="590319"/>
                </a:moveTo>
                <a:lnTo>
                  <a:pt x="1313821" y="586028"/>
                </a:lnTo>
                <a:lnTo>
                  <a:pt x="1312801" y="581320"/>
                </a:lnTo>
                <a:lnTo>
                  <a:pt x="1316964" y="571212"/>
                </a:lnTo>
                <a:lnTo>
                  <a:pt x="1323579" y="568421"/>
                </a:lnTo>
                <a:lnTo>
                  <a:pt x="1329591" y="570849"/>
                </a:lnTo>
                <a:lnTo>
                  <a:pt x="1335265" y="573209"/>
                </a:lnTo>
                <a:lnTo>
                  <a:pt x="1338013" y="579864"/>
                </a:lnTo>
                <a:lnTo>
                  <a:pt x="1335686" y="585682"/>
                </a:lnTo>
                <a:lnTo>
                  <a:pt x="1333274" y="591506"/>
                </a:lnTo>
                <a:lnTo>
                  <a:pt x="1326569" y="594299"/>
                </a:lnTo>
                <a:lnTo>
                  <a:pt x="1320796" y="591931"/>
                </a:lnTo>
                <a:lnTo>
                  <a:pt x="1319212" y="591310"/>
                </a:lnTo>
                <a:lnTo>
                  <a:pt x="1317829" y="590319"/>
                </a:lnTo>
                <a:close/>
              </a:path>
              <a:path w="5142230" h="2300604">
                <a:moveTo>
                  <a:pt x="2479461" y="916369"/>
                </a:moveTo>
                <a:lnTo>
                  <a:pt x="2475457" y="912083"/>
                </a:lnTo>
                <a:lnTo>
                  <a:pt x="2474319" y="907933"/>
                </a:lnTo>
                <a:lnTo>
                  <a:pt x="2477400" y="897840"/>
                </a:lnTo>
                <a:lnTo>
                  <a:pt x="2483747" y="894468"/>
                </a:lnTo>
                <a:lnTo>
                  <a:pt x="2489781" y="896237"/>
                </a:lnTo>
                <a:lnTo>
                  <a:pt x="2495804" y="898089"/>
                </a:lnTo>
                <a:lnTo>
                  <a:pt x="2499221" y="904484"/>
                </a:lnTo>
                <a:lnTo>
                  <a:pt x="2495511" y="916543"/>
                </a:lnTo>
                <a:lnTo>
                  <a:pt x="2489160" y="919910"/>
                </a:lnTo>
                <a:lnTo>
                  <a:pt x="2483134" y="918152"/>
                </a:lnTo>
                <a:lnTo>
                  <a:pt x="2481168" y="917513"/>
                </a:lnTo>
                <a:lnTo>
                  <a:pt x="2479461" y="916369"/>
                </a:lnTo>
                <a:close/>
              </a:path>
              <a:path w="5142230" h="2300604">
                <a:moveTo>
                  <a:pt x="3351748" y="1389454"/>
                </a:moveTo>
                <a:lnTo>
                  <a:pt x="3347881" y="1385314"/>
                </a:lnTo>
                <a:lnTo>
                  <a:pt x="3346943" y="1383625"/>
                </a:lnTo>
                <a:lnTo>
                  <a:pt x="3346497" y="1381584"/>
                </a:lnTo>
                <a:lnTo>
                  <a:pt x="3345139" y="1375731"/>
                </a:lnTo>
                <a:lnTo>
                  <a:pt x="3348834" y="1369814"/>
                </a:lnTo>
                <a:lnTo>
                  <a:pt x="3354827" y="1368508"/>
                </a:lnTo>
                <a:lnTo>
                  <a:pt x="3360680" y="1367149"/>
                </a:lnTo>
                <a:lnTo>
                  <a:pt x="3366597" y="1370844"/>
                </a:lnTo>
                <a:lnTo>
                  <a:pt x="3369262" y="1382690"/>
                </a:lnTo>
                <a:lnTo>
                  <a:pt x="3365567" y="1388607"/>
                </a:lnTo>
                <a:lnTo>
                  <a:pt x="3355672" y="1390819"/>
                </a:lnTo>
                <a:lnTo>
                  <a:pt x="3351748" y="1389454"/>
                </a:lnTo>
                <a:close/>
              </a:path>
              <a:path w="5142230" h="2300604">
                <a:moveTo>
                  <a:pt x="2461083" y="779596"/>
                </a:moveTo>
                <a:lnTo>
                  <a:pt x="2457206" y="775447"/>
                </a:lnTo>
                <a:lnTo>
                  <a:pt x="2456162" y="771592"/>
                </a:lnTo>
                <a:lnTo>
                  <a:pt x="2457188" y="767803"/>
                </a:lnTo>
                <a:lnTo>
                  <a:pt x="2458706" y="761901"/>
                </a:lnTo>
                <a:lnTo>
                  <a:pt x="2464777" y="758430"/>
                </a:lnTo>
                <a:lnTo>
                  <a:pt x="2476473" y="761567"/>
                </a:lnTo>
                <a:lnTo>
                  <a:pt x="2479949" y="767633"/>
                </a:lnTo>
                <a:lnTo>
                  <a:pt x="2476812" y="779329"/>
                </a:lnTo>
                <a:lnTo>
                  <a:pt x="2471039" y="782630"/>
                </a:lnTo>
                <a:lnTo>
                  <a:pt x="2470741" y="782800"/>
                </a:lnTo>
                <a:lnTo>
                  <a:pt x="2462835" y="780690"/>
                </a:lnTo>
                <a:lnTo>
                  <a:pt x="2461083" y="779596"/>
                </a:lnTo>
                <a:close/>
              </a:path>
              <a:path w="5142230" h="2300604">
                <a:moveTo>
                  <a:pt x="3320309" y="1880501"/>
                </a:moveTo>
                <a:lnTo>
                  <a:pt x="3316483" y="1876405"/>
                </a:lnTo>
                <a:lnTo>
                  <a:pt x="3315326" y="1872821"/>
                </a:lnTo>
                <a:lnTo>
                  <a:pt x="3316067" y="1869215"/>
                </a:lnTo>
                <a:lnTo>
                  <a:pt x="3317212" y="1863306"/>
                </a:lnTo>
                <a:lnTo>
                  <a:pt x="3323009" y="1859443"/>
                </a:lnTo>
                <a:lnTo>
                  <a:pt x="3334919" y="1861831"/>
                </a:lnTo>
                <a:lnTo>
                  <a:pt x="3338777" y="1867623"/>
                </a:lnTo>
                <a:lnTo>
                  <a:pt x="3336393" y="1879538"/>
                </a:lnTo>
                <a:lnTo>
                  <a:pt x="3330645" y="1883355"/>
                </a:lnTo>
                <a:lnTo>
                  <a:pt x="3322346" y="1881704"/>
                </a:lnTo>
                <a:lnTo>
                  <a:pt x="3320309" y="1880501"/>
                </a:lnTo>
                <a:close/>
              </a:path>
              <a:path w="5142230" h="2300604">
                <a:moveTo>
                  <a:pt x="3277946" y="2300034"/>
                </a:moveTo>
                <a:lnTo>
                  <a:pt x="3277302" y="2299345"/>
                </a:lnTo>
                <a:lnTo>
                  <a:pt x="3276195" y="2297183"/>
                </a:lnTo>
                <a:lnTo>
                  <a:pt x="3275947" y="2294767"/>
                </a:lnTo>
                <a:lnTo>
                  <a:pt x="3275250" y="2288742"/>
                </a:lnTo>
                <a:lnTo>
                  <a:pt x="3279594" y="2283324"/>
                </a:lnTo>
                <a:lnTo>
                  <a:pt x="3291632" y="2281940"/>
                </a:lnTo>
                <a:lnTo>
                  <a:pt x="3297099" y="2286229"/>
                </a:lnTo>
                <a:lnTo>
                  <a:pt x="3298484" y="2298267"/>
                </a:lnTo>
                <a:lnTo>
                  <a:pt x="3297093" y="2300034"/>
                </a:lnTo>
                <a:lnTo>
                  <a:pt x="3277946" y="2300034"/>
                </a:lnTo>
                <a:close/>
              </a:path>
              <a:path w="5142230" h="2300604">
                <a:moveTo>
                  <a:pt x="1567199" y="549851"/>
                </a:moveTo>
                <a:lnTo>
                  <a:pt x="1563327" y="545706"/>
                </a:lnTo>
                <a:lnTo>
                  <a:pt x="1562285" y="541658"/>
                </a:lnTo>
                <a:lnTo>
                  <a:pt x="1563457" y="537732"/>
                </a:lnTo>
                <a:lnTo>
                  <a:pt x="1565259" y="531939"/>
                </a:lnTo>
                <a:lnTo>
                  <a:pt x="1571459" y="528704"/>
                </a:lnTo>
                <a:lnTo>
                  <a:pt x="1583040" y="532304"/>
                </a:lnTo>
                <a:lnTo>
                  <a:pt x="1586280" y="538509"/>
                </a:lnTo>
                <a:lnTo>
                  <a:pt x="1584432" y="544253"/>
                </a:lnTo>
                <a:lnTo>
                  <a:pt x="1582630" y="550045"/>
                </a:lnTo>
                <a:lnTo>
                  <a:pt x="1576524" y="553284"/>
                </a:lnTo>
                <a:lnTo>
                  <a:pt x="1568816" y="550897"/>
                </a:lnTo>
                <a:lnTo>
                  <a:pt x="1567199" y="549851"/>
                </a:lnTo>
                <a:close/>
              </a:path>
              <a:path w="5142230" h="2300604">
                <a:moveTo>
                  <a:pt x="3306602" y="1950184"/>
                </a:moveTo>
                <a:lnTo>
                  <a:pt x="3302776" y="1946088"/>
                </a:lnTo>
                <a:lnTo>
                  <a:pt x="3301620" y="1942602"/>
                </a:lnTo>
                <a:lnTo>
                  <a:pt x="3302357" y="1938992"/>
                </a:lnTo>
                <a:lnTo>
                  <a:pt x="3303461" y="1933039"/>
                </a:lnTo>
                <a:lnTo>
                  <a:pt x="3309208" y="1929122"/>
                </a:lnTo>
                <a:lnTo>
                  <a:pt x="3315170" y="1930227"/>
                </a:lnTo>
                <a:lnTo>
                  <a:pt x="3321125" y="1931421"/>
                </a:lnTo>
                <a:lnTo>
                  <a:pt x="3325032" y="1937167"/>
                </a:lnTo>
                <a:lnTo>
                  <a:pt x="3323932" y="1943125"/>
                </a:lnTo>
                <a:lnTo>
                  <a:pt x="3322743" y="1949085"/>
                </a:lnTo>
                <a:lnTo>
                  <a:pt x="3316987" y="1952992"/>
                </a:lnTo>
                <a:lnTo>
                  <a:pt x="3311034" y="1951897"/>
                </a:lnTo>
                <a:lnTo>
                  <a:pt x="3308639" y="1951386"/>
                </a:lnTo>
                <a:lnTo>
                  <a:pt x="3306602" y="1950184"/>
                </a:lnTo>
                <a:close/>
              </a:path>
              <a:path w="5142230" h="2300604">
                <a:moveTo>
                  <a:pt x="2529510" y="798401"/>
                </a:moveTo>
                <a:lnTo>
                  <a:pt x="2525638" y="794257"/>
                </a:lnTo>
                <a:lnTo>
                  <a:pt x="2524544" y="790348"/>
                </a:lnTo>
                <a:lnTo>
                  <a:pt x="2525614" y="786509"/>
                </a:lnTo>
                <a:lnTo>
                  <a:pt x="2527281" y="780669"/>
                </a:lnTo>
                <a:lnTo>
                  <a:pt x="2532818" y="777506"/>
                </a:lnTo>
                <a:lnTo>
                  <a:pt x="2533295" y="777234"/>
                </a:lnTo>
                <a:lnTo>
                  <a:pt x="2544988" y="780564"/>
                </a:lnTo>
                <a:lnTo>
                  <a:pt x="2548419" y="786582"/>
                </a:lnTo>
                <a:lnTo>
                  <a:pt x="2546752" y="792421"/>
                </a:lnTo>
                <a:lnTo>
                  <a:pt x="2545135" y="798315"/>
                </a:lnTo>
                <a:lnTo>
                  <a:pt x="2539071" y="801696"/>
                </a:lnTo>
                <a:lnTo>
                  <a:pt x="2531221" y="799451"/>
                </a:lnTo>
                <a:lnTo>
                  <a:pt x="2529510" y="798401"/>
                </a:lnTo>
                <a:close/>
              </a:path>
              <a:path w="5142230" h="2300604">
                <a:moveTo>
                  <a:pt x="1299661" y="454162"/>
                </a:moveTo>
                <a:lnTo>
                  <a:pt x="1295790" y="450017"/>
                </a:lnTo>
                <a:lnTo>
                  <a:pt x="1294808" y="445447"/>
                </a:lnTo>
                <a:lnTo>
                  <a:pt x="1296462" y="441353"/>
                </a:lnTo>
                <a:lnTo>
                  <a:pt x="1298778" y="435720"/>
                </a:lnTo>
                <a:lnTo>
                  <a:pt x="1305189" y="433101"/>
                </a:lnTo>
                <a:lnTo>
                  <a:pt x="1316415" y="437689"/>
                </a:lnTo>
                <a:lnTo>
                  <a:pt x="1319124" y="444108"/>
                </a:lnTo>
                <a:lnTo>
                  <a:pt x="1316807" y="449741"/>
                </a:lnTo>
                <a:lnTo>
                  <a:pt x="1314540" y="455329"/>
                </a:lnTo>
                <a:lnTo>
                  <a:pt x="1308072" y="457984"/>
                </a:lnTo>
                <a:lnTo>
                  <a:pt x="1302488" y="455721"/>
                </a:lnTo>
                <a:lnTo>
                  <a:pt x="1300953" y="455055"/>
                </a:lnTo>
                <a:lnTo>
                  <a:pt x="1299661" y="454162"/>
                </a:lnTo>
                <a:close/>
              </a:path>
              <a:path w="5142230" h="2300604">
                <a:moveTo>
                  <a:pt x="3277747" y="2161314"/>
                </a:moveTo>
                <a:lnTo>
                  <a:pt x="3273920" y="2157218"/>
                </a:lnTo>
                <a:lnTo>
                  <a:pt x="3272750" y="2154303"/>
                </a:lnTo>
                <a:lnTo>
                  <a:pt x="3272999" y="2151149"/>
                </a:lnTo>
                <a:lnTo>
                  <a:pt x="3273347" y="2145071"/>
                </a:lnTo>
                <a:lnTo>
                  <a:pt x="3278054" y="2140921"/>
                </a:lnTo>
                <a:lnTo>
                  <a:pt x="3278555" y="2140480"/>
                </a:lnTo>
                <a:lnTo>
                  <a:pt x="3284580" y="2140869"/>
                </a:lnTo>
                <a:lnTo>
                  <a:pt x="3290658" y="2141218"/>
                </a:lnTo>
                <a:lnTo>
                  <a:pt x="3295249" y="2146425"/>
                </a:lnTo>
                <a:lnTo>
                  <a:pt x="3294900" y="2152503"/>
                </a:lnTo>
                <a:lnTo>
                  <a:pt x="3294506" y="2158533"/>
                </a:lnTo>
                <a:lnTo>
                  <a:pt x="3289803" y="2162687"/>
                </a:lnTo>
                <a:lnTo>
                  <a:pt x="3289303" y="2163129"/>
                </a:lnTo>
                <a:lnTo>
                  <a:pt x="3280345" y="2162630"/>
                </a:lnTo>
                <a:lnTo>
                  <a:pt x="3277747" y="2161314"/>
                </a:lnTo>
                <a:close/>
              </a:path>
              <a:path w="5142230" h="2300604">
                <a:moveTo>
                  <a:pt x="1978629" y="660871"/>
                </a:moveTo>
                <a:lnTo>
                  <a:pt x="1974798" y="656770"/>
                </a:lnTo>
                <a:lnTo>
                  <a:pt x="1974433" y="655500"/>
                </a:lnTo>
                <a:lnTo>
                  <a:pt x="1973724" y="652884"/>
                </a:lnTo>
                <a:lnTo>
                  <a:pt x="1974633" y="649263"/>
                </a:lnTo>
                <a:lnTo>
                  <a:pt x="1976061" y="643363"/>
                </a:lnTo>
                <a:lnTo>
                  <a:pt x="1981991" y="639741"/>
                </a:lnTo>
                <a:lnTo>
                  <a:pt x="1993791" y="642598"/>
                </a:lnTo>
                <a:lnTo>
                  <a:pt x="1997364" y="648573"/>
                </a:lnTo>
                <a:lnTo>
                  <a:pt x="1995936" y="654473"/>
                </a:lnTo>
                <a:lnTo>
                  <a:pt x="1994557" y="660327"/>
                </a:lnTo>
                <a:lnTo>
                  <a:pt x="1988578" y="663995"/>
                </a:lnTo>
                <a:lnTo>
                  <a:pt x="1982727" y="662521"/>
                </a:lnTo>
                <a:lnTo>
                  <a:pt x="1980525" y="662021"/>
                </a:lnTo>
                <a:lnTo>
                  <a:pt x="1978629" y="660871"/>
                </a:lnTo>
                <a:close/>
              </a:path>
              <a:path w="5142230" h="2300604">
                <a:moveTo>
                  <a:pt x="3346914" y="1741053"/>
                </a:moveTo>
                <a:lnTo>
                  <a:pt x="3343038" y="1736903"/>
                </a:lnTo>
                <a:lnTo>
                  <a:pt x="3341878" y="1733512"/>
                </a:lnTo>
                <a:lnTo>
                  <a:pt x="3342522" y="1729998"/>
                </a:lnTo>
                <a:lnTo>
                  <a:pt x="3343527" y="1724036"/>
                </a:lnTo>
                <a:lnTo>
                  <a:pt x="3349142" y="1719979"/>
                </a:lnTo>
                <a:lnTo>
                  <a:pt x="3361106" y="1722033"/>
                </a:lnTo>
                <a:lnTo>
                  <a:pt x="3365163" y="1727648"/>
                </a:lnTo>
                <a:lnTo>
                  <a:pt x="3363154" y="1739670"/>
                </a:lnTo>
                <a:lnTo>
                  <a:pt x="3357489" y="1743674"/>
                </a:lnTo>
                <a:lnTo>
                  <a:pt x="3349044" y="1742258"/>
                </a:lnTo>
                <a:lnTo>
                  <a:pt x="3346914" y="1741053"/>
                </a:lnTo>
                <a:close/>
              </a:path>
              <a:path w="5142230" h="2300604">
                <a:moveTo>
                  <a:pt x="1234324" y="426251"/>
                </a:moveTo>
                <a:lnTo>
                  <a:pt x="1230412" y="422062"/>
                </a:lnTo>
                <a:lnTo>
                  <a:pt x="1229486" y="417357"/>
                </a:lnTo>
                <a:lnTo>
                  <a:pt x="1231369" y="413215"/>
                </a:lnTo>
                <a:lnTo>
                  <a:pt x="1233781" y="407684"/>
                </a:lnTo>
                <a:lnTo>
                  <a:pt x="1240287" y="405167"/>
                </a:lnTo>
                <a:lnTo>
                  <a:pt x="1245820" y="407669"/>
                </a:lnTo>
                <a:lnTo>
                  <a:pt x="1251401" y="410125"/>
                </a:lnTo>
                <a:lnTo>
                  <a:pt x="1253873" y="416582"/>
                </a:lnTo>
                <a:lnTo>
                  <a:pt x="1251417" y="422164"/>
                </a:lnTo>
                <a:lnTo>
                  <a:pt x="1249009" y="427700"/>
                </a:lnTo>
                <a:lnTo>
                  <a:pt x="1242499" y="430212"/>
                </a:lnTo>
                <a:lnTo>
                  <a:pt x="1235526" y="427146"/>
                </a:lnTo>
                <a:lnTo>
                  <a:pt x="1234324" y="426251"/>
                </a:lnTo>
                <a:close/>
              </a:path>
              <a:path w="5142230" h="2300604">
                <a:moveTo>
                  <a:pt x="1909711" y="643984"/>
                </a:moveTo>
                <a:lnTo>
                  <a:pt x="1905839" y="639840"/>
                </a:lnTo>
                <a:lnTo>
                  <a:pt x="1905441" y="638534"/>
                </a:lnTo>
                <a:lnTo>
                  <a:pt x="1904708" y="635990"/>
                </a:lnTo>
                <a:lnTo>
                  <a:pt x="1905684" y="632245"/>
                </a:lnTo>
                <a:lnTo>
                  <a:pt x="1907094" y="626423"/>
                </a:lnTo>
                <a:lnTo>
                  <a:pt x="1908677" y="625478"/>
                </a:lnTo>
                <a:lnTo>
                  <a:pt x="1913192" y="622883"/>
                </a:lnTo>
                <a:lnTo>
                  <a:pt x="1918974" y="624283"/>
                </a:lnTo>
                <a:lnTo>
                  <a:pt x="1924825" y="625757"/>
                </a:lnTo>
                <a:lnTo>
                  <a:pt x="1928447" y="631687"/>
                </a:lnTo>
                <a:lnTo>
                  <a:pt x="1926970" y="637632"/>
                </a:lnTo>
                <a:lnTo>
                  <a:pt x="1925491" y="643478"/>
                </a:lnTo>
                <a:lnTo>
                  <a:pt x="1919561" y="647100"/>
                </a:lnTo>
                <a:lnTo>
                  <a:pt x="1913665" y="645578"/>
                </a:lnTo>
                <a:lnTo>
                  <a:pt x="1911557" y="645081"/>
                </a:lnTo>
                <a:lnTo>
                  <a:pt x="1909711" y="643984"/>
                </a:lnTo>
                <a:close/>
              </a:path>
              <a:path w="5142230" h="2300604">
                <a:moveTo>
                  <a:pt x="3332247" y="1321757"/>
                </a:moveTo>
                <a:lnTo>
                  <a:pt x="3328329" y="1317563"/>
                </a:lnTo>
                <a:lnTo>
                  <a:pt x="3327571" y="1316263"/>
                </a:lnTo>
                <a:lnTo>
                  <a:pt x="3327053" y="1314829"/>
                </a:lnTo>
                <a:lnTo>
                  <a:pt x="3324929" y="1309134"/>
                </a:lnTo>
                <a:lnTo>
                  <a:pt x="3327928" y="1302863"/>
                </a:lnTo>
                <a:lnTo>
                  <a:pt x="3333668" y="1300797"/>
                </a:lnTo>
                <a:lnTo>
                  <a:pt x="3339305" y="1298718"/>
                </a:lnTo>
                <a:lnTo>
                  <a:pt x="3345629" y="1301676"/>
                </a:lnTo>
                <a:lnTo>
                  <a:pt x="3349774" y="1313053"/>
                </a:lnTo>
                <a:lnTo>
                  <a:pt x="3346821" y="1319373"/>
                </a:lnTo>
                <a:lnTo>
                  <a:pt x="3336832" y="1322952"/>
                </a:lnTo>
                <a:lnTo>
                  <a:pt x="3332247" y="1321757"/>
                </a:lnTo>
                <a:close/>
              </a:path>
              <a:path w="5142230" h="2300604">
                <a:moveTo>
                  <a:pt x="1703496" y="589992"/>
                </a:moveTo>
                <a:lnTo>
                  <a:pt x="1699670" y="585896"/>
                </a:lnTo>
                <a:lnTo>
                  <a:pt x="1698575" y="581987"/>
                </a:lnTo>
                <a:lnTo>
                  <a:pt x="1699650" y="578153"/>
                </a:lnTo>
                <a:lnTo>
                  <a:pt x="1701267" y="572259"/>
                </a:lnTo>
                <a:lnTo>
                  <a:pt x="1707330" y="568878"/>
                </a:lnTo>
                <a:lnTo>
                  <a:pt x="1719018" y="572104"/>
                </a:lnTo>
                <a:lnTo>
                  <a:pt x="1722404" y="578172"/>
                </a:lnTo>
                <a:lnTo>
                  <a:pt x="1720787" y="584065"/>
                </a:lnTo>
                <a:lnTo>
                  <a:pt x="1719169" y="589859"/>
                </a:lnTo>
                <a:lnTo>
                  <a:pt x="1713526" y="593007"/>
                </a:lnTo>
                <a:lnTo>
                  <a:pt x="1713106" y="593241"/>
                </a:lnTo>
                <a:lnTo>
                  <a:pt x="1707258" y="591673"/>
                </a:lnTo>
                <a:lnTo>
                  <a:pt x="1705252" y="591090"/>
                </a:lnTo>
                <a:lnTo>
                  <a:pt x="1703496" y="589992"/>
                </a:lnTo>
                <a:close/>
              </a:path>
              <a:path w="5142230" h="2300604">
                <a:moveTo>
                  <a:pt x="2732788" y="860882"/>
                </a:moveTo>
                <a:lnTo>
                  <a:pt x="2728962" y="856786"/>
                </a:lnTo>
                <a:lnTo>
                  <a:pt x="2727877" y="852594"/>
                </a:lnTo>
                <a:lnTo>
                  <a:pt x="2731188" y="842845"/>
                </a:lnTo>
                <a:lnTo>
                  <a:pt x="2737426" y="839748"/>
                </a:lnTo>
                <a:lnTo>
                  <a:pt x="2743117" y="841736"/>
                </a:lnTo>
                <a:lnTo>
                  <a:pt x="2748863" y="843683"/>
                </a:lnTo>
                <a:lnTo>
                  <a:pt x="2751955" y="849925"/>
                </a:lnTo>
                <a:lnTo>
                  <a:pt x="2748066" y="861402"/>
                </a:lnTo>
                <a:lnTo>
                  <a:pt x="2741828" y="864499"/>
                </a:lnTo>
                <a:lnTo>
                  <a:pt x="2736087" y="862557"/>
                </a:lnTo>
                <a:lnTo>
                  <a:pt x="2734315" y="861930"/>
                </a:lnTo>
                <a:lnTo>
                  <a:pt x="2732788" y="860882"/>
                </a:lnTo>
                <a:close/>
              </a:path>
              <a:path w="5142230" h="2300604">
                <a:moveTo>
                  <a:pt x="3267964" y="1196935"/>
                </a:moveTo>
                <a:lnTo>
                  <a:pt x="3263119" y="1191749"/>
                </a:lnTo>
                <a:lnTo>
                  <a:pt x="3259649" y="1186764"/>
                </a:lnTo>
                <a:lnTo>
                  <a:pt x="3260826" y="1179911"/>
                </a:lnTo>
                <a:lnTo>
                  <a:pt x="3270792" y="1172985"/>
                </a:lnTo>
                <a:lnTo>
                  <a:pt x="3277645" y="1174162"/>
                </a:lnTo>
                <a:lnTo>
                  <a:pt x="3284576" y="1184123"/>
                </a:lnTo>
                <a:lnTo>
                  <a:pt x="3283398" y="1190976"/>
                </a:lnTo>
                <a:lnTo>
                  <a:pt x="3278418" y="1194441"/>
                </a:lnTo>
                <a:lnTo>
                  <a:pt x="3273918" y="1197640"/>
                </a:lnTo>
                <a:lnTo>
                  <a:pt x="3267964" y="1196935"/>
                </a:lnTo>
                <a:close/>
              </a:path>
              <a:path w="5142230" h="2300604">
                <a:moveTo>
                  <a:pt x="2799687" y="884502"/>
                </a:moveTo>
                <a:lnTo>
                  <a:pt x="2795811" y="880353"/>
                </a:lnTo>
                <a:lnTo>
                  <a:pt x="2794778" y="876022"/>
                </a:lnTo>
                <a:lnTo>
                  <a:pt x="2796236" y="872011"/>
                </a:lnTo>
                <a:lnTo>
                  <a:pt x="2798372" y="866282"/>
                </a:lnTo>
                <a:lnTo>
                  <a:pt x="2804698" y="863377"/>
                </a:lnTo>
                <a:lnTo>
                  <a:pt x="2810391" y="865463"/>
                </a:lnTo>
                <a:lnTo>
                  <a:pt x="2816026" y="867586"/>
                </a:lnTo>
                <a:lnTo>
                  <a:pt x="2818980" y="873876"/>
                </a:lnTo>
                <a:lnTo>
                  <a:pt x="2816849" y="879610"/>
                </a:lnTo>
                <a:lnTo>
                  <a:pt x="2814767" y="885299"/>
                </a:lnTo>
                <a:lnTo>
                  <a:pt x="2808437" y="888199"/>
                </a:lnTo>
                <a:lnTo>
                  <a:pt x="2801070" y="885494"/>
                </a:lnTo>
                <a:lnTo>
                  <a:pt x="2799687" y="884502"/>
                </a:lnTo>
                <a:close/>
              </a:path>
              <a:path w="5142230" h="2300604">
                <a:moveTo>
                  <a:pt x="1635229" y="570479"/>
                </a:moveTo>
                <a:lnTo>
                  <a:pt x="1631362" y="566339"/>
                </a:lnTo>
                <a:lnTo>
                  <a:pt x="1630271" y="562336"/>
                </a:lnTo>
                <a:lnTo>
                  <a:pt x="1633102" y="552660"/>
                </a:lnTo>
                <a:lnTo>
                  <a:pt x="1639211" y="549328"/>
                </a:lnTo>
                <a:lnTo>
                  <a:pt x="1645056" y="550990"/>
                </a:lnTo>
                <a:lnTo>
                  <a:pt x="1650852" y="552698"/>
                </a:lnTo>
                <a:lnTo>
                  <a:pt x="1654185" y="558807"/>
                </a:lnTo>
                <a:lnTo>
                  <a:pt x="1650765" y="570493"/>
                </a:lnTo>
                <a:lnTo>
                  <a:pt x="1644656" y="573826"/>
                </a:lnTo>
                <a:lnTo>
                  <a:pt x="1636850" y="571530"/>
                </a:lnTo>
                <a:lnTo>
                  <a:pt x="1635229" y="570479"/>
                </a:lnTo>
                <a:close/>
              </a:path>
              <a:path w="5142230" h="2300604">
                <a:moveTo>
                  <a:pt x="3170185" y="1088355"/>
                </a:moveTo>
                <a:lnTo>
                  <a:pt x="3165624" y="1083473"/>
                </a:lnTo>
                <a:lnTo>
                  <a:pt x="3165467" y="1077147"/>
                </a:lnTo>
                <a:lnTo>
                  <a:pt x="3173279" y="1068306"/>
                </a:lnTo>
                <a:lnTo>
                  <a:pt x="3180227" y="1067924"/>
                </a:lnTo>
                <a:lnTo>
                  <a:pt x="3184770" y="1071908"/>
                </a:lnTo>
                <a:lnTo>
                  <a:pt x="3189305" y="1075981"/>
                </a:lnTo>
                <a:lnTo>
                  <a:pt x="3189731" y="1082888"/>
                </a:lnTo>
                <a:lnTo>
                  <a:pt x="3185704" y="1087472"/>
                </a:lnTo>
                <a:lnTo>
                  <a:pt x="3181680" y="1091961"/>
                </a:lnTo>
                <a:lnTo>
                  <a:pt x="3174679" y="1092384"/>
                </a:lnTo>
                <a:lnTo>
                  <a:pt x="3170185" y="1088355"/>
                </a:lnTo>
                <a:close/>
              </a:path>
              <a:path w="5142230" h="2300604">
                <a:moveTo>
                  <a:pt x="3304185" y="1257116"/>
                </a:moveTo>
                <a:lnTo>
                  <a:pt x="3300223" y="1252874"/>
                </a:lnTo>
                <a:lnTo>
                  <a:pt x="3299632" y="1252046"/>
                </a:lnTo>
                <a:lnTo>
                  <a:pt x="3296356" y="1245802"/>
                </a:lnTo>
                <a:lnTo>
                  <a:pt x="3298470" y="1239171"/>
                </a:lnTo>
                <a:lnTo>
                  <a:pt x="3303850" y="1236327"/>
                </a:lnTo>
                <a:lnTo>
                  <a:pt x="3309231" y="1233584"/>
                </a:lnTo>
                <a:lnTo>
                  <a:pt x="3315862" y="1235698"/>
                </a:lnTo>
                <a:lnTo>
                  <a:pt x="3321444" y="1246463"/>
                </a:lnTo>
                <a:lnTo>
                  <a:pt x="3319402" y="1252976"/>
                </a:lnTo>
                <a:lnTo>
                  <a:pt x="3309483" y="1258193"/>
                </a:lnTo>
                <a:lnTo>
                  <a:pt x="3304185" y="1257116"/>
                </a:lnTo>
                <a:close/>
              </a:path>
              <a:path w="5142230" h="2300604">
                <a:moveTo>
                  <a:pt x="3284126" y="2090533"/>
                </a:moveTo>
                <a:lnTo>
                  <a:pt x="3280254" y="2086388"/>
                </a:lnTo>
                <a:lnTo>
                  <a:pt x="3279134" y="2083234"/>
                </a:lnTo>
                <a:lnTo>
                  <a:pt x="3279533" y="2079849"/>
                </a:lnTo>
                <a:lnTo>
                  <a:pt x="3280304" y="2073832"/>
                </a:lnTo>
                <a:lnTo>
                  <a:pt x="3285785" y="2069534"/>
                </a:lnTo>
                <a:lnTo>
                  <a:pt x="3297817" y="2070977"/>
                </a:lnTo>
                <a:lnTo>
                  <a:pt x="3302115" y="2076458"/>
                </a:lnTo>
                <a:lnTo>
                  <a:pt x="3301344" y="2082475"/>
                </a:lnTo>
                <a:lnTo>
                  <a:pt x="3300618" y="2088540"/>
                </a:lnTo>
                <a:lnTo>
                  <a:pt x="3295186" y="2092793"/>
                </a:lnTo>
                <a:lnTo>
                  <a:pt x="3286445" y="2091745"/>
                </a:lnTo>
                <a:lnTo>
                  <a:pt x="3284126" y="2090533"/>
                </a:lnTo>
                <a:close/>
              </a:path>
              <a:path w="5142230" h="2300604">
                <a:moveTo>
                  <a:pt x="3363067" y="1459143"/>
                </a:moveTo>
                <a:lnTo>
                  <a:pt x="3359200" y="1455003"/>
                </a:lnTo>
                <a:lnTo>
                  <a:pt x="3358188" y="1452844"/>
                </a:lnTo>
                <a:lnTo>
                  <a:pt x="3357894" y="1450379"/>
                </a:lnTo>
                <a:lnTo>
                  <a:pt x="3357250" y="1444314"/>
                </a:lnTo>
                <a:lnTo>
                  <a:pt x="3361585" y="1438886"/>
                </a:lnTo>
                <a:lnTo>
                  <a:pt x="3367605" y="1438293"/>
                </a:lnTo>
                <a:lnTo>
                  <a:pt x="3373625" y="1437601"/>
                </a:lnTo>
                <a:lnTo>
                  <a:pt x="3379043" y="1441936"/>
                </a:lnTo>
                <a:lnTo>
                  <a:pt x="3379740" y="1447960"/>
                </a:lnTo>
                <a:lnTo>
                  <a:pt x="3380379" y="1454019"/>
                </a:lnTo>
                <a:lnTo>
                  <a:pt x="3376044" y="1459447"/>
                </a:lnTo>
                <a:lnTo>
                  <a:pt x="3370025" y="1460139"/>
                </a:lnTo>
                <a:lnTo>
                  <a:pt x="3366425" y="1460489"/>
                </a:lnTo>
                <a:lnTo>
                  <a:pt x="3363067" y="1459143"/>
                </a:lnTo>
                <a:close/>
              </a:path>
              <a:path w="5142230" h="2300604">
                <a:moveTo>
                  <a:pt x="1840809" y="626626"/>
                </a:moveTo>
                <a:lnTo>
                  <a:pt x="1836937" y="622482"/>
                </a:lnTo>
                <a:lnTo>
                  <a:pt x="1835840" y="618668"/>
                </a:lnTo>
                <a:lnTo>
                  <a:pt x="1838335" y="609023"/>
                </a:lnTo>
                <a:lnTo>
                  <a:pt x="1844315" y="605454"/>
                </a:lnTo>
                <a:lnTo>
                  <a:pt x="1856058" y="608446"/>
                </a:lnTo>
                <a:lnTo>
                  <a:pt x="1859583" y="614467"/>
                </a:lnTo>
                <a:lnTo>
                  <a:pt x="1856586" y="626215"/>
                </a:lnTo>
                <a:lnTo>
                  <a:pt x="1850615" y="629793"/>
                </a:lnTo>
                <a:lnTo>
                  <a:pt x="1844839" y="628301"/>
                </a:lnTo>
                <a:lnTo>
                  <a:pt x="1842611" y="627774"/>
                </a:lnTo>
                <a:lnTo>
                  <a:pt x="1840809" y="626626"/>
                </a:lnTo>
                <a:close/>
              </a:path>
              <a:path w="5142230" h="2300604">
                <a:moveTo>
                  <a:pt x="2665412" y="838902"/>
                </a:moveTo>
                <a:lnTo>
                  <a:pt x="2661545" y="834762"/>
                </a:lnTo>
                <a:lnTo>
                  <a:pt x="2660453" y="830660"/>
                </a:lnTo>
                <a:lnTo>
                  <a:pt x="2661724" y="826743"/>
                </a:lnTo>
                <a:lnTo>
                  <a:pt x="2663522" y="820945"/>
                </a:lnTo>
                <a:lnTo>
                  <a:pt x="2669678" y="817760"/>
                </a:lnTo>
                <a:lnTo>
                  <a:pt x="2681304" y="821409"/>
                </a:lnTo>
                <a:lnTo>
                  <a:pt x="2684494" y="827560"/>
                </a:lnTo>
                <a:lnTo>
                  <a:pt x="2682647" y="833403"/>
                </a:lnTo>
                <a:lnTo>
                  <a:pt x="2680845" y="839196"/>
                </a:lnTo>
                <a:lnTo>
                  <a:pt x="2674648" y="842337"/>
                </a:lnTo>
                <a:lnTo>
                  <a:pt x="2667034" y="839953"/>
                </a:lnTo>
                <a:lnTo>
                  <a:pt x="2665412" y="838902"/>
                </a:lnTo>
                <a:close/>
              </a:path>
              <a:path w="5142230" h="2300604">
                <a:moveTo>
                  <a:pt x="3294170" y="2020155"/>
                </a:moveTo>
                <a:lnTo>
                  <a:pt x="3290343" y="2016059"/>
                </a:lnTo>
                <a:lnTo>
                  <a:pt x="3289184" y="2012667"/>
                </a:lnTo>
                <a:lnTo>
                  <a:pt x="3289729" y="2009145"/>
                </a:lnTo>
                <a:lnTo>
                  <a:pt x="3290735" y="2003184"/>
                </a:lnTo>
                <a:lnTo>
                  <a:pt x="3296398" y="1999081"/>
                </a:lnTo>
                <a:lnTo>
                  <a:pt x="3308415" y="2001095"/>
                </a:lnTo>
                <a:lnTo>
                  <a:pt x="3312419" y="2006750"/>
                </a:lnTo>
                <a:lnTo>
                  <a:pt x="3311414" y="2012711"/>
                </a:lnTo>
                <a:lnTo>
                  <a:pt x="3310458" y="2018726"/>
                </a:lnTo>
                <a:lnTo>
                  <a:pt x="3304798" y="2022735"/>
                </a:lnTo>
                <a:lnTo>
                  <a:pt x="3296300" y="2021360"/>
                </a:lnTo>
                <a:lnTo>
                  <a:pt x="3294170" y="2020155"/>
                </a:lnTo>
                <a:close/>
              </a:path>
              <a:path w="5142230" h="2300604">
                <a:moveTo>
                  <a:pt x="3366945" y="1529664"/>
                </a:moveTo>
                <a:lnTo>
                  <a:pt x="3363124" y="1525573"/>
                </a:lnTo>
                <a:lnTo>
                  <a:pt x="3361980" y="1522980"/>
                </a:lnTo>
                <a:lnTo>
                  <a:pt x="3361986" y="1520153"/>
                </a:lnTo>
                <a:lnTo>
                  <a:pt x="3361958" y="1514062"/>
                </a:lnTo>
                <a:lnTo>
                  <a:pt x="3366801" y="1509081"/>
                </a:lnTo>
                <a:lnTo>
                  <a:pt x="3372842" y="1508998"/>
                </a:lnTo>
                <a:lnTo>
                  <a:pt x="3378933" y="1508969"/>
                </a:lnTo>
                <a:lnTo>
                  <a:pt x="3383914" y="1513813"/>
                </a:lnTo>
                <a:lnTo>
                  <a:pt x="3383943" y="1519904"/>
                </a:lnTo>
                <a:lnTo>
                  <a:pt x="3384020" y="1525949"/>
                </a:lnTo>
                <a:lnTo>
                  <a:pt x="3379181" y="1530935"/>
                </a:lnTo>
                <a:lnTo>
                  <a:pt x="3373090" y="1530964"/>
                </a:lnTo>
                <a:lnTo>
                  <a:pt x="3369877" y="1531043"/>
                </a:lnTo>
                <a:lnTo>
                  <a:pt x="3366945" y="1529664"/>
                </a:lnTo>
                <a:close/>
              </a:path>
              <a:path w="5142230" h="2300604">
                <a:moveTo>
                  <a:pt x="3115090" y="1044137"/>
                </a:moveTo>
                <a:lnTo>
                  <a:pt x="3110565" y="1039293"/>
                </a:lnTo>
                <a:lnTo>
                  <a:pt x="3110116" y="1033535"/>
                </a:lnTo>
                <a:lnTo>
                  <a:pt x="3116899" y="1024276"/>
                </a:lnTo>
                <a:lnTo>
                  <a:pt x="3123780" y="1023236"/>
                </a:lnTo>
                <a:lnTo>
                  <a:pt x="3133546" y="1030366"/>
                </a:lnTo>
                <a:lnTo>
                  <a:pt x="3134582" y="1037242"/>
                </a:lnTo>
                <a:lnTo>
                  <a:pt x="3131066" y="1042179"/>
                </a:lnTo>
                <a:lnTo>
                  <a:pt x="3127501" y="1047062"/>
                </a:lnTo>
                <a:lnTo>
                  <a:pt x="3120571" y="1048148"/>
                </a:lnTo>
                <a:lnTo>
                  <a:pt x="3115090" y="1044137"/>
                </a:lnTo>
                <a:close/>
              </a:path>
              <a:path w="5142230" h="2300604">
                <a:moveTo>
                  <a:pt x="2185794" y="710506"/>
                </a:moveTo>
                <a:lnTo>
                  <a:pt x="2181923" y="706361"/>
                </a:lnTo>
                <a:lnTo>
                  <a:pt x="2180822" y="702641"/>
                </a:lnTo>
                <a:lnTo>
                  <a:pt x="2181705" y="698894"/>
                </a:lnTo>
                <a:lnTo>
                  <a:pt x="2183133" y="692995"/>
                </a:lnTo>
                <a:lnTo>
                  <a:pt x="2189063" y="689372"/>
                </a:lnTo>
                <a:lnTo>
                  <a:pt x="2195007" y="690750"/>
                </a:lnTo>
                <a:lnTo>
                  <a:pt x="2200911" y="692183"/>
                </a:lnTo>
                <a:lnTo>
                  <a:pt x="2204534" y="698114"/>
                </a:lnTo>
                <a:lnTo>
                  <a:pt x="2201677" y="709913"/>
                </a:lnTo>
                <a:lnTo>
                  <a:pt x="2195747" y="713535"/>
                </a:lnTo>
                <a:lnTo>
                  <a:pt x="2189843" y="712102"/>
                </a:lnTo>
                <a:lnTo>
                  <a:pt x="2187645" y="711607"/>
                </a:lnTo>
                <a:lnTo>
                  <a:pt x="2185794" y="710506"/>
                </a:lnTo>
                <a:close/>
              </a:path>
              <a:path w="5142230" h="2300604">
                <a:moveTo>
                  <a:pt x="1106312" y="364775"/>
                </a:moveTo>
                <a:lnTo>
                  <a:pt x="1102390" y="360576"/>
                </a:lnTo>
                <a:lnTo>
                  <a:pt x="1101527" y="355548"/>
                </a:lnTo>
                <a:lnTo>
                  <a:pt x="1103795" y="351329"/>
                </a:lnTo>
                <a:lnTo>
                  <a:pt x="1106577" y="345900"/>
                </a:lnTo>
                <a:lnTo>
                  <a:pt x="1113205" y="343807"/>
                </a:lnTo>
                <a:lnTo>
                  <a:pt x="1118590" y="346639"/>
                </a:lnTo>
                <a:lnTo>
                  <a:pt x="1123969" y="349367"/>
                </a:lnTo>
                <a:lnTo>
                  <a:pt x="1126106" y="356054"/>
                </a:lnTo>
                <a:lnTo>
                  <a:pt x="1120453" y="366814"/>
                </a:lnTo>
                <a:lnTo>
                  <a:pt x="1114005" y="368905"/>
                </a:lnTo>
                <a:lnTo>
                  <a:pt x="1113865" y="368950"/>
                </a:lnTo>
                <a:lnTo>
                  <a:pt x="1107372" y="365519"/>
                </a:lnTo>
                <a:lnTo>
                  <a:pt x="1106312" y="364775"/>
                </a:lnTo>
                <a:close/>
              </a:path>
              <a:path w="5142230" h="2300604">
                <a:moveTo>
                  <a:pt x="2930754" y="938203"/>
                </a:moveTo>
                <a:lnTo>
                  <a:pt x="2926878" y="934054"/>
                </a:lnTo>
                <a:lnTo>
                  <a:pt x="2925907" y="929300"/>
                </a:lnTo>
                <a:lnTo>
                  <a:pt x="2930395" y="919638"/>
                </a:lnTo>
                <a:lnTo>
                  <a:pt x="2936898" y="917215"/>
                </a:lnTo>
                <a:lnTo>
                  <a:pt x="2942431" y="919717"/>
                </a:lnTo>
                <a:lnTo>
                  <a:pt x="2947915" y="922264"/>
                </a:lnTo>
                <a:lnTo>
                  <a:pt x="2950378" y="928811"/>
                </a:lnTo>
                <a:lnTo>
                  <a:pt x="2945235" y="939824"/>
                </a:lnTo>
                <a:lnTo>
                  <a:pt x="2938737" y="942252"/>
                </a:lnTo>
                <a:lnTo>
                  <a:pt x="2933253" y="939705"/>
                </a:lnTo>
                <a:lnTo>
                  <a:pt x="2931906" y="939045"/>
                </a:lnTo>
                <a:lnTo>
                  <a:pt x="2930754" y="938203"/>
                </a:lnTo>
                <a:close/>
              </a:path>
              <a:path w="5142230" h="2300604">
                <a:moveTo>
                  <a:pt x="3055778" y="1004398"/>
                </a:moveTo>
                <a:lnTo>
                  <a:pt x="3051861" y="1000205"/>
                </a:lnTo>
                <a:lnTo>
                  <a:pt x="3051195" y="994800"/>
                </a:lnTo>
                <a:lnTo>
                  <a:pt x="3053798" y="990451"/>
                </a:lnTo>
                <a:lnTo>
                  <a:pt x="3056991" y="985267"/>
                </a:lnTo>
                <a:lnTo>
                  <a:pt x="3063802" y="983663"/>
                </a:lnTo>
                <a:lnTo>
                  <a:pt x="3074113" y="990009"/>
                </a:lnTo>
                <a:lnTo>
                  <a:pt x="3075723" y="996815"/>
                </a:lnTo>
                <a:lnTo>
                  <a:pt x="3069372" y="1007122"/>
                </a:lnTo>
                <a:lnTo>
                  <a:pt x="3062570" y="1008736"/>
                </a:lnTo>
                <a:lnTo>
                  <a:pt x="3056555" y="1005033"/>
                </a:lnTo>
                <a:lnTo>
                  <a:pt x="3055778" y="1004398"/>
                </a:lnTo>
                <a:close/>
              </a:path>
              <a:path w="5142230" h="2300604">
                <a:moveTo>
                  <a:pt x="2392535" y="761542"/>
                </a:moveTo>
                <a:lnTo>
                  <a:pt x="2388663" y="757397"/>
                </a:lnTo>
                <a:lnTo>
                  <a:pt x="2387561" y="753578"/>
                </a:lnTo>
                <a:lnTo>
                  <a:pt x="2389967" y="743935"/>
                </a:lnTo>
                <a:lnTo>
                  <a:pt x="2395988" y="740410"/>
                </a:lnTo>
                <a:lnTo>
                  <a:pt x="2407740" y="743412"/>
                </a:lnTo>
                <a:lnTo>
                  <a:pt x="2411264" y="749433"/>
                </a:lnTo>
                <a:lnTo>
                  <a:pt x="2408268" y="761181"/>
                </a:lnTo>
                <a:lnTo>
                  <a:pt x="2402247" y="764705"/>
                </a:lnTo>
                <a:lnTo>
                  <a:pt x="2396391" y="763226"/>
                </a:lnTo>
                <a:lnTo>
                  <a:pt x="2394292" y="762640"/>
                </a:lnTo>
                <a:lnTo>
                  <a:pt x="2392535" y="761542"/>
                </a:lnTo>
                <a:close/>
              </a:path>
              <a:path w="5142230" h="2300604">
                <a:moveTo>
                  <a:pt x="2865760" y="910073"/>
                </a:moveTo>
                <a:lnTo>
                  <a:pt x="2861888" y="905928"/>
                </a:lnTo>
                <a:lnTo>
                  <a:pt x="2860857" y="901404"/>
                </a:lnTo>
                <a:lnTo>
                  <a:pt x="2862512" y="897310"/>
                </a:lnTo>
                <a:lnTo>
                  <a:pt x="2864874" y="891725"/>
                </a:lnTo>
                <a:lnTo>
                  <a:pt x="2871288" y="889012"/>
                </a:lnTo>
                <a:lnTo>
                  <a:pt x="2882514" y="893600"/>
                </a:lnTo>
                <a:lnTo>
                  <a:pt x="2885218" y="900014"/>
                </a:lnTo>
                <a:lnTo>
                  <a:pt x="2880590" y="911286"/>
                </a:lnTo>
                <a:lnTo>
                  <a:pt x="2874220" y="913949"/>
                </a:lnTo>
                <a:lnTo>
                  <a:pt x="2868582" y="911628"/>
                </a:lnTo>
                <a:lnTo>
                  <a:pt x="2867003" y="911012"/>
                </a:lnTo>
                <a:lnTo>
                  <a:pt x="2865760" y="910073"/>
                </a:lnTo>
                <a:close/>
              </a:path>
              <a:path w="5142230" h="2300604">
                <a:moveTo>
                  <a:pt x="3334151" y="1810866"/>
                </a:moveTo>
                <a:lnTo>
                  <a:pt x="3330275" y="1806717"/>
                </a:lnTo>
                <a:lnTo>
                  <a:pt x="3329119" y="1803231"/>
                </a:lnTo>
                <a:lnTo>
                  <a:pt x="3330960" y="1793668"/>
                </a:lnTo>
                <a:lnTo>
                  <a:pt x="3336757" y="1789805"/>
                </a:lnTo>
                <a:lnTo>
                  <a:pt x="3348670" y="1792099"/>
                </a:lnTo>
                <a:lnTo>
                  <a:pt x="3352581" y="1797850"/>
                </a:lnTo>
                <a:lnTo>
                  <a:pt x="3351387" y="1803805"/>
                </a:lnTo>
                <a:lnTo>
                  <a:pt x="3350237" y="1809709"/>
                </a:lnTo>
                <a:lnTo>
                  <a:pt x="3344486" y="1813621"/>
                </a:lnTo>
                <a:lnTo>
                  <a:pt x="3338533" y="1812526"/>
                </a:lnTo>
                <a:lnTo>
                  <a:pt x="3336188" y="1812069"/>
                </a:lnTo>
                <a:lnTo>
                  <a:pt x="3334151" y="1810866"/>
                </a:lnTo>
                <a:close/>
              </a:path>
              <a:path w="5142230" h="2300604">
                <a:moveTo>
                  <a:pt x="1772070" y="608660"/>
                </a:moveTo>
                <a:lnTo>
                  <a:pt x="1768198" y="604516"/>
                </a:lnTo>
                <a:lnTo>
                  <a:pt x="1767100" y="600702"/>
                </a:lnTo>
                <a:lnTo>
                  <a:pt x="1769694" y="591065"/>
                </a:lnTo>
                <a:lnTo>
                  <a:pt x="1775715" y="587540"/>
                </a:lnTo>
                <a:lnTo>
                  <a:pt x="1787411" y="590676"/>
                </a:lnTo>
                <a:lnTo>
                  <a:pt x="1790936" y="596698"/>
                </a:lnTo>
                <a:lnTo>
                  <a:pt x="1787799" y="608393"/>
                </a:lnTo>
                <a:lnTo>
                  <a:pt x="1781778" y="611918"/>
                </a:lnTo>
                <a:lnTo>
                  <a:pt x="1773872" y="609807"/>
                </a:lnTo>
                <a:lnTo>
                  <a:pt x="1772070" y="608660"/>
                </a:lnTo>
                <a:close/>
              </a:path>
              <a:path w="5142230" h="2300604">
                <a:moveTo>
                  <a:pt x="3364632" y="1600400"/>
                </a:moveTo>
                <a:lnTo>
                  <a:pt x="3360765" y="1596260"/>
                </a:lnTo>
                <a:lnTo>
                  <a:pt x="3359635" y="1593389"/>
                </a:lnTo>
                <a:lnTo>
                  <a:pt x="3360233" y="1584156"/>
                </a:lnTo>
                <a:lnTo>
                  <a:pt x="3364880" y="1580138"/>
                </a:lnTo>
                <a:lnTo>
                  <a:pt x="3365486" y="1579614"/>
                </a:lnTo>
                <a:lnTo>
                  <a:pt x="3371564" y="1579963"/>
                </a:lnTo>
                <a:lnTo>
                  <a:pt x="3377594" y="1580357"/>
                </a:lnTo>
                <a:lnTo>
                  <a:pt x="3382181" y="1585659"/>
                </a:lnTo>
                <a:lnTo>
                  <a:pt x="3381787" y="1591688"/>
                </a:lnTo>
                <a:lnTo>
                  <a:pt x="3381344" y="1597763"/>
                </a:lnTo>
                <a:lnTo>
                  <a:pt x="3376697" y="1601781"/>
                </a:lnTo>
                <a:lnTo>
                  <a:pt x="3376091" y="1602305"/>
                </a:lnTo>
                <a:lnTo>
                  <a:pt x="3367141" y="1601717"/>
                </a:lnTo>
                <a:lnTo>
                  <a:pt x="3364632" y="1600400"/>
                </a:lnTo>
                <a:close/>
              </a:path>
              <a:path w="5142230" h="2300604">
                <a:moveTo>
                  <a:pt x="2994274" y="969446"/>
                </a:moveTo>
                <a:lnTo>
                  <a:pt x="2990356" y="965253"/>
                </a:lnTo>
                <a:lnTo>
                  <a:pt x="2989583" y="960223"/>
                </a:lnTo>
                <a:lnTo>
                  <a:pt x="2991801" y="955950"/>
                </a:lnTo>
                <a:lnTo>
                  <a:pt x="2994633" y="950575"/>
                </a:lnTo>
                <a:lnTo>
                  <a:pt x="3001311" y="948536"/>
                </a:lnTo>
                <a:lnTo>
                  <a:pt x="3011977" y="954187"/>
                </a:lnTo>
                <a:lnTo>
                  <a:pt x="3014065" y="960820"/>
                </a:lnTo>
                <a:lnTo>
                  <a:pt x="3008411" y="971580"/>
                </a:lnTo>
                <a:lnTo>
                  <a:pt x="3001732" y="973619"/>
                </a:lnTo>
                <a:lnTo>
                  <a:pt x="2995281" y="970231"/>
                </a:lnTo>
                <a:lnTo>
                  <a:pt x="2994274" y="969446"/>
                </a:lnTo>
                <a:close/>
              </a:path>
              <a:path w="5142230" h="2300604">
                <a:moveTo>
                  <a:pt x="1499575" y="528094"/>
                </a:moveTo>
                <a:lnTo>
                  <a:pt x="1495708" y="523954"/>
                </a:lnTo>
                <a:lnTo>
                  <a:pt x="1494623" y="519763"/>
                </a:lnTo>
                <a:lnTo>
                  <a:pt x="1495938" y="515795"/>
                </a:lnTo>
                <a:lnTo>
                  <a:pt x="1497832" y="510197"/>
                </a:lnTo>
                <a:lnTo>
                  <a:pt x="1497881" y="510054"/>
                </a:lnTo>
                <a:lnTo>
                  <a:pt x="1504078" y="506913"/>
                </a:lnTo>
                <a:lnTo>
                  <a:pt x="1509818" y="508855"/>
                </a:lnTo>
                <a:lnTo>
                  <a:pt x="1515608" y="510752"/>
                </a:lnTo>
                <a:lnTo>
                  <a:pt x="1518700" y="516994"/>
                </a:lnTo>
                <a:lnTo>
                  <a:pt x="1516806" y="522689"/>
                </a:lnTo>
                <a:lnTo>
                  <a:pt x="1514957" y="528334"/>
                </a:lnTo>
                <a:lnTo>
                  <a:pt x="1514910" y="528479"/>
                </a:lnTo>
                <a:lnTo>
                  <a:pt x="1508667" y="531571"/>
                </a:lnTo>
                <a:lnTo>
                  <a:pt x="1502919" y="529718"/>
                </a:lnTo>
                <a:lnTo>
                  <a:pt x="1501146" y="529091"/>
                </a:lnTo>
                <a:lnTo>
                  <a:pt x="1499575" y="528094"/>
                </a:lnTo>
                <a:close/>
              </a:path>
              <a:path w="5142230" h="2300604">
                <a:moveTo>
                  <a:pt x="3276323" y="2232415"/>
                </a:moveTo>
                <a:lnTo>
                  <a:pt x="3272496" y="2228320"/>
                </a:lnTo>
                <a:lnTo>
                  <a:pt x="3271357" y="2225731"/>
                </a:lnTo>
                <a:lnTo>
                  <a:pt x="3271183" y="2216845"/>
                </a:lnTo>
                <a:lnTo>
                  <a:pt x="3276030" y="2211869"/>
                </a:lnTo>
                <a:lnTo>
                  <a:pt x="3282125" y="2211746"/>
                </a:lnTo>
                <a:lnTo>
                  <a:pt x="3288166" y="2211664"/>
                </a:lnTo>
                <a:lnTo>
                  <a:pt x="3293195" y="2216462"/>
                </a:lnTo>
                <a:lnTo>
                  <a:pt x="3293273" y="2222507"/>
                </a:lnTo>
                <a:lnTo>
                  <a:pt x="3293400" y="2228606"/>
                </a:lnTo>
                <a:lnTo>
                  <a:pt x="3288557" y="2233587"/>
                </a:lnTo>
                <a:lnTo>
                  <a:pt x="3282458" y="2233705"/>
                </a:lnTo>
                <a:lnTo>
                  <a:pt x="3279250" y="2233790"/>
                </a:lnTo>
                <a:lnTo>
                  <a:pt x="3276323" y="2232415"/>
                </a:lnTo>
                <a:close/>
              </a:path>
              <a:path w="5142230" h="2300604">
                <a:moveTo>
                  <a:pt x="3223933" y="1141884"/>
                </a:moveTo>
                <a:lnTo>
                  <a:pt x="3219742" y="1137398"/>
                </a:lnTo>
                <a:lnTo>
                  <a:pt x="3215695" y="1132869"/>
                </a:lnTo>
                <a:lnTo>
                  <a:pt x="3216022" y="1125889"/>
                </a:lnTo>
                <a:lnTo>
                  <a:pt x="3220257" y="1122114"/>
                </a:lnTo>
                <a:lnTo>
                  <a:pt x="3224989" y="1117795"/>
                </a:lnTo>
                <a:lnTo>
                  <a:pt x="3232006" y="1118171"/>
                </a:lnTo>
                <a:lnTo>
                  <a:pt x="3236012" y="1122656"/>
                </a:lnTo>
                <a:lnTo>
                  <a:pt x="3240113" y="1127045"/>
                </a:lnTo>
                <a:lnTo>
                  <a:pt x="3239772" y="1134109"/>
                </a:lnTo>
                <a:lnTo>
                  <a:pt x="3235248" y="1138162"/>
                </a:lnTo>
                <a:lnTo>
                  <a:pt x="3230814" y="1142212"/>
                </a:lnTo>
                <a:lnTo>
                  <a:pt x="3223933" y="1141884"/>
                </a:lnTo>
                <a:close/>
              </a:path>
              <a:path w="5142230" h="2300604">
                <a:moveTo>
                  <a:pt x="1365712" y="480392"/>
                </a:moveTo>
                <a:lnTo>
                  <a:pt x="1361795" y="476199"/>
                </a:lnTo>
                <a:lnTo>
                  <a:pt x="1360811" y="471822"/>
                </a:lnTo>
                <a:lnTo>
                  <a:pt x="1362318" y="467766"/>
                </a:lnTo>
                <a:lnTo>
                  <a:pt x="1364494" y="462081"/>
                </a:lnTo>
                <a:lnTo>
                  <a:pt x="1370865" y="459224"/>
                </a:lnTo>
                <a:lnTo>
                  <a:pt x="1382195" y="463533"/>
                </a:lnTo>
                <a:lnTo>
                  <a:pt x="1385047" y="469909"/>
                </a:lnTo>
                <a:lnTo>
                  <a:pt x="1380739" y="481230"/>
                </a:lnTo>
                <a:lnTo>
                  <a:pt x="1374367" y="484086"/>
                </a:lnTo>
                <a:lnTo>
                  <a:pt x="1368727" y="481959"/>
                </a:lnTo>
                <a:lnTo>
                  <a:pt x="1367098" y="481289"/>
                </a:lnTo>
                <a:lnTo>
                  <a:pt x="1365712" y="480392"/>
                </a:lnTo>
                <a:close/>
              </a:path>
              <a:path w="5142230" h="2300604">
                <a:moveTo>
                  <a:pt x="1169864" y="396444"/>
                </a:moveTo>
                <a:lnTo>
                  <a:pt x="1165947" y="392251"/>
                </a:lnTo>
                <a:lnTo>
                  <a:pt x="1165024" y="387451"/>
                </a:lnTo>
                <a:lnTo>
                  <a:pt x="1169692" y="377786"/>
                </a:lnTo>
                <a:lnTo>
                  <a:pt x="1176237" y="375506"/>
                </a:lnTo>
                <a:lnTo>
                  <a:pt x="1181726" y="378058"/>
                </a:lnTo>
                <a:lnTo>
                  <a:pt x="1187207" y="380700"/>
                </a:lnTo>
                <a:lnTo>
                  <a:pt x="1189531" y="387294"/>
                </a:lnTo>
                <a:lnTo>
                  <a:pt x="1184293" y="398205"/>
                </a:lnTo>
                <a:lnTo>
                  <a:pt x="1177703" y="400535"/>
                </a:lnTo>
                <a:lnTo>
                  <a:pt x="1172218" y="397888"/>
                </a:lnTo>
                <a:lnTo>
                  <a:pt x="1170967" y="397331"/>
                </a:lnTo>
                <a:lnTo>
                  <a:pt x="1169864" y="396444"/>
                </a:lnTo>
                <a:close/>
              </a:path>
              <a:path w="5142230" h="2300604">
                <a:moveTo>
                  <a:pt x="3357464" y="1670923"/>
                </a:moveTo>
                <a:lnTo>
                  <a:pt x="3353596" y="1666783"/>
                </a:lnTo>
                <a:lnTo>
                  <a:pt x="3352476" y="1663629"/>
                </a:lnTo>
                <a:lnTo>
                  <a:pt x="3353695" y="1654182"/>
                </a:lnTo>
                <a:lnTo>
                  <a:pt x="3359168" y="1649973"/>
                </a:lnTo>
                <a:lnTo>
                  <a:pt x="3365185" y="1650744"/>
                </a:lnTo>
                <a:lnTo>
                  <a:pt x="3371209" y="1651426"/>
                </a:lnTo>
                <a:lnTo>
                  <a:pt x="3375459" y="1656953"/>
                </a:lnTo>
                <a:lnTo>
                  <a:pt x="3373911" y="1668981"/>
                </a:lnTo>
                <a:lnTo>
                  <a:pt x="3368430" y="1673279"/>
                </a:lnTo>
                <a:lnTo>
                  <a:pt x="3362418" y="1672513"/>
                </a:lnTo>
                <a:lnTo>
                  <a:pt x="3359787" y="1672140"/>
                </a:lnTo>
                <a:lnTo>
                  <a:pt x="3357464" y="1670923"/>
                </a:lnTo>
                <a:close/>
              </a:path>
              <a:path w="5142230" h="2300604">
                <a:moveTo>
                  <a:pt x="1432386" y="504945"/>
                </a:moveTo>
                <a:lnTo>
                  <a:pt x="1428514" y="500800"/>
                </a:lnTo>
                <a:lnTo>
                  <a:pt x="1427433" y="496515"/>
                </a:lnTo>
                <a:lnTo>
                  <a:pt x="1428891" y="492504"/>
                </a:lnTo>
                <a:lnTo>
                  <a:pt x="1430879" y="486812"/>
                </a:lnTo>
                <a:lnTo>
                  <a:pt x="1437208" y="483813"/>
                </a:lnTo>
                <a:lnTo>
                  <a:pt x="1448593" y="487887"/>
                </a:lnTo>
                <a:lnTo>
                  <a:pt x="1451636" y="494175"/>
                </a:lnTo>
                <a:lnTo>
                  <a:pt x="1449550" y="499859"/>
                </a:lnTo>
                <a:lnTo>
                  <a:pt x="1447562" y="505551"/>
                </a:lnTo>
                <a:lnTo>
                  <a:pt x="1441279" y="508599"/>
                </a:lnTo>
                <a:lnTo>
                  <a:pt x="1435541" y="506563"/>
                </a:lnTo>
                <a:lnTo>
                  <a:pt x="1433863" y="505939"/>
                </a:lnTo>
                <a:lnTo>
                  <a:pt x="1432386" y="504945"/>
                </a:lnTo>
                <a:close/>
              </a:path>
              <a:path w="5142230" h="2300604">
                <a:moveTo>
                  <a:pt x="2047696" y="677526"/>
                </a:moveTo>
                <a:lnTo>
                  <a:pt x="2043824" y="673382"/>
                </a:lnTo>
                <a:lnTo>
                  <a:pt x="2042723" y="669662"/>
                </a:lnTo>
                <a:lnTo>
                  <a:pt x="2043602" y="665910"/>
                </a:lnTo>
                <a:lnTo>
                  <a:pt x="2045030" y="660010"/>
                </a:lnTo>
                <a:lnTo>
                  <a:pt x="2050960" y="656388"/>
                </a:lnTo>
                <a:lnTo>
                  <a:pt x="2062808" y="659199"/>
                </a:lnTo>
                <a:lnTo>
                  <a:pt x="2066430" y="665129"/>
                </a:lnTo>
                <a:lnTo>
                  <a:pt x="2063574" y="676929"/>
                </a:lnTo>
                <a:lnTo>
                  <a:pt x="2057644" y="680551"/>
                </a:lnTo>
                <a:lnTo>
                  <a:pt x="2051749" y="679128"/>
                </a:lnTo>
                <a:lnTo>
                  <a:pt x="2049542" y="678623"/>
                </a:lnTo>
                <a:lnTo>
                  <a:pt x="2047696" y="677526"/>
                </a:lnTo>
                <a:close/>
              </a:path>
              <a:path w="5142230" h="2300604">
                <a:moveTo>
                  <a:pt x="2254816" y="727112"/>
                </a:moveTo>
                <a:lnTo>
                  <a:pt x="2250990" y="723016"/>
                </a:lnTo>
                <a:lnTo>
                  <a:pt x="2249862" y="719170"/>
                </a:lnTo>
                <a:lnTo>
                  <a:pt x="2250726" y="715501"/>
                </a:lnTo>
                <a:lnTo>
                  <a:pt x="2252155" y="709601"/>
                </a:lnTo>
                <a:lnTo>
                  <a:pt x="2258130" y="706028"/>
                </a:lnTo>
                <a:lnTo>
                  <a:pt x="2269930" y="708884"/>
                </a:lnTo>
                <a:lnTo>
                  <a:pt x="2273552" y="714815"/>
                </a:lnTo>
                <a:lnTo>
                  <a:pt x="2270696" y="726614"/>
                </a:lnTo>
                <a:lnTo>
                  <a:pt x="2264671" y="730233"/>
                </a:lnTo>
                <a:lnTo>
                  <a:pt x="2258820" y="728759"/>
                </a:lnTo>
                <a:lnTo>
                  <a:pt x="2256664" y="728308"/>
                </a:lnTo>
                <a:lnTo>
                  <a:pt x="2254816" y="727112"/>
                </a:lnTo>
                <a:close/>
              </a:path>
              <a:path w="5142230" h="2300604">
                <a:moveTo>
                  <a:pt x="2323731" y="744093"/>
                </a:moveTo>
                <a:lnTo>
                  <a:pt x="2319859" y="739948"/>
                </a:lnTo>
                <a:lnTo>
                  <a:pt x="2318713" y="736180"/>
                </a:lnTo>
                <a:lnTo>
                  <a:pt x="2319709" y="732359"/>
                </a:lnTo>
                <a:lnTo>
                  <a:pt x="2321118" y="726536"/>
                </a:lnTo>
                <a:lnTo>
                  <a:pt x="2322699" y="725589"/>
                </a:lnTo>
                <a:lnTo>
                  <a:pt x="2327209" y="722989"/>
                </a:lnTo>
                <a:lnTo>
                  <a:pt x="2332986" y="724481"/>
                </a:lnTo>
                <a:lnTo>
                  <a:pt x="2338890" y="725914"/>
                </a:lnTo>
                <a:lnTo>
                  <a:pt x="2342463" y="731890"/>
                </a:lnTo>
                <a:lnTo>
                  <a:pt x="2340985" y="737736"/>
                </a:lnTo>
                <a:lnTo>
                  <a:pt x="2339557" y="743636"/>
                </a:lnTo>
                <a:lnTo>
                  <a:pt x="2333586" y="747214"/>
                </a:lnTo>
                <a:lnTo>
                  <a:pt x="2327681" y="745781"/>
                </a:lnTo>
                <a:lnTo>
                  <a:pt x="2325533" y="745240"/>
                </a:lnTo>
                <a:lnTo>
                  <a:pt x="2323731" y="744093"/>
                </a:lnTo>
                <a:close/>
              </a:path>
              <a:path w="5142230" h="2300604">
                <a:moveTo>
                  <a:pt x="2116770" y="693993"/>
                </a:moveTo>
                <a:lnTo>
                  <a:pt x="2112893" y="689844"/>
                </a:lnTo>
                <a:lnTo>
                  <a:pt x="2111797" y="686129"/>
                </a:lnTo>
                <a:lnTo>
                  <a:pt x="2112680" y="682382"/>
                </a:lnTo>
                <a:lnTo>
                  <a:pt x="2114108" y="676482"/>
                </a:lnTo>
                <a:lnTo>
                  <a:pt x="2120038" y="672860"/>
                </a:lnTo>
                <a:lnTo>
                  <a:pt x="2131792" y="675668"/>
                </a:lnTo>
                <a:lnTo>
                  <a:pt x="2135414" y="681598"/>
                </a:lnTo>
                <a:lnTo>
                  <a:pt x="2134080" y="687501"/>
                </a:lnTo>
                <a:lnTo>
                  <a:pt x="2132652" y="693401"/>
                </a:lnTo>
                <a:lnTo>
                  <a:pt x="2126722" y="697023"/>
                </a:lnTo>
                <a:lnTo>
                  <a:pt x="2120822" y="695595"/>
                </a:lnTo>
                <a:lnTo>
                  <a:pt x="2118666" y="695144"/>
                </a:lnTo>
                <a:lnTo>
                  <a:pt x="2116770" y="693993"/>
                </a:lnTo>
                <a:close/>
              </a:path>
              <a:path w="5142230" h="2300604">
                <a:moveTo>
                  <a:pt x="2597623" y="818140"/>
                </a:moveTo>
                <a:lnTo>
                  <a:pt x="2593751" y="813996"/>
                </a:lnTo>
                <a:lnTo>
                  <a:pt x="2592655" y="809988"/>
                </a:lnTo>
                <a:lnTo>
                  <a:pt x="2595540" y="800271"/>
                </a:lnTo>
                <a:lnTo>
                  <a:pt x="2601644" y="796934"/>
                </a:lnTo>
                <a:lnTo>
                  <a:pt x="2613327" y="800447"/>
                </a:lnTo>
                <a:lnTo>
                  <a:pt x="2616566" y="806553"/>
                </a:lnTo>
                <a:lnTo>
                  <a:pt x="2614858" y="812349"/>
                </a:lnTo>
                <a:lnTo>
                  <a:pt x="2613101" y="818190"/>
                </a:lnTo>
                <a:lnTo>
                  <a:pt x="2607045" y="821482"/>
                </a:lnTo>
                <a:lnTo>
                  <a:pt x="2601204" y="819726"/>
                </a:lnTo>
                <a:lnTo>
                  <a:pt x="2599239" y="819187"/>
                </a:lnTo>
                <a:lnTo>
                  <a:pt x="2597623" y="818140"/>
                </a:lnTo>
                <a:close/>
              </a:path>
              <a:path w="5142230" h="2300604">
                <a:moveTo>
                  <a:pt x="3449240" y="1659790"/>
                </a:moveTo>
                <a:lnTo>
                  <a:pt x="3445601" y="1655894"/>
                </a:lnTo>
                <a:lnTo>
                  <a:pt x="3444509" y="1653161"/>
                </a:lnTo>
                <a:lnTo>
                  <a:pt x="3444662" y="1650197"/>
                </a:lnTo>
                <a:lnTo>
                  <a:pt x="3444861" y="1644349"/>
                </a:lnTo>
                <a:lnTo>
                  <a:pt x="3449778" y="1639838"/>
                </a:lnTo>
                <a:lnTo>
                  <a:pt x="3461469" y="1640331"/>
                </a:lnTo>
                <a:lnTo>
                  <a:pt x="3465979" y="1645159"/>
                </a:lnTo>
                <a:lnTo>
                  <a:pt x="3465486" y="1656849"/>
                </a:lnTo>
                <a:lnTo>
                  <a:pt x="3460561" y="1661450"/>
                </a:lnTo>
                <a:lnTo>
                  <a:pt x="3454717" y="1661156"/>
                </a:lnTo>
                <a:lnTo>
                  <a:pt x="3451888" y="1661060"/>
                </a:lnTo>
                <a:lnTo>
                  <a:pt x="3449240" y="1659790"/>
                </a:lnTo>
                <a:close/>
              </a:path>
              <a:path w="5142230" h="2300604">
                <a:moveTo>
                  <a:pt x="3136969" y="917322"/>
                </a:moveTo>
                <a:lnTo>
                  <a:pt x="3132488" y="912525"/>
                </a:lnTo>
                <a:lnTo>
                  <a:pt x="3131873" y="907371"/>
                </a:lnTo>
                <a:lnTo>
                  <a:pt x="3134266" y="903578"/>
                </a:lnTo>
                <a:lnTo>
                  <a:pt x="3137449" y="898677"/>
                </a:lnTo>
                <a:lnTo>
                  <a:pt x="3137711" y="898274"/>
                </a:lnTo>
                <a:lnTo>
                  <a:pt x="3144228" y="896844"/>
                </a:lnTo>
                <a:lnTo>
                  <a:pt x="3149168" y="899981"/>
                </a:lnTo>
                <a:lnTo>
                  <a:pt x="3154068" y="903174"/>
                </a:lnTo>
                <a:lnTo>
                  <a:pt x="3155494" y="909686"/>
                </a:lnTo>
                <a:lnTo>
                  <a:pt x="3152573" y="914183"/>
                </a:lnTo>
                <a:lnTo>
                  <a:pt x="3149427" y="919124"/>
                </a:lnTo>
                <a:lnTo>
                  <a:pt x="3149168" y="919531"/>
                </a:lnTo>
                <a:lnTo>
                  <a:pt x="3142651" y="920961"/>
                </a:lnTo>
                <a:lnTo>
                  <a:pt x="3137751" y="917768"/>
                </a:lnTo>
                <a:lnTo>
                  <a:pt x="3136969" y="917322"/>
                </a:lnTo>
                <a:close/>
              </a:path>
              <a:path w="5142230" h="2300604">
                <a:moveTo>
                  <a:pt x="3300658" y="1058239"/>
                </a:moveTo>
                <a:lnTo>
                  <a:pt x="3296468" y="1053753"/>
                </a:lnTo>
                <a:lnTo>
                  <a:pt x="3292700" y="1049328"/>
                </a:lnTo>
                <a:lnTo>
                  <a:pt x="3293256" y="1042691"/>
                </a:lnTo>
                <a:lnTo>
                  <a:pt x="3301391" y="1035759"/>
                </a:lnTo>
                <a:lnTo>
                  <a:pt x="3302154" y="1035110"/>
                </a:lnTo>
                <a:lnTo>
                  <a:pt x="3308796" y="1035671"/>
                </a:lnTo>
                <a:lnTo>
                  <a:pt x="3316332" y="1044519"/>
                </a:lnTo>
                <a:lnTo>
                  <a:pt x="3315821" y="1051206"/>
                </a:lnTo>
                <a:lnTo>
                  <a:pt x="3307676" y="1058126"/>
                </a:lnTo>
                <a:lnTo>
                  <a:pt x="3307065" y="1058645"/>
                </a:lnTo>
                <a:lnTo>
                  <a:pt x="3300658" y="1058239"/>
                </a:lnTo>
                <a:close/>
              </a:path>
              <a:path w="5142230" h="2300604">
                <a:moveTo>
                  <a:pt x="3195068" y="958011"/>
                </a:moveTo>
                <a:lnTo>
                  <a:pt x="3190306" y="952914"/>
                </a:lnTo>
                <a:lnTo>
                  <a:pt x="3189954" y="947356"/>
                </a:lnTo>
                <a:lnTo>
                  <a:pt x="3193116" y="943215"/>
                </a:lnTo>
                <a:lnTo>
                  <a:pt x="3196721" y="938570"/>
                </a:lnTo>
                <a:lnTo>
                  <a:pt x="3203312" y="937708"/>
                </a:lnTo>
                <a:lnTo>
                  <a:pt x="3207953" y="941308"/>
                </a:lnTo>
                <a:lnTo>
                  <a:pt x="3212607" y="944823"/>
                </a:lnTo>
                <a:lnTo>
                  <a:pt x="3213415" y="951455"/>
                </a:lnTo>
                <a:lnTo>
                  <a:pt x="3209909" y="956109"/>
                </a:lnTo>
                <a:lnTo>
                  <a:pt x="3206349" y="960704"/>
                </a:lnTo>
                <a:lnTo>
                  <a:pt x="3199713" y="961615"/>
                </a:lnTo>
                <a:lnTo>
                  <a:pt x="3195068" y="958011"/>
                </a:lnTo>
                <a:close/>
              </a:path>
              <a:path w="5142230" h="2300604">
                <a:moveTo>
                  <a:pt x="3075327" y="880855"/>
                </a:moveTo>
                <a:lnTo>
                  <a:pt x="3071546" y="876808"/>
                </a:lnTo>
                <a:lnTo>
                  <a:pt x="3070770" y="871871"/>
                </a:lnTo>
                <a:lnTo>
                  <a:pt x="3075847" y="862645"/>
                </a:lnTo>
                <a:lnTo>
                  <a:pt x="3082290" y="860744"/>
                </a:lnTo>
                <a:lnTo>
                  <a:pt x="3087387" y="863562"/>
                </a:lnTo>
                <a:lnTo>
                  <a:pt x="3092533" y="866333"/>
                </a:lnTo>
                <a:lnTo>
                  <a:pt x="3094388" y="872718"/>
                </a:lnTo>
                <a:lnTo>
                  <a:pt x="3091621" y="877869"/>
                </a:lnTo>
                <a:lnTo>
                  <a:pt x="3088799" y="882961"/>
                </a:lnTo>
                <a:lnTo>
                  <a:pt x="3082366" y="884871"/>
                </a:lnTo>
                <a:lnTo>
                  <a:pt x="3077314" y="882103"/>
                </a:lnTo>
                <a:lnTo>
                  <a:pt x="3076247" y="881547"/>
                </a:lnTo>
                <a:lnTo>
                  <a:pt x="3075327" y="880855"/>
                </a:lnTo>
                <a:close/>
              </a:path>
              <a:path w="5142230" h="2300604">
                <a:moveTo>
                  <a:pt x="3452232" y="1517937"/>
                </a:moveTo>
                <a:lnTo>
                  <a:pt x="3448538" y="1513982"/>
                </a:lnTo>
                <a:lnTo>
                  <a:pt x="3447441" y="1511537"/>
                </a:lnTo>
                <a:lnTo>
                  <a:pt x="3447307" y="1502988"/>
                </a:lnTo>
                <a:lnTo>
                  <a:pt x="3451956" y="1498189"/>
                </a:lnTo>
                <a:lnTo>
                  <a:pt x="3457767" y="1498056"/>
                </a:lnTo>
                <a:lnTo>
                  <a:pt x="3463624" y="1497973"/>
                </a:lnTo>
                <a:lnTo>
                  <a:pt x="3468423" y="1502621"/>
                </a:lnTo>
                <a:lnTo>
                  <a:pt x="3468590" y="1514335"/>
                </a:lnTo>
                <a:lnTo>
                  <a:pt x="3463947" y="1519138"/>
                </a:lnTo>
                <a:lnTo>
                  <a:pt x="3458139" y="1519177"/>
                </a:lnTo>
                <a:lnTo>
                  <a:pt x="3455020" y="1519259"/>
                </a:lnTo>
                <a:lnTo>
                  <a:pt x="3452232" y="1517937"/>
                </a:lnTo>
                <a:close/>
              </a:path>
              <a:path w="5142230" h="2300604">
                <a:moveTo>
                  <a:pt x="3248381" y="1003254"/>
                </a:moveTo>
                <a:lnTo>
                  <a:pt x="3244095" y="998667"/>
                </a:lnTo>
                <a:lnTo>
                  <a:pt x="3244077" y="992391"/>
                </a:lnTo>
                <a:lnTo>
                  <a:pt x="3247896" y="988366"/>
                </a:lnTo>
                <a:lnTo>
                  <a:pt x="3251918" y="984070"/>
                </a:lnTo>
                <a:lnTo>
                  <a:pt x="3258581" y="983872"/>
                </a:lnTo>
                <a:lnTo>
                  <a:pt x="3262882" y="987890"/>
                </a:lnTo>
                <a:lnTo>
                  <a:pt x="3267089" y="991904"/>
                </a:lnTo>
                <a:lnTo>
                  <a:pt x="3267287" y="998567"/>
                </a:lnTo>
                <a:lnTo>
                  <a:pt x="3263318" y="1002823"/>
                </a:lnTo>
                <a:lnTo>
                  <a:pt x="3259299" y="1007025"/>
                </a:lnTo>
                <a:lnTo>
                  <a:pt x="3252587" y="1007268"/>
                </a:lnTo>
                <a:lnTo>
                  <a:pt x="3248381" y="1003254"/>
                </a:lnTo>
                <a:close/>
              </a:path>
              <a:path w="5142230" h="2300604">
                <a:moveTo>
                  <a:pt x="2947170" y="820691"/>
                </a:moveTo>
                <a:lnTo>
                  <a:pt x="2943431" y="816688"/>
                </a:lnTo>
                <a:lnTo>
                  <a:pt x="2942546" y="812319"/>
                </a:lnTo>
                <a:lnTo>
                  <a:pt x="2944139" y="808356"/>
                </a:lnTo>
                <a:lnTo>
                  <a:pt x="2946356" y="803007"/>
                </a:lnTo>
                <a:lnTo>
                  <a:pt x="2952534" y="800432"/>
                </a:lnTo>
                <a:lnTo>
                  <a:pt x="2963331" y="804854"/>
                </a:lnTo>
                <a:lnTo>
                  <a:pt x="2965911" y="811037"/>
                </a:lnTo>
                <a:lnTo>
                  <a:pt x="2963694" y="816386"/>
                </a:lnTo>
                <a:lnTo>
                  <a:pt x="2961478" y="821834"/>
                </a:lnTo>
                <a:lnTo>
                  <a:pt x="2955305" y="824414"/>
                </a:lnTo>
                <a:lnTo>
                  <a:pt x="2949906" y="822153"/>
                </a:lnTo>
                <a:lnTo>
                  <a:pt x="2948462" y="821584"/>
                </a:lnTo>
                <a:lnTo>
                  <a:pt x="2947170" y="820691"/>
                </a:lnTo>
                <a:close/>
              </a:path>
              <a:path w="5142230" h="2300604">
                <a:moveTo>
                  <a:pt x="3446212" y="1730737"/>
                </a:moveTo>
                <a:lnTo>
                  <a:pt x="3442527" y="1726792"/>
                </a:lnTo>
                <a:lnTo>
                  <a:pt x="3441391" y="1724110"/>
                </a:lnTo>
                <a:lnTo>
                  <a:pt x="3441539" y="1721141"/>
                </a:lnTo>
                <a:lnTo>
                  <a:pt x="3441728" y="1715577"/>
                </a:lnTo>
                <a:lnTo>
                  <a:pt x="3446749" y="1710786"/>
                </a:lnTo>
                <a:lnTo>
                  <a:pt x="3458351" y="1711280"/>
                </a:lnTo>
                <a:lnTo>
                  <a:pt x="3462860" y="1716107"/>
                </a:lnTo>
                <a:lnTo>
                  <a:pt x="3462658" y="1722049"/>
                </a:lnTo>
                <a:lnTo>
                  <a:pt x="3462360" y="1727888"/>
                </a:lnTo>
                <a:lnTo>
                  <a:pt x="3457438" y="1732394"/>
                </a:lnTo>
                <a:lnTo>
                  <a:pt x="3451640" y="1732149"/>
                </a:lnTo>
                <a:lnTo>
                  <a:pt x="3448770" y="1732009"/>
                </a:lnTo>
                <a:lnTo>
                  <a:pt x="3446212" y="1730737"/>
                </a:lnTo>
                <a:close/>
              </a:path>
              <a:path w="5142230" h="2300604">
                <a:moveTo>
                  <a:pt x="3012158" y="849010"/>
                </a:moveTo>
                <a:lnTo>
                  <a:pt x="3008373" y="844958"/>
                </a:lnTo>
                <a:lnTo>
                  <a:pt x="3007494" y="840400"/>
                </a:lnTo>
                <a:lnTo>
                  <a:pt x="3009379" y="836357"/>
                </a:lnTo>
                <a:lnTo>
                  <a:pt x="3011866" y="831103"/>
                </a:lnTo>
                <a:lnTo>
                  <a:pt x="3018133" y="828819"/>
                </a:lnTo>
                <a:lnTo>
                  <a:pt x="3023432" y="831265"/>
                </a:lnTo>
                <a:lnTo>
                  <a:pt x="3028682" y="833757"/>
                </a:lnTo>
                <a:lnTo>
                  <a:pt x="3030970" y="840019"/>
                </a:lnTo>
                <a:lnTo>
                  <a:pt x="3026073" y="850612"/>
                </a:lnTo>
                <a:lnTo>
                  <a:pt x="3019721" y="852902"/>
                </a:lnTo>
                <a:lnTo>
                  <a:pt x="3014467" y="850405"/>
                </a:lnTo>
                <a:lnTo>
                  <a:pt x="3013216" y="849848"/>
                </a:lnTo>
                <a:lnTo>
                  <a:pt x="3012158" y="849010"/>
                </a:lnTo>
                <a:close/>
              </a:path>
              <a:path w="5142230" h="2300604">
                <a:moveTo>
                  <a:pt x="3451659" y="1588873"/>
                </a:moveTo>
                <a:lnTo>
                  <a:pt x="3447965" y="1584919"/>
                </a:lnTo>
                <a:lnTo>
                  <a:pt x="3446880" y="1582194"/>
                </a:lnTo>
                <a:lnTo>
                  <a:pt x="3446925" y="1579407"/>
                </a:lnTo>
                <a:lnTo>
                  <a:pt x="3447124" y="1573560"/>
                </a:lnTo>
                <a:lnTo>
                  <a:pt x="3451954" y="1568956"/>
                </a:lnTo>
                <a:lnTo>
                  <a:pt x="3457761" y="1569111"/>
                </a:lnTo>
                <a:lnTo>
                  <a:pt x="3463699" y="1569213"/>
                </a:lnTo>
                <a:lnTo>
                  <a:pt x="3468210" y="1574042"/>
                </a:lnTo>
                <a:lnTo>
                  <a:pt x="3468060" y="1579843"/>
                </a:lnTo>
                <a:lnTo>
                  <a:pt x="3467955" y="1585694"/>
                </a:lnTo>
                <a:lnTo>
                  <a:pt x="3463129" y="1590303"/>
                </a:lnTo>
                <a:lnTo>
                  <a:pt x="3454307" y="1590144"/>
                </a:lnTo>
                <a:lnTo>
                  <a:pt x="3451659" y="1588873"/>
                </a:lnTo>
                <a:close/>
              </a:path>
              <a:path w="5142230" h="2300604">
                <a:moveTo>
                  <a:pt x="3449020" y="1447249"/>
                </a:moveTo>
                <a:lnTo>
                  <a:pt x="3445331" y="1443300"/>
                </a:lnTo>
                <a:lnTo>
                  <a:pt x="3444268" y="1441087"/>
                </a:lnTo>
                <a:lnTo>
                  <a:pt x="3443564" y="1432806"/>
                </a:lnTo>
                <a:lnTo>
                  <a:pt x="3447939" y="1427715"/>
                </a:lnTo>
                <a:lnTo>
                  <a:pt x="3453714" y="1427250"/>
                </a:lnTo>
                <a:lnTo>
                  <a:pt x="3459538" y="1426741"/>
                </a:lnTo>
                <a:lnTo>
                  <a:pt x="3464678" y="1431070"/>
                </a:lnTo>
                <a:lnTo>
                  <a:pt x="3465089" y="1436886"/>
                </a:lnTo>
                <a:lnTo>
                  <a:pt x="3465604" y="1442715"/>
                </a:lnTo>
                <a:lnTo>
                  <a:pt x="3461229" y="1447806"/>
                </a:lnTo>
                <a:lnTo>
                  <a:pt x="3455453" y="1448271"/>
                </a:lnTo>
                <a:lnTo>
                  <a:pt x="3452086" y="1448576"/>
                </a:lnTo>
                <a:lnTo>
                  <a:pt x="3449020" y="1447249"/>
                </a:lnTo>
                <a:close/>
              </a:path>
              <a:path w="5142230" h="2300604">
                <a:moveTo>
                  <a:pt x="2679934" y="725715"/>
                </a:moveTo>
                <a:lnTo>
                  <a:pt x="2676204" y="721722"/>
                </a:lnTo>
                <a:lnTo>
                  <a:pt x="2675204" y="717817"/>
                </a:lnTo>
                <a:lnTo>
                  <a:pt x="2676370" y="714080"/>
                </a:lnTo>
                <a:lnTo>
                  <a:pt x="2678067" y="708468"/>
                </a:lnTo>
                <a:lnTo>
                  <a:pt x="2684031" y="705371"/>
                </a:lnTo>
                <a:lnTo>
                  <a:pt x="2695143" y="708860"/>
                </a:lnTo>
                <a:lnTo>
                  <a:pt x="2698250" y="714824"/>
                </a:lnTo>
                <a:lnTo>
                  <a:pt x="2696502" y="720383"/>
                </a:lnTo>
                <a:lnTo>
                  <a:pt x="2694800" y="725891"/>
                </a:lnTo>
                <a:lnTo>
                  <a:pt x="2688845" y="728998"/>
                </a:lnTo>
                <a:lnTo>
                  <a:pt x="2683286" y="727250"/>
                </a:lnTo>
                <a:lnTo>
                  <a:pt x="2681510" y="726718"/>
                </a:lnTo>
                <a:lnTo>
                  <a:pt x="2679934" y="725715"/>
                </a:lnTo>
                <a:close/>
              </a:path>
              <a:path w="5142230" h="2300604">
                <a:moveTo>
                  <a:pt x="2747459" y="747464"/>
                </a:moveTo>
                <a:lnTo>
                  <a:pt x="2743729" y="743471"/>
                </a:lnTo>
                <a:lnTo>
                  <a:pt x="2742732" y="739471"/>
                </a:lnTo>
                <a:lnTo>
                  <a:pt x="2745789" y="730232"/>
                </a:lnTo>
                <a:lnTo>
                  <a:pt x="2745837" y="730088"/>
                </a:lnTo>
                <a:lnTo>
                  <a:pt x="2751788" y="727075"/>
                </a:lnTo>
                <a:lnTo>
                  <a:pt x="2762899" y="730758"/>
                </a:lnTo>
                <a:lnTo>
                  <a:pt x="2765858" y="736760"/>
                </a:lnTo>
                <a:lnTo>
                  <a:pt x="2764016" y="742315"/>
                </a:lnTo>
                <a:lnTo>
                  <a:pt x="2762271" y="747680"/>
                </a:lnTo>
                <a:lnTo>
                  <a:pt x="2762224" y="747825"/>
                </a:lnTo>
                <a:lnTo>
                  <a:pt x="2756222" y="750784"/>
                </a:lnTo>
                <a:lnTo>
                  <a:pt x="2750663" y="749037"/>
                </a:lnTo>
                <a:lnTo>
                  <a:pt x="2748936" y="748459"/>
                </a:lnTo>
                <a:lnTo>
                  <a:pt x="2747459" y="747464"/>
                </a:lnTo>
                <a:close/>
              </a:path>
              <a:path w="5142230" h="2300604">
                <a:moveTo>
                  <a:pt x="3406119" y="1240238"/>
                </a:moveTo>
                <a:lnTo>
                  <a:pt x="3402384" y="1236240"/>
                </a:lnTo>
                <a:lnTo>
                  <a:pt x="3401622" y="1235034"/>
                </a:lnTo>
                <a:lnTo>
                  <a:pt x="3401097" y="1233689"/>
                </a:lnTo>
                <a:lnTo>
                  <a:pt x="3399070" y="1228196"/>
                </a:lnTo>
                <a:lnTo>
                  <a:pt x="3401874" y="1222107"/>
                </a:lnTo>
                <a:lnTo>
                  <a:pt x="3407372" y="1220075"/>
                </a:lnTo>
                <a:lnTo>
                  <a:pt x="3412821" y="1218089"/>
                </a:lnTo>
                <a:lnTo>
                  <a:pt x="3418906" y="1220888"/>
                </a:lnTo>
                <a:lnTo>
                  <a:pt x="3422928" y="1231840"/>
                </a:lnTo>
                <a:lnTo>
                  <a:pt x="3420124" y="1237930"/>
                </a:lnTo>
                <a:lnTo>
                  <a:pt x="3410516" y="1241426"/>
                </a:lnTo>
                <a:lnTo>
                  <a:pt x="3406119" y="1240238"/>
                </a:lnTo>
                <a:close/>
              </a:path>
              <a:path w="5142230" h="2300604">
                <a:moveTo>
                  <a:pt x="1443827" y="403220"/>
                </a:moveTo>
                <a:lnTo>
                  <a:pt x="1440092" y="399222"/>
                </a:lnTo>
                <a:lnTo>
                  <a:pt x="1439136" y="395266"/>
                </a:lnTo>
                <a:lnTo>
                  <a:pt x="1442164" y="385898"/>
                </a:lnTo>
                <a:lnTo>
                  <a:pt x="1448107" y="382877"/>
                </a:lnTo>
                <a:lnTo>
                  <a:pt x="1459172" y="386511"/>
                </a:lnTo>
                <a:lnTo>
                  <a:pt x="1462229" y="392421"/>
                </a:lnTo>
                <a:lnTo>
                  <a:pt x="1458640" y="403535"/>
                </a:lnTo>
                <a:lnTo>
                  <a:pt x="1452684" y="406543"/>
                </a:lnTo>
                <a:lnTo>
                  <a:pt x="1447125" y="404796"/>
                </a:lnTo>
                <a:lnTo>
                  <a:pt x="1445398" y="404218"/>
                </a:lnTo>
                <a:lnTo>
                  <a:pt x="1443827" y="403220"/>
                </a:lnTo>
                <a:close/>
              </a:path>
              <a:path w="5142230" h="2300604">
                <a:moveTo>
                  <a:pt x="1579698" y="444763"/>
                </a:moveTo>
                <a:lnTo>
                  <a:pt x="1575959" y="440759"/>
                </a:lnTo>
                <a:lnTo>
                  <a:pt x="1574955" y="436948"/>
                </a:lnTo>
                <a:lnTo>
                  <a:pt x="1577634" y="427598"/>
                </a:lnTo>
                <a:lnTo>
                  <a:pt x="1583503" y="424398"/>
                </a:lnTo>
                <a:lnTo>
                  <a:pt x="1589113" y="426006"/>
                </a:lnTo>
                <a:lnTo>
                  <a:pt x="1594675" y="427658"/>
                </a:lnTo>
                <a:lnTo>
                  <a:pt x="1597928" y="433486"/>
                </a:lnTo>
                <a:lnTo>
                  <a:pt x="1594713" y="444707"/>
                </a:lnTo>
                <a:lnTo>
                  <a:pt x="1588845" y="447907"/>
                </a:lnTo>
                <a:lnTo>
                  <a:pt x="1581364" y="445764"/>
                </a:lnTo>
                <a:lnTo>
                  <a:pt x="1579698" y="444763"/>
                </a:lnTo>
                <a:close/>
              </a:path>
              <a:path w="5142230" h="2300604">
                <a:moveTo>
                  <a:pt x="1511602" y="424552"/>
                </a:moveTo>
                <a:lnTo>
                  <a:pt x="1507867" y="420554"/>
                </a:lnTo>
                <a:lnTo>
                  <a:pt x="1506862" y="416644"/>
                </a:lnTo>
                <a:lnTo>
                  <a:pt x="1508028" y="412907"/>
                </a:lnTo>
                <a:lnTo>
                  <a:pt x="1509685" y="407350"/>
                </a:lnTo>
                <a:lnTo>
                  <a:pt x="1515599" y="404199"/>
                </a:lnTo>
                <a:lnTo>
                  <a:pt x="1526768" y="407554"/>
                </a:lnTo>
                <a:lnTo>
                  <a:pt x="1529919" y="413468"/>
                </a:lnTo>
                <a:lnTo>
                  <a:pt x="1526516" y="424682"/>
                </a:lnTo>
                <a:lnTo>
                  <a:pt x="1520602" y="427833"/>
                </a:lnTo>
                <a:lnTo>
                  <a:pt x="1515043" y="426086"/>
                </a:lnTo>
                <a:lnTo>
                  <a:pt x="1513173" y="425550"/>
                </a:lnTo>
                <a:lnTo>
                  <a:pt x="1511602" y="424552"/>
                </a:lnTo>
                <a:close/>
              </a:path>
              <a:path w="5142230" h="2300604">
                <a:moveTo>
                  <a:pt x="2814565" y="770426"/>
                </a:moveTo>
                <a:lnTo>
                  <a:pt x="2810835" y="766433"/>
                </a:lnTo>
                <a:lnTo>
                  <a:pt x="2809836" y="762334"/>
                </a:lnTo>
                <a:lnTo>
                  <a:pt x="2811199" y="758514"/>
                </a:lnTo>
                <a:lnTo>
                  <a:pt x="2813134" y="752962"/>
                </a:lnTo>
                <a:lnTo>
                  <a:pt x="2819223" y="750096"/>
                </a:lnTo>
                <a:lnTo>
                  <a:pt x="2830188" y="754014"/>
                </a:lnTo>
                <a:lnTo>
                  <a:pt x="2833048" y="760008"/>
                </a:lnTo>
                <a:lnTo>
                  <a:pt x="2829185" y="771023"/>
                </a:lnTo>
                <a:lnTo>
                  <a:pt x="2823137" y="773933"/>
                </a:lnTo>
                <a:lnTo>
                  <a:pt x="2815996" y="771372"/>
                </a:lnTo>
                <a:lnTo>
                  <a:pt x="2814565" y="770426"/>
                </a:lnTo>
                <a:close/>
              </a:path>
              <a:path w="5142230" h="2300604">
                <a:moveTo>
                  <a:pt x="1854403" y="517138"/>
                </a:moveTo>
                <a:lnTo>
                  <a:pt x="1850668" y="513140"/>
                </a:lnTo>
                <a:lnTo>
                  <a:pt x="1850286" y="511852"/>
                </a:lnTo>
                <a:lnTo>
                  <a:pt x="1849628" y="509485"/>
                </a:lnTo>
                <a:lnTo>
                  <a:pt x="1850489" y="505910"/>
                </a:lnTo>
                <a:lnTo>
                  <a:pt x="1851903" y="500289"/>
                </a:lnTo>
                <a:lnTo>
                  <a:pt x="1857597" y="496805"/>
                </a:lnTo>
                <a:lnTo>
                  <a:pt x="1868928" y="499551"/>
                </a:lnTo>
                <a:lnTo>
                  <a:pt x="1872368" y="505286"/>
                </a:lnTo>
                <a:lnTo>
                  <a:pt x="1869622" y="516617"/>
                </a:lnTo>
                <a:lnTo>
                  <a:pt x="1863932" y="520106"/>
                </a:lnTo>
                <a:lnTo>
                  <a:pt x="1858267" y="518733"/>
                </a:lnTo>
                <a:lnTo>
                  <a:pt x="1856208" y="518191"/>
                </a:lnTo>
                <a:lnTo>
                  <a:pt x="1854403" y="517138"/>
                </a:lnTo>
                <a:close/>
              </a:path>
              <a:path w="5142230" h="2300604">
                <a:moveTo>
                  <a:pt x="2881156" y="794792"/>
                </a:moveTo>
                <a:lnTo>
                  <a:pt x="2877416" y="790788"/>
                </a:lnTo>
                <a:lnTo>
                  <a:pt x="2876479" y="786560"/>
                </a:lnTo>
                <a:lnTo>
                  <a:pt x="2877975" y="782687"/>
                </a:lnTo>
                <a:lnTo>
                  <a:pt x="2880007" y="777238"/>
                </a:lnTo>
                <a:lnTo>
                  <a:pt x="2886096" y="774471"/>
                </a:lnTo>
                <a:lnTo>
                  <a:pt x="2896998" y="778614"/>
                </a:lnTo>
                <a:lnTo>
                  <a:pt x="2899769" y="784709"/>
                </a:lnTo>
                <a:lnTo>
                  <a:pt x="2895621" y="795615"/>
                </a:lnTo>
                <a:lnTo>
                  <a:pt x="2889531" y="798381"/>
                </a:lnTo>
                <a:lnTo>
                  <a:pt x="2884072" y="796350"/>
                </a:lnTo>
                <a:lnTo>
                  <a:pt x="2882493" y="795734"/>
                </a:lnTo>
                <a:lnTo>
                  <a:pt x="2881156" y="794792"/>
                </a:lnTo>
                <a:close/>
              </a:path>
              <a:path w="5142230" h="2300604">
                <a:moveTo>
                  <a:pt x="1376471" y="380674"/>
                </a:moveTo>
                <a:lnTo>
                  <a:pt x="1372781" y="376725"/>
                </a:lnTo>
                <a:lnTo>
                  <a:pt x="1371788" y="372631"/>
                </a:lnTo>
                <a:lnTo>
                  <a:pt x="1373051" y="368803"/>
                </a:lnTo>
                <a:lnTo>
                  <a:pt x="1374987" y="363251"/>
                </a:lnTo>
                <a:lnTo>
                  <a:pt x="1380981" y="360381"/>
                </a:lnTo>
                <a:lnTo>
                  <a:pt x="1391994" y="364155"/>
                </a:lnTo>
                <a:lnTo>
                  <a:pt x="1394953" y="370157"/>
                </a:lnTo>
                <a:lnTo>
                  <a:pt x="1391134" y="381221"/>
                </a:lnTo>
                <a:lnTo>
                  <a:pt x="1385132" y="384179"/>
                </a:lnTo>
                <a:lnTo>
                  <a:pt x="1377943" y="381664"/>
                </a:lnTo>
                <a:lnTo>
                  <a:pt x="1376471" y="380674"/>
                </a:lnTo>
                <a:close/>
              </a:path>
              <a:path w="5142230" h="2300604">
                <a:moveTo>
                  <a:pt x="2130810" y="582343"/>
                </a:moveTo>
                <a:lnTo>
                  <a:pt x="2127120" y="578394"/>
                </a:lnTo>
                <a:lnTo>
                  <a:pt x="2126013" y="574863"/>
                </a:lnTo>
                <a:lnTo>
                  <a:pt x="2126848" y="571261"/>
                </a:lnTo>
                <a:lnTo>
                  <a:pt x="2128221" y="565595"/>
                </a:lnTo>
                <a:lnTo>
                  <a:pt x="2133865" y="562058"/>
                </a:lnTo>
                <a:lnTo>
                  <a:pt x="2139531" y="563431"/>
                </a:lnTo>
                <a:lnTo>
                  <a:pt x="2145200" y="564710"/>
                </a:lnTo>
                <a:lnTo>
                  <a:pt x="2148734" y="570448"/>
                </a:lnTo>
                <a:lnTo>
                  <a:pt x="2146078" y="581777"/>
                </a:lnTo>
                <a:lnTo>
                  <a:pt x="2140438" y="585320"/>
                </a:lnTo>
                <a:lnTo>
                  <a:pt x="2132616" y="583496"/>
                </a:lnTo>
                <a:lnTo>
                  <a:pt x="2130810" y="582343"/>
                </a:lnTo>
                <a:close/>
              </a:path>
              <a:path w="5142230" h="2300604">
                <a:moveTo>
                  <a:pt x="1785491" y="500063"/>
                </a:moveTo>
                <a:lnTo>
                  <a:pt x="1781756" y="496065"/>
                </a:lnTo>
                <a:lnTo>
                  <a:pt x="1780701" y="492394"/>
                </a:lnTo>
                <a:lnTo>
                  <a:pt x="1781626" y="488790"/>
                </a:lnTo>
                <a:lnTo>
                  <a:pt x="1782999" y="483124"/>
                </a:lnTo>
                <a:lnTo>
                  <a:pt x="1788775" y="479728"/>
                </a:lnTo>
                <a:lnTo>
                  <a:pt x="1794441" y="481101"/>
                </a:lnTo>
                <a:lnTo>
                  <a:pt x="1800108" y="482574"/>
                </a:lnTo>
                <a:lnTo>
                  <a:pt x="1803498" y="488255"/>
                </a:lnTo>
                <a:lnTo>
                  <a:pt x="1800662" y="499588"/>
                </a:lnTo>
                <a:lnTo>
                  <a:pt x="1794927" y="503028"/>
                </a:lnTo>
                <a:lnTo>
                  <a:pt x="1789379" y="501683"/>
                </a:lnTo>
                <a:lnTo>
                  <a:pt x="1787202" y="501113"/>
                </a:lnTo>
                <a:lnTo>
                  <a:pt x="1785491" y="500063"/>
                </a:lnTo>
                <a:close/>
              </a:path>
              <a:path w="5142230" h="2300604">
                <a:moveTo>
                  <a:pt x="2337892" y="631791"/>
                </a:moveTo>
                <a:lnTo>
                  <a:pt x="2334203" y="627842"/>
                </a:lnTo>
                <a:lnTo>
                  <a:pt x="2333147" y="624171"/>
                </a:lnTo>
                <a:lnTo>
                  <a:pt x="2335441" y="614896"/>
                </a:lnTo>
                <a:lnTo>
                  <a:pt x="2336963" y="613984"/>
                </a:lnTo>
                <a:lnTo>
                  <a:pt x="2341296" y="611487"/>
                </a:lnTo>
                <a:lnTo>
                  <a:pt x="2346793" y="612875"/>
                </a:lnTo>
                <a:lnTo>
                  <a:pt x="2352463" y="614253"/>
                </a:lnTo>
                <a:lnTo>
                  <a:pt x="2355949" y="620037"/>
                </a:lnTo>
                <a:lnTo>
                  <a:pt x="2354530" y="625654"/>
                </a:lnTo>
                <a:lnTo>
                  <a:pt x="2353157" y="631319"/>
                </a:lnTo>
                <a:lnTo>
                  <a:pt x="2347422" y="634759"/>
                </a:lnTo>
                <a:lnTo>
                  <a:pt x="2341756" y="633386"/>
                </a:lnTo>
                <a:lnTo>
                  <a:pt x="2339698" y="632844"/>
                </a:lnTo>
                <a:lnTo>
                  <a:pt x="2337892" y="631791"/>
                </a:lnTo>
                <a:close/>
              </a:path>
              <a:path w="5142230" h="2300604">
                <a:moveTo>
                  <a:pt x="2406748" y="649100"/>
                </a:moveTo>
                <a:lnTo>
                  <a:pt x="2403013" y="645102"/>
                </a:lnTo>
                <a:lnTo>
                  <a:pt x="2401953" y="641426"/>
                </a:lnTo>
                <a:lnTo>
                  <a:pt x="2404346" y="632160"/>
                </a:lnTo>
                <a:lnTo>
                  <a:pt x="2410086" y="628725"/>
                </a:lnTo>
                <a:lnTo>
                  <a:pt x="2421411" y="631660"/>
                </a:lnTo>
                <a:lnTo>
                  <a:pt x="2424805" y="637346"/>
                </a:lnTo>
                <a:lnTo>
                  <a:pt x="2423402" y="642980"/>
                </a:lnTo>
                <a:lnTo>
                  <a:pt x="2421916" y="648720"/>
                </a:lnTo>
                <a:lnTo>
                  <a:pt x="2416135" y="652111"/>
                </a:lnTo>
                <a:lnTo>
                  <a:pt x="2410638" y="650722"/>
                </a:lnTo>
                <a:lnTo>
                  <a:pt x="2408459" y="650150"/>
                </a:lnTo>
                <a:lnTo>
                  <a:pt x="2406748" y="649100"/>
                </a:lnTo>
                <a:close/>
              </a:path>
              <a:path w="5142230" h="2300604">
                <a:moveTo>
                  <a:pt x="2199943" y="598581"/>
                </a:moveTo>
                <a:lnTo>
                  <a:pt x="2196254" y="594631"/>
                </a:lnTo>
                <a:lnTo>
                  <a:pt x="2195101" y="591051"/>
                </a:lnTo>
                <a:lnTo>
                  <a:pt x="2195973" y="587489"/>
                </a:lnTo>
                <a:lnTo>
                  <a:pt x="2197305" y="581779"/>
                </a:lnTo>
                <a:lnTo>
                  <a:pt x="2202990" y="578285"/>
                </a:lnTo>
                <a:lnTo>
                  <a:pt x="2214329" y="580942"/>
                </a:lnTo>
                <a:lnTo>
                  <a:pt x="2217912" y="586635"/>
                </a:lnTo>
                <a:lnTo>
                  <a:pt x="2216539" y="592300"/>
                </a:lnTo>
                <a:lnTo>
                  <a:pt x="2215211" y="598015"/>
                </a:lnTo>
                <a:lnTo>
                  <a:pt x="2209522" y="601504"/>
                </a:lnTo>
                <a:lnTo>
                  <a:pt x="2201700" y="599679"/>
                </a:lnTo>
                <a:lnTo>
                  <a:pt x="2199943" y="598581"/>
                </a:lnTo>
                <a:close/>
              </a:path>
              <a:path w="5142230" h="2300604">
                <a:moveTo>
                  <a:pt x="3443422" y="1801745"/>
                </a:moveTo>
                <a:lnTo>
                  <a:pt x="3439732" y="1797795"/>
                </a:lnTo>
                <a:lnTo>
                  <a:pt x="3438690" y="1795116"/>
                </a:lnTo>
                <a:lnTo>
                  <a:pt x="3438988" y="1786344"/>
                </a:lnTo>
                <a:lnTo>
                  <a:pt x="3443860" y="1781785"/>
                </a:lnTo>
                <a:lnTo>
                  <a:pt x="3455555" y="1782183"/>
                </a:lnTo>
                <a:lnTo>
                  <a:pt x="3460064" y="1787010"/>
                </a:lnTo>
                <a:lnTo>
                  <a:pt x="3459671" y="1798710"/>
                </a:lnTo>
                <a:lnTo>
                  <a:pt x="3454795" y="1803265"/>
                </a:lnTo>
                <a:lnTo>
                  <a:pt x="3446069" y="1803015"/>
                </a:lnTo>
                <a:lnTo>
                  <a:pt x="3443422" y="1801745"/>
                </a:lnTo>
                <a:close/>
              </a:path>
              <a:path w="5142230" h="2300604">
                <a:moveTo>
                  <a:pt x="2612044" y="705139"/>
                </a:moveTo>
                <a:lnTo>
                  <a:pt x="2608354" y="701190"/>
                </a:lnTo>
                <a:lnTo>
                  <a:pt x="2607306" y="697330"/>
                </a:lnTo>
                <a:lnTo>
                  <a:pt x="2608373" y="693585"/>
                </a:lnTo>
                <a:lnTo>
                  <a:pt x="2610030" y="688028"/>
                </a:lnTo>
                <a:lnTo>
                  <a:pt x="2615898" y="684829"/>
                </a:lnTo>
                <a:lnTo>
                  <a:pt x="2627116" y="688137"/>
                </a:lnTo>
                <a:lnTo>
                  <a:pt x="2630315" y="694006"/>
                </a:lnTo>
                <a:lnTo>
                  <a:pt x="2628658" y="699563"/>
                </a:lnTo>
                <a:lnTo>
                  <a:pt x="2626956" y="705170"/>
                </a:lnTo>
                <a:lnTo>
                  <a:pt x="2621088" y="708369"/>
                </a:lnTo>
                <a:lnTo>
                  <a:pt x="2615526" y="706716"/>
                </a:lnTo>
                <a:lnTo>
                  <a:pt x="2613656" y="706181"/>
                </a:lnTo>
                <a:lnTo>
                  <a:pt x="2612044" y="705139"/>
                </a:lnTo>
                <a:close/>
              </a:path>
              <a:path w="5142230" h="2300604">
                <a:moveTo>
                  <a:pt x="3426767" y="1307695"/>
                </a:moveTo>
                <a:lnTo>
                  <a:pt x="3423073" y="1303741"/>
                </a:lnTo>
                <a:lnTo>
                  <a:pt x="3422140" y="1302156"/>
                </a:lnTo>
                <a:lnTo>
                  <a:pt x="3420267" y="1294775"/>
                </a:lnTo>
                <a:lnTo>
                  <a:pt x="3423721" y="1288991"/>
                </a:lnTo>
                <a:lnTo>
                  <a:pt x="3429340" y="1287577"/>
                </a:lnTo>
                <a:lnTo>
                  <a:pt x="3435003" y="1286113"/>
                </a:lnTo>
                <a:lnTo>
                  <a:pt x="3440741" y="1289519"/>
                </a:lnTo>
                <a:lnTo>
                  <a:pt x="3443660" y="1300854"/>
                </a:lnTo>
                <a:lnTo>
                  <a:pt x="3440165" y="1306594"/>
                </a:lnTo>
                <a:lnTo>
                  <a:pt x="3430640" y="1309007"/>
                </a:lnTo>
                <a:lnTo>
                  <a:pt x="3426767" y="1307695"/>
                </a:lnTo>
                <a:close/>
              </a:path>
              <a:path w="5142230" h="2300604">
                <a:moveTo>
                  <a:pt x="3440786" y="1376952"/>
                </a:moveTo>
                <a:lnTo>
                  <a:pt x="3437101" y="1373008"/>
                </a:lnTo>
                <a:lnTo>
                  <a:pt x="3436124" y="1371081"/>
                </a:lnTo>
                <a:lnTo>
                  <a:pt x="3434881" y="1363202"/>
                </a:lnTo>
                <a:lnTo>
                  <a:pt x="3438753" y="1357768"/>
                </a:lnTo>
                <a:lnTo>
                  <a:pt x="3444491" y="1356873"/>
                </a:lnTo>
                <a:lnTo>
                  <a:pt x="3450283" y="1355937"/>
                </a:lnTo>
                <a:lnTo>
                  <a:pt x="3455723" y="1359903"/>
                </a:lnTo>
                <a:lnTo>
                  <a:pt x="3457504" y="1371389"/>
                </a:lnTo>
                <a:lnTo>
                  <a:pt x="3453632" y="1376823"/>
                </a:lnTo>
                <a:lnTo>
                  <a:pt x="3444234" y="1378297"/>
                </a:lnTo>
                <a:lnTo>
                  <a:pt x="3440786" y="1376952"/>
                </a:lnTo>
                <a:close/>
              </a:path>
              <a:path w="5142230" h="2300604">
                <a:moveTo>
                  <a:pt x="2061679" y="566304"/>
                </a:moveTo>
                <a:lnTo>
                  <a:pt x="2057944" y="562306"/>
                </a:lnTo>
                <a:lnTo>
                  <a:pt x="2056885" y="558729"/>
                </a:lnTo>
                <a:lnTo>
                  <a:pt x="2059041" y="549502"/>
                </a:lnTo>
                <a:lnTo>
                  <a:pt x="2064680" y="545960"/>
                </a:lnTo>
                <a:lnTo>
                  <a:pt x="2076109" y="548615"/>
                </a:lnTo>
                <a:lnTo>
                  <a:pt x="2079597" y="554305"/>
                </a:lnTo>
                <a:lnTo>
                  <a:pt x="2078323" y="559978"/>
                </a:lnTo>
                <a:lnTo>
                  <a:pt x="2076950" y="565644"/>
                </a:lnTo>
                <a:lnTo>
                  <a:pt x="2071306" y="569181"/>
                </a:lnTo>
                <a:lnTo>
                  <a:pt x="2063484" y="567357"/>
                </a:lnTo>
                <a:lnTo>
                  <a:pt x="2061679" y="566304"/>
                </a:lnTo>
                <a:close/>
              </a:path>
              <a:path w="5142230" h="2300604">
                <a:moveTo>
                  <a:pt x="2268967" y="614994"/>
                </a:moveTo>
                <a:lnTo>
                  <a:pt x="2265282" y="611050"/>
                </a:lnTo>
                <a:lnTo>
                  <a:pt x="2264928" y="609889"/>
                </a:lnTo>
                <a:lnTo>
                  <a:pt x="2264197" y="607346"/>
                </a:lnTo>
                <a:lnTo>
                  <a:pt x="2266427" y="598200"/>
                </a:lnTo>
                <a:lnTo>
                  <a:pt x="2272117" y="594712"/>
                </a:lnTo>
                <a:lnTo>
                  <a:pt x="2283443" y="597453"/>
                </a:lnTo>
                <a:lnTo>
                  <a:pt x="2286932" y="603142"/>
                </a:lnTo>
                <a:lnTo>
                  <a:pt x="2284186" y="614474"/>
                </a:lnTo>
                <a:lnTo>
                  <a:pt x="2278501" y="617967"/>
                </a:lnTo>
                <a:lnTo>
                  <a:pt x="2272835" y="616594"/>
                </a:lnTo>
                <a:lnTo>
                  <a:pt x="2270769" y="616141"/>
                </a:lnTo>
                <a:lnTo>
                  <a:pt x="2268967" y="614994"/>
                </a:lnTo>
                <a:close/>
              </a:path>
              <a:path w="5142230" h="2300604">
                <a:moveTo>
                  <a:pt x="2475392" y="666964"/>
                </a:moveTo>
                <a:lnTo>
                  <a:pt x="2471703" y="663015"/>
                </a:lnTo>
                <a:lnTo>
                  <a:pt x="2470602" y="659295"/>
                </a:lnTo>
                <a:lnTo>
                  <a:pt x="2473096" y="649942"/>
                </a:lnTo>
                <a:lnTo>
                  <a:pt x="2478636" y="646782"/>
                </a:lnTo>
                <a:lnTo>
                  <a:pt x="2478874" y="646646"/>
                </a:lnTo>
                <a:lnTo>
                  <a:pt x="2484536" y="648113"/>
                </a:lnTo>
                <a:lnTo>
                  <a:pt x="2490150" y="649626"/>
                </a:lnTo>
                <a:lnTo>
                  <a:pt x="2493541" y="655407"/>
                </a:lnTo>
                <a:lnTo>
                  <a:pt x="2492025" y="661115"/>
                </a:lnTo>
                <a:lnTo>
                  <a:pt x="2490507" y="666723"/>
                </a:lnTo>
                <a:lnTo>
                  <a:pt x="2484730" y="670020"/>
                </a:lnTo>
                <a:lnTo>
                  <a:pt x="2479072" y="668558"/>
                </a:lnTo>
                <a:lnTo>
                  <a:pt x="2477103" y="668014"/>
                </a:lnTo>
                <a:lnTo>
                  <a:pt x="2475392" y="666964"/>
                </a:lnTo>
                <a:close/>
              </a:path>
              <a:path w="5142230" h="2300604">
                <a:moveTo>
                  <a:pt x="2543876" y="685634"/>
                </a:moveTo>
                <a:lnTo>
                  <a:pt x="2540137" y="681631"/>
                </a:lnTo>
                <a:lnTo>
                  <a:pt x="2539085" y="677866"/>
                </a:lnTo>
                <a:lnTo>
                  <a:pt x="2540112" y="674176"/>
                </a:lnTo>
                <a:lnTo>
                  <a:pt x="2541715" y="668561"/>
                </a:lnTo>
                <a:lnTo>
                  <a:pt x="2547075" y="665502"/>
                </a:lnTo>
                <a:lnTo>
                  <a:pt x="2547492" y="665264"/>
                </a:lnTo>
                <a:lnTo>
                  <a:pt x="2553151" y="666826"/>
                </a:lnTo>
                <a:lnTo>
                  <a:pt x="2558762" y="668433"/>
                </a:lnTo>
                <a:lnTo>
                  <a:pt x="2562014" y="674261"/>
                </a:lnTo>
                <a:lnTo>
                  <a:pt x="2560501" y="679874"/>
                </a:lnTo>
                <a:lnTo>
                  <a:pt x="2558894" y="685485"/>
                </a:lnTo>
                <a:lnTo>
                  <a:pt x="2553491" y="688498"/>
                </a:lnTo>
                <a:lnTo>
                  <a:pt x="2553071" y="688733"/>
                </a:lnTo>
                <a:lnTo>
                  <a:pt x="2545493" y="686681"/>
                </a:lnTo>
                <a:lnTo>
                  <a:pt x="2543876" y="685634"/>
                </a:lnTo>
                <a:close/>
              </a:path>
              <a:path w="5142230" h="2300604">
                <a:moveTo>
                  <a:pt x="3458416" y="2085229"/>
                </a:moveTo>
                <a:lnTo>
                  <a:pt x="3454726" y="2081280"/>
                </a:lnTo>
                <a:lnTo>
                  <a:pt x="3453745" y="2079448"/>
                </a:lnTo>
                <a:lnTo>
                  <a:pt x="3452360" y="2071611"/>
                </a:lnTo>
                <a:lnTo>
                  <a:pt x="3456182" y="2066123"/>
                </a:lnTo>
                <a:lnTo>
                  <a:pt x="3467677" y="2064060"/>
                </a:lnTo>
                <a:lnTo>
                  <a:pt x="3473169" y="2067886"/>
                </a:lnTo>
                <a:lnTo>
                  <a:pt x="3475233" y="2079381"/>
                </a:lnTo>
                <a:lnTo>
                  <a:pt x="3471411" y="2084869"/>
                </a:lnTo>
                <a:lnTo>
                  <a:pt x="3465660" y="2085849"/>
                </a:lnTo>
                <a:lnTo>
                  <a:pt x="3462002" y="2086527"/>
                </a:lnTo>
                <a:lnTo>
                  <a:pt x="3458416" y="2085229"/>
                </a:lnTo>
                <a:close/>
              </a:path>
              <a:path w="5142230" h="2300604">
                <a:moveTo>
                  <a:pt x="3474512" y="2154656"/>
                </a:moveTo>
                <a:lnTo>
                  <a:pt x="3470772" y="2150653"/>
                </a:lnTo>
                <a:lnTo>
                  <a:pt x="3469877" y="2149206"/>
                </a:lnTo>
                <a:lnTo>
                  <a:pt x="3467865" y="2141872"/>
                </a:lnTo>
                <a:lnTo>
                  <a:pt x="3471131" y="2136082"/>
                </a:lnTo>
                <a:lnTo>
                  <a:pt x="3482382" y="2132877"/>
                </a:lnTo>
                <a:lnTo>
                  <a:pt x="3488213" y="2136187"/>
                </a:lnTo>
                <a:lnTo>
                  <a:pt x="3491323" y="2147434"/>
                </a:lnTo>
                <a:lnTo>
                  <a:pt x="3488062" y="2153229"/>
                </a:lnTo>
                <a:lnTo>
                  <a:pt x="3482437" y="2154832"/>
                </a:lnTo>
                <a:lnTo>
                  <a:pt x="3478524" y="2155921"/>
                </a:lnTo>
                <a:lnTo>
                  <a:pt x="3474512" y="2154656"/>
                </a:lnTo>
                <a:close/>
              </a:path>
              <a:path w="5142230" h="2300604">
                <a:moveTo>
                  <a:pt x="3343188" y="1114517"/>
                </a:moveTo>
                <a:lnTo>
                  <a:pt x="3338435" y="1109430"/>
                </a:lnTo>
                <a:lnTo>
                  <a:pt x="3335204" y="1104504"/>
                </a:lnTo>
                <a:lnTo>
                  <a:pt x="3336511" y="1097987"/>
                </a:lnTo>
                <a:lnTo>
                  <a:pt x="3341338" y="1094747"/>
                </a:lnTo>
                <a:lnTo>
                  <a:pt x="3346268" y="1091521"/>
                </a:lnTo>
                <a:lnTo>
                  <a:pt x="3352781" y="1092823"/>
                </a:lnTo>
                <a:lnTo>
                  <a:pt x="3359252" y="1102585"/>
                </a:lnTo>
                <a:lnTo>
                  <a:pt x="3357944" y="1109102"/>
                </a:lnTo>
                <a:lnTo>
                  <a:pt x="3353060" y="1112378"/>
                </a:lnTo>
                <a:lnTo>
                  <a:pt x="3348713" y="1115251"/>
                </a:lnTo>
                <a:lnTo>
                  <a:pt x="3343188" y="1114517"/>
                </a:lnTo>
                <a:close/>
              </a:path>
              <a:path w="5142230" h="2300604">
                <a:moveTo>
                  <a:pt x="1923420" y="533740"/>
                </a:moveTo>
                <a:lnTo>
                  <a:pt x="1919735" y="529795"/>
                </a:lnTo>
                <a:lnTo>
                  <a:pt x="1918676" y="526218"/>
                </a:lnTo>
                <a:lnTo>
                  <a:pt x="1919507" y="522611"/>
                </a:lnTo>
                <a:lnTo>
                  <a:pt x="1920880" y="516946"/>
                </a:lnTo>
                <a:lnTo>
                  <a:pt x="1926570" y="513457"/>
                </a:lnTo>
                <a:lnTo>
                  <a:pt x="1937897" y="516198"/>
                </a:lnTo>
                <a:lnTo>
                  <a:pt x="1941385" y="521888"/>
                </a:lnTo>
                <a:lnTo>
                  <a:pt x="1940061" y="527508"/>
                </a:lnTo>
                <a:lnTo>
                  <a:pt x="1938688" y="533174"/>
                </a:lnTo>
                <a:lnTo>
                  <a:pt x="1932995" y="536757"/>
                </a:lnTo>
                <a:lnTo>
                  <a:pt x="1925222" y="534887"/>
                </a:lnTo>
                <a:lnTo>
                  <a:pt x="1923420" y="533740"/>
                </a:lnTo>
                <a:close/>
              </a:path>
              <a:path w="5142230" h="2300604">
                <a:moveTo>
                  <a:pt x="3442185" y="1872753"/>
                </a:moveTo>
                <a:lnTo>
                  <a:pt x="3438491" y="1868799"/>
                </a:lnTo>
                <a:lnTo>
                  <a:pt x="3437402" y="1866264"/>
                </a:lnTo>
                <a:lnTo>
                  <a:pt x="3437414" y="1857578"/>
                </a:lnTo>
                <a:lnTo>
                  <a:pt x="3442149" y="1852872"/>
                </a:lnTo>
                <a:lnTo>
                  <a:pt x="3447958" y="1852933"/>
                </a:lnTo>
                <a:lnTo>
                  <a:pt x="3453807" y="1852938"/>
                </a:lnTo>
                <a:lnTo>
                  <a:pt x="3458554" y="1857726"/>
                </a:lnTo>
                <a:lnTo>
                  <a:pt x="3458503" y="1863536"/>
                </a:lnTo>
                <a:lnTo>
                  <a:pt x="3458492" y="1869390"/>
                </a:lnTo>
                <a:lnTo>
                  <a:pt x="3453753" y="1874091"/>
                </a:lnTo>
                <a:lnTo>
                  <a:pt x="3444878" y="1874072"/>
                </a:lnTo>
                <a:lnTo>
                  <a:pt x="3442185" y="1872753"/>
                </a:lnTo>
                <a:close/>
              </a:path>
              <a:path w="5142230" h="2300604">
                <a:moveTo>
                  <a:pt x="3378204" y="1175461"/>
                </a:moveTo>
                <a:lnTo>
                  <a:pt x="3374424" y="1171413"/>
                </a:lnTo>
                <a:lnTo>
                  <a:pt x="3373882" y="1170541"/>
                </a:lnTo>
                <a:lnTo>
                  <a:pt x="3373398" y="1169632"/>
                </a:lnTo>
                <a:lnTo>
                  <a:pt x="3370791" y="1164397"/>
                </a:lnTo>
                <a:lnTo>
                  <a:pt x="3372896" y="1158048"/>
                </a:lnTo>
                <a:lnTo>
                  <a:pt x="3377769" y="1155641"/>
                </a:lnTo>
                <a:lnTo>
                  <a:pt x="3383271" y="1152831"/>
                </a:lnTo>
                <a:lnTo>
                  <a:pt x="3389619" y="1154935"/>
                </a:lnTo>
                <a:lnTo>
                  <a:pt x="3392275" y="1160124"/>
                </a:lnTo>
                <a:lnTo>
                  <a:pt x="3394774" y="1165145"/>
                </a:lnTo>
                <a:lnTo>
                  <a:pt x="3394902" y="1165282"/>
                </a:lnTo>
                <a:lnTo>
                  <a:pt x="3392778" y="1171708"/>
                </a:lnTo>
                <a:lnTo>
                  <a:pt x="3387960" y="1174174"/>
                </a:lnTo>
                <a:lnTo>
                  <a:pt x="3383268" y="1176483"/>
                </a:lnTo>
                <a:lnTo>
                  <a:pt x="3378204" y="1175461"/>
                </a:lnTo>
                <a:close/>
              </a:path>
              <a:path w="5142230" h="2300604">
                <a:moveTo>
                  <a:pt x="3443449" y="1943799"/>
                </a:moveTo>
                <a:lnTo>
                  <a:pt x="3439759" y="1939850"/>
                </a:lnTo>
                <a:lnTo>
                  <a:pt x="3438655" y="1937494"/>
                </a:lnTo>
                <a:lnTo>
                  <a:pt x="3438329" y="1929032"/>
                </a:lnTo>
                <a:lnTo>
                  <a:pt x="3442886" y="1924136"/>
                </a:lnTo>
                <a:lnTo>
                  <a:pt x="3454520" y="1923687"/>
                </a:lnTo>
                <a:lnTo>
                  <a:pt x="3459465" y="1928199"/>
                </a:lnTo>
                <a:lnTo>
                  <a:pt x="3459919" y="1939828"/>
                </a:lnTo>
                <a:lnTo>
                  <a:pt x="3455403" y="1944768"/>
                </a:lnTo>
                <a:lnTo>
                  <a:pt x="3449544" y="1945045"/>
                </a:lnTo>
                <a:lnTo>
                  <a:pt x="3446331" y="1945125"/>
                </a:lnTo>
                <a:lnTo>
                  <a:pt x="3443449" y="1943799"/>
                </a:lnTo>
                <a:close/>
              </a:path>
              <a:path w="5142230" h="2300604">
                <a:moveTo>
                  <a:pt x="1716697" y="482331"/>
                </a:moveTo>
                <a:lnTo>
                  <a:pt x="1713007" y="478381"/>
                </a:lnTo>
                <a:lnTo>
                  <a:pt x="1711906" y="474662"/>
                </a:lnTo>
                <a:lnTo>
                  <a:pt x="1712792" y="471211"/>
                </a:lnTo>
                <a:lnTo>
                  <a:pt x="1714344" y="465444"/>
                </a:lnTo>
                <a:lnTo>
                  <a:pt x="1719948" y="462157"/>
                </a:lnTo>
                <a:lnTo>
                  <a:pt x="1720125" y="462053"/>
                </a:lnTo>
                <a:lnTo>
                  <a:pt x="1731404" y="464939"/>
                </a:lnTo>
                <a:lnTo>
                  <a:pt x="1734796" y="470720"/>
                </a:lnTo>
                <a:lnTo>
                  <a:pt x="1733336" y="476195"/>
                </a:lnTo>
                <a:lnTo>
                  <a:pt x="1731861" y="482045"/>
                </a:lnTo>
                <a:lnTo>
                  <a:pt x="1726153" y="485319"/>
                </a:lnTo>
                <a:lnTo>
                  <a:pt x="1720418" y="483968"/>
                </a:lnTo>
                <a:lnTo>
                  <a:pt x="1718408" y="483381"/>
                </a:lnTo>
                <a:lnTo>
                  <a:pt x="1716697" y="482331"/>
                </a:lnTo>
                <a:close/>
              </a:path>
              <a:path w="5142230" h="2300604">
                <a:moveTo>
                  <a:pt x="3448487" y="2014780"/>
                </a:moveTo>
                <a:lnTo>
                  <a:pt x="3444757" y="2010787"/>
                </a:lnTo>
                <a:lnTo>
                  <a:pt x="3443741" y="2008722"/>
                </a:lnTo>
                <a:lnTo>
                  <a:pt x="3442884" y="2000474"/>
                </a:lnTo>
                <a:lnTo>
                  <a:pt x="3447173" y="1995290"/>
                </a:lnTo>
                <a:lnTo>
                  <a:pt x="3452951" y="1994731"/>
                </a:lnTo>
                <a:lnTo>
                  <a:pt x="3458774" y="1994122"/>
                </a:lnTo>
                <a:lnTo>
                  <a:pt x="3463917" y="1998357"/>
                </a:lnTo>
                <a:lnTo>
                  <a:pt x="3465130" y="2010017"/>
                </a:lnTo>
                <a:lnTo>
                  <a:pt x="3460895" y="2015160"/>
                </a:lnTo>
                <a:lnTo>
                  <a:pt x="3451657" y="2016121"/>
                </a:lnTo>
                <a:lnTo>
                  <a:pt x="3448487" y="2014780"/>
                </a:lnTo>
                <a:close/>
              </a:path>
              <a:path w="5142230" h="2300604">
                <a:moveTo>
                  <a:pt x="1992501" y="550117"/>
                </a:moveTo>
                <a:lnTo>
                  <a:pt x="1988812" y="546168"/>
                </a:lnTo>
                <a:lnTo>
                  <a:pt x="1987753" y="542591"/>
                </a:lnTo>
                <a:lnTo>
                  <a:pt x="1989908" y="533364"/>
                </a:lnTo>
                <a:lnTo>
                  <a:pt x="1995601" y="529781"/>
                </a:lnTo>
                <a:lnTo>
                  <a:pt x="2001267" y="531154"/>
                </a:lnTo>
                <a:lnTo>
                  <a:pt x="2006981" y="532482"/>
                </a:lnTo>
                <a:lnTo>
                  <a:pt x="2010470" y="538171"/>
                </a:lnTo>
                <a:lnTo>
                  <a:pt x="2009191" y="543840"/>
                </a:lnTo>
                <a:lnTo>
                  <a:pt x="2007818" y="549506"/>
                </a:lnTo>
                <a:lnTo>
                  <a:pt x="2002174" y="553043"/>
                </a:lnTo>
                <a:lnTo>
                  <a:pt x="1994352" y="551219"/>
                </a:lnTo>
                <a:lnTo>
                  <a:pt x="1992501" y="550117"/>
                </a:lnTo>
                <a:close/>
              </a:path>
              <a:path w="5142230" h="2300604">
                <a:moveTo>
                  <a:pt x="1648064" y="463991"/>
                </a:moveTo>
                <a:lnTo>
                  <a:pt x="1644329" y="459992"/>
                </a:lnTo>
                <a:lnTo>
                  <a:pt x="1643277" y="456227"/>
                </a:lnTo>
                <a:lnTo>
                  <a:pt x="1644341" y="452576"/>
                </a:lnTo>
                <a:lnTo>
                  <a:pt x="1645858" y="446967"/>
                </a:lnTo>
                <a:lnTo>
                  <a:pt x="1651328" y="443830"/>
                </a:lnTo>
                <a:lnTo>
                  <a:pt x="1651685" y="443625"/>
                </a:lnTo>
                <a:lnTo>
                  <a:pt x="1662957" y="446700"/>
                </a:lnTo>
                <a:lnTo>
                  <a:pt x="1666201" y="452518"/>
                </a:lnTo>
                <a:lnTo>
                  <a:pt x="1664688" y="458131"/>
                </a:lnTo>
                <a:lnTo>
                  <a:pt x="1663131" y="463795"/>
                </a:lnTo>
                <a:lnTo>
                  <a:pt x="1657707" y="466884"/>
                </a:lnTo>
                <a:lnTo>
                  <a:pt x="1657349" y="467087"/>
                </a:lnTo>
                <a:lnTo>
                  <a:pt x="1651690" y="465526"/>
                </a:lnTo>
                <a:lnTo>
                  <a:pt x="1649771" y="465036"/>
                </a:lnTo>
                <a:lnTo>
                  <a:pt x="1648064" y="463991"/>
                </a:lnTo>
                <a:close/>
              </a:path>
              <a:path w="5142230" h="2300604">
                <a:moveTo>
                  <a:pt x="1309631" y="356824"/>
                </a:moveTo>
                <a:lnTo>
                  <a:pt x="1305896" y="352826"/>
                </a:lnTo>
                <a:lnTo>
                  <a:pt x="1304906" y="348638"/>
                </a:lnTo>
                <a:lnTo>
                  <a:pt x="1306312" y="344767"/>
                </a:lnTo>
                <a:lnTo>
                  <a:pt x="1308339" y="339313"/>
                </a:lnTo>
                <a:lnTo>
                  <a:pt x="1314383" y="336497"/>
                </a:lnTo>
                <a:lnTo>
                  <a:pt x="1319838" y="338524"/>
                </a:lnTo>
                <a:lnTo>
                  <a:pt x="1325341" y="340505"/>
                </a:lnTo>
                <a:lnTo>
                  <a:pt x="1328153" y="346644"/>
                </a:lnTo>
                <a:lnTo>
                  <a:pt x="1324100" y="357553"/>
                </a:lnTo>
                <a:lnTo>
                  <a:pt x="1318056" y="360369"/>
                </a:lnTo>
                <a:lnTo>
                  <a:pt x="1312601" y="358342"/>
                </a:lnTo>
                <a:lnTo>
                  <a:pt x="1310968" y="357767"/>
                </a:lnTo>
                <a:lnTo>
                  <a:pt x="1309631" y="356824"/>
                </a:lnTo>
                <a:close/>
              </a:path>
              <a:path w="5142230" h="2300604">
                <a:moveTo>
                  <a:pt x="3527799" y="2286769"/>
                </a:moveTo>
                <a:lnTo>
                  <a:pt x="3524014" y="2282717"/>
                </a:lnTo>
                <a:lnTo>
                  <a:pt x="3523478" y="2281948"/>
                </a:lnTo>
                <a:lnTo>
                  <a:pt x="3523081" y="2281132"/>
                </a:lnTo>
                <a:lnTo>
                  <a:pt x="3520278" y="2275980"/>
                </a:lnTo>
                <a:lnTo>
                  <a:pt x="3522194" y="2269625"/>
                </a:lnTo>
                <a:lnTo>
                  <a:pt x="3532443" y="2264077"/>
                </a:lnTo>
                <a:lnTo>
                  <a:pt x="3538842" y="2265943"/>
                </a:lnTo>
                <a:lnTo>
                  <a:pt x="3544440" y="2276236"/>
                </a:lnTo>
                <a:lnTo>
                  <a:pt x="3542476" y="2282637"/>
                </a:lnTo>
                <a:lnTo>
                  <a:pt x="3537334" y="2285441"/>
                </a:lnTo>
                <a:lnTo>
                  <a:pt x="3533002" y="2287743"/>
                </a:lnTo>
                <a:lnTo>
                  <a:pt x="3527799" y="2286769"/>
                </a:lnTo>
                <a:close/>
              </a:path>
              <a:path w="5142230" h="2300604">
                <a:moveTo>
                  <a:pt x="3497517" y="2222194"/>
                </a:moveTo>
                <a:lnTo>
                  <a:pt x="3493736" y="2218147"/>
                </a:lnTo>
                <a:lnTo>
                  <a:pt x="3493017" y="2217083"/>
                </a:lnTo>
                <a:lnTo>
                  <a:pt x="3492493" y="2215838"/>
                </a:lnTo>
                <a:lnTo>
                  <a:pt x="3490314" y="2210377"/>
                </a:lnTo>
                <a:lnTo>
                  <a:pt x="3492982" y="2204241"/>
                </a:lnTo>
                <a:lnTo>
                  <a:pt x="3498385" y="2202107"/>
                </a:lnTo>
                <a:lnTo>
                  <a:pt x="3503800" y="2199889"/>
                </a:lnTo>
                <a:lnTo>
                  <a:pt x="3509941" y="2202552"/>
                </a:lnTo>
                <a:lnTo>
                  <a:pt x="3512164" y="2207963"/>
                </a:lnTo>
                <a:lnTo>
                  <a:pt x="3514294" y="2213370"/>
                </a:lnTo>
                <a:lnTo>
                  <a:pt x="3511630" y="2219511"/>
                </a:lnTo>
                <a:lnTo>
                  <a:pt x="3506263" y="2221684"/>
                </a:lnTo>
                <a:lnTo>
                  <a:pt x="3502320" y="2223230"/>
                </a:lnTo>
                <a:lnTo>
                  <a:pt x="3502053" y="2223335"/>
                </a:lnTo>
                <a:lnTo>
                  <a:pt x="3497517" y="2222194"/>
                </a:lnTo>
                <a:close/>
              </a:path>
              <a:path w="5142230" h="2300604">
                <a:moveTo>
                  <a:pt x="3828977" y="2245751"/>
                </a:moveTo>
                <a:lnTo>
                  <a:pt x="3825055" y="2241552"/>
                </a:lnTo>
                <a:lnTo>
                  <a:pt x="3825079" y="2235421"/>
                </a:lnTo>
                <a:lnTo>
                  <a:pt x="3828847" y="2231536"/>
                </a:lnTo>
                <a:lnTo>
                  <a:pt x="3832715" y="2227466"/>
                </a:lnTo>
                <a:lnTo>
                  <a:pt x="3839087" y="2227348"/>
                </a:lnTo>
                <a:lnTo>
                  <a:pt x="3843157" y="2231216"/>
                </a:lnTo>
                <a:lnTo>
                  <a:pt x="3847183" y="2235134"/>
                </a:lnTo>
                <a:lnTo>
                  <a:pt x="3847342" y="2241560"/>
                </a:lnTo>
                <a:lnTo>
                  <a:pt x="3843429" y="2245581"/>
                </a:lnTo>
                <a:lnTo>
                  <a:pt x="3839609" y="2249606"/>
                </a:lnTo>
                <a:lnTo>
                  <a:pt x="3833133" y="2249711"/>
                </a:lnTo>
                <a:lnTo>
                  <a:pt x="3828977" y="2245751"/>
                </a:lnTo>
                <a:close/>
              </a:path>
              <a:path w="5142230" h="2300604">
                <a:moveTo>
                  <a:pt x="3661108" y="2023434"/>
                </a:moveTo>
                <a:lnTo>
                  <a:pt x="3657423" y="2019489"/>
                </a:lnTo>
                <a:lnTo>
                  <a:pt x="3656929" y="2018764"/>
                </a:lnTo>
                <a:lnTo>
                  <a:pt x="3656531" y="2017948"/>
                </a:lnTo>
                <a:lnTo>
                  <a:pt x="3653910" y="2012992"/>
                </a:lnTo>
                <a:lnTo>
                  <a:pt x="3655775" y="2006875"/>
                </a:lnTo>
                <a:lnTo>
                  <a:pt x="3665674" y="2001637"/>
                </a:lnTo>
                <a:lnTo>
                  <a:pt x="3671795" y="2003498"/>
                </a:lnTo>
                <a:lnTo>
                  <a:pt x="3677074" y="2013450"/>
                </a:lnTo>
                <a:lnTo>
                  <a:pt x="3675173" y="2019527"/>
                </a:lnTo>
                <a:lnTo>
                  <a:pt x="3670217" y="2022139"/>
                </a:lnTo>
                <a:lnTo>
                  <a:pt x="3666086" y="2024364"/>
                </a:lnTo>
                <a:lnTo>
                  <a:pt x="3661108" y="2023434"/>
                </a:lnTo>
                <a:close/>
              </a:path>
              <a:path w="5142230" h="2300604">
                <a:moveTo>
                  <a:pt x="3480131" y="1266976"/>
                </a:moveTo>
                <a:lnTo>
                  <a:pt x="3476578" y="1263173"/>
                </a:lnTo>
                <a:lnTo>
                  <a:pt x="3475731" y="1261680"/>
                </a:lnTo>
                <a:lnTo>
                  <a:pt x="3475264" y="1260007"/>
                </a:lnTo>
                <a:lnTo>
                  <a:pt x="3473849" y="1254582"/>
                </a:lnTo>
                <a:lnTo>
                  <a:pt x="3477100" y="1249070"/>
                </a:lnTo>
                <a:lnTo>
                  <a:pt x="3482489" y="1247606"/>
                </a:lnTo>
                <a:lnTo>
                  <a:pt x="3487915" y="1246181"/>
                </a:lnTo>
                <a:lnTo>
                  <a:pt x="3493471" y="1249391"/>
                </a:lnTo>
                <a:lnTo>
                  <a:pt x="3496316" y="1260257"/>
                </a:lnTo>
                <a:lnTo>
                  <a:pt x="3493101" y="1265808"/>
                </a:lnTo>
                <a:lnTo>
                  <a:pt x="3487675" y="1267233"/>
                </a:lnTo>
                <a:lnTo>
                  <a:pt x="3483954" y="1268234"/>
                </a:lnTo>
                <a:lnTo>
                  <a:pt x="3480131" y="1266976"/>
                </a:lnTo>
                <a:close/>
              </a:path>
              <a:path w="5142230" h="2300604">
                <a:moveTo>
                  <a:pt x="3737854" y="2143514"/>
                </a:moveTo>
                <a:lnTo>
                  <a:pt x="3733567" y="2138925"/>
                </a:lnTo>
                <a:lnTo>
                  <a:pt x="3730225" y="2134468"/>
                </a:lnTo>
                <a:lnTo>
                  <a:pt x="3731050" y="2128118"/>
                </a:lnTo>
                <a:lnTo>
                  <a:pt x="3735556" y="2124731"/>
                </a:lnTo>
                <a:lnTo>
                  <a:pt x="3739968" y="2121340"/>
                </a:lnTo>
                <a:lnTo>
                  <a:pt x="3746358" y="2122219"/>
                </a:lnTo>
                <a:lnTo>
                  <a:pt x="3749749" y="2126630"/>
                </a:lnTo>
                <a:lnTo>
                  <a:pt x="3753136" y="2131136"/>
                </a:lnTo>
                <a:lnTo>
                  <a:pt x="3752217" y="2137483"/>
                </a:lnTo>
                <a:lnTo>
                  <a:pt x="3747805" y="2140873"/>
                </a:lnTo>
                <a:lnTo>
                  <a:pt x="3743637" y="2144036"/>
                </a:lnTo>
                <a:lnTo>
                  <a:pt x="3737854" y="2143514"/>
                </a:lnTo>
                <a:close/>
              </a:path>
              <a:path w="5142230" h="2300604">
                <a:moveTo>
                  <a:pt x="3697075" y="2085004"/>
                </a:moveTo>
                <a:lnTo>
                  <a:pt x="3692923" y="2080560"/>
                </a:lnTo>
                <a:lnTo>
                  <a:pt x="3692606" y="2080025"/>
                </a:lnTo>
                <a:lnTo>
                  <a:pt x="3689557" y="2075294"/>
                </a:lnTo>
                <a:lnTo>
                  <a:pt x="3690949" y="2069063"/>
                </a:lnTo>
                <a:lnTo>
                  <a:pt x="3700366" y="2063015"/>
                </a:lnTo>
                <a:lnTo>
                  <a:pt x="3706692" y="2064410"/>
                </a:lnTo>
                <a:lnTo>
                  <a:pt x="3709647" y="2069138"/>
                </a:lnTo>
                <a:lnTo>
                  <a:pt x="3712646" y="2073814"/>
                </a:lnTo>
                <a:lnTo>
                  <a:pt x="3711299" y="2080094"/>
                </a:lnTo>
                <a:lnTo>
                  <a:pt x="3706573" y="2083149"/>
                </a:lnTo>
                <a:lnTo>
                  <a:pt x="3702371" y="2085786"/>
                </a:lnTo>
                <a:lnTo>
                  <a:pt x="3697075" y="2085004"/>
                </a:lnTo>
                <a:close/>
              </a:path>
              <a:path w="5142230" h="2300604">
                <a:moveTo>
                  <a:pt x="3783182" y="2198488"/>
                </a:moveTo>
                <a:lnTo>
                  <a:pt x="3779265" y="2194295"/>
                </a:lnTo>
                <a:lnTo>
                  <a:pt x="3775536" y="2190108"/>
                </a:lnTo>
                <a:lnTo>
                  <a:pt x="3775898" y="2183652"/>
                </a:lnTo>
                <a:lnTo>
                  <a:pt x="3783924" y="2176507"/>
                </a:lnTo>
                <a:lnTo>
                  <a:pt x="3784223" y="2176241"/>
                </a:lnTo>
                <a:lnTo>
                  <a:pt x="3790637" y="2176558"/>
                </a:lnTo>
                <a:lnTo>
                  <a:pt x="3798094" y="2184932"/>
                </a:lnTo>
                <a:lnTo>
                  <a:pt x="3797777" y="2191337"/>
                </a:lnTo>
                <a:lnTo>
                  <a:pt x="3789752" y="2198483"/>
                </a:lnTo>
                <a:lnTo>
                  <a:pt x="3789452" y="2198749"/>
                </a:lnTo>
                <a:lnTo>
                  <a:pt x="3783182" y="2198488"/>
                </a:lnTo>
                <a:close/>
              </a:path>
              <a:path w="5142230" h="2300604">
                <a:moveTo>
                  <a:pt x="3460016" y="1199112"/>
                </a:moveTo>
                <a:lnTo>
                  <a:pt x="3456418" y="1195260"/>
                </a:lnTo>
                <a:lnTo>
                  <a:pt x="3455656" y="1194054"/>
                </a:lnTo>
                <a:lnTo>
                  <a:pt x="3453383" y="1187320"/>
                </a:lnTo>
                <a:lnTo>
                  <a:pt x="3456218" y="1181558"/>
                </a:lnTo>
                <a:lnTo>
                  <a:pt x="3466867" y="1178002"/>
                </a:lnTo>
                <a:lnTo>
                  <a:pt x="3472629" y="1180846"/>
                </a:lnTo>
                <a:lnTo>
                  <a:pt x="3476185" y="1191495"/>
                </a:lnTo>
                <a:lnTo>
                  <a:pt x="3473295" y="1197199"/>
                </a:lnTo>
                <a:lnTo>
                  <a:pt x="3468041" y="1199003"/>
                </a:lnTo>
                <a:lnTo>
                  <a:pt x="3464130" y="1200291"/>
                </a:lnTo>
                <a:lnTo>
                  <a:pt x="3460016" y="1199112"/>
                </a:lnTo>
                <a:close/>
              </a:path>
              <a:path w="5142230" h="2300604">
                <a:moveTo>
                  <a:pt x="3538526" y="1616568"/>
                </a:moveTo>
                <a:lnTo>
                  <a:pt x="3534969" y="1612760"/>
                </a:lnTo>
                <a:lnTo>
                  <a:pt x="3533997" y="1610938"/>
                </a:lnTo>
                <a:lnTo>
                  <a:pt x="3532834" y="1603340"/>
                </a:lnTo>
                <a:lnTo>
                  <a:pt x="3536651" y="1598140"/>
                </a:lnTo>
                <a:lnTo>
                  <a:pt x="3542152" y="1597284"/>
                </a:lnTo>
                <a:lnTo>
                  <a:pt x="3547706" y="1596387"/>
                </a:lnTo>
                <a:lnTo>
                  <a:pt x="3552862" y="1600245"/>
                </a:lnTo>
                <a:lnTo>
                  <a:pt x="3554615" y="1611309"/>
                </a:lnTo>
                <a:lnTo>
                  <a:pt x="3550757" y="1616465"/>
                </a:lnTo>
                <a:lnTo>
                  <a:pt x="3541829" y="1617856"/>
                </a:lnTo>
                <a:lnTo>
                  <a:pt x="3538526" y="1616568"/>
                </a:lnTo>
                <a:close/>
              </a:path>
              <a:path w="5142230" h="2300604">
                <a:moveTo>
                  <a:pt x="3630251" y="1959123"/>
                </a:moveTo>
                <a:lnTo>
                  <a:pt x="3626657" y="1955276"/>
                </a:lnTo>
                <a:lnTo>
                  <a:pt x="3625975" y="1954351"/>
                </a:lnTo>
                <a:lnTo>
                  <a:pt x="3623234" y="1947897"/>
                </a:lnTo>
                <a:lnTo>
                  <a:pt x="3625688" y="1942118"/>
                </a:lnTo>
                <a:lnTo>
                  <a:pt x="3635943" y="1937652"/>
                </a:lnTo>
                <a:lnTo>
                  <a:pt x="3641905" y="1940027"/>
                </a:lnTo>
                <a:lnTo>
                  <a:pt x="3646371" y="1950282"/>
                </a:lnTo>
                <a:lnTo>
                  <a:pt x="3643948" y="1956289"/>
                </a:lnTo>
                <a:lnTo>
                  <a:pt x="3638869" y="1958477"/>
                </a:lnTo>
                <a:lnTo>
                  <a:pt x="3634795" y="1960274"/>
                </a:lnTo>
                <a:lnTo>
                  <a:pt x="3630251" y="1959123"/>
                </a:lnTo>
                <a:close/>
              </a:path>
              <a:path w="5142230" h="2300604">
                <a:moveTo>
                  <a:pt x="3564930" y="1756263"/>
                </a:moveTo>
                <a:lnTo>
                  <a:pt x="3561331" y="1752411"/>
                </a:lnTo>
                <a:lnTo>
                  <a:pt x="3560439" y="1750870"/>
                </a:lnTo>
                <a:lnTo>
                  <a:pt x="3558797" y="1743638"/>
                </a:lnTo>
                <a:lnTo>
                  <a:pt x="3561937" y="1738594"/>
                </a:lnTo>
                <a:lnTo>
                  <a:pt x="3562193" y="1738183"/>
                </a:lnTo>
                <a:lnTo>
                  <a:pt x="3567666" y="1736906"/>
                </a:lnTo>
                <a:lnTo>
                  <a:pt x="3573089" y="1735674"/>
                </a:lnTo>
                <a:lnTo>
                  <a:pt x="3578540" y="1739065"/>
                </a:lnTo>
                <a:lnTo>
                  <a:pt x="3581053" y="1749967"/>
                </a:lnTo>
                <a:lnTo>
                  <a:pt x="3577913" y="1755011"/>
                </a:lnTo>
                <a:lnTo>
                  <a:pt x="3577658" y="1755422"/>
                </a:lnTo>
                <a:lnTo>
                  <a:pt x="3572185" y="1756699"/>
                </a:lnTo>
                <a:lnTo>
                  <a:pt x="3568565" y="1757515"/>
                </a:lnTo>
                <a:lnTo>
                  <a:pt x="3564930" y="1756263"/>
                </a:lnTo>
                <a:close/>
              </a:path>
              <a:path w="5142230" h="2300604">
                <a:moveTo>
                  <a:pt x="3582648" y="1825179"/>
                </a:moveTo>
                <a:lnTo>
                  <a:pt x="3579049" y="1821327"/>
                </a:lnTo>
                <a:lnTo>
                  <a:pt x="3578249" y="1819883"/>
                </a:lnTo>
                <a:lnTo>
                  <a:pt x="3576220" y="1812921"/>
                </a:lnTo>
                <a:lnTo>
                  <a:pt x="3579385" y="1807317"/>
                </a:lnTo>
                <a:lnTo>
                  <a:pt x="3584773" y="1805753"/>
                </a:lnTo>
                <a:lnTo>
                  <a:pt x="3590157" y="1804284"/>
                </a:lnTo>
                <a:lnTo>
                  <a:pt x="3595765" y="1807355"/>
                </a:lnTo>
                <a:lnTo>
                  <a:pt x="3598797" y="1818128"/>
                </a:lnTo>
                <a:lnTo>
                  <a:pt x="3595727" y="1823735"/>
                </a:lnTo>
                <a:lnTo>
                  <a:pt x="3586520" y="1826392"/>
                </a:lnTo>
                <a:lnTo>
                  <a:pt x="3582648" y="1825179"/>
                </a:lnTo>
                <a:close/>
              </a:path>
              <a:path w="5142230" h="2300604">
                <a:moveTo>
                  <a:pt x="3604278" y="1892905"/>
                </a:moveTo>
                <a:lnTo>
                  <a:pt x="3600679" y="1889053"/>
                </a:lnTo>
                <a:lnTo>
                  <a:pt x="3599918" y="1887847"/>
                </a:lnTo>
                <a:lnTo>
                  <a:pt x="3599397" y="1886508"/>
                </a:lnTo>
                <a:lnTo>
                  <a:pt x="3597543" y="1881199"/>
                </a:lnTo>
                <a:lnTo>
                  <a:pt x="3600342" y="1875398"/>
                </a:lnTo>
                <a:lnTo>
                  <a:pt x="3610895" y="1871740"/>
                </a:lnTo>
                <a:lnTo>
                  <a:pt x="3616660" y="1874490"/>
                </a:lnTo>
                <a:lnTo>
                  <a:pt x="3618554" y="1879743"/>
                </a:lnTo>
                <a:lnTo>
                  <a:pt x="3620408" y="1885051"/>
                </a:lnTo>
                <a:lnTo>
                  <a:pt x="3617613" y="1890857"/>
                </a:lnTo>
                <a:lnTo>
                  <a:pt x="3612359" y="1892661"/>
                </a:lnTo>
                <a:lnTo>
                  <a:pt x="3608392" y="1894084"/>
                </a:lnTo>
                <a:lnTo>
                  <a:pt x="3604278" y="1892905"/>
                </a:lnTo>
                <a:close/>
              </a:path>
              <a:path w="5142230" h="2300604">
                <a:moveTo>
                  <a:pt x="3509209" y="1405624"/>
                </a:moveTo>
                <a:lnTo>
                  <a:pt x="3505660" y="1401826"/>
                </a:lnTo>
                <a:lnTo>
                  <a:pt x="3504684" y="1399999"/>
                </a:lnTo>
                <a:lnTo>
                  <a:pt x="3503477" y="1392451"/>
                </a:lnTo>
                <a:lnTo>
                  <a:pt x="3507191" y="1387238"/>
                </a:lnTo>
                <a:lnTo>
                  <a:pt x="3518208" y="1385347"/>
                </a:lnTo>
                <a:lnTo>
                  <a:pt x="3523466" y="1389119"/>
                </a:lnTo>
                <a:lnTo>
                  <a:pt x="3524363" y="1394673"/>
                </a:lnTo>
                <a:lnTo>
                  <a:pt x="3525308" y="1400181"/>
                </a:lnTo>
                <a:lnTo>
                  <a:pt x="3521586" y="1405385"/>
                </a:lnTo>
                <a:lnTo>
                  <a:pt x="3516036" y="1406286"/>
                </a:lnTo>
                <a:lnTo>
                  <a:pt x="3512570" y="1406876"/>
                </a:lnTo>
                <a:lnTo>
                  <a:pt x="3509209" y="1405624"/>
                </a:lnTo>
                <a:close/>
              </a:path>
              <a:path w="5142230" h="2300604">
                <a:moveTo>
                  <a:pt x="3550393" y="1686649"/>
                </a:moveTo>
                <a:lnTo>
                  <a:pt x="3546845" y="1682850"/>
                </a:lnTo>
                <a:lnTo>
                  <a:pt x="3545960" y="1681121"/>
                </a:lnTo>
                <a:lnTo>
                  <a:pt x="3545532" y="1679002"/>
                </a:lnTo>
                <a:lnTo>
                  <a:pt x="3544555" y="1673556"/>
                </a:lnTo>
                <a:lnTo>
                  <a:pt x="3548188" y="1668355"/>
                </a:lnTo>
                <a:lnTo>
                  <a:pt x="3559207" y="1666271"/>
                </a:lnTo>
                <a:lnTo>
                  <a:pt x="3564468" y="1669948"/>
                </a:lnTo>
                <a:lnTo>
                  <a:pt x="3566503" y="1680923"/>
                </a:lnTo>
                <a:lnTo>
                  <a:pt x="3562876" y="1686229"/>
                </a:lnTo>
                <a:lnTo>
                  <a:pt x="3557364" y="1687268"/>
                </a:lnTo>
                <a:lnTo>
                  <a:pt x="3553849" y="1687904"/>
                </a:lnTo>
                <a:lnTo>
                  <a:pt x="3550393" y="1686649"/>
                </a:lnTo>
                <a:close/>
              </a:path>
              <a:path w="5142230" h="2300604">
                <a:moveTo>
                  <a:pt x="3496238" y="1335926"/>
                </a:moveTo>
                <a:lnTo>
                  <a:pt x="3492690" y="1332128"/>
                </a:lnTo>
                <a:lnTo>
                  <a:pt x="3491796" y="1330488"/>
                </a:lnTo>
                <a:lnTo>
                  <a:pt x="3491389" y="1328585"/>
                </a:lnTo>
                <a:lnTo>
                  <a:pt x="3490300" y="1323119"/>
                </a:lnTo>
                <a:lnTo>
                  <a:pt x="3493792" y="1317766"/>
                </a:lnTo>
                <a:lnTo>
                  <a:pt x="3499261" y="1316584"/>
                </a:lnTo>
                <a:lnTo>
                  <a:pt x="3504776" y="1315449"/>
                </a:lnTo>
                <a:lnTo>
                  <a:pt x="3510134" y="1318936"/>
                </a:lnTo>
                <a:lnTo>
                  <a:pt x="3512398" y="1329961"/>
                </a:lnTo>
                <a:lnTo>
                  <a:pt x="3508915" y="1335324"/>
                </a:lnTo>
                <a:lnTo>
                  <a:pt x="3499783" y="1337180"/>
                </a:lnTo>
                <a:lnTo>
                  <a:pt x="3496238" y="1335926"/>
                </a:lnTo>
                <a:close/>
              </a:path>
              <a:path w="5142230" h="2300604">
                <a:moveTo>
                  <a:pt x="3528599" y="1546218"/>
                </a:moveTo>
                <a:lnTo>
                  <a:pt x="3525046" y="1542415"/>
                </a:lnTo>
                <a:lnTo>
                  <a:pt x="3524117" y="1540443"/>
                </a:lnTo>
                <a:lnTo>
                  <a:pt x="3523818" y="1538266"/>
                </a:lnTo>
                <a:lnTo>
                  <a:pt x="3523110" y="1532718"/>
                </a:lnTo>
                <a:lnTo>
                  <a:pt x="3527059" y="1527660"/>
                </a:lnTo>
                <a:lnTo>
                  <a:pt x="3538154" y="1526243"/>
                </a:lnTo>
                <a:lnTo>
                  <a:pt x="3543257" y="1530142"/>
                </a:lnTo>
                <a:lnTo>
                  <a:pt x="3544678" y="1541242"/>
                </a:lnTo>
                <a:lnTo>
                  <a:pt x="3540775" y="1546350"/>
                </a:lnTo>
                <a:lnTo>
                  <a:pt x="3535133" y="1547054"/>
                </a:lnTo>
                <a:lnTo>
                  <a:pt x="3531813" y="1547508"/>
                </a:lnTo>
                <a:lnTo>
                  <a:pt x="3528599" y="1546218"/>
                </a:lnTo>
                <a:close/>
              </a:path>
              <a:path w="5142230" h="2300604">
                <a:moveTo>
                  <a:pt x="3519662" y="1475756"/>
                </a:moveTo>
                <a:lnTo>
                  <a:pt x="3516114" y="1471958"/>
                </a:lnTo>
                <a:lnTo>
                  <a:pt x="3515186" y="1470085"/>
                </a:lnTo>
                <a:lnTo>
                  <a:pt x="3514126" y="1462401"/>
                </a:lnTo>
                <a:lnTo>
                  <a:pt x="3517984" y="1457245"/>
                </a:lnTo>
                <a:lnTo>
                  <a:pt x="3523576" y="1456486"/>
                </a:lnTo>
                <a:lnTo>
                  <a:pt x="3529123" y="1455778"/>
                </a:lnTo>
                <a:lnTo>
                  <a:pt x="3534190" y="1459637"/>
                </a:lnTo>
                <a:lnTo>
                  <a:pt x="3534988" y="1465183"/>
                </a:lnTo>
                <a:lnTo>
                  <a:pt x="3535700" y="1470736"/>
                </a:lnTo>
                <a:lnTo>
                  <a:pt x="3531843" y="1475892"/>
                </a:lnTo>
                <a:lnTo>
                  <a:pt x="3522881" y="1477050"/>
                </a:lnTo>
                <a:lnTo>
                  <a:pt x="3519662" y="1475756"/>
                </a:lnTo>
                <a:close/>
              </a:path>
              <a:path w="5142230" h="2300604">
                <a:moveTo>
                  <a:pt x="1733628" y="396844"/>
                </a:moveTo>
                <a:lnTo>
                  <a:pt x="1730070" y="393036"/>
                </a:lnTo>
                <a:lnTo>
                  <a:pt x="1729059" y="389607"/>
                </a:lnTo>
                <a:lnTo>
                  <a:pt x="1729789" y="386186"/>
                </a:lnTo>
                <a:lnTo>
                  <a:pt x="1731107" y="380754"/>
                </a:lnTo>
                <a:lnTo>
                  <a:pt x="1736554" y="377300"/>
                </a:lnTo>
                <a:lnTo>
                  <a:pt x="1741990" y="378623"/>
                </a:lnTo>
                <a:lnTo>
                  <a:pt x="1747471" y="379895"/>
                </a:lnTo>
                <a:lnTo>
                  <a:pt x="1750826" y="385344"/>
                </a:lnTo>
                <a:lnTo>
                  <a:pt x="1749598" y="390774"/>
                </a:lnTo>
                <a:lnTo>
                  <a:pt x="1748330" y="396259"/>
                </a:lnTo>
                <a:lnTo>
                  <a:pt x="1742881" y="399614"/>
                </a:lnTo>
                <a:lnTo>
                  <a:pt x="1737401" y="398342"/>
                </a:lnTo>
                <a:lnTo>
                  <a:pt x="1735339" y="397894"/>
                </a:lnTo>
                <a:lnTo>
                  <a:pt x="1733628" y="396844"/>
                </a:lnTo>
                <a:close/>
              </a:path>
              <a:path w="5142230" h="2300604">
                <a:moveTo>
                  <a:pt x="3271601" y="899574"/>
                </a:moveTo>
                <a:lnTo>
                  <a:pt x="3267452" y="895132"/>
                </a:lnTo>
                <a:lnTo>
                  <a:pt x="3267369" y="889182"/>
                </a:lnTo>
                <a:lnTo>
                  <a:pt x="3274685" y="881078"/>
                </a:lnTo>
                <a:lnTo>
                  <a:pt x="3281069" y="880776"/>
                </a:lnTo>
                <a:lnTo>
                  <a:pt x="3289398" y="888327"/>
                </a:lnTo>
                <a:lnTo>
                  <a:pt x="3289706" y="894714"/>
                </a:lnTo>
                <a:lnTo>
                  <a:pt x="3282151" y="903049"/>
                </a:lnTo>
                <a:lnTo>
                  <a:pt x="3275722" y="903303"/>
                </a:lnTo>
                <a:lnTo>
                  <a:pt x="3271601" y="899574"/>
                </a:lnTo>
                <a:close/>
              </a:path>
              <a:path w="5142230" h="2300604">
                <a:moveTo>
                  <a:pt x="3157021" y="816409"/>
                </a:moveTo>
                <a:lnTo>
                  <a:pt x="3153377" y="812508"/>
                </a:lnTo>
                <a:lnTo>
                  <a:pt x="3152688" y="807665"/>
                </a:lnTo>
                <a:lnTo>
                  <a:pt x="3157807" y="798874"/>
                </a:lnTo>
                <a:lnTo>
                  <a:pt x="3164001" y="797196"/>
                </a:lnTo>
                <a:lnTo>
                  <a:pt x="3173718" y="802811"/>
                </a:lnTo>
                <a:lnTo>
                  <a:pt x="3175402" y="809009"/>
                </a:lnTo>
                <a:lnTo>
                  <a:pt x="3169732" y="818679"/>
                </a:lnTo>
                <a:lnTo>
                  <a:pt x="3163539" y="820355"/>
                </a:lnTo>
                <a:lnTo>
                  <a:pt x="3158724" y="817549"/>
                </a:lnTo>
                <a:lnTo>
                  <a:pt x="3157803" y="817049"/>
                </a:lnTo>
                <a:lnTo>
                  <a:pt x="3157021" y="816409"/>
                </a:lnTo>
                <a:close/>
              </a:path>
              <a:path w="5142230" h="2300604">
                <a:moveTo>
                  <a:pt x="3216885" y="855176"/>
                </a:moveTo>
                <a:lnTo>
                  <a:pt x="3212680" y="850675"/>
                </a:lnTo>
                <a:lnTo>
                  <a:pt x="3212212" y="845388"/>
                </a:lnTo>
                <a:lnTo>
                  <a:pt x="3218405" y="836863"/>
                </a:lnTo>
                <a:lnTo>
                  <a:pt x="3224760" y="835848"/>
                </a:lnTo>
                <a:lnTo>
                  <a:pt x="3233842" y="842440"/>
                </a:lnTo>
                <a:lnTo>
                  <a:pt x="3234808" y="848752"/>
                </a:lnTo>
                <a:lnTo>
                  <a:pt x="3231537" y="853268"/>
                </a:lnTo>
                <a:lnTo>
                  <a:pt x="3228266" y="857876"/>
                </a:lnTo>
                <a:lnTo>
                  <a:pt x="3221954" y="858842"/>
                </a:lnTo>
                <a:lnTo>
                  <a:pt x="3216885" y="855176"/>
                </a:lnTo>
                <a:close/>
              </a:path>
              <a:path w="5142230" h="2300604">
                <a:moveTo>
                  <a:pt x="3324430" y="953587"/>
                </a:moveTo>
                <a:lnTo>
                  <a:pt x="3320467" y="949345"/>
                </a:lnTo>
                <a:lnTo>
                  <a:pt x="3316786" y="945113"/>
                </a:lnTo>
                <a:lnTo>
                  <a:pt x="3317194" y="938706"/>
                </a:lnTo>
                <a:lnTo>
                  <a:pt x="3325101" y="931825"/>
                </a:lnTo>
                <a:lnTo>
                  <a:pt x="3325605" y="931387"/>
                </a:lnTo>
                <a:lnTo>
                  <a:pt x="3332018" y="931798"/>
                </a:lnTo>
                <a:lnTo>
                  <a:pt x="3335692" y="936027"/>
                </a:lnTo>
                <a:lnTo>
                  <a:pt x="3339423" y="940212"/>
                </a:lnTo>
                <a:lnTo>
                  <a:pt x="3338965" y="946666"/>
                </a:lnTo>
                <a:lnTo>
                  <a:pt x="3331056" y="953544"/>
                </a:lnTo>
                <a:lnTo>
                  <a:pt x="3330604" y="953938"/>
                </a:lnTo>
                <a:lnTo>
                  <a:pt x="3324430" y="953587"/>
                </a:lnTo>
                <a:close/>
              </a:path>
              <a:path w="5142230" h="2300604">
                <a:moveTo>
                  <a:pt x="3367779" y="1009279"/>
                </a:moveTo>
                <a:lnTo>
                  <a:pt x="3363297" y="1004481"/>
                </a:lnTo>
                <a:lnTo>
                  <a:pt x="3360057" y="999838"/>
                </a:lnTo>
                <a:lnTo>
                  <a:pt x="3361215" y="993551"/>
                </a:lnTo>
                <a:lnTo>
                  <a:pt x="3365809" y="990355"/>
                </a:lnTo>
                <a:lnTo>
                  <a:pt x="3370449" y="987208"/>
                </a:lnTo>
                <a:lnTo>
                  <a:pt x="3376780" y="988316"/>
                </a:lnTo>
                <a:lnTo>
                  <a:pt x="3379975" y="992910"/>
                </a:lnTo>
                <a:lnTo>
                  <a:pt x="3383122" y="997549"/>
                </a:lnTo>
                <a:lnTo>
                  <a:pt x="3381969" y="1003840"/>
                </a:lnTo>
                <a:lnTo>
                  <a:pt x="3373162" y="1009958"/>
                </a:lnTo>
                <a:lnTo>
                  <a:pt x="3367779" y="1009279"/>
                </a:lnTo>
                <a:close/>
              </a:path>
              <a:path w="5142230" h="2300604">
                <a:moveTo>
                  <a:pt x="2768082" y="646576"/>
                </a:moveTo>
                <a:lnTo>
                  <a:pt x="2764484" y="642724"/>
                </a:lnTo>
                <a:lnTo>
                  <a:pt x="2763525" y="638862"/>
                </a:lnTo>
                <a:lnTo>
                  <a:pt x="2764741" y="635179"/>
                </a:lnTo>
                <a:lnTo>
                  <a:pt x="2766568" y="629902"/>
                </a:lnTo>
                <a:lnTo>
                  <a:pt x="2772288" y="627033"/>
                </a:lnTo>
                <a:lnTo>
                  <a:pt x="2782926" y="630600"/>
                </a:lnTo>
                <a:lnTo>
                  <a:pt x="2785751" y="636361"/>
                </a:lnTo>
                <a:lnTo>
                  <a:pt x="2782179" y="647004"/>
                </a:lnTo>
                <a:lnTo>
                  <a:pt x="2776422" y="649834"/>
                </a:lnTo>
                <a:lnTo>
                  <a:pt x="2771101" y="648048"/>
                </a:lnTo>
                <a:lnTo>
                  <a:pt x="2769464" y="647468"/>
                </a:lnTo>
                <a:lnTo>
                  <a:pt x="2768082" y="646576"/>
                </a:lnTo>
                <a:close/>
              </a:path>
              <a:path w="5142230" h="2300604">
                <a:moveTo>
                  <a:pt x="1458433" y="325019"/>
                </a:moveTo>
                <a:lnTo>
                  <a:pt x="1454875" y="321210"/>
                </a:lnTo>
                <a:lnTo>
                  <a:pt x="1453825" y="317544"/>
                </a:lnTo>
                <a:lnTo>
                  <a:pt x="1456491" y="308571"/>
                </a:lnTo>
                <a:lnTo>
                  <a:pt x="1462114" y="305500"/>
                </a:lnTo>
                <a:lnTo>
                  <a:pt x="1467495" y="307057"/>
                </a:lnTo>
                <a:lnTo>
                  <a:pt x="1472868" y="308703"/>
                </a:lnTo>
                <a:lnTo>
                  <a:pt x="1475934" y="314331"/>
                </a:lnTo>
                <a:lnTo>
                  <a:pt x="1474382" y="319707"/>
                </a:lnTo>
                <a:lnTo>
                  <a:pt x="1472731" y="325076"/>
                </a:lnTo>
                <a:lnTo>
                  <a:pt x="1467107" y="328146"/>
                </a:lnTo>
                <a:lnTo>
                  <a:pt x="1461780" y="326549"/>
                </a:lnTo>
                <a:lnTo>
                  <a:pt x="1459910" y="326013"/>
                </a:lnTo>
                <a:lnTo>
                  <a:pt x="1458433" y="325019"/>
                </a:lnTo>
                <a:close/>
              </a:path>
              <a:path w="5142230" h="2300604">
                <a:moveTo>
                  <a:pt x="3031149" y="751555"/>
                </a:moveTo>
                <a:lnTo>
                  <a:pt x="3027551" y="747702"/>
                </a:lnTo>
                <a:lnTo>
                  <a:pt x="3026664" y="743235"/>
                </a:lnTo>
                <a:lnTo>
                  <a:pt x="3028538" y="739375"/>
                </a:lnTo>
                <a:lnTo>
                  <a:pt x="3030933" y="734316"/>
                </a:lnTo>
                <a:lnTo>
                  <a:pt x="3036955" y="732160"/>
                </a:lnTo>
                <a:lnTo>
                  <a:pt x="3047079" y="736938"/>
                </a:lnTo>
                <a:lnTo>
                  <a:pt x="3049235" y="742960"/>
                </a:lnTo>
                <a:lnTo>
                  <a:pt x="3044452" y="753088"/>
                </a:lnTo>
                <a:lnTo>
                  <a:pt x="3038431" y="755244"/>
                </a:lnTo>
                <a:lnTo>
                  <a:pt x="3033366" y="752853"/>
                </a:lnTo>
                <a:lnTo>
                  <a:pt x="3032161" y="752344"/>
                </a:lnTo>
                <a:lnTo>
                  <a:pt x="3031149" y="751555"/>
                </a:lnTo>
                <a:close/>
              </a:path>
              <a:path w="5142230" h="2300604">
                <a:moveTo>
                  <a:pt x="2966563" y="722395"/>
                </a:moveTo>
                <a:lnTo>
                  <a:pt x="2962964" y="718543"/>
                </a:lnTo>
                <a:lnTo>
                  <a:pt x="2962076" y="714268"/>
                </a:lnTo>
                <a:lnTo>
                  <a:pt x="2963717" y="710453"/>
                </a:lnTo>
                <a:lnTo>
                  <a:pt x="2965968" y="705336"/>
                </a:lnTo>
                <a:lnTo>
                  <a:pt x="2971946" y="702939"/>
                </a:lnTo>
                <a:lnTo>
                  <a:pt x="2977067" y="705195"/>
                </a:lnTo>
                <a:lnTo>
                  <a:pt x="2982228" y="707396"/>
                </a:lnTo>
                <a:lnTo>
                  <a:pt x="2984512" y="713165"/>
                </a:lnTo>
                <a:lnTo>
                  <a:pt x="2980168" y="723665"/>
                </a:lnTo>
                <a:lnTo>
                  <a:pt x="2974135" y="726004"/>
                </a:lnTo>
                <a:lnTo>
                  <a:pt x="2969023" y="723758"/>
                </a:lnTo>
                <a:lnTo>
                  <a:pt x="2967714" y="723236"/>
                </a:lnTo>
                <a:lnTo>
                  <a:pt x="2966563" y="722395"/>
                </a:lnTo>
                <a:close/>
              </a:path>
              <a:path w="5142230" h="2300604">
                <a:moveTo>
                  <a:pt x="2901107" y="695334"/>
                </a:moveTo>
                <a:lnTo>
                  <a:pt x="2897513" y="691487"/>
                </a:lnTo>
                <a:lnTo>
                  <a:pt x="2896613" y="687297"/>
                </a:lnTo>
                <a:lnTo>
                  <a:pt x="2898115" y="683529"/>
                </a:lnTo>
                <a:lnTo>
                  <a:pt x="2900127" y="678353"/>
                </a:lnTo>
                <a:lnTo>
                  <a:pt x="2906068" y="675817"/>
                </a:lnTo>
                <a:lnTo>
                  <a:pt x="2916506" y="679954"/>
                </a:lnTo>
                <a:lnTo>
                  <a:pt x="2918992" y="685840"/>
                </a:lnTo>
                <a:lnTo>
                  <a:pt x="2914865" y="696280"/>
                </a:lnTo>
                <a:lnTo>
                  <a:pt x="2909019" y="698819"/>
                </a:lnTo>
                <a:lnTo>
                  <a:pt x="2902358" y="696184"/>
                </a:lnTo>
                <a:lnTo>
                  <a:pt x="2901107" y="695334"/>
                </a:lnTo>
                <a:close/>
              </a:path>
              <a:path w="5142230" h="2300604">
                <a:moveTo>
                  <a:pt x="2834935" y="670048"/>
                </a:moveTo>
                <a:lnTo>
                  <a:pt x="2831336" y="666196"/>
                </a:lnTo>
                <a:lnTo>
                  <a:pt x="2830385" y="662246"/>
                </a:lnTo>
                <a:lnTo>
                  <a:pt x="2833661" y="653241"/>
                </a:lnTo>
                <a:lnTo>
                  <a:pt x="2839513" y="650513"/>
                </a:lnTo>
                <a:lnTo>
                  <a:pt x="2844734" y="652485"/>
                </a:lnTo>
                <a:lnTo>
                  <a:pt x="2850003" y="654411"/>
                </a:lnTo>
                <a:lnTo>
                  <a:pt x="2852685" y="660215"/>
                </a:lnTo>
                <a:lnTo>
                  <a:pt x="2848838" y="670758"/>
                </a:lnTo>
                <a:lnTo>
                  <a:pt x="2843029" y="673435"/>
                </a:lnTo>
                <a:lnTo>
                  <a:pt x="2836226" y="670942"/>
                </a:lnTo>
                <a:lnTo>
                  <a:pt x="2834935" y="670048"/>
                </a:lnTo>
                <a:close/>
              </a:path>
              <a:path w="5142230" h="2300604">
                <a:moveTo>
                  <a:pt x="1526740" y="344575"/>
                </a:moveTo>
                <a:lnTo>
                  <a:pt x="1523187" y="340772"/>
                </a:lnTo>
                <a:lnTo>
                  <a:pt x="1522129" y="337195"/>
                </a:lnTo>
                <a:lnTo>
                  <a:pt x="1524606" y="328215"/>
                </a:lnTo>
                <a:lnTo>
                  <a:pt x="1529828" y="325301"/>
                </a:lnTo>
                <a:lnTo>
                  <a:pt x="1530189" y="325101"/>
                </a:lnTo>
                <a:lnTo>
                  <a:pt x="1540993" y="328065"/>
                </a:lnTo>
                <a:lnTo>
                  <a:pt x="1544157" y="333602"/>
                </a:lnTo>
                <a:lnTo>
                  <a:pt x="1542650" y="339027"/>
                </a:lnTo>
                <a:lnTo>
                  <a:pt x="1541192" y="344406"/>
                </a:lnTo>
                <a:lnTo>
                  <a:pt x="1535607" y="347615"/>
                </a:lnTo>
                <a:lnTo>
                  <a:pt x="1528312" y="345573"/>
                </a:lnTo>
                <a:lnTo>
                  <a:pt x="1526740" y="344575"/>
                </a:lnTo>
                <a:close/>
              </a:path>
              <a:path w="5142230" h="2300604">
                <a:moveTo>
                  <a:pt x="3880751" y="2294722"/>
                </a:moveTo>
                <a:lnTo>
                  <a:pt x="3876692" y="2290378"/>
                </a:lnTo>
                <a:lnTo>
                  <a:pt x="3876615" y="2284332"/>
                </a:lnTo>
                <a:lnTo>
                  <a:pt x="3880341" y="2280404"/>
                </a:lnTo>
                <a:lnTo>
                  <a:pt x="3884164" y="2276285"/>
                </a:lnTo>
                <a:lnTo>
                  <a:pt x="3890590" y="2276126"/>
                </a:lnTo>
                <a:lnTo>
                  <a:pt x="3894660" y="2279994"/>
                </a:lnTo>
                <a:lnTo>
                  <a:pt x="3898733" y="2283768"/>
                </a:lnTo>
                <a:lnTo>
                  <a:pt x="3898887" y="2290189"/>
                </a:lnTo>
                <a:lnTo>
                  <a:pt x="3895069" y="2294313"/>
                </a:lnTo>
                <a:lnTo>
                  <a:pt x="3891250" y="2298337"/>
                </a:lnTo>
                <a:lnTo>
                  <a:pt x="3884821" y="2298591"/>
                </a:lnTo>
                <a:lnTo>
                  <a:pt x="3880751" y="2294722"/>
                </a:lnTo>
                <a:close/>
              </a:path>
              <a:path w="5142230" h="2300604">
                <a:moveTo>
                  <a:pt x="3404377" y="1069370"/>
                </a:moveTo>
                <a:lnTo>
                  <a:pt x="3400737" y="1065474"/>
                </a:lnTo>
                <a:lnTo>
                  <a:pt x="3400243" y="1064749"/>
                </a:lnTo>
                <a:lnTo>
                  <a:pt x="3399796" y="1063979"/>
                </a:lnTo>
                <a:lnTo>
                  <a:pt x="3397125" y="1059069"/>
                </a:lnTo>
                <a:lnTo>
                  <a:pt x="3398945" y="1052903"/>
                </a:lnTo>
                <a:lnTo>
                  <a:pt x="3408806" y="1047527"/>
                </a:lnTo>
                <a:lnTo>
                  <a:pt x="3414927" y="1049388"/>
                </a:lnTo>
                <a:lnTo>
                  <a:pt x="3420304" y="1059248"/>
                </a:lnTo>
                <a:lnTo>
                  <a:pt x="3418439" y="1065365"/>
                </a:lnTo>
                <a:lnTo>
                  <a:pt x="3413532" y="1068031"/>
                </a:lnTo>
                <a:lnTo>
                  <a:pt x="3409443" y="1070298"/>
                </a:lnTo>
                <a:lnTo>
                  <a:pt x="3404377" y="1069370"/>
                </a:lnTo>
                <a:close/>
              </a:path>
              <a:path w="5142230" h="2300604">
                <a:moveTo>
                  <a:pt x="3435027" y="1132970"/>
                </a:moveTo>
                <a:lnTo>
                  <a:pt x="3431429" y="1129118"/>
                </a:lnTo>
                <a:lnTo>
                  <a:pt x="3430751" y="1128099"/>
                </a:lnTo>
                <a:lnTo>
                  <a:pt x="3427956" y="1121686"/>
                </a:lnTo>
                <a:lnTo>
                  <a:pt x="3430415" y="1115912"/>
                </a:lnTo>
                <a:lnTo>
                  <a:pt x="3440756" y="1111539"/>
                </a:lnTo>
                <a:lnTo>
                  <a:pt x="3446719" y="1113913"/>
                </a:lnTo>
                <a:lnTo>
                  <a:pt x="3448951" y="1119042"/>
                </a:lnTo>
                <a:lnTo>
                  <a:pt x="3451134" y="1124215"/>
                </a:lnTo>
                <a:lnTo>
                  <a:pt x="3448718" y="1130134"/>
                </a:lnTo>
                <a:lnTo>
                  <a:pt x="3443588" y="1132360"/>
                </a:lnTo>
                <a:lnTo>
                  <a:pt x="3439522" y="1134068"/>
                </a:lnTo>
                <a:lnTo>
                  <a:pt x="3435027" y="1132970"/>
                </a:lnTo>
                <a:close/>
              </a:path>
              <a:path w="5142230" h="2300604">
                <a:moveTo>
                  <a:pt x="1802913" y="412657"/>
                </a:moveTo>
                <a:lnTo>
                  <a:pt x="1799360" y="408854"/>
                </a:lnTo>
                <a:lnTo>
                  <a:pt x="1798389" y="405469"/>
                </a:lnTo>
                <a:lnTo>
                  <a:pt x="1799165" y="402096"/>
                </a:lnTo>
                <a:lnTo>
                  <a:pt x="1800343" y="396613"/>
                </a:lnTo>
                <a:lnTo>
                  <a:pt x="1805795" y="393163"/>
                </a:lnTo>
                <a:lnTo>
                  <a:pt x="1816664" y="395610"/>
                </a:lnTo>
                <a:lnTo>
                  <a:pt x="1820163" y="401017"/>
                </a:lnTo>
                <a:lnTo>
                  <a:pt x="1818890" y="406497"/>
                </a:lnTo>
                <a:lnTo>
                  <a:pt x="1817712" y="411981"/>
                </a:lnTo>
                <a:lnTo>
                  <a:pt x="1812260" y="415430"/>
                </a:lnTo>
                <a:lnTo>
                  <a:pt x="1804718" y="413710"/>
                </a:lnTo>
                <a:lnTo>
                  <a:pt x="1802913" y="412657"/>
                </a:lnTo>
                <a:close/>
              </a:path>
              <a:path w="5142230" h="2300604">
                <a:moveTo>
                  <a:pt x="2358300" y="532921"/>
                </a:moveTo>
                <a:lnTo>
                  <a:pt x="2354747" y="529117"/>
                </a:lnTo>
                <a:lnTo>
                  <a:pt x="2353731" y="525684"/>
                </a:lnTo>
                <a:lnTo>
                  <a:pt x="2354510" y="522217"/>
                </a:lnTo>
                <a:lnTo>
                  <a:pt x="2355779" y="516831"/>
                </a:lnTo>
                <a:lnTo>
                  <a:pt x="2361227" y="513376"/>
                </a:lnTo>
                <a:lnTo>
                  <a:pt x="2366712" y="514654"/>
                </a:lnTo>
                <a:lnTo>
                  <a:pt x="2372143" y="515972"/>
                </a:lnTo>
                <a:lnTo>
                  <a:pt x="2375547" y="521375"/>
                </a:lnTo>
                <a:lnTo>
                  <a:pt x="2373002" y="532335"/>
                </a:lnTo>
                <a:lnTo>
                  <a:pt x="2367554" y="535691"/>
                </a:lnTo>
                <a:lnTo>
                  <a:pt x="2362073" y="534418"/>
                </a:lnTo>
                <a:lnTo>
                  <a:pt x="2360060" y="533925"/>
                </a:lnTo>
                <a:lnTo>
                  <a:pt x="2358300" y="532921"/>
                </a:lnTo>
                <a:close/>
              </a:path>
              <a:path w="5142230" h="2300604">
                <a:moveTo>
                  <a:pt x="2219806" y="501864"/>
                </a:moveTo>
                <a:lnTo>
                  <a:pt x="2216253" y="498060"/>
                </a:lnTo>
                <a:lnTo>
                  <a:pt x="2215188" y="494672"/>
                </a:lnTo>
                <a:lnTo>
                  <a:pt x="2215964" y="491300"/>
                </a:lnTo>
                <a:lnTo>
                  <a:pt x="2217142" y="485816"/>
                </a:lnTo>
                <a:lnTo>
                  <a:pt x="2222548" y="482318"/>
                </a:lnTo>
                <a:lnTo>
                  <a:pt x="2227983" y="483541"/>
                </a:lnTo>
                <a:lnTo>
                  <a:pt x="2233466" y="484719"/>
                </a:lnTo>
                <a:lnTo>
                  <a:pt x="2236965" y="490126"/>
                </a:lnTo>
                <a:lnTo>
                  <a:pt x="2234609" y="501093"/>
                </a:lnTo>
                <a:lnTo>
                  <a:pt x="2229157" y="504542"/>
                </a:lnTo>
                <a:lnTo>
                  <a:pt x="2221611" y="502916"/>
                </a:lnTo>
                <a:lnTo>
                  <a:pt x="2219806" y="501864"/>
                </a:lnTo>
                <a:close/>
              </a:path>
              <a:path w="5142230" h="2300604">
                <a:moveTo>
                  <a:pt x="2289110" y="517111"/>
                </a:moveTo>
                <a:lnTo>
                  <a:pt x="2285552" y="513303"/>
                </a:lnTo>
                <a:lnTo>
                  <a:pt x="2284538" y="509968"/>
                </a:lnTo>
                <a:lnTo>
                  <a:pt x="2285263" y="506542"/>
                </a:lnTo>
                <a:lnTo>
                  <a:pt x="2286540" y="501067"/>
                </a:lnTo>
                <a:lnTo>
                  <a:pt x="2291939" y="497658"/>
                </a:lnTo>
                <a:lnTo>
                  <a:pt x="2297427" y="498841"/>
                </a:lnTo>
                <a:lnTo>
                  <a:pt x="2302862" y="500064"/>
                </a:lnTo>
                <a:lnTo>
                  <a:pt x="2306311" y="505516"/>
                </a:lnTo>
                <a:lnTo>
                  <a:pt x="2305088" y="510951"/>
                </a:lnTo>
                <a:lnTo>
                  <a:pt x="2303909" y="516434"/>
                </a:lnTo>
                <a:lnTo>
                  <a:pt x="2298457" y="519884"/>
                </a:lnTo>
                <a:lnTo>
                  <a:pt x="2292977" y="518612"/>
                </a:lnTo>
                <a:lnTo>
                  <a:pt x="2290915" y="518164"/>
                </a:lnTo>
                <a:lnTo>
                  <a:pt x="2289110" y="517111"/>
                </a:lnTo>
                <a:close/>
              </a:path>
              <a:path w="5142230" h="2300604">
                <a:moveTo>
                  <a:pt x="2150398" y="486896"/>
                </a:moveTo>
                <a:lnTo>
                  <a:pt x="2146840" y="483088"/>
                </a:lnTo>
                <a:lnTo>
                  <a:pt x="2145777" y="479799"/>
                </a:lnTo>
                <a:lnTo>
                  <a:pt x="2146552" y="476426"/>
                </a:lnTo>
                <a:lnTo>
                  <a:pt x="2147680" y="470889"/>
                </a:lnTo>
                <a:lnTo>
                  <a:pt x="2153038" y="467436"/>
                </a:lnTo>
                <a:lnTo>
                  <a:pt x="2158526" y="468619"/>
                </a:lnTo>
                <a:lnTo>
                  <a:pt x="2164058" y="469752"/>
                </a:lnTo>
                <a:lnTo>
                  <a:pt x="2167552" y="475154"/>
                </a:lnTo>
                <a:lnTo>
                  <a:pt x="2165196" y="486120"/>
                </a:lnTo>
                <a:lnTo>
                  <a:pt x="2159794" y="489624"/>
                </a:lnTo>
                <a:lnTo>
                  <a:pt x="2152249" y="487998"/>
                </a:lnTo>
                <a:lnTo>
                  <a:pt x="2150398" y="486896"/>
                </a:lnTo>
                <a:close/>
              </a:path>
              <a:path w="5142230" h="2300604">
                <a:moveTo>
                  <a:pt x="2632858" y="604064"/>
                </a:moveTo>
                <a:lnTo>
                  <a:pt x="2629300" y="600255"/>
                </a:lnTo>
                <a:lnTo>
                  <a:pt x="2628298" y="596544"/>
                </a:lnTo>
                <a:lnTo>
                  <a:pt x="2629363" y="592992"/>
                </a:lnTo>
                <a:lnTo>
                  <a:pt x="2630915" y="587616"/>
                </a:lnTo>
                <a:lnTo>
                  <a:pt x="2636539" y="584545"/>
                </a:lnTo>
                <a:lnTo>
                  <a:pt x="2647296" y="587654"/>
                </a:lnTo>
                <a:lnTo>
                  <a:pt x="2650407" y="593331"/>
                </a:lnTo>
                <a:lnTo>
                  <a:pt x="2647204" y="604075"/>
                </a:lnTo>
                <a:lnTo>
                  <a:pt x="2641581" y="607146"/>
                </a:lnTo>
                <a:lnTo>
                  <a:pt x="2634429" y="605061"/>
                </a:lnTo>
                <a:lnTo>
                  <a:pt x="2632858" y="604064"/>
                </a:lnTo>
                <a:close/>
              </a:path>
              <a:path w="5142230" h="2300604">
                <a:moveTo>
                  <a:pt x="2564635" y="584793"/>
                </a:moveTo>
                <a:lnTo>
                  <a:pt x="2561082" y="580990"/>
                </a:lnTo>
                <a:lnTo>
                  <a:pt x="2560072" y="577368"/>
                </a:lnTo>
                <a:lnTo>
                  <a:pt x="2562501" y="568433"/>
                </a:lnTo>
                <a:lnTo>
                  <a:pt x="2567730" y="565429"/>
                </a:lnTo>
                <a:lnTo>
                  <a:pt x="2568086" y="565224"/>
                </a:lnTo>
                <a:lnTo>
                  <a:pt x="2578886" y="568184"/>
                </a:lnTo>
                <a:lnTo>
                  <a:pt x="2582095" y="573769"/>
                </a:lnTo>
                <a:lnTo>
                  <a:pt x="2580593" y="579199"/>
                </a:lnTo>
                <a:lnTo>
                  <a:pt x="2579135" y="584579"/>
                </a:lnTo>
                <a:lnTo>
                  <a:pt x="2573906" y="587583"/>
                </a:lnTo>
                <a:lnTo>
                  <a:pt x="2573550" y="587788"/>
                </a:lnTo>
                <a:lnTo>
                  <a:pt x="2566255" y="585745"/>
                </a:lnTo>
                <a:lnTo>
                  <a:pt x="2564635" y="584793"/>
                </a:lnTo>
                <a:close/>
              </a:path>
              <a:path w="5142230" h="2300604">
                <a:moveTo>
                  <a:pt x="2496139" y="566599"/>
                </a:moveTo>
                <a:lnTo>
                  <a:pt x="2492541" y="562747"/>
                </a:lnTo>
                <a:lnTo>
                  <a:pt x="2491528" y="559219"/>
                </a:lnTo>
                <a:lnTo>
                  <a:pt x="2492401" y="555755"/>
                </a:lnTo>
                <a:lnTo>
                  <a:pt x="2493813" y="550327"/>
                </a:lnTo>
                <a:lnTo>
                  <a:pt x="2499353" y="547069"/>
                </a:lnTo>
                <a:lnTo>
                  <a:pt x="2510210" y="549894"/>
                </a:lnTo>
                <a:lnTo>
                  <a:pt x="2513417" y="555380"/>
                </a:lnTo>
                <a:lnTo>
                  <a:pt x="2512123" y="560739"/>
                </a:lnTo>
                <a:lnTo>
                  <a:pt x="2510692" y="566245"/>
                </a:lnTo>
                <a:lnTo>
                  <a:pt x="2505211" y="569468"/>
                </a:lnTo>
                <a:lnTo>
                  <a:pt x="2499852" y="568130"/>
                </a:lnTo>
                <a:lnTo>
                  <a:pt x="2497805" y="567600"/>
                </a:lnTo>
                <a:lnTo>
                  <a:pt x="2496139" y="566599"/>
                </a:lnTo>
                <a:close/>
              </a:path>
              <a:path w="5142230" h="2300604">
                <a:moveTo>
                  <a:pt x="2427328" y="549339"/>
                </a:moveTo>
                <a:lnTo>
                  <a:pt x="2423771" y="545531"/>
                </a:lnTo>
                <a:lnTo>
                  <a:pt x="2422714" y="542053"/>
                </a:lnTo>
                <a:lnTo>
                  <a:pt x="2423587" y="538589"/>
                </a:lnTo>
                <a:lnTo>
                  <a:pt x="2424905" y="533158"/>
                </a:lnTo>
                <a:lnTo>
                  <a:pt x="2430399" y="529851"/>
                </a:lnTo>
                <a:lnTo>
                  <a:pt x="2441262" y="532487"/>
                </a:lnTo>
                <a:lnTo>
                  <a:pt x="2444618" y="537936"/>
                </a:lnTo>
                <a:lnTo>
                  <a:pt x="2443251" y="543413"/>
                </a:lnTo>
                <a:lnTo>
                  <a:pt x="2441933" y="548845"/>
                </a:lnTo>
                <a:lnTo>
                  <a:pt x="2436484" y="552200"/>
                </a:lnTo>
                <a:lnTo>
                  <a:pt x="2429039" y="550388"/>
                </a:lnTo>
                <a:lnTo>
                  <a:pt x="2427328" y="549339"/>
                </a:lnTo>
                <a:close/>
              </a:path>
              <a:path w="5142230" h="2300604">
                <a:moveTo>
                  <a:pt x="2700707" y="624596"/>
                </a:moveTo>
                <a:lnTo>
                  <a:pt x="2697154" y="620793"/>
                </a:lnTo>
                <a:lnTo>
                  <a:pt x="2696151" y="616982"/>
                </a:lnTo>
                <a:lnTo>
                  <a:pt x="2697265" y="613385"/>
                </a:lnTo>
                <a:lnTo>
                  <a:pt x="2698952" y="608055"/>
                </a:lnTo>
                <a:lnTo>
                  <a:pt x="2704676" y="605092"/>
                </a:lnTo>
                <a:lnTo>
                  <a:pt x="2710000" y="606784"/>
                </a:lnTo>
                <a:lnTo>
                  <a:pt x="2715373" y="608430"/>
                </a:lnTo>
                <a:lnTo>
                  <a:pt x="2718296" y="614100"/>
                </a:lnTo>
                <a:lnTo>
                  <a:pt x="2716645" y="619469"/>
                </a:lnTo>
                <a:lnTo>
                  <a:pt x="2714958" y="624798"/>
                </a:lnTo>
                <a:lnTo>
                  <a:pt x="2709239" y="627766"/>
                </a:lnTo>
                <a:lnTo>
                  <a:pt x="2703914" y="626074"/>
                </a:lnTo>
                <a:lnTo>
                  <a:pt x="2702179" y="625586"/>
                </a:lnTo>
                <a:lnTo>
                  <a:pt x="2700707" y="624596"/>
                </a:lnTo>
                <a:close/>
              </a:path>
              <a:path w="5142230" h="2300604">
                <a:moveTo>
                  <a:pt x="1664414" y="380325"/>
                </a:moveTo>
                <a:lnTo>
                  <a:pt x="1660861" y="376522"/>
                </a:lnTo>
                <a:lnTo>
                  <a:pt x="1659894" y="373043"/>
                </a:lnTo>
                <a:lnTo>
                  <a:pt x="1660673" y="369576"/>
                </a:lnTo>
                <a:lnTo>
                  <a:pt x="1661991" y="364144"/>
                </a:lnTo>
                <a:lnTo>
                  <a:pt x="1667534" y="360792"/>
                </a:lnTo>
                <a:lnTo>
                  <a:pt x="1678438" y="363472"/>
                </a:lnTo>
                <a:lnTo>
                  <a:pt x="1681744" y="368966"/>
                </a:lnTo>
                <a:lnTo>
                  <a:pt x="1680431" y="374403"/>
                </a:lnTo>
                <a:lnTo>
                  <a:pt x="1679064" y="379880"/>
                </a:lnTo>
                <a:lnTo>
                  <a:pt x="1673570" y="383186"/>
                </a:lnTo>
                <a:lnTo>
                  <a:pt x="1666125" y="381375"/>
                </a:lnTo>
                <a:lnTo>
                  <a:pt x="1664414" y="380325"/>
                </a:lnTo>
                <a:close/>
              </a:path>
              <a:path w="5142230" h="2300604">
                <a:moveTo>
                  <a:pt x="2080931" y="472257"/>
                </a:moveTo>
                <a:lnTo>
                  <a:pt x="2077378" y="468454"/>
                </a:lnTo>
                <a:lnTo>
                  <a:pt x="2076314" y="465066"/>
                </a:lnTo>
                <a:lnTo>
                  <a:pt x="2078219" y="456255"/>
                </a:lnTo>
                <a:lnTo>
                  <a:pt x="2083580" y="452708"/>
                </a:lnTo>
                <a:lnTo>
                  <a:pt x="2094546" y="455064"/>
                </a:lnTo>
                <a:lnTo>
                  <a:pt x="2097999" y="460422"/>
                </a:lnTo>
                <a:lnTo>
                  <a:pt x="2096915" y="465909"/>
                </a:lnTo>
                <a:lnTo>
                  <a:pt x="2095737" y="471392"/>
                </a:lnTo>
                <a:lnTo>
                  <a:pt x="2090331" y="474890"/>
                </a:lnTo>
                <a:lnTo>
                  <a:pt x="2082737" y="473310"/>
                </a:lnTo>
                <a:lnTo>
                  <a:pt x="2080931" y="472257"/>
                </a:lnTo>
                <a:close/>
              </a:path>
              <a:path w="5142230" h="2300604">
                <a:moveTo>
                  <a:pt x="1595418" y="362964"/>
                </a:moveTo>
                <a:lnTo>
                  <a:pt x="1591865" y="359161"/>
                </a:lnTo>
                <a:lnTo>
                  <a:pt x="1590852" y="355633"/>
                </a:lnTo>
                <a:lnTo>
                  <a:pt x="1593182" y="346690"/>
                </a:lnTo>
                <a:lnTo>
                  <a:pt x="1598609" y="343507"/>
                </a:lnTo>
                <a:lnTo>
                  <a:pt x="1609583" y="346262"/>
                </a:lnTo>
                <a:lnTo>
                  <a:pt x="1612841" y="351802"/>
                </a:lnTo>
                <a:lnTo>
                  <a:pt x="1611424" y="357030"/>
                </a:lnTo>
                <a:lnTo>
                  <a:pt x="1609971" y="362610"/>
                </a:lnTo>
                <a:lnTo>
                  <a:pt x="1604476" y="365916"/>
                </a:lnTo>
                <a:lnTo>
                  <a:pt x="1599169" y="364535"/>
                </a:lnTo>
                <a:lnTo>
                  <a:pt x="1597079" y="363960"/>
                </a:lnTo>
                <a:lnTo>
                  <a:pt x="1595418" y="362964"/>
                </a:lnTo>
                <a:close/>
              </a:path>
              <a:path w="5142230" h="2300604">
                <a:moveTo>
                  <a:pt x="2011419" y="457569"/>
                </a:moveTo>
                <a:lnTo>
                  <a:pt x="2007867" y="453766"/>
                </a:lnTo>
                <a:lnTo>
                  <a:pt x="2006798" y="450472"/>
                </a:lnTo>
                <a:lnTo>
                  <a:pt x="2007480" y="447096"/>
                </a:lnTo>
                <a:lnTo>
                  <a:pt x="2008658" y="441613"/>
                </a:lnTo>
                <a:lnTo>
                  <a:pt x="2014064" y="438115"/>
                </a:lnTo>
                <a:lnTo>
                  <a:pt x="2019498" y="439239"/>
                </a:lnTo>
                <a:lnTo>
                  <a:pt x="2024986" y="440422"/>
                </a:lnTo>
                <a:lnTo>
                  <a:pt x="2028533" y="445783"/>
                </a:lnTo>
                <a:lnTo>
                  <a:pt x="2026177" y="456750"/>
                </a:lnTo>
                <a:lnTo>
                  <a:pt x="2020816" y="460297"/>
                </a:lnTo>
                <a:lnTo>
                  <a:pt x="2015328" y="459114"/>
                </a:lnTo>
                <a:lnTo>
                  <a:pt x="2013225" y="458622"/>
                </a:lnTo>
                <a:lnTo>
                  <a:pt x="2011419" y="457569"/>
                </a:lnTo>
                <a:close/>
              </a:path>
              <a:path w="5142230" h="2300604">
                <a:moveTo>
                  <a:pt x="1872356" y="427956"/>
                </a:moveTo>
                <a:lnTo>
                  <a:pt x="1868804" y="424153"/>
                </a:lnTo>
                <a:lnTo>
                  <a:pt x="1867784" y="420814"/>
                </a:lnTo>
                <a:lnTo>
                  <a:pt x="1868560" y="417441"/>
                </a:lnTo>
                <a:lnTo>
                  <a:pt x="1869738" y="411958"/>
                </a:lnTo>
                <a:lnTo>
                  <a:pt x="1875145" y="408459"/>
                </a:lnTo>
                <a:lnTo>
                  <a:pt x="1880579" y="409683"/>
                </a:lnTo>
                <a:lnTo>
                  <a:pt x="1886063" y="410861"/>
                </a:lnTo>
                <a:lnTo>
                  <a:pt x="1889561" y="416267"/>
                </a:lnTo>
                <a:lnTo>
                  <a:pt x="1888337" y="421702"/>
                </a:lnTo>
                <a:lnTo>
                  <a:pt x="1887159" y="427186"/>
                </a:lnTo>
                <a:lnTo>
                  <a:pt x="1881753" y="430684"/>
                </a:lnTo>
                <a:lnTo>
                  <a:pt x="1874203" y="429053"/>
                </a:lnTo>
                <a:lnTo>
                  <a:pt x="1872356" y="427956"/>
                </a:lnTo>
                <a:close/>
              </a:path>
              <a:path w="5142230" h="2300604">
                <a:moveTo>
                  <a:pt x="1941908" y="442882"/>
                </a:moveTo>
                <a:lnTo>
                  <a:pt x="1938355" y="439078"/>
                </a:lnTo>
                <a:lnTo>
                  <a:pt x="1937287" y="435784"/>
                </a:lnTo>
                <a:lnTo>
                  <a:pt x="1939146" y="426925"/>
                </a:lnTo>
                <a:lnTo>
                  <a:pt x="1944553" y="423427"/>
                </a:lnTo>
                <a:lnTo>
                  <a:pt x="1955474" y="425734"/>
                </a:lnTo>
                <a:lnTo>
                  <a:pt x="1959021" y="431095"/>
                </a:lnTo>
                <a:lnTo>
                  <a:pt x="1956665" y="442062"/>
                </a:lnTo>
                <a:lnTo>
                  <a:pt x="1951258" y="445560"/>
                </a:lnTo>
                <a:lnTo>
                  <a:pt x="1945820" y="444431"/>
                </a:lnTo>
                <a:lnTo>
                  <a:pt x="1943713" y="443934"/>
                </a:lnTo>
                <a:lnTo>
                  <a:pt x="1941908" y="442882"/>
                </a:lnTo>
                <a:close/>
              </a:path>
              <a:path w="5142230" h="2300604">
                <a:moveTo>
                  <a:pt x="3094668" y="782798"/>
                </a:moveTo>
                <a:lnTo>
                  <a:pt x="3091070" y="778946"/>
                </a:lnTo>
                <a:lnTo>
                  <a:pt x="3090330" y="774341"/>
                </a:lnTo>
                <a:lnTo>
                  <a:pt x="3092301" y="770391"/>
                </a:lnTo>
                <a:lnTo>
                  <a:pt x="3094877" y="765427"/>
                </a:lnTo>
                <a:lnTo>
                  <a:pt x="3100987" y="763463"/>
                </a:lnTo>
                <a:lnTo>
                  <a:pt x="3105951" y="766040"/>
                </a:lnTo>
                <a:lnTo>
                  <a:pt x="3110961" y="768573"/>
                </a:lnTo>
                <a:lnTo>
                  <a:pt x="3112927" y="774681"/>
                </a:lnTo>
                <a:lnTo>
                  <a:pt x="3110400" y="779698"/>
                </a:lnTo>
                <a:lnTo>
                  <a:pt x="3107775" y="784707"/>
                </a:lnTo>
                <a:lnTo>
                  <a:pt x="3101784" y="786603"/>
                </a:lnTo>
                <a:lnTo>
                  <a:pt x="3095635" y="783539"/>
                </a:lnTo>
                <a:lnTo>
                  <a:pt x="3094668" y="782798"/>
                </a:lnTo>
                <a:close/>
              </a:path>
              <a:path w="5142230" h="2300604">
                <a:moveTo>
                  <a:pt x="1700059" y="319269"/>
                </a:moveTo>
                <a:lnTo>
                  <a:pt x="1696642" y="315612"/>
                </a:lnTo>
                <a:lnTo>
                  <a:pt x="1695668" y="312321"/>
                </a:lnTo>
                <a:lnTo>
                  <a:pt x="1697658" y="303797"/>
                </a:lnTo>
                <a:lnTo>
                  <a:pt x="1702866" y="300575"/>
                </a:lnTo>
                <a:lnTo>
                  <a:pt x="1713359" y="303010"/>
                </a:lnTo>
                <a:lnTo>
                  <a:pt x="1716580" y="308218"/>
                </a:lnTo>
                <a:lnTo>
                  <a:pt x="1714141" y="318705"/>
                </a:lnTo>
                <a:lnTo>
                  <a:pt x="1708889" y="321977"/>
                </a:lnTo>
                <a:lnTo>
                  <a:pt x="1703692" y="320715"/>
                </a:lnTo>
                <a:lnTo>
                  <a:pt x="1701724" y="320270"/>
                </a:lnTo>
                <a:lnTo>
                  <a:pt x="1700059" y="319269"/>
                </a:lnTo>
                <a:close/>
              </a:path>
              <a:path w="5142230" h="2300604">
                <a:moveTo>
                  <a:pt x="1838480" y="350933"/>
                </a:moveTo>
                <a:lnTo>
                  <a:pt x="1835064" y="347276"/>
                </a:lnTo>
                <a:lnTo>
                  <a:pt x="1834046" y="344035"/>
                </a:lnTo>
                <a:lnTo>
                  <a:pt x="1834819" y="340757"/>
                </a:lnTo>
                <a:lnTo>
                  <a:pt x="1835987" y="335557"/>
                </a:lnTo>
                <a:lnTo>
                  <a:pt x="1841194" y="332236"/>
                </a:lnTo>
                <a:lnTo>
                  <a:pt x="1851645" y="334626"/>
                </a:lnTo>
                <a:lnTo>
                  <a:pt x="1854911" y="339784"/>
                </a:lnTo>
                <a:lnTo>
                  <a:pt x="1853793" y="345038"/>
                </a:lnTo>
                <a:lnTo>
                  <a:pt x="1852624" y="350239"/>
                </a:lnTo>
                <a:lnTo>
                  <a:pt x="1847413" y="353555"/>
                </a:lnTo>
                <a:lnTo>
                  <a:pt x="1840199" y="351893"/>
                </a:lnTo>
                <a:lnTo>
                  <a:pt x="1838480" y="350933"/>
                </a:lnTo>
                <a:close/>
              </a:path>
              <a:path w="5142230" h="2300604">
                <a:moveTo>
                  <a:pt x="3518738" y="1206257"/>
                </a:moveTo>
                <a:lnTo>
                  <a:pt x="3515276" y="1202551"/>
                </a:lnTo>
                <a:lnTo>
                  <a:pt x="3514605" y="1201442"/>
                </a:lnTo>
                <a:lnTo>
                  <a:pt x="3514124" y="1200148"/>
                </a:lnTo>
                <a:lnTo>
                  <a:pt x="3512367" y="1195041"/>
                </a:lnTo>
                <a:lnTo>
                  <a:pt x="3515014" y="1189464"/>
                </a:lnTo>
                <a:lnTo>
                  <a:pt x="3525252" y="1185959"/>
                </a:lnTo>
                <a:lnTo>
                  <a:pt x="3530713" y="1188678"/>
                </a:lnTo>
                <a:lnTo>
                  <a:pt x="3534235" y="1198801"/>
                </a:lnTo>
                <a:lnTo>
                  <a:pt x="3531543" y="1204329"/>
                </a:lnTo>
                <a:lnTo>
                  <a:pt x="3522757" y="1207433"/>
                </a:lnTo>
                <a:lnTo>
                  <a:pt x="3518738" y="1206257"/>
                </a:lnTo>
                <a:close/>
              </a:path>
              <a:path w="5142230" h="2300604">
                <a:moveTo>
                  <a:pt x="3541184" y="1273586"/>
                </a:moveTo>
                <a:lnTo>
                  <a:pt x="3537722" y="1269880"/>
                </a:lnTo>
                <a:lnTo>
                  <a:pt x="3536960" y="1268674"/>
                </a:lnTo>
                <a:lnTo>
                  <a:pt x="3536537" y="1267244"/>
                </a:lnTo>
                <a:lnTo>
                  <a:pt x="3534865" y="1262131"/>
                </a:lnTo>
                <a:lnTo>
                  <a:pt x="3537700" y="1256661"/>
                </a:lnTo>
                <a:lnTo>
                  <a:pt x="3547632" y="1253413"/>
                </a:lnTo>
                <a:lnTo>
                  <a:pt x="3547912" y="1253322"/>
                </a:lnTo>
                <a:lnTo>
                  <a:pt x="3553431" y="1256200"/>
                </a:lnTo>
                <a:lnTo>
                  <a:pt x="3555009" y="1261310"/>
                </a:lnTo>
                <a:lnTo>
                  <a:pt x="3556672" y="1266414"/>
                </a:lnTo>
                <a:lnTo>
                  <a:pt x="3553846" y="1271893"/>
                </a:lnTo>
                <a:lnTo>
                  <a:pt x="3548734" y="1273555"/>
                </a:lnTo>
                <a:lnTo>
                  <a:pt x="3545059" y="1274705"/>
                </a:lnTo>
                <a:lnTo>
                  <a:pt x="3541184" y="1273586"/>
                </a:lnTo>
                <a:close/>
              </a:path>
              <a:path w="5142230" h="2300604">
                <a:moveTo>
                  <a:pt x="1977187" y="381435"/>
                </a:moveTo>
                <a:lnTo>
                  <a:pt x="1973771" y="377778"/>
                </a:lnTo>
                <a:lnTo>
                  <a:pt x="1972749" y="374533"/>
                </a:lnTo>
                <a:lnTo>
                  <a:pt x="1973472" y="371300"/>
                </a:lnTo>
                <a:lnTo>
                  <a:pt x="1974595" y="366051"/>
                </a:lnTo>
                <a:lnTo>
                  <a:pt x="1979802" y="362730"/>
                </a:lnTo>
                <a:lnTo>
                  <a:pt x="1985007" y="363903"/>
                </a:lnTo>
                <a:lnTo>
                  <a:pt x="1990257" y="365026"/>
                </a:lnTo>
                <a:lnTo>
                  <a:pt x="1993617" y="370187"/>
                </a:lnTo>
                <a:lnTo>
                  <a:pt x="1992494" y="375437"/>
                </a:lnTo>
                <a:lnTo>
                  <a:pt x="1991327" y="380736"/>
                </a:lnTo>
                <a:lnTo>
                  <a:pt x="1986160" y="384002"/>
                </a:lnTo>
                <a:lnTo>
                  <a:pt x="1980915" y="382884"/>
                </a:lnTo>
                <a:lnTo>
                  <a:pt x="1978898" y="382485"/>
                </a:lnTo>
                <a:lnTo>
                  <a:pt x="1977187" y="381435"/>
                </a:lnTo>
                <a:close/>
              </a:path>
              <a:path w="5142230" h="2300604">
                <a:moveTo>
                  <a:pt x="1769243" y="335268"/>
                </a:moveTo>
                <a:lnTo>
                  <a:pt x="1765826" y="331611"/>
                </a:lnTo>
                <a:lnTo>
                  <a:pt x="1764804" y="328365"/>
                </a:lnTo>
                <a:lnTo>
                  <a:pt x="1766793" y="319841"/>
                </a:lnTo>
                <a:lnTo>
                  <a:pt x="1771997" y="316614"/>
                </a:lnTo>
                <a:lnTo>
                  <a:pt x="1782444" y="319000"/>
                </a:lnTo>
                <a:lnTo>
                  <a:pt x="1785719" y="324168"/>
                </a:lnTo>
                <a:lnTo>
                  <a:pt x="1784502" y="329414"/>
                </a:lnTo>
                <a:lnTo>
                  <a:pt x="1783330" y="334708"/>
                </a:lnTo>
                <a:lnTo>
                  <a:pt x="1778122" y="337930"/>
                </a:lnTo>
                <a:lnTo>
                  <a:pt x="1770903" y="336264"/>
                </a:lnTo>
                <a:lnTo>
                  <a:pt x="1769243" y="335268"/>
                </a:lnTo>
                <a:close/>
              </a:path>
              <a:path w="5142230" h="2300604">
                <a:moveTo>
                  <a:pt x="1907781" y="366274"/>
                </a:moveTo>
                <a:lnTo>
                  <a:pt x="1904365" y="362617"/>
                </a:lnTo>
                <a:lnTo>
                  <a:pt x="1903393" y="359426"/>
                </a:lnTo>
                <a:lnTo>
                  <a:pt x="1905288" y="350898"/>
                </a:lnTo>
                <a:lnTo>
                  <a:pt x="1910446" y="347623"/>
                </a:lnTo>
                <a:lnTo>
                  <a:pt x="1920949" y="349873"/>
                </a:lnTo>
                <a:lnTo>
                  <a:pt x="1924261" y="355080"/>
                </a:lnTo>
                <a:lnTo>
                  <a:pt x="1921925" y="365580"/>
                </a:lnTo>
                <a:lnTo>
                  <a:pt x="1916763" y="368851"/>
                </a:lnTo>
                <a:lnTo>
                  <a:pt x="1911513" y="367728"/>
                </a:lnTo>
                <a:lnTo>
                  <a:pt x="1909546" y="367283"/>
                </a:lnTo>
                <a:lnTo>
                  <a:pt x="1907781" y="366274"/>
                </a:lnTo>
                <a:close/>
              </a:path>
              <a:path w="5142230" h="2300604">
                <a:moveTo>
                  <a:pt x="4267840" y="2283113"/>
                </a:moveTo>
                <a:lnTo>
                  <a:pt x="4263911" y="2278907"/>
                </a:lnTo>
                <a:lnTo>
                  <a:pt x="4263675" y="2273572"/>
                </a:lnTo>
                <a:lnTo>
                  <a:pt x="4266738" y="2269715"/>
                </a:lnTo>
                <a:lnTo>
                  <a:pt x="4270138" y="2265535"/>
                </a:lnTo>
                <a:lnTo>
                  <a:pt x="4276244" y="2264936"/>
                </a:lnTo>
                <a:lnTo>
                  <a:pt x="4284564" y="2271691"/>
                </a:lnTo>
                <a:lnTo>
                  <a:pt x="4285248" y="2277800"/>
                </a:lnTo>
                <a:lnTo>
                  <a:pt x="4278502" y="2286120"/>
                </a:lnTo>
                <a:lnTo>
                  <a:pt x="4272384" y="2286804"/>
                </a:lnTo>
                <a:lnTo>
                  <a:pt x="4267840" y="2283113"/>
                </a:lnTo>
                <a:close/>
              </a:path>
              <a:path w="5142230" h="2300604">
                <a:moveTo>
                  <a:pt x="3562436" y="1341300"/>
                </a:moveTo>
                <a:lnTo>
                  <a:pt x="3558975" y="1337594"/>
                </a:lnTo>
                <a:lnTo>
                  <a:pt x="3558262" y="1336343"/>
                </a:lnTo>
                <a:lnTo>
                  <a:pt x="3556215" y="1329753"/>
                </a:lnTo>
                <a:lnTo>
                  <a:pt x="3559091" y="1324328"/>
                </a:lnTo>
                <a:lnTo>
                  <a:pt x="3564201" y="1322760"/>
                </a:lnTo>
                <a:lnTo>
                  <a:pt x="3569354" y="1321141"/>
                </a:lnTo>
                <a:lnTo>
                  <a:pt x="3574780" y="1324017"/>
                </a:lnTo>
                <a:lnTo>
                  <a:pt x="3577926" y="1334227"/>
                </a:lnTo>
                <a:lnTo>
                  <a:pt x="3575096" y="1339701"/>
                </a:lnTo>
                <a:lnTo>
                  <a:pt x="3566268" y="1342469"/>
                </a:lnTo>
                <a:lnTo>
                  <a:pt x="3562436" y="1341300"/>
                </a:lnTo>
                <a:close/>
              </a:path>
              <a:path w="5142230" h="2300604">
                <a:moveTo>
                  <a:pt x="3193834" y="752791"/>
                </a:moveTo>
                <a:lnTo>
                  <a:pt x="3189722" y="748389"/>
                </a:lnTo>
                <a:lnTo>
                  <a:pt x="3189193" y="743622"/>
                </a:lnTo>
                <a:lnTo>
                  <a:pt x="3194259" y="735653"/>
                </a:lnTo>
                <a:lnTo>
                  <a:pt x="3194481" y="735304"/>
                </a:lnTo>
                <a:lnTo>
                  <a:pt x="3200517" y="733947"/>
                </a:lnTo>
                <a:lnTo>
                  <a:pt x="3205001" y="736890"/>
                </a:lnTo>
                <a:lnTo>
                  <a:pt x="3209530" y="739782"/>
                </a:lnTo>
                <a:lnTo>
                  <a:pt x="3210881" y="745824"/>
                </a:lnTo>
                <a:lnTo>
                  <a:pt x="3208166" y="749953"/>
                </a:lnTo>
                <a:lnTo>
                  <a:pt x="3205048" y="754825"/>
                </a:lnTo>
                <a:lnTo>
                  <a:pt x="3199060" y="756136"/>
                </a:lnTo>
                <a:lnTo>
                  <a:pt x="3193834" y="752791"/>
                </a:lnTo>
                <a:close/>
              </a:path>
              <a:path w="5142230" h="2300604">
                <a:moveTo>
                  <a:pt x="3252032" y="793489"/>
                </a:moveTo>
                <a:lnTo>
                  <a:pt x="3247591" y="788735"/>
                </a:lnTo>
                <a:lnTo>
                  <a:pt x="3247314" y="783651"/>
                </a:lnTo>
                <a:lnTo>
                  <a:pt x="3250229" y="779833"/>
                </a:lnTo>
                <a:lnTo>
                  <a:pt x="3253440" y="775546"/>
                </a:lnTo>
                <a:lnTo>
                  <a:pt x="3259556" y="774763"/>
                </a:lnTo>
                <a:lnTo>
                  <a:pt x="3263788" y="778023"/>
                </a:lnTo>
                <a:lnTo>
                  <a:pt x="3268070" y="781237"/>
                </a:lnTo>
                <a:lnTo>
                  <a:pt x="3268903" y="787307"/>
                </a:lnTo>
                <a:lnTo>
                  <a:pt x="3262428" y="795921"/>
                </a:lnTo>
                <a:lnTo>
                  <a:pt x="3256311" y="796705"/>
                </a:lnTo>
                <a:lnTo>
                  <a:pt x="3252032" y="793489"/>
                </a:lnTo>
                <a:close/>
              </a:path>
              <a:path w="5142230" h="2300604">
                <a:moveTo>
                  <a:pt x="3305058" y="838917"/>
                </a:moveTo>
                <a:lnTo>
                  <a:pt x="3301182" y="834767"/>
                </a:lnTo>
                <a:lnTo>
                  <a:pt x="3301198" y="828918"/>
                </a:lnTo>
                <a:lnTo>
                  <a:pt x="3304820" y="825169"/>
                </a:lnTo>
                <a:lnTo>
                  <a:pt x="3308492" y="821282"/>
                </a:lnTo>
                <a:lnTo>
                  <a:pt x="3314680" y="821163"/>
                </a:lnTo>
                <a:lnTo>
                  <a:pt x="3322400" y="828643"/>
                </a:lnTo>
                <a:lnTo>
                  <a:pt x="3322478" y="834788"/>
                </a:lnTo>
                <a:lnTo>
                  <a:pt x="3318806" y="838675"/>
                </a:lnTo>
                <a:lnTo>
                  <a:pt x="3315086" y="842516"/>
                </a:lnTo>
                <a:lnTo>
                  <a:pt x="3308898" y="842635"/>
                </a:lnTo>
                <a:lnTo>
                  <a:pt x="3305058" y="838917"/>
                </a:lnTo>
                <a:close/>
              </a:path>
              <a:path w="5142230" h="2300604">
                <a:moveTo>
                  <a:pt x="2871628" y="605912"/>
                </a:moveTo>
                <a:lnTo>
                  <a:pt x="2868212" y="602255"/>
                </a:lnTo>
                <a:lnTo>
                  <a:pt x="2867300" y="598542"/>
                </a:lnTo>
                <a:lnTo>
                  <a:pt x="2870089" y="590091"/>
                </a:lnTo>
                <a:lnTo>
                  <a:pt x="2870137" y="589947"/>
                </a:lnTo>
                <a:lnTo>
                  <a:pt x="2875711" y="587214"/>
                </a:lnTo>
                <a:lnTo>
                  <a:pt x="2885839" y="590628"/>
                </a:lnTo>
                <a:lnTo>
                  <a:pt x="2888580" y="596103"/>
                </a:lnTo>
                <a:lnTo>
                  <a:pt x="2885255" y="606131"/>
                </a:lnTo>
                <a:lnTo>
                  <a:pt x="2885207" y="606275"/>
                </a:lnTo>
                <a:lnTo>
                  <a:pt x="2879684" y="609061"/>
                </a:lnTo>
                <a:lnTo>
                  <a:pt x="2873014" y="606809"/>
                </a:lnTo>
                <a:lnTo>
                  <a:pt x="2871628" y="605912"/>
                </a:lnTo>
                <a:close/>
              </a:path>
              <a:path w="5142230" h="2300604">
                <a:moveTo>
                  <a:pt x="2804051" y="584303"/>
                </a:moveTo>
                <a:lnTo>
                  <a:pt x="2800635" y="580646"/>
                </a:lnTo>
                <a:lnTo>
                  <a:pt x="2799720" y="577027"/>
                </a:lnTo>
                <a:lnTo>
                  <a:pt x="2802324" y="568476"/>
                </a:lnTo>
                <a:lnTo>
                  <a:pt x="2807806" y="565547"/>
                </a:lnTo>
                <a:lnTo>
                  <a:pt x="2818083" y="568730"/>
                </a:lnTo>
                <a:lnTo>
                  <a:pt x="2820914" y="574203"/>
                </a:lnTo>
                <a:lnTo>
                  <a:pt x="2819376" y="579301"/>
                </a:lnTo>
                <a:lnTo>
                  <a:pt x="2817780" y="584435"/>
                </a:lnTo>
                <a:lnTo>
                  <a:pt x="2812352" y="587324"/>
                </a:lnTo>
                <a:lnTo>
                  <a:pt x="2805531" y="585203"/>
                </a:lnTo>
                <a:lnTo>
                  <a:pt x="2804051" y="584303"/>
                </a:lnTo>
                <a:close/>
              </a:path>
              <a:path w="5142230" h="2300604">
                <a:moveTo>
                  <a:pt x="3069282" y="683974"/>
                </a:moveTo>
                <a:lnTo>
                  <a:pt x="3065815" y="680263"/>
                </a:lnTo>
                <a:lnTo>
                  <a:pt x="3065063" y="676035"/>
                </a:lnTo>
                <a:lnTo>
                  <a:pt x="3069088" y="667444"/>
                </a:lnTo>
                <a:lnTo>
                  <a:pt x="3074914" y="665371"/>
                </a:lnTo>
                <a:lnTo>
                  <a:pt x="3079745" y="667707"/>
                </a:lnTo>
                <a:lnTo>
                  <a:pt x="3084623" y="669999"/>
                </a:lnTo>
                <a:lnTo>
                  <a:pt x="3086694" y="675834"/>
                </a:lnTo>
                <a:lnTo>
                  <a:pt x="3082022" y="685495"/>
                </a:lnTo>
                <a:lnTo>
                  <a:pt x="3076283" y="687560"/>
                </a:lnTo>
                <a:lnTo>
                  <a:pt x="3070247" y="684716"/>
                </a:lnTo>
                <a:lnTo>
                  <a:pt x="3069282" y="683974"/>
                </a:lnTo>
                <a:close/>
              </a:path>
              <a:path w="5142230" h="2300604">
                <a:moveTo>
                  <a:pt x="3943192" y="2006745"/>
                </a:moveTo>
                <a:lnTo>
                  <a:pt x="3939452" y="2002741"/>
                </a:lnTo>
                <a:lnTo>
                  <a:pt x="3939422" y="1996844"/>
                </a:lnTo>
                <a:lnTo>
                  <a:pt x="3943088" y="1993145"/>
                </a:lnTo>
                <a:lnTo>
                  <a:pt x="3946856" y="1989260"/>
                </a:lnTo>
                <a:lnTo>
                  <a:pt x="3952996" y="1989186"/>
                </a:lnTo>
                <a:lnTo>
                  <a:pt x="3960669" y="1996618"/>
                </a:lnTo>
                <a:lnTo>
                  <a:pt x="3960793" y="2002812"/>
                </a:lnTo>
                <a:lnTo>
                  <a:pt x="3957026" y="2006696"/>
                </a:lnTo>
                <a:lnTo>
                  <a:pt x="3953262" y="2010487"/>
                </a:lnTo>
                <a:lnTo>
                  <a:pt x="3947122" y="2010561"/>
                </a:lnTo>
                <a:lnTo>
                  <a:pt x="3943192" y="2006745"/>
                </a:lnTo>
                <a:close/>
              </a:path>
              <a:path w="5142230" h="2300604">
                <a:moveTo>
                  <a:pt x="3848804" y="1907366"/>
                </a:moveTo>
                <a:lnTo>
                  <a:pt x="3845018" y="1903314"/>
                </a:lnTo>
                <a:lnTo>
                  <a:pt x="3841480" y="1899233"/>
                </a:lnTo>
                <a:lnTo>
                  <a:pt x="3841877" y="1893109"/>
                </a:lnTo>
                <a:lnTo>
                  <a:pt x="3849445" y="1886548"/>
                </a:lnTo>
                <a:lnTo>
                  <a:pt x="3850001" y="1886068"/>
                </a:lnTo>
                <a:lnTo>
                  <a:pt x="3856165" y="1886509"/>
                </a:lnTo>
                <a:lnTo>
                  <a:pt x="3863211" y="1894638"/>
                </a:lnTo>
                <a:lnTo>
                  <a:pt x="3862719" y="1900758"/>
                </a:lnTo>
                <a:lnTo>
                  <a:pt x="3859233" y="1903771"/>
                </a:lnTo>
                <a:lnTo>
                  <a:pt x="3858677" y="1904251"/>
                </a:lnTo>
                <a:lnTo>
                  <a:pt x="3854739" y="1907757"/>
                </a:lnTo>
                <a:lnTo>
                  <a:pt x="3848804" y="1907366"/>
                </a:lnTo>
                <a:close/>
              </a:path>
              <a:path w="5142230" h="2300604">
                <a:moveTo>
                  <a:pt x="2392878" y="473948"/>
                </a:moveTo>
                <a:lnTo>
                  <a:pt x="2389461" y="470291"/>
                </a:lnTo>
                <a:lnTo>
                  <a:pt x="2389123" y="469146"/>
                </a:lnTo>
                <a:lnTo>
                  <a:pt x="2388506" y="466923"/>
                </a:lnTo>
                <a:lnTo>
                  <a:pt x="2390527" y="458529"/>
                </a:lnTo>
                <a:lnTo>
                  <a:pt x="2395731" y="455303"/>
                </a:lnTo>
                <a:lnTo>
                  <a:pt x="2400982" y="456525"/>
                </a:lnTo>
                <a:lnTo>
                  <a:pt x="2406179" y="457788"/>
                </a:lnTo>
                <a:lnTo>
                  <a:pt x="2409401" y="462996"/>
                </a:lnTo>
                <a:lnTo>
                  <a:pt x="2408184" y="468242"/>
                </a:lnTo>
                <a:lnTo>
                  <a:pt x="2406921" y="473439"/>
                </a:lnTo>
                <a:lnTo>
                  <a:pt x="2401713" y="476661"/>
                </a:lnTo>
                <a:lnTo>
                  <a:pt x="2396466" y="475444"/>
                </a:lnTo>
                <a:lnTo>
                  <a:pt x="2394548" y="474954"/>
                </a:lnTo>
                <a:lnTo>
                  <a:pt x="2392878" y="473948"/>
                </a:lnTo>
                <a:close/>
              </a:path>
              <a:path w="5142230" h="2300604">
                <a:moveTo>
                  <a:pt x="2667787" y="544588"/>
                </a:moveTo>
                <a:lnTo>
                  <a:pt x="2664371" y="540931"/>
                </a:lnTo>
                <a:lnTo>
                  <a:pt x="2663452" y="537406"/>
                </a:lnTo>
                <a:lnTo>
                  <a:pt x="2664367" y="533987"/>
                </a:lnTo>
                <a:lnTo>
                  <a:pt x="2665819" y="528895"/>
                </a:lnTo>
                <a:lnTo>
                  <a:pt x="2670790" y="526103"/>
                </a:lnTo>
                <a:lnTo>
                  <a:pt x="2671210" y="525868"/>
                </a:lnTo>
                <a:lnTo>
                  <a:pt x="2681546" y="528722"/>
                </a:lnTo>
                <a:lnTo>
                  <a:pt x="2684573" y="534112"/>
                </a:lnTo>
                <a:lnTo>
                  <a:pt x="2683076" y="539255"/>
                </a:lnTo>
                <a:lnTo>
                  <a:pt x="2681624" y="544445"/>
                </a:lnTo>
                <a:lnTo>
                  <a:pt x="2676229" y="547467"/>
                </a:lnTo>
                <a:lnTo>
                  <a:pt x="2671137" y="546024"/>
                </a:lnTo>
                <a:lnTo>
                  <a:pt x="2669313" y="545537"/>
                </a:lnTo>
                <a:lnTo>
                  <a:pt x="2667787" y="544588"/>
                </a:lnTo>
                <a:close/>
              </a:path>
              <a:path w="5142230" h="2300604">
                <a:moveTo>
                  <a:pt x="2530710" y="507815"/>
                </a:moveTo>
                <a:lnTo>
                  <a:pt x="2527344" y="504212"/>
                </a:lnTo>
                <a:lnTo>
                  <a:pt x="2526328" y="500778"/>
                </a:lnTo>
                <a:lnTo>
                  <a:pt x="2527194" y="497503"/>
                </a:lnTo>
                <a:lnTo>
                  <a:pt x="2528506" y="492260"/>
                </a:lnTo>
                <a:lnTo>
                  <a:pt x="2533801" y="489131"/>
                </a:lnTo>
                <a:lnTo>
                  <a:pt x="2538999" y="490493"/>
                </a:lnTo>
                <a:lnTo>
                  <a:pt x="2544242" y="491804"/>
                </a:lnTo>
                <a:lnTo>
                  <a:pt x="2547367" y="497104"/>
                </a:lnTo>
                <a:lnTo>
                  <a:pt x="2544652" y="507492"/>
                </a:lnTo>
                <a:lnTo>
                  <a:pt x="2539457" y="510630"/>
                </a:lnTo>
                <a:lnTo>
                  <a:pt x="2534321" y="509335"/>
                </a:lnTo>
                <a:lnTo>
                  <a:pt x="2532331" y="508866"/>
                </a:lnTo>
                <a:lnTo>
                  <a:pt x="2530710" y="507815"/>
                </a:lnTo>
                <a:close/>
              </a:path>
              <a:path w="5142230" h="2300604">
                <a:moveTo>
                  <a:pt x="2599360" y="525783"/>
                </a:moveTo>
                <a:lnTo>
                  <a:pt x="2595943" y="522126"/>
                </a:lnTo>
                <a:lnTo>
                  <a:pt x="2594968" y="518736"/>
                </a:lnTo>
                <a:lnTo>
                  <a:pt x="2597294" y="510181"/>
                </a:lnTo>
                <a:lnTo>
                  <a:pt x="2602402" y="507242"/>
                </a:lnTo>
                <a:lnTo>
                  <a:pt x="2602639" y="507105"/>
                </a:lnTo>
                <a:lnTo>
                  <a:pt x="2607780" y="508503"/>
                </a:lnTo>
                <a:lnTo>
                  <a:pt x="2612978" y="509865"/>
                </a:lnTo>
                <a:lnTo>
                  <a:pt x="2616049" y="515205"/>
                </a:lnTo>
                <a:lnTo>
                  <a:pt x="2614647" y="520350"/>
                </a:lnTo>
                <a:lnTo>
                  <a:pt x="2613294" y="525549"/>
                </a:lnTo>
                <a:lnTo>
                  <a:pt x="2607949" y="528625"/>
                </a:lnTo>
                <a:lnTo>
                  <a:pt x="2600931" y="526781"/>
                </a:lnTo>
                <a:lnTo>
                  <a:pt x="2599360" y="525783"/>
                </a:lnTo>
                <a:close/>
              </a:path>
              <a:path w="5142230" h="2300604">
                <a:moveTo>
                  <a:pt x="3896718" y="1960026"/>
                </a:moveTo>
                <a:lnTo>
                  <a:pt x="3889385" y="1952175"/>
                </a:lnTo>
                <a:lnTo>
                  <a:pt x="3889549" y="1946096"/>
                </a:lnTo>
                <a:lnTo>
                  <a:pt x="3893404" y="1942403"/>
                </a:lnTo>
                <a:lnTo>
                  <a:pt x="3897255" y="1938705"/>
                </a:lnTo>
                <a:lnTo>
                  <a:pt x="3903626" y="1938878"/>
                </a:lnTo>
                <a:lnTo>
                  <a:pt x="3910870" y="1946632"/>
                </a:lnTo>
                <a:lnTo>
                  <a:pt x="3910702" y="1952806"/>
                </a:lnTo>
                <a:lnTo>
                  <a:pt x="3902902" y="1960194"/>
                </a:lnTo>
                <a:lnTo>
                  <a:pt x="3896718" y="1960026"/>
                </a:lnTo>
                <a:close/>
              </a:path>
              <a:path w="5142230" h="2300604">
                <a:moveTo>
                  <a:pt x="3132392" y="716147"/>
                </a:moveTo>
                <a:lnTo>
                  <a:pt x="3128885" y="712392"/>
                </a:lnTo>
                <a:lnTo>
                  <a:pt x="3128141" y="707882"/>
                </a:lnTo>
                <a:lnTo>
                  <a:pt x="3130253" y="704083"/>
                </a:lnTo>
                <a:lnTo>
                  <a:pt x="3132819" y="699403"/>
                </a:lnTo>
                <a:lnTo>
                  <a:pt x="3138775" y="697665"/>
                </a:lnTo>
                <a:lnTo>
                  <a:pt x="3148187" y="702853"/>
                </a:lnTo>
                <a:lnTo>
                  <a:pt x="3149874" y="708764"/>
                </a:lnTo>
                <a:lnTo>
                  <a:pt x="3144690" y="718172"/>
                </a:lnTo>
                <a:lnTo>
                  <a:pt x="3138775" y="719854"/>
                </a:lnTo>
                <a:lnTo>
                  <a:pt x="3133170" y="716789"/>
                </a:lnTo>
                <a:lnTo>
                  <a:pt x="3132392" y="716147"/>
                </a:lnTo>
                <a:close/>
              </a:path>
              <a:path w="5142230" h="2300604">
                <a:moveTo>
                  <a:pt x="2461855" y="490605"/>
                </a:moveTo>
                <a:lnTo>
                  <a:pt x="2458439" y="486948"/>
                </a:lnTo>
                <a:lnTo>
                  <a:pt x="2457514" y="483612"/>
                </a:lnTo>
                <a:lnTo>
                  <a:pt x="2458286" y="480333"/>
                </a:lnTo>
                <a:lnTo>
                  <a:pt x="2459598" y="475091"/>
                </a:lnTo>
                <a:lnTo>
                  <a:pt x="2464852" y="471918"/>
                </a:lnTo>
                <a:lnTo>
                  <a:pt x="2470044" y="473175"/>
                </a:lnTo>
                <a:lnTo>
                  <a:pt x="2475292" y="474492"/>
                </a:lnTo>
                <a:lnTo>
                  <a:pt x="2478465" y="479746"/>
                </a:lnTo>
                <a:lnTo>
                  <a:pt x="2477198" y="484938"/>
                </a:lnTo>
                <a:lnTo>
                  <a:pt x="2475886" y="490181"/>
                </a:lnTo>
                <a:lnTo>
                  <a:pt x="2470632" y="493354"/>
                </a:lnTo>
                <a:lnTo>
                  <a:pt x="2465439" y="492096"/>
                </a:lnTo>
                <a:lnTo>
                  <a:pt x="2463521" y="491606"/>
                </a:lnTo>
                <a:lnTo>
                  <a:pt x="2461855" y="490605"/>
                </a:lnTo>
                <a:close/>
              </a:path>
              <a:path w="5142230" h="2300604">
                <a:moveTo>
                  <a:pt x="2736052" y="564002"/>
                </a:moveTo>
                <a:lnTo>
                  <a:pt x="2732636" y="560345"/>
                </a:lnTo>
                <a:lnTo>
                  <a:pt x="2731669" y="556865"/>
                </a:lnTo>
                <a:lnTo>
                  <a:pt x="2732636" y="553405"/>
                </a:lnTo>
                <a:lnTo>
                  <a:pt x="2734133" y="548263"/>
                </a:lnTo>
                <a:lnTo>
                  <a:pt x="2739569" y="545285"/>
                </a:lnTo>
                <a:lnTo>
                  <a:pt x="2749854" y="548279"/>
                </a:lnTo>
                <a:lnTo>
                  <a:pt x="2752827" y="553710"/>
                </a:lnTo>
                <a:lnTo>
                  <a:pt x="2749838" y="563999"/>
                </a:lnTo>
                <a:lnTo>
                  <a:pt x="2744450" y="566931"/>
                </a:lnTo>
                <a:lnTo>
                  <a:pt x="2739308" y="565434"/>
                </a:lnTo>
                <a:lnTo>
                  <a:pt x="2737578" y="564951"/>
                </a:lnTo>
                <a:lnTo>
                  <a:pt x="2736052" y="564002"/>
                </a:lnTo>
                <a:close/>
              </a:path>
              <a:path w="5142230" h="2300604">
                <a:moveTo>
                  <a:pt x="2115898" y="411551"/>
                </a:moveTo>
                <a:lnTo>
                  <a:pt x="2112482" y="407894"/>
                </a:lnTo>
                <a:lnTo>
                  <a:pt x="2111509" y="404702"/>
                </a:lnTo>
                <a:lnTo>
                  <a:pt x="2112233" y="401470"/>
                </a:lnTo>
                <a:lnTo>
                  <a:pt x="2113356" y="396220"/>
                </a:lnTo>
                <a:lnTo>
                  <a:pt x="2118563" y="392899"/>
                </a:lnTo>
                <a:lnTo>
                  <a:pt x="2123817" y="394027"/>
                </a:lnTo>
                <a:lnTo>
                  <a:pt x="2129017" y="395195"/>
                </a:lnTo>
                <a:lnTo>
                  <a:pt x="2132378" y="400357"/>
                </a:lnTo>
                <a:lnTo>
                  <a:pt x="2131255" y="405606"/>
                </a:lnTo>
                <a:lnTo>
                  <a:pt x="2130042" y="410857"/>
                </a:lnTo>
                <a:lnTo>
                  <a:pt x="2124879" y="414127"/>
                </a:lnTo>
                <a:lnTo>
                  <a:pt x="2119630" y="413004"/>
                </a:lnTo>
                <a:lnTo>
                  <a:pt x="2117662" y="412560"/>
                </a:lnTo>
                <a:lnTo>
                  <a:pt x="2115898" y="411551"/>
                </a:lnTo>
                <a:close/>
              </a:path>
              <a:path w="5142230" h="2300604">
                <a:moveTo>
                  <a:pt x="3494184" y="1139800"/>
                </a:moveTo>
                <a:lnTo>
                  <a:pt x="3490722" y="1136094"/>
                </a:lnTo>
                <a:lnTo>
                  <a:pt x="3490093" y="1135029"/>
                </a:lnTo>
                <a:lnTo>
                  <a:pt x="3489659" y="1133883"/>
                </a:lnTo>
                <a:lnTo>
                  <a:pt x="3487657" y="1128904"/>
                </a:lnTo>
                <a:lnTo>
                  <a:pt x="3490117" y="1123228"/>
                </a:lnTo>
                <a:lnTo>
                  <a:pt x="3495045" y="1121273"/>
                </a:lnTo>
                <a:lnTo>
                  <a:pt x="3500073" y="1119324"/>
                </a:lnTo>
                <a:lnTo>
                  <a:pt x="3505704" y="1121734"/>
                </a:lnTo>
                <a:lnTo>
                  <a:pt x="3507706" y="1126712"/>
                </a:lnTo>
                <a:lnTo>
                  <a:pt x="3509660" y="1131735"/>
                </a:lnTo>
                <a:lnTo>
                  <a:pt x="3507200" y="1137411"/>
                </a:lnTo>
                <a:lnTo>
                  <a:pt x="3502222" y="1139313"/>
                </a:lnTo>
                <a:lnTo>
                  <a:pt x="3498725" y="1140752"/>
                </a:lnTo>
                <a:lnTo>
                  <a:pt x="3498396" y="1140887"/>
                </a:lnTo>
                <a:lnTo>
                  <a:pt x="3494184" y="1139800"/>
                </a:lnTo>
                <a:close/>
              </a:path>
              <a:path w="5142230" h="2300604">
                <a:moveTo>
                  <a:pt x="2046542" y="396443"/>
                </a:moveTo>
                <a:lnTo>
                  <a:pt x="2043176" y="392840"/>
                </a:lnTo>
                <a:lnTo>
                  <a:pt x="2042105" y="389641"/>
                </a:lnTo>
                <a:lnTo>
                  <a:pt x="2044000" y="381113"/>
                </a:lnTo>
                <a:lnTo>
                  <a:pt x="2049158" y="377837"/>
                </a:lnTo>
                <a:lnTo>
                  <a:pt x="2059661" y="380088"/>
                </a:lnTo>
                <a:lnTo>
                  <a:pt x="2062973" y="385295"/>
                </a:lnTo>
                <a:lnTo>
                  <a:pt x="2061809" y="390500"/>
                </a:lnTo>
                <a:lnTo>
                  <a:pt x="2060686" y="395749"/>
                </a:lnTo>
                <a:lnTo>
                  <a:pt x="2055516" y="399109"/>
                </a:lnTo>
                <a:lnTo>
                  <a:pt x="2048258" y="397498"/>
                </a:lnTo>
                <a:lnTo>
                  <a:pt x="2046542" y="396443"/>
                </a:lnTo>
                <a:close/>
              </a:path>
              <a:path w="5142230" h="2300604">
                <a:moveTo>
                  <a:pt x="3605179" y="1476689"/>
                </a:moveTo>
                <a:lnTo>
                  <a:pt x="3601763" y="1473032"/>
                </a:lnTo>
                <a:lnTo>
                  <a:pt x="3601001" y="1471826"/>
                </a:lnTo>
                <a:lnTo>
                  <a:pt x="3598862" y="1465332"/>
                </a:lnTo>
                <a:lnTo>
                  <a:pt x="3601643" y="1459903"/>
                </a:lnTo>
                <a:lnTo>
                  <a:pt x="3606706" y="1458187"/>
                </a:lnTo>
                <a:lnTo>
                  <a:pt x="3611858" y="1456470"/>
                </a:lnTo>
                <a:lnTo>
                  <a:pt x="3617341" y="1459210"/>
                </a:lnTo>
                <a:lnTo>
                  <a:pt x="3620675" y="1469427"/>
                </a:lnTo>
                <a:lnTo>
                  <a:pt x="3617939" y="1474904"/>
                </a:lnTo>
                <a:lnTo>
                  <a:pt x="3612877" y="1476620"/>
                </a:lnTo>
                <a:lnTo>
                  <a:pt x="3609105" y="1477861"/>
                </a:lnTo>
                <a:lnTo>
                  <a:pt x="3605179" y="1476689"/>
                </a:lnTo>
                <a:close/>
              </a:path>
              <a:path w="5142230" h="2300604">
                <a:moveTo>
                  <a:pt x="2185255" y="426757"/>
                </a:moveTo>
                <a:lnTo>
                  <a:pt x="2181839" y="423100"/>
                </a:lnTo>
                <a:lnTo>
                  <a:pt x="2180862" y="419904"/>
                </a:lnTo>
                <a:lnTo>
                  <a:pt x="2181540" y="416622"/>
                </a:lnTo>
                <a:lnTo>
                  <a:pt x="2182709" y="411422"/>
                </a:lnTo>
                <a:lnTo>
                  <a:pt x="2187920" y="408106"/>
                </a:lnTo>
                <a:lnTo>
                  <a:pt x="2198419" y="410352"/>
                </a:lnTo>
                <a:lnTo>
                  <a:pt x="2201735" y="415563"/>
                </a:lnTo>
                <a:lnTo>
                  <a:pt x="2200513" y="420804"/>
                </a:lnTo>
                <a:lnTo>
                  <a:pt x="2199395" y="426058"/>
                </a:lnTo>
                <a:lnTo>
                  <a:pt x="2194179" y="429370"/>
                </a:lnTo>
                <a:lnTo>
                  <a:pt x="2188983" y="428206"/>
                </a:lnTo>
                <a:lnTo>
                  <a:pt x="2186967" y="427807"/>
                </a:lnTo>
                <a:lnTo>
                  <a:pt x="2185255" y="426757"/>
                </a:lnTo>
                <a:close/>
              </a:path>
              <a:path w="5142230" h="2300604">
                <a:moveTo>
                  <a:pt x="2323796" y="457863"/>
                </a:moveTo>
                <a:lnTo>
                  <a:pt x="2320379" y="454206"/>
                </a:lnTo>
                <a:lnTo>
                  <a:pt x="2319357" y="450961"/>
                </a:lnTo>
                <a:lnTo>
                  <a:pt x="2321346" y="442437"/>
                </a:lnTo>
                <a:lnTo>
                  <a:pt x="2326509" y="439166"/>
                </a:lnTo>
                <a:lnTo>
                  <a:pt x="2337001" y="441600"/>
                </a:lnTo>
                <a:lnTo>
                  <a:pt x="2340272" y="446763"/>
                </a:lnTo>
                <a:lnTo>
                  <a:pt x="2337833" y="457250"/>
                </a:lnTo>
                <a:lnTo>
                  <a:pt x="2332675" y="460526"/>
                </a:lnTo>
                <a:lnTo>
                  <a:pt x="2325461" y="458864"/>
                </a:lnTo>
                <a:lnTo>
                  <a:pt x="2323796" y="457863"/>
                </a:lnTo>
                <a:close/>
              </a:path>
              <a:path w="5142230" h="2300604">
                <a:moveTo>
                  <a:pt x="2254553" y="442193"/>
                </a:moveTo>
                <a:lnTo>
                  <a:pt x="2251137" y="438536"/>
                </a:lnTo>
                <a:lnTo>
                  <a:pt x="2250163" y="435246"/>
                </a:lnTo>
                <a:lnTo>
                  <a:pt x="2252058" y="426718"/>
                </a:lnTo>
                <a:lnTo>
                  <a:pt x="2257267" y="423496"/>
                </a:lnTo>
                <a:lnTo>
                  <a:pt x="2267762" y="425836"/>
                </a:lnTo>
                <a:lnTo>
                  <a:pt x="2271028" y="430994"/>
                </a:lnTo>
                <a:lnTo>
                  <a:pt x="2269815" y="436245"/>
                </a:lnTo>
                <a:lnTo>
                  <a:pt x="2268693" y="441494"/>
                </a:lnTo>
                <a:lnTo>
                  <a:pt x="2263481" y="444810"/>
                </a:lnTo>
                <a:lnTo>
                  <a:pt x="2256267" y="443148"/>
                </a:lnTo>
                <a:lnTo>
                  <a:pt x="2254553" y="442193"/>
                </a:lnTo>
                <a:close/>
              </a:path>
              <a:path w="5142230" h="2300604">
                <a:moveTo>
                  <a:pt x="3803607" y="1852434"/>
                </a:moveTo>
                <a:lnTo>
                  <a:pt x="3799547" y="1848089"/>
                </a:lnTo>
                <a:lnTo>
                  <a:pt x="3796244" y="1843869"/>
                </a:lnTo>
                <a:lnTo>
                  <a:pt x="3797023" y="1837763"/>
                </a:lnTo>
                <a:lnTo>
                  <a:pt x="3805458" y="1831153"/>
                </a:lnTo>
                <a:lnTo>
                  <a:pt x="3811569" y="1831927"/>
                </a:lnTo>
                <a:lnTo>
                  <a:pt x="3818224" y="1840420"/>
                </a:lnTo>
                <a:lnTo>
                  <a:pt x="3817445" y="1846526"/>
                </a:lnTo>
                <a:lnTo>
                  <a:pt x="3813180" y="1849780"/>
                </a:lnTo>
                <a:lnTo>
                  <a:pt x="3810356" y="1852036"/>
                </a:lnTo>
                <a:lnTo>
                  <a:pt x="3809206" y="1852954"/>
                </a:lnTo>
                <a:lnTo>
                  <a:pt x="3803607" y="1852434"/>
                </a:lnTo>
                <a:close/>
              </a:path>
              <a:path w="5142230" h="2300604">
                <a:moveTo>
                  <a:pt x="3656268" y="1609477"/>
                </a:moveTo>
                <a:lnTo>
                  <a:pt x="3652765" y="1605727"/>
                </a:lnTo>
                <a:lnTo>
                  <a:pt x="3652133" y="1604856"/>
                </a:lnTo>
                <a:lnTo>
                  <a:pt x="3651738" y="1603846"/>
                </a:lnTo>
                <a:lnTo>
                  <a:pt x="3649544" y="1598956"/>
                </a:lnTo>
                <a:lnTo>
                  <a:pt x="3651675" y="1593222"/>
                </a:lnTo>
                <a:lnTo>
                  <a:pt x="3656570" y="1591033"/>
                </a:lnTo>
                <a:lnTo>
                  <a:pt x="3661508" y="1588793"/>
                </a:lnTo>
                <a:lnTo>
                  <a:pt x="3667239" y="1591018"/>
                </a:lnTo>
                <a:lnTo>
                  <a:pt x="3671623" y="1600794"/>
                </a:lnTo>
                <a:lnTo>
                  <a:pt x="3669451" y="1606484"/>
                </a:lnTo>
                <a:lnTo>
                  <a:pt x="3664607" y="1608727"/>
                </a:lnTo>
                <a:lnTo>
                  <a:pt x="3660676" y="1610481"/>
                </a:lnTo>
                <a:lnTo>
                  <a:pt x="3656268" y="1609477"/>
                </a:lnTo>
                <a:close/>
              </a:path>
              <a:path w="5142230" h="2300604">
                <a:moveTo>
                  <a:pt x="4048544" y="2102904"/>
                </a:moveTo>
                <a:lnTo>
                  <a:pt x="4044442" y="2098513"/>
                </a:lnTo>
                <a:lnTo>
                  <a:pt x="4044258" y="2093038"/>
                </a:lnTo>
                <a:lnTo>
                  <a:pt x="4047550" y="2089231"/>
                </a:lnTo>
                <a:lnTo>
                  <a:pt x="4051082" y="2085192"/>
                </a:lnTo>
                <a:lnTo>
                  <a:pt x="4057239" y="2084746"/>
                </a:lnTo>
                <a:lnTo>
                  <a:pt x="4061269" y="2088277"/>
                </a:lnTo>
                <a:lnTo>
                  <a:pt x="4065352" y="2091768"/>
                </a:lnTo>
                <a:lnTo>
                  <a:pt x="4065758" y="2097872"/>
                </a:lnTo>
                <a:lnTo>
                  <a:pt x="4062271" y="2101960"/>
                </a:lnTo>
                <a:lnTo>
                  <a:pt x="4058735" y="2105994"/>
                </a:lnTo>
                <a:lnTo>
                  <a:pt x="4052582" y="2106445"/>
                </a:lnTo>
                <a:lnTo>
                  <a:pt x="4048544" y="2102904"/>
                </a:lnTo>
                <a:close/>
              </a:path>
              <a:path w="5142230" h="2300604">
                <a:moveTo>
                  <a:pt x="4157850" y="2194109"/>
                </a:moveTo>
                <a:lnTo>
                  <a:pt x="4153600" y="2189559"/>
                </a:lnTo>
                <a:lnTo>
                  <a:pt x="4153272" y="2184223"/>
                </a:lnTo>
                <a:lnTo>
                  <a:pt x="4159776" y="2176230"/>
                </a:lnTo>
                <a:lnTo>
                  <a:pt x="4165890" y="2175640"/>
                </a:lnTo>
                <a:lnTo>
                  <a:pt x="4170074" y="2178946"/>
                </a:lnTo>
                <a:lnTo>
                  <a:pt x="4174254" y="2182345"/>
                </a:lnTo>
                <a:lnTo>
                  <a:pt x="4174844" y="2188451"/>
                </a:lnTo>
                <a:lnTo>
                  <a:pt x="4171539" y="2192634"/>
                </a:lnTo>
                <a:lnTo>
                  <a:pt x="4168144" y="2196820"/>
                </a:lnTo>
                <a:lnTo>
                  <a:pt x="4161980" y="2197455"/>
                </a:lnTo>
                <a:lnTo>
                  <a:pt x="4157850" y="2194109"/>
                </a:lnTo>
                <a:close/>
              </a:path>
              <a:path w="5142230" h="2300604">
                <a:moveTo>
                  <a:pt x="3761427" y="1795064"/>
                </a:moveTo>
                <a:lnTo>
                  <a:pt x="3757181" y="1790519"/>
                </a:lnTo>
                <a:lnTo>
                  <a:pt x="3754168" y="1786121"/>
                </a:lnTo>
                <a:lnTo>
                  <a:pt x="3755225" y="1780019"/>
                </a:lnTo>
                <a:lnTo>
                  <a:pt x="3764067" y="1773942"/>
                </a:lnTo>
                <a:lnTo>
                  <a:pt x="3770124" y="1775050"/>
                </a:lnTo>
                <a:lnTo>
                  <a:pt x="3773137" y="1779449"/>
                </a:lnTo>
                <a:lnTo>
                  <a:pt x="3776240" y="1783846"/>
                </a:lnTo>
                <a:lnTo>
                  <a:pt x="3775137" y="1789898"/>
                </a:lnTo>
                <a:lnTo>
                  <a:pt x="3770695" y="1792962"/>
                </a:lnTo>
                <a:lnTo>
                  <a:pt x="3766724" y="1795749"/>
                </a:lnTo>
                <a:lnTo>
                  <a:pt x="3761427" y="1795064"/>
                </a:lnTo>
                <a:close/>
              </a:path>
              <a:path w="5142230" h="2300604">
                <a:moveTo>
                  <a:pt x="3628856" y="1543772"/>
                </a:moveTo>
                <a:lnTo>
                  <a:pt x="3625395" y="1540066"/>
                </a:lnTo>
                <a:lnTo>
                  <a:pt x="3624774" y="1539011"/>
                </a:lnTo>
                <a:lnTo>
                  <a:pt x="3624246" y="1537761"/>
                </a:lnTo>
                <a:lnTo>
                  <a:pt x="3622386" y="1532741"/>
                </a:lnTo>
                <a:lnTo>
                  <a:pt x="3624896" y="1527119"/>
                </a:lnTo>
                <a:lnTo>
                  <a:pt x="3629912" y="1525255"/>
                </a:lnTo>
                <a:lnTo>
                  <a:pt x="3634935" y="1523301"/>
                </a:lnTo>
                <a:lnTo>
                  <a:pt x="3640518" y="1525857"/>
                </a:lnTo>
                <a:lnTo>
                  <a:pt x="3644379" y="1535855"/>
                </a:lnTo>
                <a:lnTo>
                  <a:pt x="3641870" y="1541477"/>
                </a:lnTo>
                <a:lnTo>
                  <a:pt x="3633023" y="1544811"/>
                </a:lnTo>
                <a:lnTo>
                  <a:pt x="3628856" y="1543772"/>
                </a:lnTo>
                <a:close/>
              </a:path>
              <a:path w="5142230" h="2300604">
                <a:moveTo>
                  <a:pt x="3434917" y="1011356"/>
                </a:moveTo>
                <a:lnTo>
                  <a:pt x="3431405" y="1007596"/>
                </a:lnTo>
                <a:lnTo>
                  <a:pt x="3430956" y="1006920"/>
                </a:lnTo>
                <a:lnTo>
                  <a:pt x="3427983" y="1001489"/>
                </a:lnTo>
                <a:lnTo>
                  <a:pt x="3429644" y="995545"/>
                </a:lnTo>
                <a:lnTo>
                  <a:pt x="3439077" y="990394"/>
                </a:lnTo>
                <a:lnTo>
                  <a:pt x="3445014" y="992153"/>
                </a:lnTo>
                <a:lnTo>
                  <a:pt x="3450117" y="1001530"/>
                </a:lnTo>
                <a:lnTo>
                  <a:pt x="3448456" y="1007474"/>
                </a:lnTo>
                <a:lnTo>
                  <a:pt x="3439750" y="1012229"/>
                </a:lnTo>
                <a:lnTo>
                  <a:pt x="3434917" y="1011356"/>
                </a:lnTo>
                <a:close/>
              </a:path>
              <a:path w="5142230" h="2300604">
                <a:moveTo>
                  <a:pt x="3004544" y="655238"/>
                </a:moveTo>
                <a:lnTo>
                  <a:pt x="3001128" y="651581"/>
                </a:lnTo>
                <a:lnTo>
                  <a:pt x="3000269" y="647535"/>
                </a:lnTo>
                <a:lnTo>
                  <a:pt x="3001763" y="643856"/>
                </a:lnTo>
                <a:lnTo>
                  <a:pt x="3003819" y="638922"/>
                </a:lnTo>
                <a:lnTo>
                  <a:pt x="3009515" y="636614"/>
                </a:lnTo>
                <a:lnTo>
                  <a:pt x="3014598" y="638733"/>
                </a:lnTo>
                <a:lnTo>
                  <a:pt x="3019432" y="640682"/>
                </a:lnTo>
                <a:lnTo>
                  <a:pt x="3021785" y="646428"/>
                </a:lnTo>
                <a:lnTo>
                  <a:pt x="3017630" y="656345"/>
                </a:lnTo>
                <a:lnTo>
                  <a:pt x="3011929" y="658648"/>
                </a:lnTo>
                <a:lnTo>
                  <a:pt x="3006999" y="656597"/>
                </a:lnTo>
                <a:lnTo>
                  <a:pt x="3005693" y="656082"/>
                </a:lnTo>
                <a:lnTo>
                  <a:pt x="3004544" y="655238"/>
                </a:lnTo>
                <a:close/>
              </a:path>
              <a:path w="5142230" h="2300604">
                <a:moveTo>
                  <a:pt x="3687426" y="1673425"/>
                </a:moveTo>
                <a:lnTo>
                  <a:pt x="3683964" y="1669720"/>
                </a:lnTo>
                <a:lnTo>
                  <a:pt x="3683469" y="1668995"/>
                </a:lnTo>
                <a:lnTo>
                  <a:pt x="3683019" y="1668219"/>
                </a:lnTo>
                <a:lnTo>
                  <a:pt x="3680543" y="1663419"/>
                </a:lnTo>
                <a:lnTo>
                  <a:pt x="3682394" y="1657581"/>
                </a:lnTo>
                <a:lnTo>
                  <a:pt x="3691865" y="1652568"/>
                </a:lnTo>
                <a:lnTo>
                  <a:pt x="3697747" y="1654369"/>
                </a:lnTo>
                <a:lnTo>
                  <a:pt x="3700232" y="1659179"/>
                </a:lnTo>
                <a:lnTo>
                  <a:pt x="3702761" y="1663939"/>
                </a:lnTo>
                <a:lnTo>
                  <a:pt x="3700906" y="1669772"/>
                </a:lnTo>
                <a:lnTo>
                  <a:pt x="3696146" y="1672301"/>
                </a:lnTo>
                <a:lnTo>
                  <a:pt x="3692210" y="1674344"/>
                </a:lnTo>
                <a:lnTo>
                  <a:pt x="3687426" y="1673425"/>
                </a:lnTo>
                <a:close/>
              </a:path>
              <a:path w="5142230" h="2300604">
                <a:moveTo>
                  <a:pt x="4102828" y="2148992"/>
                </a:moveTo>
                <a:lnTo>
                  <a:pt x="4098631" y="2144499"/>
                </a:lnTo>
                <a:lnTo>
                  <a:pt x="4098439" y="2139113"/>
                </a:lnTo>
                <a:lnTo>
                  <a:pt x="4101596" y="2135259"/>
                </a:lnTo>
                <a:lnTo>
                  <a:pt x="4105037" y="2131123"/>
                </a:lnTo>
                <a:lnTo>
                  <a:pt x="4111149" y="2130627"/>
                </a:lnTo>
                <a:lnTo>
                  <a:pt x="4119362" y="2137464"/>
                </a:lnTo>
                <a:lnTo>
                  <a:pt x="4119961" y="2143579"/>
                </a:lnTo>
                <a:lnTo>
                  <a:pt x="4113066" y="2151838"/>
                </a:lnTo>
                <a:lnTo>
                  <a:pt x="4107009" y="2152392"/>
                </a:lnTo>
                <a:lnTo>
                  <a:pt x="4102828" y="2148992"/>
                </a:lnTo>
                <a:close/>
              </a:path>
              <a:path w="5142230" h="2300604">
                <a:moveTo>
                  <a:pt x="3995249" y="2055726"/>
                </a:moveTo>
                <a:lnTo>
                  <a:pt x="3991286" y="2051484"/>
                </a:lnTo>
                <a:lnTo>
                  <a:pt x="3991195" y="2045717"/>
                </a:lnTo>
                <a:lnTo>
                  <a:pt x="3994632" y="2041967"/>
                </a:lnTo>
                <a:lnTo>
                  <a:pt x="3998209" y="2037977"/>
                </a:lnTo>
                <a:lnTo>
                  <a:pt x="4004360" y="2037719"/>
                </a:lnTo>
                <a:lnTo>
                  <a:pt x="4008345" y="2041301"/>
                </a:lnTo>
                <a:lnTo>
                  <a:pt x="4012282" y="2044928"/>
                </a:lnTo>
                <a:lnTo>
                  <a:pt x="4012594" y="2051029"/>
                </a:lnTo>
                <a:lnTo>
                  <a:pt x="4005376" y="2059040"/>
                </a:lnTo>
                <a:lnTo>
                  <a:pt x="3999235" y="2059308"/>
                </a:lnTo>
                <a:lnTo>
                  <a:pt x="3995249" y="2055726"/>
                </a:lnTo>
                <a:close/>
              </a:path>
              <a:path w="5142230" h="2300604">
                <a:moveTo>
                  <a:pt x="3722673" y="1735398"/>
                </a:moveTo>
                <a:lnTo>
                  <a:pt x="3718646" y="1731088"/>
                </a:lnTo>
                <a:lnTo>
                  <a:pt x="3715475" y="1725933"/>
                </a:lnTo>
                <a:lnTo>
                  <a:pt x="3716906" y="1719939"/>
                </a:lnTo>
                <a:lnTo>
                  <a:pt x="3721533" y="1717169"/>
                </a:lnTo>
                <a:lnTo>
                  <a:pt x="3726109" y="1714346"/>
                </a:lnTo>
                <a:lnTo>
                  <a:pt x="3732059" y="1715828"/>
                </a:lnTo>
                <a:lnTo>
                  <a:pt x="3734877" y="1720409"/>
                </a:lnTo>
                <a:lnTo>
                  <a:pt x="3737647" y="1725035"/>
                </a:lnTo>
                <a:lnTo>
                  <a:pt x="3736170" y="1730981"/>
                </a:lnTo>
                <a:lnTo>
                  <a:pt x="3727635" y="1736214"/>
                </a:lnTo>
                <a:lnTo>
                  <a:pt x="3722673" y="1735398"/>
                </a:lnTo>
                <a:close/>
              </a:path>
              <a:path w="5142230" h="2300604">
                <a:moveTo>
                  <a:pt x="3356374" y="894335"/>
                </a:moveTo>
                <a:lnTo>
                  <a:pt x="3352506" y="890196"/>
                </a:lnTo>
                <a:lnTo>
                  <a:pt x="3349060" y="886019"/>
                </a:lnTo>
                <a:lnTo>
                  <a:pt x="3349645" y="879902"/>
                </a:lnTo>
                <a:lnTo>
                  <a:pt x="3357020" y="873817"/>
                </a:lnTo>
                <a:lnTo>
                  <a:pt x="3357948" y="873050"/>
                </a:lnTo>
                <a:lnTo>
                  <a:pt x="3364070" y="873641"/>
                </a:lnTo>
                <a:lnTo>
                  <a:pt x="3370865" y="881894"/>
                </a:lnTo>
                <a:lnTo>
                  <a:pt x="3370284" y="888016"/>
                </a:lnTo>
                <a:lnTo>
                  <a:pt x="3367069" y="890731"/>
                </a:lnTo>
                <a:lnTo>
                  <a:pt x="3366202" y="891464"/>
                </a:lnTo>
                <a:lnTo>
                  <a:pt x="3362941" y="894136"/>
                </a:lnTo>
                <a:lnTo>
                  <a:pt x="3362219" y="894727"/>
                </a:lnTo>
                <a:lnTo>
                  <a:pt x="3356374" y="894335"/>
                </a:lnTo>
                <a:close/>
              </a:path>
              <a:path w="5142230" h="2300604">
                <a:moveTo>
                  <a:pt x="3466568" y="1074561"/>
                </a:moveTo>
                <a:lnTo>
                  <a:pt x="3463101" y="1070850"/>
                </a:lnTo>
                <a:lnTo>
                  <a:pt x="3462475" y="1069984"/>
                </a:lnTo>
                <a:lnTo>
                  <a:pt x="3459842" y="1064134"/>
                </a:lnTo>
                <a:lnTo>
                  <a:pt x="3461926" y="1058352"/>
                </a:lnTo>
                <a:lnTo>
                  <a:pt x="3466817" y="1056157"/>
                </a:lnTo>
                <a:lnTo>
                  <a:pt x="3471710" y="1053869"/>
                </a:lnTo>
                <a:lnTo>
                  <a:pt x="3477489" y="1056050"/>
                </a:lnTo>
                <a:lnTo>
                  <a:pt x="3479731" y="1060894"/>
                </a:lnTo>
                <a:lnTo>
                  <a:pt x="3481922" y="1065778"/>
                </a:lnTo>
                <a:lnTo>
                  <a:pt x="3479838" y="1071561"/>
                </a:lnTo>
                <a:lnTo>
                  <a:pt x="3474951" y="1073760"/>
                </a:lnTo>
                <a:lnTo>
                  <a:pt x="3471012" y="1075605"/>
                </a:lnTo>
                <a:lnTo>
                  <a:pt x="3466568" y="1074561"/>
                </a:lnTo>
                <a:close/>
              </a:path>
              <a:path w="5142230" h="2300604">
                <a:moveTo>
                  <a:pt x="2938570" y="629383"/>
                </a:moveTo>
                <a:lnTo>
                  <a:pt x="2935154" y="625726"/>
                </a:lnTo>
                <a:lnTo>
                  <a:pt x="2934204" y="621875"/>
                </a:lnTo>
                <a:lnTo>
                  <a:pt x="2935552" y="618332"/>
                </a:lnTo>
                <a:lnTo>
                  <a:pt x="2937423" y="613298"/>
                </a:lnTo>
                <a:lnTo>
                  <a:pt x="2943035" y="610703"/>
                </a:lnTo>
                <a:lnTo>
                  <a:pt x="2953105" y="614445"/>
                </a:lnTo>
                <a:lnTo>
                  <a:pt x="2955649" y="620003"/>
                </a:lnTo>
                <a:lnTo>
                  <a:pt x="2951912" y="630078"/>
                </a:lnTo>
                <a:lnTo>
                  <a:pt x="2946300" y="632672"/>
                </a:lnTo>
                <a:lnTo>
                  <a:pt x="2941260" y="630797"/>
                </a:lnTo>
                <a:lnTo>
                  <a:pt x="2939816" y="630228"/>
                </a:lnTo>
                <a:lnTo>
                  <a:pt x="2938570" y="629383"/>
                </a:lnTo>
                <a:close/>
              </a:path>
              <a:path w="5142230" h="2300604">
                <a:moveTo>
                  <a:pt x="4212977" y="2238752"/>
                </a:moveTo>
                <a:lnTo>
                  <a:pt x="4208778" y="2234257"/>
                </a:lnTo>
                <a:lnTo>
                  <a:pt x="4208498" y="2228875"/>
                </a:lnTo>
                <a:lnTo>
                  <a:pt x="4214953" y="2220927"/>
                </a:lnTo>
                <a:lnTo>
                  <a:pt x="4221066" y="2220238"/>
                </a:lnTo>
                <a:lnTo>
                  <a:pt x="4229432" y="2227043"/>
                </a:lnTo>
                <a:lnTo>
                  <a:pt x="4230022" y="2233148"/>
                </a:lnTo>
                <a:lnTo>
                  <a:pt x="4226675" y="2237288"/>
                </a:lnTo>
                <a:lnTo>
                  <a:pt x="4223321" y="2241517"/>
                </a:lnTo>
                <a:lnTo>
                  <a:pt x="4217206" y="2242107"/>
                </a:lnTo>
                <a:lnTo>
                  <a:pt x="4212977" y="2238752"/>
                </a:lnTo>
                <a:close/>
              </a:path>
              <a:path w="5142230" h="2300604">
                <a:moveTo>
                  <a:pt x="3398509" y="950876"/>
                </a:moveTo>
                <a:lnTo>
                  <a:pt x="3394219" y="946284"/>
                </a:lnTo>
                <a:lnTo>
                  <a:pt x="3391256" y="941747"/>
                </a:lnTo>
                <a:lnTo>
                  <a:pt x="3392406" y="935742"/>
                </a:lnTo>
                <a:lnTo>
                  <a:pt x="3401342" y="929768"/>
                </a:lnTo>
                <a:lnTo>
                  <a:pt x="3407392" y="930965"/>
                </a:lnTo>
                <a:lnTo>
                  <a:pt x="3413368" y="939901"/>
                </a:lnTo>
                <a:lnTo>
                  <a:pt x="3412170" y="945950"/>
                </a:lnTo>
                <a:lnTo>
                  <a:pt x="3403667" y="951611"/>
                </a:lnTo>
                <a:lnTo>
                  <a:pt x="3398509" y="950876"/>
                </a:lnTo>
                <a:close/>
              </a:path>
              <a:path w="5142230" h="2300604">
                <a:moveTo>
                  <a:pt x="3583403" y="1409099"/>
                </a:moveTo>
                <a:lnTo>
                  <a:pt x="3579987" y="1405442"/>
                </a:lnTo>
                <a:lnTo>
                  <a:pt x="3579274" y="1404190"/>
                </a:lnTo>
                <a:lnTo>
                  <a:pt x="3577227" y="1397601"/>
                </a:lnTo>
                <a:lnTo>
                  <a:pt x="3580062" y="1392131"/>
                </a:lnTo>
                <a:lnTo>
                  <a:pt x="3590321" y="1388940"/>
                </a:lnTo>
                <a:lnTo>
                  <a:pt x="3595746" y="1391815"/>
                </a:lnTo>
                <a:lnTo>
                  <a:pt x="3597319" y="1396920"/>
                </a:lnTo>
                <a:lnTo>
                  <a:pt x="3598982" y="1402023"/>
                </a:lnTo>
                <a:lnTo>
                  <a:pt x="3596111" y="1407454"/>
                </a:lnTo>
                <a:lnTo>
                  <a:pt x="3590998" y="1409116"/>
                </a:lnTo>
                <a:lnTo>
                  <a:pt x="3587279" y="1410217"/>
                </a:lnTo>
                <a:lnTo>
                  <a:pt x="3583403" y="1409099"/>
                </a:lnTo>
                <a:close/>
              </a:path>
              <a:path w="5142230" h="2300604">
                <a:moveTo>
                  <a:pt x="2327615" y="380333"/>
                </a:moveTo>
                <a:lnTo>
                  <a:pt x="2324335" y="376823"/>
                </a:lnTo>
                <a:lnTo>
                  <a:pt x="2323397" y="373864"/>
                </a:lnTo>
                <a:lnTo>
                  <a:pt x="2323972" y="370862"/>
                </a:lnTo>
                <a:lnTo>
                  <a:pt x="2324899" y="365795"/>
                </a:lnTo>
                <a:lnTo>
                  <a:pt x="2329729" y="362461"/>
                </a:lnTo>
                <a:lnTo>
                  <a:pt x="2334801" y="363394"/>
                </a:lnTo>
                <a:lnTo>
                  <a:pt x="2339819" y="364367"/>
                </a:lnTo>
                <a:lnTo>
                  <a:pt x="2343148" y="369201"/>
                </a:lnTo>
                <a:lnTo>
                  <a:pt x="2341292" y="379335"/>
                </a:lnTo>
                <a:lnTo>
                  <a:pt x="2336413" y="382616"/>
                </a:lnTo>
                <a:lnTo>
                  <a:pt x="2331391" y="381737"/>
                </a:lnTo>
                <a:lnTo>
                  <a:pt x="2329375" y="381337"/>
                </a:lnTo>
                <a:lnTo>
                  <a:pt x="2327615" y="380333"/>
                </a:lnTo>
                <a:close/>
              </a:path>
              <a:path w="5142230" h="2300604">
                <a:moveTo>
                  <a:pt x="3545176" y="1120880"/>
                </a:moveTo>
                <a:lnTo>
                  <a:pt x="3541187" y="1116610"/>
                </a:lnTo>
                <a:lnTo>
                  <a:pt x="3538491" y="1111185"/>
                </a:lnTo>
                <a:lnTo>
                  <a:pt x="3540287" y="1105581"/>
                </a:lnTo>
                <a:lnTo>
                  <a:pt x="3544606" y="1103360"/>
                </a:lnTo>
                <a:lnTo>
                  <a:pt x="3549462" y="1100936"/>
                </a:lnTo>
                <a:lnTo>
                  <a:pt x="3555024" y="1102780"/>
                </a:lnTo>
                <a:lnTo>
                  <a:pt x="3559711" y="1111907"/>
                </a:lnTo>
                <a:lnTo>
                  <a:pt x="3557872" y="1117560"/>
                </a:lnTo>
                <a:lnTo>
                  <a:pt x="3553510" y="1119735"/>
                </a:lnTo>
                <a:lnTo>
                  <a:pt x="3549507" y="1121804"/>
                </a:lnTo>
                <a:lnTo>
                  <a:pt x="3545176" y="1120880"/>
                </a:lnTo>
                <a:close/>
              </a:path>
              <a:path w="5142230" h="2300604">
                <a:moveTo>
                  <a:pt x="4606170" y="2225368"/>
                </a:moveTo>
                <a:lnTo>
                  <a:pt x="4601863" y="2220757"/>
                </a:lnTo>
                <a:lnTo>
                  <a:pt x="4601437" y="2216001"/>
                </a:lnTo>
                <a:lnTo>
                  <a:pt x="4607090" y="2208173"/>
                </a:lnTo>
                <a:lnTo>
                  <a:pt x="4612877" y="2207232"/>
                </a:lnTo>
                <a:lnTo>
                  <a:pt x="4621266" y="2213283"/>
                </a:lnTo>
                <a:lnTo>
                  <a:pt x="4622149" y="2219115"/>
                </a:lnTo>
                <a:lnTo>
                  <a:pt x="4619180" y="2223268"/>
                </a:lnTo>
                <a:lnTo>
                  <a:pt x="4616109" y="2227406"/>
                </a:lnTo>
                <a:lnTo>
                  <a:pt x="4610317" y="2228342"/>
                </a:lnTo>
                <a:lnTo>
                  <a:pt x="4606170" y="2225368"/>
                </a:lnTo>
                <a:close/>
              </a:path>
              <a:path w="5142230" h="2300604">
                <a:moveTo>
                  <a:pt x="3007689" y="575133"/>
                </a:moveTo>
                <a:lnTo>
                  <a:pt x="3004368" y="571579"/>
                </a:lnTo>
                <a:lnTo>
                  <a:pt x="3003654" y="567488"/>
                </a:lnTo>
                <a:lnTo>
                  <a:pt x="3005290" y="563960"/>
                </a:lnTo>
                <a:lnTo>
                  <a:pt x="3007520" y="559312"/>
                </a:lnTo>
                <a:lnTo>
                  <a:pt x="3013068" y="557333"/>
                </a:lnTo>
                <a:lnTo>
                  <a:pt x="3017669" y="559519"/>
                </a:lnTo>
                <a:lnTo>
                  <a:pt x="3022317" y="561660"/>
                </a:lnTo>
                <a:lnTo>
                  <a:pt x="3024341" y="567248"/>
                </a:lnTo>
                <a:lnTo>
                  <a:pt x="3022105" y="571894"/>
                </a:lnTo>
                <a:lnTo>
                  <a:pt x="3019968" y="576546"/>
                </a:lnTo>
                <a:lnTo>
                  <a:pt x="3014424" y="578529"/>
                </a:lnTo>
                <a:lnTo>
                  <a:pt x="3009726" y="576335"/>
                </a:lnTo>
                <a:lnTo>
                  <a:pt x="3008659" y="575780"/>
                </a:lnTo>
                <a:lnTo>
                  <a:pt x="3007689" y="575133"/>
                </a:lnTo>
                <a:close/>
              </a:path>
              <a:path w="5142230" h="2300604">
                <a:moveTo>
                  <a:pt x="4033879" y="1804328"/>
                </a:moveTo>
                <a:lnTo>
                  <a:pt x="4029909" y="1800078"/>
                </a:lnTo>
                <a:lnTo>
                  <a:pt x="4029716" y="1794886"/>
                </a:lnTo>
                <a:lnTo>
                  <a:pt x="4032714" y="1791254"/>
                </a:lnTo>
                <a:lnTo>
                  <a:pt x="4036059" y="1787308"/>
                </a:lnTo>
                <a:lnTo>
                  <a:pt x="4041883" y="1786798"/>
                </a:lnTo>
                <a:lnTo>
                  <a:pt x="4045832" y="1790048"/>
                </a:lnTo>
                <a:lnTo>
                  <a:pt x="4049783" y="1793397"/>
                </a:lnTo>
                <a:lnTo>
                  <a:pt x="4050293" y="1799222"/>
                </a:lnTo>
                <a:lnTo>
                  <a:pt x="4046994" y="1803216"/>
                </a:lnTo>
                <a:lnTo>
                  <a:pt x="4043698" y="1807117"/>
                </a:lnTo>
                <a:lnTo>
                  <a:pt x="4037869" y="1807622"/>
                </a:lnTo>
                <a:lnTo>
                  <a:pt x="4033879" y="1804328"/>
                </a:lnTo>
                <a:close/>
              </a:path>
              <a:path w="5142230" h="2300604">
                <a:moveTo>
                  <a:pt x="2257753" y="367616"/>
                </a:moveTo>
                <a:lnTo>
                  <a:pt x="2254468" y="364101"/>
                </a:lnTo>
                <a:lnTo>
                  <a:pt x="2253486" y="361192"/>
                </a:lnTo>
                <a:lnTo>
                  <a:pt x="2254061" y="358190"/>
                </a:lnTo>
                <a:lnTo>
                  <a:pt x="2254988" y="353123"/>
                </a:lnTo>
                <a:lnTo>
                  <a:pt x="2259818" y="349790"/>
                </a:lnTo>
                <a:lnTo>
                  <a:pt x="2269907" y="351596"/>
                </a:lnTo>
                <a:lnTo>
                  <a:pt x="2273240" y="356436"/>
                </a:lnTo>
                <a:lnTo>
                  <a:pt x="2272361" y="361457"/>
                </a:lnTo>
                <a:lnTo>
                  <a:pt x="2271429" y="366519"/>
                </a:lnTo>
                <a:lnTo>
                  <a:pt x="2266599" y="369853"/>
                </a:lnTo>
                <a:lnTo>
                  <a:pt x="2259512" y="368621"/>
                </a:lnTo>
                <a:lnTo>
                  <a:pt x="2257753" y="367616"/>
                </a:lnTo>
                <a:close/>
              </a:path>
              <a:path w="5142230" h="2300604">
                <a:moveTo>
                  <a:pt x="4201973" y="1935104"/>
                </a:moveTo>
                <a:lnTo>
                  <a:pt x="4198193" y="1931057"/>
                </a:lnTo>
                <a:lnTo>
                  <a:pt x="4197752" y="1926090"/>
                </a:lnTo>
                <a:lnTo>
                  <a:pt x="4203541" y="1918308"/>
                </a:lnTo>
                <a:lnTo>
                  <a:pt x="4209283" y="1917419"/>
                </a:lnTo>
                <a:lnTo>
                  <a:pt x="4213478" y="1920440"/>
                </a:lnTo>
                <a:lnTo>
                  <a:pt x="4217621" y="1923509"/>
                </a:lnTo>
                <a:lnTo>
                  <a:pt x="4218458" y="1929292"/>
                </a:lnTo>
                <a:lnTo>
                  <a:pt x="4215489" y="1933445"/>
                </a:lnTo>
                <a:lnTo>
                  <a:pt x="4212417" y="1937584"/>
                </a:lnTo>
                <a:lnTo>
                  <a:pt x="4206580" y="1938471"/>
                </a:lnTo>
                <a:lnTo>
                  <a:pt x="4202481" y="1935452"/>
                </a:lnTo>
                <a:lnTo>
                  <a:pt x="4201973" y="1935104"/>
                </a:lnTo>
                <a:close/>
              </a:path>
              <a:path w="5142230" h="2300604">
                <a:moveTo>
                  <a:pt x="3788806" y="1553712"/>
                </a:moveTo>
                <a:lnTo>
                  <a:pt x="3784882" y="1549513"/>
                </a:lnTo>
                <a:lnTo>
                  <a:pt x="3781757" y="1545483"/>
                </a:lnTo>
                <a:lnTo>
                  <a:pt x="3782527" y="1539660"/>
                </a:lnTo>
                <a:lnTo>
                  <a:pt x="3786600" y="1536494"/>
                </a:lnTo>
                <a:lnTo>
                  <a:pt x="3790715" y="1533372"/>
                </a:lnTo>
                <a:lnTo>
                  <a:pt x="3796547" y="1534142"/>
                </a:lnTo>
                <a:lnTo>
                  <a:pt x="3799660" y="1538256"/>
                </a:lnTo>
                <a:lnTo>
                  <a:pt x="3802780" y="1542280"/>
                </a:lnTo>
                <a:lnTo>
                  <a:pt x="3801971" y="1548159"/>
                </a:lnTo>
                <a:lnTo>
                  <a:pt x="3794117" y="1554218"/>
                </a:lnTo>
                <a:lnTo>
                  <a:pt x="3788806" y="1553712"/>
                </a:lnTo>
                <a:close/>
              </a:path>
              <a:path w="5142230" h="2300604">
                <a:moveTo>
                  <a:pt x="2187779" y="355269"/>
                </a:moveTo>
                <a:lnTo>
                  <a:pt x="2184504" y="351763"/>
                </a:lnTo>
                <a:lnTo>
                  <a:pt x="2183517" y="348849"/>
                </a:lnTo>
                <a:lnTo>
                  <a:pt x="2184091" y="345848"/>
                </a:lnTo>
                <a:lnTo>
                  <a:pt x="2184970" y="340826"/>
                </a:lnTo>
                <a:lnTo>
                  <a:pt x="2189803" y="337398"/>
                </a:lnTo>
                <a:lnTo>
                  <a:pt x="2194875" y="338331"/>
                </a:lnTo>
                <a:lnTo>
                  <a:pt x="2199892" y="339205"/>
                </a:lnTo>
                <a:lnTo>
                  <a:pt x="2203274" y="343998"/>
                </a:lnTo>
                <a:lnTo>
                  <a:pt x="2202440" y="349069"/>
                </a:lnTo>
                <a:lnTo>
                  <a:pt x="2201513" y="354136"/>
                </a:lnTo>
                <a:lnTo>
                  <a:pt x="2196724" y="357513"/>
                </a:lnTo>
                <a:lnTo>
                  <a:pt x="2191604" y="356626"/>
                </a:lnTo>
                <a:lnTo>
                  <a:pt x="2189587" y="356227"/>
                </a:lnTo>
                <a:lnTo>
                  <a:pt x="2187779" y="355269"/>
                </a:lnTo>
                <a:close/>
              </a:path>
              <a:path w="5142230" h="2300604">
                <a:moveTo>
                  <a:pt x="4663216" y="2266594"/>
                </a:moveTo>
                <a:lnTo>
                  <a:pt x="4659375" y="2262482"/>
                </a:lnTo>
                <a:lnTo>
                  <a:pt x="4658943" y="2257619"/>
                </a:lnTo>
                <a:lnTo>
                  <a:pt x="4661618" y="2253934"/>
                </a:lnTo>
                <a:lnTo>
                  <a:pt x="4664591" y="2249786"/>
                </a:lnTo>
                <a:lnTo>
                  <a:pt x="4670428" y="2248899"/>
                </a:lnTo>
                <a:lnTo>
                  <a:pt x="4678764" y="2254891"/>
                </a:lnTo>
                <a:lnTo>
                  <a:pt x="4679705" y="2260687"/>
                </a:lnTo>
                <a:lnTo>
                  <a:pt x="4676677" y="2264876"/>
                </a:lnTo>
                <a:lnTo>
                  <a:pt x="4673708" y="2269028"/>
                </a:lnTo>
                <a:lnTo>
                  <a:pt x="4667871" y="2269916"/>
                </a:lnTo>
                <a:lnTo>
                  <a:pt x="4663216" y="2266594"/>
                </a:lnTo>
                <a:close/>
              </a:path>
              <a:path w="5142230" h="2300604">
                <a:moveTo>
                  <a:pt x="3980044" y="1757646"/>
                </a:moveTo>
                <a:lnTo>
                  <a:pt x="3976167" y="1753496"/>
                </a:lnTo>
                <a:lnTo>
                  <a:pt x="3976072" y="1748116"/>
                </a:lnTo>
                <a:lnTo>
                  <a:pt x="3979260" y="1744491"/>
                </a:lnTo>
                <a:lnTo>
                  <a:pt x="3982745" y="1740696"/>
                </a:lnTo>
                <a:lnTo>
                  <a:pt x="3988558" y="1740369"/>
                </a:lnTo>
                <a:lnTo>
                  <a:pt x="3996215" y="1747197"/>
                </a:lnTo>
                <a:lnTo>
                  <a:pt x="3996528" y="1753104"/>
                </a:lnTo>
                <a:lnTo>
                  <a:pt x="3989710" y="1760761"/>
                </a:lnTo>
                <a:lnTo>
                  <a:pt x="3983798" y="1761079"/>
                </a:lnTo>
                <a:lnTo>
                  <a:pt x="3980044" y="1757646"/>
                </a:lnTo>
                <a:close/>
              </a:path>
              <a:path w="5142230" h="2300604">
                <a:moveTo>
                  <a:pt x="2536438" y="422749"/>
                </a:moveTo>
                <a:lnTo>
                  <a:pt x="2533163" y="419244"/>
                </a:lnTo>
                <a:lnTo>
                  <a:pt x="2532183" y="416142"/>
                </a:lnTo>
                <a:lnTo>
                  <a:pt x="2534017" y="408037"/>
                </a:lnTo>
                <a:lnTo>
                  <a:pt x="2538987" y="404854"/>
                </a:lnTo>
                <a:lnTo>
                  <a:pt x="2549011" y="407178"/>
                </a:lnTo>
                <a:lnTo>
                  <a:pt x="2552144" y="412095"/>
                </a:lnTo>
                <a:lnTo>
                  <a:pt x="2549919" y="422127"/>
                </a:lnTo>
                <a:lnTo>
                  <a:pt x="2544902" y="425261"/>
                </a:lnTo>
                <a:lnTo>
                  <a:pt x="2539936" y="424148"/>
                </a:lnTo>
                <a:lnTo>
                  <a:pt x="2538062" y="423706"/>
                </a:lnTo>
                <a:lnTo>
                  <a:pt x="2536438" y="422749"/>
                </a:lnTo>
                <a:close/>
              </a:path>
              <a:path w="5142230" h="2300604">
                <a:moveTo>
                  <a:pt x="3708878" y="1435993"/>
                </a:moveTo>
                <a:lnTo>
                  <a:pt x="3704996" y="1431838"/>
                </a:lnTo>
                <a:lnTo>
                  <a:pt x="3702002" y="1426874"/>
                </a:lnTo>
                <a:lnTo>
                  <a:pt x="3703420" y="1421158"/>
                </a:lnTo>
                <a:lnTo>
                  <a:pt x="3712194" y="1415892"/>
                </a:lnTo>
                <a:lnTo>
                  <a:pt x="3717905" y="1417313"/>
                </a:lnTo>
                <a:lnTo>
                  <a:pt x="3723179" y="1426084"/>
                </a:lnTo>
                <a:lnTo>
                  <a:pt x="3721753" y="1431790"/>
                </a:lnTo>
                <a:lnTo>
                  <a:pt x="3717367" y="1434426"/>
                </a:lnTo>
                <a:lnTo>
                  <a:pt x="3713557" y="1436798"/>
                </a:lnTo>
                <a:lnTo>
                  <a:pt x="3708878" y="1435993"/>
                </a:lnTo>
                <a:close/>
              </a:path>
              <a:path w="5142230" h="2300604">
                <a:moveTo>
                  <a:pt x="2742400" y="475983"/>
                </a:moveTo>
                <a:lnTo>
                  <a:pt x="2739121" y="472472"/>
                </a:lnTo>
                <a:lnTo>
                  <a:pt x="2738196" y="469136"/>
                </a:lnTo>
                <a:lnTo>
                  <a:pt x="2739152" y="465859"/>
                </a:lnTo>
                <a:lnTo>
                  <a:pt x="2740647" y="460911"/>
                </a:lnTo>
                <a:lnTo>
                  <a:pt x="2745789" y="458107"/>
                </a:lnTo>
                <a:lnTo>
                  <a:pt x="2755655" y="461044"/>
                </a:lnTo>
                <a:lnTo>
                  <a:pt x="2758454" y="466191"/>
                </a:lnTo>
                <a:lnTo>
                  <a:pt x="2756964" y="471144"/>
                </a:lnTo>
                <a:lnTo>
                  <a:pt x="2755518" y="476047"/>
                </a:lnTo>
                <a:lnTo>
                  <a:pt x="2750327" y="478897"/>
                </a:lnTo>
                <a:lnTo>
                  <a:pt x="2745422" y="477361"/>
                </a:lnTo>
                <a:lnTo>
                  <a:pt x="2743786" y="476880"/>
                </a:lnTo>
                <a:lnTo>
                  <a:pt x="2742400" y="475983"/>
                </a:lnTo>
                <a:close/>
              </a:path>
              <a:path w="5142230" h="2300604">
                <a:moveTo>
                  <a:pt x="4375315" y="2059079"/>
                </a:moveTo>
                <a:lnTo>
                  <a:pt x="4371425" y="2054915"/>
                </a:lnTo>
                <a:lnTo>
                  <a:pt x="4371035" y="2050102"/>
                </a:lnTo>
                <a:lnTo>
                  <a:pt x="4373661" y="2046461"/>
                </a:lnTo>
                <a:lnTo>
                  <a:pt x="4376594" y="2042270"/>
                </a:lnTo>
                <a:lnTo>
                  <a:pt x="4382429" y="2041284"/>
                </a:lnTo>
                <a:lnTo>
                  <a:pt x="4386578" y="2044256"/>
                </a:lnTo>
                <a:lnTo>
                  <a:pt x="4390773" y="2047186"/>
                </a:lnTo>
                <a:lnTo>
                  <a:pt x="4391760" y="2053030"/>
                </a:lnTo>
                <a:lnTo>
                  <a:pt x="4388787" y="2057178"/>
                </a:lnTo>
                <a:lnTo>
                  <a:pt x="4385804" y="2061416"/>
                </a:lnTo>
                <a:lnTo>
                  <a:pt x="4380017" y="2062356"/>
                </a:lnTo>
                <a:lnTo>
                  <a:pt x="4375315" y="2059079"/>
                </a:lnTo>
                <a:close/>
              </a:path>
              <a:path w="5142230" h="2300604">
                <a:moveTo>
                  <a:pt x="2117806" y="343020"/>
                </a:moveTo>
                <a:lnTo>
                  <a:pt x="2114531" y="339514"/>
                </a:lnTo>
                <a:lnTo>
                  <a:pt x="2113639" y="336604"/>
                </a:lnTo>
                <a:lnTo>
                  <a:pt x="2114118" y="333599"/>
                </a:lnTo>
                <a:lnTo>
                  <a:pt x="2114998" y="328578"/>
                </a:lnTo>
                <a:lnTo>
                  <a:pt x="2119830" y="325149"/>
                </a:lnTo>
                <a:lnTo>
                  <a:pt x="2124902" y="326082"/>
                </a:lnTo>
                <a:lnTo>
                  <a:pt x="2129919" y="326956"/>
                </a:lnTo>
                <a:lnTo>
                  <a:pt x="2133347" y="331799"/>
                </a:lnTo>
                <a:lnTo>
                  <a:pt x="2132468" y="336820"/>
                </a:lnTo>
                <a:lnTo>
                  <a:pt x="2131540" y="341887"/>
                </a:lnTo>
                <a:lnTo>
                  <a:pt x="2126751" y="345265"/>
                </a:lnTo>
                <a:lnTo>
                  <a:pt x="2121730" y="344386"/>
                </a:lnTo>
                <a:lnTo>
                  <a:pt x="2119614" y="343979"/>
                </a:lnTo>
                <a:lnTo>
                  <a:pt x="2117806" y="343020"/>
                </a:lnTo>
                <a:close/>
              </a:path>
              <a:path w="5142230" h="2300604">
                <a:moveTo>
                  <a:pt x="2674177" y="456713"/>
                </a:moveTo>
                <a:lnTo>
                  <a:pt x="2670898" y="453202"/>
                </a:lnTo>
                <a:lnTo>
                  <a:pt x="2669973" y="449866"/>
                </a:lnTo>
                <a:lnTo>
                  <a:pt x="2670836" y="446685"/>
                </a:lnTo>
                <a:lnTo>
                  <a:pt x="2672233" y="441728"/>
                </a:lnTo>
                <a:lnTo>
                  <a:pt x="2677332" y="438781"/>
                </a:lnTo>
                <a:lnTo>
                  <a:pt x="2682248" y="440133"/>
                </a:lnTo>
                <a:lnTo>
                  <a:pt x="2687208" y="441435"/>
                </a:lnTo>
                <a:lnTo>
                  <a:pt x="2690150" y="446540"/>
                </a:lnTo>
                <a:lnTo>
                  <a:pt x="2687452" y="456456"/>
                </a:lnTo>
                <a:lnTo>
                  <a:pt x="2682581" y="459257"/>
                </a:lnTo>
                <a:lnTo>
                  <a:pt x="2682343" y="459393"/>
                </a:lnTo>
                <a:lnTo>
                  <a:pt x="2677383" y="458092"/>
                </a:lnTo>
                <a:lnTo>
                  <a:pt x="2675657" y="457613"/>
                </a:lnTo>
                <a:lnTo>
                  <a:pt x="2674177" y="456713"/>
                </a:lnTo>
                <a:close/>
              </a:path>
              <a:path w="5142230" h="2300604">
                <a:moveTo>
                  <a:pt x="4088773" y="1849016"/>
                </a:moveTo>
                <a:lnTo>
                  <a:pt x="4084980" y="1844955"/>
                </a:lnTo>
                <a:lnTo>
                  <a:pt x="4084740" y="1839909"/>
                </a:lnTo>
                <a:lnTo>
                  <a:pt x="4087649" y="1836278"/>
                </a:lnTo>
                <a:lnTo>
                  <a:pt x="4090808" y="1832231"/>
                </a:lnTo>
                <a:lnTo>
                  <a:pt x="4096634" y="1831528"/>
                </a:lnTo>
                <a:lnTo>
                  <a:pt x="4100683" y="1834786"/>
                </a:lnTo>
                <a:lnTo>
                  <a:pt x="4104729" y="1837945"/>
                </a:lnTo>
                <a:lnTo>
                  <a:pt x="4105379" y="1843821"/>
                </a:lnTo>
                <a:lnTo>
                  <a:pt x="4098965" y="1851813"/>
                </a:lnTo>
                <a:lnTo>
                  <a:pt x="4093139" y="1852516"/>
                </a:lnTo>
                <a:lnTo>
                  <a:pt x="4088773" y="1849016"/>
                </a:lnTo>
                <a:close/>
              </a:path>
              <a:path w="5142230" h="2300604">
                <a:moveTo>
                  <a:pt x="3673336" y="1374294"/>
                </a:moveTo>
                <a:lnTo>
                  <a:pt x="3670016" y="1370739"/>
                </a:lnTo>
                <a:lnTo>
                  <a:pt x="3669566" y="1370063"/>
                </a:lnTo>
                <a:lnTo>
                  <a:pt x="3666723" y="1364867"/>
                </a:lnTo>
                <a:lnTo>
                  <a:pt x="3668373" y="1359207"/>
                </a:lnTo>
                <a:lnTo>
                  <a:pt x="3672853" y="1356766"/>
                </a:lnTo>
                <a:lnTo>
                  <a:pt x="3677370" y="1354272"/>
                </a:lnTo>
                <a:lnTo>
                  <a:pt x="3683030" y="1355934"/>
                </a:lnTo>
                <a:lnTo>
                  <a:pt x="3687960" y="1364925"/>
                </a:lnTo>
                <a:lnTo>
                  <a:pt x="3686304" y="1370580"/>
                </a:lnTo>
                <a:lnTo>
                  <a:pt x="3677984" y="1375165"/>
                </a:lnTo>
                <a:lnTo>
                  <a:pt x="3673336" y="1374294"/>
                </a:lnTo>
                <a:close/>
              </a:path>
              <a:path w="5142230" h="2300604">
                <a:moveTo>
                  <a:pt x="2397364" y="393613"/>
                </a:moveTo>
                <a:lnTo>
                  <a:pt x="2394084" y="390102"/>
                </a:lnTo>
                <a:lnTo>
                  <a:pt x="2393141" y="387138"/>
                </a:lnTo>
                <a:lnTo>
                  <a:pt x="2394692" y="379024"/>
                </a:lnTo>
                <a:lnTo>
                  <a:pt x="2399577" y="375749"/>
                </a:lnTo>
                <a:lnTo>
                  <a:pt x="2409659" y="377744"/>
                </a:lnTo>
                <a:lnTo>
                  <a:pt x="2412939" y="382624"/>
                </a:lnTo>
                <a:lnTo>
                  <a:pt x="2410992" y="392661"/>
                </a:lnTo>
                <a:lnTo>
                  <a:pt x="2406108" y="395936"/>
                </a:lnTo>
                <a:lnTo>
                  <a:pt x="2401045" y="395013"/>
                </a:lnTo>
                <a:lnTo>
                  <a:pt x="2399078" y="394568"/>
                </a:lnTo>
                <a:lnTo>
                  <a:pt x="2397364" y="393613"/>
                </a:lnTo>
                <a:close/>
              </a:path>
              <a:path w="5142230" h="2300604">
                <a:moveTo>
                  <a:pt x="4259524" y="1976771"/>
                </a:moveTo>
                <a:lnTo>
                  <a:pt x="4255688" y="1972664"/>
                </a:lnTo>
                <a:lnTo>
                  <a:pt x="4255297" y="1967845"/>
                </a:lnTo>
                <a:lnTo>
                  <a:pt x="4257922" y="1964207"/>
                </a:lnTo>
                <a:lnTo>
                  <a:pt x="4260895" y="1959959"/>
                </a:lnTo>
                <a:lnTo>
                  <a:pt x="4266691" y="1959028"/>
                </a:lnTo>
                <a:lnTo>
                  <a:pt x="4275026" y="1965020"/>
                </a:lnTo>
                <a:lnTo>
                  <a:pt x="4276014" y="1970864"/>
                </a:lnTo>
                <a:lnTo>
                  <a:pt x="4270016" y="1979206"/>
                </a:lnTo>
                <a:lnTo>
                  <a:pt x="4264220" y="1980137"/>
                </a:lnTo>
                <a:lnTo>
                  <a:pt x="4260032" y="1977119"/>
                </a:lnTo>
                <a:lnTo>
                  <a:pt x="4259524" y="1976771"/>
                </a:lnTo>
                <a:close/>
              </a:path>
              <a:path w="5142230" h="2300604">
                <a:moveTo>
                  <a:pt x="4317412" y="2018015"/>
                </a:moveTo>
                <a:lnTo>
                  <a:pt x="4313526" y="2013855"/>
                </a:lnTo>
                <a:lnTo>
                  <a:pt x="4313089" y="2009087"/>
                </a:lnTo>
                <a:lnTo>
                  <a:pt x="4315674" y="2005402"/>
                </a:lnTo>
                <a:lnTo>
                  <a:pt x="4318691" y="2001205"/>
                </a:lnTo>
                <a:lnTo>
                  <a:pt x="4324483" y="2000269"/>
                </a:lnTo>
                <a:lnTo>
                  <a:pt x="4328680" y="2003197"/>
                </a:lnTo>
                <a:lnTo>
                  <a:pt x="4332827" y="2006171"/>
                </a:lnTo>
                <a:lnTo>
                  <a:pt x="4333862" y="2011970"/>
                </a:lnTo>
                <a:lnTo>
                  <a:pt x="4330841" y="2016162"/>
                </a:lnTo>
                <a:lnTo>
                  <a:pt x="4327908" y="2020354"/>
                </a:lnTo>
                <a:lnTo>
                  <a:pt x="4322071" y="2021341"/>
                </a:lnTo>
                <a:lnTo>
                  <a:pt x="4317412" y="2018015"/>
                </a:lnTo>
                <a:close/>
              </a:path>
              <a:path w="5142230" h="2300604">
                <a:moveTo>
                  <a:pt x="2466992" y="407644"/>
                </a:moveTo>
                <a:lnTo>
                  <a:pt x="2463758" y="404182"/>
                </a:lnTo>
                <a:lnTo>
                  <a:pt x="2462775" y="401174"/>
                </a:lnTo>
                <a:lnTo>
                  <a:pt x="2463447" y="398081"/>
                </a:lnTo>
                <a:lnTo>
                  <a:pt x="2464469" y="393017"/>
                </a:lnTo>
                <a:lnTo>
                  <a:pt x="2469440" y="389835"/>
                </a:lnTo>
                <a:lnTo>
                  <a:pt x="2479470" y="391970"/>
                </a:lnTo>
                <a:lnTo>
                  <a:pt x="2482656" y="396847"/>
                </a:lnTo>
                <a:lnTo>
                  <a:pt x="2481634" y="401910"/>
                </a:lnTo>
                <a:lnTo>
                  <a:pt x="2480566" y="406926"/>
                </a:lnTo>
                <a:lnTo>
                  <a:pt x="2475640" y="410157"/>
                </a:lnTo>
                <a:lnTo>
                  <a:pt x="2470625" y="409089"/>
                </a:lnTo>
                <a:lnTo>
                  <a:pt x="2468658" y="408645"/>
                </a:lnTo>
                <a:lnTo>
                  <a:pt x="2466992" y="407644"/>
                </a:lnTo>
                <a:close/>
              </a:path>
              <a:path w="5142230" h="2300604">
                <a:moveTo>
                  <a:pt x="3071058" y="606800"/>
                </a:moveTo>
                <a:lnTo>
                  <a:pt x="3067733" y="603241"/>
                </a:lnTo>
                <a:lnTo>
                  <a:pt x="3067077" y="598922"/>
                </a:lnTo>
                <a:lnTo>
                  <a:pt x="3068995" y="595304"/>
                </a:lnTo>
                <a:lnTo>
                  <a:pt x="3071411" y="590856"/>
                </a:lnTo>
                <a:lnTo>
                  <a:pt x="3077040" y="589058"/>
                </a:lnTo>
                <a:lnTo>
                  <a:pt x="3081539" y="591530"/>
                </a:lnTo>
                <a:lnTo>
                  <a:pt x="3086078" y="593946"/>
                </a:lnTo>
                <a:lnTo>
                  <a:pt x="3087774" y="599576"/>
                </a:lnTo>
                <a:lnTo>
                  <a:pt x="3082983" y="608617"/>
                </a:lnTo>
                <a:lnTo>
                  <a:pt x="3077309" y="610366"/>
                </a:lnTo>
                <a:lnTo>
                  <a:pt x="3071889" y="607393"/>
                </a:lnTo>
                <a:lnTo>
                  <a:pt x="3071058" y="606800"/>
                </a:lnTo>
                <a:close/>
              </a:path>
              <a:path w="5142230" h="2300604">
                <a:moveTo>
                  <a:pt x="3747211" y="1495990"/>
                </a:moveTo>
                <a:lnTo>
                  <a:pt x="3743041" y="1491527"/>
                </a:lnTo>
                <a:lnTo>
                  <a:pt x="3740164" y="1487274"/>
                </a:lnTo>
                <a:lnTo>
                  <a:pt x="3741262" y="1481510"/>
                </a:lnTo>
                <a:lnTo>
                  <a:pt x="3749762" y="1475751"/>
                </a:lnTo>
                <a:lnTo>
                  <a:pt x="3755532" y="1476845"/>
                </a:lnTo>
                <a:lnTo>
                  <a:pt x="3761290" y="1485354"/>
                </a:lnTo>
                <a:lnTo>
                  <a:pt x="3760192" y="1491119"/>
                </a:lnTo>
                <a:lnTo>
                  <a:pt x="3755944" y="1494001"/>
                </a:lnTo>
                <a:lnTo>
                  <a:pt x="3752120" y="1496651"/>
                </a:lnTo>
                <a:lnTo>
                  <a:pt x="3747211" y="1495990"/>
                </a:lnTo>
                <a:close/>
              </a:path>
              <a:path w="5142230" h="2300604">
                <a:moveTo>
                  <a:pt x="3133244" y="642384"/>
                </a:moveTo>
                <a:lnTo>
                  <a:pt x="3129269" y="638129"/>
                </a:lnTo>
                <a:lnTo>
                  <a:pt x="3128678" y="633683"/>
                </a:lnTo>
                <a:lnTo>
                  <a:pt x="3130928" y="630029"/>
                </a:lnTo>
                <a:lnTo>
                  <a:pt x="3133582" y="625641"/>
                </a:lnTo>
                <a:lnTo>
                  <a:pt x="3139095" y="624306"/>
                </a:lnTo>
                <a:lnTo>
                  <a:pt x="3139244" y="624270"/>
                </a:lnTo>
                <a:lnTo>
                  <a:pt x="3148078" y="629622"/>
                </a:lnTo>
                <a:lnTo>
                  <a:pt x="3149395" y="635332"/>
                </a:lnTo>
                <a:lnTo>
                  <a:pt x="3144092" y="644121"/>
                </a:lnTo>
                <a:lnTo>
                  <a:pt x="3138337" y="645488"/>
                </a:lnTo>
                <a:lnTo>
                  <a:pt x="3133986" y="642787"/>
                </a:lnTo>
                <a:lnTo>
                  <a:pt x="3133244" y="642384"/>
                </a:lnTo>
                <a:close/>
              </a:path>
              <a:path w="5142230" h="2300604">
                <a:moveTo>
                  <a:pt x="3640115" y="1311460"/>
                </a:moveTo>
                <a:lnTo>
                  <a:pt x="3636794" y="1307906"/>
                </a:lnTo>
                <a:lnTo>
                  <a:pt x="3636300" y="1307181"/>
                </a:lnTo>
                <a:lnTo>
                  <a:pt x="3635855" y="1306409"/>
                </a:lnTo>
                <a:lnTo>
                  <a:pt x="3633556" y="1301800"/>
                </a:lnTo>
                <a:lnTo>
                  <a:pt x="3635304" y="1296240"/>
                </a:lnTo>
                <a:lnTo>
                  <a:pt x="3644481" y="1291502"/>
                </a:lnTo>
                <a:lnTo>
                  <a:pt x="3650031" y="1293339"/>
                </a:lnTo>
                <a:lnTo>
                  <a:pt x="3654730" y="1302473"/>
                </a:lnTo>
                <a:lnTo>
                  <a:pt x="3652981" y="1307932"/>
                </a:lnTo>
                <a:lnTo>
                  <a:pt x="3652934" y="1308077"/>
                </a:lnTo>
                <a:lnTo>
                  <a:pt x="3644620" y="1312374"/>
                </a:lnTo>
                <a:lnTo>
                  <a:pt x="3640115" y="1311460"/>
                </a:lnTo>
                <a:close/>
              </a:path>
              <a:path w="5142230" h="2300604">
                <a:moveTo>
                  <a:pt x="3833509" y="1608995"/>
                </a:moveTo>
                <a:lnTo>
                  <a:pt x="3829869" y="1605099"/>
                </a:lnTo>
                <a:lnTo>
                  <a:pt x="3826508" y="1601208"/>
                </a:lnTo>
                <a:lnTo>
                  <a:pt x="3826989" y="1595271"/>
                </a:lnTo>
                <a:lnTo>
                  <a:pt x="3830263" y="1592520"/>
                </a:lnTo>
                <a:lnTo>
                  <a:pt x="3834166" y="1589171"/>
                </a:lnTo>
                <a:lnTo>
                  <a:pt x="3834773" y="1588648"/>
                </a:lnTo>
                <a:lnTo>
                  <a:pt x="3840655" y="1589080"/>
                </a:lnTo>
                <a:lnTo>
                  <a:pt x="3843971" y="1593021"/>
                </a:lnTo>
                <a:lnTo>
                  <a:pt x="3847328" y="1596908"/>
                </a:lnTo>
                <a:lnTo>
                  <a:pt x="3846896" y="1602799"/>
                </a:lnTo>
                <a:lnTo>
                  <a:pt x="3843573" y="1605595"/>
                </a:lnTo>
                <a:lnTo>
                  <a:pt x="3839718" y="1608897"/>
                </a:lnTo>
                <a:lnTo>
                  <a:pt x="3839161" y="1609376"/>
                </a:lnTo>
                <a:lnTo>
                  <a:pt x="3833509" y="1608995"/>
                </a:lnTo>
                <a:close/>
              </a:path>
              <a:path w="5142230" h="2300604">
                <a:moveTo>
                  <a:pt x="3440137" y="936203"/>
                </a:moveTo>
                <a:lnTo>
                  <a:pt x="3435930" y="931699"/>
                </a:lnTo>
                <a:lnTo>
                  <a:pt x="3433101" y="927402"/>
                </a:lnTo>
                <a:lnTo>
                  <a:pt x="3434283" y="921632"/>
                </a:lnTo>
                <a:lnTo>
                  <a:pt x="3442836" y="916025"/>
                </a:lnTo>
                <a:lnTo>
                  <a:pt x="3448556" y="917165"/>
                </a:lnTo>
                <a:lnTo>
                  <a:pt x="3451475" y="921460"/>
                </a:lnTo>
                <a:lnTo>
                  <a:pt x="3454256" y="925710"/>
                </a:lnTo>
                <a:lnTo>
                  <a:pt x="3453119" y="931530"/>
                </a:lnTo>
                <a:lnTo>
                  <a:pt x="3448821" y="934358"/>
                </a:lnTo>
                <a:lnTo>
                  <a:pt x="3444960" y="936869"/>
                </a:lnTo>
                <a:lnTo>
                  <a:pt x="3440137" y="936203"/>
                </a:lnTo>
                <a:close/>
              </a:path>
              <a:path w="5142230" h="2300604">
                <a:moveTo>
                  <a:pt x="3608191" y="1247962"/>
                </a:moveTo>
                <a:lnTo>
                  <a:pt x="3604870" y="1244408"/>
                </a:lnTo>
                <a:lnTo>
                  <a:pt x="3604371" y="1243678"/>
                </a:lnTo>
                <a:lnTo>
                  <a:pt x="3601682" y="1238255"/>
                </a:lnTo>
                <a:lnTo>
                  <a:pt x="3603523" y="1232700"/>
                </a:lnTo>
                <a:lnTo>
                  <a:pt x="3612555" y="1228198"/>
                </a:lnTo>
                <a:lnTo>
                  <a:pt x="3612744" y="1228104"/>
                </a:lnTo>
                <a:lnTo>
                  <a:pt x="3618294" y="1230041"/>
                </a:lnTo>
                <a:lnTo>
                  <a:pt x="3622845" y="1239213"/>
                </a:lnTo>
                <a:lnTo>
                  <a:pt x="3620999" y="1244763"/>
                </a:lnTo>
                <a:lnTo>
                  <a:pt x="3612648" y="1248921"/>
                </a:lnTo>
                <a:lnTo>
                  <a:pt x="3608191" y="1247962"/>
                </a:lnTo>
                <a:close/>
              </a:path>
              <a:path w="5142230" h="2300604">
                <a:moveTo>
                  <a:pt x="3927834" y="1708990"/>
                </a:moveTo>
                <a:lnTo>
                  <a:pt x="3924092" y="1704984"/>
                </a:lnTo>
                <a:lnTo>
                  <a:pt x="3924145" y="1699470"/>
                </a:lnTo>
                <a:lnTo>
                  <a:pt x="3931192" y="1692156"/>
                </a:lnTo>
                <a:lnTo>
                  <a:pt x="3937049" y="1692072"/>
                </a:lnTo>
                <a:lnTo>
                  <a:pt x="3944454" y="1699217"/>
                </a:lnTo>
                <a:lnTo>
                  <a:pt x="3944484" y="1705114"/>
                </a:lnTo>
                <a:lnTo>
                  <a:pt x="3937389" y="1712474"/>
                </a:lnTo>
                <a:lnTo>
                  <a:pt x="3931483" y="1712603"/>
                </a:lnTo>
                <a:lnTo>
                  <a:pt x="3927834" y="1708990"/>
                </a:lnTo>
                <a:close/>
              </a:path>
              <a:path w="5142230" h="2300604">
                <a:moveTo>
                  <a:pt x="2876889" y="520644"/>
                </a:moveTo>
                <a:lnTo>
                  <a:pt x="2873610" y="517133"/>
                </a:lnTo>
                <a:lnTo>
                  <a:pt x="2872744" y="513467"/>
                </a:lnTo>
                <a:lnTo>
                  <a:pt x="2873993" y="510017"/>
                </a:lnTo>
                <a:lnTo>
                  <a:pt x="2875807" y="505209"/>
                </a:lnTo>
                <a:lnTo>
                  <a:pt x="2881182" y="502754"/>
                </a:lnTo>
                <a:lnTo>
                  <a:pt x="2890739" y="506336"/>
                </a:lnTo>
                <a:lnTo>
                  <a:pt x="2893244" y="511657"/>
                </a:lnTo>
                <a:lnTo>
                  <a:pt x="2891430" y="516465"/>
                </a:lnTo>
                <a:lnTo>
                  <a:pt x="2889661" y="521314"/>
                </a:lnTo>
                <a:lnTo>
                  <a:pt x="2884286" y="523769"/>
                </a:lnTo>
                <a:lnTo>
                  <a:pt x="2878091" y="521438"/>
                </a:lnTo>
                <a:lnTo>
                  <a:pt x="2876889" y="520644"/>
                </a:lnTo>
                <a:close/>
              </a:path>
              <a:path w="5142230" h="2300604">
                <a:moveTo>
                  <a:pt x="3477503" y="996244"/>
                </a:moveTo>
                <a:lnTo>
                  <a:pt x="3473664" y="992134"/>
                </a:lnTo>
                <a:lnTo>
                  <a:pt x="3473265" y="991512"/>
                </a:lnTo>
                <a:lnTo>
                  <a:pt x="3470678" y="987080"/>
                </a:lnTo>
                <a:lnTo>
                  <a:pt x="3472142" y="981412"/>
                </a:lnTo>
                <a:lnTo>
                  <a:pt x="3476578" y="978830"/>
                </a:lnTo>
                <a:lnTo>
                  <a:pt x="3480959" y="976189"/>
                </a:lnTo>
                <a:lnTo>
                  <a:pt x="3486670" y="977610"/>
                </a:lnTo>
                <a:lnTo>
                  <a:pt x="3491939" y="986477"/>
                </a:lnTo>
                <a:lnTo>
                  <a:pt x="3490427" y="992190"/>
                </a:lnTo>
                <a:lnTo>
                  <a:pt x="3486041" y="994826"/>
                </a:lnTo>
                <a:lnTo>
                  <a:pt x="3482185" y="997050"/>
                </a:lnTo>
                <a:lnTo>
                  <a:pt x="3477503" y="996244"/>
                </a:lnTo>
                <a:close/>
              </a:path>
              <a:path w="5142230" h="2300604">
                <a:moveTo>
                  <a:pt x="3399071" y="878464"/>
                </a:moveTo>
                <a:lnTo>
                  <a:pt x="3395245" y="874368"/>
                </a:lnTo>
                <a:lnTo>
                  <a:pt x="3392133" y="870253"/>
                </a:lnTo>
                <a:lnTo>
                  <a:pt x="3392894" y="864420"/>
                </a:lnTo>
                <a:lnTo>
                  <a:pt x="3401082" y="858232"/>
                </a:lnTo>
                <a:lnTo>
                  <a:pt x="3406915" y="859001"/>
                </a:lnTo>
                <a:lnTo>
                  <a:pt x="3410031" y="863121"/>
                </a:lnTo>
                <a:lnTo>
                  <a:pt x="3413148" y="867139"/>
                </a:lnTo>
                <a:lnTo>
                  <a:pt x="3412339" y="873018"/>
                </a:lnTo>
                <a:lnTo>
                  <a:pt x="3408268" y="876090"/>
                </a:lnTo>
                <a:lnTo>
                  <a:pt x="3404435" y="879022"/>
                </a:lnTo>
                <a:lnTo>
                  <a:pt x="3399071" y="878464"/>
                </a:lnTo>
                <a:close/>
              </a:path>
              <a:path w="5142230" h="2300604">
                <a:moveTo>
                  <a:pt x="3301747" y="769784"/>
                </a:moveTo>
                <a:lnTo>
                  <a:pt x="3298004" y="765777"/>
                </a:lnTo>
                <a:lnTo>
                  <a:pt x="3297963" y="760260"/>
                </a:lnTo>
                <a:lnTo>
                  <a:pt x="3301390" y="756694"/>
                </a:lnTo>
                <a:lnTo>
                  <a:pt x="3304913" y="752937"/>
                </a:lnTo>
                <a:lnTo>
                  <a:pt x="3310771" y="752761"/>
                </a:lnTo>
                <a:lnTo>
                  <a:pt x="3318274" y="759814"/>
                </a:lnTo>
                <a:lnTo>
                  <a:pt x="3318409" y="765723"/>
                </a:lnTo>
                <a:lnTo>
                  <a:pt x="3311398" y="773177"/>
                </a:lnTo>
                <a:lnTo>
                  <a:pt x="3305444" y="773351"/>
                </a:lnTo>
                <a:lnTo>
                  <a:pt x="3301747" y="769784"/>
                </a:lnTo>
                <a:close/>
              </a:path>
              <a:path w="5142230" h="2300604">
                <a:moveTo>
                  <a:pt x="3354194" y="823971"/>
                </a:moveTo>
                <a:lnTo>
                  <a:pt x="3350637" y="820162"/>
                </a:lnTo>
                <a:lnTo>
                  <a:pt x="3347231" y="816322"/>
                </a:lnTo>
                <a:lnTo>
                  <a:pt x="3347569" y="810427"/>
                </a:lnTo>
                <a:lnTo>
                  <a:pt x="3351369" y="806968"/>
                </a:lnTo>
                <a:lnTo>
                  <a:pt x="3354868" y="803874"/>
                </a:lnTo>
                <a:lnTo>
                  <a:pt x="3355220" y="803563"/>
                </a:lnTo>
                <a:lnTo>
                  <a:pt x="3361104" y="803901"/>
                </a:lnTo>
                <a:lnTo>
                  <a:pt x="3367924" y="811592"/>
                </a:lnTo>
                <a:lnTo>
                  <a:pt x="3367585" y="817488"/>
                </a:lnTo>
                <a:lnTo>
                  <a:pt x="3360243" y="823993"/>
                </a:lnTo>
                <a:lnTo>
                  <a:pt x="3359992" y="824216"/>
                </a:lnTo>
                <a:lnTo>
                  <a:pt x="3354194" y="823971"/>
                </a:lnTo>
                <a:close/>
              </a:path>
              <a:path w="5142230" h="2300604">
                <a:moveTo>
                  <a:pt x="2942859" y="546493"/>
                </a:moveTo>
                <a:lnTo>
                  <a:pt x="2939574" y="542978"/>
                </a:lnTo>
                <a:lnTo>
                  <a:pt x="2938763" y="539079"/>
                </a:lnTo>
                <a:lnTo>
                  <a:pt x="2940208" y="535638"/>
                </a:lnTo>
                <a:lnTo>
                  <a:pt x="2942162" y="530891"/>
                </a:lnTo>
                <a:lnTo>
                  <a:pt x="2947617" y="528616"/>
                </a:lnTo>
                <a:lnTo>
                  <a:pt x="2957111" y="532622"/>
                </a:lnTo>
                <a:lnTo>
                  <a:pt x="2959339" y="538038"/>
                </a:lnTo>
                <a:lnTo>
                  <a:pt x="2955424" y="547530"/>
                </a:lnTo>
                <a:lnTo>
                  <a:pt x="2949969" y="549805"/>
                </a:lnTo>
                <a:lnTo>
                  <a:pt x="2945225" y="547752"/>
                </a:lnTo>
                <a:lnTo>
                  <a:pt x="2943965" y="547286"/>
                </a:lnTo>
                <a:lnTo>
                  <a:pt x="2942859" y="546493"/>
                </a:lnTo>
                <a:close/>
              </a:path>
              <a:path w="5142230" h="2300604">
                <a:moveTo>
                  <a:pt x="2605477" y="438984"/>
                </a:moveTo>
                <a:lnTo>
                  <a:pt x="2602243" y="435522"/>
                </a:lnTo>
                <a:lnTo>
                  <a:pt x="2601285" y="432248"/>
                </a:lnTo>
                <a:lnTo>
                  <a:pt x="2602035" y="429141"/>
                </a:lnTo>
                <a:lnTo>
                  <a:pt x="2603292" y="424133"/>
                </a:lnTo>
                <a:lnTo>
                  <a:pt x="2604645" y="423333"/>
                </a:lnTo>
                <a:lnTo>
                  <a:pt x="2608469" y="421171"/>
                </a:lnTo>
                <a:lnTo>
                  <a:pt x="2618272" y="423552"/>
                </a:lnTo>
                <a:lnTo>
                  <a:pt x="2621362" y="428619"/>
                </a:lnTo>
                <a:lnTo>
                  <a:pt x="2620101" y="433623"/>
                </a:lnTo>
                <a:lnTo>
                  <a:pt x="2618893" y="438586"/>
                </a:lnTo>
                <a:lnTo>
                  <a:pt x="2613885" y="441630"/>
                </a:lnTo>
                <a:lnTo>
                  <a:pt x="2608876" y="440374"/>
                </a:lnTo>
                <a:lnTo>
                  <a:pt x="2607048" y="439981"/>
                </a:lnTo>
                <a:lnTo>
                  <a:pt x="2605477" y="438984"/>
                </a:lnTo>
                <a:close/>
              </a:path>
              <a:path w="5142230" h="2300604">
                <a:moveTo>
                  <a:pt x="3192366" y="680940"/>
                </a:moveTo>
                <a:lnTo>
                  <a:pt x="3188479" y="676780"/>
                </a:lnTo>
                <a:lnTo>
                  <a:pt x="3188043" y="672012"/>
                </a:lnTo>
                <a:lnTo>
                  <a:pt x="3193545" y="664124"/>
                </a:lnTo>
                <a:lnTo>
                  <a:pt x="3199387" y="663141"/>
                </a:lnTo>
                <a:lnTo>
                  <a:pt x="3207779" y="668998"/>
                </a:lnTo>
                <a:lnTo>
                  <a:pt x="3208814" y="674798"/>
                </a:lnTo>
                <a:lnTo>
                  <a:pt x="3202909" y="683235"/>
                </a:lnTo>
                <a:lnTo>
                  <a:pt x="3197109" y="684261"/>
                </a:lnTo>
                <a:lnTo>
                  <a:pt x="3192366" y="680940"/>
                </a:lnTo>
                <a:close/>
              </a:path>
              <a:path w="5142230" h="2300604">
                <a:moveTo>
                  <a:pt x="3248611" y="723261"/>
                </a:moveTo>
                <a:lnTo>
                  <a:pt x="3244871" y="719257"/>
                </a:lnTo>
                <a:lnTo>
                  <a:pt x="3244627" y="714108"/>
                </a:lnTo>
                <a:lnTo>
                  <a:pt x="3247629" y="710482"/>
                </a:lnTo>
                <a:lnTo>
                  <a:pt x="3250834" y="706483"/>
                </a:lnTo>
                <a:lnTo>
                  <a:pt x="3256660" y="705880"/>
                </a:lnTo>
                <a:lnTo>
                  <a:pt x="3260708" y="709139"/>
                </a:lnTo>
                <a:lnTo>
                  <a:pt x="3264658" y="712389"/>
                </a:lnTo>
                <a:lnTo>
                  <a:pt x="3265263" y="718215"/>
                </a:lnTo>
                <a:lnTo>
                  <a:pt x="3262053" y="722210"/>
                </a:lnTo>
                <a:lnTo>
                  <a:pt x="3258808" y="726163"/>
                </a:lnTo>
                <a:lnTo>
                  <a:pt x="3252932" y="726813"/>
                </a:lnTo>
                <a:lnTo>
                  <a:pt x="3248611" y="723261"/>
                </a:lnTo>
                <a:close/>
              </a:path>
              <a:path w="5142230" h="2300604">
                <a:moveTo>
                  <a:pt x="4716557" y="2300034"/>
                </a:moveTo>
                <a:lnTo>
                  <a:pt x="4716488" y="2299183"/>
                </a:lnTo>
                <a:lnTo>
                  <a:pt x="4722140" y="2291355"/>
                </a:lnTo>
                <a:lnTo>
                  <a:pt x="4727977" y="2290468"/>
                </a:lnTo>
                <a:lnTo>
                  <a:pt x="4736320" y="2296463"/>
                </a:lnTo>
                <a:lnTo>
                  <a:pt x="4736850" y="2299965"/>
                </a:lnTo>
                <a:lnTo>
                  <a:pt x="4730248" y="2300034"/>
                </a:lnTo>
                <a:lnTo>
                  <a:pt x="4716557" y="2300034"/>
                </a:lnTo>
                <a:close/>
              </a:path>
              <a:path w="5142230" h="2300604">
                <a:moveTo>
                  <a:pt x="4491117" y="2142188"/>
                </a:moveTo>
                <a:lnTo>
                  <a:pt x="4486770" y="2137535"/>
                </a:lnTo>
                <a:lnTo>
                  <a:pt x="4486384" y="2132821"/>
                </a:lnTo>
                <a:lnTo>
                  <a:pt x="4492033" y="2124989"/>
                </a:lnTo>
                <a:lnTo>
                  <a:pt x="4497826" y="2124050"/>
                </a:lnTo>
                <a:lnTo>
                  <a:pt x="4506166" y="2130048"/>
                </a:lnTo>
                <a:lnTo>
                  <a:pt x="4507099" y="2135933"/>
                </a:lnTo>
                <a:lnTo>
                  <a:pt x="4504130" y="2140086"/>
                </a:lnTo>
                <a:lnTo>
                  <a:pt x="4501056" y="2144227"/>
                </a:lnTo>
                <a:lnTo>
                  <a:pt x="4495264" y="2145163"/>
                </a:lnTo>
                <a:lnTo>
                  <a:pt x="4491117" y="2142188"/>
                </a:lnTo>
                <a:close/>
              </a:path>
              <a:path w="5142230" h="2300604">
                <a:moveTo>
                  <a:pt x="1908191" y="304448"/>
                </a:moveTo>
                <a:lnTo>
                  <a:pt x="1904911" y="300938"/>
                </a:lnTo>
                <a:lnTo>
                  <a:pt x="1903977" y="297884"/>
                </a:lnTo>
                <a:lnTo>
                  <a:pt x="1904600" y="294837"/>
                </a:lnTo>
                <a:lnTo>
                  <a:pt x="1905573" y="289819"/>
                </a:lnTo>
                <a:lnTo>
                  <a:pt x="1910498" y="286587"/>
                </a:lnTo>
                <a:lnTo>
                  <a:pt x="1915512" y="287556"/>
                </a:lnTo>
                <a:lnTo>
                  <a:pt x="1920581" y="288583"/>
                </a:lnTo>
                <a:lnTo>
                  <a:pt x="1923856" y="293458"/>
                </a:lnTo>
                <a:lnTo>
                  <a:pt x="1921817" y="303590"/>
                </a:lnTo>
                <a:lnTo>
                  <a:pt x="1916887" y="306817"/>
                </a:lnTo>
                <a:lnTo>
                  <a:pt x="1911873" y="305848"/>
                </a:lnTo>
                <a:lnTo>
                  <a:pt x="1909905" y="305404"/>
                </a:lnTo>
                <a:lnTo>
                  <a:pt x="1908191" y="304448"/>
                </a:lnTo>
                <a:close/>
              </a:path>
              <a:path w="5142230" h="2300604">
                <a:moveTo>
                  <a:pt x="3576794" y="1184347"/>
                </a:moveTo>
                <a:lnTo>
                  <a:pt x="3573464" y="1180782"/>
                </a:lnTo>
                <a:lnTo>
                  <a:pt x="3572929" y="1180013"/>
                </a:lnTo>
                <a:lnTo>
                  <a:pt x="3570235" y="1174586"/>
                </a:lnTo>
                <a:lnTo>
                  <a:pt x="3572124" y="1168986"/>
                </a:lnTo>
                <a:lnTo>
                  <a:pt x="3581108" y="1164528"/>
                </a:lnTo>
                <a:lnTo>
                  <a:pt x="3581297" y="1164434"/>
                </a:lnTo>
                <a:lnTo>
                  <a:pt x="3586893" y="1166320"/>
                </a:lnTo>
                <a:lnTo>
                  <a:pt x="3589197" y="1170934"/>
                </a:lnTo>
                <a:lnTo>
                  <a:pt x="3591444" y="1175592"/>
                </a:lnTo>
                <a:lnTo>
                  <a:pt x="3589559" y="1181096"/>
                </a:lnTo>
                <a:lnTo>
                  <a:pt x="3581202" y="1185251"/>
                </a:lnTo>
                <a:lnTo>
                  <a:pt x="3576794" y="1184347"/>
                </a:lnTo>
                <a:close/>
              </a:path>
              <a:path w="5142230" h="2300604">
                <a:moveTo>
                  <a:pt x="3881135" y="1661933"/>
                </a:moveTo>
                <a:lnTo>
                  <a:pt x="3874075" y="1654375"/>
                </a:lnTo>
                <a:lnTo>
                  <a:pt x="3874276" y="1648627"/>
                </a:lnTo>
                <a:lnTo>
                  <a:pt x="3881735" y="1641559"/>
                </a:lnTo>
                <a:lnTo>
                  <a:pt x="3887724" y="1641715"/>
                </a:lnTo>
                <a:lnTo>
                  <a:pt x="3894694" y="1649176"/>
                </a:lnTo>
                <a:lnTo>
                  <a:pt x="3894541" y="1655072"/>
                </a:lnTo>
                <a:lnTo>
                  <a:pt x="3887031" y="1662086"/>
                </a:lnTo>
                <a:lnTo>
                  <a:pt x="3881135" y="1661933"/>
                </a:lnTo>
                <a:close/>
              </a:path>
              <a:path w="5142230" h="2300604">
                <a:moveTo>
                  <a:pt x="4548166" y="2183412"/>
                </a:moveTo>
                <a:lnTo>
                  <a:pt x="4544281" y="2179253"/>
                </a:lnTo>
                <a:lnTo>
                  <a:pt x="4543890" y="2174440"/>
                </a:lnTo>
                <a:lnTo>
                  <a:pt x="4546565" y="2170754"/>
                </a:lnTo>
                <a:lnTo>
                  <a:pt x="4549539" y="2166606"/>
                </a:lnTo>
                <a:lnTo>
                  <a:pt x="4555380" y="2165624"/>
                </a:lnTo>
                <a:lnTo>
                  <a:pt x="4559525" y="2168692"/>
                </a:lnTo>
                <a:lnTo>
                  <a:pt x="4563713" y="2171710"/>
                </a:lnTo>
                <a:lnTo>
                  <a:pt x="4564652" y="2177507"/>
                </a:lnTo>
                <a:lnTo>
                  <a:pt x="4561626" y="2181694"/>
                </a:lnTo>
                <a:lnTo>
                  <a:pt x="4558612" y="2185798"/>
                </a:lnTo>
                <a:lnTo>
                  <a:pt x="4552820" y="2186734"/>
                </a:lnTo>
                <a:lnTo>
                  <a:pt x="4548166" y="2183412"/>
                </a:lnTo>
                <a:close/>
              </a:path>
              <a:path w="5142230" h="2300604">
                <a:moveTo>
                  <a:pt x="3512285" y="1058008"/>
                </a:moveTo>
                <a:lnTo>
                  <a:pt x="3508348" y="1053794"/>
                </a:lnTo>
                <a:lnTo>
                  <a:pt x="3507996" y="1053026"/>
                </a:lnTo>
                <a:lnTo>
                  <a:pt x="3505552" y="1048553"/>
                </a:lnTo>
                <a:lnTo>
                  <a:pt x="3507202" y="1042893"/>
                </a:lnTo>
                <a:lnTo>
                  <a:pt x="3511775" y="1040457"/>
                </a:lnTo>
                <a:lnTo>
                  <a:pt x="3516250" y="1038011"/>
                </a:lnTo>
                <a:lnTo>
                  <a:pt x="3521904" y="1039669"/>
                </a:lnTo>
                <a:lnTo>
                  <a:pt x="3526791" y="1048709"/>
                </a:lnTo>
                <a:lnTo>
                  <a:pt x="3525130" y="1054361"/>
                </a:lnTo>
                <a:lnTo>
                  <a:pt x="3520566" y="1056807"/>
                </a:lnTo>
                <a:lnTo>
                  <a:pt x="3516766" y="1058896"/>
                </a:lnTo>
                <a:lnTo>
                  <a:pt x="3512285" y="1058008"/>
                </a:lnTo>
                <a:close/>
              </a:path>
              <a:path w="5142230" h="2300604">
                <a:moveTo>
                  <a:pt x="4144928" y="1892608"/>
                </a:moveTo>
                <a:lnTo>
                  <a:pt x="4141197" y="1888615"/>
                </a:lnTo>
                <a:lnTo>
                  <a:pt x="4140850" y="1883552"/>
                </a:lnTo>
                <a:lnTo>
                  <a:pt x="4143616" y="1879964"/>
                </a:lnTo>
                <a:lnTo>
                  <a:pt x="4146684" y="1875819"/>
                </a:lnTo>
                <a:lnTo>
                  <a:pt x="4152517" y="1875027"/>
                </a:lnTo>
                <a:lnTo>
                  <a:pt x="4156612" y="1878142"/>
                </a:lnTo>
                <a:lnTo>
                  <a:pt x="4160753" y="1881204"/>
                </a:lnTo>
                <a:lnTo>
                  <a:pt x="4161551" y="1887042"/>
                </a:lnTo>
                <a:lnTo>
                  <a:pt x="4155324" y="1895233"/>
                </a:lnTo>
                <a:lnTo>
                  <a:pt x="4149490" y="1896026"/>
                </a:lnTo>
                <a:lnTo>
                  <a:pt x="4145390" y="1892907"/>
                </a:lnTo>
                <a:lnTo>
                  <a:pt x="4144928" y="1892608"/>
                </a:lnTo>
                <a:close/>
              </a:path>
              <a:path w="5142230" h="2300604">
                <a:moveTo>
                  <a:pt x="1977933" y="317916"/>
                </a:moveTo>
                <a:lnTo>
                  <a:pt x="1974695" y="314450"/>
                </a:lnTo>
                <a:lnTo>
                  <a:pt x="1973757" y="311491"/>
                </a:lnTo>
                <a:lnTo>
                  <a:pt x="1974290" y="308445"/>
                </a:lnTo>
                <a:lnTo>
                  <a:pt x="1975218" y="303378"/>
                </a:lnTo>
                <a:lnTo>
                  <a:pt x="1980098" y="300098"/>
                </a:lnTo>
                <a:lnTo>
                  <a:pt x="1990232" y="301953"/>
                </a:lnTo>
                <a:lnTo>
                  <a:pt x="1993561" y="306788"/>
                </a:lnTo>
                <a:lnTo>
                  <a:pt x="1991606" y="316914"/>
                </a:lnTo>
                <a:lnTo>
                  <a:pt x="1986776" y="320247"/>
                </a:lnTo>
                <a:lnTo>
                  <a:pt x="1981754" y="319269"/>
                </a:lnTo>
                <a:lnTo>
                  <a:pt x="1979688" y="318916"/>
                </a:lnTo>
                <a:lnTo>
                  <a:pt x="1977933" y="317916"/>
                </a:lnTo>
                <a:close/>
              </a:path>
              <a:path w="5142230" h="2300604">
                <a:moveTo>
                  <a:pt x="2809941" y="497260"/>
                </a:moveTo>
                <a:lnTo>
                  <a:pt x="2806657" y="493745"/>
                </a:lnTo>
                <a:lnTo>
                  <a:pt x="2805787" y="490174"/>
                </a:lnTo>
                <a:lnTo>
                  <a:pt x="2808478" y="482107"/>
                </a:lnTo>
                <a:lnTo>
                  <a:pt x="2808526" y="481963"/>
                </a:lnTo>
                <a:lnTo>
                  <a:pt x="2813761" y="479356"/>
                </a:lnTo>
                <a:lnTo>
                  <a:pt x="2823514" y="482563"/>
                </a:lnTo>
                <a:lnTo>
                  <a:pt x="2826167" y="487847"/>
                </a:lnTo>
                <a:lnTo>
                  <a:pt x="2822957" y="497411"/>
                </a:lnTo>
                <a:lnTo>
                  <a:pt x="2822909" y="497555"/>
                </a:lnTo>
                <a:lnTo>
                  <a:pt x="2817626" y="500208"/>
                </a:lnTo>
                <a:lnTo>
                  <a:pt x="2812774" y="498631"/>
                </a:lnTo>
                <a:lnTo>
                  <a:pt x="2811281" y="498108"/>
                </a:lnTo>
                <a:lnTo>
                  <a:pt x="2809941" y="497260"/>
                </a:lnTo>
                <a:close/>
              </a:path>
              <a:path w="5142230" h="2300604">
                <a:moveTo>
                  <a:pt x="4433113" y="2100232"/>
                </a:moveTo>
                <a:lnTo>
                  <a:pt x="4429226" y="2096071"/>
                </a:lnTo>
                <a:lnTo>
                  <a:pt x="4428840" y="2091258"/>
                </a:lnTo>
                <a:lnTo>
                  <a:pt x="4434441" y="2083469"/>
                </a:lnTo>
                <a:lnTo>
                  <a:pt x="4440280" y="2082489"/>
                </a:lnTo>
                <a:lnTo>
                  <a:pt x="4448622" y="2088484"/>
                </a:lnTo>
                <a:lnTo>
                  <a:pt x="4449552" y="2094271"/>
                </a:lnTo>
                <a:lnTo>
                  <a:pt x="4443562" y="2102616"/>
                </a:lnTo>
                <a:lnTo>
                  <a:pt x="4437768" y="2103554"/>
                </a:lnTo>
                <a:lnTo>
                  <a:pt x="4433113" y="2100232"/>
                </a:lnTo>
                <a:close/>
              </a:path>
              <a:path w="5142230" h="2300604">
                <a:moveTo>
                  <a:pt x="2047841" y="330682"/>
                </a:moveTo>
                <a:lnTo>
                  <a:pt x="2044607" y="327220"/>
                </a:lnTo>
                <a:lnTo>
                  <a:pt x="2043669" y="324261"/>
                </a:lnTo>
                <a:lnTo>
                  <a:pt x="2044149" y="321256"/>
                </a:lnTo>
                <a:lnTo>
                  <a:pt x="2045077" y="316189"/>
                </a:lnTo>
                <a:lnTo>
                  <a:pt x="2049907" y="312855"/>
                </a:lnTo>
                <a:lnTo>
                  <a:pt x="2059995" y="314662"/>
                </a:lnTo>
                <a:lnTo>
                  <a:pt x="2063377" y="319456"/>
                </a:lnTo>
                <a:lnTo>
                  <a:pt x="2062445" y="324518"/>
                </a:lnTo>
                <a:lnTo>
                  <a:pt x="2061566" y="329539"/>
                </a:lnTo>
                <a:lnTo>
                  <a:pt x="2056733" y="332968"/>
                </a:lnTo>
                <a:lnTo>
                  <a:pt x="2051666" y="332040"/>
                </a:lnTo>
                <a:lnTo>
                  <a:pt x="2049601" y="331686"/>
                </a:lnTo>
                <a:lnTo>
                  <a:pt x="2047841" y="330682"/>
                </a:lnTo>
                <a:close/>
              </a:path>
              <a:path w="5142230" h="2300604">
                <a:moveTo>
                  <a:pt x="2688005" y="412476"/>
                </a:moveTo>
                <a:lnTo>
                  <a:pt x="2684907" y="409160"/>
                </a:lnTo>
                <a:lnTo>
                  <a:pt x="2683976" y="406012"/>
                </a:lnTo>
                <a:lnTo>
                  <a:pt x="2686129" y="398249"/>
                </a:lnTo>
                <a:lnTo>
                  <a:pt x="2690992" y="395440"/>
                </a:lnTo>
                <a:lnTo>
                  <a:pt x="2700441" y="398028"/>
                </a:lnTo>
                <a:lnTo>
                  <a:pt x="2703249" y="402892"/>
                </a:lnTo>
                <a:lnTo>
                  <a:pt x="2700662" y="412340"/>
                </a:lnTo>
                <a:lnTo>
                  <a:pt x="2695798" y="415149"/>
                </a:lnTo>
                <a:lnTo>
                  <a:pt x="2689436" y="413421"/>
                </a:lnTo>
                <a:lnTo>
                  <a:pt x="2688005" y="412476"/>
                </a:lnTo>
                <a:close/>
              </a:path>
              <a:path w="5142230" h="2300604">
                <a:moveTo>
                  <a:pt x="4947476" y="2166413"/>
                </a:moveTo>
                <a:lnTo>
                  <a:pt x="4943726" y="2162399"/>
                </a:lnTo>
                <a:lnTo>
                  <a:pt x="4943224" y="2158049"/>
                </a:lnTo>
                <a:lnTo>
                  <a:pt x="4945256" y="2154946"/>
                </a:lnTo>
                <a:lnTo>
                  <a:pt x="4947897" y="2150833"/>
                </a:lnTo>
                <a:lnTo>
                  <a:pt x="4948156" y="2150428"/>
                </a:lnTo>
                <a:lnTo>
                  <a:pt x="4953631" y="2149249"/>
                </a:lnTo>
                <a:lnTo>
                  <a:pt x="4961854" y="2154533"/>
                </a:lnTo>
                <a:lnTo>
                  <a:pt x="4963077" y="2160048"/>
                </a:lnTo>
                <a:lnTo>
                  <a:pt x="4960649" y="2163800"/>
                </a:lnTo>
                <a:lnTo>
                  <a:pt x="4957969" y="2167871"/>
                </a:lnTo>
                <a:lnTo>
                  <a:pt x="4957705" y="2168271"/>
                </a:lnTo>
                <a:lnTo>
                  <a:pt x="4952230" y="2169450"/>
                </a:lnTo>
                <a:lnTo>
                  <a:pt x="4948120" y="2166807"/>
                </a:lnTo>
                <a:lnTo>
                  <a:pt x="4947476" y="2166413"/>
                </a:lnTo>
                <a:close/>
              </a:path>
              <a:path w="5142230" h="2300604">
                <a:moveTo>
                  <a:pt x="4827703" y="2088829"/>
                </a:moveTo>
                <a:lnTo>
                  <a:pt x="4824515" y="2085416"/>
                </a:lnTo>
                <a:lnTo>
                  <a:pt x="4824052" y="2080917"/>
                </a:lnTo>
                <a:lnTo>
                  <a:pt x="4828677" y="2073744"/>
                </a:lnTo>
                <a:lnTo>
                  <a:pt x="4828937" y="2073341"/>
                </a:lnTo>
                <a:lnTo>
                  <a:pt x="4834403" y="2072152"/>
                </a:lnTo>
                <a:lnTo>
                  <a:pt x="4842626" y="2077437"/>
                </a:lnTo>
                <a:lnTo>
                  <a:pt x="4843858" y="2082961"/>
                </a:lnTo>
                <a:lnTo>
                  <a:pt x="4841430" y="2086713"/>
                </a:lnTo>
                <a:lnTo>
                  <a:pt x="4838477" y="2091175"/>
                </a:lnTo>
                <a:lnTo>
                  <a:pt x="4833011" y="2092363"/>
                </a:lnTo>
                <a:lnTo>
                  <a:pt x="4828898" y="2089722"/>
                </a:lnTo>
                <a:lnTo>
                  <a:pt x="4827703" y="2088829"/>
                </a:lnTo>
                <a:close/>
              </a:path>
              <a:path w="5142230" h="2300604">
                <a:moveTo>
                  <a:pt x="4170867" y="1668680"/>
                </a:moveTo>
                <a:lnTo>
                  <a:pt x="4166695" y="1664213"/>
                </a:lnTo>
                <a:lnTo>
                  <a:pt x="4166266" y="1659746"/>
                </a:lnTo>
                <a:lnTo>
                  <a:pt x="4168791" y="1656292"/>
                </a:lnTo>
                <a:lnTo>
                  <a:pt x="4171613" y="1652277"/>
                </a:lnTo>
                <a:lnTo>
                  <a:pt x="4177122" y="1651331"/>
                </a:lnTo>
                <a:lnTo>
                  <a:pt x="4185148" y="1656992"/>
                </a:lnTo>
                <a:lnTo>
                  <a:pt x="4186094" y="1662500"/>
                </a:lnTo>
                <a:lnTo>
                  <a:pt x="4180439" y="1670522"/>
                </a:lnTo>
                <a:lnTo>
                  <a:pt x="4174882" y="1671512"/>
                </a:lnTo>
                <a:lnTo>
                  <a:pt x="4170867" y="1668680"/>
                </a:lnTo>
                <a:close/>
              </a:path>
              <a:path w="5142230" h="2300604">
                <a:moveTo>
                  <a:pt x="4887888" y="2127845"/>
                </a:moveTo>
                <a:lnTo>
                  <a:pt x="4884133" y="2123826"/>
                </a:lnTo>
                <a:lnTo>
                  <a:pt x="4883636" y="2119481"/>
                </a:lnTo>
                <a:lnTo>
                  <a:pt x="4888312" y="2112267"/>
                </a:lnTo>
                <a:lnTo>
                  <a:pt x="4888573" y="2111865"/>
                </a:lnTo>
                <a:lnTo>
                  <a:pt x="4894043" y="2110681"/>
                </a:lnTo>
                <a:lnTo>
                  <a:pt x="4902266" y="2115965"/>
                </a:lnTo>
                <a:lnTo>
                  <a:pt x="4903442" y="2121524"/>
                </a:lnTo>
                <a:lnTo>
                  <a:pt x="4901063" y="2125236"/>
                </a:lnTo>
                <a:lnTo>
                  <a:pt x="4898117" y="2129703"/>
                </a:lnTo>
                <a:lnTo>
                  <a:pt x="4892599" y="2130931"/>
                </a:lnTo>
                <a:lnTo>
                  <a:pt x="4888532" y="2128238"/>
                </a:lnTo>
                <a:lnTo>
                  <a:pt x="4887888" y="2127845"/>
                </a:lnTo>
                <a:close/>
              </a:path>
              <a:path w="5142230" h="2300604">
                <a:moveTo>
                  <a:pt x="4648835" y="1974774"/>
                </a:moveTo>
                <a:lnTo>
                  <a:pt x="4645039" y="1970711"/>
                </a:lnTo>
                <a:lnTo>
                  <a:pt x="4644536" y="1966455"/>
                </a:lnTo>
                <a:lnTo>
                  <a:pt x="4646611" y="1963105"/>
                </a:lnTo>
                <a:lnTo>
                  <a:pt x="4649166" y="1958902"/>
                </a:lnTo>
                <a:lnTo>
                  <a:pt x="4654757" y="1957555"/>
                </a:lnTo>
                <a:lnTo>
                  <a:pt x="4663077" y="1962749"/>
                </a:lnTo>
                <a:lnTo>
                  <a:pt x="4664305" y="1968167"/>
                </a:lnTo>
                <a:lnTo>
                  <a:pt x="4661830" y="1972263"/>
                </a:lnTo>
                <a:lnTo>
                  <a:pt x="4659187" y="1976372"/>
                </a:lnTo>
                <a:lnTo>
                  <a:pt x="4653640" y="1977765"/>
                </a:lnTo>
                <a:lnTo>
                  <a:pt x="4648835" y="1974774"/>
                </a:lnTo>
                <a:close/>
              </a:path>
              <a:path w="5142230" h="2300604">
                <a:moveTo>
                  <a:pt x="2956107" y="503885"/>
                </a:moveTo>
                <a:lnTo>
                  <a:pt x="2952968" y="500525"/>
                </a:lnTo>
                <a:lnTo>
                  <a:pt x="2952242" y="496812"/>
                </a:lnTo>
                <a:lnTo>
                  <a:pt x="2953682" y="493466"/>
                </a:lnTo>
                <a:lnTo>
                  <a:pt x="2955582" y="488952"/>
                </a:lnTo>
                <a:lnTo>
                  <a:pt x="2960751" y="486863"/>
                </a:lnTo>
                <a:lnTo>
                  <a:pt x="2969822" y="490707"/>
                </a:lnTo>
                <a:lnTo>
                  <a:pt x="2971800" y="495756"/>
                </a:lnTo>
                <a:lnTo>
                  <a:pt x="2969963" y="500437"/>
                </a:lnTo>
                <a:lnTo>
                  <a:pt x="2968017" y="504903"/>
                </a:lnTo>
                <a:lnTo>
                  <a:pt x="2962851" y="506999"/>
                </a:lnTo>
                <a:lnTo>
                  <a:pt x="2958337" y="505097"/>
                </a:lnTo>
                <a:lnTo>
                  <a:pt x="2957172" y="504633"/>
                </a:lnTo>
                <a:lnTo>
                  <a:pt x="2956107" y="503885"/>
                </a:lnTo>
                <a:close/>
              </a:path>
              <a:path w="5142230" h="2300604">
                <a:moveTo>
                  <a:pt x="3083755" y="565262"/>
                </a:moveTo>
                <a:lnTo>
                  <a:pt x="3080562" y="561844"/>
                </a:lnTo>
                <a:lnTo>
                  <a:pt x="3079905" y="557719"/>
                </a:lnTo>
                <a:lnTo>
                  <a:pt x="3084180" y="549981"/>
                </a:lnTo>
                <a:lnTo>
                  <a:pt x="3089523" y="548369"/>
                </a:lnTo>
                <a:lnTo>
                  <a:pt x="3098138" y="553096"/>
                </a:lnTo>
                <a:lnTo>
                  <a:pt x="3099750" y="558438"/>
                </a:lnTo>
                <a:lnTo>
                  <a:pt x="3095019" y="567058"/>
                </a:lnTo>
                <a:lnTo>
                  <a:pt x="3089631" y="568622"/>
                </a:lnTo>
                <a:lnTo>
                  <a:pt x="3085371" y="566309"/>
                </a:lnTo>
                <a:lnTo>
                  <a:pt x="3084486" y="565849"/>
                </a:lnTo>
                <a:lnTo>
                  <a:pt x="3083755" y="565262"/>
                </a:lnTo>
                <a:close/>
              </a:path>
              <a:path w="5142230" h="2300604">
                <a:moveTo>
                  <a:pt x="4228795" y="1708798"/>
                </a:moveTo>
                <a:lnTo>
                  <a:pt x="4225098" y="1704840"/>
                </a:lnTo>
                <a:lnTo>
                  <a:pt x="4224651" y="1700352"/>
                </a:lnTo>
                <a:lnTo>
                  <a:pt x="4227032" y="1696840"/>
                </a:lnTo>
                <a:lnTo>
                  <a:pt x="4229767" y="1692733"/>
                </a:lnTo>
                <a:lnTo>
                  <a:pt x="4235327" y="1691739"/>
                </a:lnTo>
                <a:lnTo>
                  <a:pt x="4243404" y="1697260"/>
                </a:lnTo>
                <a:lnTo>
                  <a:pt x="4244443" y="1702773"/>
                </a:lnTo>
                <a:lnTo>
                  <a:pt x="4238925" y="1710841"/>
                </a:lnTo>
                <a:lnTo>
                  <a:pt x="4233463" y="1711934"/>
                </a:lnTo>
                <a:lnTo>
                  <a:pt x="4229403" y="1709153"/>
                </a:lnTo>
                <a:lnTo>
                  <a:pt x="4228795" y="1708798"/>
                </a:lnTo>
                <a:close/>
              </a:path>
              <a:path w="5142230" h="2300604">
                <a:moveTo>
                  <a:pt x="4768660" y="2050748"/>
                </a:moveTo>
                <a:lnTo>
                  <a:pt x="4764869" y="2046690"/>
                </a:lnTo>
                <a:lnTo>
                  <a:pt x="4764372" y="2042345"/>
                </a:lnTo>
                <a:lnTo>
                  <a:pt x="4766396" y="2039233"/>
                </a:lnTo>
                <a:lnTo>
                  <a:pt x="4769081" y="2035167"/>
                </a:lnTo>
                <a:lnTo>
                  <a:pt x="4769345" y="2034768"/>
                </a:lnTo>
                <a:lnTo>
                  <a:pt x="4774815" y="2033584"/>
                </a:lnTo>
                <a:lnTo>
                  <a:pt x="4783043" y="2038873"/>
                </a:lnTo>
                <a:lnTo>
                  <a:pt x="4784222" y="2044437"/>
                </a:lnTo>
                <a:lnTo>
                  <a:pt x="4781795" y="2048096"/>
                </a:lnTo>
                <a:lnTo>
                  <a:pt x="4779149" y="2052202"/>
                </a:lnTo>
                <a:lnTo>
                  <a:pt x="4778889" y="2052607"/>
                </a:lnTo>
                <a:lnTo>
                  <a:pt x="4773418" y="2053790"/>
                </a:lnTo>
                <a:lnTo>
                  <a:pt x="4769308" y="2051147"/>
                </a:lnTo>
                <a:lnTo>
                  <a:pt x="4768660" y="2050748"/>
                </a:lnTo>
                <a:close/>
              </a:path>
              <a:path w="5142230" h="2300604">
                <a:moveTo>
                  <a:pt x="5006515" y="2204489"/>
                </a:moveTo>
                <a:lnTo>
                  <a:pt x="5003327" y="2201076"/>
                </a:lnTo>
                <a:lnTo>
                  <a:pt x="5002864" y="2196577"/>
                </a:lnTo>
                <a:lnTo>
                  <a:pt x="5007525" y="2189348"/>
                </a:lnTo>
                <a:lnTo>
                  <a:pt x="5007749" y="2189001"/>
                </a:lnTo>
                <a:lnTo>
                  <a:pt x="5013263" y="2187767"/>
                </a:lnTo>
                <a:lnTo>
                  <a:pt x="5017325" y="2190456"/>
                </a:lnTo>
                <a:lnTo>
                  <a:pt x="5021438" y="2193097"/>
                </a:lnTo>
                <a:lnTo>
                  <a:pt x="5022670" y="2198621"/>
                </a:lnTo>
                <a:lnTo>
                  <a:pt x="5020247" y="2202380"/>
                </a:lnTo>
                <a:lnTo>
                  <a:pt x="5017336" y="2206790"/>
                </a:lnTo>
                <a:lnTo>
                  <a:pt x="5011822" y="2208023"/>
                </a:lnTo>
                <a:lnTo>
                  <a:pt x="5007710" y="2205382"/>
                </a:lnTo>
                <a:lnTo>
                  <a:pt x="5006515" y="2204489"/>
                </a:lnTo>
                <a:close/>
              </a:path>
              <a:path w="5142230" h="2300604">
                <a:moveTo>
                  <a:pt x="2890391" y="477524"/>
                </a:moveTo>
                <a:lnTo>
                  <a:pt x="2887248" y="474159"/>
                </a:lnTo>
                <a:lnTo>
                  <a:pt x="2886429" y="470642"/>
                </a:lnTo>
                <a:lnTo>
                  <a:pt x="2887674" y="467379"/>
                </a:lnTo>
                <a:lnTo>
                  <a:pt x="2889388" y="462765"/>
                </a:lnTo>
                <a:lnTo>
                  <a:pt x="2894520" y="460436"/>
                </a:lnTo>
                <a:lnTo>
                  <a:pt x="2899081" y="462192"/>
                </a:lnTo>
                <a:lnTo>
                  <a:pt x="2903701" y="463912"/>
                </a:lnTo>
                <a:lnTo>
                  <a:pt x="2906028" y="469043"/>
                </a:lnTo>
                <a:lnTo>
                  <a:pt x="2904308" y="473654"/>
                </a:lnTo>
                <a:lnTo>
                  <a:pt x="2902554" y="478224"/>
                </a:lnTo>
                <a:lnTo>
                  <a:pt x="2897421" y="480553"/>
                </a:lnTo>
                <a:lnTo>
                  <a:pt x="2892856" y="478791"/>
                </a:lnTo>
                <a:lnTo>
                  <a:pt x="2891502" y="478321"/>
                </a:lnTo>
                <a:lnTo>
                  <a:pt x="2890391" y="477524"/>
                </a:lnTo>
                <a:close/>
              </a:path>
              <a:path w="5142230" h="2300604">
                <a:moveTo>
                  <a:pt x="4287885" y="1748298"/>
                </a:moveTo>
                <a:lnTo>
                  <a:pt x="4284136" y="1744285"/>
                </a:lnTo>
                <a:lnTo>
                  <a:pt x="4283685" y="1739894"/>
                </a:lnTo>
                <a:lnTo>
                  <a:pt x="4285978" y="1736382"/>
                </a:lnTo>
                <a:lnTo>
                  <a:pt x="4288666" y="1732319"/>
                </a:lnTo>
                <a:lnTo>
                  <a:pt x="4294179" y="1731186"/>
                </a:lnTo>
                <a:lnTo>
                  <a:pt x="4302352" y="1736609"/>
                </a:lnTo>
                <a:lnTo>
                  <a:pt x="4303489" y="1742030"/>
                </a:lnTo>
                <a:lnTo>
                  <a:pt x="4300792" y="1746183"/>
                </a:lnTo>
                <a:lnTo>
                  <a:pt x="4298105" y="1750246"/>
                </a:lnTo>
                <a:lnTo>
                  <a:pt x="4292596" y="1751384"/>
                </a:lnTo>
                <a:lnTo>
                  <a:pt x="4288533" y="1748696"/>
                </a:lnTo>
                <a:lnTo>
                  <a:pt x="4287885" y="1748298"/>
                </a:lnTo>
                <a:close/>
              </a:path>
              <a:path w="5142230" h="2300604">
                <a:moveTo>
                  <a:pt x="3020695" y="533043"/>
                </a:moveTo>
                <a:lnTo>
                  <a:pt x="3017552" y="529678"/>
                </a:lnTo>
                <a:lnTo>
                  <a:pt x="3016788" y="525735"/>
                </a:lnTo>
                <a:lnTo>
                  <a:pt x="3018461" y="522346"/>
                </a:lnTo>
                <a:lnTo>
                  <a:pt x="3020543" y="517926"/>
                </a:lnTo>
                <a:lnTo>
                  <a:pt x="3025851" y="516082"/>
                </a:lnTo>
                <a:lnTo>
                  <a:pt x="3034719" y="520297"/>
                </a:lnTo>
                <a:lnTo>
                  <a:pt x="3036574" y="525605"/>
                </a:lnTo>
                <a:lnTo>
                  <a:pt x="3032308" y="534430"/>
                </a:lnTo>
                <a:lnTo>
                  <a:pt x="3027004" y="536280"/>
                </a:lnTo>
                <a:lnTo>
                  <a:pt x="3022586" y="534189"/>
                </a:lnTo>
                <a:lnTo>
                  <a:pt x="3021564" y="533682"/>
                </a:lnTo>
                <a:lnTo>
                  <a:pt x="3020695" y="533043"/>
                </a:lnTo>
                <a:close/>
              </a:path>
              <a:path w="5142230" h="2300604">
                <a:moveTo>
                  <a:pt x="4113181" y="1626965"/>
                </a:moveTo>
                <a:lnTo>
                  <a:pt x="4109105" y="1622601"/>
                </a:lnTo>
                <a:lnTo>
                  <a:pt x="4108767" y="1618040"/>
                </a:lnTo>
                <a:lnTo>
                  <a:pt x="4111342" y="1614539"/>
                </a:lnTo>
                <a:lnTo>
                  <a:pt x="4114214" y="1610578"/>
                </a:lnTo>
                <a:lnTo>
                  <a:pt x="4119762" y="1609769"/>
                </a:lnTo>
                <a:lnTo>
                  <a:pt x="4123723" y="1612643"/>
                </a:lnTo>
                <a:lnTo>
                  <a:pt x="4127688" y="1615613"/>
                </a:lnTo>
                <a:lnTo>
                  <a:pt x="4128491" y="1621164"/>
                </a:lnTo>
                <a:lnTo>
                  <a:pt x="4125571" y="1625079"/>
                </a:lnTo>
                <a:lnTo>
                  <a:pt x="4122697" y="1629042"/>
                </a:lnTo>
                <a:lnTo>
                  <a:pt x="4117094" y="1629884"/>
                </a:lnTo>
                <a:lnTo>
                  <a:pt x="4113181" y="1626965"/>
                </a:lnTo>
                <a:close/>
              </a:path>
              <a:path w="5142230" h="2300604">
                <a:moveTo>
                  <a:pt x="2756116" y="432115"/>
                </a:moveTo>
                <a:lnTo>
                  <a:pt x="2753023" y="428804"/>
                </a:lnTo>
                <a:lnTo>
                  <a:pt x="2752144" y="425517"/>
                </a:lnTo>
                <a:lnTo>
                  <a:pt x="2753102" y="422339"/>
                </a:lnTo>
                <a:lnTo>
                  <a:pt x="2754534" y="417714"/>
                </a:lnTo>
                <a:lnTo>
                  <a:pt x="2759489" y="415003"/>
                </a:lnTo>
                <a:lnTo>
                  <a:pt x="2764159" y="416484"/>
                </a:lnTo>
                <a:lnTo>
                  <a:pt x="2768833" y="417871"/>
                </a:lnTo>
                <a:lnTo>
                  <a:pt x="2771495" y="422871"/>
                </a:lnTo>
                <a:lnTo>
                  <a:pt x="2770109" y="427545"/>
                </a:lnTo>
                <a:lnTo>
                  <a:pt x="2768623" y="432211"/>
                </a:lnTo>
                <a:lnTo>
                  <a:pt x="2763722" y="434881"/>
                </a:lnTo>
                <a:lnTo>
                  <a:pt x="2757456" y="432963"/>
                </a:lnTo>
                <a:lnTo>
                  <a:pt x="2756116" y="432115"/>
                </a:lnTo>
                <a:close/>
              </a:path>
              <a:path w="5142230" h="2300604">
                <a:moveTo>
                  <a:pt x="2823645" y="453677"/>
                </a:moveTo>
                <a:lnTo>
                  <a:pt x="2820553" y="450366"/>
                </a:lnTo>
                <a:lnTo>
                  <a:pt x="2819676" y="446985"/>
                </a:lnTo>
                <a:lnTo>
                  <a:pt x="2822353" y="439097"/>
                </a:lnTo>
                <a:lnTo>
                  <a:pt x="2827348" y="436622"/>
                </a:lnTo>
                <a:lnTo>
                  <a:pt x="2836682" y="439774"/>
                </a:lnTo>
                <a:lnTo>
                  <a:pt x="2839157" y="444766"/>
                </a:lnTo>
                <a:lnTo>
                  <a:pt x="2836005" y="454102"/>
                </a:lnTo>
                <a:lnTo>
                  <a:pt x="2831012" y="456575"/>
                </a:lnTo>
                <a:lnTo>
                  <a:pt x="2826340" y="454996"/>
                </a:lnTo>
                <a:lnTo>
                  <a:pt x="2824897" y="454526"/>
                </a:lnTo>
                <a:lnTo>
                  <a:pt x="2823645" y="453677"/>
                </a:lnTo>
                <a:close/>
              </a:path>
              <a:path w="5142230" h="2300604">
                <a:moveTo>
                  <a:pt x="4708920" y="2012504"/>
                </a:moveTo>
                <a:lnTo>
                  <a:pt x="4705124" y="2008441"/>
                </a:lnTo>
                <a:lnTo>
                  <a:pt x="4704582" y="2004147"/>
                </a:lnTo>
                <a:lnTo>
                  <a:pt x="4706675" y="2000914"/>
                </a:lnTo>
                <a:lnTo>
                  <a:pt x="4709270" y="1996752"/>
                </a:lnTo>
                <a:lnTo>
                  <a:pt x="4709416" y="1996518"/>
                </a:lnTo>
                <a:lnTo>
                  <a:pt x="4714939" y="1995294"/>
                </a:lnTo>
                <a:lnTo>
                  <a:pt x="4719052" y="1997935"/>
                </a:lnTo>
                <a:lnTo>
                  <a:pt x="4723212" y="2000532"/>
                </a:lnTo>
                <a:lnTo>
                  <a:pt x="4724435" y="2006046"/>
                </a:lnTo>
                <a:lnTo>
                  <a:pt x="4721946" y="2009931"/>
                </a:lnTo>
                <a:lnTo>
                  <a:pt x="4719343" y="2014083"/>
                </a:lnTo>
                <a:lnTo>
                  <a:pt x="4719196" y="2014318"/>
                </a:lnTo>
                <a:lnTo>
                  <a:pt x="4713733" y="2015505"/>
                </a:lnTo>
                <a:lnTo>
                  <a:pt x="4708920" y="2012504"/>
                </a:lnTo>
                <a:close/>
              </a:path>
              <a:path w="5142230" h="2300604">
                <a:moveTo>
                  <a:pt x="3544145" y="1003751"/>
                </a:moveTo>
                <a:lnTo>
                  <a:pt x="3540311" y="999646"/>
                </a:lnTo>
                <a:lnTo>
                  <a:pt x="3537419" y="995672"/>
                </a:lnTo>
                <a:lnTo>
                  <a:pt x="3538367" y="990139"/>
                </a:lnTo>
                <a:lnTo>
                  <a:pt x="3546301" y="984362"/>
                </a:lnTo>
                <a:lnTo>
                  <a:pt x="3551841" y="985305"/>
                </a:lnTo>
                <a:lnTo>
                  <a:pt x="3557567" y="993196"/>
                </a:lnTo>
                <a:lnTo>
                  <a:pt x="3556674" y="998787"/>
                </a:lnTo>
                <a:lnTo>
                  <a:pt x="3552752" y="1001629"/>
                </a:lnTo>
                <a:lnTo>
                  <a:pt x="3549024" y="1004281"/>
                </a:lnTo>
                <a:lnTo>
                  <a:pt x="3544145" y="1003751"/>
                </a:lnTo>
                <a:close/>
              </a:path>
              <a:path w="5142230" h="2300604">
                <a:moveTo>
                  <a:pt x="4000883" y="1539303"/>
                </a:moveTo>
                <a:lnTo>
                  <a:pt x="3997044" y="1535193"/>
                </a:lnTo>
                <a:lnTo>
                  <a:pt x="3996842" y="1530285"/>
                </a:lnTo>
                <a:lnTo>
                  <a:pt x="3999649" y="1526842"/>
                </a:lnTo>
                <a:lnTo>
                  <a:pt x="4002798" y="1523078"/>
                </a:lnTo>
                <a:lnTo>
                  <a:pt x="4008390" y="1522511"/>
                </a:lnTo>
                <a:lnTo>
                  <a:pt x="4012206" y="1525622"/>
                </a:lnTo>
                <a:lnTo>
                  <a:pt x="4015967" y="1528765"/>
                </a:lnTo>
                <a:lnTo>
                  <a:pt x="4016437" y="1534352"/>
                </a:lnTo>
                <a:lnTo>
                  <a:pt x="4013386" y="1538125"/>
                </a:lnTo>
                <a:lnTo>
                  <a:pt x="4010236" y="1541889"/>
                </a:lnTo>
                <a:lnTo>
                  <a:pt x="4004646" y="1542453"/>
                </a:lnTo>
                <a:lnTo>
                  <a:pt x="4000883" y="1539303"/>
                </a:lnTo>
                <a:close/>
              </a:path>
              <a:path w="5142230" h="2300604">
                <a:moveTo>
                  <a:pt x="3946009" y="1492488"/>
                </a:moveTo>
                <a:lnTo>
                  <a:pt x="3942916" y="1489177"/>
                </a:lnTo>
                <a:lnTo>
                  <a:pt x="3942809" y="1483980"/>
                </a:lnTo>
                <a:lnTo>
                  <a:pt x="3945850" y="1480492"/>
                </a:lnTo>
                <a:lnTo>
                  <a:pt x="3949095" y="1476830"/>
                </a:lnTo>
                <a:lnTo>
                  <a:pt x="3954724" y="1476503"/>
                </a:lnTo>
                <a:lnTo>
                  <a:pt x="3962057" y="1482984"/>
                </a:lnTo>
                <a:lnTo>
                  <a:pt x="3962380" y="1488608"/>
                </a:lnTo>
                <a:lnTo>
                  <a:pt x="3955904" y="1495946"/>
                </a:lnTo>
                <a:lnTo>
                  <a:pt x="3950321" y="1496322"/>
                </a:lnTo>
                <a:lnTo>
                  <a:pt x="3946009" y="1492488"/>
                </a:lnTo>
                <a:close/>
              </a:path>
              <a:path w="5142230" h="2300604">
                <a:moveTo>
                  <a:pt x="4347509" y="1787005"/>
                </a:moveTo>
                <a:lnTo>
                  <a:pt x="4343764" y="1782997"/>
                </a:lnTo>
                <a:lnTo>
                  <a:pt x="4343267" y="1778650"/>
                </a:lnTo>
                <a:lnTo>
                  <a:pt x="4345244" y="1775488"/>
                </a:lnTo>
                <a:lnTo>
                  <a:pt x="4348106" y="1771025"/>
                </a:lnTo>
                <a:lnTo>
                  <a:pt x="4353624" y="1769797"/>
                </a:lnTo>
                <a:lnTo>
                  <a:pt x="4361847" y="1775081"/>
                </a:lnTo>
                <a:lnTo>
                  <a:pt x="4363077" y="1780598"/>
                </a:lnTo>
                <a:lnTo>
                  <a:pt x="4357963" y="1788516"/>
                </a:lnTo>
                <a:lnTo>
                  <a:pt x="4357739" y="1788863"/>
                </a:lnTo>
                <a:lnTo>
                  <a:pt x="4352275" y="1790050"/>
                </a:lnTo>
                <a:lnTo>
                  <a:pt x="4347509" y="1787005"/>
                </a:lnTo>
                <a:close/>
              </a:path>
              <a:path w="5142230" h="2300604">
                <a:moveTo>
                  <a:pt x="4056441" y="1583919"/>
                </a:moveTo>
                <a:lnTo>
                  <a:pt x="4052507" y="1579707"/>
                </a:lnTo>
                <a:lnTo>
                  <a:pt x="4052166" y="1574947"/>
                </a:lnTo>
                <a:lnTo>
                  <a:pt x="4054925" y="1571447"/>
                </a:lnTo>
                <a:lnTo>
                  <a:pt x="4057890" y="1567581"/>
                </a:lnTo>
                <a:lnTo>
                  <a:pt x="4063482" y="1566923"/>
                </a:lnTo>
                <a:lnTo>
                  <a:pt x="4067352" y="1569892"/>
                </a:lnTo>
                <a:lnTo>
                  <a:pt x="4071208" y="1572946"/>
                </a:lnTo>
                <a:lnTo>
                  <a:pt x="4071917" y="1578492"/>
                </a:lnTo>
                <a:lnTo>
                  <a:pt x="4068907" y="1582309"/>
                </a:lnTo>
                <a:lnTo>
                  <a:pt x="4065898" y="1586225"/>
                </a:lnTo>
                <a:lnTo>
                  <a:pt x="4060304" y="1586885"/>
                </a:lnTo>
                <a:lnTo>
                  <a:pt x="4056441" y="1583919"/>
                </a:lnTo>
                <a:close/>
              </a:path>
              <a:path w="5142230" h="2300604">
                <a:moveTo>
                  <a:pt x="3502127" y="946553"/>
                </a:moveTo>
                <a:lnTo>
                  <a:pt x="3498396" y="942559"/>
                </a:lnTo>
                <a:lnTo>
                  <a:pt x="3495505" y="938586"/>
                </a:lnTo>
                <a:lnTo>
                  <a:pt x="3496264" y="933046"/>
                </a:lnTo>
                <a:lnTo>
                  <a:pt x="3504107" y="927171"/>
                </a:lnTo>
                <a:lnTo>
                  <a:pt x="3509699" y="927974"/>
                </a:lnTo>
                <a:lnTo>
                  <a:pt x="3515568" y="935823"/>
                </a:lnTo>
                <a:lnTo>
                  <a:pt x="3514768" y="941419"/>
                </a:lnTo>
                <a:lnTo>
                  <a:pt x="3510844" y="944354"/>
                </a:lnTo>
                <a:lnTo>
                  <a:pt x="3507161" y="947055"/>
                </a:lnTo>
                <a:lnTo>
                  <a:pt x="3502127" y="946553"/>
                </a:lnTo>
                <a:close/>
              </a:path>
              <a:path w="5142230" h="2300604">
                <a:moveTo>
                  <a:pt x="3314468" y="728954"/>
                </a:moveTo>
                <a:lnTo>
                  <a:pt x="3310819" y="725048"/>
                </a:lnTo>
                <a:lnTo>
                  <a:pt x="3310811" y="719861"/>
                </a:lnTo>
                <a:lnTo>
                  <a:pt x="3313997" y="716428"/>
                </a:lnTo>
                <a:lnTo>
                  <a:pt x="3317279" y="712805"/>
                </a:lnTo>
                <a:lnTo>
                  <a:pt x="3322905" y="712571"/>
                </a:lnTo>
                <a:lnTo>
                  <a:pt x="3330091" y="719290"/>
                </a:lnTo>
                <a:lnTo>
                  <a:pt x="3330326" y="724915"/>
                </a:lnTo>
                <a:lnTo>
                  <a:pt x="3323658" y="732048"/>
                </a:lnTo>
                <a:lnTo>
                  <a:pt x="3318031" y="732282"/>
                </a:lnTo>
                <a:lnTo>
                  <a:pt x="3314468" y="728954"/>
                </a:lnTo>
                <a:close/>
              </a:path>
              <a:path w="5142230" h="2300604">
                <a:moveTo>
                  <a:pt x="3367657" y="782083"/>
                </a:moveTo>
                <a:lnTo>
                  <a:pt x="3360918" y="774869"/>
                </a:lnTo>
                <a:lnTo>
                  <a:pt x="3361152" y="769350"/>
                </a:lnTo>
                <a:lnTo>
                  <a:pt x="3368269" y="762601"/>
                </a:lnTo>
                <a:lnTo>
                  <a:pt x="3373932" y="762798"/>
                </a:lnTo>
                <a:lnTo>
                  <a:pt x="3380628" y="769966"/>
                </a:lnTo>
                <a:lnTo>
                  <a:pt x="3380430" y="775620"/>
                </a:lnTo>
                <a:lnTo>
                  <a:pt x="3373264" y="782315"/>
                </a:lnTo>
                <a:lnTo>
                  <a:pt x="3367657" y="782083"/>
                </a:lnTo>
                <a:close/>
              </a:path>
              <a:path w="5142230" h="2300604">
                <a:moveTo>
                  <a:pt x="3894051" y="1444883"/>
                </a:moveTo>
                <a:lnTo>
                  <a:pt x="3890449" y="1441026"/>
                </a:lnTo>
                <a:lnTo>
                  <a:pt x="3890444" y="1435743"/>
                </a:lnTo>
                <a:lnTo>
                  <a:pt x="3893769" y="1432363"/>
                </a:lnTo>
                <a:lnTo>
                  <a:pt x="3897147" y="1428843"/>
                </a:lnTo>
                <a:lnTo>
                  <a:pt x="3902764" y="1428699"/>
                </a:lnTo>
                <a:lnTo>
                  <a:pt x="3909805" y="1435453"/>
                </a:lnTo>
                <a:lnTo>
                  <a:pt x="3909948" y="1441081"/>
                </a:lnTo>
                <a:lnTo>
                  <a:pt x="3903144" y="1448168"/>
                </a:lnTo>
                <a:lnTo>
                  <a:pt x="3897572" y="1448260"/>
                </a:lnTo>
                <a:lnTo>
                  <a:pt x="3894051" y="1444883"/>
                </a:lnTo>
                <a:close/>
              </a:path>
              <a:path w="5142230" h="2300604">
                <a:moveTo>
                  <a:pt x="3459011" y="890232"/>
                </a:moveTo>
                <a:lnTo>
                  <a:pt x="3455412" y="886380"/>
                </a:lnTo>
                <a:lnTo>
                  <a:pt x="3452382" y="882454"/>
                </a:lnTo>
                <a:lnTo>
                  <a:pt x="3453044" y="876905"/>
                </a:lnTo>
                <a:lnTo>
                  <a:pt x="3455717" y="874784"/>
                </a:lnTo>
                <a:lnTo>
                  <a:pt x="3456872" y="873868"/>
                </a:lnTo>
                <a:lnTo>
                  <a:pt x="3460802" y="870844"/>
                </a:lnTo>
                <a:lnTo>
                  <a:pt x="3466346" y="871500"/>
                </a:lnTo>
                <a:lnTo>
                  <a:pt x="3469336" y="875382"/>
                </a:lnTo>
                <a:lnTo>
                  <a:pt x="3472363" y="879211"/>
                </a:lnTo>
                <a:lnTo>
                  <a:pt x="3471752" y="884813"/>
                </a:lnTo>
                <a:lnTo>
                  <a:pt x="3467874" y="887797"/>
                </a:lnTo>
                <a:lnTo>
                  <a:pt x="3465185" y="889902"/>
                </a:lnTo>
                <a:lnTo>
                  <a:pt x="3464184" y="890687"/>
                </a:lnTo>
                <a:lnTo>
                  <a:pt x="3459011" y="890232"/>
                </a:lnTo>
                <a:close/>
              </a:path>
              <a:path w="5142230" h="2300604">
                <a:moveTo>
                  <a:pt x="3414376" y="835221"/>
                </a:moveTo>
                <a:lnTo>
                  <a:pt x="3410873" y="831471"/>
                </a:lnTo>
                <a:lnTo>
                  <a:pt x="3407738" y="827725"/>
                </a:lnTo>
                <a:lnTo>
                  <a:pt x="3408218" y="822081"/>
                </a:lnTo>
                <a:lnTo>
                  <a:pt x="3414985" y="816420"/>
                </a:lnTo>
                <a:lnTo>
                  <a:pt x="3415701" y="815821"/>
                </a:lnTo>
                <a:lnTo>
                  <a:pt x="3421306" y="816246"/>
                </a:lnTo>
                <a:lnTo>
                  <a:pt x="3427612" y="823779"/>
                </a:lnTo>
                <a:lnTo>
                  <a:pt x="3427132" y="829422"/>
                </a:lnTo>
                <a:lnTo>
                  <a:pt x="3420364" y="835083"/>
                </a:lnTo>
                <a:lnTo>
                  <a:pt x="3419751" y="835596"/>
                </a:lnTo>
                <a:lnTo>
                  <a:pt x="3414376" y="835221"/>
                </a:lnTo>
                <a:close/>
              </a:path>
              <a:path w="5142230" h="2300604">
                <a:moveTo>
                  <a:pt x="3799496" y="1344737"/>
                </a:moveTo>
                <a:lnTo>
                  <a:pt x="3796039" y="1341037"/>
                </a:lnTo>
                <a:lnTo>
                  <a:pt x="3792809" y="1337288"/>
                </a:lnTo>
                <a:lnTo>
                  <a:pt x="3793241" y="1331689"/>
                </a:lnTo>
                <a:lnTo>
                  <a:pt x="3800125" y="1325765"/>
                </a:lnTo>
                <a:lnTo>
                  <a:pt x="3800681" y="1325287"/>
                </a:lnTo>
                <a:lnTo>
                  <a:pt x="3806285" y="1325712"/>
                </a:lnTo>
                <a:lnTo>
                  <a:pt x="3812684" y="1333148"/>
                </a:lnTo>
                <a:lnTo>
                  <a:pt x="3812261" y="1338757"/>
                </a:lnTo>
                <a:lnTo>
                  <a:pt x="3805370" y="1344673"/>
                </a:lnTo>
                <a:lnTo>
                  <a:pt x="3804912" y="1345065"/>
                </a:lnTo>
                <a:lnTo>
                  <a:pt x="3799496" y="1344737"/>
                </a:lnTo>
                <a:close/>
              </a:path>
              <a:path w="5142230" h="2300604">
                <a:moveTo>
                  <a:pt x="3710456" y="1233982"/>
                </a:moveTo>
                <a:lnTo>
                  <a:pt x="3706720" y="1229983"/>
                </a:lnTo>
                <a:lnTo>
                  <a:pt x="3703780" y="1226054"/>
                </a:lnTo>
                <a:lnTo>
                  <a:pt x="3704540" y="1220514"/>
                </a:lnTo>
                <a:lnTo>
                  <a:pt x="3708413" y="1217525"/>
                </a:lnTo>
                <a:lnTo>
                  <a:pt x="3712337" y="1214590"/>
                </a:lnTo>
                <a:lnTo>
                  <a:pt x="3717888" y="1215349"/>
                </a:lnTo>
                <a:lnTo>
                  <a:pt x="3720869" y="1219222"/>
                </a:lnTo>
                <a:lnTo>
                  <a:pt x="3723808" y="1223151"/>
                </a:lnTo>
                <a:lnTo>
                  <a:pt x="3723048" y="1228691"/>
                </a:lnTo>
                <a:lnTo>
                  <a:pt x="3719172" y="1231682"/>
                </a:lnTo>
                <a:lnTo>
                  <a:pt x="3715485" y="1234478"/>
                </a:lnTo>
                <a:lnTo>
                  <a:pt x="3710456" y="1233982"/>
                </a:lnTo>
                <a:close/>
              </a:path>
              <a:path w="5142230" h="2300604">
                <a:moveTo>
                  <a:pt x="4588501" y="1937360"/>
                </a:moveTo>
                <a:lnTo>
                  <a:pt x="4584698" y="1933288"/>
                </a:lnTo>
                <a:lnTo>
                  <a:pt x="4584204" y="1929047"/>
                </a:lnTo>
                <a:lnTo>
                  <a:pt x="4586354" y="1925578"/>
                </a:lnTo>
                <a:lnTo>
                  <a:pt x="4588905" y="1921369"/>
                </a:lnTo>
                <a:lnTo>
                  <a:pt x="4594146" y="1920140"/>
                </a:lnTo>
                <a:lnTo>
                  <a:pt x="4594372" y="1920087"/>
                </a:lnTo>
                <a:lnTo>
                  <a:pt x="4598533" y="1922683"/>
                </a:lnTo>
                <a:lnTo>
                  <a:pt x="4602741" y="1925236"/>
                </a:lnTo>
                <a:lnTo>
                  <a:pt x="4604023" y="1930713"/>
                </a:lnTo>
                <a:lnTo>
                  <a:pt x="4598868" y="1938973"/>
                </a:lnTo>
                <a:lnTo>
                  <a:pt x="4593403" y="1940359"/>
                </a:lnTo>
                <a:lnTo>
                  <a:pt x="4589243" y="1937763"/>
                </a:lnTo>
                <a:lnTo>
                  <a:pt x="4588501" y="1937360"/>
                </a:lnTo>
                <a:close/>
              </a:path>
              <a:path w="5142230" h="2300604">
                <a:moveTo>
                  <a:pt x="4406900" y="1824580"/>
                </a:moveTo>
                <a:lnTo>
                  <a:pt x="4403712" y="1821166"/>
                </a:lnTo>
                <a:lnTo>
                  <a:pt x="4403202" y="1816712"/>
                </a:lnTo>
                <a:lnTo>
                  <a:pt x="4407837" y="1809260"/>
                </a:lnTo>
                <a:lnTo>
                  <a:pt x="4407948" y="1809082"/>
                </a:lnTo>
                <a:lnTo>
                  <a:pt x="4413466" y="1807854"/>
                </a:lnTo>
                <a:lnTo>
                  <a:pt x="4421786" y="1813048"/>
                </a:lnTo>
                <a:lnTo>
                  <a:pt x="4423014" y="1818566"/>
                </a:lnTo>
                <a:lnTo>
                  <a:pt x="4420485" y="1822503"/>
                </a:lnTo>
                <a:lnTo>
                  <a:pt x="4417882" y="1826656"/>
                </a:lnTo>
                <a:lnTo>
                  <a:pt x="4417771" y="1826834"/>
                </a:lnTo>
                <a:lnTo>
                  <a:pt x="4412298" y="1828111"/>
                </a:lnTo>
                <a:lnTo>
                  <a:pt x="4408189" y="1825467"/>
                </a:lnTo>
                <a:lnTo>
                  <a:pt x="4407544" y="1825074"/>
                </a:lnTo>
                <a:lnTo>
                  <a:pt x="4406900" y="1824580"/>
                </a:lnTo>
                <a:close/>
              </a:path>
              <a:path w="5142230" h="2300604">
                <a:moveTo>
                  <a:pt x="3585570" y="1061487"/>
                </a:moveTo>
                <a:lnTo>
                  <a:pt x="3581640" y="1057280"/>
                </a:lnTo>
                <a:lnTo>
                  <a:pt x="3578748" y="1053307"/>
                </a:lnTo>
                <a:lnTo>
                  <a:pt x="3579696" y="1047773"/>
                </a:lnTo>
                <a:lnTo>
                  <a:pt x="3587726" y="1042098"/>
                </a:lnTo>
                <a:lnTo>
                  <a:pt x="3593220" y="1042992"/>
                </a:lnTo>
                <a:lnTo>
                  <a:pt x="3598895" y="1051023"/>
                </a:lnTo>
                <a:lnTo>
                  <a:pt x="3598001" y="1056515"/>
                </a:lnTo>
                <a:lnTo>
                  <a:pt x="3594031" y="1059401"/>
                </a:lnTo>
                <a:lnTo>
                  <a:pt x="3590303" y="1061962"/>
                </a:lnTo>
                <a:lnTo>
                  <a:pt x="3585570" y="1061487"/>
                </a:lnTo>
                <a:close/>
              </a:path>
              <a:path w="5142230" h="2300604">
                <a:moveTo>
                  <a:pt x="3626705" y="1119306"/>
                </a:moveTo>
                <a:lnTo>
                  <a:pt x="3622819" y="1115145"/>
                </a:lnTo>
                <a:lnTo>
                  <a:pt x="3619930" y="1111169"/>
                </a:lnTo>
                <a:lnTo>
                  <a:pt x="3620873" y="1105631"/>
                </a:lnTo>
                <a:lnTo>
                  <a:pt x="3624843" y="1102745"/>
                </a:lnTo>
                <a:lnTo>
                  <a:pt x="3628862" y="1099912"/>
                </a:lnTo>
                <a:lnTo>
                  <a:pt x="3634399" y="1100857"/>
                </a:lnTo>
                <a:lnTo>
                  <a:pt x="3637232" y="1104868"/>
                </a:lnTo>
                <a:lnTo>
                  <a:pt x="3640078" y="1108793"/>
                </a:lnTo>
                <a:lnTo>
                  <a:pt x="3639135" y="1114331"/>
                </a:lnTo>
                <a:lnTo>
                  <a:pt x="3635165" y="1117217"/>
                </a:lnTo>
                <a:lnTo>
                  <a:pt x="3631489" y="1119830"/>
                </a:lnTo>
                <a:lnTo>
                  <a:pt x="3626705" y="1119306"/>
                </a:lnTo>
                <a:close/>
              </a:path>
              <a:path w="5142230" h="2300604">
                <a:moveTo>
                  <a:pt x="3668119" y="1176930"/>
                </a:moveTo>
                <a:lnTo>
                  <a:pt x="3664285" y="1172825"/>
                </a:lnTo>
                <a:lnTo>
                  <a:pt x="3661402" y="1168861"/>
                </a:lnTo>
                <a:lnTo>
                  <a:pt x="3662295" y="1163270"/>
                </a:lnTo>
                <a:lnTo>
                  <a:pt x="3670191" y="1157547"/>
                </a:lnTo>
                <a:lnTo>
                  <a:pt x="3675779" y="1158444"/>
                </a:lnTo>
                <a:lnTo>
                  <a:pt x="3681505" y="1166335"/>
                </a:lnTo>
                <a:lnTo>
                  <a:pt x="3680657" y="1171876"/>
                </a:lnTo>
                <a:lnTo>
                  <a:pt x="3676728" y="1174806"/>
                </a:lnTo>
                <a:lnTo>
                  <a:pt x="3673054" y="1177426"/>
                </a:lnTo>
                <a:lnTo>
                  <a:pt x="3668119" y="1176930"/>
                </a:lnTo>
                <a:close/>
              </a:path>
              <a:path w="5142230" h="2300604">
                <a:moveTo>
                  <a:pt x="4467130" y="1862174"/>
                </a:moveTo>
                <a:lnTo>
                  <a:pt x="4463946" y="1858765"/>
                </a:lnTo>
                <a:lnTo>
                  <a:pt x="4463388" y="1854355"/>
                </a:lnTo>
                <a:lnTo>
                  <a:pt x="4468127" y="1846723"/>
                </a:lnTo>
                <a:lnTo>
                  <a:pt x="4473377" y="1845498"/>
                </a:lnTo>
                <a:lnTo>
                  <a:pt x="4473600" y="1845446"/>
                </a:lnTo>
                <a:lnTo>
                  <a:pt x="4477760" y="1848043"/>
                </a:lnTo>
                <a:lnTo>
                  <a:pt x="4481970" y="1850593"/>
                </a:lnTo>
                <a:lnTo>
                  <a:pt x="4483253" y="1856070"/>
                </a:lnTo>
                <a:lnTo>
                  <a:pt x="4478055" y="1864386"/>
                </a:lnTo>
                <a:lnTo>
                  <a:pt x="4472628" y="1865712"/>
                </a:lnTo>
                <a:lnTo>
                  <a:pt x="4467774" y="1862668"/>
                </a:lnTo>
                <a:lnTo>
                  <a:pt x="4467130" y="1862174"/>
                </a:lnTo>
                <a:close/>
              </a:path>
              <a:path w="5142230" h="2300604">
                <a:moveTo>
                  <a:pt x="3754057" y="1290039"/>
                </a:moveTo>
                <a:lnTo>
                  <a:pt x="3750458" y="1286187"/>
                </a:lnTo>
                <a:lnTo>
                  <a:pt x="3747422" y="1282349"/>
                </a:lnTo>
                <a:lnTo>
                  <a:pt x="3748038" y="1276752"/>
                </a:lnTo>
                <a:lnTo>
                  <a:pt x="3750786" y="1274515"/>
                </a:lnTo>
                <a:lnTo>
                  <a:pt x="3751825" y="1273670"/>
                </a:lnTo>
                <a:lnTo>
                  <a:pt x="3754610" y="1271473"/>
                </a:lnTo>
                <a:lnTo>
                  <a:pt x="3755662" y="1270643"/>
                </a:lnTo>
                <a:lnTo>
                  <a:pt x="3761254" y="1271254"/>
                </a:lnTo>
                <a:lnTo>
                  <a:pt x="3764341" y="1275045"/>
                </a:lnTo>
                <a:lnTo>
                  <a:pt x="3767368" y="1278874"/>
                </a:lnTo>
                <a:lnTo>
                  <a:pt x="3766752" y="1284471"/>
                </a:lnTo>
                <a:lnTo>
                  <a:pt x="3764004" y="1286707"/>
                </a:lnTo>
                <a:lnTo>
                  <a:pt x="3762965" y="1287552"/>
                </a:lnTo>
                <a:lnTo>
                  <a:pt x="3760178" y="1289748"/>
                </a:lnTo>
                <a:lnTo>
                  <a:pt x="3759285" y="1290452"/>
                </a:lnTo>
                <a:lnTo>
                  <a:pt x="3754057" y="1290039"/>
                </a:lnTo>
                <a:close/>
              </a:path>
              <a:path w="5142230" h="2300604">
                <a:moveTo>
                  <a:pt x="3847122" y="1397676"/>
                </a:moveTo>
                <a:lnTo>
                  <a:pt x="3840431" y="1390514"/>
                </a:lnTo>
                <a:lnTo>
                  <a:pt x="3840624" y="1384854"/>
                </a:lnTo>
                <a:lnTo>
                  <a:pt x="3847834" y="1378207"/>
                </a:lnTo>
                <a:lnTo>
                  <a:pt x="3853356" y="1378348"/>
                </a:lnTo>
                <a:lnTo>
                  <a:pt x="3860052" y="1385516"/>
                </a:lnTo>
                <a:lnTo>
                  <a:pt x="3859856" y="1391077"/>
                </a:lnTo>
                <a:lnTo>
                  <a:pt x="3852735" y="1397820"/>
                </a:lnTo>
                <a:lnTo>
                  <a:pt x="3847122" y="1397676"/>
                </a:lnTo>
                <a:close/>
              </a:path>
              <a:path w="5142230" h="2300604">
                <a:moveTo>
                  <a:pt x="4527518" y="1899547"/>
                </a:moveTo>
                <a:lnTo>
                  <a:pt x="4524325" y="1896129"/>
                </a:lnTo>
                <a:lnTo>
                  <a:pt x="4523768" y="1891718"/>
                </a:lnTo>
                <a:lnTo>
                  <a:pt x="4528516" y="1884096"/>
                </a:lnTo>
                <a:lnTo>
                  <a:pt x="4533766" y="1882871"/>
                </a:lnTo>
                <a:lnTo>
                  <a:pt x="4533988" y="1882819"/>
                </a:lnTo>
                <a:lnTo>
                  <a:pt x="4538149" y="1885416"/>
                </a:lnTo>
                <a:lnTo>
                  <a:pt x="4542359" y="1887966"/>
                </a:lnTo>
                <a:lnTo>
                  <a:pt x="4543632" y="1893433"/>
                </a:lnTo>
                <a:lnTo>
                  <a:pt x="4538444" y="1901759"/>
                </a:lnTo>
                <a:lnTo>
                  <a:pt x="4532972" y="1903036"/>
                </a:lnTo>
                <a:lnTo>
                  <a:pt x="4528854" y="1900490"/>
                </a:lnTo>
                <a:lnTo>
                  <a:pt x="4528162" y="1900041"/>
                </a:lnTo>
                <a:lnTo>
                  <a:pt x="4527518" y="1899547"/>
                </a:lnTo>
                <a:close/>
              </a:path>
              <a:path w="5142230" h="2300604">
                <a:moveTo>
                  <a:pt x="3260903" y="682659"/>
                </a:moveTo>
                <a:lnTo>
                  <a:pt x="3257295" y="678796"/>
                </a:lnTo>
                <a:lnTo>
                  <a:pt x="3257040" y="673932"/>
                </a:lnTo>
                <a:lnTo>
                  <a:pt x="3259901" y="670447"/>
                </a:lnTo>
                <a:lnTo>
                  <a:pt x="3262907" y="666625"/>
                </a:lnTo>
                <a:lnTo>
                  <a:pt x="3268549" y="666020"/>
                </a:lnTo>
                <a:lnTo>
                  <a:pt x="3276175" y="672227"/>
                </a:lnTo>
                <a:lnTo>
                  <a:pt x="3276789" y="677772"/>
                </a:lnTo>
                <a:lnTo>
                  <a:pt x="3270582" y="685397"/>
                </a:lnTo>
                <a:lnTo>
                  <a:pt x="3265037" y="686011"/>
                </a:lnTo>
                <a:lnTo>
                  <a:pt x="3260903" y="682659"/>
                </a:lnTo>
                <a:close/>
              </a:path>
              <a:path w="5142230" h="2300604">
                <a:moveTo>
                  <a:pt x="2271908" y="322069"/>
                </a:moveTo>
                <a:lnTo>
                  <a:pt x="2268765" y="318704"/>
                </a:lnTo>
                <a:lnTo>
                  <a:pt x="2267869" y="315889"/>
                </a:lnTo>
                <a:lnTo>
                  <a:pt x="2269264" y="308194"/>
                </a:lnTo>
                <a:lnTo>
                  <a:pt x="2273899" y="305042"/>
                </a:lnTo>
                <a:lnTo>
                  <a:pt x="2283569" y="306792"/>
                </a:lnTo>
                <a:lnTo>
                  <a:pt x="2286716" y="311431"/>
                </a:lnTo>
                <a:lnTo>
                  <a:pt x="2284971" y="321097"/>
                </a:lnTo>
                <a:lnTo>
                  <a:pt x="2280332" y="324244"/>
                </a:lnTo>
                <a:lnTo>
                  <a:pt x="2273528" y="323021"/>
                </a:lnTo>
                <a:lnTo>
                  <a:pt x="2271908" y="322069"/>
                </a:lnTo>
                <a:close/>
              </a:path>
              <a:path w="5142230" h="2300604">
                <a:moveTo>
                  <a:pt x="2411402" y="348722"/>
                </a:moveTo>
                <a:lnTo>
                  <a:pt x="2408300" y="345402"/>
                </a:lnTo>
                <a:lnTo>
                  <a:pt x="2407412" y="342496"/>
                </a:lnTo>
                <a:lnTo>
                  <a:pt x="2408902" y="334805"/>
                </a:lnTo>
                <a:lnTo>
                  <a:pt x="2413631" y="331656"/>
                </a:lnTo>
                <a:lnTo>
                  <a:pt x="2423200" y="333592"/>
                </a:lnTo>
                <a:lnTo>
                  <a:pt x="2426342" y="338226"/>
                </a:lnTo>
                <a:lnTo>
                  <a:pt x="2424413" y="347891"/>
                </a:lnTo>
                <a:lnTo>
                  <a:pt x="2419728" y="350989"/>
                </a:lnTo>
                <a:lnTo>
                  <a:pt x="2414899" y="350022"/>
                </a:lnTo>
                <a:lnTo>
                  <a:pt x="2413022" y="349674"/>
                </a:lnTo>
                <a:lnTo>
                  <a:pt x="2411402" y="348722"/>
                </a:lnTo>
                <a:close/>
              </a:path>
              <a:path w="5142230" h="2300604">
                <a:moveTo>
                  <a:pt x="2480976" y="362987"/>
                </a:moveTo>
                <a:lnTo>
                  <a:pt x="2477878" y="359672"/>
                </a:lnTo>
                <a:lnTo>
                  <a:pt x="2476940" y="356713"/>
                </a:lnTo>
                <a:lnTo>
                  <a:pt x="2477606" y="353808"/>
                </a:lnTo>
                <a:lnTo>
                  <a:pt x="2478568" y="348974"/>
                </a:lnTo>
                <a:lnTo>
                  <a:pt x="2483303" y="345929"/>
                </a:lnTo>
                <a:lnTo>
                  <a:pt x="2492865" y="347954"/>
                </a:lnTo>
                <a:lnTo>
                  <a:pt x="2495963" y="352639"/>
                </a:lnTo>
                <a:lnTo>
                  <a:pt x="2494902" y="357466"/>
                </a:lnTo>
                <a:lnTo>
                  <a:pt x="2493935" y="362295"/>
                </a:lnTo>
                <a:lnTo>
                  <a:pt x="2489204" y="365345"/>
                </a:lnTo>
                <a:lnTo>
                  <a:pt x="2484423" y="364332"/>
                </a:lnTo>
                <a:lnTo>
                  <a:pt x="2482550" y="363891"/>
                </a:lnTo>
                <a:lnTo>
                  <a:pt x="2480976" y="362987"/>
                </a:lnTo>
                <a:close/>
              </a:path>
              <a:path w="5142230" h="2300604">
                <a:moveTo>
                  <a:pt x="2550328" y="378189"/>
                </a:moveTo>
                <a:lnTo>
                  <a:pt x="2547231" y="374873"/>
                </a:lnTo>
                <a:lnTo>
                  <a:pt x="2546289" y="371909"/>
                </a:lnTo>
                <a:lnTo>
                  <a:pt x="2548069" y="364138"/>
                </a:lnTo>
                <a:lnTo>
                  <a:pt x="2552844" y="361138"/>
                </a:lnTo>
                <a:lnTo>
                  <a:pt x="2557622" y="362244"/>
                </a:lnTo>
                <a:lnTo>
                  <a:pt x="2562354" y="363302"/>
                </a:lnTo>
                <a:lnTo>
                  <a:pt x="2565355" y="368078"/>
                </a:lnTo>
                <a:lnTo>
                  <a:pt x="2564248" y="372856"/>
                </a:lnTo>
                <a:lnTo>
                  <a:pt x="2563190" y="377588"/>
                </a:lnTo>
                <a:lnTo>
                  <a:pt x="2558414" y="380589"/>
                </a:lnTo>
                <a:lnTo>
                  <a:pt x="2551854" y="379138"/>
                </a:lnTo>
                <a:lnTo>
                  <a:pt x="2550328" y="378189"/>
                </a:lnTo>
                <a:close/>
              </a:path>
              <a:path w="5142230" h="2300604">
                <a:moveTo>
                  <a:pt x="3204512" y="640182"/>
                </a:moveTo>
                <a:lnTo>
                  <a:pt x="3200810" y="636219"/>
                </a:lnTo>
                <a:lnTo>
                  <a:pt x="3200463" y="631647"/>
                </a:lnTo>
                <a:lnTo>
                  <a:pt x="3202849" y="628140"/>
                </a:lnTo>
                <a:lnTo>
                  <a:pt x="3205718" y="624172"/>
                </a:lnTo>
                <a:lnTo>
                  <a:pt x="3211275" y="623181"/>
                </a:lnTo>
                <a:lnTo>
                  <a:pt x="3219301" y="628842"/>
                </a:lnTo>
                <a:lnTo>
                  <a:pt x="3220199" y="634395"/>
                </a:lnTo>
                <a:lnTo>
                  <a:pt x="3217366" y="638402"/>
                </a:lnTo>
                <a:lnTo>
                  <a:pt x="3214592" y="642372"/>
                </a:lnTo>
                <a:lnTo>
                  <a:pt x="3209035" y="643363"/>
                </a:lnTo>
                <a:lnTo>
                  <a:pt x="3204512" y="640182"/>
                </a:lnTo>
                <a:close/>
              </a:path>
              <a:path w="5142230" h="2300604">
                <a:moveTo>
                  <a:pt x="2619357" y="394607"/>
                </a:moveTo>
                <a:lnTo>
                  <a:pt x="2616259" y="391291"/>
                </a:lnTo>
                <a:lnTo>
                  <a:pt x="2615324" y="388238"/>
                </a:lnTo>
                <a:lnTo>
                  <a:pt x="2617288" y="380468"/>
                </a:lnTo>
                <a:lnTo>
                  <a:pt x="2618569" y="379688"/>
                </a:lnTo>
                <a:lnTo>
                  <a:pt x="2622181" y="377592"/>
                </a:lnTo>
                <a:lnTo>
                  <a:pt x="2631610" y="379964"/>
                </a:lnTo>
                <a:lnTo>
                  <a:pt x="2634516" y="384737"/>
                </a:lnTo>
                <a:lnTo>
                  <a:pt x="2633315" y="389511"/>
                </a:lnTo>
                <a:lnTo>
                  <a:pt x="2632158" y="394236"/>
                </a:lnTo>
                <a:lnTo>
                  <a:pt x="2627296" y="397143"/>
                </a:lnTo>
                <a:lnTo>
                  <a:pt x="2622567" y="395991"/>
                </a:lnTo>
                <a:lnTo>
                  <a:pt x="2620837" y="395507"/>
                </a:lnTo>
                <a:lnTo>
                  <a:pt x="2619357" y="394607"/>
                </a:lnTo>
                <a:close/>
              </a:path>
              <a:path w="5142230" h="2300604">
                <a:moveTo>
                  <a:pt x="5125739" y="2281581"/>
                </a:moveTo>
                <a:lnTo>
                  <a:pt x="5122545" y="2278163"/>
                </a:lnTo>
                <a:lnTo>
                  <a:pt x="5122083" y="2273664"/>
                </a:lnTo>
                <a:lnTo>
                  <a:pt x="5126745" y="2266436"/>
                </a:lnTo>
                <a:lnTo>
                  <a:pt x="5126968" y="2266088"/>
                </a:lnTo>
                <a:lnTo>
                  <a:pt x="5132491" y="2264864"/>
                </a:lnTo>
                <a:lnTo>
                  <a:pt x="5136553" y="2267552"/>
                </a:lnTo>
                <a:lnTo>
                  <a:pt x="5140711" y="2270242"/>
                </a:lnTo>
                <a:lnTo>
                  <a:pt x="5131041" y="2285110"/>
                </a:lnTo>
                <a:lnTo>
                  <a:pt x="5126931" y="2282467"/>
                </a:lnTo>
                <a:lnTo>
                  <a:pt x="5125739" y="2281581"/>
                </a:lnTo>
                <a:close/>
              </a:path>
              <a:path w="5142230" h="2300604">
                <a:moveTo>
                  <a:pt x="3144957" y="600771"/>
                </a:moveTo>
                <a:lnTo>
                  <a:pt x="3141769" y="597357"/>
                </a:lnTo>
                <a:lnTo>
                  <a:pt x="3141211" y="592947"/>
                </a:lnTo>
                <a:lnTo>
                  <a:pt x="3146000" y="585268"/>
                </a:lnTo>
                <a:lnTo>
                  <a:pt x="3151477" y="583997"/>
                </a:lnTo>
                <a:lnTo>
                  <a:pt x="3159797" y="589190"/>
                </a:lnTo>
                <a:lnTo>
                  <a:pt x="3161071" y="594657"/>
                </a:lnTo>
                <a:lnTo>
                  <a:pt x="3155878" y="602978"/>
                </a:lnTo>
                <a:lnTo>
                  <a:pt x="3150406" y="604255"/>
                </a:lnTo>
                <a:lnTo>
                  <a:pt x="3145601" y="601265"/>
                </a:lnTo>
                <a:lnTo>
                  <a:pt x="3144957" y="600771"/>
                </a:lnTo>
                <a:close/>
              </a:path>
              <a:path w="5142230" h="2300604">
                <a:moveTo>
                  <a:pt x="5066699" y="2243505"/>
                </a:moveTo>
                <a:lnTo>
                  <a:pt x="5062945" y="2239486"/>
                </a:lnTo>
                <a:lnTo>
                  <a:pt x="5062448" y="2235141"/>
                </a:lnTo>
                <a:lnTo>
                  <a:pt x="5064480" y="2232038"/>
                </a:lnTo>
                <a:lnTo>
                  <a:pt x="5067125" y="2227929"/>
                </a:lnTo>
                <a:lnTo>
                  <a:pt x="5067384" y="2227525"/>
                </a:lnTo>
                <a:lnTo>
                  <a:pt x="5072855" y="2226341"/>
                </a:lnTo>
                <a:lnTo>
                  <a:pt x="5081119" y="2231669"/>
                </a:lnTo>
                <a:lnTo>
                  <a:pt x="5082303" y="2237137"/>
                </a:lnTo>
                <a:lnTo>
                  <a:pt x="5079876" y="2240897"/>
                </a:lnTo>
                <a:lnTo>
                  <a:pt x="5077193" y="2244963"/>
                </a:lnTo>
                <a:lnTo>
                  <a:pt x="5076928" y="2245363"/>
                </a:lnTo>
                <a:lnTo>
                  <a:pt x="5071458" y="2246547"/>
                </a:lnTo>
                <a:lnTo>
                  <a:pt x="5067348" y="2243904"/>
                </a:lnTo>
                <a:lnTo>
                  <a:pt x="5066699" y="2243505"/>
                </a:lnTo>
                <a:close/>
              </a:path>
              <a:path w="5142230" h="2300604">
                <a:moveTo>
                  <a:pt x="2341658" y="335155"/>
                </a:moveTo>
                <a:lnTo>
                  <a:pt x="2338566" y="331844"/>
                </a:lnTo>
                <a:lnTo>
                  <a:pt x="2337624" y="328980"/>
                </a:lnTo>
                <a:lnTo>
                  <a:pt x="2339114" y="321288"/>
                </a:lnTo>
                <a:lnTo>
                  <a:pt x="2343753" y="318141"/>
                </a:lnTo>
                <a:lnTo>
                  <a:pt x="2348581" y="319009"/>
                </a:lnTo>
                <a:lnTo>
                  <a:pt x="2353370" y="319932"/>
                </a:lnTo>
                <a:lnTo>
                  <a:pt x="2356562" y="324620"/>
                </a:lnTo>
                <a:lnTo>
                  <a:pt x="2354721" y="334183"/>
                </a:lnTo>
                <a:lnTo>
                  <a:pt x="2350038" y="337380"/>
                </a:lnTo>
                <a:lnTo>
                  <a:pt x="2345254" y="336462"/>
                </a:lnTo>
                <a:lnTo>
                  <a:pt x="2343327" y="336062"/>
                </a:lnTo>
                <a:lnTo>
                  <a:pt x="2341658" y="335155"/>
                </a:lnTo>
                <a:close/>
              </a:path>
              <a:path w="5142230" h="2300604">
                <a:moveTo>
                  <a:pt x="2132245" y="296212"/>
                </a:moveTo>
                <a:lnTo>
                  <a:pt x="2129148" y="292897"/>
                </a:lnTo>
                <a:lnTo>
                  <a:pt x="2128158" y="290078"/>
                </a:lnTo>
                <a:lnTo>
                  <a:pt x="2129647" y="282386"/>
                </a:lnTo>
                <a:lnTo>
                  <a:pt x="2134241" y="279190"/>
                </a:lnTo>
                <a:lnTo>
                  <a:pt x="2143903" y="281030"/>
                </a:lnTo>
                <a:lnTo>
                  <a:pt x="2147099" y="285624"/>
                </a:lnTo>
                <a:lnTo>
                  <a:pt x="2145259" y="295286"/>
                </a:lnTo>
                <a:lnTo>
                  <a:pt x="2140620" y="298433"/>
                </a:lnTo>
                <a:lnTo>
                  <a:pt x="2133910" y="297213"/>
                </a:lnTo>
                <a:lnTo>
                  <a:pt x="2132245" y="296212"/>
                </a:lnTo>
                <a:close/>
              </a:path>
              <a:path w="5142230" h="2300604">
                <a:moveTo>
                  <a:pt x="2202052" y="309163"/>
                </a:moveTo>
                <a:lnTo>
                  <a:pt x="2198950" y="305843"/>
                </a:lnTo>
                <a:lnTo>
                  <a:pt x="2198059" y="303032"/>
                </a:lnTo>
                <a:lnTo>
                  <a:pt x="2199454" y="295337"/>
                </a:lnTo>
                <a:lnTo>
                  <a:pt x="2204043" y="292137"/>
                </a:lnTo>
                <a:lnTo>
                  <a:pt x="2208881" y="293014"/>
                </a:lnTo>
                <a:lnTo>
                  <a:pt x="2213665" y="293932"/>
                </a:lnTo>
                <a:lnTo>
                  <a:pt x="2216901" y="298570"/>
                </a:lnTo>
                <a:lnTo>
                  <a:pt x="2215988" y="303359"/>
                </a:lnTo>
                <a:lnTo>
                  <a:pt x="2215115" y="308192"/>
                </a:lnTo>
                <a:lnTo>
                  <a:pt x="2210517" y="311382"/>
                </a:lnTo>
                <a:lnTo>
                  <a:pt x="2203717" y="310164"/>
                </a:lnTo>
                <a:lnTo>
                  <a:pt x="2202052" y="309163"/>
                </a:lnTo>
                <a:close/>
              </a:path>
            </a:pathLst>
          </a:custGeom>
          <a:solidFill>
            <a:srgbClr val="FABE04"/>
          </a:solidFill>
        </p:spPr>
        <p:txBody>
          <a:bodyPr wrap="square" lIns="0" tIns="0" rIns="0" bIns="0" rtlCol="0"/>
          <a:lstStyle/>
          <a:p>
            <a:endParaRPr/>
          </a:p>
        </p:txBody>
      </p:sp>
      <p:sp>
        <p:nvSpPr>
          <p:cNvPr id="11" name="object 16"/>
          <p:cNvSpPr txBox="1"/>
          <p:nvPr/>
        </p:nvSpPr>
        <p:spPr>
          <a:xfrm>
            <a:off x="6781800" y="285050"/>
            <a:ext cx="10287000" cy="505267"/>
          </a:xfrm>
          <a:prstGeom prst="rect">
            <a:avLst/>
          </a:prstGeom>
        </p:spPr>
        <p:txBody>
          <a:bodyPr vert="horz" wrap="square" lIns="0" tIns="12700" rIns="0" bIns="0" rtlCol="0">
            <a:spAutoFit/>
          </a:bodyPr>
          <a:lstStyle/>
          <a:p>
            <a:pPr marL="12700">
              <a:lnSpc>
                <a:spcPct val="100000"/>
              </a:lnSpc>
              <a:spcBef>
                <a:spcPts val="100"/>
              </a:spcBef>
            </a:pPr>
            <a:r>
              <a:rPr lang="en-IN" sz="3200" dirty="0" smtClean="0">
                <a:solidFill>
                  <a:schemeClr val="tx2">
                    <a:lumMod val="50000"/>
                  </a:schemeClr>
                </a:solidFill>
                <a:latin typeface="Stencil" pitchFamily="82" charset="0"/>
                <a:cs typeface="Trebuchet MS"/>
              </a:rPr>
              <a:t>E-Commerce Database Management System</a:t>
            </a:r>
            <a:endParaRPr sz="3200" dirty="0">
              <a:solidFill>
                <a:schemeClr val="tx2">
                  <a:lumMod val="50000"/>
                </a:schemeClr>
              </a:solidFill>
              <a:latin typeface="Stencil" pitchFamily="82" charset="0"/>
              <a:cs typeface="Trebuchet M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1629612" y="0"/>
            <a:ext cx="6658609" cy="10287000"/>
            <a:chOff x="11629612" y="0"/>
            <a:chExt cx="6658609" cy="10287000"/>
          </a:xfrm>
        </p:grpSpPr>
        <p:sp>
          <p:nvSpPr>
            <p:cNvPr id="3" name="object 3"/>
            <p:cNvSpPr/>
            <p:nvPr/>
          </p:nvSpPr>
          <p:spPr>
            <a:xfrm>
              <a:off x="11629612" y="0"/>
              <a:ext cx="6658609" cy="10287000"/>
            </a:xfrm>
            <a:custGeom>
              <a:avLst/>
              <a:gdLst/>
              <a:ahLst/>
              <a:cxnLst/>
              <a:rect l="l" t="t" r="r" b="b"/>
              <a:pathLst>
                <a:path w="6658609" h="10287000">
                  <a:moveTo>
                    <a:pt x="6658386" y="10286999"/>
                  </a:moveTo>
                  <a:lnTo>
                    <a:pt x="0" y="10286999"/>
                  </a:lnTo>
                  <a:lnTo>
                    <a:pt x="0" y="0"/>
                  </a:lnTo>
                  <a:lnTo>
                    <a:pt x="6658386" y="0"/>
                  </a:lnTo>
                  <a:lnTo>
                    <a:pt x="6658386" y="10286999"/>
                  </a:lnTo>
                  <a:close/>
                </a:path>
              </a:pathLst>
            </a:custGeom>
            <a:solidFill>
              <a:srgbClr val="000000"/>
            </a:solidFill>
          </p:spPr>
          <p:txBody>
            <a:bodyPr wrap="square" lIns="0" tIns="0" rIns="0" bIns="0" rtlCol="0"/>
            <a:lstStyle/>
            <a:p>
              <a:endParaRPr/>
            </a:p>
          </p:txBody>
        </p:sp>
        <p:pic>
          <p:nvPicPr>
            <p:cNvPr id="4" name="object 4"/>
            <p:cNvPicPr/>
            <p:nvPr/>
          </p:nvPicPr>
          <p:blipFill>
            <a:blip r:embed="rId2" cstate="print"/>
            <a:stretch>
              <a:fillRect/>
            </a:stretch>
          </p:blipFill>
          <p:spPr>
            <a:xfrm>
              <a:off x="11786659" y="228799"/>
              <a:ext cx="6407534" cy="4488501"/>
            </a:xfrm>
            <a:prstGeom prst="rect">
              <a:avLst/>
            </a:prstGeom>
          </p:spPr>
        </p:pic>
      </p:grpSp>
      <p:sp>
        <p:nvSpPr>
          <p:cNvPr id="6" name="object 6"/>
          <p:cNvSpPr/>
          <p:nvPr/>
        </p:nvSpPr>
        <p:spPr>
          <a:xfrm>
            <a:off x="714617" y="1322212"/>
            <a:ext cx="10287001" cy="1434881"/>
          </a:xfrm>
          <a:custGeom>
            <a:avLst/>
            <a:gdLst/>
            <a:ahLst/>
            <a:cxnLst/>
            <a:rect l="l" t="t" r="r" b="b"/>
            <a:pathLst>
              <a:path w="5956934" h="993775">
                <a:moveTo>
                  <a:pt x="5956567" y="993408"/>
                </a:moveTo>
                <a:lnTo>
                  <a:pt x="0" y="993408"/>
                </a:lnTo>
                <a:lnTo>
                  <a:pt x="0" y="0"/>
                </a:lnTo>
                <a:lnTo>
                  <a:pt x="5956567" y="0"/>
                </a:lnTo>
                <a:lnTo>
                  <a:pt x="5956567" y="993408"/>
                </a:lnTo>
                <a:close/>
              </a:path>
            </a:pathLst>
          </a:custGeom>
          <a:solidFill>
            <a:srgbClr val="FABE04"/>
          </a:solidFill>
        </p:spPr>
        <p:txBody>
          <a:bodyPr wrap="square" lIns="0" tIns="0" rIns="0" bIns="0" rtlCol="0"/>
          <a:lstStyle/>
          <a:p>
            <a:endParaRPr/>
          </a:p>
        </p:txBody>
      </p:sp>
      <p:sp>
        <p:nvSpPr>
          <p:cNvPr id="10" name="object 10"/>
          <p:cNvSpPr/>
          <p:nvPr/>
        </p:nvSpPr>
        <p:spPr>
          <a:xfrm>
            <a:off x="0" y="7986964"/>
            <a:ext cx="5142230" cy="2300605"/>
          </a:xfrm>
          <a:custGeom>
            <a:avLst/>
            <a:gdLst/>
            <a:ahLst/>
            <a:cxnLst/>
            <a:rect l="l" t="t" r="r" b="b"/>
            <a:pathLst>
              <a:path w="5142230" h="2300604">
                <a:moveTo>
                  <a:pt x="304967" y="2237500"/>
                </a:moveTo>
                <a:lnTo>
                  <a:pt x="298355" y="2230422"/>
                </a:lnTo>
                <a:lnTo>
                  <a:pt x="293162" y="2223494"/>
                </a:lnTo>
                <a:lnTo>
                  <a:pt x="294632" y="2213729"/>
                </a:lnTo>
                <a:lnTo>
                  <a:pt x="301555" y="2208540"/>
                </a:lnTo>
                <a:lnTo>
                  <a:pt x="308528" y="2203396"/>
                </a:lnTo>
                <a:lnTo>
                  <a:pt x="318303" y="2204857"/>
                </a:lnTo>
                <a:lnTo>
                  <a:pt x="328644" y="2218664"/>
                </a:lnTo>
                <a:lnTo>
                  <a:pt x="327174" y="2228428"/>
                </a:lnTo>
                <a:lnTo>
                  <a:pt x="313802" y="2238454"/>
                </a:lnTo>
                <a:lnTo>
                  <a:pt x="304967" y="2237500"/>
                </a:lnTo>
                <a:close/>
              </a:path>
              <a:path w="5142230" h="2300604">
                <a:moveTo>
                  <a:pt x="345873" y="2295168"/>
                </a:moveTo>
                <a:lnTo>
                  <a:pt x="339536" y="2288385"/>
                </a:lnTo>
                <a:lnTo>
                  <a:pt x="334232" y="2280557"/>
                </a:lnTo>
                <a:lnTo>
                  <a:pt x="336075" y="2270800"/>
                </a:lnTo>
                <a:lnTo>
                  <a:pt x="343273" y="2265994"/>
                </a:lnTo>
                <a:lnTo>
                  <a:pt x="350420" y="2261133"/>
                </a:lnTo>
                <a:lnTo>
                  <a:pt x="360133" y="2263027"/>
                </a:lnTo>
                <a:lnTo>
                  <a:pt x="369795" y="2277377"/>
                </a:lnTo>
                <a:lnTo>
                  <a:pt x="367906" y="2287085"/>
                </a:lnTo>
                <a:lnTo>
                  <a:pt x="360754" y="2291940"/>
                </a:lnTo>
                <a:lnTo>
                  <a:pt x="354281" y="2296252"/>
                </a:lnTo>
                <a:lnTo>
                  <a:pt x="345873" y="2295168"/>
                </a:lnTo>
                <a:close/>
              </a:path>
              <a:path w="5142230" h="2300604">
                <a:moveTo>
                  <a:pt x="216674" y="2126857"/>
                </a:moveTo>
                <a:lnTo>
                  <a:pt x="210431" y="2120173"/>
                </a:lnTo>
                <a:lnTo>
                  <a:pt x="204897" y="2113565"/>
                </a:lnTo>
                <a:lnTo>
                  <a:pt x="205751" y="2103727"/>
                </a:lnTo>
                <a:lnTo>
                  <a:pt x="211089" y="2099178"/>
                </a:lnTo>
                <a:lnTo>
                  <a:pt x="217693" y="2093638"/>
                </a:lnTo>
                <a:lnTo>
                  <a:pt x="218923" y="2092609"/>
                </a:lnTo>
                <a:lnTo>
                  <a:pt x="228810" y="2093417"/>
                </a:lnTo>
                <a:lnTo>
                  <a:pt x="239874" y="2106630"/>
                </a:lnTo>
                <a:lnTo>
                  <a:pt x="239066" y="2116517"/>
                </a:lnTo>
                <a:lnTo>
                  <a:pt x="233690" y="2121026"/>
                </a:lnTo>
                <a:lnTo>
                  <a:pt x="227112" y="2126593"/>
                </a:lnTo>
                <a:lnTo>
                  <a:pt x="226093" y="2127458"/>
                </a:lnTo>
                <a:lnTo>
                  <a:pt x="216674" y="2126857"/>
                </a:lnTo>
                <a:close/>
              </a:path>
              <a:path w="5142230" h="2300604">
                <a:moveTo>
                  <a:pt x="170491" y="2072921"/>
                </a:moveTo>
                <a:lnTo>
                  <a:pt x="164391" y="2066392"/>
                </a:lnTo>
                <a:lnTo>
                  <a:pt x="158759" y="2059875"/>
                </a:lnTo>
                <a:lnTo>
                  <a:pt x="159474" y="2049985"/>
                </a:lnTo>
                <a:lnTo>
                  <a:pt x="171650" y="2039463"/>
                </a:lnTo>
                <a:lnTo>
                  <a:pt x="172509" y="2038721"/>
                </a:lnTo>
                <a:lnTo>
                  <a:pt x="182344" y="2039386"/>
                </a:lnTo>
                <a:lnTo>
                  <a:pt x="193712" y="2052425"/>
                </a:lnTo>
                <a:lnTo>
                  <a:pt x="192998" y="2062315"/>
                </a:lnTo>
                <a:lnTo>
                  <a:pt x="180813" y="2072829"/>
                </a:lnTo>
                <a:lnTo>
                  <a:pt x="180055" y="2073483"/>
                </a:lnTo>
                <a:lnTo>
                  <a:pt x="170491" y="2072921"/>
                </a:lnTo>
                <a:close/>
              </a:path>
              <a:path w="5142230" h="2300604">
                <a:moveTo>
                  <a:pt x="123927" y="2019460"/>
                </a:moveTo>
                <a:lnTo>
                  <a:pt x="117817" y="2012919"/>
                </a:lnTo>
                <a:lnTo>
                  <a:pt x="112095" y="2006403"/>
                </a:lnTo>
                <a:lnTo>
                  <a:pt x="112761" y="1996559"/>
                </a:lnTo>
                <a:lnTo>
                  <a:pt x="124997" y="1985807"/>
                </a:lnTo>
                <a:lnTo>
                  <a:pt x="125749" y="1985147"/>
                </a:lnTo>
                <a:lnTo>
                  <a:pt x="135644" y="1985866"/>
                </a:lnTo>
                <a:lnTo>
                  <a:pt x="147005" y="1998810"/>
                </a:lnTo>
                <a:lnTo>
                  <a:pt x="146381" y="2008698"/>
                </a:lnTo>
                <a:lnTo>
                  <a:pt x="139819" y="2014381"/>
                </a:lnTo>
                <a:lnTo>
                  <a:pt x="134097" y="2019398"/>
                </a:lnTo>
                <a:lnTo>
                  <a:pt x="133444" y="2019971"/>
                </a:lnTo>
                <a:lnTo>
                  <a:pt x="123927" y="2019460"/>
                </a:lnTo>
                <a:close/>
              </a:path>
              <a:path w="5142230" h="2300604">
                <a:moveTo>
                  <a:pt x="261646" y="2181547"/>
                </a:moveTo>
                <a:lnTo>
                  <a:pt x="255265" y="2174716"/>
                </a:lnTo>
                <a:lnTo>
                  <a:pt x="249877" y="2167970"/>
                </a:lnTo>
                <a:lnTo>
                  <a:pt x="250964" y="2158089"/>
                </a:lnTo>
                <a:lnTo>
                  <a:pt x="264459" y="2147317"/>
                </a:lnTo>
                <a:lnTo>
                  <a:pt x="274288" y="2148454"/>
                </a:lnTo>
                <a:lnTo>
                  <a:pt x="285113" y="2161899"/>
                </a:lnTo>
                <a:lnTo>
                  <a:pt x="283976" y="2171728"/>
                </a:lnTo>
                <a:lnTo>
                  <a:pt x="277226" y="2177111"/>
                </a:lnTo>
                <a:lnTo>
                  <a:pt x="270823" y="2182280"/>
                </a:lnTo>
                <a:lnTo>
                  <a:pt x="261646" y="2181547"/>
                </a:lnTo>
                <a:close/>
              </a:path>
              <a:path w="5142230" h="2300604">
                <a:moveTo>
                  <a:pt x="31141" y="1911631"/>
                </a:moveTo>
                <a:lnTo>
                  <a:pt x="24906" y="1904956"/>
                </a:lnTo>
                <a:lnTo>
                  <a:pt x="19366" y="1898351"/>
                </a:lnTo>
                <a:lnTo>
                  <a:pt x="20274" y="1888464"/>
                </a:lnTo>
                <a:lnTo>
                  <a:pt x="26878" y="1882924"/>
                </a:lnTo>
                <a:lnTo>
                  <a:pt x="32189" y="1878542"/>
                </a:lnTo>
                <a:lnTo>
                  <a:pt x="33582" y="1877393"/>
                </a:lnTo>
                <a:lnTo>
                  <a:pt x="43375" y="1878297"/>
                </a:lnTo>
                <a:lnTo>
                  <a:pt x="54485" y="1891559"/>
                </a:lnTo>
                <a:lnTo>
                  <a:pt x="53587" y="1901447"/>
                </a:lnTo>
                <a:lnTo>
                  <a:pt x="41692" y="1911391"/>
                </a:lnTo>
                <a:lnTo>
                  <a:pt x="40564" y="1912334"/>
                </a:lnTo>
                <a:lnTo>
                  <a:pt x="31141" y="1911631"/>
                </a:lnTo>
                <a:close/>
              </a:path>
              <a:path w="5142230" h="2300604">
                <a:moveTo>
                  <a:pt x="77219" y="1965843"/>
                </a:moveTo>
                <a:lnTo>
                  <a:pt x="71069" y="1959260"/>
                </a:lnTo>
                <a:lnTo>
                  <a:pt x="65437" y="1952743"/>
                </a:lnTo>
                <a:lnTo>
                  <a:pt x="66147" y="1942848"/>
                </a:lnTo>
                <a:lnTo>
                  <a:pt x="78326" y="1932329"/>
                </a:lnTo>
                <a:lnTo>
                  <a:pt x="79236" y="1931543"/>
                </a:lnTo>
                <a:lnTo>
                  <a:pt x="89116" y="1932257"/>
                </a:lnTo>
                <a:lnTo>
                  <a:pt x="100435" y="1945342"/>
                </a:lnTo>
                <a:lnTo>
                  <a:pt x="99721" y="1955231"/>
                </a:lnTo>
                <a:lnTo>
                  <a:pt x="87537" y="1965745"/>
                </a:lnTo>
                <a:lnTo>
                  <a:pt x="86774" y="1966404"/>
                </a:lnTo>
                <a:lnTo>
                  <a:pt x="77219" y="1965843"/>
                </a:lnTo>
                <a:close/>
              </a:path>
              <a:path w="5142230" h="2300604">
                <a:moveTo>
                  <a:pt x="0" y="1853578"/>
                </a:moveTo>
                <a:lnTo>
                  <a:pt x="0" y="1823852"/>
                </a:lnTo>
                <a:lnTo>
                  <a:pt x="10126" y="1836938"/>
                </a:lnTo>
                <a:lnTo>
                  <a:pt x="8854" y="1846719"/>
                </a:lnTo>
                <a:lnTo>
                  <a:pt x="0" y="1853578"/>
                </a:lnTo>
                <a:close/>
              </a:path>
              <a:path w="5142230" h="2300604">
                <a:moveTo>
                  <a:pt x="799057" y="2223919"/>
                </a:moveTo>
                <a:lnTo>
                  <a:pt x="792856" y="2217280"/>
                </a:lnTo>
                <a:lnTo>
                  <a:pt x="792316" y="2216507"/>
                </a:lnTo>
                <a:lnTo>
                  <a:pt x="787736" y="2209453"/>
                </a:lnTo>
                <a:lnTo>
                  <a:pt x="789704" y="2200036"/>
                </a:lnTo>
                <a:lnTo>
                  <a:pt x="803810" y="2190885"/>
                </a:lnTo>
                <a:lnTo>
                  <a:pt x="813232" y="2192858"/>
                </a:lnTo>
                <a:lnTo>
                  <a:pt x="822378" y="2206950"/>
                </a:lnTo>
                <a:lnTo>
                  <a:pt x="820410" y="2216377"/>
                </a:lnTo>
                <a:lnTo>
                  <a:pt x="813361" y="2220953"/>
                </a:lnTo>
                <a:lnTo>
                  <a:pt x="807079" y="2225077"/>
                </a:lnTo>
                <a:lnTo>
                  <a:pt x="799057" y="2223919"/>
                </a:lnTo>
                <a:close/>
              </a:path>
              <a:path w="5142230" h="2300604">
                <a:moveTo>
                  <a:pt x="249425" y="1662529"/>
                </a:moveTo>
                <a:lnTo>
                  <a:pt x="243458" y="1656141"/>
                </a:lnTo>
                <a:lnTo>
                  <a:pt x="243485" y="1646884"/>
                </a:lnTo>
                <a:lnTo>
                  <a:pt x="249160" y="1641035"/>
                </a:lnTo>
                <a:lnTo>
                  <a:pt x="255076" y="1635061"/>
                </a:lnTo>
                <a:lnTo>
                  <a:pt x="264717" y="1634912"/>
                </a:lnTo>
                <a:lnTo>
                  <a:pt x="276686" y="1646650"/>
                </a:lnTo>
                <a:lnTo>
                  <a:pt x="276821" y="1656285"/>
                </a:lnTo>
                <a:lnTo>
                  <a:pt x="270955" y="1662313"/>
                </a:lnTo>
                <a:lnTo>
                  <a:pt x="265044" y="1668301"/>
                </a:lnTo>
                <a:lnTo>
                  <a:pt x="255457" y="1668399"/>
                </a:lnTo>
                <a:lnTo>
                  <a:pt x="249425" y="1662529"/>
                </a:lnTo>
                <a:close/>
              </a:path>
              <a:path w="5142230" h="2300604">
                <a:moveTo>
                  <a:pt x="352928" y="1760424"/>
                </a:moveTo>
                <a:lnTo>
                  <a:pt x="346729" y="1753788"/>
                </a:lnTo>
                <a:lnTo>
                  <a:pt x="346611" y="1744767"/>
                </a:lnTo>
                <a:lnTo>
                  <a:pt x="357737" y="1732739"/>
                </a:lnTo>
                <a:lnTo>
                  <a:pt x="367387" y="1732307"/>
                </a:lnTo>
                <a:lnTo>
                  <a:pt x="379698" y="1743726"/>
                </a:lnTo>
                <a:lnTo>
                  <a:pt x="380125" y="1753371"/>
                </a:lnTo>
                <a:lnTo>
                  <a:pt x="368706" y="1765682"/>
                </a:lnTo>
                <a:lnTo>
                  <a:pt x="359109" y="1766063"/>
                </a:lnTo>
                <a:lnTo>
                  <a:pt x="352928" y="1760424"/>
                </a:lnTo>
                <a:close/>
              </a:path>
              <a:path w="5142230" h="2300604">
                <a:moveTo>
                  <a:pt x="457968" y="1856152"/>
                </a:moveTo>
                <a:lnTo>
                  <a:pt x="451677" y="1849418"/>
                </a:lnTo>
                <a:lnTo>
                  <a:pt x="451513" y="1840542"/>
                </a:lnTo>
                <a:lnTo>
                  <a:pt x="456954" y="1834638"/>
                </a:lnTo>
                <a:lnTo>
                  <a:pt x="462548" y="1828407"/>
                </a:lnTo>
                <a:lnTo>
                  <a:pt x="472148" y="1827932"/>
                </a:lnTo>
                <a:lnTo>
                  <a:pt x="484595" y="1839214"/>
                </a:lnTo>
                <a:lnTo>
                  <a:pt x="485081" y="1848814"/>
                </a:lnTo>
                <a:lnTo>
                  <a:pt x="479433" y="1855084"/>
                </a:lnTo>
                <a:lnTo>
                  <a:pt x="473798" y="1861271"/>
                </a:lnTo>
                <a:lnTo>
                  <a:pt x="464194" y="1861751"/>
                </a:lnTo>
                <a:lnTo>
                  <a:pt x="457968" y="1856152"/>
                </a:lnTo>
                <a:close/>
              </a:path>
              <a:path w="5142230" h="2300604">
                <a:moveTo>
                  <a:pt x="300855" y="1711914"/>
                </a:moveTo>
                <a:lnTo>
                  <a:pt x="294751" y="1705380"/>
                </a:lnTo>
                <a:lnTo>
                  <a:pt x="294636" y="1696265"/>
                </a:lnTo>
                <a:lnTo>
                  <a:pt x="300217" y="1690412"/>
                </a:lnTo>
                <a:lnTo>
                  <a:pt x="305997" y="1684282"/>
                </a:lnTo>
                <a:lnTo>
                  <a:pt x="315586" y="1683990"/>
                </a:lnTo>
                <a:lnTo>
                  <a:pt x="327844" y="1695549"/>
                </a:lnTo>
                <a:lnTo>
                  <a:pt x="328136" y="1705147"/>
                </a:lnTo>
                <a:lnTo>
                  <a:pt x="316577" y="1717406"/>
                </a:lnTo>
                <a:lnTo>
                  <a:pt x="306938" y="1717644"/>
                </a:lnTo>
                <a:lnTo>
                  <a:pt x="300855" y="1711914"/>
                </a:lnTo>
                <a:close/>
              </a:path>
              <a:path w="5142230" h="2300604">
                <a:moveTo>
                  <a:pt x="405345" y="1808421"/>
                </a:moveTo>
                <a:lnTo>
                  <a:pt x="399154" y="1801795"/>
                </a:lnTo>
                <a:lnTo>
                  <a:pt x="398988" y="1792820"/>
                </a:lnTo>
                <a:lnTo>
                  <a:pt x="404335" y="1786911"/>
                </a:lnTo>
                <a:lnTo>
                  <a:pt x="410018" y="1780680"/>
                </a:lnTo>
                <a:lnTo>
                  <a:pt x="419663" y="1780262"/>
                </a:lnTo>
                <a:lnTo>
                  <a:pt x="432031" y="1791537"/>
                </a:lnTo>
                <a:lnTo>
                  <a:pt x="432552" y="1801185"/>
                </a:lnTo>
                <a:lnTo>
                  <a:pt x="421220" y="1813588"/>
                </a:lnTo>
                <a:lnTo>
                  <a:pt x="411575" y="1814015"/>
                </a:lnTo>
                <a:lnTo>
                  <a:pt x="405345" y="1808421"/>
                </a:lnTo>
                <a:close/>
              </a:path>
              <a:path w="5142230" h="2300604">
                <a:moveTo>
                  <a:pt x="64137" y="1457145"/>
                </a:moveTo>
                <a:lnTo>
                  <a:pt x="57795" y="1450356"/>
                </a:lnTo>
                <a:lnTo>
                  <a:pt x="52646" y="1443671"/>
                </a:lnTo>
                <a:lnTo>
                  <a:pt x="53962" y="1434132"/>
                </a:lnTo>
                <a:lnTo>
                  <a:pt x="67245" y="1423915"/>
                </a:lnTo>
                <a:lnTo>
                  <a:pt x="76832" y="1425185"/>
                </a:lnTo>
                <a:lnTo>
                  <a:pt x="87001" y="1438514"/>
                </a:lnTo>
                <a:lnTo>
                  <a:pt x="85779" y="1448056"/>
                </a:lnTo>
                <a:lnTo>
                  <a:pt x="79089" y="1453210"/>
                </a:lnTo>
                <a:lnTo>
                  <a:pt x="72837" y="1457954"/>
                </a:lnTo>
                <a:lnTo>
                  <a:pt x="64137" y="1457145"/>
                </a:lnTo>
                <a:close/>
              </a:path>
              <a:path w="5142230" h="2300604">
                <a:moveTo>
                  <a:pt x="22348" y="1399411"/>
                </a:moveTo>
                <a:lnTo>
                  <a:pt x="15637" y="1392227"/>
                </a:lnTo>
                <a:lnTo>
                  <a:pt x="10870" y="1385267"/>
                </a:lnTo>
                <a:lnTo>
                  <a:pt x="12703" y="1375793"/>
                </a:lnTo>
                <a:lnTo>
                  <a:pt x="26576" y="1366304"/>
                </a:lnTo>
                <a:lnTo>
                  <a:pt x="36004" y="1368088"/>
                </a:lnTo>
                <a:lnTo>
                  <a:pt x="45488" y="1381955"/>
                </a:lnTo>
                <a:lnTo>
                  <a:pt x="43754" y="1391437"/>
                </a:lnTo>
                <a:lnTo>
                  <a:pt x="36794" y="1396205"/>
                </a:lnTo>
                <a:lnTo>
                  <a:pt x="30464" y="1400474"/>
                </a:lnTo>
                <a:lnTo>
                  <a:pt x="22348" y="1399411"/>
                </a:lnTo>
                <a:close/>
              </a:path>
              <a:path w="5142230" h="2300604">
                <a:moveTo>
                  <a:pt x="108783" y="1512669"/>
                </a:moveTo>
                <a:lnTo>
                  <a:pt x="102722" y="1506181"/>
                </a:lnTo>
                <a:lnTo>
                  <a:pt x="97326" y="1499808"/>
                </a:lnTo>
                <a:lnTo>
                  <a:pt x="98129" y="1490210"/>
                </a:lnTo>
                <a:lnTo>
                  <a:pt x="103375" y="1485757"/>
                </a:lnTo>
                <a:lnTo>
                  <a:pt x="109778" y="1480393"/>
                </a:lnTo>
                <a:lnTo>
                  <a:pt x="111009" y="1479365"/>
                </a:lnTo>
                <a:lnTo>
                  <a:pt x="120564" y="1480209"/>
                </a:lnTo>
                <a:lnTo>
                  <a:pt x="131412" y="1492995"/>
                </a:lnTo>
                <a:lnTo>
                  <a:pt x="130564" y="1502644"/>
                </a:lnTo>
                <a:lnTo>
                  <a:pt x="125368" y="1507051"/>
                </a:lnTo>
                <a:lnTo>
                  <a:pt x="124196" y="1508045"/>
                </a:lnTo>
                <a:lnTo>
                  <a:pt x="118900" y="1512444"/>
                </a:lnTo>
                <a:lnTo>
                  <a:pt x="117924" y="1513256"/>
                </a:lnTo>
                <a:lnTo>
                  <a:pt x="108783" y="1512669"/>
                </a:lnTo>
                <a:close/>
              </a:path>
              <a:path w="5142230" h="2300604">
                <a:moveTo>
                  <a:pt x="834899" y="2284474"/>
                </a:moveTo>
                <a:lnTo>
                  <a:pt x="829433" y="2278623"/>
                </a:lnTo>
                <a:lnTo>
                  <a:pt x="828660" y="2277601"/>
                </a:lnTo>
                <a:lnTo>
                  <a:pt x="827997" y="2276403"/>
                </a:lnTo>
                <a:lnTo>
                  <a:pt x="824046" y="2269045"/>
                </a:lnTo>
                <a:lnTo>
                  <a:pt x="826767" y="2259838"/>
                </a:lnTo>
                <a:lnTo>
                  <a:pt x="834128" y="2255792"/>
                </a:lnTo>
                <a:lnTo>
                  <a:pt x="841534" y="2251795"/>
                </a:lnTo>
                <a:lnTo>
                  <a:pt x="850788" y="2254565"/>
                </a:lnTo>
                <a:lnTo>
                  <a:pt x="858736" y="2269329"/>
                </a:lnTo>
                <a:lnTo>
                  <a:pt x="856014" y="2278537"/>
                </a:lnTo>
                <a:lnTo>
                  <a:pt x="848654" y="2282582"/>
                </a:lnTo>
                <a:lnTo>
                  <a:pt x="842402" y="2285957"/>
                </a:lnTo>
                <a:lnTo>
                  <a:pt x="834899" y="2284474"/>
                </a:lnTo>
                <a:close/>
              </a:path>
              <a:path w="5142230" h="2300604">
                <a:moveTo>
                  <a:pt x="0" y="1335562"/>
                </a:moveTo>
                <a:lnTo>
                  <a:pt x="0" y="1310932"/>
                </a:lnTo>
                <a:lnTo>
                  <a:pt x="7363" y="1323255"/>
                </a:lnTo>
                <a:lnTo>
                  <a:pt x="4967" y="1332616"/>
                </a:lnTo>
                <a:lnTo>
                  <a:pt x="0" y="1335562"/>
                </a:lnTo>
                <a:close/>
              </a:path>
              <a:path w="5142230" h="2300604">
                <a:moveTo>
                  <a:pt x="667404" y="2058257"/>
                </a:moveTo>
                <a:lnTo>
                  <a:pt x="655880" y="2045921"/>
                </a:lnTo>
                <a:lnTo>
                  <a:pt x="656207" y="2036301"/>
                </a:lnTo>
                <a:lnTo>
                  <a:pt x="668540" y="2024871"/>
                </a:lnTo>
                <a:lnTo>
                  <a:pt x="678155" y="2025203"/>
                </a:lnTo>
                <a:lnTo>
                  <a:pt x="689592" y="2037447"/>
                </a:lnTo>
                <a:lnTo>
                  <a:pt x="689261" y="2047052"/>
                </a:lnTo>
                <a:lnTo>
                  <a:pt x="676978" y="2058536"/>
                </a:lnTo>
                <a:lnTo>
                  <a:pt x="667404" y="2058257"/>
                </a:lnTo>
                <a:close/>
              </a:path>
              <a:path w="5142230" h="2300604">
                <a:moveTo>
                  <a:pt x="562052" y="1952127"/>
                </a:moveTo>
                <a:lnTo>
                  <a:pt x="555993" y="1945642"/>
                </a:lnTo>
                <a:lnTo>
                  <a:pt x="555932" y="1936486"/>
                </a:lnTo>
                <a:lnTo>
                  <a:pt x="567338" y="1924552"/>
                </a:lnTo>
                <a:lnTo>
                  <a:pt x="576973" y="1924309"/>
                </a:lnTo>
                <a:lnTo>
                  <a:pt x="589093" y="1935915"/>
                </a:lnTo>
                <a:lnTo>
                  <a:pt x="589380" y="1945508"/>
                </a:lnTo>
                <a:lnTo>
                  <a:pt x="583555" y="1951589"/>
                </a:lnTo>
                <a:lnTo>
                  <a:pt x="577776" y="1957718"/>
                </a:lnTo>
                <a:lnTo>
                  <a:pt x="568132" y="1957961"/>
                </a:lnTo>
                <a:lnTo>
                  <a:pt x="562052" y="1952127"/>
                </a:lnTo>
                <a:close/>
              </a:path>
              <a:path w="5142230" h="2300604">
                <a:moveTo>
                  <a:pt x="612549" y="2001296"/>
                </a:moveTo>
                <a:lnTo>
                  <a:pt x="606719" y="1995055"/>
                </a:lnTo>
                <a:lnTo>
                  <a:pt x="606848" y="1985712"/>
                </a:lnTo>
                <a:lnTo>
                  <a:pt x="618625" y="1973980"/>
                </a:lnTo>
                <a:lnTo>
                  <a:pt x="628209" y="1973976"/>
                </a:lnTo>
                <a:lnTo>
                  <a:pt x="640126" y="1985853"/>
                </a:lnTo>
                <a:lnTo>
                  <a:pt x="640077" y="1995478"/>
                </a:lnTo>
                <a:lnTo>
                  <a:pt x="634214" y="2001420"/>
                </a:lnTo>
                <a:lnTo>
                  <a:pt x="628253" y="2007354"/>
                </a:lnTo>
                <a:lnTo>
                  <a:pt x="618575" y="2007355"/>
                </a:lnTo>
                <a:lnTo>
                  <a:pt x="612549" y="2001296"/>
                </a:lnTo>
                <a:close/>
              </a:path>
              <a:path w="5142230" h="2300604">
                <a:moveTo>
                  <a:pt x="155878" y="1566201"/>
                </a:moveTo>
                <a:lnTo>
                  <a:pt x="144307" y="1553815"/>
                </a:lnTo>
                <a:lnTo>
                  <a:pt x="144724" y="1544203"/>
                </a:lnTo>
                <a:lnTo>
                  <a:pt x="150918" y="1538508"/>
                </a:lnTo>
                <a:lnTo>
                  <a:pt x="156906" y="1533090"/>
                </a:lnTo>
                <a:lnTo>
                  <a:pt x="157153" y="1532866"/>
                </a:lnTo>
                <a:lnTo>
                  <a:pt x="166765" y="1533283"/>
                </a:lnTo>
                <a:lnTo>
                  <a:pt x="172411" y="1539523"/>
                </a:lnTo>
                <a:lnTo>
                  <a:pt x="178097" y="1545609"/>
                </a:lnTo>
                <a:lnTo>
                  <a:pt x="177680" y="1555328"/>
                </a:lnTo>
                <a:lnTo>
                  <a:pt x="171481" y="1561019"/>
                </a:lnTo>
                <a:lnTo>
                  <a:pt x="165493" y="1566436"/>
                </a:lnTo>
                <a:lnTo>
                  <a:pt x="165295" y="1566615"/>
                </a:lnTo>
                <a:lnTo>
                  <a:pt x="155878" y="1566201"/>
                </a:lnTo>
                <a:close/>
              </a:path>
              <a:path w="5142230" h="2300604">
                <a:moveTo>
                  <a:pt x="714323" y="2111025"/>
                </a:moveTo>
                <a:lnTo>
                  <a:pt x="708315" y="2104593"/>
                </a:lnTo>
                <a:lnTo>
                  <a:pt x="702868" y="2098176"/>
                </a:lnTo>
                <a:lnTo>
                  <a:pt x="703667" y="2088573"/>
                </a:lnTo>
                <a:lnTo>
                  <a:pt x="715383" y="2078632"/>
                </a:lnTo>
                <a:lnTo>
                  <a:pt x="716453" y="2077725"/>
                </a:lnTo>
                <a:lnTo>
                  <a:pt x="726105" y="2078478"/>
                </a:lnTo>
                <a:lnTo>
                  <a:pt x="736950" y="2091358"/>
                </a:lnTo>
                <a:lnTo>
                  <a:pt x="736200" y="2100916"/>
                </a:lnTo>
                <a:lnTo>
                  <a:pt x="724478" y="2110850"/>
                </a:lnTo>
                <a:lnTo>
                  <a:pt x="723560" y="2111627"/>
                </a:lnTo>
                <a:lnTo>
                  <a:pt x="714323" y="2111025"/>
                </a:lnTo>
                <a:close/>
              </a:path>
              <a:path w="5142230" h="2300604">
                <a:moveTo>
                  <a:pt x="198744" y="1611805"/>
                </a:moveTo>
                <a:lnTo>
                  <a:pt x="193096" y="1605758"/>
                </a:lnTo>
                <a:lnTo>
                  <a:pt x="193327" y="1596320"/>
                </a:lnTo>
                <a:lnTo>
                  <a:pt x="199286" y="1590480"/>
                </a:lnTo>
                <a:lnTo>
                  <a:pt x="199718" y="1590063"/>
                </a:lnTo>
                <a:lnTo>
                  <a:pt x="205333" y="1584647"/>
                </a:lnTo>
                <a:lnTo>
                  <a:pt x="214960" y="1584786"/>
                </a:lnTo>
                <a:lnTo>
                  <a:pt x="226687" y="1596841"/>
                </a:lnTo>
                <a:lnTo>
                  <a:pt x="226548" y="1606468"/>
                </a:lnTo>
                <a:lnTo>
                  <a:pt x="226111" y="1606889"/>
                </a:lnTo>
                <a:lnTo>
                  <a:pt x="220495" y="1612304"/>
                </a:lnTo>
                <a:lnTo>
                  <a:pt x="214488" y="1618190"/>
                </a:lnTo>
                <a:lnTo>
                  <a:pt x="204862" y="1618051"/>
                </a:lnTo>
                <a:lnTo>
                  <a:pt x="198744" y="1611805"/>
                </a:lnTo>
                <a:close/>
              </a:path>
              <a:path w="5142230" h="2300604">
                <a:moveTo>
                  <a:pt x="758534" y="2166171"/>
                </a:moveTo>
                <a:lnTo>
                  <a:pt x="752151" y="2159338"/>
                </a:lnTo>
                <a:lnTo>
                  <a:pt x="747045" y="2152602"/>
                </a:lnTo>
                <a:lnTo>
                  <a:pt x="748451" y="2143061"/>
                </a:lnTo>
                <a:lnTo>
                  <a:pt x="761830" y="2132947"/>
                </a:lnTo>
                <a:lnTo>
                  <a:pt x="771369" y="2134263"/>
                </a:lnTo>
                <a:lnTo>
                  <a:pt x="781485" y="2147731"/>
                </a:lnTo>
                <a:lnTo>
                  <a:pt x="780169" y="2157270"/>
                </a:lnTo>
                <a:lnTo>
                  <a:pt x="773436" y="2162281"/>
                </a:lnTo>
                <a:lnTo>
                  <a:pt x="767185" y="2167025"/>
                </a:lnTo>
                <a:lnTo>
                  <a:pt x="758534" y="2166171"/>
                </a:lnTo>
                <a:close/>
              </a:path>
              <a:path w="5142230" h="2300604">
                <a:moveTo>
                  <a:pt x="510350" y="1903918"/>
                </a:moveTo>
                <a:lnTo>
                  <a:pt x="504156" y="1897286"/>
                </a:lnTo>
                <a:lnTo>
                  <a:pt x="504038" y="1888265"/>
                </a:lnTo>
                <a:lnTo>
                  <a:pt x="515119" y="1876179"/>
                </a:lnTo>
                <a:lnTo>
                  <a:pt x="524764" y="1875752"/>
                </a:lnTo>
                <a:lnTo>
                  <a:pt x="537169" y="1887174"/>
                </a:lnTo>
                <a:lnTo>
                  <a:pt x="537550" y="1896771"/>
                </a:lnTo>
                <a:lnTo>
                  <a:pt x="531862" y="1902997"/>
                </a:lnTo>
                <a:lnTo>
                  <a:pt x="526177" y="1909130"/>
                </a:lnTo>
                <a:lnTo>
                  <a:pt x="516532" y="1909557"/>
                </a:lnTo>
                <a:lnTo>
                  <a:pt x="510350" y="1903918"/>
                </a:lnTo>
                <a:close/>
              </a:path>
              <a:path w="5142230" h="2300604">
                <a:moveTo>
                  <a:pt x="311083" y="1372452"/>
                </a:moveTo>
                <a:lnTo>
                  <a:pt x="305205" y="1366160"/>
                </a:lnTo>
                <a:lnTo>
                  <a:pt x="304883" y="1357790"/>
                </a:lnTo>
                <a:lnTo>
                  <a:pt x="309702" y="1352001"/>
                </a:lnTo>
                <a:lnTo>
                  <a:pt x="314972" y="1345717"/>
                </a:lnTo>
                <a:lnTo>
                  <a:pt x="324248" y="1344895"/>
                </a:lnTo>
                <a:lnTo>
                  <a:pt x="336830" y="1355431"/>
                </a:lnTo>
                <a:lnTo>
                  <a:pt x="337642" y="1364707"/>
                </a:lnTo>
                <a:lnTo>
                  <a:pt x="327165" y="1377243"/>
                </a:lnTo>
                <a:lnTo>
                  <a:pt x="317835" y="1378106"/>
                </a:lnTo>
                <a:lnTo>
                  <a:pt x="311083" y="1372452"/>
                </a:lnTo>
                <a:close/>
              </a:path>
              <a:path w="5142230" h="2300604">
                <a:moveTo>
                  <a:pt x="121095" y="1170824"/>
                </a:moveTo>
                <a:lnTo>
                  <a:pt x="115120" y="1164428"/>
                </a:lnTo>
                <a:lnTo>
                  <a:pt x="114716" y="1163800"/>
                </a:lnTo>
                <a:lnTo>
                  <a:pt x="110029" y="1157121"/>
                </a:lnTo>
                <a:lnTo>
                  <a:pt x="111717" y="1147883"/>
                </a:lnTo>
                <a:lnTo>
                  <a:pt x="125152" y="1138610"/>
                </a:lnTo>
                <a:lnTo>
                  <a:pt x="134354" y="1140250"/>
                </a:lnTo>
                <a:lnTo>
                  <a:pt x="143668" y="1153739"/>
                </a:lnTo>
                <a:lnTo>
                  <a:pt x="141982" y="1162892"/>
                </a:lnTo>
                <a:lnTo>
                  <a:pt x="135303" y="1167570"/>
                </a:lnTo>
                <a:lnTo>
                  <a:pt x="129170" y="1171747"/>
                </a:lnTo>
                <a:lnTo>
                  <a:pt x="121095" y="1170824"/>
                </a:lnTo>
                <a:close/>
              </a:path>
              <a:path w="5142230" h="2300604">
                <a:moveTo>
                  <a:pt x="0" y="842644"/>
                </a:moveTo>
                <a:lnTo>
                  <a:pt x="0" y="818485"/>
                </a:lnTo>
                <a:lnTo>
                  <a:pt x="505" y="818776"/>
                </a:lnTo>
                <a:lnTo>
                  <a:pt x="4736" y="834546"/>
                </a:lnTo>
                <a:lnTo>
                  <a:pt x="0" y="842644"/>
                </a:lnTo>
                <a:close/>
              </a:path>
              <a:path w="5142230" h="2300604">
                <a:moveTo>
                  <a:pt x="1280867" y="2283698"/>
                </a:moveTo>
                <a:lnTo>
                  <a:pt x="1275624" y="2278085"/>
                </a:lnTo>
                <a:lnTo>
                  <a:pt x="1274467" y="2276162"/>
                </a:lnTo>
                <a:lnTo>
                  <a:pt x="1273827" y="2274011"/>
                </a:lnTo>
                <a:lnTo>
                  <a:pt x="1271360" y="2266190"/>
                </a:lnTo>
                <a:lnTo>
                  <a:pt x="1275651" y="2257881"/>
                </a:lnTo>
                <a:lnTo>
                  <a:pt x="1283478" y="2255409"/>
                </a:lnTo>
                <a:lnTo>
                  <a:pt x="1291260" y="2252987"/>
                </a:lnTo>
                <a:lnTo>
                  <a:pt x="1299564" y="2257283"/>
                </a:lnTo>
                <a:lnTo>
                  <a:pt x="1304511" y="2272842"/>
                </a:lnTo>
                <a:lnTo>
                  <a:pt x="1300215" y="2281146"/>
                </a:lnTo>
                <a:lnTo>
                  <a:pt x="1286757" y="2285409"/>
                </a:lnTo>
                <a:lnTo>
                  <a:pt x="1280867" y="2283698"/>
                </a:lnTo>
                <a:close/>
              </a:path>
              <a:path w="5142230" h="2300604">
                <a:moveTo>
                  <a:pt x="24468" y="980109"/>
                </a:moveTo>
                <a:lnTo>
                  <a:pt x="19184" y="974453"/>
                </a:lnTo>
                <a:lnTo>
                  <a:pt x="18157" y="972855"/>
                </a:lnTo>
                <a:lnTo>
                  <a:pt x="14611" y="963293"/>
                </a:lnTo>
                <a:lnTo>
                  <a:pt x="18490" y="954738"/>
                </a:lnTo>
                <a:lnTo>
                  <a:pt x="26187" y="951931"/>
                </a:lnTo>
                <a:lnTo>
                  <a:pt x="33837" y="949076"/>
                </a:lnTo>
                <a:lnTo>
                  <a:pt x="42343" y="953001"/>
                </a:lnTo>
                <a:lnTo>
                  <a:pt x="48049" y="968297"/>
                </a:lnTo>
                <a:lnTo>
                  <a:pt x="44129" y="976808"/>
                </a:lnTo>
                <a:lnTo>
                  <a:pt x="36474" y="979658"/>
                </a:lnTo>
                <a:lnTo>
                  <a:pt x="30694" y="981780"/>
                </a:lnTo>
                <a:lnTo>
                  <a:pt x="24468" y="980109"/>
                </a:lnTo>
                <a:close/>
              </a:path>
              <a:path w="5142230" h="2300604">
                <a:moveTo>
                  <a:pt x="539860" y="1540417"/>
                </a:moveTo>
                <a:lnTo>
                  <a:pt x="534531" y="1534712"/>
                </a:lnTo>
                <a:lnTo>
                  <a:pt x="533754" y="1527037"/>
                </a:lnTo>
                <a:lnTo>
                  <a:pt x="537728" y="1521224"/>
                </a:lnTo>
                <a:lnTo>
                  <a:pt x="542255" y="1514438"/>
                </a:lnTo>
                <a:lnTo>
                  <a:pt x="551474" y="1512675"/>
                </a:lnTo>
                <a:lnTo>
                  <a:pt x="564992" y="1521770"/>
                </a:lnTo>
                <a:lnTo>
                  <a:pt x="566760" y="1530993"/>
                </a:lnTo>
                <a:lnTo>
                  <a:pt x="562233" y="1537779"/>
                </a:lnTo>
                <a:lnTo>
                  <a:pt x="557661" y="1544516"/>
                </a:lnTo>
                <a:lnTo>
                  <a:pt x="548478" y="1546328"/>
                </a:lnTo>
                <a:lnTo>
                  <a:pt x="541656" y="1541752"/>
                </a:lnTo>
                <a:lnTo>
                  <a:pt x="540732" y="1541154"/>
                </a:lnTo>
                <a:lnTo>
                  <a:pt x="539860" y="1540417"/>
                </a:lnTo>
                <a:close/>
              </a:path>
              <a:path w="5142230" h="2300604">
                <a:moveTo>
                  <a:pt x="82975" y="1110176"/>
                </a:moveTo>
                <a:lnTo>
                  <a:pt x="77646" y="1104471"/>
                </a:lnTo>
                <a:lnTo>
                  <a:pt x="76924" y="1103502"/>
                </a:lnTo>
                <a:lnTo>
                  <a:pt x="72338" y="1095367"/>
                </a:lnTo>
                <a:lnTo>
                  <a:pt x="74864" y="1086342"/>
                </a:lnTo>
                <a:lnTo>
                  <a:pt x="81987" y="1082335"/>
                </a:lnTo>
                <a:lnTo>
                  <a:pt x="89156" y="1078378"/>
                </a:lnTo>
                <a:lnTo>
                  <a:pt x="98182" y="1080904"/>
                </a:lnTo>
                <a:lnTo>
                  <a:pt x="106141" y="1095201"/>
                </a:lnTo>
                <a:lnTo>
                  <a:pt x="103570" y="1104168"/>
                </a:lnTo>
                <a:lnTo>
                  <a:pt x="96446" y="1108174"/>
                </a:lnTo>
                <a:lnTo>
                  <a:pt x="90383" y="1111556"/>
                </a:lnTo>
                <a:lnTo>
                  <a:pt x="82975" y="1110176"/>
                </a:lnTo>
                <a:close/>
              </a:path>
              <a:path w="5142230" h="2300604">
                <a:moveTo>
                  <a:pt x="51162" y="1046209"/>
                </a:moveTo>
                <a:lnTo>
                  <a:pt x="45878" y="1040553"/>
                </a:lnTo>
                <a:lnTo>
                  <a:pt x="44978" y="1039111"/>
                </a:lnTo>
                <a:lnTo>
                  <a:pt x="44234" y="1037523"/>
                </a:lnTo>
                <a:lnTo>
                  <a:pt x="40991" y="1030043"/>
                </a:lnTo>
                <a:lnTo>
                  <a:pt x="44455" y="1021338"/>
                </a:lnTo>
                <a:lnTo>
                  <a:pt x="51884" y="1018050"/>
                </a:lnTo>
                <a:lnTo>
                  <a:pt x="59403" y="1014760"/>
                </a:lnTo>
                <a:lnTo>
                  <a:pt x="68114" y="1018220"/>
                </a:lnTo>
                <a:lnTo>
                  <a:pt x="74638" y="1033219"/>
                </a:lnTo>
                <a:lnTo>
                  <a:pt x="71231" y="1041888"/>
                </a:lnTo>
                <a:lnTo>
                  <a:pt x="57813" y="1047758"/>
                </a:lnTo>
                <a:lnTo>
                  <a:pt x="51162" y="1046209"/>
                </a:lnTo>
                <a:close/>
              </a:path>
              <a:path w="5142230" h="2300604">
                <a:moveTo>
                  <a:pt x="423871" y="1459847"/>
                </a:moveTo>
                <a:lnTo>
                  <a:pt x="417800" y="1453349"/>
                </a:lnTo>
                <a:lnTo>
                  <a:pt x="417133" y="1445597"/>
                </a:lnTo>
                <a:lnTo>
                  <a:pt x="421386" y="1439788"/>
                </a:lnTo>
                <a:lnTo>
                  <a:pt x="426148" y="1433157"/>
                </a:lnTo>
                <a:lnTo>
                  <a:pt x="435452" y="1431680"/>
                </a:lnTo>
                <a:lnTo>
                  <a:pt x="448627" y="1441287"/>
                </a:lnTo>
                <a:lnTo>
                  <a:pt x="450107" y="1450496"/>
                </a:lnTo>
                <a:lnTo>
                  <a:pt x="445349" y="1457132"/>
                </a:lnTo>
                <a:lnTo>
                  <a:pt x="440546" y="1463719"/>
                </a:lnTo>
                <a:lnTo>
                  <a:pt x="431283" y="1465250"/>
                </a:lnTo>
                <a:lnTo>
                  <a:pt x="423871" y="1459847"/>
                </a:lnTo>
                <a:close/>
              </a:path>
              <a:path w="5142230" h="2300604">
                <a:moveTo>
                  <a:pt x="1223" y="912795"/>
                </a:moveTo>
                <a:lnTo>
                  <a:pt x="0" y="911485"/>
                </a:lnTo>
                <a:lnTo>
                  <a:pt x="0" y="885735"/>
                </a:lnTo>
                <a:lnTo>
                  <a:pt x="3789" y="884556"/>
                </a:lnTo>
                <a:lnTo>
                  <a:pt x="11611" y="882080"/>
                </a:lnTo>
                <a:lnTo>
                  <a:pt x="19920" y="886380"/>
                </a:lnTo>
                <a:lnTo>
                  <a:pt x="24818" y="901984"/>
                </a:lnTo>
                <a:lnTo>
                  <a:pt x="20513" y="910288"/>
                </a:lnTo>
                <a:lnTo>
                  <a:pt x="7113" y="914506"/>
                </a:lnTo>
                <a:lnTo>
                  <a:pt x="1223" y="912795"/>
                </a:lnTo>
                <a:close/>
              </a:path>
              <a:path w="5142230" h="2300604">
                <a:moveTo>
                  <a:pt x="481954" y="1501008"/>
                </a:moveTo>
                <a:lnTo>
                  <a:pt x="475837" y="1494460"/>
                </a:lnTo>
                <a:lnTo>
                  <a:pt x="475118" y="1486849"/>
                </a:lnTo>
                <a:lnTo>
                  <a:pt x="479187" y="1481039"/>
                </a:lnTo>
                <a:lnTo>
                  <a:pt x="483801" y="1474346"/>
                </a:lnTo>
                <a:lnTo>
                  <a:pt x="493016" y="1472686"/>
                </a:lnTo>
                <a:lnTo>
                  <a:pt x="506443" y="1481967"/>
                </a:lnTo>
                <a:lnTo>
                  <a:pt x="508107" y="1491177"/>
                </a:lnTo>
                <a:lnTo>
                  <a:pt x="498827" y="1504604"/>
                </a:lnTo>
                <a:lnTo>
                  <a:pt x="489611" y="1506273"/>
                </a:lnTo>
                <a:lnTo>
                  <a:pt x="482878" y="1501606"/>
                </a:lnTo>
                <a:lnTo>
                  <a:pt x="481954" y="1501008"/>
                </a:lnTo>
                <a:close/>
              </a:path>
              <a:path w="5142230" h="2300604">
                <a:moveTo>
                  <a:pt x="831444" y="1743660"/>
                </a:moveTo>
                <a:lnTo>
                  <a:pt x="825416" y="1737207"/>
                </a:lnTo>
                <a:lnTo>
                  <a:pt x="824901" y="1729227"/>
                </a:lnTo>
                <a:lnTo>
                  <a:pt x="829352" y="1723435"/>
                </a:lnTo>
                <a:lnTo>
                  <a:pt x="834247" y="1716945"/>
                </a:lnTo>
                <a:lnTo>
                  <a:pt x="843589" y="1715705"/>
                </a:lnTo>
                <a:lnTo>
                  <a:pt x="856566" y="1725589"/>
                </a:lnTo>
                <a:lnTo>
                  <a:pt x="857756" y="1734878"/>
                </a:lnTo>
                <a:lnTo>
                  <a:pt x="852861" y="1741368"/>
                </a:lnTo>
                <a:lnTo>
                  <a:pt x="847877" y="1747859"/>
                </a:lnTo>
                <a:lnTo>
                  <a:pt x="838628" y="1749103"/>
                </a:lnTo>
                <a:lnTo>
                  <a:pt x="831444" y="1743660"/>
                </a:lnTo>
                <a:close/>
              </a:path>
              <a:path w="5142230" h="2300604">
                <a:moveTo>
                  <a:pt x="657791" y="1619447"/>
                </a:moveTo>
                <a:lnTo>
                  <a:pt x="652416" y="1613693"/>
                </a:lnTo>
                <a:lnTo>
                  <a:pt x="651684" y="1606067"/>
                </a:lnTo>
                <a:lnTo>
                  <a:pt x="655560" y="1600256"/>
                </a:lnTo>
                <a:lnTo>
                  <a:pt x="660186" y="1593469"/>
                </a:lnTo>
                <a:lnTo>
                  <a:pt x="669355" y="1591652"/>
                </a:lnTo>
                <a:lnTo>
                  <a:pt x="682879" y="1600850"/>
                </a:lnTo>
                <a:lnTo>
                  <a:pt x="684691" y="1610024"/>
                </a:lnTo>
                <a:lnTo>
                  <a:pt x="680113" y="1616765"/>
                </a:lnTo>
                <a:lnTo>
                  <a:pt x="675542" y="1623592"/>
                </a:lnTo>
                <a:lnTo>
                  <a:pt x="666324" y="1625355"/>
                </a:lnTo>
                <a:lnTo>
                  <a:pt x="658617" y="1620136"/>
                </a:lnTo>
                <a:lnTo>
                  <a:pt x="657791" y="1619447"/>
                </a:lnTo>
                <a:close/>
              </a:path>
              <a:path w="5142230" h="2300604">
                <a:moveTo>
                  <a:pt x="716334" y="1659439"/>
                </a:moveTo>
                <a:lnTo>
                  <a:pt x="710964" y="1653690"/>
                </a:lnTo>
                <a:lnTo>
                  <a:pt x="710235" y="1645970"/>
                </a:lnTo>
                <a:lnTo>
                  <a:pt x="714304" y="1640160"/>
                </a:lnTo>
                <a:lnTo>
                  <a:pt x="718971" y="1633426"/>
                </a:lnTo>
                <a:lnTo>
                  <a:pt x="728186" y="1631757"/>
                </a:lnTo>
                <a:lnTo>
                  <a:pt x="741649" y="1641095"/>
                </a:lnTo>
                <a:lnTo>
                  <a:pt x="743274" y="1650352"/>
                </a:lnTo>
                <a:lnTo>
                  <a:pt x="738606" y="1656996"/>
                </a:lnTo>
                <a:lnTo>
                  <a:pt x="733939" y="1663720"/>
                </a:lnTo>
                <a:lnTo>
                  <a:pt x="724728" y="1665394"/>
                </a:lnTo>
                <a:lnTo>
                  <a:pt x="717994" y="1660727"/>
                </a:lnTo>
                <a:lnTo>
                  <a:pt x="717165" y="1660132"/>
                </a:lnTo>
                <a:lnTo>
                  <a:pt x="716334" y="1659439"/>
                </a:lnTo>
                <a:close/>
              </a:path>
              <a:path w="5142230" h="2300604">
                <a:moveTo>
                  <a:pt x="598846" y="1579904"/>
                </a:moveTo>
                <a:lnTo>
                  <a:pt x="593521" y="1574204"/>
                </a:lnTo>
                <a:lnTo>
                  <a:pt x="592736" y="1566619"/>
                </a:lnTo>
                <a:lnTo>
                  <a:pt x="601148" y="1554022"/>
                </a:lnTo>
                <a:lnTo>
                  <a:pt x="610369" y="1552164"/>
                </a:lnTo>
                <a:lnTo>
                  <a:pt x="623892" y="1561264"/>
                </a:lnTo>
                <a:lnTo>
                  <a:pt x="625794" y="1570445"/>
                </a:lnTo>
                <a:lnTo>
                  <a:pt x="621177" y="1577223"/>
                </a:lnTo>
                <a:lnTo>
                  <a:pt x="616650" y="1584008"/>
                </a:lnTo>
                <a:lnTo>
                  <a:pt x="607477" y="1585820"/>
                </a:lnTo>
                <a:lnTo>
                  <a:pt x="599717" y="1580642"/>
                </a:lnTo>
                <a:lnTo>
                  <a:pt x="598846" y="1579904"/>
                </a:lnTo>
                <a:close/>
              </a:path>
              <a:path w="5142230" h="2300604">
                <a:moveTo>
                  <a:pt x="774780" y="1701183"/>
                </a:moveTo>
                <a:lnTo>
                  <a:pt x="768705" y="1694681"/>
                </a:lnTo>
                <a:lnTo>
                  <a:pt x="768090" y="1686887"/>
                </a:lnTo>
                <a:lnTo>
                  <a:pt x="777200" y="1674450"/>
                </a:lnTo>
                <a:lnTo>
                  <a:pt x="786455" y="1673019"/>
                </a:lnTo>
                <a:lnTo>
                  <a:pt x="799627" y="1682720"/>
                </a:lnTo>
                <a:lnTo>
                  <a:pt x="801054" y="1691970"/>
                </a:lnTo>
                <a:lnTo>
                  <a:pt x="796161" y="1698559"/>
                </a:lnTo>
                <a:lnTo>
                  <a:pt x="791357" y="1705147"/>
                </a:lnTo>
                <a:lnTo>
                  <a:pt x="782102" y="1706578"/>
                </a:lnTo>
                <a:lnTo>
                  <a:pt x="775559" y="1701724"/>
                </a:lnTo>
                <a:lnTo>
                  <a:pt x="774780" y="1701183"/>
                </a:lnTo>
                <a:close/>
              </a:path>
              <a:path w="5142230" h="2300604">
                <a:moveTo>
                  <a:pt x="1100575" y="1984059"/>
                </a:moveTo>
                <a:lnTo>
                  <a:pt x="1094882" y="1977964"/>
                </a:lnTo>
                <a:lnTo>
                  <a:pt x="1089422" y="1971924"/>
                </a:lnTo>
                <a:lnTo>
                  <a:pt x="1089878" y="1962549"/>
                </a:lnTo>
                <a:lnTo>
                  <a:pt x="1101615" y="1951938"/>
                </a:lnTo>
                <a:lnTo>
                  <a:pt x="1102011" y="1951580"/>
                </a:lnTo>
                <a:lnTo>
                  <a:pt x="1111337" y="1952082"/>
                </a:lnTo>
                <a:lnTo>
                  <a:pt x="1122306" y="1964215"/>
                </a:lnTo>
                <a:lnTo>
                  <a:pt x="1121800" y="1973545"/>
                </a:lnTo>
                <a:lnTo>
                  <a:pt x="1115806" y="1979053"/>
                </a:lnTo>
                <a:lnTo>
                  <a:pt x="1110063" y="1984157"/>
                </a:lnTo>
                <a:lnTo>
                  <a:pt x="1109769" y="1984419"/>
                </a:lnTo>
                <a:lnTo>
                  <a:pt x="1100575" y="1984059"/>
                </a:lnTo>
                <a:close/>
              </a:path>
              <a:path w="5142230" h="2300604">
                <a:moveTo>
                  <a:pt x="941977" y="1831975"/>
                </a:moveTo>
                <a:lnTo>
                  <a:pt x="936099" y="1825682"/>
                </a:lnTo>
                <a:lnTo>
                  <a:pt x="935777" y="1817323"/>
                </a:lnTo>
                <a:lnTo>
                  <a:pt x="940695" y="1811542"/>
                </a:lnTo>
                <a:lnTo>
                  <a:pt x="945951" y="1805253"/>
                </a:lnTo>
                <a:lnTo>
                  <a:pt x="955287" y="1804485"/>
                </a:lnTo>
                <a:lnTo>
                  <a:pt x="967769" y="1815012"/>
                </a:lnTo>
                <a:lnTo>
                  <a:pt x="968534" y="1824433"/>
                </a:lnTo>
                <a:lnTo>
                  <a:pt x="957961" y="1836867"/>
                </a:lnTo>
                <a:lnTo>
                  <a:pt x="948635" y="1837636"/>
                </a:lnTo>
                <a:lnTo>
                  <a:pt x="941977" y="1831975"/>
                </a:lnTo>
                <a:close/>
              </a:path>
              <a:path w="5142230" h="2300604">
                <a:moveTo>
                  <a:pt x="995388" y="1878789"/>
                </a:moveTo>
                <a:lnTo>
                  <a:pt x="989371" y="1872347"/>
                </a:lnTo>
                <a:lnTo>
                  <a:pt x="989199" y="1863660"/>
                </a:lnTo>
                <a:lnTo>
                  <a:pt x="994395" y="1857893"/>
                </a:lnTo>
                <a:lnTo>
                  <a:pt x="999893" y="1851844"/>
                </a:lnTo>
                <a:lnTo>
                  <a:pt x="1009250" y="1851411"/>
                </a:lnTo>
                <a:lnTo>
                  <a:pt x="1021345" y="1862393"/>
                </a:lnTo>
                <a:lnTo>
                  <a:pt x="1021772" y="1871755"/>
                </a:lnTo>
                <a:lnTo>
                  <a:pt x="1010795" y="1883845"/>
                </a:lnTo>
                <a:lnTo>
                  <a:pt x="1001432" y="1884282"/>
                </a:lnTo>
                <a:lnTo>
                  <a:pt x="995388" y="1878789"/>
                </a:lnTo>
                <a:close/>
              </a:path>
              <a:path w="5142230" h="2300604">
                <a:moveTo>
                  <a:pt x="887832" y="1787601"/>
                </a:moveTo>
                <a:lnTo>
                  <a:pt x="881340" y="1780651"/>
                </a:lnTo>
                <a:lnTo>
                  <a:pt x="880873" y="1772635"/>
                </a:lnTo>
                <a:lnTo>
                  <a:pt x="885517" y="1766844"/>
                </a:lnTo>
                <a:lnTo>
                  <a:pt x="890597" y="1760455"/>
                </a:lnTo>
                <a:lnTo>
                  <a:pt x="899929" y="1759399"/>
                </a:lnTo>
                <a:lnTo>
                  <a:pt x="912712" y="1769564"/>
                </a:lnTo>
                <a:lnTo>
                  <a:pt x="913708" y="1778851"/>
                </a:lnTo>
                <a:lnTo>
                  <a:pt x="903553" y="1791634"/>
                </a:lnTo>
                <a:lnTo>
                  <a:pt x="894221" y="1792681"/>
                </a:lnTo>
                <a:lnTo>
                  <a:pt x="887832" y="1787601"/>
                </a:lnTo>
                <a:close/>
              </a:path>
              <a:path w="5142230" h="2300604">
                <a:moveTo>
                  <a:pt x="366737" y="1417161"/>
                </a:moveTo>
                <a:lnTo>
                  <a:pt x="360760" y="1410763"/>
                </a:lnTo>
                <a:lnTo>
                  <a:pt x="360283" y="1402726"/>
                </a:lnTo>
                <a:lnTo>
                  <a:pt x="369723" y="1390447"/>
                </a:lnTo>
                <a:lnTo>
                  <a:pt x="379017" y="1389253"/>
                </a:lnTo>
                <a:lnTo>
                  <a:pt x="391990" y="1399231"/>
                </a:lnTo>
                <a:lnTo>
                  <a:pt x="393180" y="1408520"/>
                </a:lnTo>
                <a:lnTo>
                  <a:pt x="388150" y="1414962"/>
                </a:lnTo>
                <a:lnTo>
                  <a:pt x="383161" y="1421449"/>
                </a:lnTo>
                <a:lnTo>
                  <a:pt x="373867" y="1422644"/>
                </a:lnTo>
                <a:lnTo>
                  <a:pt x="366737" y="1417161"/>
                </a:lnTo>
                <a:close/>
              </a:path>
              <a:path w="5142230" h="2300604">
                <a:moveTo>
                  <a:pt x="211981" y="1281028"/>
                </a:moveTo>
                <a:lnTo>
                  <a:pt x="200688" y="1268939"/>
                </a:lnTo>
                <a:lnTo>
                  <a:pt x="200952" y="1259838"/>
                </a:lnTo>
                <a:lnTo>
                  <a:pt x="206761" y="1254229"/>
                </a:lnTo>
                <a:lnTo>
                  <a:pt x="212713" y="1248568"/>
                </a:lnTo>
                <a:lnTo>
                  <a:pt x="222146" y="1248794"/>
                </a:lnTo>
                <a:lnTo>
                  <a:pt x="227663" y="1254699"/>
                </a:lnTo>
                <a:lnTo>
                  <a:pt x="233318" y="1260557"/>
                </a:lnTo>
                <a:lnTo>
                  <a:pt x="233140" y="1269946"/>
                </a:lnTo>
                <a:lnTo>
                  <a:pt x="226944" y="1275834"/>
                </a:lnTo>
                <a:lnTo>
                  <a:pt x="221321" y="1281251"/>
                </a:lnTo>
                <a:lnTo>
                  <a:pt x="211981" y="1281028"/>
                </a:lnTo>
                <a:close/>
              </a:path>
              <a:path w="5142230" h="2300604">
                <a:moveTo>
                  <a:pt x="1188171" y="2094649"/>
                </a:moveTo>
                <a:lnTo>
                  <a:pt x="1181639" y="2087658"/>
                </a:lnTo>
                <a:lnTo>
                  <a:pt x="1177059" y="2080888"/>
                </a:lnTo>
                <a:lnTo>
                  <a:pt x="1178832" y="2071652"/>
                </a:lnTo>
                <a:lnTo>
                  <a:pt x="1192368" y="2062487"/>
                </a:lnTo>
                <a:lnTo>
                  <a:pt x="1201518" y="2064257"/>
                </a:lnTo>
                <a:lnTo>
                  <a:pt x="1210688" y="2077788"/>
                </a:lnTo>
                <a:lnTo>
                  <a:pt x="1208954" y="2086977"/>
                </a:lnTo>
                <a:lnTo>
                  <a:pt x="1202194" y="2091567"/>
                </a:lnTo>
                <a:lnTo>
                  <a:pt x="1196059" y="2095655"/>
                </a:lnTo>
                <a:lnTo>
                  <a:pt x="1188171" y="2094649"/>
                </a:lnTo>
                <a:close/>
              </a:path>
              <a:path w="5142230" h="2300604">
                <a:moveTo>
                  <a:pt x="1256204" y="2217709"/>
                </a:moveTo>
                <a:lnTo>
                  <a:pt x="1250915" y="2212048"/>
                </a:lnTo>
                <a:lnTo>
                  <a:pt x="1250066" y="2210650"/>
                </a:lnTo>
                <a:lnTo>
                  <a:pt x="1249317" y="2209066"/>
                </a:lnTo>
                <a:lnTo>
                  <a:pt x="1246083" y="2201596"/>
                </a:lnTo>
                <a:lnTo>
                  <a:pt x="1249444" y="2192878"/>
                </a:lnTo>
                <a:lnTo>
                  <a:pt x="1256972" y="2189598"/>
                </a:lnTo>
                <a:lnTo>
                  <a:pt x="1264401" y="2186310"/>
                </a:lnTo>
                <a:lnTo>
                  <a:pt x="1273151" y="2189724"/>
                </a:lnTo>
                <a:lnTo>
                  <a:pt x="1279733" y="2204677"/>
                </a:lnTo>
                <a:lnTo>
                  <a:pt x="1276309" y="2213436"/>
                </a:lnTo>
                <a:lnTo>
                  <a:pt x="1268839" y="2216671"/>
                </a:lnTo>
                <a:lnTo>
                  <a:pt x="1262900" y="2219306"/>
                </a:lnTo>
                <a:lnTo>
                  <a:pt x="1256204" y="2217709"/>
                </a:lnTo>
                <a:close/>
              </a:path>
              <a:path w="5142230" h="2300604">
                <a:moveTo>
                  <a:pt x="164380" y="1227717"/>
                </a:moveTo>
                <a:lnTo>
                  <a:pt x="158405" y="1221320"/>
                </a:lnTo>
                <a:lnTo>
                  <a:pt x="153194" y="1215058"/>
                </a:lnTo>
                <a:lnTo>
                  <a:pt x="154078" y="1205740"/>
                </a:lnTo>
                <a:lnTo>
                  <a:pt x="160345" y="1200525"/>
                </a:lnTo>
                <a:lnTo>
                  <a:pt x="165258" y="1196497"/>
                </a:lnTo>
                <a:lnTo>
                  <a:pt x="166654" y="1195353"/>
                </a:lnTo>
                <a:lnTo>
                  <a:pt x="175976" y="1196241"/>
                </a:lnTo>
                <a:lnTo>
                  <a:pt x="186407" y="1208776"/>
                </a:lnTo>
                <a:lnTo>
                  <a:pt x="185475" y="1218139"/>
                </a:lnTo>
                <a:lnTo>
                  <a:pt x="174315" y="1227404"/>
                </a:lnTo>
                <a:lnTo>
                  <a:pt x="173184" y="1228343"/>
                </a:lnTo>
                <a:lnTo>
                  <a:pt x="164380" y="1227717"/>
                </a:lnTo>
                <a:close/>
              </a:path>
              <a:path w="5142230" h="2300604">
                <a:moveTo>
                  <a:pt x="1224923" y="2154606"/>
                </a:moveTo>
                <a:lnTo>
                  <a:pt x="1219593" y="2148901"/>
                </a:lnTo>
                <a:lnTo>
                  <a:pt x="1218924" y="2147892"/>
                </a:lnTo>
                <a:lnTo>
                  <a:pt x="1214329" y="2139757"/>
                </a:lnTo>
                <a:lnTo>
                  <a:pt x="1216865" y="2130732"/>
                </a:lnTo>
                <a:lnTo>
                  <a:pt x="1223988" y="2126725"/>
                </a:lnTo>
                <a:lnTo>
                  <a:pt x="1231152" y="2122772"/>
                </a:lnTo>
                <a:lnTo>
                  <a:pt x="1240182" y="2125294"/>
                </a:lnTo>
                <a:lnTo>
                  <a:pt x="1248101" y="2139537"/>
                </a:lnTo>
                <a:lnTo>
                  <a:pt x="1245570" y="2148558"/>
                </a:lnTo>
                <a:lnTo>
                  <a:pt x="1238442" y="2152569"/>
                </a:lnTo>
                <a:lnTo>
                  <a:pt x="1232383" y="2155946"/>
                </a:lnTo>
                <a:lnTo>
                  <a:pt x="1224923" y="2154606"/>
                </a:lnTo>
                <a:close/>
              </a:path>
              <a:path w="5142230" h="2300604">
                <a:moveTo>
                  <a:pt x="1146238" y="2037827"/>
                </a:moveTo>
                <a:lnTo>
                  <a:pt x="1140226" y="2031390"/>
                </a:lnTo>
                <a:lnTo>
                  <a:pt x="1135156" y="2024986"/>
                </a:lnTo>
                <a:lnTo>
                  <a:pt x="1136228" y="2015675"/>
                </a:lnTo>
                <a:lnTo>
                  <a:pt x="1142633" y="2010606"/>
                </a:lnTo>
                <a:lnTo>
                  <a:pt x="1148986" y="2005492"/>
                </a:lnTo>
                <a:lnTo>
                  <a:pt x="1158298" y="2006555"/>
                </a:lnTo>
                <a:lnTo>
                  <a:pt x="1168436" y="2019373"/>
                </a:lnTo>
                <a:lnTo>
                  <a:pt x="1167369" y="2028679"/>
                </a:lnTo>
                <a:lnTo>
                  <a:pt x="1160955" y="2033748"/>
                </a:lnTo>
                <a:lnTo>
                  <a:pt x="1154899" y="2038594"/>
                </a:lnTo>
                <a:lnTo>
                  <a:pt x="1146238" y="2037827"/>
                </a:lnTo>
                <a:close/>
              </a:path>
              <a:path w="5142230" h="2300604">
                <a:moveTo>
                  <a:pt x="1046378" y="1927215"/>
                </a:moveTo>
                <a:lnTo>
                  <a:pt x="1040639" y="1921071"/>
                </a:lnTo>
                <a:lnTo>
                  <a:pt x="1040708" y="1911966"/>
                </a:lnTo>
                <a:lnTo>
                  <a:pt x="1046382" y="1906301"/>
                </a:lnTo>
                <a:lnTo>
                  <a:pt x="1052098" y="1900495"/>
                </a:lnTo>
                <a:lnTo>
                  <a:pt x="1061493" y="1900484"/>
                </a:lnTo>
                <a:lnTo>
                  <a:pt x="1073046" y="1911981"/>
                </a:lnTo>
                <a:lnTo>
                  <a:pt x="1073110" y="1921326"/>
                </a:lnTo>
                <a:lnTo>
                  <a:pt x="1067336" y="1927168"/>
                </a:lnTo>
                <a:lnTo>
                  <a:pt x="1061570" y="1932920"/>
                </a:lnTo>
                <a:lnTo>
                  <a:pt x="1052225" y="1932984"/>
                </a:lnTo>
                <a:lnTo>
                  <a:pt x="1046378" y="1927215"/>
                </a:lnTo>
                <a:close/>
              </a:path>
              <a:path w="5142230" h="2300604">
                <a:moveTo>
                  <a:pt x="256862" y="1324761"/>
                </a:moveTo>
                <a:lnTo>
                  <a:pt x="251619" y="1319149"/>
                </a:lnTo>
                <a:lnTo>
                  <a:pt x="251495" y="1310316"/>
                </a:lnTo>
                <a:lnTo>
                  <a:pt x="256835" y="1304606"/>
                </a:lnTo>
                <a:lnTo>
                  <a:pt x="262379" y="1298606"/>
                </a:lnTo>
                <a:lnTo>
                  <a:pt x="271733" y="1298258"/>
                </a:lnTo>
                <a:lnTo>
                  <a:pt x="283725" y="1309345"/>
                </a:lnTo>
                <a:lnTo>
                  <a:pt x="284067" y="1318695"/>
                </a:lnTo>
                <a:lnTo>
                  <a:pt x="272994" y="1330692"/>
                </a:lnTo>
                <a:lnTo>
                  <a:pt x="263635" y="1331034"/>
                </a:lnTo>
                <a:lnTo>
                  <a:pt x="256862" y="1324761"/>
                </a:lnTo>
                <a:close/>
              </a:path>
              <a:path w="5142230" h="2300604">
                <a:moveTo>
                  <a:pt x="79106" y="659234"/>
                </a:moveTo>
                <a:lnTo>
                  <a:pt x="74054" y="653827"/>
                </a:lnTo>
                <a:lnTo>
                  <a:pt x="72850" y="651756"/>
                </a:lnTo>
                <a:lnTo>
                  <a:pt x="70262" y="641655"/>
                </a:lnTo>
                <a:lnTo>
                  <a:pt x="74829" y="633836"/>
                </a:lnTo>
                <a:lnTo>
                  <a:pt x="82545" y="631833"/>
                </a:lnTo>
                <a:lnTo>
                  <a:pt x="90208" y="629870"/>
                </a:lnTo>
                <a:lnTo>
                  <a:pt x="98036" y="634437"/>
                </a:lnTo>
                <a:lnTo>
                  <a:pt x="101997" y="649821"/>
                </a:lnTo>
                <a:lnTo>
                  <a:pt x="97435" y="657644"/>
                </a:lnTo>
                <a:lnTo>
                  <a:pt x="84431" y="661025"/>
                </a:lnTo>
                <a:lnTo>
                  <a:pt x="79106" y="659234"/>
                </a:lnTo>
                <a:close/>
              </a:path>
              <a:path w="5142230" h="2300604">
                <a:moveTo>
                  <a:pt x="349840" y="1143662"/>
                </a:moveTo>
                <a:lnTo>
                  <a:pt x="343964" y="1137371"/>
                </a:lnTo>
                <a:lnTo>
                  <a:pt x="343827" y="1128926"/>
                </a:lnTo>
                <a:lnTo>
                  <a:pt x="348883" y="1123381"/>
                </a:lnTo>
                <a:lnTo>
                  <a:pt x="354275" y="1117522"/>
                </a:lnTo>
                <a:lnTo>
                  <a:pt x="363355" y="1117075"/>
                </a:lnTo>
                <a:lnTo>
                  <a:pt x="375076" y="1127766"/>
                </a:lnTo>
                <a:lnTo>
                  <a:pt x="375523" y="1136846"/>
                </a:lnTo>
                <a:lnTo>
                  <a:pt x="370130" y="1142705"/>
                </a:lnTo>
                <a:lnTo>
                  <a:pt x="364832" y="1148567"/>
                </a:lnTo>
                <a:lnTo>
                  <a:pt x="355743" y="1149013"/>
                </a:lnTo>
                <a:lnTo>
                  <a:pt x="349840" y="1143662"/>
                </a:lnTo>
                <a:close/>
              </a:path>
              <a:path w="5142230" h="2300604">
                <a:moveTo>
                  <a:pt x="404434" y="1190374"/>
                </a:moveTo>
                <a:lnTo>
                  <a:pt x="398132" y="1183627"/>
                </a:lnTo>
                <a:lnTo>
                  <a:pt x="397750" y="1175790"/>
                </a:lnTo>
                <a:lnTo>
                  <a:pt x="402243" y="1170141"/>
                </a:lnTo>
                <a:lnTo>
                  <a:pt x="407268" y="1163986"/>
                </a:lnTo>
                <a:lnTo>
                  <a:pt x="416313" y="1163014"/>
                </a:lnTo>
                <a:lnTo>
                  <a:pt x="428680" y="1172929"/>
                </a:lnTo>
                <a:lnTo>
                  <a:pt x="429647" y="1181979"/>
                </a:lnTo>
                <a:lnTo>
                  <a:pt x="424667" y="1188183"/>
                </a:lnTo>
                <a:lnTo>
                  <a:pt x="419638" y="1194333"/>
                </a:lnTo>
                <a:lnTo>
                  <a:pt x="410638" y="1195353"/>
                </a:lnTo>
                <a:lnTo>
                  <a:pt x="404434" y="1190374"/>
                </a:lnTo>
                <a:close/>
              </a:path>
              <a:path w="5142230" h="2300604">
                <a:moveTo>
                  <a:pt x="1610909" y="2133801"/>
                </a:moveTo>
                <a:lnTo>
                  <a:pt x="1605811" y="2128344"/>
                </a:lnTo>
                <a:lnTo>
                  <a:pt x="1604733" y="2126603"/>
                </a:lnTo>
                <a:lnTo>
                  <a:pt x="1601516" y="2117099"/>
                </a:lnTo>
                <a:lnTo>
                  <a:pt x="1605575" y="2108933"/>
                </a:lnTo>
                <a:lnTo>
                  <a:pt x="1613073" y="2106403"/>
                </a:lnTo>
                <a:lnTo>
                  <a:pt x="1620615" y="2103822"/>
                </a:lnTo>
                <a:lnTo>
                  <a:pt x="1628786" y="2107877"/>
                </a:lnTo>
                <a:lnTo>
                  <a:pt x="1633851" y="2122878"/>
                </a:lnTo>
                <a:lnTo>
                  <a:pt x="1629796" y="2131049"/>
                </a:lnTo>
                <a:lnTo>
                  <a:pt x="1616753" y="2135463"/>
                </a:lnTo>
                <a:lnTo>
                  <a:pt x="1610909" y="2133801"/>
                </a:lnTo>
                <a:close/>
              </a:path>
              <a:path w="5142230" h="2300604">
                <a:moveTo>
                  <a:pt x="303766" y="1099326"/>
                </a:moveTo>
                <a:lnTo>
                  <a:pt x="292788" y="1087574"/>
                </a:lnTo>
                <a:lnTo>
                  <a:pt x="292996" y="1078707"/>
                </a:lnTo>
                <a:lnTo>
                  <a:pt x="298654" y="1073239"/>
                </a:lnTo>
                <a:lnTo>
                  <a:pt x="304416" y="1067765"/>
                </a:lnTo>
                <a:lnTo>
                  <a:pt x="313619" y="1067940"/>
                </a:lnTo>
                <a:lnTo>
                  <a:pt x="318991" y="1073690"/>
                </a:lnTo>
                <a:lnTo>
                  <a:pt x="324463" y="1079353"/>
                </a:lnTo>
                <a:lnTo>
                  <a:pt x="324290" y="1088463"/>
                </a:lnTo>
                <a:lnTo>
                  <a:pt x="318291" y="1094260"/>
                </a:lnTo>
                <a:lnTo>
                  <a:pt x="312872" y="1099495"/>
                </a:lnTo>
                <a:lnTo>
                  <a:pt x="303766" y="1099326"/>
                </a:lnTo>
                <a:close/>
              </a:path>
              <a:path w="5142230" h="2300604">
                <a:moveTo>
                  <a:pt x="1552720" y="2005728"/>
                </a:moveTo>
                <a:lnTo>
                  <a:pt x="1547527" y="2000169"/>
                </a:lnTo>
                <a:lnTo>
                  <a:pt x="1546896" y="1999298"/>
                </a:lnTo>
                <a:lnTo>
                  <a:pt x="1546313" y="1998381"/>
                </a:lnTo>
                <a:lnTo>
                  <a:pt x="1542346" y="1991495"/>
                </a:lnTo>
                <a:lnTo>
                  <a:pt x="1544628" y="1982697"/>
                </a:lnTo>
                <a:lnTo>
                  <a:pt x="1551514" y="1978730"/>
                </a:lnTo>
                <a:lnTo>
                  <a:pt x="1558350" y="1974709"/>
                </a:lnTo>
                <a:lnTo>
                  <a:pt x="1567153" y="1976996"/>
                </a:lnTo>
                <a:lnTo>
                  <a:pt x="1575136" y="1990723"/>
                </a:lnTo>
                <a:lnTo>
                  <a:pt x="1572854" y="1999520"/>
                </a:lnTo>
                <a:lnTo>
                  <a:pt x="1566013" y="2003536"/>
                </a:lnTo>
                <a:lnTo>
                  <a:pt x="1560085" y="2006965"/>
                </a:lnTo>
                <a:lnTo>
                  <a:pt x="1552720" y="2005728"/>
                </a:lnTo>
                <a:close/>
              </a:path>
              <a:path w="5142230" h="2300604">
                <a:moveTo>
                  <a:pt x="121260" y="795264"/>
                </a:moveTo>
                <a:lnTo>
                  <a:pt x="116163" y="789808"/>
                </a:lnTo>
                <a:lnTo>
                  <a:pt x="115132" y="788215"/>
                </a:lnTo>
                <a:lnTo>
                  <a:pt x="114487" y="786351"/>
                </a:lnTo>
                <a:lnTo>
                  <a:pt x="111715" y="778888"/>
                </a:lnTo>
                <a:lnTo>
                  <a:pt x="115589" y="770621"/>
                </a:lnTo>
                <a:lnTo>
                  <a:pt x="122999" y="767899"/>
                </a:lnTo>
                <a:lnTo>
                  <a:pt x="130503" y="765180"/>
                </a:lnTo>
                <a:lnTo>
                  <a:pt x="138729" y="769001"/>
                </a:lnTo>
                <a:lnTo>
                  <a:pt x="144170" y="783916"/>
                </a:lnTo>
                <a:lnTo>
                  <a:pt x="140345" y="792146"/>
                </a:lnTo>
                <a:lnTo>
                  <a:pt x="132891" y="794909"/>
                </a:lnTo>
                <a:lnTo>
                  <a:pt x="127293" y="796942"/>
                </a:lnTo>
                <a:lnTo>
                  <a:pt x="121260" y="795264"/>
                </a:lnTo>
                <a:close/>
              </a:path>
              <a:path w="5142230" h="2300604">
                <a:moveTo>
                  <a:pt x="1585102" y="2068250"/>
                </a:moveTo>
                <a:lnTo>
                  <a:pt x="1579955" y="2062740"/>
                </a:lnTo>
                <a:lnTo>
                  <a:pt x="1579094" y="2061526"/>
                </a:lnTo>
                <a:lnTo>
                  <a:pt x="1578441" y="2060044"/>
                </a:lnTo>
                <a:lnTo>
                  <a:pt x="1575098" y="2052849"/>
                </a:lnTo>
                <a:lnTo>
                  <a:pt x="1578269" y="2044318"/>
                </a:lnTo>
                <a:lnTo>
                  <a:pt x="1585505" y="2041019"/>
                </a:lnTo>
                <a:lnTo>
                  <a:pt x="1592705" y="2037681"/>
                </a:lnTo>
                <a:lnTo>
                  <a:pt x="1601232" y="2040846"/>
                </a:lnTo>
                <a:lnTo>
                  <a:pt x="1607873" y="2055287"/>
                </a:lnTo>
                <a:lnTo>
                  <a:pt x="1604699" y="2063813"/>
                </a:lnTo>
                <a:lnTo>
                  <a:pt x="1597458" y="2067108"/>
                </a:lnTo>
                <a:lnTo>
                  <a:pt x="1591707" y="2069749"/>
                </a:lnTo>
                <a:lnTo>
                  <a:pt x="1585102" y="2068250"/>
                </a:lnTo>
                <a:close/>
              </a:path>
              <a:path w="5142230" h="2300604">
                <a:moveTo>
                  <a:pt x="460023" y="1232678"/>
                </a:moveTo>
                <a:lnTo>
                  <a:pt x="454785" y="1227070"/>
                </a:lnTo>
                <a:lnTo>
                  <a:pt x="454196" y="1219402"/>
                </a:lnTo>
                <a:lnTo>
                  <a:pt x="462916" y="1207330"/>
                </a:lnTo>
                <a:lnTo>
                  <a:pt x="471888" y="1205889"/>
                </a:lnTo>
                <a:lnTo>
                  <a:pt x="484790" y="1215203"/>
                </a:lnTo>
                <a:lnTo>
                  <a:pt x="486231" y="1224175"/>
                </a:lnTo>
                <a:lnTo>
                  <a:pt x="481569" y="1230621"/>
                </a:lnTo>
                <a:lnTo>
                  <a:pt x="476871" y="1237028"/>
                </a:lnTo>
                <a:lnTo>
                  <a:pt x="467895" y="1238464"/>
                </a:lnTo>
                <a:lnTo>
                  <a:pt x="461494" y="1233861"/>
                </a:lnTo>
                <a:lnTo>
                  <a:pt x="460023" y="1232678"/>
                </a:lnTo>
                <a:close/>
              </a:path>
              <a:path w="5142230" h="2300604">
                <a:moveTo>
                  <a:pt x="1471413" y="1890833"/>
                </a:moveTo>
                <a:lnTo>
                  <a:pt x="1465719" y="1884738"/>
                </a:lnTo>
                <a:lnTo>
                  <a:pt x="1460641" y="1878715"/>
                </a:lnTo>
                <a:lnTo>
                  <a:pt x="1461375" y="1869629"/>
                </a:lnTo>
                <a:lnTo>
                  <a:pt x="1472404" y="1860321"/>
                </a:lnTo>
                <a:lnTo>
                  <a:pt x="1473527" y="1859373"/>
                </a:lnTo>
                <a:lnTo>
                  <a:pt x="1482564" y="1860153"/>
                </a:lnTo>
                <a:lnTo>
                  <a:pt x="1492816" y="1872300"/>
                </a:lnTo>
                <a:lnTo>
                  <a:pt x="1492041" y="1881342"/>
                </a:lnTo>
                <a:lnTo>
                  <a:pt x="1481001" y="1890637"/>
                </a:lnTo>
                <a:lnTo>
                  <a:pt x="1480079" y="1891411"/>
                </a:lnTo>
                <a:lnTo>
                  <a:pt x="1471413" y="1890833"/>
                </a:lnTo>
                <a:close/>
              </a:path>
              <a:path w="5142230" h="2300604">
                <a:moveTo>
                  <a:pt x="764923" y="1415182"/>
                </a:moveTo>
                <a:lnTo>
                  <a:pt x="759776" y="1409672"/>
                </a:lnTo>
                <a:lnTo>
                  <a:pt x="758725" y="1403074"/>
                </a:lnTo>
                <a:lnTo>
                  <a:pt x="761604" y="1397554"/>
                </a:lnTo>
                <a:lnTo>
                  <a:pt x="765338" y="1390506"/>
                </a:lnTo>
                <a:lnTo>
                  <a:pt x="773974" y="1387825"/>
                </a:lnTo>
                <a:lnTo>
                  <a:pt x="788029" y="1395149"/>
                </a:lnTo>
                <a:lnTo>
                  <a:pt x="790755" y="1403834"/>
                </a:lnTo>
                <a:lnTo>
                  <a:pt x="787111" y="1410881"/>
                </a:lnTo>
                <a:lnTo>
                  <a:pt x="783382" y="1417935"/>
                </a:lnTo>
                <a:lnTo>
                  <a:pt x="774746" y="1420615"/>
                </a:lnTo>
                <a:lnTo>
                  <a:pt x="767694" y="1416976"/>
                </a:lnTo>
                <a:lnTo>
                  <a:pt x="766206" y="1416165"/>
                </a:lnTo>
                <a:lnTo>
                  <a:pt x="764923" y="1415182"/>
                </a:lnTo>
                <a:close/>
              </a:path>
              <a:path w="5142230" h="2300604">
                <a:moveTo>
                  <a:pt x="256492" y="1045602"/>
                </a:moveTo>
                <a:lnTo>
                  <a:pt x="250571" y="1039264"/>
                </a:lnTo>
                <a:lnTo>
                  <a:pt x="245684" y="1033045"/>
                </a:lnTo>
                <a:lnTo>
                  <a:pt x="246751" y="1024022"/>
                </a:lnTo>
                <a:lnTo>
                  <a:pt x="252910" y="1019081"/>
                </a:lnTo>
                <a:lnTo>
                  <a:pt x="259173" y="1014153"/>
                </a:lnTo>
                <a:lnTo>
                  <a:pt x="268201" y="1015216"/>
                </a:lnTo>
                <a:lnTo>
                  <a:pt x="278021" y="1027683"/>
                </a:lnTo>
                <a:lnTo>
                  <a:pt x="276958" y="1036711"/>
                </a:lnTo>
                <a:lnTo>
                  <a:pt x="270795" y="1041647"/>
                </a:lnTo>
                <a:lnTo>
                  <a:pt x="264829" y="1046306"/>
                </a:lnTo>
                <a:lnTo>
                  <a:pt x="256492" y="1045602"/>
                </a:lnTo>
                <a:close/>
              </a:path>
              <a:path w="5142230" h="2300604">
                <a:moveTo>
                  <a:pt x="640049" y="1347194"/>
                </a:moveTo>
                <a:lnTo>
                  <a:pt x="634907" y="1341689"/>
                </a:lnTo>
                <a:lnTo>
                  <a:pt x="633907" y="1334852"/>
                </a:lnTo>
                <a:lnTo>
                  <a:pt x="637122" y="1329301"/>
                </a:lnTo>
                <a:lnTo>
                  <a:pt x="641041" y="1322353"/>
                </a:lnTo>
                <a:lnTo>
                  <a:pt x="649803" y="1320003"/>
                </a:lnTo>
                <a:lnTo>
                  <a:pt x="656710" y="1323878"/>
                </a:lnTo>
                <a:lnTo>
                  <a:pt x="663610" y="1327842"/>
                </a:lnTo>
                <a:lnTo>
                  <a:pt x="666004" y="1336563"/>
                </a:lnTo>
                <a:lnTo>
                  <a:pt x="662085" y="1343511"/>
                </a:lnTo>
                <a:lnTo>
                  <a:pt x="658169" y="1350365"/>
                </a:lnTo>
                <a:lnTo>
                  <a:pt x="649400" y="1352804"/>
                </a:lnTo>
                <a:lnTo>
                  <a:pt x="642495" y="1348845"/>
                </a:lnTo>
                <a:lnTo>
                  <a:pt x="641202" y="1348135"/>
                </a:lnTo>
                <a:lnTo>
                  <a:pt x="640049" y="1347194"/>
                </a:lnTo>
                <a:close/>
              </a:path>
              <a:path w="5142230" h="2300604">
                <a:moveTo>
                  <a:pt x="1200231" y="1655473"/>
                </a:moveTo>
                <a:lnTo>
                  <a:pt x="1194203" y="1649020"/>
                </a:lnTo>
                <a:lnTo>
                  <a:pt x="1193425" y="1641833"/>
                </a:lnTo>
                <a:lnTo>
                  <a:pt x="1197204" y="1636202"/>
                </a:lnTo>
                <a:lnTo>
                  <a:pt x="1201585" y="1629553"/>
                </a:lnTo>
                <a:lnTo>
                  <a:pt x="1210521" y="1627780"/>
                </a:lnTo>
                <a:lnTo>
                  <a:pt x="1223725" y="1636539"/>
                </a:lnTo>
                <a:lnTo>
                  <a:pt x="1225498" y="1645474"/>
                </a:lnTo>
                <a:lnTo>
                  <a:pt x="1221166" y="1652078"/>
                </a:lnTo>
                <a:lnTo>
                  <a:pt x="1216740" y="1658678"/>
                </a:lnTo>
                <a:lnTo>
                  <a:pt x="1207849" y="1660500"/>
                </a:lnTo>
                <a:lnTo>
                  <a:pt x="1200231" y="1655473"/>
                </a:lnTo>
                <a:close/>
              </a:path>
              <a:path w="5142230" h="2300604">
                <a:moveTo>
                  <a:pt x="578728" y="1311168"/>
                </a:moveTo>
                <a:lnTo>
                  <a:pt x="573581" y="1305658"/>
                </a:lnTo>
                <a:lnTo>
                  <a:pt x="572685" y="1298551"/>
                </a:lnTo>
                <a:lnTo>
                  <a:pt x="576165" y="1292892"/>
                </a:lnTo>
                <a:lnTo>
                  <a:pt x="580188" y="1286144"/>
                </a:lnTo>
                <a:lnTo>
                  <a:pt x="588817" y="1284052"/>
                </a:lnTo>
                <a:lnTo>
                  <a:pt x="589047" y="1283996"/>
                </a:lnTo>
                <a:lnTo>
                  <a:pt x="602599" y="1292247"/>
                </a:lnTo>
                <a:lnTo>
                  <a:pt x="604747" y="1301105"/>
                </a:lnTo>
                <a:lnTo>
                  <a:pt x="600651" y="1307854"/>
                </a:lnTo>
                <a:lnTo>
                  <a:pt x="596492" y="1314652"/>
                </a:lnTo>
                <a:lnTo>
                  <a:pt x="587742" y="1316809"/>
                </a:lnTo>
                <a:lnTo>
                  <a:pt x="580894" y="1312705"/>
                </a:lnTo>
                <a:lnTo>
                  <a:pt x="579780" y="1312001"/>
                </a:lnTo>
                <a:lnTo>
                  <a:pt x="578728" y="1311168"/>
                </a:lnTo>
                <a:close/>
              </a:path>
              <a:path w="5142230" h="2300604">
                <a:moveTo>
                  <a:pt x="1139703" y="1616778"/>
                </a:moveTo>
                <a:lnTo>
                  <a:pt x="1134506" y="1611214"/>
                </a:lnTo>
                <a:lnTo>
                  <a:pt x="1133665" y="1604156"/>
                </a:lnTo>
                <a:lnTo>
                  <a:pt x="1137104" y="1598453"/>
                </a:lnTo>
                <a:lnTo>
                  <a:pt x="1141289" y="1591790"/>
                </a:lnTo>
                <a:lnTo>
                  <a:pt x="1149841" y="1589704"/>
                </a:lnTo>
                <a:lnTo>
                  <a:pt x="1150064" y="1589650"/>
                </a:lnTo>
                <a:lnTo>
                  <a:pt x="1163616" y="1597900"/>
                </a:lnTo>
                <a:lnTo>
                  <a:pt x="1165769" y="1606755"/>
                </a:lnTo>
                <a:lnTo>
                  <a:pt x="1161574" y="1613504"/>
                </a:lnTo>
                <a:lnTo>
                  <a:pt x="1157477" y="1620262"/>
                </a:lnTo>
                <a:lnTo>
                  <a:pt x="1148623" y="1622416"/>
                </a:lnTo>
                <a:lnTo>
                  <a:pt x="1141870" y="1618315"/>
                </a:lnTo>
                <a:lnTo>
                  <a:pt x="1140715" y="1617567"/>
                </a:lnTo>
                <a:lnTo>
                  <a:pt x="1139703" y="1616778"/>
                </a:lnTo>
                <a:close/>
              </a:path>
              <a:path w="5142230" h="2300604">
                <a:moveTo>
                  <a:pt x="1078660" y="1580756"/>
                </a:moveTo>
                <a:lnTo>
                  <a:pt x="1073558" y="1575295"/>
                </a:lnTo>
                <a:lnTo>
                  <a:pt x="1072518" y="1568414"/>
                </a:lnTo>
                <a:lnTo>
                  <a:pt x="1079693" y="1555959"/>
                </a:lnTo>
                <a:lnTo>
                  <a:pt x="1088462" y="1553519"/>
                </a:lnTo>
                <a:lnTo>
                  <a:pt x="1102216" y="1561399"/>
                </a:lnTo>
                <a:lnTo>
                  <a:pt x="1104655" y="1570169"/>
                </a:lnTo>
                <a:lnTo>
                  <a:pt x="1096726" y="1583968"/>
                </a:lnTo>
                <a:lnTo>
                  <a:pt x="1088001" y="1586357"/>
                </a:lnTo>
                <a:lnTo>
                  <a:pt x="1081057" y="1582443"/>
                </a:lnTo>
                <a:lnTo>
                  <a:pt x="1079808" y="1581692"/>
                </a:lnTo>
                <a:lnTo>
                  <a:pt x="1078660" y="1580756"/>
                </a:lnTo>
                <a:close/>
              </a:path>
              <a:path w="5142230" h="2300604">
                <a:moveTo>
                  <a:pt x="1257512" y="1695091"/>
                </a:moveTo>
                <a:lnTo>
                  <a:pt x="1252278" y="1689488"/>
                </a:lnTo>
                <a:lnTo>
                  <a:pt x="1251689" y="1681820"/>
                </a:lnTo>
                <a:lnTo>
                  <a:pt x="1255846" y="1676202"/>
                </a:lnTo>
                <a:lnTo>
                  <a:pt x="1260504" y="1669751"/>
                </a:lnTo>
                <a:lnTo>
                  <a:pt x="1269475" y="1668310"/>
                </a:lnTo>
                <a:lnTo>
                  <a:pt x="1282328" y="1677670"/>
                </a:lnTo>
                <a:lnTo>
                  <a:pt x="1283721" y="1686687"/>
                </a:lnTo>
                <a:lnTo>
                  <a:pt x="1279013" y="1693085"/>
                </a:lnTo>
                <a:lnTo>
                  <a:pt x="1274405" y="1699490"/>
                </a:lnTo>
                <a:lnTo>
                  <a:pt x="1265438" y="1700936"/>
                </a:lnTo>
                <a:lnTo>
                  <a:pt x="1258987" y="1696279"/>
                </a:lnTo>
                <a:lnTo>
                  <a:pt x="1257512" y="1695091"/>
                </a:lnTo>
                <a:close/>
              </a:path>
              <a:path w="5142230" h="2300604">
                <a:moveTo>
                  <a:pt x="1629704" y="2201719"/>
                </a:moveTo>
                <a:lnTo>
                  <a:pt x="1624644" y="2196301"/>
                </a:lnTo>
                <a:lnTo>
                  <a:pt x="1623351" y="2194039"/>
                </a:lnTo>
                <a:lnTo>
                  <a:pt x="1622778" y="2191470"/>
                </a:lnTo>
                <a:lnTo>
                  <a:pt x="1621111" y="2183723"/>
                </a:lnTo>
                <a:lnTo>
                  <a:pt x="1625948" y="2175999"/>
                </a:lnTo>
                <a:lnTo>
                  <a:pt x="1633705" y="2174332"/>
                </a:lnTo>
                <a:lnTo>
                  <a:pt x="1641456" y="2172561"/>
                </a:lnTo>
                <a:lnTo>
                  <a:pt x="1649131" y="2177453"/>
                </a:lnTo>
                <a:lnTo>
                  <a:pt x="1652613" y="2192910"/>
                </a:lnTo>
                <a:lnTo>
                  <a:pt x="1647725" y="2200581"/>
                </a:lnTo>
                <a:lnTo>
                  <a:pt x="1639974" y="2202352"/>
                </a:lnTo>
                <a:lnTo>
                  <a:pt x="1634832" y="2203494"/>
                </a:lnTo>
                <a:lnTo>
                  <a:pt x="1629704" y="2201719"/>
                </a:lnTo>
                <a:close/>
              </a:path>
              <a:path w="5142230" h="2300604">
                <a:moveTo>
                  <a:pt x="1368203" y="1784454"/>
                </a:moveTo>
                <a:lnTo>
                  <a:pt x="1362277" y="1778110"/>
                </a:lnTo>
                <a:lnTo>
                  <a:pt x="1362141" y="1769755"/>
                </a:lnTo>
                <a:lnTo>
                  <a:pt x="1367147" y="1764165"/>
                </a:lnTo>
                <a:lnTo>
                  <a:pt x="1372494" y="1758257"/>
                </a:lnTo>
                <a:lnTo>
                  <a:pt x="1381573" y="1757811"/>
                </a:lnTo>
                <a:lnTo>
                  <a:pt x="1393344" y="1768456"/>
                </a:lnTo>
                <a:lnTo>
                  <a:pt x="1393839" y="1777490"/>
                </a:lnTo>
                <a:lnTo>
                  <a:pt x="1383189" y="1789256"/>
                </a:lnTo>
                <a:lnTo>
                  <a:pt x="1374111" y="1789801"/>
                </a:lnTo>
                <a:lnTo>
                  <a:pt x="1368203" y="1784454"/>
                </a:lnTo>
                <a:close/>
              </a:path>
              <a:path w="5142230" h="2300604">
                <a:moveTo>
                  <a:pt x="215010" y="987404"/>
                </a:moveTo>
                <a:lnTo>
                  <a:pt x="209122" y="981102"/>
                </a:lnTo>
                <a:lnTo>
                  <a:pt x="208623" y="980372"/>
                </a:lnTo>
                <a:lnTo>
                  <a:pt x="204367" y="973665"/>
                </a:lnTo>
                <a:lnTo>
                  <a:pt x="206279" y="964765"/>
                </a:lnTo>
                <a:lnTo>
                  <a:pt x="212982" y="960504"/>
                </a:lnTo>
                <a:lnTo>
                  <a:pt x="219648" y="956203"/>
                </a:lnTo>
                <a:lnTo>
                  <a:pt x="228504" y="958157"/>
                </a:lnTo>
                <a:lnTo>
                  <a:pt x="237110" y="971485"/>
                </a:lnTo>
                <a:lnTo>
                  <a:pt x="235158" y="980430"/>
                </a:lnTo>
                <a:lnTo>
                  <a:pt x="228446" y="984682"/>
                </a:lnTo>
                <a:lnTo>
                  <a:pt x="222609" y="988501"/>
                </a:lnTo>
                <a:lnTo>
                  <a:pt x="215010" y="987404"/>
                </a:lnTo>
                <a:close/>
              </a:path>
              <a:path w="5142230" h="2300604">
                <a:moveTo>
                  <a:pt x="1314248" y="1738524"/>
                </a:moveTo>
                <a:lnTo>
                  <a:pt x="1308508" y="1732380"/>
                </a:lnTo>
                <a:lnTo>
                  <a:pt x="1308072" y="1724387"/>
                </a:lnTo>
                <a:lnTo>
                  <a:pt x="1312651" y="1718731"/>
                </a:lnTo>
                <a:lnTo>
                  <a:pt x="1317586" y="1712578"/>
                </a:lnTo>
                <a:lnTo>
                  <a:pt x="1326636" y="1711611"/>
                </a:lnTo>
                <a:lnTo>
                  <a:pt x="1338993" y="1721516"/>
                </a:lnTo>
                <a:lnTo>
                  <a:pt x="1339964" y="1730571"/>
                </a:lnTo>
                <a:lnTo>
                  <a:pt x="1330055" y="1742933"/>
                </a:lnTo>
                <a:lnTo>
                  <a:pt x="1321005" y="1743900"/>
                </a:lnTo>
                <a:lnTo>
                  <a:pt x="1314801" y="1738921"/>
                </a:lnTo>
                <a:lnTo>
                  <a:pt x="1314248" y="1738524"/>
                </a:lnTo>
                <a:close/>
              </a:path>
              <a:path w="5142230" h="2300604">
                <a:moveTo>
                  <a:pt x="178857" y="925734"/>
                </a:moveTo>
                <a:lnTo>
                  <a:pt x="173660" y="920170"/>
                </a:lnTo>
                <a:lnTo>
                  <a:pt x="172941" y="919117"/>
                </a:lnTo>
                <a:lnTo>
                  <a:pt x="168638" y="910982"/>
                </a:lnTo>
                <a:lnTo>
                  <a:pt x="171348" y="902251"/>
                </a:lnTo>
                <a:lnTo>
                  <a:pt x="185333" y="894838"/>
                </a:lnTo>
                <a:lnTo>
                  <a:pt x="194074" y="897548"/>
                </a:lnTo>
                <a:lnTo>
                  <a:pt x="201433" y="911584"/>
                </a:lnTo>
                <a:lnTo>
                  <a:pt x="198772" y="920279"/>
                </a:lnTo>
                <a:lnTo>
                  <a:pt x="185892" y="927106"/>
                </a:lnTo>
                <a:lnTo>
                  <a:pt x="178857" y="925734"/>
                </a:lnTo>
                <a:close/>
              </a:path>
              <a:path w="5142230" h="2300604">
                <a:moveTo>
                  <a:pt x="827963" y="1447868"/>
                </a:moveTo>
                <a:lnTo>
                  <a:pt x="822866" y="1442412"/>
                </a:lnTo>
                <a:lnTo>
                  <a:pt x="821767" y="1435859"/>
                </a:lnTo>
                <a:lnTo>
                  <a:pt x="824646" y="1430339"/>
                </a:lnTo>
                <a:lnTo>
                  <a:pt x="828240" y="1423239"/>
                </a:lnTo>
                <a:lnTo>
                  <a:pt x="836925" y="1420513"/>
                </a:lnTo>
                <a:lnTo>
                  <a:pt x="851029" y="1427791"/>
                </a:lnTo>
                <a:lnTo>
                  <a:pt x="853803" y="1436430"/>
                </a:lnTo>
                <a:lnTo>
                  <a:pt x="846520" y="1450530"/>
                </a:lnTo>
                <a:lnTo>
                  <a:pt x="838047" y="1453286"/>
                </a:lnTo>
                <a:lnTo>
                  <a:pt x="837837" y="1453355"/>
                </a:lnTo>
                <a:lnTo>
                  <a:pt x="830785" y="1449715"/>
                </a:lnTo>
                <a:lnTo>
                  <a:pt x="829297" y="1448905"/>
                </a:lnTo>
                <a:lnTo>
                  <a:pt x="827963" y="1447868"/>
                </a:lnTo>
                <a:close/>
              </a:path>
              <a:path w="5142230" h="2300604">
                <a:moveTo>
                  <a:pt x="1514708" y="1946563"/>
                </a:moveTo>
                <a:lnTo>
                  <a:pt x="1508501" y="1939918"/>
                </a:lnTo>
                <a:lnTo>
                  <a:pt x="1503911" y="1933441"/>
                </a:lnTo>
                <a:lnTo>
                  <a:pt x="1505440" y="1924424"/>
                </a:lnTo>
                <a:lnTo>
                  <a:pt x="1511879" y="1919879"/>
                </a:lnTo>
                <a:lnTo>
                  <a:pt x="1518316" y="1915236"/>
                </a:lnTo>
                <a:lnTo>
                  <a:pt x="1527328" y="1916770"/>
                </a:lnTo>
                <a:lnTo>
                  <a:pt x="1536561" y="1929685"/>
                </a:lnTo>
                <a:lnTo>
                  <a:pt x="1534986" y="1938653"/>
                </a:lnTo>
                <a:lnTo>
                  <a:pt x="1528499" y="1943243"/>
                </a:lnTo>
                <a:lnTo>
                  <a:pt x="1522600" y="1947484"/>
                </a:lnTo>
                <a:lnTo>
                  <a:pt x="1514708" y="1946563"/>
                </a:lnTo>
                <a:close/>
              </a:path>
              <a:path w="5142230" h="2300604">
                <a:moveTo>
                  <a:pt x="62488" y="590031"/>
                </a:moveTo>
                <a:lnTo>
                  <a:pt x="57432" y="584618"/>
                </a:lnTo>
                <a:lnTo>
                  <a:pt x="56185" y="582404"/>
                </a:lnTo>
                <a:lnTo>
                  <a:pt x="55615" y="579741"/>
                </a:lnTo>
                <a:lnTo>
                  <a:pt x="53894" y="572034"/>
                </a:lnTo>
                <a:lnTo>
                  <a:pt x="58782" y="564364"/>
                </a:lnTo>
                <a:lnTo>
                  <a:pt x="74289" y="560926"/>
                </a:lnTo>
                <a:lnTo>
                  <a:pt x="81960" y="565814"/>
                </a:lnTo>
                <a:lnTo>
                  <a:pt x="83632" y="573566"/>
                </a:lnTo>
                <a:lnTo>
                  <a:pt x="85398" y="581321"/>
                </a:lnTo>
                <a:lnTo>
                  <a:pt x="80510" y="588992"/>
                </a:lnTo>
                <a:lnTo>
                  <a:pt x="67567" y="591851"/>
                </a:lnTo>
                <a:lnTo>
                  <a:pt x="62488" y="590031"/>
                </a:lnTo>
                <a:close/>
              </a:path>
              <a:path w="5142230" h="2300604">
                <a:moveTo>
                  <a:pt x="891109" y="1480373"/>
                </a:moveTo>
                <a:lnTo>
                  <a:pt x="885967" y="1474868"/>
                </a:lnTo>
                <a:lnTo>
                  <a:pt x="884913" y="1468364"/>
                </a:lnTo>
                <a:lnTo>
                  <a:pt x="887742" y="1462791"/>
                </a:lnTo>
                <a:lnTo>
                  <a:pt x="891386" y="1455744"/>
                </a:lnTo>
                <a:lnTo>
                  <a:pt x="900066" y="1453013"/>
                </a:lnTo>
                <a:lnTo>
                  <a:pt x="914129" y="1460247"/>
                </a:lnTo>
                <a:lnTo>
                  <a:pt x="916949" y="1468936"/>
                </a:lnTo>
                <a:lnTo>
                  <a:pt x="909666" y="1483035"/>
                </a:lnTo>
                <a:lnTo>
                  <a:pt x="901127" y="1485721"/>
                </a:lnTo>
                <a:lnTo>
                  <a:pt x="900986" y="1485765"/>
                </a:lnTo>
                <a:lnTo>
                  <a:pt x="893881" y="1482167"/>
                </a:lnTo>
                <a:lnTo>
                  <a:pt x="892402" y="1481366"/>
                </a:lnTo>
                <a:lnTo>
                  <a:pt x="891109" y="1480373"/>
                </a:lnTo>
                <a:close/>
              </a:path>
              <a:path w="5142230" h="2300604">
                <a:moveTo>
                  <a:pt x="147857" y="861465"/>
                </a:moveTo>
                <a:lnTo>
                  <a:pt x="142709" y="855955"/>
                </a:lnTo>
                <a:lnTo>
                  <a:pt x="141811" y="854602"/>
                </a:lnTo>
                <a:lnTo>
                  <a:pt x="137952" y="845789"/>
                </a:lnTo>
                <a:lnTo>
                  <a:pt x="141267" y="837305"/>
                </a:lnTo>
                <a:lnTo>
                  <a:pt x="155833" y="831003"/>
                </a:lnTo>
                <a:lnTo>
                  <a:pt x="164313" y="834313"/>
                </a:lnTo>
                <a:lnTo>
                  <a:pt x="170664" y="848834"/>
                </a:lnTo>
                <a:lnTo>
                  <a:pt x="167349" y="857318"/>
                </a:lnTo>
                <a:lnTo>
                  <a:pt x="160071" y="860464"/>
                </a:lnTo>
                <a:lnTo>
                  <a:pt x="154363" y="862966"/>
                </a:lnTo>
                <a:lnTo>
                  <a:pt x="147857" y="861465"/>
                </a:lnTo>
                <a:close/>
              </a:path>
              <a:path w="5142230" h="2300604">
                <a:moveTo>
                  <a:pt x="1641169" y="2271271"/>
                </a:moveTo>
                <a:lnTo>
                  <a:pt x="1636159" y="2265907"/>
                </a:lnTo>
                <a:lnTo>
                  <a:pt x="1634791" y="2263076"/>
                </a:lnTo>
                <a:lnTo>
                  <a:pt x="1633466" y="2252078"/>
                </a:lnTo>
                <a:lnTo>
                  <a:pt x="1639138" y="2244953"/>
                </a:lnTo>
                <a:lnTo>
                  <a:pt x="1647007" y="2243994"/>
                </a:lnTo>
                <a:lnTo>
                  <a:pt x="1654922" y="2243083"/>
                </a:lnTo>
                <a:lnTo>
                  <a:pt x="1662042" y="2248750"/>
                </a:lnTo>
                <a:lnTo>
                  <a:pt x="1662912" y="2256621"/>
                </a:lnTo>
                <a:lnTo>
                  <a:pt x="1663872" y="2264490"/>
                </a:lnTo>
                <a:lnTo>
                  <a:pt x="1658200" y="2271615"/>
                </a:lnTo>
                <a:lnTo>
                  <a:pt x="1650331" y="2272574"/>
                </a:lnTo>
                <a:lnTo>
                  <a:pt x="1645593" y="2273074"/>
                </a:lnTo>
                <a:lnTo>
                  <a:pt x="1641169" y="2271271"/>
                </a:lnTo>
                <a:close/>
              </a:path>
              <a:path w="5142230" h="2300604">
                <a:moveTo>
                  <a:pt x="1418673" y="1832910"/>
                </a:moveTo>
                <a:lnTo>
                  <a:pt x="1413207" y="1827059"/>
                </a:lnTo>
                <a:lnTo>
                  <a:pt x="1413364" y="1818137"/>
                </a:lnTo>
                <a:lnTo>
                  <a:pt x="1418937" y="1812666"/>
                </a:lnTo>
                <a:lnTo>
                  <a:pt x="1419417" y="1812202"/>
                </a:lnTo>
                <a:lnTo>
                  <a:pt x="1424648" y="1807148"/>
                </a:lnTo>
                <a:lnTo>
                  <a:pt x="1433757" y="1807222"/>
                </a:lnTo>
                <a:lnTo>
                  <a:pt x="1444838" y="1818594"/>
                </a:lnTo>
                <a:lnTo>
                  <a:pt x="1444768" y="1827708"/>
                </a:lnTo>
                <a:lnTo>
                  <a:pt x="1444288" y="1828172"/>
                </a:lnTo>
                <a:lnTo>
                  <a:pt x="1439057" y="1833226"/>
                </a:lnTo>
                <a:lnTo>
                  <a:pt x="1433386" y="1838788"/>
                </a:lnTo>
                <a:lnTo>
                  <a:pt x="1424236" y="1838670"/>
                </a:lnTo>
                <a:lnTo>
                  <a:pt x="1418673" y="1832910"/>
                </a:lnTo>
                <a:close/>
              </a:path>
              <a:path w="5142230" h="2300604">
                <a:moveTo>
                  <a:pt x="1016710" y="1546403"/>
                </a:moveTo>
                <a:lnTo>
                  <a:pt x="1011563" y="1540893"/>
                </a:lnTo>
                <a:lnTo>
                  <a:pt x="1010516" y="1534201"/>
                </a:lnTo>
                <a:lnTo>
                  <a:pt x="1017317" y="1521639"/>
                </a:lnTo>
                <a:lnTo>
                  <a:pt x="1026044" y="1519056"/>
                </a:lnTo>
                <a:lnTo>
                  <a:pt x="1040044" y="1526614"/>
                </a:lnTo>
                <a:lnTo>
                  <a:pt x="1042627" y="1535341"/>
                </a:lnTo>
                <a:lnTo>
                  <a:pt x="1038802" y="1542293"/>
                </a:lnTo>
                <a:lnTo>
                  <a:pt x="1035023" y="1549293"/>
                </a:lnTo>
                <a:lnTo>
                  <a:pt x="1026296" y="1551875"/>
                </a:lnTo>
                <a:lnTo>
                  <a:pt x="1019296" y="1548096"/>
                </a:lnTo>
                <a:lnTo>
                  <a:pt x="1017953" y="1547342"/>
                </a:lnTo>
                <a:lnTo>
                  <a:pt x="1016710" y="1546403"/>
                </a:lnTo>
                <a:close/>
              </a:path>
              <a:path w="5142230" h="2300604">
                <a:moveTo>
                  <a:pt x="954065" y="1513065"/>
                </a:moveTo>
                <a:lnTo>
                  <a:pt x="948963" y="1507604"/>
                </a:lnTo>
                <a:lnTo>
                  <a:pt x="947867" y="1500958"/>
                </a:lnTo>
                <a:lnTo>
                  <a:pt x="950742" y="1495433"/>
                </a:lnTo>
                <a:lnTo>
                  <a:pt x="954480" y="1488389"/>
                </a:lnTo>
                <a:lnTo>
                  <a:pt x="963165" y="1485663"/>
                </a:lnTo>
                <a:lnTo>
                  <a:pt x="977217" y="1493081"/>
                </a:lnTo>
                <a:lnTo>
                  <a:pt x="979942" y="1501766"/>
                </a:lnTo>
                <a:lnTo>
                  <a:pt x="972568" y="1515768"/>
                </a:lnTo>
                <a:lnTo>
                  <a:pt x="963888" y="1518498"/>
                </a:lnTo>
                <a:lnTo>
                  <a:pt x="956832" y="1514854"/>
                </a:lnTo>
                <a:lnTo>
                  <a:pt x="955353" y="1514053"/>
                </a:lnTo>
                <a:lnTo>
                  <a:pt x="954065" y="1513065"/>
                </a:lnTo>
                <a:close/>
              </a:path>
              <a:path w="5142230" h="2300604">
                <a:moveTo>
                  <a:pt x="98542" y="727741"/>
                </a:moveTo>
                <a:lnTo>
                  <a:pt x="93486" y="722329"/>
                </a:lnTo>
                <a:lnTo>
                  <a:pt x="92370" y="720449"/>
                </a:lnTo>
                <a:lnTo>
                  <a:pt x="91636" y="718295"/>
                </a:lnTo>
                <a:lnTo>
                  <a:pt x="89351" y="710669"/>
                </a:lnTo>
                <a:lnTo>
                  <a:pt x="93637" y="702647"/>
                </a:lnTo>
                <a:lnTo>
                  <a:pt x="101174" y="700354"/>
                </a:lnTo>
                <a:lnTo>
                  <a:pt x="108760" y="698016"/>
                </a:lnTo>
                <a:lnTo>
                  <a:pt x="116781" y="702302"/>
                </a:lnTo>
                <a:lnTo>
                  <a:pt x="121453" y="717469"/>
                </a:lnTo>
                <a:lnTo>
                  <a:pt x="117172" y="725495"/>
                </a:lnTo>
                <a:lnTo>
                  <a:pt x="109635" y="727788"/>
                </a:lnTo>
                <a:lnTo>
                  <a:pt x="104195" y="729491"/>
                </a:lnTo>
                <a:lnTo>
                  <a:pt x="98542" y="727741"/>
                </a:lnTo>
                <a:close/>
              </a:path>
              <a:path w="5142230" h="2300604">
                <a:moveTo>
                  <a:pt x="0" y="168350"/>
                </a:moveTo>
                <a:lnTo>
                  <a:pt x="0" y="141614"/>
                </a:lnTo>
                <a:lnTo>
                  <a:pt x="5778" y="140978"/>
                </a:lnTo>
                <a:lnTo>
                  <a:pt x="13685" y="140157"/>
                </a:lnTo>
                <a:lnTo>
                  <a:pt x="20766" y="145879"/>
                </a:lnTo>
                <a:lnTo>
                  <a:pt x="22443" y="161652"/>
                </a:lnTo>
                <a:lnTo>
                  <a:pt x="16730" y="168732"/>
                </a:lnTo>
                <a:lnTo>
                  <a:pt x="8818" y="169549"/>
                </a:lnTo>
                <a:lnTo>
                  <a:pt x="4175" y="170052"/>
                </a:lnTo>
                <a:lnTo>
                  <a:pt x="0" y="168350"/>
                </a:lnTo>
                <a:close/>
              </a:path>
              <a:path w="5142230" h="2300604">
                <a:moveTo>
                  <a:pt x="518599" y="1273095"/>
                </a:moveTo>
                <a:lnTo>
                  <a:pt x="513411" y="1267542"/>
                </a:lnTo>
                <a:lnTo>
                  <a:pt x="512616" y="1260239"/>
                </a:lnTo>
                <a:lnTo>
                  <a:pt x="520736" y="1247916"/>
                </a:lnTo>
                <a:lnTo>
                  <a:pt x="529626" y="1246094"/>
                </a:lnTo>
                <a:lnTo>
                  <a:pt x="542869" y="1254806"/>
                </a:lnTo>
                <a:lnTo>
                  <a:pt x="544741" y="1263750"/>
                </a:lnTo>
                <a:lnTo>
                  <a:pt x="536033" y="1276998"/>
                </a:lnTo>
                <a:lnTo>
                  <a:pt x="527089" y="1278861"/>
                </a:lnTo>
                <a:lnTo>
                  <a:pt x="519476" y="1273838"/>
                </a:lnTo>
                <a:lnTo>
                  <a:pt x="518599" y="1273095"/>
                </a:lnTo>
                <a:close/>
              </a:path>
              <a:path w="5142230" h="2300604">
                <a:moveTo>
                  <a:pt x="35944" y="450284"/>
                </a:moveTo>
                <a:lnTo>
                  <a:pt x="30934" y="444920"/>
                </a:lnTo>
                <a:lnTo>
                  <a:pt x="29606" y="442325"/>
                </a:lnTo>
                <a:lnTo>
                  <a:pt x="29091" y="439428"/>
                </a:lnTo>
                <a:lnTo>
                  <a:pt x="27894" y="431598"/>
                </a:lnTo>
                <a:lnTo>
                  <a:pt x="33198" y="424178"/>
                </a:lnTo>
                <a:lnTo>
                  <a:pt x="48862" y="421689"/>
                </a:lnTo>
                <a:lnTo>
                  <a:pt x="56229" y="427034"/>
                </a:lnTo>
                <a:lnTo>
                  <a:pt x="58770" y="442657"/>
                </a:lnTo>
                <a:lnTo>
                  <a:pt x="53416" y="450024"/>
                </a:lnTo>
                <a:lnTo>
                  <a:pt x="45587" y="451320"/>
                </a:lnTo>
                <a:lnTo>
                  <a:pt x="40651" y="452096"/>
                </a:lnTo>
                <a:lnTo>
                  <a:pt x="35944" y="450284"/>
                </a:lnTo>
                <a:close/>
              </a:path>
              <a:path w="5142230" h="2300604">
                <a:moveTo>
                  <a:pt x="48242" y="520336"/>
                </a:moveTo>
                <a:lnTo>
                  <a:pt x="43186" y="514924"/>
                </a:lnTo>
                <a:lnTo>
                  <a:pt x="41852" y="512518"/>
                </a:lnTo>
                <a:lnTo>
                  <a:pt x="41379" y="509764"/>
                </a:lnTo>
                <a:lnTo>
                  <a:pt x="39899" y="501924"/>
                </a:lnTo>
                <a:lnTo>
                  <a:pt x="45063" y="494452"/>
                </a:lnTo>
                <a:lnTo>
                  <a:pt x="60649" y="491489"/>
                </a:lnTo>
                <a:lnTo>
                  <a:pt x="68121" y="496653"/>
                </a:lnTo>
                <a:lnTo>
                  <a:pt x="69650" y="504447"/>
                </a:lnTo>
                <a:lnTo>
                  <a:pt x="71084" y="512238"/>
                </a:lnTo>
                <a:lnTo>
                  <a:pt x="65965" y="519759"/>
                </a:lnTo>
                <a:lnTo>
                  <a:pt x="58174" y="521194"/>
                </a:lnTo>
                <a:lnTo>
                  <a:pt x="53137" y="522155"/>
                </a:lnTo>
                <a:lnTo>
                  <a:pt x="48242" y="520336"/>
                </a:lnTo>
                <a:close/>
              </a:path>
              <a:path w="5142230" h="2300604">
                <a:moveTo>
                  <a:pt x="0" y="99052"/>
                </a:moveTo>
                <a:lnTo>
                  <a:pt x="0" y="70198"/>
                </a:lnTo>
                <a:lnTo>
                  <a:pt x="6223" y="69513"/>
                </a:lnTo>
                <a:lnTo>
                  <a:pt x="13303" y="75235"/>
                </a:lnTo>
                <a:lnTo>
                  <a:pt x="14981" y="91008"/>
                </a:lnTo>
                <a:lnTo>
                  <a:pt x="9268" y="98089"/>
                </a:lnTo>
                <a:lnTo>
                  <a:pt x="0" y="99052"/>
                </a:lnTo>
                <a:close/>
              </a:path>
              <a:path w="5142230" h="2300604">
                <a:moveTo>
                  <a:pt x="0" y="27599"/>
                </a:moveTo>
                <a:lnTo>
                  <a:pt x="0" y="0"/>
                </a:lnTo>
                <a:lnTo>
                  <a:pt x="5701" y="4539"/>
                </a:lnTo>
                <a:lnTo>
                  <a:pt x="7477" y="20321"/>
                </a:lnTo>
                <a:lnTo>
                  <a:pt x="1760" y="27396"/>
                </a:lnTo>
                <a:lnTo>
                  <a:pt x="0" y="27599"/>
                </a:lnTo>
                <a:close/>
              </a:path>
              <a:path w="5142230" h="2300604">
                <a:moveTo>
                  <a:pt x="25308" y="379957"/>
                </a:moveTo>
                <a:lnTo>
                  <a:pt x="20298" y="374593"/>
                </a:lnTo>
                <a:lnTo>
                  <a:pt x="18924" y="371950"/>
                </a:lnTo>
                <a:lnTo>
                  <a:pt x="17407" y="361040"/>
                </a:lnTo>
                <a:lnTo>
                  <a:pt x="22848" y="353766"/>
                </a:lnTo>
                <a:lnTo>
                  <a:pt x="30724" y="352618"/>
                </a:lnTo>
                <a:lnTo>
                  <a:pt x="38597" y="351564"/>
                </a:lnTo>
                <a:lnTo>
                  <a:pt x="45866" y="357000"/>
                </a:lnTo>
                <a:lnTo>
                  <a:pt x="46924" y="364877"/>
                </a:lnTo>
                <a:lnTo>
                  <a:pt x="48073" y="372753"/>
                </a:lnTo>
                <a:lnTo>
                  <a:pt x="42586" y="379978"/>
                </a:lnTo>
                <a:lnTo>
                  <a:pt x="34706" y="381122"/>
                </a:lnTo>
                <a:lnTo>
                  <a:pt x="29921" y="381766"/>
                </a:lnTo>
                <a:lnTo>
                  <a:pt x="25308" y="379957"/>
                </a:lnTo>
                <a:close/>
              </a:path>
              <a:path w="5142230" h="2300604">
                <a:moveTo>
                  <a:pt x="702186" y="1381747"/>
                </a:moveTo>
                <a:lnTo>
                  <a:pt x="697080" y="1376281"/>
                </a:lnTo>
                <a:lnTo>
                  <a:pt x="696038" y="1369593"/>
                </a:lnTo>
                <a:lnTo>
                  <a:pt x="702834" y="1357026"/>
                </a:lnTo>
                <a:lnTo>
                  <a:pt x="711566" y="1354448"/>
                </a:lnTo>
                <a:lnTo>
                  <a:pt x="718516" y="1358174"/>
                </a:lnTo>
                <a:lnTo>
                  <a:pt x="725472" y="1362003"/>
                </a:lnTo>
                <a:lnTo>
                  <a:pt x="728103" y="1370685"/>
                </a:lnTo>
                <a:lnTo>
                  <a:pt x="720545" y="1384685"/>
                </a:lnTo>
                <a:lnTo>
                  <a:pt x="711813" y="1387263"/>
                </a:lnTo>
                <a:lnTo>
                  <a:pt x="704818" y="1383489"/>
                </a:lnTo>
                <a:lnTo>
                  <a:pt x="703429" y="1382686"/>
                </a:lnTo>
                <a:lnTo>
                  <a:pt x="702186" y="1381747"/>
                </a:lnTo>
                <a:close/>
              </a:path>
              <a:path w="5142230" h="2300604">
                <a:moveTo>
                  <a:pt x="15900" y="309478"/>
                </a:moveTo>
                <a:lnTo>
                  <a:pt x="10894" y="304120"/>
                </a:lnTo>
                <a:lnTo>
                  <a:pt x="9568" y="301332"/>
                </a:lnTo>
                <a:lnTo>
                  <a:pt x="9113" y="298205"/>
                </a:lnTo>
                <a:lnTo>
                  <a:pt x="8153" y="290336"/>
                </a:lnTo>
                <a:lnTo>
                  <a:pt x="13779" y="283162"/>
                </a:lnTo>
                <a:lnTo>
                  <a:pt x="21649" y="282203"/>
                </a:lnTo>
                <a:lnTo>
                  <a:pt x="29473" y="281194"/>
                </a:lnTo>
                <a:lnTo>
                  <a:pt x="36695" y="286775"/>
                </a:lnTo>
                <a:lnTo>
                  <a:pt x="38659" y="302563"/>
                </a:lnTo>
                <a:lnTo>
                  <a:pt x="33082" y="309690"/>
                </a:lnTo>
                <a:lnTo>
                  <a:pt x="20423" y="311289"/>
                </a:lnTo>
                <a:lnTo>
                  <a:pt x="15900" y="309478"/>
                </a:lnTo>
                <a:close/>
              </a:path>
              <a:path w="5142230" h="2300604">
                <a:moveTo>
                  <a:pt x="7542" y="238951"/>
                </a:moveTo>
                <a:lnTo>
                  <a:pt x="2486" y="233538"/>
                </a:lnTo>
                <a:lnTo>
                  <a:pt x="1119" y="230706"/>
                </a:lnTo>
                <a:lnTo>
                  <a:pt x="0" y="219613"/>
                </a:lnTo>
                <a:lnTo>
                  <a:pt x="5563" y="212493"/>
                </a:lnTo>
                <a:lnTo>
                  <a:pt x="13429" y="211628"/>
                </a:lnTo>
                <a:lnTo>
                  <a:pt x="21344" y="210717"/>
                </a:lnTo>
                <a:lnTo>
                  <a:pt x="28468" y="216389"/>
                </a:lnTo>
                <a:lnTo>
                  <a:pt x="30240" y="232165"/>
                </a:lnTo>
                <a:lnTo>
                  <a:pt x="24573" y="239294"/>
                </a:lnTo>
                <a:lnTo>
                  <a:pt x="16658" y="240205"/>
                </a:lnTo>
                <a:lnTo>
                  <a:pt x="12014" y="240708"/>
                </a:lnTo>
                <a:lnTo>
                  <a:pt x="7542" y="238951"/>
                </a:lnTo>
                <a:close/>
              </a:path>
              <a:path w="5142230" h="2300604">
                <a:moveTo>
                  <a:pt x="1599470" y="1622560"/>
                </a:moveTo>
                <a:lnTo>
                  <a:pt x="1593714" y="1616399"/>
                </a:lnTo>
                <a:lnTo>
                  <a:pt x="1593124" y="1609121"/>
                </a:lnTo>
                <a:lnTo>
                  <a:pt x="1597045" y="1603641"/>
                </a:lnTo>
                <a:lnTo>
                  <a:pt x="1601549" y="1597417"/>
                </a:lnTo>
                <a:lnTo>
                  <a:pt x="1610286" y="1595920"/>
                </a:lnTo>
                <a:lnTo>
                  <a:pt x="1622820" y="1604939"/>
                </a:lnTo>
                <a:lnTo>
                  <a:pt x="1624227" y="1613678"/>
                </a:lnTo>
                <a:lnTo>
                  <a:pt x="1619719" y="1619898"/>
                </a:lnTo>
                <a:lnTo>
                  <a:pt x="1615257" y="1626166"/>
                </a:lnTo>
                <a:lnTo>
                  <a:pt x="1606523" y="1627569"/>
                </a:lnTo>
                <a:lnTo>
                  <a:pt x="1599470" y="1622560"/>
                </a:lnTo>
                <a:close/>
              </a:path>
              <a:path w="5142230" h="2300604">
                <a:moveTo>
                  <a:pt x="964734" y="1307783"/>
                </a:moveTo>
                <a:lnTo>
                  <a:pt x="959815" y="1302517"/>
                </a:lnTo>
                <a:lnTo>
                  <a:pt x="958599" y="1296622"/>
                </a:lnTo>
                <a:lnTo>
                  <a:pt x="963971" y="1284289"/>
                </a:lnTo>
                <a:lnTo>
                  <a:pt x="972205" y="1281081"/>
                </a:lnTo>
                <a:lnTo>
                  <a:pt x="986254" y="1287224"/>
                </a:lnTo>
                <a:lnTo>
                  <a:pt x="989561" y="1295457"/>
                </a:lnTo>
                <a:lnTo>
                  <a:pt x="986443" y="1302479"/>
                </a:lnTo>
                <a:lnTo>
                  <a:pt x="983365" y="1309546"/>
                </a:lnTo>
                <a:lnTo>
                  <a:pt x="975140" y="1312764"/>
                </a:lnTo>
                <a:lnTo>
                  <a:pt x="968069" y="1309691"/>
                </a:lnTo>
                <a:lnTo>
                  <a:pt x="966254" y="1308921"/>
                </a:lnTo>
                <a:lnTo>
                  <a:pt x="964734" y="1307783"/>
                </a:lnTo>
                <a:close/>
              </a:path>
              <a:path w="5142230" h="2300604">
                <a:moveTo>
                  <a:pt x="1095201" y="1363872"/>
                </a:moveTo>
                <a:lnTo>
                  <a:pt x="1090282" y="1358605"/>
                </a:lnTo>
                <a:lnTo>
                  <a:pt x="1089017" y="1352756"/>
                </a:lnTo>
                <a:lnTo>
                  <a:pt x="1091272" y="1347545"/>
                </a:lnTo>
                <a:lnTo>
                  <a:pt x="1094295" y="1340420"/>
                </a:lnTo>
                <a:lnTo>
                  <a:pt x="1102528" y="1337112"/>
                </a:lnTo>
                <a:lnTo>
                  <a:pt x="1109599" y="1340186"/>
                </a:lnTo>
                <a:lnTo>
                  <a:pt x="1116678" y="1343169"/>
                </a:lnTo>
                <a:lnTo>
                  <a:pt x="1119917" y="1351231"/>
                </a:lnTo>
                <a:lnTo>
                  <a:pt x="1116908" y="1358468"/>
                </a:lnTo>
                <a:lnTo>
                  <a:pt x="1113933" y="1365548"/>
                </a:lnTo>
                <a:lnTo>
                  <a:pt x="1105701" y="1368855"/>
                </a:lnTo>
                <a:lnTo>
                  <a:pt x="1098630" y="1365782"/>
                </a:lnTo>
                <a:lnTo>
                  <a:pt x="1096815" y="1365012"/>
                </a:lnTo>
                <a:lnTo>
                  <a:pt x="1095201" y="1363872"/>
                </a:lnTo>
                <a:close/>
              </a:path>
              <a:path w="5142230" h="2300604">
                <a:moveTo>
                  <a:pt x="1891611" y="2016224"/>
                </a:moveTo>
                <a:lnTo>
                  <a:pt x="1886692" y="2010958"/>
                </a:lnTo>
                <a:lnTo>
                  <a:pt x="1885579" y="2008985"/>
                </a:lnTo>
                <a:lnTo>
                  <a:pt x="1882836" y="1999402"/>
                </a:lnTo>
                <a:lnTo>
                  <a:pt x="1887153" y="1991708"/>
                </a:lnTo>
                <a:lnTo>
                  <a:pt x="1894549" y="1989557"/>
                </a:lnTo>
                <a:lnTo>
                  <a:pt x="1901981" y="1987444"/>
                </a:lnTo>
                <a:lnTo>
                  <a:pt x="1909675" y="1991771"/>
                </a:lnTo>
                <a:lnTo>
                  <a:pt x="1913885" y="2006639"/>
                </a:lnTo>
                <a:lnTo>
                  <a:pt x="1909568" y="2014333"/>
                </a:lnTo>
                <a:lnTo>
                  <a:pt x="1896931" y="2017911"/>
                </a:lnTo>
                <a:lnTo>
                  <a:pt x="1891611" y="2016224"/>
                </a:lnTo>
                <a:close/>
              </a:path>
              <a:path w="5142230" h="2300604">
                <a:moveTo>
                  <a:pt x="1655175" y="1665477"/>
                </a:moveTo>
                <a:lnTo>
                  <a:pt x="1649611" y="1659521"/>
                </a:lnTo>
                <a:lnTo>
                  <a:pt x="1649323" y="1651686"/>
                </a:lnTo>
                <a:lnTo>
                  <a:pt x="1653851" y="1646270"/>
                </a:lnTo>
                <a:lnTo>
                  <a:pt x="1658775" y="1640300"/>
                </a:lnTo>
                <a:lnTo>
                  <a:pt x="1667536" y="1639512"/>
                </a:lnTo>
                <a:lnTo>
                  <a:pt x="1679376" y="1649353"/>
                </a:lnTo>
                <a:lnTo>
                  <a:pt x="1680209" y="1658162"/>
                </a:lnTo>
                <a:lnTo>
                  <a:pt x="1675244" y="1664088"/>
                </a:lnTo>
                <a:lnTo>
                  <a:pt x="1670364" y="1670007"/>
                </a:lnTo>
                <a:lnTo>
                  <a:pt x="1661514" y="1670796"/>
                </a:lnTo>
                <a:lnTo>
                  <a:pt x="1655175" y="1665477"/>
                </a:lnTo>
                <a:close/>
              </a:path>
              <a:path w="5142230" h="2300604">
                <a:moveTo>
                  <a:pt x="1869100" y="1949412"/>
                </a:moveTo>
                <a:lnTo>
                  <a:pt x="1864135" y="1944097"/>
                </a:lnTo>
                <a:lnTo>
                  <a:pt x="1863191" y="1942696"/>
                </a:lnTo>
                <a:lnTo>
                  <a:pt x="1862540" y="1941021"/>
                </a:lnTo>
                <a:lnTo>
                  <a:pt x="1859669" y="1933842"/>
                </a:lnTo>
                <a:lnTo>
                  <a:pt x="1863155" y="1925746"/>
                </a:lnTo>
                <a:lnTo>
                  <a:pt x="1870285" y="1922920"/>
                </a:lnTo>
                <a:lnTo>
                  <a:pt x="1877419" y="1920000"/>
                </a:lnTo>
                <a:lnTo>
                  <a:pt x="1885515" y="1923486"/>
                </a:lnTo>
                <a:lnTo>
                  <a:pt x="1888435" y="1930620"/>
                </a:lnTo>
                <a:lnTo>
                  <a:pt x="1891256" y="1937745"/>
                </a:lnTo>
                <a:lnTo>
                  <a:pt x="1887816" y="1945890"/>
                </a:lnTo>
                <a:lnTo>
                  <a:pt x="1880685" y="1948716"/>
                </a:lnTo>
                <a:lnTo>
                  <a:pt x="1875185" y="1950941"/>
                </a:lnTo>
                <a:lnTo>
                  <a:pt x="1869100" y="1949412"/>
                </a:lnTo>
                <a:close/>
              </a:path>
              <a:path w="5142230" h="2300604">
                <a:moveTo>
                  <a:pt x="336437" y="872143"/>
                </a:moveTo>
                <a:lnTo>
                  <a:pt x="330733" y="866037"/>
                </a:lnTo>
                <a:lnTo>
                  <a:pt x="326063" y="858986"/>
                </a:lnTo>
                <a:lnTo>
                  <a:pt x="327822" y="850312"/>
                </a:lnTo>
                <a:lnTo>
                  <a:pt x="340665" y="841774"/>
                </a:lnTo>
                <a:lnTo>
                  <a:pt x="349344" y="843538"/>
                </a:lnTo>
                <a:lnTo>
                  <a:pt x="357828" y="856432"/>
                </a:lnTo>
                <a:lnTo>
                  <a:pt x="356069" y="865106"/>
                </a:lnTo>
                <a:lnTo>
                  <a:pt x="349599" y="869323"/>
                </a:lnTo>
                <a:lnTo>
                  <a:pt x="343851" y="873140"/>
                </a:lnTo>
                <a:lnTo>
                  <a:pt x="336437" y="872143"/>
                </a:lnTo>
                <a:close/>
              </a:path>
              <a:path w="5142230" h="2300604">
                <a:moveTo>
                  <a:pt x="586213" y="1112056"/>
                </a:moveTo>
                <a:lnTo>
                  <a:pt x="581203" y="1106693"/>
                </a:lnTo>
                <a:lnTo>
                  <a:pt x="580357" y="1099630"/>
                </a:lnTo>
                <a:lnTo>
                  <a:pt x="583942" y="1094181"/>
                </a:lnTo>
                <a:lnTo>
                  <a:pt x="588172" y="1087664"/>
                </a:lnTo>
                <a:lnTo>
                  <a:pt x="596784" y="1085837"/>
                </a:lnTo>
                <a:lnTo>
                  <a:pt x="603251" y="1090023"/>
                </a:lnTo>
                <a:lnTo>
                  <a:pt x="609714" y="1094303"/>
                </a:lnTo>
                <a:lnTo>
                  <a:pt x="611546" y="1102910"/>
                </a:lnTo>
                <a:lnTo>
                  <a:pt x="607360" y="1109377"/>
                </a:lnTo>
                <a:lnTo>
                  <a:pt x="603129" y="1115795"/>
                </a:lnTo>
                <a:lnTo>
                  <a:pt x="594521" y="1117626"/>
                </a:lnTo>
                <a:lnTo>
                  <a:pt x="588055" y="1113441"/>
                </a:lnTo>
                <a:lnTo>
                  <a:pt x="587085" y="1112794"/>
                </a:lnTo>
                <a:lnTo>
                  <a:pt x="586213" y="1112056"/>
                </a:lnTo>
                <a:close/>
              </a:path>
              <a:path w="5142230" h="2300604">
                <a:moveTo>
                  <a:pt x="1540119" y="1582584"/>
                </a:moveTo>
                <a:lnTo>
                  <a:pt x="1535109" y="1577220"/>
                </a:lnTo>
                <a:lnTo>
                  <a:pt x="1534260" y="1570251"/>
                </a:lnTo>
                <a:lnTo>
                  <a:pt x="1537473" y="1565090"/>
                </a:lnTo>
                <a:lnTo>
                  <a:pt x="1541611" y="1558572"/>
                </a:lnTo>
                <a:lnTo>
                  <a:pt x="1541796" y="1558281"/>
                </a:lnTo>
                <a:lnTo>
                  <a:pt x="1550361" y="1556306"/>
                </a:lnTo>
                <a:lnTo>
                  <a:pt x="1563396" y="1564492"/>
                </a:lnTo>
                <a:lnTo>
                  <a:pt x="1565416" y="1573106"/>
                </a:lnTo>
                <a:lnTo>
                  <a:pt x="1561460" y="1579331"/>
                </a:lnTo>
                <a:lnTo>
                  <a:pt x="1557359" y="1585888"/>
                </a:lnTo>
                <a:lnTo>
                  <a:pt x="1557176" y="1586181"/>
                </a:lnTo>
                <a:lnTo>
                  <a:pt x="1548570" y="1588112"/>
                </a:lnTo>
                <a:lnTo>
                  <a:pt x="1542100" y="1584020"/>
                </a:lnTo>
                <a:lnTo>
                  <a:pt x="1541032" y="1583365"/>
                </a:lnTo>
                <a:lnTo>
                  <a:pt x="1540119" y="1582584"/>
                </a:lnTo>
                <a:close/>
              </a:path>
              <a:path w="5142230" h="2300604">
                <a:moveTo>
                  <a:pt x="708462" y="1184761"/>
                </a:moveTo>
                <a:lnTo>
                  <a:pt x="703501" y="1179451"/>
                </a:lnTo>
                <a:lnTo>
                  <a:pt x="702497" y="1172902"/>
                </a:lnTo>
                <a:lnTo>
                  <a:pt x="705418" y="1167525"/>
                </a:lnTo>
                <a:lnTo>
                  <a:pt x="709142" y="1160759"/>
                </a:lnTo>
                <a:lnTo>
                  <a:pt x="717583" y="1158261"/>
                </a:lnTo>
                <a:lnTo>
                  <a:pt x="731118" y="1165614"/>
                </a:lnTo>
                <a:lnTo>
                  <a:pt x="733616" y="1174056"/>
                </a:lnTo>
                <a:lnTo>
                  <a:pt x="729933" y="1180865"/>
                </a:lnTo>
                <a:lnTo>
                  <a:pt x="726262" y="1187590"/>
                </a:lnTo>
                <a:lnTo>
                  <a:pt x="717768" y="1190129"/>
                </a:lnTo>
                <a:lnTo>
                  <a:pt x="711052" y="1186459"/>
                </a:lnTo>
                <a:lnTo>
                  <a:pt x="709704" y="1185700"/>
                </a:lnTo>
                <a:lnTo>
                  <a:pt x="708462" y="1184761"/>
                </a:lnTo>
                <a:close/>
              </a:path>
              <a:path w="5142230" h="2300604">
                <a:moveTo>
                  <a:pt x="1479274" y="1546286"/>
                </a:moveTo>
                <a:lnTo>
                  <a:pt x="1474309" y="1540971"/>
                </a:lnTo>
                <a:lnTo>
                  <a:pt x="1473356" y="1534282"/>
                </a:lnTo>
                <a:lnTo>
                  <a:pt x="1476416" y="1528858"/>
                </a:lnTo>
                <a:lnTo>
                  <a:pt x="1480284" y="1522149"/>
                </a:lnTo>
                <a:lnTo>
                  <a:pt x="1488813" y="1519843"/>
                </a:lnTo>
                <a:lnTo>
                  <a:pt x="1502146" y="1527467"/>
                </a:lnTo>
                <a:lnTo>
                  <a:pt x="1504502" y="1536050"/>
                </a:lnTo>
                <a:lnTo>
                  <a:pt x="1496872" y="1549387"/>
                </a:lnTo>
                <a:lnTo>
                  <a:pt x="1488343" y="1551693"/>
                </a:lnTo>
                <a:lnTo>
                  <a:pt x="1481626" y="1547924"/>
                </a:lnTo>
                <a:lnTo>
                  <a:pt x="1480377" y="1547173"/>
                </a:lnTo>
                <a:lnTo>
                  <a:pt x="1479274" y="1546286"/>
                </a:lnTo>
                <a:close/>
              </a:path>
              <a:path w="5142230" h="2300604">
                <a:moveTo>
                  <a:pt x="107330" y="129752"/>
                </a:moveTo>
                <a:lnTo>
                  <a:pt x="102411" y="124486"/>
                </a:lnTo>
                <a:lnTo>
                  <a:pt x="101170" y="121984"/>
                </a:lnTo>
                <a:lnTo>
                  <a:pt x="100656" y="119186"/>
                </a:lnTo>
                <a:lnTo>
                  <a:pt x="99452" y="111545"/>
                </a:lnTo>
                <a:lnTo>
                  <a:pt x="104604" y="104450"/>
                </a:lnTo>
                <a:lnTo>
                  <a:pt x="119796" y="101945"/>
                </a:lnTo>
                <a:lnTo>
                  <a:pt x="126985" y="107100"/>
                </a:lnTo>
                <a:lnTo>
                  <a:pt x="129490" y="122292"/>
                </a:lnTo>
                <a:lnTo>
                  <a:pt x="124290" y="129433"/>
                </a:lnTo>
                <a:lnTo>
                  <a:pt x="112104" y="131441"/>
                </a:lnTo>
                <a:lnTo>
                  <a:pt x="111946" y="131467"/>
                </a:lnTo>
                <a:lnTo>
                  <a:pt x="107330" y="129752"/>
                </a:lnTo>
                <a:close/>
              </a:path>
              <a:path w="5142230" h="2300604">
                <a:moveTo>
                  <a:pt x="1417171" y="1512258"/>
                </a:moveTo>
                <a:lnTo>
                  <a:pt x="1412206" y="1506943"/>
                </a:lnTo>
                <a:lnTo>
                  <a:pt x="1411150" y="1500534"/>
                </a:lnTo>
                <a:lnTo>
                  <a:pt x="1417556" y="1488331"/>
                </a:lnTo>
                <a:lnTo>
                  <a:pt x="1426005" y="1485744"/>
                </a:lnTo>
                <a:lnTo>
                  <a:pt x="1439641" y="1492912"/>
                </a:lnTo>
                <a:lnTo>
                  <a:pt x="1442233" y="1501356"/>
                </a:lnTo>
                <a:lnTo>
                  <a:pt x="1435061" y="1514987"/>
                </a:lnTo>
                <a:lnTo>
                  <a:pt x="1426621" y="1517584"/>
                </a:lnTo>
                <a:lnTo>
                  <a:pt x="1418365" y="1513243"/>
                </a:lnTo>
                <a:lnTo>
                  <a:pt x="1417171" y="1512258"/>
                </a:lnTo>
                <a:close/>
              </a:path>
              <a:path w="5142230" h="2300604">
                <a:moveTo>
                  <a:pt x="528120" y="1072448"/>
                </a:moveTo>
                <a:lnTo>
                  <a:pt x="522369" y="1066292"/>
                </a:lnTo>
                <a:lnTo>
                  <a:pt x="521783" y="1059018"/>
                </a:lnTo>
                <a:lnTo>
                  <a:pt x="525748" y="1053488"/>
                </a:lnTo>
                <a:lnTo>
                  <a:pt x="530256" y="1047268"/>
                </a:lnTo>
                <a:lnTo>
                  <a:pt x="538991" y="1045866"/>
                </a:lnTo>
                <a:lnTo>
                  <a:pt x="551479" y="1054836"/>
                </a:lnTo>
                <a:lnTo>
                  <a:pt x="552877" y="1063566"/>
                </a:lnTo>
                <a:lnTo>
                  <a:pt x="548414" y="1069834"/>
                </a:lnTo>
                <a:lnTo>
                  <a:pt x="543911" y="1076059"/>
                </a:lnTo>
                <a:lnTo>
                  <a:pt x="535172" y="1077456"/>
                </a:lnTo>
                <a:lnTo>
                  <a:pt x="528120" y="1072448"/>
                </a:lnTo>
                <a:close/>
              </a:path>
              <a:path w="5142230" h="2300604">
                <a:moveTo>
                  <a:pt x="1225417" y="1420376"/>
                </a:moveTo>
                <a:lnTo>
                  <a:pt x="1220453" y="1415061"/>
                </a:lnTo>
                <a:lnTo>
                  <a:pt x="1219286" y="1409120"/>
                </a:lnTo>
                <a:lnTo>
                  <a:pt x="1224752" y="1396791"/>
                </a:lnTo>
                <a:lnTo>
                  <a:pt x="1232986" y="1393583"/>
                </a:lnTo>
                <a:lnTo>
                  <a:pt x="1247077" y="1399869"/>
                </a:lnTo>
                <a:lnTo>
                  <a:pt x="1250241" y="1408144"/>
                </a:lnTo>
                <a:lnTo>
                  <a:pt x="1243999" y="1422184"/>
                </a:lnTo>
                <a:lnTo>
                  <a:pt x="1235724" y="1425349"/>
                </a:lnTo>
                <a:lnTo>
                  <a:pt x="1228702" y="1422230"/>
                </a:lnTo>
                <a:lnTo>
                  <a:pt x="1226940" y="1421419"/>
                </a:lnTo>
                <a:lnTo>
                  <a:pt x="1225417" y="1420376"/>
                </a:lnTo>
                <a:close/>
              </a:path>
              <a:path w="5142230" h="2300604">
                <a:moveTo>
                  <a:pt x="425246" y="983927"/>
                </a:moveTo>
                <a:lnTo>
                  <a:pt x="414633" y="972565"/>
                </a:lnTo>
                <a:lnTo>
                  <a:pt x="414929" y="963889"/>
                </a:lnTo>
                <a:lnTo>
                  <a:pt x="420396" y="958599"/>
                </a:lnTo>
                <a:lnTo>
                  <a:pt x="425954" y="953307"/>
                </a:lnTo>
                <a:lnTo>
                  <a:pt x="435013" y="953524"/>
                </a:lnTo>
                <a:lnTo>
                  <a:pt x="445446" y="964692"/>
                </a:lnTo>
                <a:lnTo>
                  <a:pt x="445242" y="973466"/>
                </a:lnTo>
                <a:lnTo>
                  <a:pt x="439438" y="978982"/>
                </a:lnTo>
                <a:lnTo>
                  <a:pt x="434069" y="984085"/>
                </a:lnTo>
                <a:lnTo>
                  <a:pt x="425246" y="983927"/>
                </a:lnTo>
                <a:close/>
              </a:path>
              <a:path w="5142230" h="2300604">
                <a:moveTo>
                  <a:pt x="130983" y="269826"/>
                </a:moveTo>
                <a:lnTo>
                  <a:pt x="126063" y="264560"/>
                </a:lnTo>
                <a:lnTo>
                  <a:pt x="124770" y="262198"/>
                </a:lnTo>
                <a:lnTo>
                  <a:pt x="122955" y="251849"/>
                </a:lnTo>
                <a:lnTo>
                  <a:pt x="128015" y="244657"/>
                </a:lnTo>
                <a:lnTo>
                  <a:pt x="135569" y="243261"/>
                </a:lnTo>
                <a:lnTo>
                  <a:pt x="143169" y="241915"/>
                </a:lnTo>
                <a:lnTo>
                  <a:pt x="150455" y="246978"/>
                </a:lnTo>
                <a:lnTo>
                  <a:pt x="153082" y="262008"/>
                </a:lnTo>
                <a:lnTo>
                  <a:pt x="149371" y="267517"/>
                </a:lnTo>
                <a:lnTo>
                  <a:pt x="148088" y="269370"/>
                </a:lnTo>
                <a:lnTo>
                  <a:pt x="140563" y="270697"/>
                </a:lnTo>
                <a:lnTo>
                  <a:pt x="135644" y="271590"/>
                </a:lnTo>
                <a:lnTo>
                  <a:pt x="130983" y="269826"/>
                </a:lnTo>
                <a:close/>
              </a:path>
              <a:path w="5142230" h="2300604">
                <a:moveTo>
                  <a:pt x="143947" y="339713"/>
                </a:moveTo>
                <a:lnTo>
                  <a:pt x="139073" y="334495"/>
                </a:lnTo>
                <a:lnTo>
                  <a:pt x="137825" y="332182"/>
                </a:lnTo>
                <a:lnTo>
                  <a:pt x="135819" y="321921"/>
                </a:lnTo>
                <a:lnTo>
                  <a:pt x="140788" y="314631"/>
                </a:lnTo>
                <a:lnTo>
                  <a:pt x="155902" y="311652"/>
                </a:lnTo>
                <a:lnTo>
                  <a:pt x="163241" y="316576"/>
                </a:lnTo>
                <a:lnTo>
                  <a:pt x="164681" y="324178"/>
                </a:lnTo>
                <a:lnTo>
                  <a:pt x="166171" y="331735"/>
                </a:lnTo>
                <a:lnTo>
                  <a:pt x="161202" y="339025"/>
                </a:lnTo>
                <a:lnTo>
                  <a:pt x="153645" y="340515"/>
                </a:lnTo>
                <a:lnTo>
                  <a:pt x="148751" y="341434"/>
                </a:lnTo>
                <a:lnTo>
                  <a:pt x="143947" y="339713"/>
                </a:lnTo>
                <a:close/>
              </a:path>
              <a:path w="5142230" h="2300604">
                <a:moveTo>
                  <a:pt x="646636" y="1149662"/>
                </a:moveTo>
                <a:lnTo>
                  <a:pt x="641621" y="1144293"/>
                </a:lnTo>
                <a:lnTo>
                  <a:pt x="640771" y="1137518"/>
                </a:lnTo>
                <a:lnTo>
                  <a:pt x="647838" y="1125437"/>
                </a:lnTo>
                <a:lnTo>
                  <a:pt x="656532" y="1123209"/>
                </a:lnTo>
                <a:lnTo>
                  <a:pt x="656665" y="1123352"/>
                </a:lnTo>
                <a:lnTo>
                  <a:pt x="669691" y="1131138"/>
                </a:lnTo>
                <a:lnTo>
                  <a:pt x="671903" y="1139664"/>
                </a:lnTo>
                <a:lnTo>
                  <a:pt x="663994" y="1152896"/>
                </a:lnTo>
                <a:lnTo>
                  <a:pt x="655468" y="1155108"/>
                </a:lnTo>
                <a:lnTo>
                  <a:pt x="648851" y="1151153"/>
                </a:lnTo>
                <a:lnTo>
                  <a:pt x="647693" y="1150500"/>
                </a:lnTo>
                <a:lnTo>
                  <a:pt x="646636" y="1149662"/>
                </a:lnTo>
                <a:close/>
              </a:path>
              <a:path w="5142230" h="2300604">
                <a:moveTo>
                  <a:pt x="1160436" y="1391868"/>
                </a:moveTo>
                <a:lnTo>
                  <a:pt x="1155471" y="1386554"/>
                </a:lnTo>
                <a:lnTo>
                  <a:pt x="1154301" y="1380707"/>
                </a:lnTo>
                <a:lnTo>
                  <a:pt x="1156510" y="1375448"/>
                </a:lnTo>
                <a:lnTo>
                  <a:pt x="1159583" y="1368376"/>
                </a:lnTo>
                <a:lnTo>
                  <a:pt x="1167808" y="1365158"/>
                </a:lnTo>
                <a:lnTo>
                  <a:pt x="1181958" y="1371215"/>
                </a:lnTo>
                <a:lnTo>
                  <a:pt x="1185172" y="1379445"/>
                </a:lnTo>
                <a:lnTo>
                  <a:pt x="1182140" y="1386560"/>
                </a:lnTo>
                <a:lnTo>
                  <a:pt x="1179115" y="1393585"/>
                </a:lnTo>
                <a:lnTo>
                  <a:pt x="1170890" y="1396804"/>
                </a:lnTo>
                <a:lnTo>
                  <a:pt x="1163811" y="1393820"/>
                </a:lnTo>
                <a:lnTo>
                  <a:pt x="1161955" y="1393006"/>
                </a:lnTo>
                <a:lnTo>
                  <a:pt x="1160436" y="1391868"/>
                </a:lnTo>
                <a:close/>
              </a:path>
              <a:path w="5142230" h="2300604">
                <a:moveTo>
                  <a:pt x="118869" y="199775"/>
                </a:moveTo>
                <a:lnTo>
                  <a:pt x="114000" y="194562"/>
                </a:lnTo>
                <a:lnTo>
                  <a:pt x="112714" y="192111"/>
                </a:lnTo>
                <a:lnTo>
                  <a:pt x="110939" y="181707"/>
                </a:lnTo>
                <a:lnTo>
                  <a:pt x="116098" y="174522"/>
                </a:lnTo>
                <a:lnTo>
                  <a:pt x="131286" y="172013"/>
                </a:lnTo>
                <a:lnTo>
                  <a:pt x="138483" y="177078"/>
                </a:lnTo>
                <a:lnTo>
                  <a:pt x="141033" y="192319"/>
                </a:lnTo>
                <a:lnTo>
                  <a:pt x="135923" y="199458"/>
                </a:lnTo>
                <a:lnTo>
                  <a:pt x="128282" y="200761"/>
                </a:lnTo>
                <a:lnTo>
                  <a:pt x="123688" y="201512"/>
                </a:lnTo>
                <a:lnTo>
                  <a:pt x="123530" y="201538"/>
                </a:lnTo>
                <a:lnTo>
                  <a:pt x="118869" y="199775"/>
                </a:lnTo>
                <a:close/>
              </a:path>
              <a:path w="5142230" h="2300604">
                <a:moveTo>
                  <a:pt x="1353964" y="1480176"/>
                </a:moveTo>
                <a:lnTo>
                  <a:pt x="1348999" y="1474861"/>
                </a:lnTo>
                <a:lnTo>
                  <a:pt x="1347936" y="1468640"/>
                </a:lnTo>
                <a:lnTo>
                  <a:pt x="1350525" y="1463299"/>
                </a:lnTo>
                <a:lnTo>
                  <a:pt x="1353924" y="1456381"/>
                </a:lnTo>
                <a:lnTo>
                  <a:pt x="1362329" y="1453551"/>
                </a:lnTo>
                <a:lnTo>
                  <a:pt x="1376166" y="1460348"/>
                </a:lnTo>
                <a:lnTo>
                  <a:pt x="1378950" y="1468705"/>
                </a:lnTo>
                <a:lnTo>
                  <a:pt x="1372202" y="1482496"/>
                </a:lnTo>
                <a:lnTo>
                  <a:pt x="1363842" y="1485375"/>
                </a:lnTo>
                <a:lnTo>
                  <a:pt x="1356924" y="1481976"/>
                </a:lnTo>
                <a:lnTo>
                  <a:pt x="1355346" y="1481167"/>
                </a:lnTo>
                <a:lnTo>
                  <a:pt x="1353964" y="1480176"/>
                </a:lnTo>
                <a:close/>
              </a:path>
              <a:path w="5142230" h="2300604">
                <a:moveTo>
                  <a:pt x="1289991" y="1449621"/>
                </a:moveTo>
                <a:lnTo>
                  <a:pt x="1285077" y="1444359"/>
                </a:lnTo>
                <a:lnTo>
                  <a:pt x="1283867" y="1438275"/>
                </a:lnTo>
                <a:lnTo>
                  <a:pt x="1289573" y="1426006"/>
                </a:lnTo>
                <a:lnTo>
                  <a:pt x="1297890" y="1422985"/>
                </a:lnTo>
                <a:lnTo>
                  <a:pt x="1311880" y="1429456"/>
                </a:lnTo>
                <a:lnTo>
                  <a:pt x="1314897" y="1437769"/>
                </a:lnTo>
                <a:lnTo>
                  <a:pt x="1308384" y="1451715"/>
                </a:lnTo>
                <a:lnTo>
                  <a:pt x="1300112" y="1454785"/>
                </a:lnTo>
                <a:lnTo>
                  <a:pt x="1293142" y="1451526"/>
                </a:lnTo>
                <a:lnTo>
                  <a:pt x="1291465" y="1450709"/>
                </a:lnTo>
                <a:lnTo>
                  <a:pt x="1289991" y="1449621"/>
                </a:lnTo>
                <a:close/>
              </a:path>
              <a:path w="5142230" h="2300604">
                <a:moveTo>
                  <a:pt x="95836" y="59680"/>
                </a:moveTo>
                <a:lnTo>
                  <a:pt x="90917" y="54414"/>
                </a:lnTo>
                <a:lnTo>
                  <a:pt x="89631" y="51962"/>
                </a:lnTo>
                <a:lnTo>
                  <a:pt x="89207" y="49162"/>
                </a:lnTo>
                <a:lnTo>
                  <a:pt x="87955" y="41566"/>
                </a:lnTo>
                <a:lnTo>
                  <a:pt x="93064" y="34328"/>
                </a:lnTo>
                <a:lnTo>
                  <a:pt x="108256" y="31824"/>
                </a:lnTo>
                <a:lnTo>
                  <a:pt x="115445" y="36978"/>
                </a:lnTo>
                <a:lnTo>
                  <a:pt x="117950" y="52171"/>
                </a:lnTo>
                <a:lnTo>
                  <a:pt x="112790" y="59355"/>
                </a:lnTo>
                <a:lnTo>
                  <a:pt x="100605" y="61364"/>
                </a:lnTo>
                <a:lnTo>
                  <a:pt x="100447" y="61390"/>
                </a:lnTo>
                <a:lnTo>
                  <a:pt x="95836" y="59680"/>
                </a:lnTo>
                <a:close/>
              </a:path>
              <a:path w="5142230" h="2300604">
                <a:moveTo>
                  <a:pt x="1839448" y="1885609"/>
                </a:moveTo>
                <a:lnTo>
                  <a:pt x="1834442" y="1880250"/>
                </a:lnTo>
                <a:lnTo>
                  <a:pt x="1833720" y="1879282"/>
                </a:lnTo>
                <a:lnTo>
                  <a:pt x="1829550" y="1871397"/>
                </a:lnTo>
                <a:lnTo>
                  <a:pt x="1832052" y="1862933"/>
                </a:lnTo>
                <a:lnTo>
                  <a:pt x="1838885" y="1859299"/>
                </a:lnTo>
                <a:lnTo>
                  <a:pt x="1845618" y="1855657"/>
                </a:lnTo>
                <a:lnTo>
                  <a:pt x="1854119" y="1858207"/>
                </a:lnTo>
                <a:lnTo>
                  <a:pt x="1857716" y="1864991"/>
                </a:lnTo>
                <a:lnTo>
                  <a:pt x="1861404" y="1871773"/>
                </a:lnTo>
                <a:lnTo>
                  <a:pt x="1858803" y="1880230"/>
                </a:lnTo>
                <a:lnTo>
                  <a:pt x="1852069" y="1883872"/>
                </a:lnTo>
                <a:lnTo>
                  <a:pt x="1846347" y="1886934"/>
                </a:lnTo>
                <a:lnTo>
                  <a:pt x="1839448" y="1885609"/>
                </a:lnTo>
                <a:close/>
              </a:path>
              <a:path w="5142230" h="2300604">
                <a:moveTo>
                  <a:pt x="1803230" y="1825530"/>
                </a:moveTo>
                <a:lnTo>
                  <a:pt x="1797062" y="1818927"/>
                </a:lnTo>
                <a:lnTo>
                  <a:pt x="1792747" y="1812549"/>
                </a:lnTo>
                <a:lnTo>
                  <a:pt x="1794317" y="1803868"/>
                </a:lnTo>
                <a:lnTo>
                  <a:pt x="1800696" y="1799553"/>
                </a:lnTo>
                <a:lnTo>
                  <a:pt x="1807029" y="1795190"/>
                </a:lnTo>
                <a:lnTo>
                  <a:pt x="1815755" y="1796809"/>
                </a:lnTo>
                <a:lnTo>
                  <a:pt x="1824429" y="1809515"/>
                </a:lnTo>
                <a:lnTo>
                  <a:pt x="1822818" y="1818152"/>
                </a:lnTo>
                <a:lnTo>
                  <a:pt x="1816485" y="1822515"/>
                </a:lnTo>
                <a:lnTo>
                  <a:pt x="1810680" y="1826468"/>
                </a:lnTo>
                <a:lnTo>
                  <a:pt x="1803230" y="1825530"/>
                </a:lnTo>
                <a:close/>
              </a:path>
              <a:path w="5142230" h="2300604">
                <a:moveTo>
                  <a:pt x="1918610" y="2225664"/>
                </a:moveTo>
                <a:lnTo>
                  <a:pt x="1913741" y="2220451"/>
                </a:lnTo>
                <a:lnTo>
                  <a:pt x="1912339" y="2217094"/>
                </a:lnTo>
                <a:lnTo>
                  <a:pt x="1912326" y="2213463"/>
                </a:lnTo>
                <a:lnTo>
                  <a:pt x="1912253" y="2205761"/>
                </a:lnTo>
                <a:lnTo>
                  <a:pt x="1918510" y="2199459"/>
                </a:lnTo>
                <a:lnTo>
                  <a:pt x="1926205" y="2199485"/>
                </a:lnTo>
                <a:lnTo>
                  <a:pt x="1933907" y="2199421"/>
                </a:lnTo>
                <a:lnTo>
                  <a:pt x="1940163" y="2205630"/>
                </a:lnTo>
                <a:lnTo>
                  <a:pt x="1940232" y="2213327"/>
                </a:lnTo>
                <a:lnTo>
                  <a:pt x="1940247" y="2221065"/>
                </a:lnTo>
                <a:lnTo>
                  <a:pt x="1934043" y="2227327"/>
                </a:lnTo>
                <a:lnTo>
                  <a:pt x="1922287" y="2227351"/>
                </a:lnTo>
                <a:lnTo>
                  <a:pt x="1918610" y="2225664"/>
                </a:lnTo>
                <a:close/>
              </a:path>
              <a:path w="5142230" h="2300604">
                <a:moveTo>
                  <a:pt x="266879" y="747539"/>
                </a:moveTo>
                <a:lnTo>
                  <a:pt x="261914" y="742224"/>
                </a:lnTo>
                <a:lnTo>
                  <a:pt x="261058" y="741015"/>
                </a:lnTo>
                <a:lnTo>
                  <a:pt x="257188" y="732669"/>
                </a:lnTo>
                <a:lnTo>
                  <a:pt x="260208" y="724368"/>
                </a:lnTo>
                <a:lnTo>
                  <a:pt x="267163" y="721159"/>
                </a:lnTo>
                <a:lnTo>
                  <a:pt x="274121" y="717855"/>
                </a:lnTo>
                <a:lnTo>
                  <a:pt x="282421" y="720876"/>
                </a:lnTo>
                <a:lnTo>
                  <a:pt x="288976" y="734832"/>
                </a:lnTo>
                <a:lnTo>
                  <a:pt x="285960" y="743137"/>
                </a:lnTo>
                <a:lnTo>
                  <a:pt x="273344" y="748987"/>
                </a:lnTo>
                <a:lnTo>
                  <a:pt x="266879" y="747539"/>
                </a:lnTo>
                <a:close/>
              </a:path>
              <a:path w="5142230" h="2300604">
                <a:moveTo>
                  <a:pt x="174528" y="478601"/>
                </a:moveTo>
                <a:lnTo>
                  <a:pt x="169613" y="473340"/>
                </a:lnTo>
                <a:lnTo>
                  <a:pt x="168503" y="471272"/>
                </a:lnTo>
                <a:lnTo>
                  <a:pt x="167873" y="468838"/>
                </a:lnTo>
                <a:lnTo>
                  <a:pt x="166007" y="461367"/>
                </a:lnTo>
                <a:lnTo>
                  <a:pt x="170488" y="453946"/>
                </a:lnTo>
                <a:lnTo>
                  <a:pt x="185507" y="450082"/>
                </a:lnTo>
                <a:lnTo>
                  <a:pt x="193097" y="454689"/>
                </a:lnTo>
                <a:lnTo>
                  <a:pt x="196791" y="469591"/>
                </a:lnTo>
                <a:lnTo>
                  <a:pt x="192307" y="477106"/>
                </a:lnTo>
                <a:lnTo>
                  <a:pt x="184809" y="479050"/>
                </a:lnTo>
                <a:lnTo>
                  <a:pt x="179663" y="480286"/>
                </a:lnTo>
                <a:lnTo>
                  <a:pt x="174528" y="478601"/>
                </a:lnTo>
                <a:close/>
              </a:path>
              <a:path w="5142230" h="2300604">
                <a:moveTo>
                  <a:pt x="1915825" y="2155042"/>
                </a:moveTo>
                <a:lnTo>
                  <a:pt x="1910947" y="2149820"/>
                </a:lnTo>
                <a:lnTo>
                  <a:pt x="1909583" y="2146894"/>
                </a:lnTo>
                <a:lnTo>
                  <a:pt x="1909320" y="2143679"/>
                </a:lnTo>
                <a:lnTo>
                  <a:pt x="1908632" y="2136003"/>
                </a:lnTo>
                <a:lnTo>
                  <a:pt x="1914390" y="2129264"/>
                </a:lnTo>
                <a:lnTo>
                  <a:pt x="1929729" y="2127992"/>
                </a:lnTo>
                <a:lnTo>
                  <a:pt x="1936471" y="2133646"/>
                </a:lnTo>
                <a:lnTo>
                  <a:pt x="1937748" y="2148990"/>
                </a:lnTo>
                <a:lnTo>
                  <a:pt x="1932040" y="2155783"/>
                </a:lnTo>
                <a:lnTo>
                  <a:pt x="1919920" y="2156787"/>
                </a:lnTo>
                <a:lnTo>
                  <a:pt x="1915825" y="2155042"/>
                </a:lnTo>
                <a:close/>
              </a:path>
              <a:path w="5142230" h="2300604">
                <a:moveTo>
                  <a:pt x="835296" y="1249082"/>
                </a:moveTo>
                <a:lnTo>
                  <a:pt x="830336" y="1243772"/>
                </a:lnTo>
                <a:lnTo>
                  <a:pt x="829221" y="1237691"/>
                </a:lnTo>
                <a:lnTo>
                  <a:pt x="831716" y="1232347"/>
                </a:lnTo>
                <a:lnTo>
                  <a:pt x="835069" y="1225379"/>
                </a:lnTo>
                <a:lnTo>
                  <a:pt x="843338" y="1222403"/>
                </a:lnTo>
                <a:lnTo>
                  <a:pt x="857275" y="1229015"/>
                </a:lnTo>
                <a:lnTo>
                  <a:pt x="860203" y="1237329"/>
                </a:lnTo>
                <a:lnTo>
                  <a:pt x="856944" y="1244300"/>
                </a:lnTo>
                <a:lnTo>
                  <a:pt x="853640" y="1251221"/>
                </a:lnTo>
                <a:lnTo>
                  <a:pt x="845322" y="1254243"/>
                </a:lnTo>
                <a:lnTo>
                  <a:pt x="838355" y="1250890"/>
                </a:lnTo>
                <a:lnTo>
                  <a:pt x="836729" y="1250127"/>
                </a:lnTo>
                <a:lnTo>
                  <a:pt x="835296" y="1249082"/>
                </a:lnTo>
                <a:close/>
              </a:path>
              <a:path w="5142230" h="2300604">
                <a:moveTo>
                  <a:pt x="193011" y="547358"/>
                </a:moveTo>
                <a:lnTo>
                  <a:pt x="188092" y="542092"/>
                </a:lnTo>
                <a:lnTo>
                  <a:pt x="186979" y="540119"/>
                </a:lnTo>
                <a:lnTo>
                  <a:pt x="186339" y="537968"/>
                </a:lnTo>
                <a:lnTo>
                  <a:pt x="184236" y="530536"/>
                </a:lnTo>
                <a:lnTo>
                  <a:pt x="188459" y="522838"/>
                </a:lnTo>
                <a:lnTo>
                  <a:pt x="195900" y="520736"/>
                </a:lnTo>
                <a:lnTo>
                  <a:pt x="203291" y="518580"/>
                </a:lnTo>
                <a:lnTo>
                  <a:pt x="211030" y="522856"/>
                </a:lnTo>
                <a:lnTo>
                  <a:pt x="213186" y="530247"/>
                </a:lnTo>
                <a:lnTo>
                  <a:pt x="215248" y="537635"/>
                </a:lnTo>
                <a:lnTo>
                  <a:pt x="210971" y="545373"/>
                </a:lnTo>
                <a:lnTo>
                  <a:pt x="203576" y="547524"/>
                </a:lnTo>
                <a:lnTo>
                  <a:pt x="198384" y="549005"/>
                </a:lnTo>
                <a:lnTo>
                  <a:pt x="193011" y="547358"/>
                </a:lnTo>
                <a:close/>
              </a:path>
              <a:path w="5142230" h="2300604">
                <a:moveTo>
                  <a:pt x="1760498" y="1769621"/>
                </a:moveTo>
                <a:lnTo>
                  <a:pt x="1754898" y="1763626"/>
                </a:lnTo>
                <a:lnTo>
                  <a:pt x="1749899" y="1757786"/>
                </a:lnTo>
                <a:lnTo>
                  <a:pt x="1750628" y="1748987"/>
                </a:lnTo>
                <a:lnTo>
                  <a:pt x="1755480" y="1744896"/>
                </a:lnTo>
                <a:lnTo>
                  <a:pt x="1761326" y="1739913"/>
                </a:lnTo>
                <a:lnTo>
                  <a:pt x="1762392" y="1739002"/>
                </a:lnTo>
                <a:lnTo>
                  <a:pt x="1771191" y="1739721"/>
                </a:lnTo>
                <a:lnTo>
                  <a:pt x="1781133" y="1751536"/>
                </a:lnTo>
                <a:lnTo>
                  <a:pt x="1780408" y="1760340"/>
                </a:lnTo>
                <a:lnTo>
                  <a:pt x="1775602" y="1764382"/>
                </a:lnTo>
                <a:lnTo>
                  <a:pt x="1769698" y="1769402"/>
                </a:lnTo>
                <a:lnTo>
                  <a:pt x="1768834" y="1770138"/>
                </a:lnTo>
                <a:lnTo>
                  <a:pt x="1760498" y="1769621"/>
                </a:lnTo>
                <a:close/>
              </a:path>
              <a:path w="5142230" h="2300604">
                <a:moveTo>
                  <a:pt x="238655" y="682137"/>
                </a:moveTo>
                <a:lnTo>
                  <a:pt x="233690" y="676823"/>
                </a:lnTo>
                <a:lnTo>
                  <a:pt x="232795" y="675376"/>
                </a:lnTo>
                <a:lnTo>
                  <a:pt x="229272" y="666522"/>
                </a:lnTo>
                <a:lnTo>
                  <a:pt x="232807" y="658381"/>
                </a:lnTo>
                <a:lnTo>
                  <a:pt x="239983" y="655604"/>
                </a:lnTo>
                <a:lnTo>
                  <a:pt x="247109" y="652773"/>
                </a:lnTo>
                <a:lnTo>
                  <a:pt x="255204" y="656259"/>
                </a:lnTo>
                <a:lnTo>
                  <a:pt x="260858" y="670619"/>
                </a:lnTo>
                <a:lnTo>
                  <a:pt x="257372" y="678714"/>
                </a:lnTo>
                <a:lnTo>
                  <a:pt x="250191" y="681487"/>
                </a:lnTo>
                <a:lnTo>
                  <a:pt x="244691" y="683712"/>
                </a:lnTo>
                <a:lnTo>
                  <a:pt x="238655" y="682137"/>
                </a:lnTo>
                <a:close/>
              </a:path>
              <a:path w="5142230" h="2300604">
                <a:moveTo>
                  <a:pt x="1707437" y="1712624"/>
                </a:moveTo>
                <a:lnTo>
                  <a:pt x="1701975" y="1706778"/>
                </a:lnTo>
                <a:lnTo>
                  <a:pt x="1701977" y="1698276"/>
                </a:lnTo>
                <a:lnTo>
                  <a:pt x="1707304" y="1692933"/>
                </a:lnTo>
                <a:lnTo>
                  <a:pt x="1712684" y="1687451"/>
                </a:lnTo>
                <a:lnTo>
                  <a:pt x="1721472" y="1687378"/>
                </a:lnTo>
                <a:lnTo>
                  <a:pt x="1732482" y="1698186"/>
                </a:lnTo>
                <a:lnTo>
                  <a:pt x="1732556" y="1706964"/>
                </a:lnTo>
                <a:lnTo>
                  <a:pt x="1721752" y="1717979"/>
                </a:lnTo>
                <a:lnTo>
                  <a:pt x="1712964" y="1718053"/>
                </a:lnTo>
                <a:lnTo>
                  <a:pt x="1707437" y="1712624"/>
                </a:lnTo>
                <a:close/>
              </a:path>
              <a:path w="5142230" h="2300604">
                <a:moveTo>
                  <a:pt x="771448" y="1217780"/>
                </a:moveTo>
                <a:lnTo>
                  <a:pt x="766488" y="1212470"/>
                </a:lnTo>
                <a:lnTo>
                  <a:pt x="765412" y="1206137"/>
                </a:lnTo>
                <a:lnTo>
                  <a:pt x="768112" y="1200817"/>
                </a:lnTo>
                <a:lnTo>
                  <a:pt x="771556" y="1193948"/>
                </a:lnTo>
                <a:lnTo>
                  <a:pt x="779954" y="1191207"/>
                </a:lnTo>
                <a:lnTo>
                  <a:pt x="793743" y="1198149"/>
                </a:lnTo>
                <a:lnTo>
                  <a:pt x="796479" y="1206551"/>
                </a:lnTo>
                <a:lnTo>
                  <a:pt x="793030" y="1213416"/>
                </a:lnTo>
                <a:lnTo>
                  <a:pt x="789545" y="1220242"/>
                </a:lnTo>
                <a:lnTo>
                  <a:pt x="781189" y="1223026"/>
                </a:lnTo>
                <a:lnTo>
                  <a:pt x="772782" y="1218817"/>
                </a:lnTo>
                <a:lnTo>
                  <a:pt x="771448" y="1217780"/>
                </a:lnTo>
                <a:close/>
              </a:path>
              <a:path w="5142230" h="2300604">
                <a:moveTo>
                  <a:pt x="1916157" y="2296347"/>
                </a:moveTo>
                <a:lnTo>
                  <a:pt x="1911283" y="2291130"/>
                </a:lnTo>
                <a:lnTo>
                  <a:pt x="1909850" y="2287446"/>
                </a:lnTo>
                <a:lnTo>
                  <a:pt x="1910083" y="2283394"/>
                </a:lnTo>
                <a:lnTo>
                  <a:pt x="1910580" y="2275716"/>
                </a:lnTo>
                <a:lnTo>
                  <a:pt x="1916495" y="2270514"/>
                </a:lnTo>
                <a:lnTo>
                  <a:pt x="1917247" y="2269853"/>
                </a:lnTo>
                <a:lnTo>
                  <a:pt x="1924927" y="2270449"/>
                </a:lnTo>
                <a:lnTo>
                  <a:pt x="1932605" y="2270947"/>
                </a:lnTo>
                <a:lnTo>
                  <a:pt x="1938418" y="2277560"/>
                </a:lnTo>
                <a:lnTo>
                  <a:pt x="1937423" y="2292917"/>
                </a:lnTo>
                <a:lnTo>
                  <a:pt x="1931507" y="2298117"/>
                </a:lnTo>
                <a:lnTo>
                  <a:pt x="1930805" y="2298734"/>
                </a:lnTo>
                <a:lnTo>
                  <a:pt x="1923127" y="2298237"/>
                </a:lnTo>
                <a:lnTo>
                  <a:pt x="1919406" y="2297969"/>
                </a:lnTo>
                <a:lnTo>
                  <a:pt x="1916157" y="2296347"/>
                </a:lnTo>
                <a:close/>
              </a:path>
              <a:path w="5142230" h="2300604">
                <a:moveTo>
                  <a:pt x="158336" y="409364"/>
                </a:moveTo>
                <a:lnTo>
                  <a:pt x="153457" y="404142"/>
                </a:lnTo>
                <a:lnTo>
                  <a:pt x="152264" y="401887"/>
                </a:lnTo>
                <a:lnTo>
                  <a:pt x="151686" y="399314"/>
                </a:lnTo>
                <a:lnTo>
                  <a:pt x="150058" y="391804"/>
                </a:lnTo>
                <a:lnTo>
                  <a:pt x="154842" y="384413"/>
                </a:lnTo>
                <a:lnTo>
                  <a:pt x="162356" y="382781"/>
                </a:lnTo>
                <a:lnTo>
                  <a:pt x="169825" y="381099"/>
                </a:lnTo>
                <a:lnTo>
                  <a:pt x="177310" y="385886"/>
                </a:lnTo>
                <a:lnTo>
                  <a:pt x="180576" y="400916"/>
                </a:lnTo>
                <a:lnTo>
                  <a:pt x="175784" y="408396"/>
                </a:lnTo>
                <a:lnTo>
                  <a:pt x="168274" y="410033"/>
                </a:lnTo>
                <a:lnTo>
                  <a:pt x="163324" y="411087"/>
                </a:lnTo>
                <a:lnTo>
                  <a:pt x="158336" y="409364"/>
                </a:lnTo>
                <a:close/>
              </a:path>
              <a:path w="5142230" h="2300604">
                <a:moveTo>
                  <a:pt x="214258" y="615261"/>
                </a:moveTo>
                <a:lnTo>
                  <a:pt x="209288" y="609941"/>
                </a:lnTo>
                <a:lnTo>
                  <a:pt x="208264" y="608259"/>
                </a:lnTo>
                <a:lnTo>
                  <a:pt x="207574" y="606347"/>
                </a:lnTo>
                <a:lnTo>
                  <a:pt x="205132" y="599040"/>
                </a:lnTo>
                <a:lnTo>
                  <a:pt x="209037" y="591101"/>
                </a:lnTo>
                <a:lnTo>
                  <a:pt x="223650" y="586216"/>
                </a:lnTo>
                <a:lnTo>
                  <a:pt x="231590" y="590121"/>
                </a:lnTo>
                <a:lnTo>
                  <a:pt x="236474" y="604734"/>
                </a:lnTo>
                <a:lnTo>
                  <a:pt x="232523" y="612625"/>
                </a:lnTo>
                <a:lnTo>
                  <a:pt x="225262" y="615116"/>
                </a:lnTo>
                <a:lnTo>
                  <a:pt x="219868" y="616868"/>
                </a:lnTo>
                <a:lnTo>
                  <a:pt x="214258" y="615261"/>
                </a:lnTo>
                <a:close/>
              </a:path>
              <a:path w="5142230" h="2300604">
                <a:moveTo>
                  <a:pt x="378265" y="929920"/>
                </a:moveTo>
                <a:lnTo>
                  <a:pt x="372572" y="923825"/>
                </a:lnTo>
                <a:lnTo>
                  <a:pt x="367825" y="917767"/>
                </a:lnTo>
                <a:lnTo>
                  <a:pt x="368833" y="908973"/>
                </a:lnTo>
                <a:lnTo>
                  <a:pt x="374896" y="904222"/>
                </a:lnTo>
                <a:lnTo>
                  <a:pt x="380913" y="899423"/>
                </a:lnTo>
                <a:lnTo>
                  <a:pt x="389654" y="900471"/>
                </a:lnTo>
                <a:lnTo>
                  <a:pt x="399257" y="912511"/>
                </a:lnTo>
                <a:lnTo>
                  <a:pt x="398250" y="921305"/>
                </a:lnTo>
                <a:lnTo>
                  <a:pt x="392232" y="926104"/>
                </a:lnTo>
                <a:lnTo>
                  <a:pt x="386413" y="930627"/>
                </a:lnTo>
                <a:lnTo>
                  <a:pt x="378265" y="929920"/>
                </a:lnTo>
                <a:close/>
              </a:path>
              <a:path w="5142230" h="2300604">
                <a:moveTo>
                  <a:pt x="899811" y="1278947"/>
                </a:moveTo>
                <a:lnTo>
                  <a:pt x="894846" y="1273632"/>
                </a:lnTo>
                <a:lnTo>
                  <a:pt x="893679" y="1267691"/>
                </a:lnTo>
                <a:lnTo>
                  <a:pt x="896032" y="1262390"/>
                </a:lnTo>
                <a:lnTo>
                  <a:pt x="899240" y="1255365"/>
                </a:lnTo>
                <a:lnTo>
                  <a:pt x="907466" y="1252246"/>
                </a:lnTo>
                <a:lnTo>
                  <a:pt x="921513" y="1258583"/>
                </a:lnTo>
                <a:lnTo>
                  <a:pt x="924677" y="1266858"/>
                </a:lnTo>
                <a:lnTo>
                  <a:pt x="921464" y="1273877"/>
                </a:lnTo>
                <a:lnTo>
                  <a:pt x="918341" y="1280895"/>
                </a:lnTo>
                <a:lnTo>
                  <a:pt x="910025" y="1284016"/>
                </a:lnTo>
                <a:lnTo>
                  <a:pt x="901285" y="1280036"/>
                </a:lnTo>
                <a:lnTo>
                  <a:pt x="899811" y="1278947"/>
                </a:lnTo>
                <a:close/>
              </a:path>
              <a:path w="5142230" h="2300604">
                <a:moveTo>
                  <a:pt x="1029914" y="1336014"/>
                </a:moveTo>
                <a:lnTo>
                  <a:pt x="1024949" y="1330700"/>
                </a:lnTo>
                <a:lnTo>
                  <a:pt x="1023779" y="1324853"/>
                </a:lnTo>
                <a:lnTo>
                  <a:pt x="1025984" y="1319589"/>
                </a:lnTo>
                <a:lnTo>
                  <a:pt x="1029057" y="1312517"/>
                </a:lnTo>
                <a:lnTo>
                  <a:pt x="1037241" y="1309255"/>
                </a:lnTo>
                <a:lnTo>
                  <a:pt x="1044320" y="1312239"/>
                </a:lnTo>
                <a:lnTo>
                  <a:pt x="1051391" y="1315312"/>
                </a:lnTo>
                <a:lnTo>
                  <a:pt x="1054653" y="1323496"/>
                </a:lnTo>
                <a:lnTo>
                  <a:pt x="1051674" y="1330571"/>
                </a:lnTo>
                <a:lnTo>
                  <a:pt x="1048596" y="1337637"/>
                </a:lnTo>
                <a:lnTo>
                  <a:pt x="1040413" y="1340899"/>
                </a:lnTo>
                <a:lnTo>
                  <a:pt x="1033343" y="1337925"/>
                </a:lnTo>
                <a:lnTo>
                  <a:pt x="1031478" y="1337102"/>
                </a:lnTo>
                <a:lnTo>
                  <a:pt x="1029914" y="1336014"/>
                </a:lnTo>
                <a:close/>
              </a:path>
              <a:path w="5142230" h="2300604">
                <a:moveTo>
                  <a:pt x="1907016" y="2085009"/>
                </a:moveTo>
                <a:lnTo>
                  <a:pt x="1902146" y="2079797"/>
                </a:lnTo>
                <a:lnTo>
                  <a:pt x="1900861" y="2077345"/>
                </a:lnTo>
                <a:lnTo>
                  <a:pt x="1899037" y="2066987"/>
                </a:lnTo>
                <a:lnTo>
                  <a:pt x="1904151" y="2059754"/>
                </a:lnTo>
                <a:lnTo>
                  <a:pt x="1911701" y="2058453"/>
                </a:lnTo>
                <a:lnTo>
                  <a:pt x="1919301" y="2057106"/>
                </a:lnTo>
                <a:lnTo>
                  <a:pt x="1926542" y="2062121"/>
                </a:lnTo>
                <a:lnTo>
                  <a:pt x="1929164" y="2077146"/>
                </a:lnTo>
                <a:lnTo>
                  <a:pt x="1925488" y="2082594"/>
                </a:lnTo>
                <a:lnTo>
                  <a:pt x="1924126" y="2084558"/>
                </a:lnTo>
                <a:lnTo>
                  <a:pt x="1916683" y="2085876"/>
                </a:lnTo>
                <a:lnTo>
                  <a:pt x="1911725" y="2086727"/>
                </a:lnTo>
                <a:lnTo>
                  <a:pt x="1907016" y="2085009"/>
                </a:lnTo>
                <a:close/>
              </a:path>
              <a:path w="5142230" h="2300604">
                <a:moveTo>
                  <a:pt x="299320" y="811102"/>
                </a:moveTo>
                <a:lnTo>
                  <a:pt x="294264" y="805689"/>
                </a:lnTo>
                <a:lnTo>
                  <a:pt x="293587" y="804769"/>
                </a:lnTo>
                <a:lnTo>
                  <a:pt x="293003" y="803753"/>
                </a:lnTo>
                <a:lnTo>
                  <a:pt x="289271" y="797022"/>
                </a:lnTo>
                <a:lnTo>
                  <a:pt x="291733" y="788513"/>
                </a:lnTo>
                <a:lnTo>
                  <a:pt x="305206" y="781041"/>
                </a:lnTo>
                <a:lnTo>
                  <a:pt x="313714" y="783502"/>
                </a:lnTo>
                <a:lnTo>
                  <a:pt x="321138" y="797021"/>
                </a:lnTo>
                <a:lnTo>
                  <a:pt x="318725" y="805483"/>
                </a:lnTo>
                <a:lnTo>
                  <a:pt x="306263" y="812377"/>
                </a:lnTo>
                <a:lnTo>
                  <a:pt x="299320" y="811102"/>
                </a:lnTo>
                <a:close/>
              </a:path>
              <a:path w="5142230" h="2300604">
                <a:moveTo>
                  <a:pt x="472222" y="1028250"/>
                </a:moveTo>
                <a:lnTo>
                  <a:pt x="466385" y="1022002"/>
                </a:lnTo>
                <a:lnTo>
                  <a:pt x="466094" y="1013968"/>
                </a:lnTo>
                <a:lnTo>
                  <a:pt x="475871" y="1002735"/>
                </a:lnTo>
                <a:lnTo>
                  <a:pt x="484724" y="1002144"/>
                </a:lnTo>
                <a:lnTo>
                  <a:pt x="496325" y="1012217"/>
                </a:lnTo>
                <a:lnTo>
                  <a:pt x="496921" y="1021065"/>
                </a:lnTo>
                <a:lnTo>
                  <a:pt x="486848" y="1032666"/>
                </a:lnTo>
                <a:lnTo>
                  <a:pt x="478045" y="1033311"/>
                </a:lnTo>
                <a:lnTo>
                  <a:pt x="472222" y="1028250"/>
                </a:lnTo>
                <a:close/>
              </a:path>
              <a:path w="5142230" h="2300604">
                <a:moveTo>
                  <a:pt x="1630612" y="1403907"/>
                </a:moveTo>
                <a:lnTo>
                  <a:pt x="1625783" y="1398738"/>
                </a:lnTo>
                <a:lnTo>
                  <a:pt x="1624658" y="1392841"/>
                </a:lnTo>
                <a:lnTo>
                  <a:pt x="1627008" y="1387733"/>
                </a:lnTo>
                <a:lnTo>
                  <a:pt x="1630166" y="1380948"/>
                </a:lnTo>
                <a:lnTo>
                  <a:pt x="1638197" y="1378011"/>
                </a:lnTo>
                <a:lnTo>
                  <a:pt x="1651816" y="1384281"/>
                </a:lnTo>
                <a:lnTo>
                  <a:pt x="1654748" y="1392308"/>
                </a:lnTo>
                <a:lnTo>
                  <a:pt x="1648437" y="1405883"/>
                </a:lnTo>
                <a:lnTo>
                  <a:pt x="1640406" y="1408820"/>
                </a:lnTo>
                <a:lnTo>
                  <a:pt x="1631994" y="1404898"/>
                </a:lnTo>
                <a:lnTo>
                  <a:pt x="1630612" y="1403907"/>
                </a:lnTo>
                <a:close/>
              </a:path>
              <a:path w="5142230" h="2300604">
                <a:moveTo>
                  <a:pt x="1757282" y="1467367"/>
                </a:moveTo>
                <a:lnTo>
                  <a:pt x="1752413" y="1462155"/>
                </a:lnTo>
                <a:lnTo>
                  <a:pt x="1751447" y="1455843"/>
                </a:lnTo>
                <a:lnTo>
                  <a:pt x="1757891" y="1444071"/>
                </a:lnTo>
                <a:lnTo>
                  <a:pt x="1766140" y="1441661"/>
                </a:lnTo>
                <a:lnTo>
                  <a:pt x="1779210" y="1448810"/>
                </a:lnTo>
                <a:lnTo>
                  <a:pt x="1781620" y="1457059"/>
                </a:lnTo>
                <a:lnTo>
                  <a:pt x="1774467" y="1470124"/>
                </a:lnTo>
                <a:lnTo>
                  <a:pt x="1766218" y="1472534"/>
                </a:lnTo>
                <a:lnTo>
                  <a:pt x="1758389" y="1468260"/>
                </a:lnTo>
                <a:lnTo>
                  <a:pt x="1757282" y="1467367"/>
                </a:lnTo>
                <a:close/>
              </a:path>
              <a:path w="5142230" h="2300604">
                <a:moveTo>
                  <a:pt x="1936726" y="1582629"/>
                </a:moveTo>
                <a:lnTo>
                  <a:pt x="1930785" y="1576270"/>
                </a:lnTo>
                <a:lnTo>
                  <a:pt x="1930341" y="1568952"/>
                </a:lnTo>
                <a:lnTo>
                  <a:pt x="1939271" y="1557789"/>
                </a:lnTo>
                <a:lnTo>
                  <a:pt x="1947755" y="1556803"/>
                </a:lnTo>
                <a:lnTo>
                  <a:pt x="1959423" y="1566165"/>
                </a:lnTo>
                <a:lnTo>
                  <a:pt x="1960413" y="1574654"/>
                </a:lnTo>
                <a:lnTo>
                  <a:pt x="1951046" y="1586327"/>
                </a:lnTo>
                <a:lnTo>
                  <a:pt x="1942557" y="1587308"/>
                </a:lnTo>
                <a:lnTo>
                  <a:pt x="1936726" y="1582629"/>
                </a:lnTo>
                <a:close/>
              </a:path>
              <a:path w="5142230" h="2300604">
                <a:moveTo>
                  <a:pt x="1818691" y="1502509"/>
                </a:moveTo>
                <a:lnTo>
                  <a:pt x="1813862" y="1497341"/>
                </a:lnTo>
                <a:lnTo>
                  <a:pt x="1813001" y="1490749"/>
                </a:lnTo>
                <a:lnTo>
                  <a:pt x="1816152" y="1485423"/>
                </a:lnTo>
                <a:lnTo>
                  <a:pt x="1820056" y="1479045"/>
                </a:lnTo>
                <a:lnTo>
                  <a:pt x="1828193" y="1477004"/>
                </a:lnTo>
                <a:lnTo>
                  <a:pt x="1828341" y="1476967"/>
                </a:lnTo>
                <a:lnTo>
                  <a:pt x="1841109" y="1484672"/>
                </a:lnTo>
                <a:lnTo>
                  <a:pt x="1843134" y="1492998"/>
                </a:lnTo>
                <a:lnTo>
                  <a:pt x="1839333" y="1499388"/>
                </a:lnTo>
                <a:lnTo>
                  <a:pt x="1835474" y="1505814"/>
                </a:lnTo>
                <a:lnTo>
                  <a:pt x="1827144" y="1507844"/>
                </a:lnTo>
                <a:lnTo>
                  <a:pt x="1820812" y="1503998"/>
                </a:lnTo>
                <a:lnTo>
                  <a:pt x="1819654" y="1503345"/>
                </a:lnTo>
                <a:lnTo>
                  <a:pt x="1818691" y="1502509"/>
                </a:lnTo>
                <a:close/>
              </a:path>
              <a:path w="5142230" h="2300604">
                <a:moveTo>
                  <a:pt x="1878538" y="1540378"/>
                </a:moveTo>
                <a:lnTo>
                  <a:pt x="1873619" y="1535112"/>
                </a:lnTo>
                <a:lnTo>
                  <a:pt x="1872910" y="1528196"/>
                </a:lnTo>
                <a:lnTo>
                  <a:pt x="1880568" y="1516649"/>
                </a:lnTo>
                <a:lnTo>
                  <a:pt x="1888985" y="1515005"/>
                </a:lnTo>
                <a:lnTo>
                  <a:pt x="1901402" y="1523311"/>
                </a:lnTo>
                <a:lnTo>
                  <a:pt x="1903095" y="1531673"/>
                </a:lnTo>
                <a:lnTo>
                  <a:pt x="1898965" y="1537906"/>
                </a:lnTo>
                <a:lnTo>
                  <a:pt x="1894789" y="1544090"/>
                </a:lnTo>
                <a:lnTo>
                  <a:pt x="1886422" y="1545788"/>
                </a:lnTo>
                <a:lnTo>
                  <a:pt x="1880189" y="1541657"/>
                </a:lnTo>
                <a:lnTo>
                  <a:pt x="1879314" y="1541014"/>
                </a:lnTo>
                <a:lnTo>
                  <a:pt x="1878538" y="1540378"/>
                </a:lnTo>
                <a:close/>
              </a:path>
              <a:path w="5142230" h="2300604">
                <a:moveTo>
                  <a:pt x="1036159" y="1170568"/>
                </a:moveTo>
                <a:lnTo>
                  <a:pt x="1031377" y="1165449"/>
                </a:lnTo>
                <a:lnTo>
                  <a:pt x="1030197" y="1159885"/>
                </a:lnTo>
                <a:lnTo>
                  <a:pt x="1032162" y="1154853"/>
                </a:lnTo>
                <a:lnTo>
                  <a:pt x="1034995" y="1147915"/>
                </a:lnTo>
                <a:lnTo>
                  <a:pt x="1042846" y="1144590"/>
                </a:lnTo>
                <a:lnTo>
                  <a:pt x="1056684" y="1150117"/>
                </a:lnTo>
                <a:lnTo>
                  <a:pt x="1060045" y="1158016"/>
                </a:lnTo>
                <a:lnTo>
                  <a:pt x="1057266" y="1164914"/>
                </a:lnTo>
                <a:lnTo>
                  <a:pt x="1054527" y="1171855"/>
                </a:lnTo>
                <a:lnTo>
                  <a:pt x="1046623" y="1175221"/>
                </a:lnTo>
                <a:lnTo>
                  <a:pt x="1037822" y="1171664"/>
                </a:lnTo>
                <a:lnTo>
                  <a:pt x="1036159" y="1170568"/>
                </a:lnTo>
                <a:close/>
              </a:path>
              <a:path w="5142230" h="2300604">
                <a:moveTo>
                  <a:pt x="1694477" y="1434543"/>
                </a:moveTo>
                <a:lnTo>
                  <a:pt x="1689654" y="1429380"/>
                </a:lnTo>
                <a:lnTo>
                  <a:pt x="1688616" y="1423284"/>
                </a:lnTo>
                <a:lnTo>
                  <a:pt x="1691216" y="1418150"/>
                </a:lnTo>
                <a:lnTo>
                  <a:pt x="1694560" y="1411465"/>
                </a:lnTo>
                <a:lnTo>
                  <a:pt x="1702679" y="1408720"/>
                </a:lnTo>
                <a:lnTo>
                  <a:pt x="1715999" y="1415453"/>
                </a:lnTo>
                <a:lnTo>
                  <a:pt x="1718744" y="1423572"/>
                </a:lnTo>
                <a:lnTo>
                  <a:pt x="1712052" y="1436936"/>
                </a:lnTo>
                <a:lnTo>
                  <a:pt x="1703888" y="1439632"/>
                </a:lnTo>
                <a:lnTo>
                  <a:pt x="1697208" y="1436293"/>
                </a:lnTo>
                <a:lnTo>
                  <a:pt x="1695770" y="1435536"/>
                </a:lnTo>
                <a:lnTo>
                  <a:pt x="1694477" y="1434543"/>
                </a:lnTo>
                <a:close/>
              </a:path>
              <a:path w="5142230" h="2300604">
                <a:moveTo>
                  <a:pt x="1168679" y="1221817"/>
                </a:moveTo>
                <a:lnTo>
                  <a:pt x="1163896" y="1216697"/>
                </a:lnTo>
                <a:lnTo>
                  <a:pt x="1162665" y="1211273"/>
                </a:lnTo>
                <a:lnTo>
                  <a:pt x="1164528" y="1206328"/>
                </a:lnTo>
                <a:lnTo>
                  <a:pt x="1167126" y="1199335"/>
                </a:lnTo>
                <a:lnTo>
                  <a:pt x="1174947" y="1195782"/>
                </a:lnTo>
                <a:lnTo>
                  <a:pt x="1188930" y="1201073"/>
                </a:lnTo>
                <a:lnTo>
                  <a:pt x="1192442" y="1208840"/>
                </a:lnTo>
                <a:lnTo>
                  <a:pt x="1187245" y="1222826"/>
                </a:lnTo>
                <a:lnTo>
                  <a:pt x="1179429" y="1226384"/>
                </a:lnTo>
                <a:lnTo>
                  <a:pt x="1172436" y="1223786"/>
                </a:lnTo>
                <a:lnTo>
                  <a:pt x="1170387" y="1222961"/>
                </a:lnTo>
                <a:lnTo>
                  <a:pt x="1168679" y="1221817"/>
                </a:lnTo>
                <a:close/>
              </a:path>
              <a:path w="5142230" h="2300604">
                <a:moveTo>
                  <a:pt x="1368256" y="1296073"/>
                </a:moveTo>
                <a:lnTo>
                  <a:pt x="1363473" y="1290953"/>
                </a:lnTo>
                <a:lnTo>
                  <a:pt x="1362287" y="1285578"/>
                </a:lnTo>
                <a:lnTo>
                  <a:pt x="1364109" y="1280588"/>
                </a:lnTo>
                <a:lnTo>
                  <a:pt x="1366802" y="1273599"/>
                </a:lnTo>
                <a:lnTo>
                  <a:pt x="1374570" y="1270086"/>
                </a:lnTo>
                <a:lnTo>
                  <a:pt x="1381563" y="1272685"/>
                </a:lnTo>
                <a:lnTo>
                  <a:pt x="1388548" y="1275373"/>
                </a:lnTo>
                <a:lnTo>
                  <a:pt x="1392065" y="1283145"/>
                </a:lnTo>
                <a:lnTo>
                  <a:pt x="1389466" y="1290138"/>
                </a:lnTo>
                <a:lnTo>
                  <a:pt x="1386773" y="1297128"/>
                </a:lnTo>
                <a:lnTo>
                  <a:pt x="1379001" y="1300635"/>
                </a:lnTo>
                <a:lnTo>
                  <a:pt x="1372008" y="1298037"/>
                </a:lnTo>
                <a:lnTo>
                  <a:pt x="1370005" y="1297260"/>
                </a:lnTo>
                <a:lnTo>
                  <a:pt x="1368256" y="1296073"/>
                </a:lnTo>
                <a:close/>
              </a:path>
              <a:path w="5142230" h="2300604">
                <a:moveTo>
                  <a:pt x="1102265" y="1196565"/>
                </a:moveTo>
                <a:lnTo>
                  <a:pt x="1097482" y="1191445"/>
                </a:lnTo>
                <a:lnTo>
                  <a:pt x="1096246" y="1186017"/>
                </a:lnTo>
                <a:lnTo>
                  <a:pt x="1098216" y="1180990"/>
                </a:lnTo>
                <a:lnTo>
                  <a:pt x="1100860" y="1174045"/>
                </a:lnTo>
                <a:lnTo>
                  <a:pt x="1108722" y="1170536"/>
                </a:lnTo>
                <a:lnTo>
                  <a:pt x="1122652" y="1175967"/>
                </a:lnTo>
                <a:lnTo>
                  <a:pt x="1126116" y="1183780"/>
                </a:lnTo>
                <a:lnTo>
                  <a:pt x="1123423" y="1190770"/>
                </a:lnTo>
                <a:lnTo>
                  <a:pt x="1120734" y="1197666"/>
                </a:lnTo>
                <a:lnTo>
                  <a:pt x="1112921" y="1201129"/>
                </a:lnTo>
                <a:lnTo>
                  <a:pt x="1103973" y="1197709"/>
                </a:lnTo>
                <a:lnTo>
                  <a:pt x="1102265" y="1196565"/>
                </a:lnTo>
                <a:close/>
              </a:path>
              <a:path w="5142230" h="2300604">
                <a:moveTo>
                  <a:pt x="1565832" y="1375028"/>
                </a:moveTo>
                <a:lnTo>
                  <a:pt x="1561044" y="1369904"/>
                </a:lnTo>
                <a:lnTo>
                  <a:pt x="1559921" y="1364205"/>
                </a:lnTo>
                <a:lnTo>
                  <a:pt x="1562078" y="1359085"/>
                </a:lnTo>
                <a:lnTo>
                  <a:pt x="1565092" y="1352244"/>
                </a:lnTo>
                <a:lnTo>
                  <a:pt x="1572994" y="1349071"/>
                </a:lnTo>
                <a:lnTo>
                  <a:pt x="1586720" y="1354967"/>
                </a:lnTo>
                <a:lnTo>
                  <a:pt x="1589895" y="1362959"/>
                </a:lnTo>
                <a:lnTo>
                  <a:pt x="1586922" y="1369845"/>
                </a:lnTo>
                <a:lnTo>
                  <a:pt x="1583998" y="1376685"/>
                </a:lnTo>
                <a:lnTo>
                  <a:pt x="1576006" y="1379860"/>
                </a:lnTo>
                <a:lnTo>
                  <a:pt x="1569120" y="1376887"/>
                </a:lnTo>
                <a:lnTo>
                  <a:pt x="1567400" y="1376120"/>
                </a:lnTo>
                <a:lnTo>
                  <a:pt x="1565832" y="1375028"/>
                </a:lnTo>
                <a:close/>
              </a:path>
              <a:path w="5142230" h="2300604">
                <a:moveTo>
                  <a:pt x="1235252" y="1246555"/>
                </a:moveTo>
                <a:lnTo>
                  <a:pt x="1230470" y="1241435"/>
                </a:lnTo>
                <a:lnTo>
                  <a:pt x="1229186" y="1236151"/>
                </a:lnTo>
                <a:lnTo>
                  <a:pt x="1231004" y="1231157"/>
                </a:lnTo>
                <a:lnTo>
                  <a:pt x="1233602" y="1224164"/>
                </a:lnTo>
                <a:lnTo>
                  <a:pt x="1241377" y="1220562"/>
                </a:lnTo>
                <a:lnTo>
                  <a:pt x="1248416" y="1223209"/>
                </a:lnTo>
                <a:lnTo>
                  <a:pt x="1255458" y="1225762"/>
                </a:lnTo>
                <a:lnTo>
                  <a:pt x="1258970" y="1233529"/>
                </a:lnTo>
                <a:lnTo>
                  <a:pt x="1256417" y="1240571"/>
                </a:lnTo>
                <a:lnTo>
                  <a:pt x="1253819" y="1247564"/>
                </a:lnTo>
                <a:lnTo>
                  <a:pt x="1246002" y="1251122"/>
                </a:lnTo>
                <a:lnTo>
                  <a:pt x="1239009" y="1248524"/>
                </a:lnTo>
                <a:lnTo>
                  <a:pt x="1236957" y="1247793"/>
                </a:lnTo>
                <a:lnTo>
                  <a:pt x="1235252" y="1246555"/>
                </a:lnTo>
                <a:close/>
              </a:path>
              <a:path w="5142230" h="2300604">
                <a:moveTo>
                  <a:pt x="1301780" y="1271244"/>
                </a:moveTo>
                <a:lnTo>
                  <a:pt x="1296997" y="1266124"/>
                </a:lnTo>
                <a:lnTo>
                  <a:pt x="1295763" y="1260794"/>
                </a:lnTo>
                <a:lnTo>
                  <a:pt x="1297585" y="1255805"/>
                </a:lnTo>
                <a:lnTo>
                  <a:pt x="1300232" y="1248766"/>
                </a:lnTo>
                <a:lnTo>
                  <a:pt x="1308000" y="1245254"/>
                </a:lnTo>
                <a:lnTo>
                  <a:pt x="1322034" y="1250405"/>
                </a:lnTo>
                <a:lnTo>
                  <a:pt x="1325592" y="1258222"/>
                </a:lnTo>
                <a:lnTo>
                  <a:pt x="1320395" y="1272208"/>
                </a:lnTo>
                <a:lnTo>
                  <a:pt x="1312574" y="1275761"/>
                </a:lnTo>
                <a:lnTo>
                  <a:pt x="1305581" y="1273162"/>
                </a:lnTo>
                <a:lnTo>
                  <a:pt x="1303529" y="1272431"/>
                </a:lnTo>
                <a:lnTo>
                  <a:pt x="1301780" y="1271244"/>
                </a:lnTo>
                <a:close/>
              </a:path>
              <a:path w="5142230" h="2300604">
                <a:moveTo>
                  <a:pt x="1434568" y="1321411"/>
                </a:moveTo>
                <a:lnTo>
                  <a:pt x="1429790" y="1316296"/>
                </a:lnTo>
                <a:lnTo>
                  <a:pt x="1428554" y="1310867"/>
                </a:lnTo>
                <a:lnTo>
                  <a:pt x="1430524" y="1305840"/>
                </a:lnTo>
                <a:lnTo>
                  <a:pt x="1433216" y="1298850"/>
                </a:lnTo>
                <a:lnTo>
                  <a:pt x="1441075" y="1295435"/>
                </a:lnTo>
                <a:lnTo>
                  <a:pt x="1455006" y="1300867"/>
                </a:lnTo>
                <a:lnTo>
                  <a:pt x="1458421" y="1308725"/>
                </a:lnTo>
                <a:lnTo>
                  <a:pt x="1455682" y="1315666"/>
                </a:lnTo>
                <a:lnTo>
                  <a:pt x="1452985" y="1322651"/>
                </a:lnTo>
                <a:lnTo>
                  <a:pt x="1445131" y="1326071"/>
                </a:lnTo>
                <a:lnTo>
                  <a:pt x="1438190" y="1323332"/>
                </a:lnTo>
                <a:lnTo>
                  <a:pt x="1436232" y="1322605"/>
                </a:lnTo>
                <a:lnTo>
                  <a:pt x="1434568" y="1321411"/>
                </a:lnTo>
                <a:close/>
              </a:path>
              <a:path w="5142230" h="2300604">
                <a:moveTo>
                  <a:pt x="1500434" y="1347640"/>
                </a:moveTo>
                <a:lnTo>
                  <a:pt x="1495647" y="1342515"/>
                </a:lnTo>
                <a:lnTo>
                  <a:pt x="1494472" y="1336956"/>
                </a:lnTo>
                <a:lnTo>
                  <a:pt x="1499360" y="1324985"/>
                </a:lnTo>
                <a:lnTo>
                  <a:pt x="1507220" y="1321669"/>
                </a:lnTo>
                <a:lnTo>
                  <a:pt x="1521091" y="1327330"/>
                </a:lnTo>
                <a:lnTo>
                  <a:pt x="1524367" y="1335236"/>
                </a:lnTo>
                <a:lnTo>
                  <a:pt x="1521583" y="1342128"/>
                </a:lnTo>
                <a:lnTo>
                  <a:pt x="1518750" y="1349066"/>
                </a:lnTo>
                <a:lnTo>
                  <a:pt x="1510850" y="1352338"/>
                </a:lnTo>
                <a:lnTo>
                  <a:pt x="1502048" y="1348780"/>
                </a:lnTo>
                <a:lnTo>
                  <a:pt x="1500434" y="1347640"/>
                </a:lnTo>
                <a:close/>
              </a:path>
              <a:path w="5142230" h="2300604">
                <a:moveTo>
                  <a:pt x="2167440" y="2080518"/>
                </a:moveTo>
                <a:lnTo>
                  <a:pt x="2162703" y="2075447"/>
                </a:lnTo>
                <a:lnTo>
                  <a:pt x="2161344" y="2072233"/>
                </a:lnTo>
                <a:lnTo>
                  <a:pt x="2161298" y="2061236"/>
                </a:lnTo>
                <a:lnTo>
                  <a:pt x="2167312" y="2055162"/>
                </a:lnTo>
                <a:lnTo>
                  <a:pt x="2182227" y="2055098"/>
                </a:lnTo>
                <a:lnTo>
                  <a:pt x="2188306" y="2061117"/>
                </a:lnTo>
                <a:lnTo>
                  <a:pt x="2188360" y="2076032"/>
                </a:lnTo>
                <a:lnTo>
                  <a:pt x="2182351" y="2082111"/>
                </a:lnTo>
                <a:lnTo>
                  <a:pt x="2170972" y="2082149"/>
                </a:lnTo>
                <a:lnTo>
                  <a:pt x="2167440" y="2080518"/>
                </a:lnTo>
                <a:close/>
              </a:path>
              <a:path w="5142230" h="2300604">
                <a:moveTo>
                  <a:pt x="2147217" y="2291702"/>
                </a:moveTo>
                <a:lnTo>
                  <a:pt x="2142530" y="2286684"/>
                </a:lnTo>
                <a:lnTo>
                  <a:pt x="2141117" y="2282435"/>
                </a:lnTo>
                <a:lnTo>
                  <a:pt x="2141826" y="2278111"/>
                </a:lnTo>
                <a:lnTo>
                  <a:pt x="2143162" y="2270744"/>
                </a:lnTo>
                <a:lnTo>
                  <a:pt x="2150129" y="2265788"/>
                </a:lnTo>
                <a:lnTo>
                  <a:pt x="2157500" y="2267130"/>
                </a:lnTo>
                <a:lnTo>
                  <a:pt x="2164865" y="2268367"/>
                </a:lnTo>
                <a:lnTo>
                  <a:pt x="2169777" y="2275384"/>
                </a:lnTo>
                <a:lnTo>
                  <a:pt x="2168535" y="2282754"/>
                </a:lnTo>
                <a:lnTo>
                  <a:pt x="2167242" y="2290070"/>
                </a:lnTo>
                <a:lnTo>
                  <a:pt x="2160231" y="2295076"/>
                </a:lnTo>
                <a:lnTo>
                  <a:pt x="2152860" y="2293735"/>
                </a:lnTo>
                <a:lnTo>
                  <a:pt x="2149860" y="2293260"/>
                </a:lnTo>
                <a:lnTo>
                  <a:pt x="2147217" y="2291702"/>
                </a:lnTo>
                <a:close/>
              </a:path>
              <a:path w="5142230" h="2300604">
                <a:moveTo>
                  <a:pt x="841046" y="1084473"/>
                </a:moveTo>
                <a:lnTo>
                  <a:pt x="836263" y="1079353"/>
                </a:lnTo>
                <a:lnTo>
                  <a:pt x="835193" y="1073321"/>
                </a:lnTo>
                <a:lnTo>
                  <a:pt x="841029" y="1061387"/>
                </a:lnTo>
                <a:lnTo>
                  <a:pt x="849102" y="1058593"/>
                </a:lnTo>
                <a:lnTo>
                  <a:pt x="862520" y="1065235"/>
                </a:lnTo>
                <a:lnTo>
                  <a:pt x="865314" y="1073308"/>
                </a:lnTo>
                <a:lnTo>
                  <a:pt x="862016" y="1080041"/>
                </a:lnTo>
                <a:lnTo>
                  <a:pt x="858721" y="1086680"/>
                </a:lnTo>
                <a:lnTo>
                  <a:pt x="850648" y="1089474"/>
                </a:lnTo>
                <a:lnTo>
                  <a:pt x="843910" y="1086171"/>
                </a:lnTo>
                <a:lnTo>
                  <a:pt x="842428" y="1085465"/>
                </a:lnTo>
                <a:lnTo>
                  <a:pt x="841046" y="1084473"/>
                </a:lnTo>
                <a:close/>
              </a:path>
              <a:path w="5142230" h="2300604">
                <a:moveTo>
                  <a:pt x="2113868" y="1805587"/>
                </a:moveTo>
                <a:lnTo>
                  <a:pt x="2109035" y="1800413"/>
                </a:lnTo>
                <a:lnTo>
                  <a:pt x="2108232" y="1799163"/>
                </a:lnTo>
                <a:lnTo>
                  <a:pt x="2104494" y="1790958"/>
                </a:lnTo>
                <a:lnTo>
                  <a:pt x="2107555" y="1782994"/>
                </a:lnTo>
                <a:lnTo>
                  <a:pt x="2121172" y="1776849"/>
                </a:lnTo>
                <a:lnTo>
                  <a:pt x="2129190" y="1779860"/>
                </a:lnTo>
                <a:lnTo>
                  <a:pt x="2135336" y="1793476"/>
                </a:lnTo>
                <a:lnTo>
                  <a:pt x="2132271" y="1801535"/>
                </a:lnTo>
                <a:lnTo>
                  <a:pt x="2125417" y="1804559"/>
                </a:lnTo>
                <a:lnTo>
                  <a:pt x="2120051" y="1807025"/>
                </a:lnTo>
                <a:lnTo>
                  <a:pt x="2113868" y="1805587"/>
                </a:lnTo>
                <a:close/>
              </a:path>
              <a:path w="5142230" h="2300604">
                <a:moveTo>
                  <a:pt x="2081297" y="1743449"/>
                </a:moveTo>
                <a:lnTo>
                  <a:pt x="2075727" y="1737487"/>
                </a:lnTo>
                <a:lnTo>
                  <a:pt x="2071293" y="1730297"/>
                </a:lnTo>
                <a:lnTo>
                  <a:pt x="2073277" y="1721961"/>
                </a:lnTo>
                <a:lnTo>
                  <a:pt x="2079693" y="1718077"/>
                </a:lnTo>
                <a:lnTo>
                  <a:pt x="2086009" y="1714185"/>
                </a:lnTo>
                <a:lnTo>
                  <a:pt x="2094345" y="1716168"/>
                </a:lnTo>
                <a:lnTo>
                  <a:pt x="2102171" y="1728846"/>
                </a:lnTo>
                <a:lnTo>
                  <a:pt x="2100187" y="1737182"/>
                </a:lnTo>
                <a:lnTo>
                  <a:pt x="2093826" y="1741124"/>
                </a:lnTo>
                <a:lnTo>
                  <a:pt x="2088230" y="1744517"/>
                </a:lnTo>
                <a:lnTo>
                  <a:pt x="2081297" y="1743449"/>
                </a:lnTo>
                <a:close/>
              </a:path>
              <a:path w="5142230" h="2300604">
                <a:moveTo>
                  <a:pt x="409304" y="735690"/>
                </a:moveTo>
                <a:lnTo>
                  <a:pt x="403641" y="729628"/>
                </a:lnTo>
                <a:lnTo>
                  <a:pt x="403153" y="728715"/>
                </a:lnTo>
                <a:lnTo>
                  <a:pt x="399354" y="722302"/>
                </a:lnTo>
                <a:lnTo>
                  <a:pt x="401576" y="714026"/>
                </a:lnTo>
                <a:lnTo>
                  <a:pt x="407979" y="710226"/>
                </a:lnTo>
                <a:lnTo>
                  <a:pt x="414433" y="706480"/>
                </a:lnTo>
                <a:lnTo>
                  <a:pt x="422767" y="708657"/>
                </a:lnTo>
                <a:lnTo>
                  <a:pt x="430254" y="721560"/>
                </a:lnTo>
                <a:lnTo>
                  <a:pt x="428090" y="729799"/>
                </a:lnTo>
                <a:lnTo>
                  <a:pt x="421628" y="733635"/>
                </a:lnTo>
                <a:lnTo>
                  <a:pt x="416047" y="736849"/>
                </a:lnTo>
                <a:lnTo>
                  <a:pt x="409304" y="735690"/>
                </a:lnTo>
                <a:close/>
              </a:path>
              <a:path w="5142230" h="2300604">
                <a:moveTo>
                  <a:pt x="301553" y="472260"/>
                </a:moveTo>
                <a:lnTo>
                  <a:pt x="296766" y="467135"/>
                </a:lnTo>
                <a:lnTo>
                  <a:pt x="295696" y="465404"/>
                </a:lnTo>
                <a:lnTo>
                  <a:pt x="295104" y="463401"/>
                </a:lnTo>
                <a:lnTo>
                  <a:pt x="292892" y="456244"/>
                </a:lnTo>
                <a:lnTo>
                  <a:pt x="296928" y="448639"/>
                </a:lnTo>
                <a:lnTo>
                  <a:pt x="311193" y="444262"/>
                </a:lnTo>
                <a:lnTo>
                  <a:pt x="318752" y="448249"/>
                </a:lnTo>
                <a:lnTo>
                  <a:pt x="323175" y="462563"/>
                </a:lnTo>
                <a:lnTo>
                  <a:pt x="319188" y="470122"/>
                </a:lnTo>
                <a:lnTo>
                  <a:pt x="306926" y="473906"/>
                </a:lnTo>
                <a:lnTo>
                  <a:pt x="301553" y="472260"/>
                </a:lnTo>
                <a:close/>
              </a:path>
              <a:path w="5142230" h="2300604">
                <a:moveTo>
                  <a:pt x="2157961" y="2221683"/>
                </a:moveTo>
                <a:lnTo>
                  <a:pt x="2153224" y="2216612"/>
                </a:lnTo>
                <a:lnTo>
                  <a:pt x="2151752" y="2212690"/>
                </a:lnTo>
                <a:lnTo>
                  <a:pt x="2153185" y="2201125"/>
                </a:lnTo>
                <a:lnTo>
                  <a:pt x="2159973" y="2195880"/>
                </a:lnTo>
                <a:lnTo>
                  <a:pt x="2167396" y="2196789"/>
                </a:lnTo>
                <a:lnTo>
                  <a:pt x="2174780" y="2197753"/>
                </a:lnTo>
                <a:lnTo>
                  <a:pt x="2180074" y="2204496"/>
                </a:lnTo>
                <a:lnTo>
                  <a:pt x="2179115" y="2211875"/>
                </a:lnTo>
                <a:lnTo>
                  <a:pt x="2178201" y="2219303"/>
                </a:lnTo>
                <a:lnTo>
                  <a:pt x="2171408" y="2224543"/>
                </a:lnTo>
                <a:lnTo>
                  <a:pt x="2164030" y="2223683"/>
                </a:lnTo>
                <a:lnTo>
                  <a:pt x="2160788" y="2223242"/>
                </a:lnTo>
                <a:lnTo>
                  <a:pt x="2157961" y="2221683"/>
                </a:lnTo>
                <a:close/>
              </a:path>
              <a:path w="5142230" h="2300604">
                <a:moveTo>
                  <a:pt x="2155178" y="1939930"/>
                </a:moveTo>
                <a:lnTo>
                  <a:pt x="2150400" y="1934816"/>
                </a:lnTo>
                <a:lnTo>
                  <a:pt x="2149198" y="1932551"/>
                </a:lnTo>
                <a:lnTo>
                  <a:pt x="2148677" y="1929942"/>
                </a:lnTo>
                <a:lnTo>
                  <a:pt x="2147317" y="1922620"/>
                </a:lnTo>
                <a:lnTo>
                  <a:pt x="2152141" y="1915566"/>
                </a:lnTo>
                <a:lnTo>
                  <a:pt x="2159461" y="1914116"/>
                </a:lnTo>
                <a:lnTo>
                  <a:pt x="2166772" y="1912755"/>
                </a:lnTo>
                <a:lnTo>
                  <a:pt x="2173880" y="1917529"/>
                </a:lnTo>
                <a:lnTo>
                  <a:pt x="2176688" y="1932264"/>
                </a:lnTo>
                <a:lnTo>
                  <a:pt x="2171868" y="1939323"/>
                </a:lnTo>
                <a:lnTo>
                  <a:pt x="2159752" y="1941602"/>
                </a:lnTo>
                <a:lnTo>
                  <a:pt x="2155178" y="1939930"/>
                </a:lnTo>
                <a:close/>
              </a:path>
              <a:path w="5142230" h="2300604">
                <a:moveTo>
                  <a:pt x="2138484" y="1871428"/>
                </a:moveTo>
                <a:lnTo>
                  <a:pt x="2133747" y="1866357"/>
                </a:lnTo>
                <a:lnTo>
                  <a:pt x="2132632" y="1864577"/>
                </a:lnTo>
                <a:lnTo>
                  <a:pt x="2132039" y="1862574"/>
                </a:lnTo>
                <a:lnTo>
                  <a:pt x="2129828" y="1855417"/>
                </a:lnTo>
                <a:lnTo>
                  <a:pt x="2133815" y="1847857"/>
                </a:lnTo>
                <a:lnTo>
                  <a:pt x="2148075" y="1843475"/>
                </a:lnTo>
                <a:lnTo>
                  <a:pt x="2155683" y="1847417"/>
                </a:lnTo>
                <a:lnTo>
                  <a:pt x="2160065" y="1861686"/>
                </a:lnTo>
                <a:lnTo>
                  <a:pt x="2156078" y="1869246"/>
                </a:lnTo>
                <a:lnTo>
                  <a:pt x="2148962" y="1871501"/>
                </a:lnTo>
                <a:lnTo>
                  <a:pt x="2143862" y="1873079"/>
                </a:lnTo>
                <a:lnTo>
                  <a:pt x="2138484" y="1871428"/>
                </a:lnTo>
                <a:close/>
              </a:path>
              <a:path w="5142230" h="2300604">
                <a:moveTo>
                  <a:pt x="263301" y="335325"/>
                </a:moveTo>
                <a:lnTo>
                  <a:pt x="258518" y="330205"/>
                </a:lnTo>
                <a:lnTo>
                  <a:pt x="257405" y="328231"/>
                </a:lnTo>
                <a:lnTo>
                  <a:pt x="254991" y="318707"/>
                </a:lnTo>
                <a:lnTo>
                  <a:pt x="259422" y="311331"/>
                </a:lnTo>
                <a:lnTo>
                  <a:pt x="273820" y="307683"/>
                </a:lnTo>
                <a:lnTo>
                  <a:pt x="281183" y="312045"/>
                </a:lnTo>
                <a:lnTo>
                  <a:pt x="284845" y="326522"/>
                </a:lnTo>
                <a:lnTo>
                  <a:pt x="280487" y="333880"/>
                </a:lnTo>
                <a:lnTo>
                  <a:pt x="268296" y="336958"/>
                </a:lnTo>
                <a:lnTo>
                  <a:pt x="263301" y="335325"/>
                </a:lnTo>
                <a:close/>
              </a:path>
              <a:path w="5142230" h="2300604">
                <a:moveTo>
                  <a:pt x="970518" y="1143407"/>
                </a:moveTo>
                <a:lnTo>
                  <a:pt x="965690" y="1138239"/>
                </a:lnTo>
                <a:lnTo>
                  <a:pt x="964509" y="1132576"/>
                </a:lnTo>
                <a:lnTo>
                  <a:pt x="966622" y="1127507"/>
                </a:lnTo>
                <a:lnTo>
                  <a:pt x="969546" y="1120667"/>
                </a:lnTo>
                <a:lnTo>
                  <a:pt x="977492" y="1117443"/>
                </a:lnTo>
                <a:lnTo>
                  <a:pt x="991267" y="1123294"/>
                </a:lnTo>
                <a:lnTo>
                  <a:pt x="994420" y="1131068"/>
                </a:lnTo>
                <a:lnTo>
                  <a:pt x="988642" y="1144921"/>
                </a:lnTo>
                <a:lnTo>
                  <a:pt x="980696" y="1148144"/>
                </a:lnTo>
                <a:lnTo>
                  <a:pt x="971992" y="1144496"/>
                </a:lnTo>
                <a:lnTo>
                  <a:pt x="970518" y="1143407"/>
                </a:lnTo>
                <a:close/>
              </a:path>
              <a:path w="5142230" h="2300604">
                <a:moveTo>
                  <a:pt x="495291" y="849828"/>
                </a:moveTo>
                <a:lnTo>
                  <a:pt x="484997" y="838808"/>
                </a:lnTo>
                <a:lnTo>
                  <a:pt x="485380" y="830323"/>
                </a:lnTo>
                <a:lnTo>
                  <a:pt x="496159" y="820162"/>
                </a:lnTo>
                <a:lnTo>
                  <a:pt x="504835" y="820458"/>
                </a:lnTo>
                <a:lnTo>
                  <a:pt x="514988" y="831326"/>
                </a:lnTo>
                <a:lnTo>
                  <a:pt x="514704" y="839819"/>
                </a:lnTo>
                <a:lnTo>
                  <a:pt x="503827" y="850071"/>
                </a:lnTo>
                <a:lnTo>
                  <a:pt x="495291" y="849828"/>
                </a:lnTo>
                <a:close/>
              </a:path>
              <a:path w="5142230" h="2300604">
                <a:moveTo>
                  <a:pt x="715579" y="1017414"/>
                </a:moveTo>
                <a:lnTo>
                  <a:pt x="710751" y="1012245"/>
                </a:lnTo>
                <a:lnTo>
                  <a:pt x="709840" y="1005699"/>
                </a:lnTo>
                <a:lnTo>
                  <a:pt x="716707" y="993989"/>
                </a:lnTo>
                <a:lnTo>
                  <a:pt x="724991" y="991811"/>
                </a:lnTo>
                <a:lnTo>
                  <a:pt x="737863" y="999336"/>
                </a:lnTo>
                <a:lnTo>
                  <a:pt x="740036" y="1007624"/>
                </a:lnTo>
                <a:lnTo>
                  <a:pt x="732517" y="1020492"/>
                </a:lnTo>
                <a:lnTo>
                  <a:pt x="724274" y="1022714"/>
                </a:lnTo>
                <a:lnTo>
                  <a:pt x="717790" y="1018901"/>
                </a:lnTo>
                <a:lnTo>
                  <a:pt x="716636" y="1018252"/>
                </a:lnTo>
                <a:lnTo>
                  <a:pt x="715579" y="1017414"/>
                </a:lnTo>
                <a:close/>
              </a:path>
              <a:path w="5142230" h="2300604">
                <a:moveTo>
                  <a:pt x="281546" y="404022"/>
                </a:moveTo>
                <a:lnTo>
                  <a:pt x="276809" y="398951"/>
                </a:lnTo>
                <a:lnTo>
                  <a:pt x="275692" y="397072"/>
                </a:lnTo>
                <a:lnTo>
                  <a:pt x="275106" y="394880"/>
                </a:lnTo>
                <a:lnTo>
                  <a:pt x="273086" y="387635"/>
                </a:lnTo>
                <a:lnTo>
                  <a:pt x="277304" y="380226"/>
                </a:lnTo>
                <a:lnTo>
                  <a:pt x="284500" y="378252"/>
                </a:lnTo>
                <a:lnTo>
                  <a:pt x="291646" y="376224"/>
                </a:lnTo>
                <a:lnTo>
                  <a:pt x="299150" y="380445"/>
                </a:lnTo>
                <a:lnTo>
                  <a:pt x="303098" y="394837"/>
                </a:lnTo>
                <a:lnTo>
                  <a:pt x="298930" y="402300"/>
                </a:lnTo>
                <a:lnTo>
                  <a:pt x="291734" y="404274"/>
                </a:lnTo>
                <a:lnTo>
                  <a:pt x="286681" y="405707"/>
                </a:lnTo>
                <a:lnTo>
                  <a:pt x="281546" y="404022"/>
                </a:lnTo>
                <a:close/>
              </a:path>
              <a:path w="5142230" h="2300604">
                <a:moveTo>
                  <a:pt x="542062" y="894617"/>
                </a:moveTo>
                <a:lnTo>
                  <a:pt x="536408" y="888565"/>
                </a:lnTo>
                <a:lnTo>
                  <a:pt x="536254" y="880775"/>
                </a:lnTo>
                <a:lnTo>
                  <a:pt x="540918" y="875505"/>
                </a:lnTo>
                <a:lnTo>
                  <a:pt x="545830" y="869912"/>
                </a:lnTo>
                <a:lnTo>
                  <a:pt x="554346" y="869353"/>
                </a:lnTo>
                <a:lnTo>
                  <a:pt x="565528" y="879270"/>
                </a:lnTo>
                <a:lnTo>
                  <a:pt x="566088" y="887786"/>
                </a:lnTo>
                <a:lnTo>
                  <a:pt x="556216" y="899017"/>
                </a:lnTo>
                <a:lnTo>
                  <a:pt x="547649" y="899523"/>
                </a:lnTo>
                <a:lnTo>
                  <a:pt x="542062" y="894617"/>
                </a:lnTo>
                <a:close/>
              </a:path>
              <a:path w="5142230" h="2300604">
                <a:moveTo>
                  <a:pt x="323796" y="539861"/>
                </a:moveTo>
                <a:lnTo>
                  <a:pt x="319018" y="534746"/>
                </a:lnTo>
                <a:lnTo>
                  <a:pt x="317987" y="533153"/>
                </a:lnTo>
                <a:lnTo>
                  <a:pt x="314890" y="524267"/>
                </a:lnTo>
                <a:lnTo>
                  <a:pt x="318646" y="516558"/>
                </a:lnTo>
                <a:lnTo>
                  <a:pt x="325669" y="514106"/>
                </a:lnTo>
                <a:lnTo>
                  <a:pt x="332810" y="511584"/>
                </a:lnTo>
                <a:lnTo>
                  <a:pt x="340446" y="515360"/>
                </a:lnTo>
                <a:lnTo>
                  <a:pt x="345354" y="529411"/>
                </a:lnTo>
                <a:lnTo>
                  <a:pt x="341644" y="537169"/>
                </a:lnTo>
                <a:lnTo>
                  <a:pt x="334575" y="539572"/>
                </a:lnTo>
                <a:lnTo>
                  <a:pt x="329366" y="541425"/>
                </a:lnTo>
                <a:lnTo>
                  <a:pt x="323796" y="539861"/>
                </a:lnTo>
                <a:close/>
              </a:path>
              <a:path w="5142230" h="2300604">
                <a:moveTo>
                  <a:pt x="214700" y="127784"/>
                </a:moveTo>
                <a:lnTo>
                  <a:pt x="209967" y="122718"/>
                </a:lnTo>
                <a:lnTo>
                  <a:pt x="208812" y="120602"/>
                </a:lnTo>
                <a:lnTo>
                  <a:pt x="208235" y="118127"/>
                </a:lnTo>
                <a:lnTo>
                  <a:pt x="206642" y="110850"/>
                </a:lnTo>
                <a:lnTo>
                  <a:pt x="211226" y="103636"/>
                </a:lnTo>
                <a:lnTo>
                  <a:pt x="218458" y="101994"/>
                </a:lnTo>
                <a:lnTo>
                  <a:pt x="225788" y="100360"/>
                </a:lnTo>
                <a:lnTo>
                  <a:pt x="232997" y="104949"/>
                </a:lnTo>
                <a:lnTo>
                  <a:pt x="236278" y="119507"/>
                </a:lnTo>
                <a:lnTo>
                  <a:pt x="231686" y="126809"/>
                </a:lnTo>
                <a:lnTo>
                  <a:pt x="219557" y="129465"/>
                </a:lnTo>
                <a:lnTo>
                  <a:pt x="214700" y="127784"/>
                </a:lnTo>
                <a:close/>
              </a:path>
              <a:path w="5142230" h="2300604">
                <a:moveTo>
                  <a:pt x="655055" y="979994"/>
                </a:moveTo>
                <a:lnTo>
                  <a:pt x="650136" y="974728"/>
                </a:lnTo>
                <a:lnTo>
                  <a:pt x="649424" y="967905"/>
                </a:lnTo>
                <a:lnTo>
                  <a:pt x="656996" y="956266"/>
                </a:lnTo>
                <a:lnTo>
                  <a:pt x="665363" y="954568"/>
                </a:lnTo>
                <a:lnTo>
                  <a:pt x="677872" y="962779"/>
                </a:lnTo>
                <a:lnTo>
                  <a:pt x="679623" y="971105"/>
                </a:lnTo>
                <a:lnTo>
                  <a:pt x="675538" y="977386"/>
                </a:lnTo>
                <a:lnTo>
                  <a:pt x="671408" y="983619"/>
                </a:lnTo>
                <a:lnTo>
                  <a:pt x="663033" y="985406"/>
                </a:lnTo>
                <a:lnTo>
                  <a:pt x="655877" y="980678"/>
                </a:lnTo>
                <a:lnTo>
                  <a:pt x="655055" y="979994"/>
                </a:lnTo>
                <a:close/>
              </a:path>
              <a:path w="5142230" h="2300604">
                <a:moveTo>
                  <a:pt x="2164938" y="2151247"/>
                </a:moveTo>
                <a:lnTo>
                  <a:pt x="2160201" y="2146176"/>
                </a:lnTo>
                <a:lnTo>
                  <a:pt x="2158814" y="2142541"/>
                </a:lnTo>
                <a:lnTo>
                  <a:pt x="2159040" y="2138678"/>
                </a:lnTo>
                <a:lnTo>
                  <a:pt x="2159531" y="2131188"/>
                </a:lnTo>
                <a:lnTo>
                  <a:pt x="2165292" y="2126212"/>
                </a:lnTo>
                <a:lnTo>
                  <a:pt x="2166000" y="2125601"/>
                </a:lnTo>
                <a:lnTo>
                  <a:pt x="2173439" y="2126039"/>
                </a:lnTo>
                <a:lnTo>
                  <a:pt x="2180885" y="2126580"/>
                </a:lnTo>
                <a:lnTo>
                  <a:pt x="2186520" y="2133004"/>
                </a:lnTo>
                <a:lnTo>
                  <a:pt x="2185537" y="2147884"/>
                </a:lnTo>
                <a:lnTo>
                  <a:pt x="2179817" y="2152904"/>
                </a:lnTo>
                <a:lnTo>
                  <a:pt x="2179065" y="2153565"/>
                </a:lnTo>
                <a:lnTo>
                  <a:pt x="2171674" y="2153082"/>
                </a:lnTo>
                <a:lnTo>
                  <a:pt x="2168043" y="2152812"/>
                </a:lnTo>
                <a:lnTo>
                  <a:pt x="2164938" y="2151247"/>
                </a:lnTo>
                <a:close/>
              </a:path>
              <a:path w="5142230" h="2300604">
                <a:moveTo>
                  <a:pt x="2040896" y="1686028"/>
                </a:moveTo>
                <a:lnTo>
                  <a:pt x="2035334" y="1680074"/>
                </a:lnTo>
                <a:lnTo>
                  <a:pt x="2030664" y="1674292"/>
                </a:lnTo>
                <a:lnTo>
                  <a:pt x="2031567" y="1665778"/>
                </a:lnTo>
                <a:lnTo>
                  <a:pt x="2037438" y="1661116"/>
                </a:lnTo>
                <a:lnTo>
                  <a:pt x="2043215" y="1656450"/>
                </a:lnTo>
                <a:lnTo>
                  <a:pt x="2051734" y="1657358"/>
                </a:lnTo>
                <a:lnTo>
                  <a:pt x="2061063" y="1669006"/>
                </a:lnTo>
                <a:lnTo>
                  <a:pt x="2060155" y="1677515"/>
                </a:lnTo>
                <a:lnTo>
                  <a:pt x="2050101" y="1685618"/>
                </a:lnTo>
                <a:lnTo>
                  <a:pt x="2048796" y="1686665"/>
                </a:lnTo>
                <a:lnTo>
                  <a:pt x="2040896" y="1686028"/>
                </a:lnTo>
                <a:close/>
              </a:path>
              <a:path w="5142230" h="2300604">
                <a:moveTo>
                  <a:pt x="230283" y="197151"/>
                </a:moveTo>
                <a:lnTo>
                  <a:pt x="225501" y="192031"/>
                </a:lnTo>
                <a:lnTo>
                  <a:pt x="224341" y="189910"/>
                </a:lnTo>
                <a:lnTo>
                  <a:pt x="222170" y="180158"/>
                </a:lnTo>
                <a:lnTo>
                  <a:pt x="226764" y="172954"/>
                </a:lnTo>
                <a:lnTo>
                  <a:pt x="233995" y="171312"/>
                </a:lnTo>
                <a:lnTo>
                  <a:pt x="241276" y="169624"/>
                </a:lnTo>
                <a:lnTo>
                  <a:pt x="248529" y="174163"/>
                </a:lnTo>
                <a:lnTo>
                  <a:pt x="251860" y="188774"/>
                </a:lnTo>
                <a:lnTo>
                  <a:pt x="247271" y="195983"/>
                </a:lnTo>
                <a:lnTo>
                  <a:pt x="239991" y="197670"/>
                </a:lnTo>
                <a:lnTo>
                  <a:pt x="235139" y="198733"/>
                </a:lnTo>
                <a:lnTo>
                  <a:pt x="230283" y="197151"/>
                </a:lnTo>
                <a:close/>
              </a:path>
              <a:path w="5142230" h="2300604">
                <a:moveTo>
                  <a:pt x="905347" y="1114794"/>
                </a:moveTo>
                <a:lnTo>
                  <a:pt x="900569" y="1109679"/>
                </a:lnTo>
                <a:lnTo>
                  <a:pt x="899444" y="1103881"/>
                </a:lnTo>
                <a:lnTo>
                  <a:pt x="901744" y="1098719"/>
                </a:lnTo>
                <a:lnTo>
                  <a:pt x="904857" y="1091886"/>
                </a:lnTo>
                <a:lnTo>
                  <a:pt x="912842" y="1088900"/>
                </a:lnTo>
                <a:lnTo>
                  <a:pt x="926460" y="1095071"/>
                </a:lnTo>
                <a:lnTo>
                  <a:pt x="929496" y="1103110"/>
                </a:lnTo>
                <a:lnTo>
                  <a:pt x="926432" y="1109899"/>
                </a:lnTo>
                <a:lnTo>
                  <a:pt x="923320" y="1116733"/>
                </a:lnTo>
                <a:lnTo>
                  <a:pt x="915329" y="1119713"/>
                </a:lnTo>
                <a:lnTo>
                  <a:pt x="908496" y="1116601"/>
                </a:lnTo>
                <a:lnTo>
                  <a:pt x="906820" y="1115883"/>
                </a:lnTo>
                <a:lnTo>
                  <a:pt x="905347" y="1114794"/>
                </a:lnTo>
                <a:close/>
              </a:path>
              <a:path w="5142230" h="2300604">
                <a:moveTo>
                  <a:pt x="376614" y="672057"/>
                </a:moveTo>
                <a:lnTo>
                  <a:pt x="371786" y="666888"/>
                </a:lnTo>
                <a:lnTo>
                  <a:pt x="370930" y="665679"/>
                </a:lnTo>
                <a:lnTo>
                  <a:pt x="370363" y="664290"/>
                </a:lnTo>
                <a:lnTo>
                  <a:pt x="367242" y="657528"/>
                </a:lnTo>
                <a:lnTo>
                  <a:pt x="370253" y="649510"/>
                </a:lnTo>
                <a:lnTo>
                  <a:pt x="377016" y="646388"/>
                </a:lnTo>
                <a:lnTo>
                  <a:pt x="383824" y="643315"/>
                </a:lnTo>
                <a:lnTo>
                  <a:pt x="391796" y="646278"/>
                </a:lnTo>
                <a:lnTo>
                  <a:pt x="394963" y="653089"/>
                </a:lnTo>
                <a:lnTo>
                  <a:pt x="398036" y="659898"/>
                </a:lnTo>
                <a:lnTo>
                  <a:pt x="395025" y="667915"/>
                </a:lnTo>
                <a:lnTo>
                  <a:pt x="388217" y="670988"/>
                </a:lnTo>
                <a:lnTo>
                  <a:pt x="382845" y="673449"/>
                </a:lnTo>
                <a:lnTo>
                  <a:pt x="376614" y="672057"/>
                </a:lnTo>
                <a:close/>
              </a:path>
              <a:path w="5142230" h="2300604">
                <a:moveTo>
                  <a:pt x="246340" y="266341"/>
                </a:moveTo>
                <a:lnTo>
                  <a:pt x="241557" y="261221"/>
                </a:lnTo>
                <a:lnTo>
                  <a:pt x="240443" y="259148"/>
                </a:lnTo>
                <a:lnTo>
                  <a:pt x="238131" y="249538"/>
                </a:lnTo>
                <a:lnTo>
                  <a:pt x="242411" y="242585"/>
                </a:lnTo>
                <a:lnTo>
                  <a:pt x="242629" y="242232"/>
                </a:lnTo>
                <a:lnTo>
                  <a:pt x="249909" y="240544"/>
                </a:lnTo>
                <a:lnTo>
                  <a:pt x="257139" y="238803"/>
                </a:lnTo>
                <a:lnTo>
                  <a:pt x="264450" y="243305"/>
                </a:lnTo>
                <a:lnTo>
                  <a:pt x="266187" y="250540"/>
                </a:lnTo>
                <a:lnTo>
                  <a:pt x="267874" y="257820"/>
                </a:lnTo>
                <a:lnTo>
                  <a:pt x="263638" y="264722"/>
                </a:lnTo>
                <a:lnTo>
                  <a:pt x="263421" y="265076"/>
                </a:lnTo>
                <a:lnTo>
                  <a:pt x="256142" y="266863"/>
                </a:lnTo>
                <a:lnTo>
                  <a:pt x="251242" y="267971"/>
                </a:lnTo>
                <a:lnTo>
                  <a:pt x="246340" y="266341"/>
                </a:lnTo>
                <a:close/>
              </a:path>
              <a:path w="5142230" h="2300604">
                <a:moveTo>
                  <a:pt x="449092" y="795193"/>
                </a:moveTo>
                <a:lnTo>
                  <a:pt x="443397" y="789097"/>
                </a:lnTo>
                <a:lnTo>
                  <a:pt x="438926" y="783138"/>
                </a:lnTo>
                <a:lnTo>
                  <a:pt x="440113" y="774633"/>
                </a:lnTo>
                <a:lnTo>
                  <a:pt x="446026" y="770113"/>
                </a:lnTo>
                <a:lnTo>
                  <a:pt x="451985" y="765642"/>
                </a:lnTo>
                <a:lnTo>
                  <a:pt x="460490" y="766829"/>
                </a:lnTo>
                <a:lnTo>
                  <a:pt x="469480" y="778701"/>
                </a:lnTo>
                <a:lnTo>
                  <a:pt x="468294" y="787206"/>
                </a:lnTo>
                <a:lnTo>
                  <a:pt x="462381" y="791725"/>
                </a:lnTo>
                <a:lnTo>
                  <a:pt x="456808" y="795926"/>
                </a:lnTo>
                <a:lnTo>
                  <a:pt x="449092" y="795193"/>
                </a:lnTo>
                <a:close/>
              </a:path>
              <a:path w="5142230" h="2300604">
                <a:moveTo>
                  <a:pt x="777749" y="1052100"/>
                </a:moveTo>
                <a:lnTo>
                  <a:pt x="772921" y="1046931"/>
                </a:lnTo>
                <a:lnTo>
                  <a:pt x="771911" y="1040670"/>
                </a:lnTo>
                <a:lnTo>
                  <a:pt x="774686" y="1035430"/>
                </a:lnTo>
                <a:lnTo>
                  <a:pt x="778210" y="1028841"/>
                </a:lnTo>
                <a:lnTo>
                  <a:pt x="786373" y="1026338"/>
                </a:lnTo>
                <a:lnTo>
                  <a:pt x="799589" y="1033350"/>
                </a:lnTo>
                <a:lnTo>
                  <a:pt x="802097" y="1041509"/>
                </a:lnTo>
                <a:lnTo>
                  <a:pt x="798613" y="1048141"/>
                </a:lnTo>
                <a:lnTo>
                  <a:pt x="795085" y="1054725"/>
                </a:lnTo>
                <a:lnTo>
                  <a:pt x="786881" y="1057184"/>
                </a:lnTo>
                <a:lnTo>
                  <a:pt x="780289" y="1053744"/>
                </a:lnTo>
                <a:lnTo>
                  <a:pt x="778950" y="1052995"/>
                </a:lnTo>
                <a:lnTo>
                  <a:pt x="777749" y="1052100"/>
                </a:lnTo>
                <a:close/>
              </a:path>
              <a:path w="5142230" h="2300604">
                <a:moveTo>
                  <a:pt x="348676" y="606570"/>
                </a:moveTo>
                <a:lnTo>
                  <a:pt x="343843" y="601397"/>
                </a:lnTo>
                <a:lnTo>
                  <a:pt x="342899" y="599996"/>
                </a:lnTo>
                <a:lnTo>
                  <a:pt x="342298" y="598375"/>
                </a:lnTo>
                <a:lnTo>
                  <a:pt x="339560" y="591436"/>
                </a:lnTo>
                <a:lnTo>
                  <a:pt x="342897" y="583571"/>
                </a:lnTo>
                <a:lnTo>
                  <a:pt x="356823" y="578050"/>
                </a:lnTo>
                <a:lnTo>
                  <a:pt x="364684" y="581480"/>
                </a:lnTo>
                <a:lnTo>
                  <a:pt x="370160" y="595357"/>
                </a:lnTo>
                <a:lnTo>
                  <a:pt x="366778" y="603174"/>
                </a:lnTo>
                <a:lnTo>
                  <a:pt x="359840" y="605912"/>
                </a:lnTo>
                <a:lnTo>
                  <a:pt x="354527" y="608044"/>
                </a:lnTo>
                <a:lnTo>
                  <a:pt x="348676" y="606570"/>
                </a:lnTo>
                <a:close/>
              </a:path>
              <a:path w="5142230" h="2300604">
                <a:moveTo>
                  <a:pt x="2164503" y="2009929"/>
                </a:moveTo>
                <a:lnTo>
                  <a:pt x="2159766" y="2004858"/>
                </a:lnTo>
                <a:lnTo>
                  <a:pt x="2158449" y="2002080"/>
                </a:lnTo>
                <a:lnTo>
                  <a:pt x="2157534" y="1991521"/>
                </a:lnTo>
                <a:lnTo>
                  <a:pt x="2162998" y="1984956"/>
                </a:lnTo>
                <a:lnTo>
                  <a:pt x="2170476" y="1984262"/>
                </a:lnTo>
                <a:lnTo>
                  <a:pt x="2177914" y="1983623"/>
                </a:lnTo>
                <a:lnTo>
                  <a:pt x="2184426" y="1989127"/>
                </a:lnTo>
                <a:lnTo>
                  <a:pt x="2185812" y="2004003"/>
                </a:lnTo>
                <a:lnTo>
                  <a:pt x="2180250" y="2010560"/>
                </a:lnTo>
                <a:lnTo>
                  <a:pt x="2168507" y="2011576"/>
                </a:lnTo>
                <a:lnTo>
                  <a:pt x="2164503" y="2009929"/>
                </a:lnTo>
                <a:close/>
              </a:path>
              <a:path w="5142230" h="2300604">
                <a:moveTo>
                  <a:pt x="597274" y="939546"/>
                </a:moveTo>
                <a:lnTo>
                  <a:pt x="591757" y="933641"/>
                </a:lnTo>
                <a:lnTo>
                  <a:pt x="591305" y="926412"/>
                </a:lnTo>
                <a:lnTo>
                  <a:pt x="595309" y="921120"/>
                </a:lnTo>
                <a:lnTo>
                  <a:pt x="599762" y="915134"/>
                </a:lnTo>
                <a:lnTo>
                  <a:pt x="608252" y="913959"/>
                </a:lnTo>
                <a:lnTo>
                  <a:pt x="620170" y="922905"/>
                </a:lnTo>
                <a:lnTo>
                  <a:pt x="621398" y="931355"/>
                </a:lnTo>
                <a:lnTo>
                  <a:pt x="616892" y="937381"/>
                </a:lnTo>
                <a:lnTo>
                  <a:pt x="612394" y="943318"/>
                </a:lnTo>
                <a:lnTo>
                  <a:pt x="603949" y="944542"/>
                </a:lnTo>
                <a:lnTo>
                  <a:pt x="597971" y="940000"/>
                </a:lnTo>
                <a:lnTo>
                  <a:pt x="597274" y="939546"/>
                </a:lnTo>
                <a:close/>
              </a:path>
              <a:path w="5142230" h="2300604">
                <a:moveTo>
                  <a:pt x="1988788" y="1628684"/>
                </a:moveTo>
                <a:lnTo>
                  <a:pt x="1983504" y="1623027"/>
                </a:lnTo>
                <a:lnTo>
                  <a:pt x="1983545" y="1614762"/>
                </a:lnTo>
                <a:lnTo>
                  <a:pt x="1988637" y="1609559"/>
                </a:lnTo>
                <a:lnTo>
                  <a:pt x="1993916" y="1604262"/>
                </a:lnTo>
                <a:lnTo>
                  <a:pt x="2002462" y="1604222"/>
                </a:lnTo>
                <a:lnTo>
                  <a:pt x="2013102" y="1614635"/>
                </a:lnTo>
                <a:lnTo>
                  <a:pt x="2013188" y="1623231"/>
                </a:lnTo>
                <a:lnTo>
                  <a:pt x="2007909" y="1628527"/>
                </a:lnTo>
                <a:lnTo>
                  <a:pt x="2002675" y="1633873"/>
                </a:lnTo>
                <a:lnTo>
                  <a:pt x="1994129" y="1633912"/>
                </a:lnTo>
                <a:lnTo>
                  <a:pt x="1988788" y="1628684"/>
                </a:lnTo>
                <a:close/>
              </a:path>
              <a:path w="5142230" h="2300604">
                <a:moveTo>
                  <a:pt x="1200954" y="1087754"/>
                </a:moveTo>
                <a:lnTo>
                  <a:pt x="1196308" y="1082781"/>
                </a:lnTo>
                <a:lnTo>
                  <a:pt x="1195067" y="1077640"/>
                </a:lnTo>
                <a:lnTo>
                  <a:pt x="1199286" y="1066028"/>
                </a:lnTo>
                <a:lnTo>
                  <a:pt x="1206865" y="1062509"/>
                </a:lnTo>
                <a:lnTo>
                  <a:pt x="1220476" y="1067500"/>
                </a:lnTo>
                <a:lnTo>
                  <a:pt x="1223954" y="1075035"/>
                </a:lnTo>
                <a:lnTo>
                  <a:pt x="1218958" y="1088650"/>
                </a:lnTo>
                <a:lnTo>
                  <a:pt x="1211423" y="1092119"/>
                </a:lnTo>
                <a:lnTo>
                  <a:pt x="1202658" y="1088893"/>
                </a:lnTo>
                <a:lnTo>
                  <a:pt x="1200954" y="1087754"/>
                </a:lnTo>
                <a:close/>
              </a:path>
              <a:path w="5142230" h="2300604">
                <a:moveTo>
                  <a:pt x="2407019" y="2061239"/>
                </a:moveTo>
                <a:lnTo>
                  <a:pt x="2402419" y="2056315"/>
                </a:lnTo>
                <a:lnTo>
                  <a:pt x="2401032" y="2052679"/>
                </a:lnTo>
                <a:lnTo>
                  <a:pt x="2402121" y="2041627"/>
                </a:lnTo>
                <a:lnTo>
                  <a:pt x="2407100" y="2037476"/>
                </a:lnTo>
                <a:lnTo>
                  <a:pt x="2408486" y="2036320"/>
                </a:lnTo>
                <a:lnTo>
                  <a:pt x="2422932" y="2037709"/>
                </a:lnTo>
                <a:lnTo>
                  <a:pt x="2428186" y="2044115"/>
                </a:lnTo>
                <a:lnTo>
                  <a:pt x="2427520" y="2051320"/>
                </a:lnTo>
                <a:lnTo>
                  <a:pt x="2426756" y="2058517"/>
                </a:lnTo>
                <a:lnTo>
                  <a:pt x="2421777" y="2062668"/>
                </a:lnTo>
                <a:lnTo>
                  <a:pt x="2420391" y="2063824"/>
                </a:lnTo>
                <a:lnTo>
                  <a:pt x="2413189" y="2063054"/>
                </a:lnTo>
                <a:lnTo>
                  <a:pt x="2409895" y="2062753"/>
                </a:lnTo>
                <a:lnTo>
                  <a:pt x="2407019" y="2061239"/>
                </a:lnTo>
                <a:close/>
              </a:path>
              <a:path w="5142230" h="2300604">
                <a:moveTo>
                  <a:pt x="331900" y="168791"/>
                </a:moveTo>
                <a:lnTo>
                  <a:pt x="327299" y="163866"/>
                </a:lnTo>
                <a:lnTo>
                  <a:pt x="326228" y="162036"/>
                </a:lnTo>
                <a:lnTo>
                  <a:pt x="323607" y="153071"/>
                </a:lnTo>
                <a:lnTo>
                  <a:pt x="327629" y="145843"/>
                </a:lnTo>
                <a:lnTo>
                  <a:pt x="341553" y="141785"/>
                </a:lnTo>
                <a:lnTo>
                  <a:pt x="348780" y="145808"/>
                </a:lnTo>
                <a:lnTo>
                  <a:pt x="352839" y="159731"/>
                </a:lnTo>
                <a:lnTo>
                  <a:pt x="348816" y="166959"/>
                </a:lnTo>
                <a:lnTo>
                  <a:pt x="341850" y="168983"/>
                </a:lnTo>
                <a:lnTo>
                  <a:pt x="336944" y="170379"/>
                </a:lnTo>
                <a:lnTo>
                  <a:pt x="331900" y="168791"/>
                </a:lnTo>
                <a:close/>
              </a:path>
              <a:path w="5142230" h="2300604">
                <a:moveTo>
                  <a:pt x="1335238" y="1134342"/>
                </a:moveTo>
                <a:lnTo>
                  <a:pt x="1330592" y="1129368"/>
                </a:lnTo>
                <a:lnTo>
                  <a:pt x="1329344" y="1124416"/>
                </a:lnTo>
                <a:lnTo>
                  <a:pt x="1330874" y="1119700"/>
                </a:lnTo>
                <a:lnTo>
                  <a:pt x="1333066" y="1113054"/>
                </a:lnTo>
                <a:lnTo>
                  <a:pt x="1333137" y="1112837"/>
                </a:lnTo>
                <a:lnTo>
                  <a:pt x="1340580" y="1109172"/>
                </a:lnTo>
                <a:lnTo>
                  <a:pt x="1354301" y="1113694"/>
                </a:lnTo>
                <a:lnTo>
                  <a:pt x="1358014" y="1121091"/>
                </a:lnTo>
                <a:lnTo>
                  <a:pt x="1355751" y="1127954"/>
                </a:lnTo>
                <a:lnTo>
                  <a:pt x="1353511" y="1134646"/>
                </a:lnTo>
                <a:lnTo>
                  <a:pt x="1353439" y="1134862"/>
                </a:lnTo>
                <a:lnTo>
                  <a:pt x="1346046" y="1138581"/>
                </a:lnTo>
                <a:lnTo>
                  <a:pt x="1339184" y="1136317"/>
                </a:lnTo>
                <a:lnTo>
                  <a:pt x="1337037" y="1135583"/>
                </a:lnTo>
                <a:lnTo>
                  <a:pt x="1335238" y="1134342"/>
                </a:lnTo>
                <a:close/>
              </a:path>
              <a:path w="5142230" h="2300604">
                <a:moveTo>
                  <a:pt x="543604" y="694324"/>
                </a:moveTo>
                <a:lnTo>
                  <a:pt x="538035" y="688362"/>
                </a:lnTo>
                <a:lnTo>
                  <a:pt x="533701" y="682550"/>
                </a:lnTo>
                <a:lnTo>
                  <a:pt x="534878" y="674328"/>
                </a:lnTo>
                <a:lnTo>
                  <a:pt x="546454" y="665705"/>
                </a:lnTo>
                <a:lnTo>
                  <a:pt x="554676" y="666882"/>
                </a:lnTo>
                <a:lnTo>
                  <a:pt x="563344" y="678507"/>
                </a:lnTo>
                <a:lnTo>
                  <a:pt x="562118" y="686675"/>
                </a:lnTo>
                <a:lnTo>
                  <a:pt x="556355" y="691063"/>
                </a:lnTo>
                <a:lnTo>
                  <a:pt x="550928" y="695028"/>
                </a:lnTo>
                <a:lnTo>
                  <a:pt x="543604" y="694324"/>
                </a:lnTo>
                <a:close/>
              </a:path>
              <a:path w="5142230" h="2300604">
                <a:moveTo>
                  <a:pt x="937934" y="979892"/>
                </a:moveTo>
                <a:lnTo>
                  <a:pt x="933288" y="974919"/>
                </a:lnTo>
                <a:lnTo>
                  <a:pt x="932213" y="969175"/>
                </a:lnTo>
                <a:lnTo>
                  <a:pt x="934548" y="964245"/>
                </a:lnTo>
                <a:lnTo>
                  <a:pt x="937511" y="957642"/>
                </a:lnTo>
                <a:lnTo>
                  <a:pt x="945355" y="954798"/>
                </a:lnTo>
                <a:lnTo>
                  <a:pt x="958463" y="960815"/>
                </a:lnTo>
                <a:lnTo>
                  <a:pt x="961361" y="968609"/>
                </a:lnTo>
                <a:lnTo>
                  <a:pt x="955291" y="981758"/>
                </a:lnTo>
                <a:lnTo>
                  <a:pt x="947497" y="984656"/>
                </a:lnTo>
                <a:lnTo>
                  <a:pt x="939317" y="980884"/>
                </a:lnTo>
                <a:lnTo>
                  <a:pt x="937934" y="979892"/>
                </a:lnTo>
                <a:close/>
              </a:path>
              <a:path w="5142230" h="2300604">
                <a:moveTo>
                  <a:pt x="2286217" y="1597924"/>
                </a:moveTo>
                <a:lnTo>
                  <a:pt x="2281070" y="1592414"/>
                </a:lnTo>
                <a:lnTo>
                  <a:pt x="2276346" y="1586966"/>
                </a:lnTo>
                <a:lnTo>
                  <a:pt x="2276911" y="1578676"/>
                </a:lnTo>
                <a:lnTo>
                  <a:pt x="2287101" y="1569840"/>
                </a:lnTo>
                <a:lnTo>
                  <a:pt x="2287808" y="1569228"/>
                </a:lnTo>
                <a:lnTo>
                  <a:pt x="2296093" y="1569788"/>
                </a:lnTo>
                <a:lnTo>
                  <a:pt x="2305587" y="1580733"/>
                </a:lnTo>
                <a:lnTo>
                  <a:pt x="2304981" y="1588979"/>
                </a:lnTo>
                <a:lnTo>
                  <a:pt x="2299578" y="1593752"/>
                </a:lnTo>
                <a:lnTo>
                  <a:pt x="2294833" y="1597861"/>
                </a:lnTo>
                <a:lnTo>
                  <a:pt x="2294227" y="1598386"/>
                </a:lnTo>
                <a:lnTo>
                  <a:pt x="2286217" y="1597924"/>
                </a:lnTo>
                <a:close/>
              </a:path>
              <a:path w="5142230" h="2300604">
                <a:moveTo>
                  <a:pt x="589551" y="749081"/>
                </a:moveTo>
                <a:lnTo>
                  <a:pt x="579667" y="738500"/>
                </a:lnTo>
                <a:lnTo>
                  <a:pt x="579901" y="730246"/>
                </a:lnTo>
                <a:lnTo>
                  <a:pt x="590432" y="720308"/>
                </a:lnTo>
                <a:lnTo>
                  <a:pt x="598830" y="720599"/>
                </a:lnTo>
                <a:lnTo>
                  <a:pt x="608623" y="731082"/>
                </a:lnTo>
                <a:lnTo>
                  <a:pt x="608435" y="739384"/>
                </a:lnTo>
                <a:lnTo>
                  <a:pt x="597854" y="749269"/>
                </a:lnTo>
                <a:lnTo>
                  <a:pt x="589551" y="749081"/>
                </a:lnTo>
                <a:close/>
              </a:path>
              <a:path w="5142230" h="2300604">
                <a:moveTo>
                  <a:pt x="1267892" y="1111513"/>
                </a:moveTo>
                <a:lnTo>
                  <a:pt x="1263291" y="1106588"/>
                </a:lnTo>
                <a:lnTo>
                  <a:pt x="1262042" y="1101537"/>
                </a:lnTo>
                <a:lnTo>
                  <a:pt x="1266028" y="1089969"/>
                </a:lnTo>
                <a:lnTo>
                  <a:pt x="1273516" y="1086353"/>
                </a:lnTo>
                <a:lnTo>
                  <a:pt x="1280326" y="1088657"/>
                </a:lnTo>
                <a:lnTo>
                  <a:pt x="1287141" y="1091065"/>
                </a:lnTo>
                <a:lnTo>
                  <a:pt x="1290806" y="1098508"/>
                </a:lnTo>
                <a:lnTo>
                  <a:pt x="1288448" y="1105367"/>
                </a:lnTo>
                <a:lnTo>
                  <a:pt x="1286045" y="1112178"/>
                </a:lnTo>
                <a:lnTo>
                  <a:pt x="1278651" y="1115798"/>
                </a:lnTo>
                <a:lnTo>
                  <a:pt x="1271792" y="1113440"/>
                </a:lnTo>
                <a:lnTo>
                  <a:pt x="1269690" y="1112754"/>
                </a:lnTo>
                <a:lnTo>
                  <a:pt x="1267892" y="1111513"/>
                </a:lnTo>
                <a:close/>
              </a:path>
              <a:path w="5142230" h="2300604">
                <a:moveTo>
                  <a:pt x="2411552" y="1990631"/>
                </a:moveTo>
                <a:lnTo>
                  <a:pt x="2406997" y="1985755"/>
                </a:lnTo>
                <a:lnTo>
                  <a:pt x="2405648" y="1982356"/>
                </a:lnTo>
                <a:lnTo>
                  <a:pt x="2405867" y="1971643"/>
                </a:lnTo>
                <a:lnTo>
                  <a:pt x="2411873" y="1965951"/>
                </a:lnTo>
                <a:lnTo>
                  <a:pt x="2419133" y="1966099"/>
                </a:lnTo>
                <a:lnTo>
                  <a:pt x="2426350" y="1966298"/>
                </a:lnTo>
                <a:lnTo>
                  <a:pt x="2432095" y="1972253"/>
                </a:lnTo>
                <a:lnTo>
                  <a:pt x="2431947" y="1979523"/>
                </a:lnTo>
                <a:lnTo>
                  <a:pt x="2431744" y="1986734"/>
                </a:lnTo>
                <a:lnTo>
                  <a:pt x="2425748" y="1992436"/>
                </a:lnTo>
                <a:lnTo>
                  <a:pt x="2414846" y="1992202"/>
                </a:lnTo>
                <a:lnTo>
                  <a:pt x="2411552" y="1990631"/>
                </a:lnTo>
                <a:close/>
              </a:path>
              <a:path w="5142230" h="2300604">
                <a:moveTo>
                  <a:pt x="1402652" y="1156559"/>
                </a:moveTo>
                <a:lnTo>
                  <a:pt x="1398052" y="1151634"/>
                </a:lnTo>
                <a:lnTo>
                  <a:pt x="1396800" y="1146677"/>
                </a:lnTo>
                <a:lnTo>
                  <a:pt x="1400597" y="1135103"/>
                </a:lnTo>
                <a:lnTo>
                  <a:pt x="1407949" y="1131340"/>
                </a:lnTo>
                <a:lnTo>
                  <a:pt x="1414860" y="1133558"/>
                </a:lnTo>
                <a:lnTo>
                  <a:pt x="1421723" y="1135822"/>
                </a:lnTo>
                <a:lnTo>
                  <a:pt x="1425485" y="1143173"/>
                </a:lnTo>
                <a:lnTo>
                  <a:pt x="1423267" y="1150085"/>
                </a:lnTo>
                <a:lnTo>
                  <a:pt x="1421004" y="1156947"/>
                </a:lnTo>
                <a:lnTo>
                  <a:pt x="1413604" y="1160755"/>
                </a:lnTo>
                <a:lnTo>
                  <a:pt x="1406737" y="1158487"/>
                </a:lnTo>
                <a:lnTo>
                  <a:pt x="1404546" y="1157803"/>
                </a:lnTo>
                <a:lnTo>
                  <a:pt x="1402652" y="1156559"/>
                </a:lnTo>
                <a:close/>
              </a:path>
              <a:path w="5142230" h="2300604">
                <a:moveTo>
                  <a:pt x="414605" y="440795"/>
                </a:moveTo>
                <a:lnTo>
                  <a:pt x="409959" y="435822"/>
                </a:lnTo>
                <a:lnTo>
                  <a:pt x="409019" y="434326"/>
                </a:lnTo>
                <a:lnTo>
                  <a:pt x="405958" y="425771"/>
                </a:lnTo>
                <a:lnTo>
                  <a:pt x="409519" y="418245"/>
                </a:lnTo>
                <a:lnTo>
                  <a:pt x="416305" y="415832"/>
                </a:lnTo>
                <a:lnTo>
                  <a:pt x="423140" y="413374"/>
                </a:lnTo>
                <a:lnTo>
                  <a:pt x="430616" y="416881"/>
                </a:lnTo>
                <a:lnTo>
                  <a:pt x="435533" y="430550"/>
                </a:lnTo>
                <a:lnTo>
                  <a:pt x="431931" y="438033"/>
                </a:lnTo>
                <a:lnTo>
                  <a:pt x="425141" y="440441"/>
                </a:lnTo>
                <a:lnTo>
                  <a:pt x="420030" y="442302"/>
                </a:lnTo>
                <a:lnTo>
                  <a:pt x="414605" y="440795"/>
                </a:lnTo>
                <a:close/>
              </a:path>
              <a:path w="5142230" h="2300604">
                <a:moveTo>
                  <a:pt x="440245" y="507242"/>
                </a:moveTo>
                <a:lnTo>
                  <a:pt x="435598" y="502269"/>
                </a:lnTo>
                <a:lnTo>
                  <a:pt x="434700" y="500916"/>
                </a:lnTo>
                <a:lnTo>
                  <a:pt x="434137" y="499433"/>
                </a:lnTo>
                <a:lnTo>
                  <a:pt x="431344" y="492729"/>
                </a:lnTo>
                <a:lnTo>
                  <a:pt x="434531" y="485095"/>
                </a:lnTo>
                <a:lnTo>
                  <a:pt x="447891" y="479554"/>
                </a:lnTo>
                <a:lnTo>
                  <a:pt x="455573" y="482696"/>
                </a:lnTo>
                <a:lnTo>
                  <a:pt x="461061" y="496096"/>
                </a:lnTo>
                <a:lnTo>
                  <a:pt x="457879" y="503735"/>
                </a:lnTo>
                <a:lnTo>
                  <a:pt x="451223" y="506483"/>
                </a:lnTo>
                <a:lnTo>
                  <a:pt x="446181" y="508612"/>
                </a:lnTo>
                <a:lnTo>
                  <a:pt x="446050" y="508667"/>
                </a:lnTo>
                <a:lnTo>
                  <a:pt x="440245" y="507242"/>
                </a:lnTo>
                <a:close/>
              </a:path>
              <a:path w="5142230" h="2300604">
                <a:moveTo>
                  <a:pt x="2361954" y="1715457"/>
                </a:moveTo>
                <a:lnTo>
                  <a:pt x="2357257" y="1710430"/>
                </a:lnTo>
                <a:lnTo>
                  <a:pt x="2356493" y="1709318"/>
                </a:lnTo>
                <a:lnTo>
                  <a:pt x="2352848" y="1701410"/>
                </a:lnTo>
                <a:lnTo>
                  <a:pt x="2355751" y="1693667"/>
                </a:lnTo>
                <a:lnTo>
                  <a:pt x="2362276" y="1690584"/>
                </a:lnTo>
                <a:lnTo>
                  <a:pt x="2368852" y="1687555"/>
                </a:lnTo>
                <a:lnTo>
                  <a:pt x="2376679" y="1690461"/>
                </a:lnTo>
                <a:lnTo>
                  <a:pt x="2382752" y="1703608"/>
                </a:lnTo>
                <a:lnTo>
                  <a:pt x="2379844" y="1711345"/>
                </a:lnTo>
                <a:lnTo>
                  <a:pt x="2367992" y="1716839"/>
                </a:lnTo>
                <a:lnTo>
                  <a:pt x="2361954" y="1715457"/>
                </a:lnTo>
                <a:close/>
              </a:path>
              <a:path w="5142230" h="2300604">
                <a:moveTo>
                  <a:pt x="1002956" y="1008737"/>
                </a:moveTo>
                <a:lnTo>
                  <a:pt x="998310" y="1003763"/>
                </a:lnTo>
                <a:lnTo>
                  <a:pt x="997176" y="998248"/>
                </a:lnTo>
                <a:lnTo>
                  <a:pt x="1002101" y="986708"/>
                </a:lnTo>
                <a:lnTo>
                  <a:pt x="1009807" y="983618"/>
                </a:lnTo>
                <a:lnTo>
                  <a:pt x="1023116" y="989264"/>
                </a:lnTo>
                <a:lnTo>
                  <a:pt x="1026157" y="997016"/>
                </a:lnTo>
                <a:lnTo>
                  <a:pt x="1020511" y="1010326"/>
                </a:lnTo>
                <a:lnTo>
                  <a:pt x="1012805" y="1013415"/>
                </a:lnTo>
                <a:lnTo>
                  <a:pt x="1004430" y="1009825"/>
                </a:lnTo>
                <a:lnTo>
                  <a:pt x="1002956" y="1008737"/>
                </a:lnTo>
                <a:close/>
              </a:path>
              <a:path w="5142230" h="2300604">
                <a:moveTo>
                  <a:pt x="469661" y="572161"/>
                </a:moveTo>
                <a:lnTo>
                  <a:pt x="464973" y="567143"/>
                </a:lnTo>
                <a:lnTo>
                  <a:pt x="464206" y="566126"/>
                </a:lnTo>
                <a:lnTo>
                  <a:pt x="460456" y="558397"/>
                </a:lnTo>
                <a:lnTo>
                  <a:pt x="463083" y="550555"/>
                </a:lnTo>
                <a:lnTo>
                  <a:pt x="469612" y="547379"/>
                </a:lnTo>
                <a:lnTo>
                  <a:pt x="475783" y="544308"/>
                </a:lnTo>
                <a:lnTo>
                  <a:pt x="476095" y="544153"/>
                </a:lnTo>
                <a:lnTo>
                  <a:pt x="483934" y="546875"/>
                </a:lnTo>
                <a:lnTo>
                  <a:pt x="487159" y="553358"/>
                </a:lnTo>
                <a:lnTo>
                  <a:pt x="490290" y="559838"/>
                </a:lnTo>
                <a:lnTo>
                  <a:pt x="487663" y="567679"/>
                </a:lnTo>
                <a:lnTo>
                  <a:pt x="481134" y="570856"/>
                </a:lnTo>
                <a:lnTo>
                  <a:pt x="475851" y="573509"/>
                </a:lnTo>
                <a:lnTo>
                  <a:pt x="469661" y="572161"/>
                </a:lnTo>
                <a:close/>
              </a:path>
              <a:path w="5142230" h="2300604">
                <a:moveTo>
                  <a:pt x="2386619" y="1781253"/>
                </a:moveTo>
                <a:lnTo>
                  <a:pt x="2382018" y="1776328"/>
                </a:lnTo>
                <a:lnTo>
                  <a:pt x="2380998" y="1774551"/>
                </a:lnTo>
                <a:lnTo>
                  <a:pt x="2380400" y="1772543"/>
                </a:lnTo>
                <a:lnTo>
                  <a:pt x="2378278" y="1765678"/>
                </a:lnTo>
                <a:lnTo>
                  <a:pt x="2382205" y="1758347"/>
                </a:lnTo>
                <a:lnTo>
                  <a:pt x="2389126" y="1756274"/>
                </a:lnTo>
                <a:lnTo>
                  <a:pt x="2396041" y="1754097"/>
                </a:lnTo>
                <a:lnTo>
                  <a:pt x="2403371" y="1758034"/>
                </a:lnTo>
                <a:lnTo>
                  <a:pt x="2407567" y="1771910"/>
                </a:lnTo>
                <a:lnTo>
                  <a:pt x="2403640" y="1779240"/>
                </a:lnTo>
                <a:lnTo>
                  <a:pt x="2391806" y="1782798"/>
                </a:lnTo>
                <a:lnTo>
                  <a:pt x="2386619" y="1781253"/>
                </a:lnTo>
                <a:close/>
              </a:path>
              <a:path w="5142230" h="2300604">
                <a:moveTo>
                  <a:pt x="2369447" y="2270468"/>
                </a:moveTo>
                <a:lnTo>
                  <a:pt x="2364851" y="2265548"/>
                </a:lnTo>
                <a:lnTo>
                  <a:pt x="2363539" y="2261113"/>
                </a:lnTo>
                <a:lnTo>
                  <a:pt x="2366287" y="2249588"/>
                </a:lnTo>
                <a:lnTo>
                  <a:pt x="2373374" y="2245250"/>
                </a:lnTo>
                <a:lnTo>
                  <a:pt x="2380396" y="2247000"/>
                </a:lnTo>
                <a:lnTo>
                  <a:pt x="2387426" y="2248660"/>
                </a:lnTo>
                <a:lnTo>
                  <a:pt x="2391760" y="2255743"/>
                </a:lnTo>
                <a:lnTo>
                  <a:pt x="2388359" y="2269795"/>
                </a:lnTo>
                <a:lnTo>
                  <a:pt x="2381271" y="2274133"/>
                </a:lnTo>
                <a:lnTo>
                  <a:pt x="2371666" y="2271866"/>
                </a:lnTo>
                <a:lnTo>
                  <a:pt x="2369447" y="2270468"/>
                </a:lnTo>
                <a:close/>
              </a:path>
              <a:path w="5142230" h="2300604">
                <a:moveTo>
                  <a:pt x="2385073" y="2201276"/>
                </a:moveTo>
                <a:lnTo>
                  <a:pt x="2380468" y="2196346"/>
                </a:lnTo>
                <a:lnTo>
                  <a:pt x="2379108" y="2192056"/>
                </a:lnTo>
                <a:lnTo>
                  <a:pt x="2379978" y="2187709"/>
                </a:lnTo>
                <a:lnTo>
                  <a:pt x="2381427" y="2180658"/>
                </a:lnTo>
                <a:lnTo>
                  <a:pt x="2388386" y="2176085"/>
                </a:lnTo>
                <a:lnTo>
                  <a:pt x="2402543" y="2179021"/>
                </a:lnTo>
                <a:lnTo>
                  <a:pt x="2407120" y="2185876"/>
                </a:lnTo>
                <a:lnTo>
                  <a:pt x="2405650" y="2193002"/>
                </a:lnTo>
                <a:lnTo>
                  <a:pt x="2404234" y="2200087"/>
                </a:lnTo>
                <a:lnTo>
                  <a:pt x="2397275" y="2204661"/>
                </a:lnTo>
                <a:lnTo>
                  <a:pt x="2390195" y="2203240"/>
                </a:lnTo>
                <a:lnTo>
                  <a:pt x="2387435" y="2202631"/>
                </a:lnTo>
                <a:lnTo>
                  <a:pt x="2385073" y="2201276"/>
                </a:lnTo>
                <a:close/>
              </a:path>
              <a:path w="5142230" h="2300604">
                <a:moveTo>
                  <a:pt x="503693" y="634885"/>
                </a:moveTo>
                <a:lnTo>
                  <a:pt x="498951" y="629809"/>
                </a:lnTo>
                <a:lnTo>
                  <a:pt x="498415" y="629040"/>
                </a:lnTo>
                <a:lnTo>
                  <a:pt x="494217" y="622005"/>
                </a:lnTo>
                <a:lnTo>
                  <a:pt x="496236" y="614001"/>
                </a:lnTo>
                <a:lnTo>
                  <a:pt x="502403" y="610240"/>
                </a:lnTo>
                <a:lnTo>
                  <a:pt x="508619" y="606533"/>
                </a:lnTo>
                <a:lnTo>
                  <a:pt x="516673" y="608606"/>
                </a:lnTo>
                <a:lnTo>
                  <a:pt x="524135" y="620993"/>
                </a:lnTo>
                <a:lnTo>
                  <a:pt x="522067" y="629043"/>
                </a:lnTo>
                <a:lnTo>
                  <a:pt x="515851" y="632750"/>
                </a:lnTo>
                <a:lnTo>
                  <a:pt x="510500" y="636014"/>
                </a:lnTo>
                <a:lnTo>
                  <a:pt x="503693" y="634885"/>
                </a:lnTo>
                <a:close/>
              </a:path>
              <a:path w="5142230" h="2300604">
                <a:moveTo>
                  <a:pt x="2328416" y="1653947"/>
                </a:moveTo>
                <a:lnTo>
                  <a:pt x="2323075" y="1648229"/>
                </a:lnTo>
                <a:lnTo>
                  <a:pt x="2318674" y="1641466"/>
                </a:lnTo>
                <a:lnTo>
                  <a:pt x="2320414" y="1633358"/>
                </a:lnTo>
                <a:lnTo>
                  <a:pt x="2332530" y="1625508"/>
                </a:lnTo>
                <a:lnTo>
                  <a:pt x="2340643" y="1627253"/>
                </a:lnTo>
                <a:lnTo>
                  <a:pt x="2348492" y="1639369"/>
                </a:lnTo>
                <a:lnTo>
                  <a:pt x="2346794" y="1647521"/>
                </a:lnTo>
                <a:lnTo>
                  <a:pt x="2335309" y="1654972"/>
                </a:lnTo>
                <a:lnTo>
                  <a:pt x="2328416" y="1653947"/>
                </a:lnTo>
                <a:close/>
              </a:path>
              <a:path w="5142230" h="2300604">
                <a:moveTo>
                  <a:pt x="1134446" y="1062499"/>
                </a:moveTo>
                <a:lnTo>
                  <a:pt x="1129800" y="1057526"/>
                </a:lnTo>
                <a:lnTo>
                  <a:pt x="1128611" y="1052245"/>
                </a:lnTo>
                <a:lnTo>
                  <a:pt x="1130569" y="1047402"/>
                </a:lnTo>
                <a:lnTo>
                  <a:pt x="1133207" y="1040646"/>
                </a:lnTo>
                <a:lnTo>
                  <a:pt x="1140779" y="1037316"/>
                </a:lnTo>
                <a:lnTo>
                  <a:pt x="1147531" y="1039949"/>
                </a:lnTo>
                <a:lnTo>
                  <a:pt x="1154237" y="1042632"/>
                </a:lnTo>
                <a:lnTo>
                  <a:pt x="1157572" y="1050209"/>
                </a:lnTo>
                <a:lnTo>
                  <a:pt x="1152297" y="1063721"/>
                </a:lnTo>
                <a:lnTo>
                  <a:pt x="1144674" y="1066997"/>
                </a:lnTo>
                <a:lnTo>
                  <a:pt x="1136055" y="1063635"/>
                </a:lnTo>
                <a:lnTo>
                  <a:pt x="1134446" y="1062499"/>
                </a:lnTo>
                <a:close/>
              </a:path>
              <a:path w="5142230" h="2300604">
                <a:moveTo>
                  <a:pt x="351338" y="237104"/>
                </a:moveTo>
                <a:lnTo>
                  <a:pt x="346692" y="232130"/>
                </a:lnTo>
                <a:lnTo>
                  <a:pt x="345621" y="230300"/>
                </a:lnTo>
                <a:lnTo>
                  <a:pt x="345028" y="228297"/>
                </a:lnTo>
                <a:lnTo>
                  <a:pt x="343048" y="221290"/>
                </a:lnTo>
                <a:lnTo>
                  <a:pt x="347071" y="214062"/>
                </a:lnTo>
                <a:lnTo>
                  <a:pt x="354078" y="212082"/>
                </a:lnTo>
                <a:lnTo>
                  <a:pt x="361037" y="210147"/>
                </a:lnTo>
                <a:lnTo>
                  <a:pt x="368264" y="214170"/>
                </a:lnTo>
                <a:lnTo>
                  <a:pt x="372228" y="228090"/>
                </a:lnTo>
                <a:lnTo>
                  <a:pt x="368205" y="235317"/>
                </a:lnTo>
                <a:lnTo>
                  <a:pt x="361198" y="237298"/>
                </a:lnTo>
                <a:lnTo>
                  <a:pt x="356337" y="238643"/>
                </a:lnTo>
                <a:lnTo>
                  <a:pt x="351338" y="237104"/>
                </a:lnTo>
                <a:close/>
              </a:path>
              <a:path w="5142230" h="2300604">
                <a:moveTo>
                  <a:pt x="2410464" y="1919968"/>
                </a:moveTo>
                <a:lnTo>
                  <a:pt x="2405859" y="1915039"/>
                </a:lnTo>
                <a:lnTo>
                  <a:pt x="2404590" y="1912215"/>
                </a:lnTo>
                <a:lnTo>
                  <a:pt x="2404409" y="1909088"/>
                </a:lnTo>
                <a:lnTo>
                  <a:pt x="2403903" y="1901900"/>
                </a:lnTo>
                <a:lnTo>
                  <a:pt x="2409403" y="1895667"/>
                </a:lnTo>
                <a:lnTo>
                  <a:pt x="2416641" y="1895205"/>
                </a:lnTo>
                <a:lnTo>
                  <a:pt x="2423835" y="1894694"/>
                </a:lnTo>
                <a:lnTo>
                  <a:pt x="2430068" y="1900194"/>
                </a:lnTo>
                <a:lnTo>
                  <a:pt x="2430530" y="1907433"/>
                </a:lnTo>
                <a:lnTo>
                  <a:pt x="2431040" y="1914626"/>
                </a:lnTo>
                <a:lnTo>
                  <a:pt x="2425540" y="1920859"/>
                </a:lnTo>
                <a:lnTo>
                  <a:pt x="2414234" y="1921560"/>
                </a:lnTo>
                <a:lnTo>
                  <a:pt x="2410464" y="1919968"/>
                </a:lnTo>
                <a:close/>
              </a:path>
              <a:path w="5142230" h="2300604">
                <a:moveTo>
                  <a:pt x="391826" y="373402"/>
                </a:moveTo>
                <a:lnTo>
                  <a:pt x="387180" y="368429"/>
                </a:lnTo>
                <a:lnTo>
                  <a:pt x="386156" y="366746"/>
                </a:lnTo>
                <a:lnTo>
                  <a:pt x="385560" y="364838"/>
                </a:lnTo>
                <a:lnTo>
                  <a:pt x="383340" y="357964"/>
                </a:lnTo>
                <a:lnTo>
                  <a:pt x="387127" y="350582"/>
                </a:lnTo>
                <a:lnTo>
                  <a:pt x="394051" y="348414"/>
                </a:lnTo>
                <a:lnTo>
                  <a:pt x="400644" y="346284"/>
                </a:lnTo>
                <a:lnTo>
                  <a:pt x="400924" y="346194"/>
                </a:lnTo>
                <a:lnTo>
                  <a:pt x="408302" y="349985"/>
                </a:lnTo>
                <a:lnTo>
                  <a:pt x="410523" y="356859"/>
                </a:lnTo>
                <a:lnTo>
                  <a:pt x="412695" y="363779"/>
                </a:lnTo>
                <a:lnTo>
                  <a:pt x="408898" y="371151"/>
                </a:lnTo>
                <a:lnTo>
                  <a:pt x="402025" y="373372"/>
                </a:lnTo>
                <a:lnTo>
                  <a:pt x="397019" y="374953"/>
                </a:lnTo>
                <a:lnTo>
                  <a:pt x="391826" y="373402"/>
                </a:lnTo>
                <a:close/>
              </a:path>
              <a:path w="5142230" h="2300604">
                <a:moveTo>
                  <a:pt x="1068496" y="1036083"/>
                </a:moveTo>
                <a:lnTo>
                  <a:pt x="1063850" y="1031110"/>
                </a:lnTo>
                <a:lnTo>
                  <a:pt x="1062664" y="1025734"/>
                </a:lnTo>
                <a:lnTo>
                  <a:pt x="1067445" y="1014137"/>
                </a:lnTo>
                <a:lnTo>
                  <a:pt x="1075064" y="1010955"/>
                </a:lnTo>
                <a:lnTo>
                  <a:pt x="1081771" y="1013638"/>
                </a:lnTo>
                <a:lnTo>
                  <a:pt x="1088429" y="1016367"/>
                </a:lnTo>
                <a:lnTo>
                  <a:pt x="1091662" y="1024031"/>
                </a:lnTo>
                <a:lnTo>
                  <a:pt x="1088974" y="1030733"/>
                </a:lnTo>
                <a:lnTo>
                  <a:pt x="1086250" y="1037396"/>
                </a:lnTo>
                <a:lnTo>
                  <a:pt x="1078586" y="1040628"/>
                </a:lnTo>
                <a:lnTo>
                  <a:pt x="1071879" y="1037945"/>
                </a:lnTo>
                <a:lnTo>
                  <a:pt x="1070064" y="1037175"/>
                </a:lnTo>
                <a:lnTo>
                  <a:pt x="1068496" y="1036083"/>
                </a:lnTo>
                <a:close/>
              </a:path>
              <a:path w="5142230" h="2300604">
                <a:moveTo>
                  <a:pt x="2402559" y="1849829"/>
                </a:moveTo>
                <a:lnTo>
                  <a:pt x="2397959" y="1844904"/>
                </a:lnTo>
                <a:lnTo>
                  <a:pt x="2396711" y="1842591"/>
                </a:lnTo>
                <a:lnTo>
                  <a:pt x="2396285" y="1839985"/>
                </a:lnTo>
                <a:lnTo>
                  <a:pt x="2395063" y="1832909"/>
                </a:lnTo>
                <a:lnTo>
                  <a:pt x="2399827" y="1826084"/>
                </a:lnTo>
                <a:lnTo>
                  <a:pt x="2406997" y="1824865"/>
                </a:lnTo>
                <a:lnTo>
                  <a:pt x="2414117" y="1823592"/>
                </a:lnTo>
                <a:lnTo>
                  <a:pt x="2420898" y="1828406"/>
                </a:lnTo>
                <a:lnTo>
                  <a:pt x="2423340" y="1842652"/>
                </a:lnTo>
                <a:lnTo>
                  <a:pt x="2418571" y="1849472"/>
                </a:lnTo>
                <a:lnTo>
                  <a:pt x="2411612" y="1850625"/>
                </a:lnTo>
                <a:lnTo>
                  <a:pt x="2406974" y="1851427"/>
                </a:lnTo>
                <a:lnTo>
                  <a:pt x="2403958" y="1850349"/>
                </a:lnTo>
                <a:lnTo>
                  <a:pt x="2402559" y="1849829"/>
                </a:lnTo>
                <a:close/>
              </a:path>
              <a:path w="5142230" h="2300604">
                <a:moveTo>
                  <a:pt x="370968" y="305329"/>
                </a:moveTo>
                <a:lnTo>
                  <a:pt x="366368" y="300404"/>
                </a:lnTo>
                <a:lnTo>
                  <a:pt x="365294" y="298668"/>
                </a:lnTo>
                <a:lnTo>
                  <a:pt x="364750" y="296620"/>
                </a:lnTo>
                <a:lnTo>
                  <a:pt x="362672" y="289703"/>
                </a:lnTo>
                <a:lnTo>
                  <a:pt x="366649" y="282427"/>
                </a:lnTo>
                <a:lnTo>
                  <a:pt x="373565" y="280349"/>
                </a:lnTo>
                <a:lnTo>
                  <a:pt x="380527" y="278320"/>
                </a:lnTo>
                <a:lnTo>
                  <a:pt x="387803" y="282297"/>
                </a:lnTo>
                <a:lnTo>
                  <a:pt x="389881" y="289213"/>
                </a:lnTo>
                <a:lnTo>
                  <a:pt x="391910" y="296175"/>
                </a:lnTo>
                <a:lnTo>
                  <a:pt x="387933" y="303452"/>
                </a:lnTo>
                <a:lnTo>
                  <a:pt x="380972" y="305481"/>
                </a:lnTo>
                <a:lnTo>
                  <a:pt x="376058" y="306966"/>
                </a:lnTo>
                <a:lnTo>
                  <a:pt x="370968" y="305329"/>
                </a:lnTo>
                <a:close/>
              </a:path>
              <a:path w="5142230" h="2300604">
                <a:moveTo>
                  <a:pt x="2397831" y="2131458"/>
                </a:moveTo>
                <a:lnTo>
                  <a:pt x="2393276" y="2126582"/>
                </a:lnTo>
                <a:lnTo>
                  <a:pt x="2391907" y="2122574"/>
                </a:lnTo>
                <a:lnTo>
                  <a:pt x="2392515" y="2118436"/>
                </a:lnTo>
                <a:lnTo>
                  <a:pt x="2393653" y="2111346"/>
                </a:lnTo>
                <a:lnTo>
                  <a:pt x="2400387" y="2106434"/>
                </a:lnTo>
                <a:lnTo>
                  <a:pt x="2414665" y="2108619"/>
                </a:lnTo>
                <a:lnTo>
                  <a:pt x="2419528" y="2115390"/>
                </a:lnTo>
                <a:lnTo>
                  <a:pt x="2418390" y="2122480"/>
                </a:lnTo>
                <a:lnTo>
                  <a:pt x="2417297" y="2129618"/>
                </a:lnTo>
                <a:lnTo>
                  <a:pt x="2410621" y="2134494"/>
                </a:lnTo>
                <a:lnTo>
                  <a:pt x="2403478" y="2133397"/>
                </a:lnTo>
                <a:lnTo>
                  <a:pt x="2400428" y="2132967"/>
                </a:lnTo>
                <a:lnTo>
                  <a:pt x="2397831" y="2131458"/>
                </a:lnTo>
                <a:close/>
              </a:path>
              <a:path w="5142230" h="2300604">
                <a:moveTo>
                  <a:pt x="1870302" y="1323264"/>
                </a:moveTo>
                <a:lnTo>
                  <a:pt x="1865656" y="1318291"/>
                </a:lnTo>
                <a:lnTo>
                  <a:pt x="1864566" y="1312725"/>
                </a:lnTo>
                <a:lnTo>
                  <a:pt x="1869585" y="1301188"/>
                </a:lnTo>
                <a:lnTo>
                  <a:pt x="1877337" y="1298147"/>
                </a:lnTo>
                <a:lnTo>
                  <a:pt x="1890599" y="1303938"/>
                </a:lnTo>
                <a:lnTo>
                  <a:pt x="1893594" y="1311641"/>
                </a:lnTo>
                <a:lnTo>
                  <a:pt x="1890726" y="1318247"/>
                </a:lnTo>
                <a:lnTo>
                  <a:pt x="1887804" y="1324894"/>
                </a:lnTo>
                <a:lnTo>
                  <a:pt x="1880101" y="1327889"/>
                </a:lnTo>
                <a:lnTo>
                  <a:pt x="1873451" y="1325071"/>
                </a:lnTo>
                <a:lnTo>
                  <a:pt x="1871725" y="1324299"/>
                </a:lnTo>
                <a:lnTo>
                  <a:pt x="1870302" y="1323264"/>
                </a:lnTo>
                <a:close/>
              </a:path>
              <a:path w="5142230" h="2300604">
                <a:moveTo>
                  <a:pt x="2232372" y="1543216"/>
                </a:moveTo>
                <a:lnTo>
                  <a:pt x="2226896" y="1537355"/>
                </a:lnTo>
                <a:lnTo>
                  <a:pt x="2226737" y="1529853"/>
                </a:lnTo>
                <a:lnTo>
                  <a:pt x="2231255" y="1524719"/>
                </a:lnTo>
                <a:lnTo>
                  <a:pt x="2236061" y="1519308"/>
                </a:lnTo>
                <a:lnTo>
                  <a:pt x="2244386" y="1518836"/>
                </a:lnTo>
                <a:lnTo>
                  <a:pt x="2255200" y="1528457"/>
                </a:lnTo>
                <a:lnTo>
                  <a:pt x="2255626" y="1536733"/>
                </a:lnTo>
                <a:lnTo>
                  <a:pt x="2246010" y="1547552"/>
                </a:lnTo>
                <a:lnTo>
                  <a:pt x="2237779" y="1548027"/>
                </a:lnTo>
                <a:lnTo>
                  <a:pt x="2232372" y="1543216"/>
                </a:lnTo>
                <a:close/>
              </a:path>
              <a:path w="5142230" h="2300604">
                <a:moveTo>
                  <a:pt x="1738832" y="1270305"/>
                </a:moveTo>
                <a:lnTo>
                  <a:pt x="1734186" y="1265331"/>
                </a:lnTo>
                <a:lnTo>
                  <a:pt x="1732993" y="1260145"/>
                </a:lnTo>
                <a:lnTo>
                  <a:pt x="1737348" y="1248580"/>
                </a:lnTo>
                <a:lnTo>
                  <a:pt x="1744882" y="1245112"/>
                </a:lnTo>
                <a:lnTo>
                  <a:pt x="1758400" y="1250199"/>
                </a:lnTo>
                <a:lnTo>
                  <a:pt x="1761873" y="1257729"/>
                </a:lnTo>
                <a:lnTo>
                  <a:pt x="1759281" y="1264533"/>
                </a:lnTo>
                <a:lnTo>
                  <a:pt x="1756779" y="1271336"/>
                </a:lnTo>
                <a:lnTo>
                  <a:pt x="1749256" y="1274720"/>
                </a:lnTo>
                <a:lnTo>
                  <a:pt x="1740491" y="1271494"/>
                </a:lnTo>
                <a:lnTo>
                  <a:pt x="1738832" y="1270305"/>
                </a:lnTo>
                <a:close/>
              </a:path>
              <a:path w="5142230" h="2300604">
                <a:moveTo>
                  <a:pt x="1934734" y="1352650"/>
                </a:moveTo>
                <a:lnTo>
                  <a:pt x="1930088" y="1347677"/>
                </a:lnTo>
                <a:lnTo>
                  <a:pt x="1929053" y="1341877"/>
                </a:lnTo>
                <a:lnTo>
                  <a:pt x="1931446" y="1336912"/>
                </a:lnTo>
                <a:lnTo>
                  <a:pt x="1934549" y="1330361"/>
                </a:lnTo>
                <a:lnTo>
                  <a:pt x="1942385" y="1327606"/>
                </a:lnTo>
                <a:lnTo>
                  <a:pt x="1955438" y="1333857"/>
                </a:lnTo>
                <a:lnTo>
                  <a:pt x="1958188" y="1341689"/>
                </a:lnTo>
                <a:lnTo>
                  <a:pt x="1955044" y="1348196"/>
                </a:lnTo>
                <a:lnTo>
                  <a:pt x="1951937" y="1354742"/>
                </a:lnTo>
                <a:lnTo>
                  <a:pt x="1944101" y="1357496"/>
                </a:lnTo>
                <a:lnTo>
                  <a:pt x="1936117" y="1353641"/>
                </a:lnTo>
                <a:lnTo>
                  <a:pt x="1934734" y="1352650"/>
                </a:lnTo>
                <a:close/>
              </a:path>
              <a:path w="5142230" h="2300604">
                <a:moveTo>
                  <a:pt x="1804946" y="1295919"/>
                </a:moveTo>
                <a:lnTo>
                  <a:pt x="1800299" y="1290946"/>
                </a:lnTo>
                <a:lnTo>
                  <a:pt x="1799118" y="1285576"/>
                </a:lnTo>
                <a:lnTo>
                  <a:pt x="1803755" y="1274021"/>
                </a:lnTo>
                <a:lnTo>
                  <a:pt x="1811424" y="1270793"/>
                </a:lnTo>
                <a:lnTo>
                  <a:pt x="1824837" y="1276159"/>
                </a:lnTo>
                <a:lnTo>
                  <a:pt x="1828119" y="1283777"/>
                </a:lnTo>
                <a:lnTo>
                  <a:pt x="1825382" y="1290525"/>
                </a:lnTo>
                <a:lnTo>
                  <a:pt x="1822699" y="1297232"/>
                </a:lnTo>
                <a:lnTo>
                  <a:pt x="1815040" y="1300469"/>
                </a:lnTo>
                <a:lnTo>
                  <a:pt x="1808333" y="1297786"/>
                </a:lnTo>
                <a:lnTo>
                  <a:pt x="1806518" y="1297016"/>
                </a:lnTo>
                <a:lnTo>
                  <a:pt x="1804946" y="1295919"/>
                </a:lnTo>
                <a:close/>
              </a:path>
              <a:path w="5142230" h="2300604">
                <a:moveTo>
                  <a:pt x="750088" y="878607"/>
                </a:moveTo>
                <a:lnTo>
                  <a:pt x="745356" y="873541"/>
                </a:lnTo>
                <a:lnTo>
                  <a:pt x="744634" y="867002"/>
                </a:lnTo>
                <a:lnTo>
                  <a:pt x="751816" y="855727"/>
                </a:lnTo>
                <a:lnTo>
                  <a:pt x="759944" y="853969"/>
                </a:lnTo>
                <a:lnTo>
                  <a:pt x="772098" y="861799"/>
                </a:lnTo>
                <a:lnTo>
                  <a:pt x="773900" y="869886"/>
                </a:lnTo>
                <a:lnTo>
                  <a:pt x="770006" y="875980"/>
                </a:lnTo>
                <a:lnTo>
                  <a:pt x="766026" y="882081"/>
                </a:lnTo>
                <a:lnTo>
                  <a:pt x="757988" y="883838"/>
                </a:lnTo>
                <a:lnTo>
                  <a:pt x="751884" y="879943"/>
                </a:lnTo>
                <a:lnTo>
                  <a:pt x="750919" y="879301"/>
                </a:lnTo>
                <a:lnTo>
                  <a:pt x="750088" y="878607"/>
                </a:lnTo>
                <a:close/>
              </a:path>
              <a:path w="5142230" h="2300604">
                <a:moveTo>
                  <a:pt x="692017" y="838631"/>
                </a:moveTo>
                <a:lnTo>
                  <a:pt x="686672" y="832910"/>
                </a:lnTo>
                <a:lnTo>
                  <a:pt x="686170" y="825922"/>
                </a:lnTo>
                <a:lnTo>
                  <a:pt x="689975" y="820806"/>
                </a:lnTo>
                <a:lnTo>
                  <a:pt x="694286" y="814962"/>
                </a:lnTo>
                <a:lnTo>
                  <a:pt x="702493" y="813778"/>
                </a:lnTo>
                <a:lnTo>
                  <a:pt x="714097" y="822388"/>
                </a:lnTo>
                <a:lnTo>
                  <a:pt x="715327" y="830644"/>
                </a:lnTo>
                <a:lnTo>
                  <a:pt x="711024" y="836399"/>
                </a:lnTo>
                <a:lnTo>
                  <a:pt x="706713" y="842243"/>
                </a:lnTo>
                <a:lnTo>
                  <a:pt x="698510" y="843432"/>
                </a:lnTo>
                <a:lnTo>
                  <a:pt x="692661" y="839125"/>
                </a:lnTo>
                <a:lnTo>
                  <a:pt x="692017" y="838631"/>
                </a:lnTo>
                <a:close/>
              </a:path>
              <a:path w="5142230" h="2300604">
                <a:moveTo>
                  <a:pt x="2059749" y="1419128"/>
                </a:moveTo>
                <a:lnTo>
                  <a:pt x="2055011" y="1414057"/>
                </a:lnTo>
                <a:lnTo>
                  <a:pt x="2054184" y="1407698"/>
                </a:lnTo>
                <a:lnTo>
                  <a:pt x="2060944" y="1396361"/>
                </a:lnTo>
                <a:lnTo>
                  <a:pt x="2069070" y="1394308"/>
                </a:lnTo>
                <a:lnTo>
                  <a:pt x="2069203" y="1394450"/>
                </a:lnTo>
                <a:lnTo>
                  <a:pt x="2081391" y="1401731"/>
                </a:lnTo>
                <a:lnTo>
                  <a:pt x="2083484" y="1409738"/>
                </a:lnTo>
                <a:lnTo>
                  <a:pt x="2079731" y="1415984"/>
                </a:lnTo>
                <a:lnTo>
                  <a:pt x="2076075" y="1422138"/>
                </a:lnTo>
                <a:lnTo>
                  <a:pt x="2067978" y="1424223"/>
                </a:lnTo>
                <a:lnTo>
                  <a:pt x="2060710" y="1419864"/>
                </a:lnTo>
                <a:lnTo>
                  <a:pt x="2059749" y="1419128"/>
                </a:lnTo>
                <a:close/>
              </a:path>
              <a:path w="5142230" h="2300604">
                <a:moveTo>
                  <a:pt x="636605" y="793879"/>
                </a:moveTo>
                <a:lnTo>
                  <a:pt x="631132" y="788021"/>
                </a:lnTo>
                <a:lnTo>
                  <a:pt x="630871" y="780508"/>
                </a:lnTo>
                <a:lnTo>
                  <a:pt x="635394" y="775379"/>
                </a:lnTo>
                <a:lnTo>
                  <a:pt x="640204" y="769972"/>
                </a:lnTo>
                <a:lnTo>
                  <a:pt x="648438" y="769402"/>
                </a:lnTo>
                <a:lnTo>
                  <a:pt x="659301" y="778978"/>
                </a:lnTo>
                <a:lnTo>
                  <a:pt x="659822" y="787257"/>
                </a:lnTo>
                <a:lnTo>
                  <a:pt x="650340" y="798123"/>
                </a:lnTo>
                <a:lnTo>
                  <a:pt x="642061" y="798644"/>
                </a:lnTo>
                <a:lnTo>
                  <a:pt x="636605" y="793879"/>
                </a:lnTo>
                <a:close/>
              </a:path>
              <a:path w="5142230" h="2300604">
                <a:moveTo>
                  <a:pt x="2177624" y="1498392"/>
                </a:moveTo>
                <a:lnTo>
                  <a:pt x="2172284" y="1492676"/>
                </a:lnTo>
                <a:lnTo>
                  <a:pt x="2171826" y="1485637"/>
                </a:lnTo>
                <a:lnTo>
                  <a:pt x="2180176" y="1474733"/>
                </a:lnTo>
                <a:lnTo>
                  <a:pt x="2188376" y="1473638"/>
                </a:lnTo>
                <a:lnTo>
                  <a:pt x="2199883" y="1482438"/>
                </a:lnTo>
                <a:lnTo>
                  <a:pt x="2200973" y="1490642"/>
                </a:lnTo>
                <a:lnTo>
                  <a:pt x="2192174" y="1502140"/>
                </a:lnTo>
                <a:lnTo>
                  <a:pt x="2183969" y="1503230"/>
                </a:lnTo>
                <a:lnTo>
                  <a:pt x="2177624" y="1498392"/>
                </a:lnTo>
                <a:close/>
              </a:path>
              <a:path w="5142230" h="2300604">
                <a:moveTo>
                  <a:pt x="1997992" y="1384494"/>
                </a:moveTo>
                <a:lnTo>
                  <a:pt x="1993305" y="1379476"/>
                </a:lnTo>
                <a:lnTo>
                  <a:pt x="1992326" y="1373442"/>
                </a:lnTo>
                <a:lnTo>
                  <a:pt x="1998428" y="1361989"/>
                </a:lnTo>
                <a:lnTo>
                  <a:pt x="2006349" y="1359521"/>
                </a:lnTo>
                <a:lnTo>
                  <a:pt x="2012751" y="1362954"/>
                </a:lnTo>
                <a:lnTo>
                  <a:pt x="2019198" y="1366336"/>
                </a:lnTo>
                <a:lnTo>
                  <a:pt x="2021568" y="1374249"/>
                </a:lnTo>
                <a:lnTo>
                  <a:pt x="2018190" y="1380701"/>
                </a:lnTo>
                <a:lnTo>
                  <a:pt x="2014806" y="1387049"/>
                </a:lnTo>
                <a:lnTo>
                  <a:pt x="2006840" y="1389468"/>
                </a:lnTo>
                <a:lnTo>
                  <a:pt x="2000492" y="1386094"/>
                </a:lnTo>
                <a:lnTo>
                  <a:pt x="1999144" y="1385335"/>
                </a:lnTo>
                <a:lnTo>
                  <a:pt x="1997992" y="1384494"/>
                </a:lnTo>
                <a:close/>
              </a:path>
              <a:path w="5142230" h="2300604">
                <a:moveTo>
                  <a:pt x="2119602" y="1456808"/>
                </a:moveTo>
                <a:lnTo>
                  <a:pt x="2114865" y="1451737"/>
                </a:lnTo>
                <a:lnTo>
                  <a:pt x="2114150" y="1445009"/>
                </a:lnTo>
                <a:lnTo>
                  <a:pt x="2117631" y="1439840"/>
                </a:lnTo>
                <a:lnTo>
                  <a:pt x="2121660" y="1433793"/>
                </a:lnTo>
                <a:lnTo>
                  <a:pt x="2129782" y="1432223"/>
                </a:lnTo>
                <a:lnTo>
                  <a:pt x="2135785" y="1436304"/>
                </a:lnTo>
                <a:lnTo>
                  <a:pt x="2141787" y="1440285"/>
                </a:lnTo>
                <a:lnTo>
                  <a:pt x="2143397" y="1448460"/>
                </a:lnTo>
                <a:lnTo>
                  <a:pt x="2139366" y="1454408"/>
                </a:lnTo>
                <a:lnTo>
                  <a:pt x="2135336" y="1460455"/>
                </a:lnTo>
                <a:lnTo>
                  <a:pt x="2127210" y="1462020"/>
                </a:lnTo>
                <a:lnTo>
                  <a:pt x="2121208" y="1458039"/>
                </a:lnTo>
                <a:lnTo>
                  <a:pt x="2120383" y="1457449"/>
                </a:lnTo>
                <a:lnTo>
                  <a:pt x="2119602" y="1456808"/>
                </a:lnTo>
                <a:close/>
              </a:path>
              <a:path w="5142230" h="2300604">
                <a:moveTo>
                  <a:pt x="873889" y="948967"/>
                </a:moveTo>
                <a:lnTo>
                  <a:pt x="869198" y="943944"/>
                </a:lnTo>
                <a:lnTo>
                  <a:pt x="868219" y="938010"/>
                </a:lnTo>
                <a:lnTo>
                  <a:pt x="874039" y="926547"/>
                </a:lnTo>
                <a:lnTo>
                  <a:pt x="881917" y="923935"/>
                </a:lnTo>
                <a:lnTo>
                  <a:pt x="894772" y="930463"/>
                </a:lnTo>
                <a:lnTo>
                  <a:pt x="897384" y="938342"/>
                </a:lnTo>
                <a:lnTo>
                  <a:pt x="894141" y="944841"/>
                </a:lnTo>
                <a:lnTo>
                  <a:pt x="890902" y="951245"/>
                </a:lnTo>
                <a:lnTo>
                  <a:pt x="883023" y="953857"/>
                </a:lnTo>
                <a:lnTo>
                  <a:pt x="875132" y="949906"/>
                </a:lnTo>
                <a:lnTo>
                  <a:pt x="873889" y="948967"/>
                </a:lnTo>
                <a:close/>
              </a:path>
              <a:path w="5142230" h="2300604">
                <a:moveTo>
                  <a:pt x="1537730" y="1200477"/>
                </a:moveTo>
                <a:lnTo>
                  <a:pt x="1533134" y="1195558"/>
                </a:lnTo>
                <a:lnTo>
                  <a:pt x="1531887" y="1190605"/>
                </a:lnTo>
                <a:lnTo>
                  <a:pt x="1533412" y="1185884"/>
                </a:lnTo>
                <a:lnTo>
                  <a:pt x="1535675" y="1179021"/>
                </a:lnTo>
                <a:lnTo>
                  <a:pt x="1543077" y="1175313"/>
                </a:lnTo>
                <a:lnTo>
                  <a:pt x="1549939" y="1177576"/>
                </a:lnTo>
                <a:lnTo>
                  <a:pt x="1556846" y="1179789"/>
                </a:lnTo>
                <a:lnTo>
                  <a:pt x="1560565" y="1187191"/>
                </a:lnTo>
                <a:lnTo>
                  <a:pt x="1558347" y="1194102"/>
                </a:lnTo>
                <a:lnTo>
                  <a:pt x="1556107" y="1200893"/>
                </a:lnTo>
                <a:lnTo>
                  <a:pt x="1548638" y="1204725"/>
                </a:lnTo>
                <a:lnTo>
                  <a:pt x="1541775" y="1202461"/>
                </a:lnTo>
                <a:lnTo>
                  <a:pt x="1539628" y="1201727"/>
                </a:lnTo>
                <a:lnTo>
                  <a:pt x="1537730" y="1200477"/>
                </a:lnTo>
                <a:close/>
              </a:path>
              <a:path w="5142230" h="2300604">
                <a:moveTo>
                  <a:pt x="1605094" y="1222934"/>
                </a:moveTo>
                <a:lnTo>
                  <a:pt x="1600494" y="1218009"/>
                </a:lnTo>
                <a:lnTo>
                  <a:pt x="1599200" y="1213008"/>
                </a:lnTo>
                <a:lnTo>
                  <a:pt x="1600779" y="1208246"/>
                </a:lnTo>
                <a:lnTo>
                  <a:pt x="1603137" y="1201387"/>
                </a:lnTo>
                <a:lnTo>
                  <a:pt x="1610579" y="1197721"/>
                </a:lnTo>
                <a:lnTo>
                  <a:pt x="1617438" y="1200079"/>
                </a:lnTo>
                <a:lnTo>
                  <a:pt x="1624301" y="1202343"/>
                </a:lnTo>
                <a:lnTo>
                  <a:pt x="1627962" y="1209780"/>
                </a:lnTo>
                <a:lnTo>
                  <a:pt x="1625608" y="1216645"/>
                </a:lnTo>
                <a:lnTo>
                  <a:pt x="1623345" y="1223508"/>
                </a:lnTo>
                <a:lnTo>
                  <a:pt x="1615898" y="1227168"/>
                </a:lnTo>
                <a:lnTo>
                  <a:pt x="1608990" y="1224855"/>
                </a:lnTo>
                <a:lnTo>
                  <a:pt x="1606889" y="1224170"/>
                </a:lnTo>
                <a:lnTo>
                  <a:pt x="1605094" y="1222934"/>
                </a:lnTo>
                <a:close/>
              </a:path>
              <a:path w="5142230" h="2300604">
                <a:moveTo>
                  <a:pt x="1672140" y="1246125"/>
                </a:moveTo>
                <a:lnTo>
                  <a:pt x="1667494" y="1241151"/>
                </a:lnTo>
                <a:lnTo>
                  <a:pt x="1666303" y="1236064"/>
                </a:lnTo>
                <a:lnTo>
                  <a:pt x="1670379" y="1224495"/>
                </a:lnTo>
                <a:lnTo>
                  <a:pt x="1677867" y="1220879"/>
                </a:lnTo>
                <a:lnTo>
                  <a:pt x="1691530" y="1225729"/>
                </a:lnTo>
                <a:lnTo>
                  <a:pt x="1695105" y="1233173"/>
                </a:lnTo>
                <a:lnTo>
                  <a:pt x="1692653" y="1240030"/>
                </a:lnTo>
                <a:lnTo>
                  <a:pt x="1690249" y="1246840"/>
                </a:lnTo>
                <a:lnTo>
                  <a:pt x="1682810" y="1250411"/>
                </a:lnTo>
                <a:lnTo>
                  <a:pt x="1675951" y="1248053"/>
                </a:lnTo>
                <a:lnTo>
                  <a:pt x="1673898" y="1247322"/>
                </a:lnTo>
                <a:lnTo>
                  <a:pt x="1672140" y="1246125"/>
                </a:lnTo>
                <a:close/>
              </a:path>
              <a:path w="5142230" h="2300604">
                <a:moveTo>
                  <a:pt x="811106" y="915383"/>
                </a:moveTo>
                <a:lnTo>
                  <a:pt x="806419" y="910366"/>
                </a:lnTo>
                <a:lnTo>
                  <a:pt x="805499" y="904103"/>
                </a:lnTo>
                <a:lnTo>
                  <a:pt x="808362" y="899054"/>
                </a:lnTo>
                <a:lnTo>
                  <a:pt x="811975" y="892757"/>
                </a:lnTo>
                <a:lnTo>
                  <a:pt x="819935" y="890526"/>
                </a:lnTo>
                <a:lnTo>
                  <a:pt x="826236" y="894045"/>
                </a:lnTo>
                <a:lnTo>
                  <a:pt x="832529" y="897653"/>
                </a:lnTo>
                <a:lnTo>
                  <a:pt x="834765" y="905618"/>
                </a:lnTo>
                <a:lnTo>
                  <a:pt x="831245" y="911919"/>
                </a:lnTo>
                <a:lnTo>
                  <a:pt x="827627" y="918212"/>
                </a:lnTo>
                <a:lnTo>
                  <a:pt x="819672" y="920448"/>
                </a:lnTo>
                <a:lnTo>
                  <a:pt x="812168" y="916227"/>
                </a:lnTo>
                <a:lnTo>
                  <a:pt x="811106" y="915383"/>
                </a:lnTo>
                <a:close/>
              </a:path>
              <a:path w="5142230" h="2300604">
                <a:moveTo>
                  <a:pt x="1470261" y="1178494"/>
                </a:moveTo>
                <a:lnTo>
                  <a:pt x="1465615" y="1173521"/>
                </a:lnTo>
                <a:lnTo>
                  <a:pt x="1464318" y="1168614"/>
                </a:lnTo>
                <a:lnTo>
                  <a:pt x="1465898" y="1163952"/>
                </a:lnTo>
                <a:lnTo>
                  <a:pt x="1468116" y="1157040"/>
                </a:lnTo>
                <a:lnTo>
                  <a:pt x="1475511" y="1153227"/>
                </a:lnTo>
                <a:lnTo>
                  <a:pt x="1482379" y="1155496"/>
                </a:lnTo>
                <a:lnTo>
                  <a:pt x="1489290" y="1157714"/>
                </a:lnTo>
                <a:lnTo>
                  <a:pt x="1493049" y="1165159"/>
                </a:lnTo>
                <a:lnTo>
                  <a:pt x="1490786" y="1172022"/>
                </a:lnTo>
                <a:lnTo>
                  <a:pt x="1488568" y="1178933"/>
                </a:lnTo>
                <a:lnTo>
                  <a:pt x="1481171" y="1182647"/>
                </a:lnTo>
                <a:lnTo>
                  <a:pt x="1474260" y="1180429"/>
                </a:lnTo>
                <a:lnTo>
                  <a:pt x="1472113" y="1179695"/>
                </a:lnTo>
                <a:lnTo>
                  <a:pt x="1470261" y="1178494"/>
                </a:lnTo>
                <a:close/>
              </a:path>
              <a:path w="5142230" h="2300604">
                <a:moveTo>
                  <a:pt x="2633656" y="1760769"/>
                </a:moveTo>
                <a:lnTo>
                  <a:pt x="2629197" y="1755996"/>
                </a:lnTo>
                <a:lnTo>
                  <a:pt x="2628085" y="1753829"/>
                </a:lnTo>
                <a:lnTo>
                  <a:pt x="2627629" y="1751288"/>
                </a:lnTo>
                <a:lnTo>
                  <a:pt x="2626325" y="1744516"/>
                </a:lnTo>
                <a:lnTo>
                  <a:pt x="2630846" y="1737918"/>
                </a:lnTo>
                <a:lnTo>
                  <a:pt x="2644631" y="1735277"/>
                </a:lnTo>
                <a:lnTo>
                  <a:pt x="2651269" y="1739841"/>
                </a:lnTo>
                <a:lnTo>
                  <a:pt x="2652503" y="1746733"/>
                </a:lnTo>
                <a:lnTo>
                  <a:pt x="2653826" y="1753624"/>
                </a:lnTo>
                <a:lnTo>
                  <a:pt x="2649301" y="1760216"/>
                </a:lnTo>
                <a:lnTo>
                  <a:pt x="2637996" y="1762385"/>
                </a:lnTo>
                <a:lnTo>
                  <a:pt x="2633656" y="1760769"/>
                </a:lnTo>
                <a:close/>
              </a:path>
              <a:path w="5142230" h="2300604">
                <a:moveTo>
                  <a:pt x="1688207" y="1108494"/>
                </a:moveTo>
                <a:lnTo>
                  <a:pt x="1683743" y="1103715"/>
                </a:lnTo>
                <a:lnTo>
                  <a:pt x="1682478" y="1099136"/>
                </a:lnTo>
                <a:lnTo>
                  <a:pt x="1683814" y="1094701"/>
                </a:lnTo>
                <a:lnTo>
                  <a:pt x="1685743" y="1087968"/>
                </a:lnTo>
                <a:lnTo>
                  <a:pt x="1692814" y="1084102"/>
                </a:lnTo>
                <a:lnTo>
                  <a:pt x="1699544" y="1086125"/>
                </a:lnTo>
                <a:lnTo>
                  <a:pt x="1706276" y="1088053"/>
                </a:lnTo>
                <a:lnTo>
                  <a:pt x="1710097" y="1095076"/>
                </a:lnTo>
                <a:lnTo>
                  <a:pt x="1706145" y="1108538"/>
                </a:lnTo>
                <a:lnTo>
                  <a:pt x="1699123" y="1112359"/>
                </a:lnTo>
                <a:lnTo>
                  <a:pt x="1690146" y="1109787"/>
                </a:lnTo>
                <a:lnTo>
                  <a:pt x="1688207" y="1108494"/>
                </a:lnTo>
                <a:close/>
              </a:path>
              <a:path w="5142230" h="2300604">
                <a:moveTo>
                  <a:pt x="2402603" y="1413047"/>
                </a:moveTo>
                <a:lnTo>
                  <a:pt x="2396934" y="1406979"/>
                </a:lnTo>
                <a:lnTo>
                  <a:pt x="2396472" y="1400229"/>
                </a:lnTo>
                <a:lnTo>
                  <a:pt x="2400328" y="1395266"/>
                </a:lnTo>
                <a:lnTo>
                  <a:pt x="2404572" y="1389741"/>
                </a:lnTo>
                <a:lnTo>
                  <a:pt x="2412539" y="1388690"/>
                </a:lnTo>
                <a:lnTo>
                  <a:pt x="2423630" y="1397239"/>
                </a:lnTo>
                <a:lnTo>
                  <a:pt x="2424676" y="1405202"/>
                </a:lnTo>
                <a:lnTo>
                  <a:pt x="2416136" y="1416293"/>
                </a:lnTo>
                <a:lnTo>
                  <a:pt x="2408169" y="1417344"/>
                </a:lnTo>
                <a:lnTo>
                  <a:pt x="2402603" y="1413047"/>
                </a:lnTo>
                <a:close/>
              </a:path>
              <a:path w="5142230" h="2300604">
                <a:moveTo>
                  <a:pt x="2598730" y="2180737"/>
                </a:moveTo>
                <a:lnTo>
                  <a:pt x="2594316" y="2176013"/>
                </a:lnTo>
                <a:lnTo>
                  <a:pt x="2593004" y="2171577"/>
                </a:lnTo>
                <a:lnTo>
                  <a:pt x="2595887" y="2160392"/>
                </a:lnTo>
                <a:lnTo>
                  <a:pt x="2602699" y="2156443"/>
                </a:lnTo>
                <a:lnTo>
                  <a:pt x="2616394" y="2159863"/>
                </a:lnTo>
                <a:lnTo>
                  <a:pt x="2620455" y="2166752"/>
                </a:lnTo>
                <a:lnTo>
                  <a:pt x="2618702" y="2173380"/>
                </a:lnTo>
                <a:lnTo>
                  <a:pt x="2616923" y="2180370"/>
                </a:lnTo>
                <a:lnTo>
                  <a:pt x="2610034" y="2184432"/>
                </a:lnTo>
                <a:lnTo>
                  <a:pt x="2600817" y="2181993"/>
                </a:lnTo>
                <a:lnTo>
                  <a:pt x="2598730" y="2180737"/>
                </a:lnTo>
                <a:close/>
              </a:path>
              <a:path w="5142230" h="2300604">
                <a:moveTo>
                  <a:pt x="1018746" y="872177"/>
                </a:moveTo>
                <a:lnTo>
                  <a:pt x="1014232" y="867345"/>
                </a:lnTo>
                <a:lnTo>
                  <a:pt x="1013192" y="861834"/>
                </a:lnTo>
                <a:lnTo>
                  <a:pt x="1015438" y="857005"/>
                </a:lnTo>
                <a:lnTo>
                  <a:pt x="1018440" y="850639"/>
                </a:lnTo>
                <a:lnTo>
                  <a:pt x="1025945" y="847921"/>
                </a:lnTo>
                <a:lnTo>
                  <a:pt x="1038626" y="853871"/>
                </a:lnTo>
                <a:lnTo>
                  <a:pt x="1041394" y="861429"/>
                </a:lnTo>
                <a:lnTo>
                  <a:pt x="1035439" y="874115"/>
                </a:lnTo>
                <a:lnTo>
                  <a:pt x="1027935" y="876833"/>
                </a:lnTo>
                <a:lnTo>
                  <a:pt x="1021565" y="873827"/>
                </a:lnTo>
                <a:lnTo>
                  <a:pt x="1020029" y="873161"/>
                </a:lnTo>
                <a:lnTo>
                  <a:pt x="1018746" y="872177"/>
                </a:lnTo>
                <a:close/>
              </a:path>
              <a:path w="5142230" h="2300604">
                <a:moveTo>
                  <a:pt x="2615387" y="2111769"/>
                </a:moveTo>
                <a:lnTo>
                  <a:pt x="2610969" y="2107040"/>
                </a:lnTo>
                <a:lnTo>
                  <a:pt x="2609691" y="2102837"/>
                </a:lnTo>
                <a:lnTo>
                  <a:pt x="2612050" y="2091776"/>
                </a:lnTo>
                <a:lnTo>
                  <a:pt x="2618855" y="2087428"/>
                </a:lnTo>
                <a:lnTo>
                  <a:pt x="2625653" y="2088939"/>
                </a:lnTo>
                <a:lnTo>
                  <a:pt x="2632496" y="2090399"/>
                </a:lnTo>
                <a:lnTo>
                  <a:pt x="2636839" y="2097199"/>
                </a:lnTo>
                <a:lnTo>
                  <a:pt x="2635333" y="2103993"/>
                </a:lnTo>
                <a:lnTo>
                  <a:pt x="2633878" y="2110841"/>
                </a:lnTo>
                <a:lnTo>
                  <a:pt x="2627073" y="2115189"/>
                </a:lnTo>
                <a:lnTo>
                  <a:pt x="2620279" y="2113683"/>
                </a:lnTo>
                <a:lnTo>
                  <a:pt x="2617654" y="2113121"/>
                </a:lnTo>
                <a:lnTo>
                  <a:pt x="2615387" y="2111769"/>
                </a:lnTo>
                <a:close/>
              </a:path>
              <a:path w="5142230" h="2300604">
                <a:moveTo>
                  <a:pt x="2638792" y="1972023"/>
                </a:moveTo>
                <a:lnTo>
                  <a:pt x="2634373" y="1967293"/>
                </a:lnTo>
                <a:lnTo>
                  <a:pt x="2633032" y="1963707"/>
                </a:lnTo>
                <a:lnTo>
                  <a:pt x="2634102" y="1952928"/>
                </a:lnTo>
                <a:lnTo>
                  <a:pt x="2640363" y="1947900"/>
                </a:lnTo>
                <a:lnTo>
                  <a:pt x="2654289" y="1949319"/>
                </a:lnTo>
                <a:lnTo>
                  <a:pt x="2659365" y="1955534"/>
                </a:lnTo>
                <a:lnTo>
                  <a:pt x="2657947" y="1969460"/>
                </a:lnTo>
                <a:lnTo>
                  <a:pt x="2653182" y="1973352"/>
                </a:lnTo>
                <a:lnTo>
                  <a:pt x="2651731" y="1974536"/>
                </a:lnTo>
                <a:lnTo>
                  <a:pt x="2644723" y="1973778"/>
                </a:lnTo>
                <a:lnTo>
                  <a:pt x="2641527" y="1973485"/>
                </a:lnTo>
                <a:lnTo>
                  <a:pt x="2638792" y="1972023"/>
                </a:lnTo>
                <a:close/>
              </a:path>
              <a:path w="5142230" h="2300604">
                <a:moveTo>
                  <a:pt x="2642321" y="1830746"/>
                </a:moveTo>
                <a:lnTo>
                  <a:pt x="2637907" y="1826021"/>
                </a:lnTo>
                <a:lnTo>
                  <a:pt x="2636677" y="1823335"/>
                </a:lnTo>
                <a:lnTo>
                  <a:pt x="2635931" y="1813348"/>
                </a:lnTo>
                <a:lnTo>
                  <a:pt x="2641190" y="1807249"/>
                </a:lnTo>
                <a:lnTo>
                  <a:pt x="2648146" y="1806777"/>
                </a:lnTo>
                <a:lnTo>
                  <a:pt x="2655146" y="1806255"/>
                </a:lnTo>
                <a:lnTo>
                  <a:pt x="2661197" y="1811560"/>
                </a:lnTo>
                <a:lnTo>
                  <a:pt x="2661719" y="1818570"/>
                </a:lnTo>
                <a:lnTo>
                  <a:pt x="2662185" y="1825520"/>
                </a:lnTo>
                <a:lnTo>
                  <a:pt x="2656980" y="1831580"/>
                </a:lnTo>
                <a:lnTo>
                  <a:pt x="2649975" y="1832097"/>
                </a:lnTo>
                <a:lnTo>
                  <a:pt x="2646001" y="1832339"/>
                </a:lnTo>
                <a:lnTo>
                  <a:pt x="2642321" y="1830746"/>
                </a:lnTo>
                <a:close/>
              </a:path>
              <a:path w="5142230" h="2300604">
                <a:moveTo>
                  <a:pt x="1756348" y="1128654"/>
                </a:moveTo>
                <a:lnTo>
                  <a:pt x="1751889" y="1123880"/>
                </a:lnTo>
                <a:lnTo>
                  <a:pt x="1750583" y="1119256"/>
                </a:lnTo>
                <a:lnTo>
                  <a:pt x="1751963" y="1114771"/>
                </a:lnTo>
                <a:lnTo>
                  <a:pt x="1753932" y="1108083"/>
                </a:lnTo>
                <a:lnTo>
                  <a:pt x="1760960" y="1104267"/>
                </a:lnTo>
                <a:lnTo>
                  <a:pt x="1774373" y="1108264"/>
                </a:lnTo>
                <a:lnTo>
                  <a:pt x="1778239" y="1115335"/>
                </a:lnTo>
                <a:lnTo>
                  <a:pt x="1776216" y="1122065"/>
                </a:lnTo>
                <a:lnTo>
                  <a:pt x="1774242" y="1128748"/>
                </a:lnTo>
                <a:lnTo>
                  <a:pt x="1767174" y="1132521"/>
                </a:lnTo>
                <a:lnTo>
                  <a:pt x="1760441" y="1130592"/>
                </a:lnTo>
                <a:lnTo>
                  <a:pt x="1758246" y="1129903"/>
                </a:lnTo>
                <a:lnTo>
                  <a:pt x="1756348" y="1128654"/>
                </a:lnTo>
                <a:close/>
              </a:path>
              <a:path w="5142230" h="2300604">
                <a:moveTo>
                  <a:pt x="1484194" y="1046692"/>
                </a:moveTo>
                <a:lnTo>
                  <a:pt x="1479730" y="1041914"/>
                </a:lnTo>
                <a:lnTo>
                  <a:pt x="1478476" y="1037150"/>
                </a:lnTo>
                <a:lnTo>
                  <a:pt x="1479994" y="1032618"/>
                </a:lnTo>
                <a:lnTo>
                  <a:pt x="1482162" y="1025945"/>
                </a:lnTo>
                <a:lnTo>
                  <a:pt x="1489272" y="1022316"/>
                </a:lnTo>
                <a:lnTo>
                  <a:pt x="1502581" y="1026593"/>
                </a:lnTo>
                <a:lnTo>
                  <a:pt x="1506256" y="1033752"/>
                </a:lnTo>
                <a:lnTo>
                  <a:pt x="1501930" y="1047107"/>
                </a:lnTo>
                <a:lnTo>
                  <a:pt x="1494815" y="1050731"/>
                </a:lnTo>
                <a:lnTo>
                  <a:pt x="1486037" y="1047883"/>
                </a:lnTo>
                <a:lnTo>
                  <a:pt x="1484194" y="1046692"/>
                </a:lnTo>
                <a:close/>
              </a:path>
              <a:path w="5142230" h="2300604">
                <a:moveTo>
                  <a:pt x="2629037" y="2042222"/>
                </a:moveTo>
                <a:lnTo>
                  <a:pt x="2624574" y="2037444"/>
                </a:lnTo>
                <a:lnTo>
                  <a:pt x="2623291" y="2033529"/>
                </a:lnTo>
                <a:lnTo>
                  <a:pt x="2623944" y="2029439"/>
                </a:lnTo>
                <a:lnTo>
                  <a:pt x="2625122" y="2022587"/>
                </a:lnTo>
                <a:lnTo>
                  <a:pt x="2631612" y="2017902"/>
                </a:lnTo>
                <a:lnTo>
                  <a:pt x="2645460" y="2020215"/>
                </a:lnTo>
                <a:lnTo>
                  <a:pt x="2650100" y="2026746"/>
                </a:lnTo>
                <a:lnTo>
                  <a:pt x="2647832" y="2040544"/>
                </a:lnTo>
                <a:lnTo>
                  <a:pt x="2641301" y="2045184"/>
                </a:lnTo>
                <a:lnTo>
                  <a:pt x="2631489" y="2043576"/>
                </a:lnTo>
                <a:lnTo>
                  <a:pt x="2629037" y="2042222"/>
                </a:lnTo>
                <a:close/>
              </a:path>
              <a:path w="5142230" h="2300604">
                <a:moveTo>
                  <a:pt x="2589992" y="1627620"/>
                </a:moveTo>
                <a:lnTo>
                  <a:pt x="2585437" y="1622744"/>
                </a:lnTo>
                <a:lnTo>
                  <a:pt x="2584763" y="1621730"/>
                </a:lnTo>
                <a:lnTo>
                  <a:pt x="2584183" y="1620619"/>
                </a:lnTo>
                <a:lnTo>
                  <a:pt x="2581049" y="1614333"/>
                </a:lnTo>
                <a:lnTo>
                  <a:pt x="2583617" y="1606720"/>
                </a:lnTo>
                <a:lnTo>
                  <a:pt x="2589814" y="1603580"/>
                </a:lnTo>
                <a:lnTo>
                  <a:pt x="2595985" y="1600509"/>
                </a:lnTo>
                <a:lnTo>
                  <a:pt x="2603717" y="1603019"/>
                </a:lnTo>
                <a:lnTo>
                  <a:pt x="2606810" y="1609261"/>
                </a:lnTo>
                <a:lnTo>
                  <a:pt x="2609992" y="1615502"/>
                </a:lnTo>
                <a:lnTo>
                  <a:pt x="2607424" y="1623115"/>
                </a:lnTo>
                <a:lnTo>
                  <a:pt x="2601227" y="1626256"/>
                </a:lnTo>
                <a:lnTo>
                  <a:pt x="2596041" y="1628817"/>
                </a:lnTo>
                <a:lnTo>
                  <a:pt x="2589992" y="1627620"/>
                </a:lnTo>
                <a:close/>
              </a:path>
              <a:path w="5142230" h="2300604">
                <a:moveTo>
                  <a:pt x="2157295" y="1270386"/>
                </a:moveTo>
                <a:lnTo>
                  <a:pt x="2152786" y="1265559"/>
                </a:lnTo>
                <a:lnTo>
                  <a:pt x="2151743" y="1260141"/>
                </a:lnTo>
                <a:lnTo>
                  <a:pt x="2153890" y="1255304"/>
                </a:lnTo>
                <a:lnTo>
                  <a:pt x="2156798" y="1248936"/>
                </a:lnTo>
                <a:lnTo>
                  <a:pt x="2164260" y="1246074"/>
                </a:lnTo>
                <a:lnTo>
                  <a:pt x="2170629" y="1248982"/>
                </a:lnTo>
                <a:lnTo>
                  <a:pt x="2177042" y="1251839"/>
                </a:lnTo>
                <a:lnTo>
                  <a:pt x="2179859" y="1259351"/>
                </a:lnTo>
                <a:lnTo>
                  <a:pt x="2176997" y="1265769"/>
                </a:lnTo>
                <a:lnTo>
                  <a:pt x="2174085" y="1272133"/>
                </a:lnTo>
                <a:lnTo>
                  <a:pt x="2166577" y="1274946"/>
                </a:lnTo>
                <a:lnTo>
                  <a:pt x="2158678" y="1271377"/>
                </a:lnTo>
                <a:lnTo>
                  <a:pt x="2157295" y="1270386"/>
                </a:lnTo>
                <a:close/>
              </a:path>
              <a:path w="5142230" h="2300604">
                <a:moveTo>
                  <a:pt x="1149398" y="928366"/>
                </a:moveTo>
                <a:lnTo>
                  <a:pt x="1144934" y="923588"/>
                </a:lnTo>
                <a:lnTo>
                  <a:pt x="1143741" y="918401"/>
                </a:lnTo>
                <a:lnTo>
                  <a:pt x="1145644" y="913693"/>
                </a:lnTo>
                <a:lnTo>
                  <a:pt x="1148182" y="907222"/>
                </a:lnTo>
                <a:lnTo>
                  <a:pt x="1155563" y="903980"/>
                </a:lnTo>
                <a:lnTo>
                  <a:pt x="1168605" y="909145"/>
                </a:lnTo>
                <a:lnTo>
                  <a:pt x="1171749" y="916517"/>
                </a:lnTo>
                <a:lnTo>
                  <a:pt x="1166588" y="929565"/>
                </a:lnTo>
                <a:lnTo>
                  <a:pt x="1159252" y="932757"/>
                </a:lnTo>
                <a:lnTo>
                  <a:pt x="1152735" y="930179"/>
                </a:lnTo>
                <a:lnTo>
                  <a:pt x="1150961" y="929453"/>
                </a:lnTo>
                <a:lnTo>
                  <a:pt x="1149398" y="928366"/>
                </a:lnTo>
                <a:close/>
              </a:path>
              <a:path w="5142230" h="2300604">
                <a:moveTo>
                  <a:pt x="1620059" y="1088423"/>
                </a:moveTo>
                <a:lnTo>
                  <a:pt x="1615640" y="1083694"/>
                </a:lnTo>
                <a:lnTo>
                  <a:pt x="1614334" y="1079070"/>
                </a:lnTo>
                <a:lnTo>
                  <a:pt x="1615710" y="1074580"/>
                </a:lnTo>
                <a:lnTo>
                  <a:pt x="1617643" y="1067852"/>
                </a:lnTo>
                <a:lnTo>
                  <a:pt x="1624707" y="1064075"/>
                </a:lnTo>
                <a:lnTo>
                  <a:pt x="1631444" y="1066009"/>
                </a:lnTo>
                <a:lnTo>
                  <a:pt x="1638173" y="1068032"/>
                </a:lnTo>
                <a:lnTo>
                  <a:pt x="1641994" y="1075054"/>
                </a:lnTo>
                <a:lnTo>
                  <a:pt x="1639967" y="1081779"/>
                </a:lnTo>
                <a:lnTo>
                  <a:pt x="1637997" y="1088467"/>
                </a:lnTo>
                <a:lnTo>
                  <a:pt x="1630921" y="1092329"/>
                </a:lnTo>
                <a:lnTo>
                  <a:pt x="1624242" y="1090360"/>
                </a:lnTo>
                <a:lnTo>
                  <a:pt x="1621998" y="1089717"/>
                </a:lnTo>
                <a:lnTo>
                  <a:pt x="1620059" y="1088423"/>
                </a:lnTo>
                <a:close/>
              </a:path>
              <a:path w="5142230" h="2300604">
                <a:moveTo>
                  <a:pt x="1083659" y="901296"/>
                </a:moveTo>
                <a:lnTo>
                  <a:pt x="1079150" y="896469"/>
                </a:lnTo>
                <a:lnTo>
                  <a:pt x="1078055" y="891192"/>
                </a:lnTo>
                <a:lnTo>
                  <a:pt x="1080108" y="886352"/>
                </a:lnTo>
                <a:lnTo>
                  <a:pt x="1082876" y="879931"/>
                </a:lnTo>
                <a:lnTo>
                  <a:pt x="1090295" y="876926"/>
                </a:lnTo>
                <a:lnTo>
                  <a:pt x="1103132" y="882457"/>
                </a:lnTo>
                <a:lnTo>
                  <a:pt x="1106116" y="889757"/>
                </a:lnTo>
                <a:lnTo>
                  <a:pt x="1100652" y="902772"/>
                </a:lnTo>
                <a:lnTo>
                  <a:pt x="1093227" y="905772"/>
                </a:lnTo>
                <a:lnTo>
                  <a:pt x="1085087" y="902336"/>
                </a:lnTo>
                <a:lnTo>
                  <a:pt x="1083659" y="901296"/>
                </a:lnTo>
                <a:close/>
              </a:path>
              <a:path w="5142230" h="2300604">
                <a:moveTo>
                  <a:pt x="2283625" y="1334264"/>
                </a:moveTo>
                <a:lnTo>
                  <a:pt x="2279116" y="1329437"/>
                </a:lnTo>
                <a:lnTo>
                  <a:pt x="2278190" y="1323363"/>
                </a:lnTo>
                <a:lnTo>
                  <a:pt x="2281049" y="1318409"/>
                </a:lnTo>
                <a:lnTo>
                  <a:pt x="2284509" y="1312337"/>
                </a:lnTo>
                <a:lnTo>
                  <a:pt x="2292281" y="1310199"/>
                </a:lnTo>
                <a:lnTo>
                  <a:pt x="2298345" y="1313757"/>
                </a:lnTo>
                <a:lnTo>
                  <a:pt x="2304411" y="1317221"/>
                </a:lnTo>
                <a:lnTo>
                  <a:pt x="2306504" y="1324936"/>
                </a:lnTo>
                <a:lnTo>
                  <a:pt x="2299576" y="1337069"/>
                </a:lnTo>
                <a:lnTo>
                  <a:pt x="2291813" y="1339217"/>
                </a:lnTo>
                <a:lnTo>
                  <a:pt x="2285746" y="1335753"/>
                </a:lnTo>
                <a:lnTo>
                  <a:pt x="2284633" y="1335049"/>
                </a:lnTo>
                <a:lnTo>
                  <a:pt x="2283625" y="1334264"/>
                </a:lnTo>
                <a:close/>
              </a:path>
              <a:path w="5142230" h="2300604">
                <a:moveTo>
                  <a:pt x="1416883" y="1024195"/>
                </a:moveTo>
                <a:lnTo>
                  <a:pt x="1412374" y="1019368"/>
                </a:lnTo>
                <a:lnTo>
                  <a:pt x="1411164" y="1014554"/>
                </a:lnTo>
                <a:lnTo>
                  <a:pt x="1412740" y="1009986"/>
                </a:lnTo>
                <a:lnTo>
                  <a:pt x="1414949" y="1003357"/>
                </a:lnTo>
                <a:lnTo>
                  <a:pt x="1422100" y="999772"/>
                </a:lnTo>
                <a:lnTo>
                  <a:pt x="1435408" y="1004242"/>
                </a:lnTo>
                <a:lnTo>
                  <a:pt x="1438935" y="1011439"/>
                </a:lnTo>
                <a:lnTo>
                  <a:pt x="1436726" y="1018068"/>
                </a:lnTo>
                <a:lnTo>
                  <a:pt x="1434469" y="1024742"/>
                </a:lnTo>
                <a:lnTo>
                  <a:pt x="1427272" y="1028278"/>
                </a:lnTo>
                <a:lnTo>
                  <a:pt x="1420639" y="1026065"/>
                </a:lnTo>
                <a:lnTo>
                  <a:pt x="1418591" y="1025339"/>
                </a:lnTo>
                <a:lnTo>
                  <a:pt x="1416883" y="1024195"/>
                </a:lnTo>
                <a:close/>
              </a:path>
              <a:path w="5142230" h="2300604">
                <a:moveTo>
                  <a:pt x="2616482" y="1692632"/>
                </a:moveTo>
                <a:lnTo>
                  <a:pt x="2611968" y="1687800"/>
                </a:lnTo>
                <a:lnTo>
                  <a:pt x="2611036" y="1686215"/>
                </a:lnTo>
                <a:lnTo>
                  <a:pt x="2610482" y="1684450"/>
                </a:lnTo>
                <a:lnTo>
                  <a:pt x="2608255" y="1677765"/>
                </a:lnTo>
                <a:lnTo>
                  <a:pt x="2611897" y="1670618"/>
                </a:lnTo>
                <a:lnTo>
                  <a:pt x="2625170" y="1666255"/>
                </a:lnTo>
                <a:lnTo>
                  <a:pt x="2632365" y="1669851"/>
                </a:lnTo>
                <a:lnTo>
                  <a:pt x="2636728" y="1683124"/>
                </a:lnTo>
                <a:lnTo>
                  <a:pt x="2633082" y="1690266"/>
                </a:lnTo>
                <a:lnTo>
                  <a:pt x="2621574" y="1694076"/>
                </a:lnTo>
                <a:lnTo>
                  <a:pt x="2616482" y="1692632"/>
                </a:lnTo>
                <a:close/>
              </a:path>
              <a:path w="5142230" h="2300604">
                <a:moveTo>
                  <a:pt x="2510154" y="1512539"/>
                </a:moveTo>
                <a:lnTo>
                  <a:pt x="2505285" y="1507326"/>
                </a:lnTo>
                <a:lnTo>
                  <a:pt x="2500600" y="1502115"/>
                </a:lnTo>
                <a:lnTo>
                  <a:pt x="2501061" y="1494106"/>
                </a:lnTo>
                <a:lnTo>
                  <a:pt x="2511087" y="1485093"/>
                </a:lnTo>
                <a:lnTo>
                  <a:pt x="2511434" y="1484781"/>
                </a:lnTo>
                <a:lnTo>
                  <a:pt x="2519443" y="1485143"/>
                </a:lnTo>
                <a:lnTo>
                  <a:pt x="2528818" y="1495570"/>
                </a:lnTo>
                <a:lnTo>
                  <a:pt x="2528402" y="1503628"/>
                </a:lnTo>
                <a:lnTo>
                  <a:pt x="2518376" y="1512640"/>
                </a:lnTo>
                <a:lnTo>
                  <a:pt x="2518078" y="1512908"/>
                </a:lnTo>
                <a:lnTo>
                  <a:pt x="2510154" y="1512539"/>
                </a:lnTo>
                <a:close/>
              </a:path>
              <a:path w="5142230" h="2300604">
                <a:moveTo>
                  <a:pt x="1891972" y="1170519"/>
                </a:moveTo>
                <a:lnTo>
                  <a:pt x="1887509" y="1165740"/>
                </a:lnTo>
                <a:lnTo>
                  <a:pt x="1886259" y="1160981"/>
                </a:lnTo>
                <a:lnTo>
                  <a:pt x="1889954" y="1149786"/>
                </a:lnTo>
                <a:lnTo>
                  <a:pt x="1897056" y="1146147"/>
                </a:lnTo>
                <a:lnTo>
                  <a:pt x="1910365" y="1150424"/>
                </a:lnTo>
                <a:lnTo>
                  <a:pt x="1913991" y="1157629"/>
                </a:lnTo>
                <a:lnTo>
                  <a:pt x="1911877" y="1164261"/>
                </a:lnTo>
                <a:lnTo>
                  <a:pt x="1909714" y="1170938"/>
                </a:lnTo>
                <a:lnTo>
                  <a:pt x="1902554" y="1174613"/>
                </a:lnTo>
                <a:lnTo>
                  <a:pt x="1893776" y="1171765"/>
                </a:lnTo>
                <a:lnTo>
                  <a:pt x="1891972" y="1170519"/>
                </a:lnTo>
                <a:close/>
              </a:path>
              <a:path w="5142230" h="2300604">
                <a:moveTo>
                  <a:pt x="1959288" y="1193020"/>
                </a:moveTo>
                <a:lnTo>
                  <a:pt x="1954824" y="1188242"/>
                </a:lnTo>
                <a:lnTo>
                  <a:pt x="1953617" y="1183334"/>
                </a:lnTo>
                <a:lnTo>
                  <a:pt x="1957496" y="1172140"/>
                </a:lnTo>
                <a:lnTo>
                  <a:pt x="1964693" y="1168603"/>
                </a:lnTo>
                <a:lnTo>
                  <a:pt x="1977899" y="1173160"/>
                </a:lnTo>
                <a:lnTo>
                  <a:pt x="1981430" y="1180362"/>
                </a:lnTo>
                <a:lnTo>
                  <a:pt x="1976873" y="1193567"/>
                </a:lnTo>
                <a:lnTo>
                  <a:pt x="1969676" y="1197104"/>
                </a:lnTo>
                <a:lnTo>
                  <a:pt x="1960995" y="1194164"/>
                </a:lnTo>
                <a:lnTo>
                  <a:pt x="1959288" y="1193020"/>
                </a:lnTo>
                <a:close/>
              </a:path>
              <a:path w="5142230" h="2300604">
                <a:moveTo>
                  <a:pt x="2343928" y="1371252"/>
                </a:moveTo>
                <a:lnTo>
                  <a:pt x="2339327" y="1366327"/>
                </a:lnTo>
                <a:lnTo>
                  <a:pt x="2338692" y="1359881"/>
                </a:lnTo>
                <a:lnTo>
                  <a:pt x="2345813" y="1349029"/>
                </a:lnTo>
                <a:lnTo>
                  <a:pt x="2353704" y="1347409"/>
                </a:lnTo>
                <a:lnTo>
                  <a:pt x="2359525" y="1351294"/>
                </a:lnTo>
                <a:lnTo>
                  <a:pt x="2365386" y="1355124"/>
                </a:lnTo>
                <a:lnTo>
                  <a:pt x="2366965" y="1362972"/>
                </a:lnTo>
                <a:lnTo>
                  <a:pt x="2359295" y="1374702"/>
                </a:lnTo>
                <a:lnTo>
                  <a:pt x="2351403" y="1376322"/>
                </a:lnTo>
                <a:lnTo>
                  <a:pt x="2345582" y="1372437"/>
                </a:lnTo>
                <a:lnTo>
                  <a:pt x="2344709" y="1371893"/>
                </a:lnTo>
                <a:lnTo>
                  <a:pt x="2343928" y="1371252"/>
                </a:lnTo>
                <a:close/>
              </a:path>
              <a:path w="5142230" h="2300604">
                <a:moveTo>
                  <a:pt x="2643598" y="1901415"/>
                </a:moveTo>
                <a:lnTo>
                  <a:pt x="2639184" y="1896690"/>
                </a:lnTo>
                <a:lnTo>
                  <a:pt x="2637873" y="1893429"/>
                </a:lnTo>
                <a:lnTo>
                  <a:pt x="2637945" y="1890085"/>
                </a:lnTo>
                <a:lnTo>
                  <a:pt x="2638137" y="1883058"/>
                </a:lnTo>
                <a:lnTo>
                  <a:pt x="2643939" y="1877538"/>
                </a:lnTo>
                <a:lnTo>
                  <a:pt x="2650971" y="1877735"/>
                </a:lnTo>
                <a:lnTo>
                  <a:pt x="2658046" y="1877880"/>
                </a:lnTo>
                <a:lnTo>
                  <a:pt x="2663463" y="1883679"/>
                </a:lnTo>
                <a:lnTo>
                  <a:pt x="2663320" y="1890661"/>
                </a:lnTo>
                <a:lnTo>
                  <a:pt x="2663128" y="1897689"/>
                </a:lnTo>
                <a:lnTo>
                  <a:pt x="2657327" y="1903209"/>
                </a:lnTo>
                <a:lnTo>
                  <a:pt x="2646802" y="1902987"/>
                </a:lnTo>
                <a:lnTo>
                  <a:pt x="2643598" y="1901415"/>
                </a:lnTo>
                <a:close/>
              </a:path>
              <a:path w="5142230" h="2300604">
                <a:moveTo>
                  <a:pt x="1824248" y="1149240"/>
                </a:moveTo>
                <a:lnTo>
                  <a:pt x="1819784" y="1144461"/>
                </a:lnTo>
                <a:lnTo>
                  <a:pt x="1818575" y="1139746"/>
                </a:lnTo>
                <a:lnTo>
                  <a:pt x="1822019" y="1128576"/>
                </a:lnTo>
                <a:lnTo>
                  <a:pt x="1829092" y="1124809"/>
                </a:lnTo>
                <a:lnTo>
                  <a:pt x="1842453" y="1128946"/>
                </a:lnTo>
                <a:lnTo>
                  <a:pt x="1846221" y="1136009"/>
                </a:lnTo>
                <a:lnTo>
                  <a:pt x="1844157" y="1142694"/>
                </a:lnTo>
                <a:lnTo>
                  <a:pt x="1842134" y="1149424"/>
                </a:lnTo>
                <a:lnTo>
                  <a:pt x="1835015" y="1153142"/>
                </a:lnTo>
                <a:lnTo>
                  <a:pt x="1828339" y="1151079"/>
                </a:lnTo>
                <a:lnTo>
                  <a:pt x="1826095" y="1150436"/>
                </a:lnTo>
                <a:lnTo>
                  <a:pt x="1824248" y="1149240"/>
                </a:lnTo>
                <a:close/>
              </a:path>
              <a:path w="5142230" h="2300604">
                <a:moveTo>
                  <a:pt x="1215757" y="953852"/>
                </a:moveTo>
                <a:lnTo>
                  <a:pt x="1211293" y="949074"/>
                </a:lnTo>
                <a:lnTo>
                  <a:pt x="1210094" y="944076"/>
                </a:lnTo>
                <a:lnTo>
                  <a:pt x="1211812" y="939366"/>
                </a:lnTo>
                <a:lnTo>
                  <a:pt x="1214255" y="932793"/>
                </a:lnTo>
                <a:lnTo>
                  <a:pt x="1221544" y="929453"/>
                </a:lnTo>
                <a:lnTo>
                  <a:pt x="1234691" y="934338"/>
                </a:lnTo>
                <a:lnTo>
                  <a:pt x="1238031" y="941628"/>
                </a:lnTo>
                <a:lnTo>
                  <a:pt x="1233146" y="954775"/>
                </a:lnTo>
                <a:lnTo>
                  <a:pt x="1225856" y="958114"/>
                </a:lnTo>
                <a:lnTo>
                  <a:pt x="1219283" y="955672"/>
                </a:lnTo>
                <a:lnTo>
                  <a:pt x="1217370" y="954993"/>
                </a:lnTo>
                <a:lnTo>
                  <a:pt x="1215757" y="953852"/>
                </a:lnTo>
                <a:close/>
              </a:path>
              <a:path w="5142230" h="2300604">
                <a:moveTo>
                  <a:pt x="1282538" y="978031"/>
                </a:moveTo>
                <a:lnTo>
                  <a:pt x="1278074" y="973252"/>
                </a:lnTo>
                <a:lnTo>
                  <a:pt x="1276872" y="968349"/>
                </a:lnTo>
                <a:lnTo>
                  <a:pt x="1278493" y="963730"/>
                </a:lnTo>
                <a:lnTo>
                  <a:pt x="1280841" y="957153"/>
                </a:lnTo>
                <a:lnTo>
                  <a:pt x="1288088" y="953671"/>
                </a:lnTo>
                <a:lnTo>
                  <a:pt x="1294665" y="956019"/>
                </a:lnTo>
                <a:lnTo>
                  <a:pt x="1301290" y="958322"/>
                </a:lnTo>
                <a:lnTo>
                  <a:pt x="1304720" y="965609"/>
                </a:lnTo>
                <a:lnTo>
                  <a:pt x="1302371" y="972186"/>
                </a:lnTo>
                <a:lnTo>
                  <a:pt x="1300073" y="978816"/>
                </a:lnTo>
                <a:lnTo>
                  <a:pt x="1292829" y="982205"/>
                </a:lnTo>
                <a:lnTo>
                  <a:pt x="1286204" y="979902"/>
                </a:lnTo>
                <a:lnTo>
                  <a:pt x="1284246" y="979175"/>
                </a:lnTo>
                <a:lnTo>
                  <a:pt x="1282538" y="978031"/>
                </a:lnTo>
                <a:close/>
              </a:path>
              <a:path w="5142230" h="2300604">
                <a:moveTo>
                  <a:pt x="2555982" y="2300034"/>
                </a:moveTo>
                <a:lnTo>
                  <a:pt x="2557125" y="2296406"/>
                </a:lnTo>
                <a:lnTo>
                  <a:pt x="2564193" y="2292634"/>
                </a:lnTo>
                <a:lnTo>
                  <a:pt x="2577595" y="2296815"/>
                </a:lnTo>
                <a:lnTo>
                  <a:pt x="2579280" y="2300034"/>
                </a:lnTo>
                <a:lnTo>
                  <a:pt x="2555982" y="2300034"/>
                </a:lnTo>
                <a:close/>
              </a:path>
              <a:path w="5142230" h="2300604">
                <a:moveTo>
                  <a:pt x="2456212" y="1457922"/>
                </a:moveTo>
                <a:lnTo>
                  <a:pt x="2450969" y="1452310"/>
                </a:lnTo>
                <a:lnTo>
                  <a:pt x="2450895" y="1444900"/>
                </a:lnTo>
                <a:lnTo>
                  <a:pt x="2455358" y="1440001"/>
                </a:lnTo>
                <a:lnTo>
                  <a:pt x="2460114" y="1434828"/>
                </a:lnTo>
                <a:lnTo>
                  <a:pt x="2468108" y="1434491"/>
                </a:lnTo>
                <a:lnTo>
                  <a:pt x="2478452" y="1443903"/>
                </a:lnTo>
                <a:lnTo>
                  <a:pt x="2478840" y="1451942"/>
                </a:lnTo>
                <a:lnTo>
                  <a:pt x="2469378" y="1462242"/>
                </a:lnTo>
                <a:lnTo>
                  <a:pt x="2461339" y="1462629"/>
                </a:lnTo>
                <a:lnTo>
                  <a:pt x="2456212" y="1457922"/>
                </a:lnTo>
                <a:close/>
              </a:path>
              <a:path w="5142230" h="2300604">
                <a:moveTo>
                  <a:pt x="2092103" y="1242532"/>
                </a:moveTo>
                <a:lnTo>
                  <a:pt x="2087639" y="1237753"/>
                </a:lnTo>
                <a:lnTo>
                  <a:pt x="2086495" y="1232521"/>
                </a:lnTo>
                <a:lnTo>
                  <a:pt x="2088450" y="1227773"/>
                </a:lnTo>
                <a:lnTo>
                  <a:pt x="2091078" y="1221300"/>
                </a:lnTo>
                <a:lnTo>
                  <a:pt x="2098501" y="1218201"/>
                </a:lnTo>
                <a:lnTo>
                  <a:pt x="2111442" y="1223452"/>
                </a:lnTo>
                <a:lnTo>
                  <a:pt x="2114546" y="1230880"/>
                </a:lnTo>
                <a:lnTo>
                  <a:pt x="2109290" y="1243825"/>
                </a:lnTo>
                <a:lnTo>
                  <a:pt x="2101867" y="1246924"/>
                </a:lnTo>
                <a:lnTo>
                  <a:pt x="2095394" y="1244296"/>
                </a:lnTo>
                <a:lnTo>
                  <a:pt x="2093670" y="1243624"/>
                </a:lnTo>
                <a:lnTo>
                  <a:pt x="2092103" y="1242532"/>
                </a:lnTo>
                <a:close/>
              </a:path>
              <a:path w="5142230" h="2300604">
                <a:moveTo>
                  <a:pt x="2221266" y="1300842"/>
                </a:moveTo>
                <a:lnTo>
                  <a:pt x="2216711" y="1295966"/>
                </a:lnTo>
                <a:lnTo>
                  <a:pt x="2215767" y="1290264"/>
                </a:lnTo>
                <a:lnTo>
                  <a:pt x="2218201" y="1285342"/>
                </a:lnTo>
                <a:lnTo>
                  <a:pt x="2221344" y="1279128"/>
                </a:lnTo>
                <a:lnTo>
                  <a:pt x="2228982" y="1276650"/>
                </a:lnTo>
                <a:lnTo>
                  <a:pt x="2235250" y="1279743"/>
                </a:lnTo>
                <a:lnTo>
                  <a:pt x="2241510" y="1282926"/>
                </a:lnTo>
                <a:lnTo>
                  <a:pt x="2243993" y="1290568"/>
                </a:lnTo>
                <a:lnTo>
                  <a:pt x="2240801" y="1296828"/>
                </a:lnTo>
                <a:lnTo>
                  <a:pt x="2237667" y="1303052"/>
                </a:lnTo>
                <a:lnTo>
                  <a:pt x="2230075" y="1305579"/>
                </a:lnTo>
                <a:lnTo>
                  <a:pt x="2223810" y="1302392"/>
                </a:lnTo>
                <a:lnTo>
                  <a:pt x="2222463" y="1301732"/>
                </a:lnTo>
                <a:lnTo>
                  <a:pt x="2221266" y="1300842"/>
                </a:lnTo>
                <a:close/>
              </a:path>
              <a:path w="5142230" h="2300604">
                <a:moveTo>
                  <a:pt x="2026028" y="1216862"/>
                </a:moveTo>
                <a:lnTo>
                  <a:pt x="2021564" y="1212084"/>
                </a:lnTo>
                <a:lnTo>
                  <a:pt x="2020419" y="1207045"/>
                </a:lnTo>
                <a:lnTo>
                  <a:pt x="2022178" y="1202379"/>
                </a:lnTo>
                <a:lnTo>
                  <a:pt x="2024576" y="1195856"/>
                </a:lnTo>
                <a:lnTo>
                  <a:pt x="2031915" y="1192471"/>
                </a:lnTo>
                <a:lnTo>
                  <a:pt x="2038439" y="1194959"/>
                </a:lnTo>
                <a:lnTo>
                  <a:pt x="2045013" y="1197402"/>
                </a:lnTo>
                <a:lnTo>
                  <a:pt x="2048353" y="1204691"/>
                </a:lnTo>
                <a:lnTo>
                  <a:pt x="2043467" y="1217838"/>
                </a:lnTo>
                <a:lnTo>
                  <a:pt x="2036128" y="1221124"/>
                </a:lnTo>
                <a:lnTo>
                  <a:pt x="2029604" y="1218735"/>
                </a:lnTo>
                <a:lnTo>
                  <a:pt x="2027695" y="1217962"/>
                </a:lnTo>
                <a:lnTo>
                  <a:pt x="2026028" y="1216862"/>
                </a:lnTo>
                <a:close/>
              </a:path>
              <a:path w="5142230" h="2300604">
                <a:moveTo>
                  <a:pt x="1349631" y="1001370"/>
                </a:moveTo>
                <a:lnTo>
                  <a:pt x="1345167" y="996591"/>
                </a:lnTo>
                <a:lnTo>
                  <a:pt x="1343916" y="991733"/>
                </a:lnTo>
                <a:lnTo>
                  <a:pt x="1347786" y="980530"/>
                </a:lnTo>
                <a:lnTo>
                  <a:pt x="1354992" y="977003"/>
                </a:lnTo>
                <a:lnTo>
                  <a:pt x="1368246" y="981514"/>
                </a:lnTo>
                <a:lnTo>
                  <a:pt x="1371778" y="988716"/>
                </a:lnTo>
                <a:lnTo>
                  <a:pt x="1369475" y="995342"/>
                </a:lnTo>
                <a:lnTo>
                  <a:pt x="1367267" y="1001970"/>
                </a:lnTo>
                <a:lnTo>
                  <a:pt x="1360017" y="1005547"/>
                </a:lnTo>
                <a:lnTo>
                  <a:pt x="1351384" y="1002563"/>
                </a:lnTo>
                <a:lnTo>
                  <a:pt x="1349631" y="1001370"/>
                </a:lnTo>
                <a:close/>
              </a:path>
              <a:path w="5142230" h="2300604">
                <a:moveTo>
                  <a:pt x="1552017" y="1067979"/>
                </a:moveTo>
                <a:lnTo>
                  <a:pt x="1547554" y="1063200"/>
                </a:lnTo>
                <a:lnTo>
                  <a:pt x="1546296" y="1058531"/>
                </a:lnTo>
                <a:lnTo>
                  <a:pt x="1549740" y="1047360"/>
                </a:lnTo>
                <a:lnTo>
                  <a:pt x="1556813" y="1043593"/>
                </a:lnTo>
                <a:lnTo>
                  <a:pt x="1563494" y="1045662"/>
                </a:lnTo>
                <a:lnTo>
                  <a:pt x="1570223" y="1047685"/>
                </a:lnTo>
                <a:lnTo>
                  <a:pt x="1573942" y="1054794"/>
                </a:lnTo>
                <a:lnTo>
                  <a:pt x="1571923" y="1061528"/>
                </a:lnTo>
                <a:lnTo>
                  <a:pt x="1569904" y="1068163"/>
                </a:lnTo>
                <a:lnTo>
                  <a:pt x="1562787" y="1071981"/>
                </a:lnTo>
                <a:lnTo>
                  <a:pt x="1553911" y="1069224"/>
                </a:lnTo>
                <a:lnTo>
                  <a:pt x="1552017" y="1067979"/>
                </a:lnTo>
                <a:close/>
              </a:path>
              <a:path w="5142230" h="2300604">
                <a:moveTo>
                  <a:pt x="2554282" y="1567303"/>
                </a:moveTo>
                <a:lnTo>
                  <a:pt x="2548811" y="1561447"/>
                </a:lnTo>
                <a:lnTo>
                  <a:pt x="2544806" y="1555692"/>
                </a:lnTo>
                <a:lnTo>
                  <a:pt x="2546157" y="1547755"/>
                </a:lnTo>
                <a:lnTo>
                  <a:pt x="2551916" y="1543754"/>
                </a:lnTo>
                <a:lnTo>
                  <a:pt x="2557620" y="1539695"/>
                </a:lnTo>
                <a:lnTo>
                  <a:pt x="2565503" y="1541096"/>
                </a:lnTo>
                <a:lnTo>
                  <a:pt x="2573564" y="1552559"/>
                </a:lnTo>
                <a:lnTo>
                  <a:pt x="2572167" y="1560448"/>
                </a:lnTo>
                <a:lnTo>
                  <a:pt x="2561229" y="1568191"/>
                </a:lnTo>
                <a:lnTo>
                  <a:pt x="2554282" y="1567303"/>
                </a:lnTo>
                <a:close/>
              </a:path>
              <a:path w="5142230" h="2300604">
                <a:moveTo>
                  <a:pt x="2579785" y="2249113"/>
                </a:moveTo>
                <a:lnTo>
                  <a:pt x="2575367" y="2244383"/>
                </a:lnTo>
                <a:lnTo>
                  <a:pt x="2574111" y="2239813"/>
                </a:lnTo>
                <a:lnTo>
                  <a:pt x="2577321" y="2228587"/>
                </a:lnTo>
                <a:lnTo>
                  <a:pt x="2584397" y="2224726"/>
                </a:lnTo>
                <a:lnTo>
                  <a:pt x="2597813" y="2228629"/>
                </a:lnTo>
                <a:lnTo>
                  <a:pt x="2601680" y="2235700"/>
                </a:lnTo>
                <a:lnTo>
                  <a:pt x="2599751" y="2242433"/>
                </a:lnTo>
                <a:lnTo>
                  <a:pt x="2597777" y="2249116"/>
                </a:lnTo>
                <a:lnTo>
                  <a:pt x="2590799" y="2252986"/>
                </a:lnTo>
                <a:lnTo>
                  <a:pt x="2584067" y="2251058"/>
                </a:lnTo>
                <a:lnTo>
                  <a:pt x="2581777" y="2250366"/>
                </a:lnTo>
                <a:lnTo>
                  <a:pt x="2579785" y="2249113"/>
                </a:lnTo>
                <a:close/>
              </a:path>
              <a:path w="5142230" h="2300604">
                <a:moveTo>
                  <a:pt x="773880" y="729012"/>
                </a:moveTo>
                <a:lnTo>
                  <a:pt x="768723" y="723492"/>
                </a:lnTo>
                <a:lnTo>
                  <a:pt x="768304" y="716689"/>
                </a:lnTo>
                <a:lnTo>
                  <a:pt x="772015" y="711670"/>
                </a:lnTo>
                <a:lnTo>
                  <a:pt x="776218" y="706100"/>
                </a:lnTo>
                <a:lnTo>
                  <a:pt x="784233" y="705004"/>
                </a:lnTo>
                <a:lnTo>
                  <a:pt x="795367" y="713404"/>
                </a:lnTo>
                <a:lnTo>
                  <a:pt x="796517" y="721379"/>
                </a:lnTo>
                <a:lnTo>
                  <a:pt x="788064" y="732563"/>
                </a:lnTo>
                <a:lnTo>
                  <a:pt x="780093" y="733708"/>
                </a:lnTo>
                <a:lnTo>
                  <a:pt x="773880" y="729012"/>
                </a:lnTo>
                <a:close/>
              </a:path>
              <a:path w="5142230" h="2300604">
                <a:moveTo>
                  <a:pt x="719177" y="682867"/>
                </a:moveTo>
                <a:lnTo>
                  <a:pt x="714075" y="677406"/>
                </a:lnTo>
                <a:lnTo>
                  <a:pt x="714049" y="669852"/>
                </a:lnTo>
                <a:lnTo>
                  <a:pt x="723403" y="659826"/>
                </a:lnTo>
                <a:lnTo>
                  <a:pt x="731394" y="659584"/>
                </a:lnTo>
                <a:lnTo>
                  <a:pt x="741642" y="669186"/>
                </a:lnTo>
                <a:lnTo>
                  <a:pt x="741890" y="677173"/>
                </a:lnTo>
                <a:lnTo>
                  <a:pt x="732336" y="687375"/>
                </a:lnTo>
                <a:lnTo>
                  <a:pt x="724301" y="687668"/>
                </a:lnTo>
                <a:lnTo>
                  <a:pt x="719177" y="682867"/>
                </a:lnTo>
                <a:close/>
              </a:path>
              <a:path w="5142230" h="2300604">
                <a:moveTo>
                  <a:pt x="630266" y="579773"/>
                </a:moveTo>
                <a:lnTo>
                  <a:pt x="624688" y="573802"/>
                </a:lnTo>
                <a:lnTo>
                  <a:pt x="620634" y="568094"/>
                </a:lnTo>
                <a:lnTo>
                  <a:pt x="621990" y="560161"/>
                </a:lnTo>
                <a:lnTo>
                  <a:pt x="627700" y="556206"/>
                </a:lnTo>
                <a:lnTo>
                  <a:pt x="633453" y="552101"/>
                </a:lnTo>
                <a:lnTo>
                  <a:pt x="641336" y="553502"/>
                </a:lnTo>
                <a:lnTo>
                  <a:pt x="649404" y="564876"/>
                </a:lnTo>
                <a:lnTo>
                  <a:pt x="648048" y="572808"/>
                </a:lnTo>
                <a:lnTo>
                  <a:pt x="637115" y="580556"/>
                </a:lnTo>
                <a:lnTo>
                  <a:pt x="630266" y="579773"/>
                </a:lnTo>
                <a:close/>
              </a:path>
              <a:path w="5142230" h="2300604">
                <a:moveTo>
                  <a:pt x="591372" y="519860"/>
                </a:moveTo>
                <a:lnTo>
                  <a:pt x="586070" y="514184"/>
                </a:lnTo>
                <a:lnTo>
                  <a:pt x="582059" y="507348"/>
                </a:lnTo>
                <a:lnTo>
                  <a:pt x="584067" y="499528"/>
                </a:lnTo>
                <a:lnTo>
                  <a:pt x="596163" y="492438"/>
                </a:lnTo>
                <a:lnTo>
                  <a:pt x="603884" y="494448"/>
                </a:lnTo>
                <a:lnTo>
                  <a:pt x="607408" y="500469"/>
                </a:lnTo>
                <a:lnTo>
                  <a:pt x="611023" y="506488"/>
                </a:lnTo>
                <a:lnTo>
                  <a:pt x="609063" y="514263"/>
                </a:lnTo>
                <a:lnTo>
                  <a:pt x="597743" y="520912"/>
                </a:lnTo>
                <a:lnTo>
                  <a:pt x="591372" y="519860"/>
                </a:lnTo>
                <a:close/>
              </a:path>
              <a:path w="5142230" h="2300604">
                <a:moveTo>
                  <a:pt x="674128" y="636013"/>
                </a:moveTo>
                <a:lnTo>
                  <a:pt x="669163" y="630698"/>
                </a:lnTo>
                <a:lnTo>
                  <a:pt x="664571" y="625391"/>
                </a:lnTo>
                <a:lnTo>
                  <a:pt x="665132" y="617389"/>
                </a:lnTo>
                <a:lnTo>
                  <a:pt x="674978" y="608869"/>
                </a:lnTo>
                <a:lnTo>
                  <a:pt x="675736" y="608214"/>
                </a:lnTo>
                <a:lnTo>
                  <a:pt x="683788" y="608818"/>
                </a:lnTo>
                <a:lnTo>
                  <a:pt x="692910" y="619463"/>
                </a:lnTo>
                <a:lnTo>
                  <a:pt x="692309" y="627421"/>
                </a:lnTo>
                <a:lnTo>
                  <a:pt x="682457" y="635936"/>
                </a:lnTo>
                <a:lnTo>
                  <a:pt x="681851" y="636460"/>
                </a:lnTo>
                <a:lnTo>
                  <a:pt x="674128" y="636013"/>
                </a:lnTo>
                <a:close/>
              </a:path>
              <a:path w="5142230" h="2300604">
                <a:moveTo>
                  <a:pt x="557090" y="457259"/>
                </a:moveTo>
                <a:lnTo>
                  <a:pt x="552535" y="452383"/>
                </a:lnTo>
                <a:lnTo>
                  <a:pt x="551813" y="451414"/>
                </a:lnTo>
                <a:lnTo>
                  <a:pt x="551232" y="450304"/>
                </a:lnTo>
                <a:lnTo>
                  <a:pt x="548140" y="444061"/>
                </a:lnTo>
                <a:lnTo>
                  <a:pt x="550622" y="436455"/>
                </a:lnTo>
                <a:lnTo>
                  <a:pt x="556497" y="433458"/>
                </a:lnTo>
                <a:lnTo>
                  <a:pt x="563159" y="430131"/>
                </a:lnTo>
                <a:lnTo>
                  <a:pt x="570766" y="432604"/>
                </a:lnTo>
                <a:lnTo>
                  <a:pt x="576980" y="444926"/>
                </a:lnTo>
                <a:lnTo>
                  <a:pt x="577114" y="445069"/>
                </a:lnTo>
                <a:lnTo>
                  <a:pt x="574522" y="452753"/>
                </a:lnTo>
                <a:lnTo>
                  <a:pt x="563185" y="458505"/>
                </a:lnTo>
                <a:lnTo>
                  <a:pt x="557090" y="457259"/>
                </a:lnTo>
                <a:close/>
              </a:path>
              <a:path w="5142230" h="2300604">
                <a:moveTo>
                  <a:pt x="526659" y="392915"/>
                </a:moveTo>
                <a:lnTo>
                  <a:pt x="522149" y="388088"/>
                </a:lnTo>
                <a:lnTo>
                  <a:pt x="521342" y="386833"/>
                </a:lnTo>
                <a:lnTo>
                  <a:pt x="517969" y="379117"/>
                </a:lnTo>
                <a:lnTo>
                  <a:pt x="520817" y="371609"/>
                </a:lnTo>
                <a:lnTo>
                  <a:pt x="527243" y="368811"/>
                </a:lnTo>
                <a:lnTo>
                  <a:pt x="533619" y="365959"/>
                </a:lnTo>
                <a:lnTo>
                  <a:pt x="541119" y="368905"/>
                </a:lnTo>
                <a:lnTo>
                  <a:pt x="546774" y="381703"/>
                </a:lnTo>
                <a:lnTo>
                  <a:pt x="543876" y="389158"/>
                </a:lnTo>
                <a:lnTo>
                  <a:pt x="537500" y="392009"/>
                </a:lnTo>
                <a:lnTo>
                  <a:pt x="532422" y="394197"/>
                </a:lnTo>
                <a:lnTo>
                  <a:pt x="526659" y="392915"/>
                </a:lnTo>
                <a:close/>
              </a:path>
              <a:path w="5142230" h="2300604">
                <a:moveTo>
                  <a:pt x="892476" y="806507"/>
                </a:moveTo>
                <a:lnTo>
                  <a:pt x="887967" y="801680"/>
                </a:lnTo>
                <a:lnTo>
                  <a:pt x="887089" y="795560"/>
                </a:lnTo>
                <a:lnTo>
                  <a:pt x="889949" y="790606"/>
                </a:lnTo>
                <a:lnTo>
                  <a:pt x="893459" y="784588"/>
                </a:lnTo>
                <a:lnTo>
                  <a:pt x="901178" y="782490"/>
                </a:lnTo>
                <a:lnTo>
                  <a:pt x="913308" y="789512"/>
                </a:lnTo>
                <a:lnTo>
                  <a:pt x="915401" y="797227"/>
                </a:lnTo>
                <a:lnTo>
                  <a:pt x="911888" y="803339"/>
                </a:lnTo>
                <a:lnTo>
                  <a:pt x="908383" y="809362"/>
                </a:lnTo>
                <a:lnTo>
                  <a:pt x="900664" y="811459"/>
                </a:lnTo>
                <a:lnTo>
                  <a:pt x="894547" y="807942"/>
                </a:lnTo>
                <a:lnTo>
                  <a:pt x="893488" y="807297"/>
                </a:lnTo>
                <a:lnTo>
                  <a:pt x="892476" y="806507"/>
                </a:lnTo>
                <a:close/>
              </a:path>
              <a:path w="5142230" h="2300604">
                <a:moveTo>
                  <a:pt x="954945" y="840731"/>
                </a:moveTo>
                <a:lnTo>
                  <a:pt x="950390" y="835855"/>
                </a:lnTo>
                <a:lnTo>
                  <a:pt x="949406" y="830109"/>
                </a:lnTo>
                <a:lnTo>
                  <a:pt x="951979" y="825240"/>
                </a:lnTo>
                <a:lnTo>
                  <a:pt x="955171" y="818980"/>
                </a:lnTo>
                <a:lnTo>
                  <a:pt x="962855" y="816550"/>
                </a:lnTo>
                <a:lnTo>
                  <a:pt x="975287" y="823016"/>
                </a:lnTo>
                <a:lnTo>
                  <a:pt x="977671" y="830651"/>
                </a:lnTo>
                <a:lnTo>
                  <a:pt x="971253" y="843038"/>
                </a:lnTo>
                <a:lnTo>
                  <a:pt x="963756" y="845470"/>
                </a:lnTo>
                <a:lnTo>
                  <a:pt x="963615" y="845516"/>
                </a:lnTo>
                <a:lnTo>
                  <a:pt x="957399" y="842283"/>
                </a:lnTo>
                <a:lnTo>
                  <a:pt x="956048" y="841618"/>
                </a:lnTo>
                <a:lnTo>
                  <a:pt x="954945" y="840731"/>
                </a:lnTo>
                <a:close/>
              </a:path>
              <a:path w="5142230" h="2300604">
                <a:moveTo>
                  <a:pt x="499007" y="327344"/>
                </a:moveTo>
                <a:lnTo>
                  <a:pt x="494543" y="322565"/>
                </a:lnTo>
                <a:lnTo>
                  <a:pt x="493645" y="321213"/>
                </a:lnTo>
                <a:lnTo>
                  <a:pt x="493077" y="319725"/>
                </a:lnTo>
                <a:lnTo>
                  <a:pt x="490466" y="313216"/>
                </a:lnTo>
                <a:lnTo>
                  <a:pt x="493602" y="305821"/>
                </a:lnTo>
                <a:lnTo>
                  <a:pt x="506616" y="300594"/>
                </a:lnTo>
                <a:lnTo>
                  <a:pt x="513972" y="303776"/>
                </a:lnTo>
                <a:lnTo>
                  <a:pt x="516583" y="310285"/>
                </a:lnTo>
                <a:lnTo>
                  <a:pt x="519243" y="316749"/>
                </a:lnTo>
                <a:lnTo>
                  <a:pt x="516061" y="324095"/>
                </a:lnTo>
                <a:lnTo>
                  <a:pt x="509602" y="326760"/>
                </a:lnTo>
                <a:lnTo>
                  <a:pt x="504846" y="328609"/>
                </a:lnTo>
                <a:lnTo>
                  <a:pt x="504578" y="328713"/>
                </a:lnTo>
                <a:lnTo>
                  <a:pt x="499007" y="327344"/>
                </a:lnTo>
                <a:close/>
              </a:path>
              <a:path w="5142230" h="2300604">
                <a:moveTo>
                  <a:pt x="831852" y="769272"/>
                </a:moveTo>
                <a:lnTo>
                  <a:pt x="827251" y="764347"/>
                </a:lnTo>
                <a:lnTo>
                  <a:pt x="826572" y="757951"/>
                </a:lnTo>
                <a:lnTo>
                  <a:pt x="829763" y="752961"/>
                </a:lnTo>
                <a:lnTo>
                  <a:pt x="833598" y="747096"/>
                </a:lnTo>
                <a:lnTo>
                  <a:pt x="841445" y="745427"/>
                </a:lnTo>
                <a:lnTo>
                  <a:pt x="853224" y="753051"/>
                </a:lnTo>
                <a:lnTo>
                  <a:pt x="854839" y="760938"/>
                </a:lnTo>
                <a:lnTo>
                  <a:pt x="847169" y="772669"/>
                </a:lnTo>
                <a:lnTo>
                  <a:pt x="839376" y="774296"/>
                </a:lnTo>
                <a:lnTo>
                  <a:pt x="833511" y="770462"/>
                </a:lnTo>
                <a:lnTo>
                  <a:pt x="832628" y="769908"/>
                </a:lnTo>
                <a:lnTo>
                  <a:pt x="831852" y="769272"/>
                </a:lnTo>
                <a:close/>
              </a:path>
              <a:path w="5142230" h="2300604">
                <a:moveTo>
                  <a:pt x="473169" y="261173"/>
                </a:moveTo>
                <a:lnTo>
                  <a:pt x="468655" y="256341"/>
                </a:lnTo>
                <a:lnTo>
                  <a:pt x="467811" y="254948"/>
                </a:lnTo>
                <a:lnTo>
                  <a:pt x="467250" y="253371"/>
                </a:lnTo>
                <a:lnTo>
                  <a:pt x="464688" y="246816"/>
                </a:lnTo>
                <a:lnTo>
                  <a:pt x="468005" y="239517"/>
                </a:lnTo>
                <a:lnTo>
                  <a:pt x="474557" y="237049"/>
                </a:lnTo>
                <a:lnTo>
                  <a:pt x="481112" y="234487"/>
                </a:lnTo>
                <a:lnTo>
                  <a:pt x="488411" y="237804"/>
                </a:lnTo>
                <a:lnTo>
                  <a:pt x="490874" y="244351"/>
                </a:lnTo>
                <a:lnTo>
                  <a:pt x="493396" y="250862"/>
                </a:lnTo>
                <a:lnTo>
                  <a:pt x="490124" y="258210"/>
                </a:lnTo>
                <a:lnTo>
                  <a:pt x="483568" y="260673"/>
                </a:lnTo>
                <a:lnTo>
                  <a:pt x="478598" y="262585"/>
                </a:lnTo>
                <a:lnTo>
                  <a:pt x="473169" y="261173"/>
                </a:lnTo>
                <a:close/>
              </a:path>
              <a:path w="5142230" h="2300604">
                <a:moveTo>
                  <a:pt x="2790634" y="2174056"/>
                </a:moveTo>
                <a:lnTo>
                  <a:pt x="2786347" y="2169467"/>
                </a:lnTo>
                <a:lnTo>
                  <a:pt x="2785132" y="2164941"/>
                </a:lnTo>
                <a:lnTo>
                  <a:pt x="2786412" y="2160641"/>
                </a:lnTo>
                <a:lnTo>
                  <a:pt x="2788384" y="2154151"/>
                </a:lnTo>
                <a:lnTo>
                  <a:pt x="2795207" y="2150507"/>
                </a:lnTo>
                <a:lnTo>
                  <a:pt x="2808201" y="2154349"/>
                </a:lnTo>
                <a:lnTo>
                  <a:pt x="2811844" y="2161181"/>
                </a:lnTo>
                <a:lnTo>
                  <a:pt x="2808003" y="2174175"/>
                </a:lnTo>
                <a:lnTo>
                  <a:pt x="2801175" y="2177813"/>
                </a:lnTo>
                <a:lnTo>
                  <a:pt x="2792481" y="2175252"/>
                </a:lnTo>
                <a:lnTo>
                  <a:pt x="2790634" y="2174056"/>
                </a:lnTo>
                <a:close/>
              </a:path>
              <a:path w="5142230" h="2300604">
                <a:moveTo>
                  <a:pt x="1972510" y="1056841"/>
                </a:moveTo>
                <a:lnTo>
                  <a:pt x="1968233" y="1052263"/>
                </a:lnTo>
                <a:lnTo>
                  <a:pt x="1967015" y="1047831"/>
                </a:lnTo>
                <a:lnTo>
                  <a:pt x="1968200" y="1043528"/>
                </a:lnTo>
                <a:lnTo>
                  <a:pt x="1970074" y="1037029"/>
                </a:lnTo>
                <a:lnTo>
                  <a:pt x="1976904" y="1033296"/>
                </a:lnTo>
                <a:lnTo>
                  <a:pt x="1989901" y="1037043"/>
                </a:lnTo>
                <a:lnTo>
                  <a:pt x="1993633" y="1043775"/>
                </a:lnTo>
                <a:lnTo>
                  <a:pt x="1991759" y="1050273"/>
                </a:lnTo>
                <a:lnTo>
                  <a:pt x="1989936" y="1056825"/>
                </a:lnTo>
                <a:lnTo>
                  <a:pt x="1983105" y="1060558"/>
                </a:lnTo>
                <a:lnTo>
                  <a:pt x="1976607" y="1058685"/>
                </a:lnTo>
                <a:lnTo>
                  <a:pt x="1974408" y="1058091"/>
                </a:lnTo>
                <a:lnTo>
                  <a:pt x="1972510" y="1056841"/>
                </a:lnTo>
                <a:close/>
              </a:path>
              <a:path w="5142230" h="2300604">
                <a:moveTo>
                  <a:pt x="2769579" y="2241835"/>
                </a:moveTo>
                <a:lnTo>
                  <a:pt x="2765257" y="2237208"/>
                </a:lnTo>
                <a:lnTo>
                  <a:pt x="2764091" y="2232636"/>
                </a:lnTo>
                <a:lnTo>
                  <a:pt x="2765463" y="2228241"/>
                </a:lnTo>
                <a:lnTo>
                  <a:pt x="2767526" y="2221848"/>
                </a:lnTo>
                <a:lnTo>
                  <a:pt x="2774395" y="2218253"/>
                </a:lnTo>
                <a:lnTo>
                  <a:pt x="2787338" y="2222333"/>
                </a:lnTo>
                <a:lnTo>
                  <a:pt x="2790879" y="2229252"/>
                </a:lnTo>
                <a:lnTo>
                  <a:pt x="2788817" y="2235744"/>
                </a:lnTo>
                <a:lnTo>
                  <a:pt x="2786754" y="2242137"/>
                </a:lnTo>
                <a:lnTo>
                  <a:pt x="2779885" y="2245732"/>
                </a:lnTo>
                <a:lnTo>
                  <a:pt x="2773437" y="2243619"/>
                </a:lnTo>
                <a:lnTo>
                  <a:pt x="2771386" y="2242987"/>
                </a:lnTo>
                <a:lnTo>
                  <a:pt x="2769579" y="2241835"/>
                </a:lnTo>
                <a:close/>
              </a:path>
              <a:path w="5142230" h="2300604">
                <a:moveTo>
                  <a:pt x="2620878" y="1334503"/>
                </a:moveTo>
                <a:lnTo>
                  <a:pt x="2615858" y="1329129"/>
                </a:lnTo>
                <a:lnTo>
                  <a:pt x="2615437" y="1322521"/>
                </a:lnTo>
                <a:lnTo>
                  <a:pt x="2619183" y="1317733"/>
                </a:lnTo>
                <a:lnTo>
                  <a:pt x="2623289" y="1312354"/>
                </a:lnTo>
                <a:lnTo>
                  <a:pt x="2631014" y="1311338"/>
                </a:lnTo>
                <a:lnTo>
                  <a:pt x="2641733" y="1319587"/>
                </a:lnTo>
                <a:lnTo>
                  <a:pt x="2642745" y="1327316"/>
                </a:lnTo>
                <a:lnTo>
                  <a:pt x="2634455" y="1337992"/>
                </a:lnTo>
                <a:lnTo>
                  <a:pt x="2626771" y="1339052"/>
                </a:lnTo>
                <a:lnTo>
                  <a:pt x="2621436" y="1334905"/>
                </a:lnTo>
                <a:lnTo>
                  <a:pt x="2620878" y="1334503"/>
                </a:lnTo>
                <a:close/>
              </a:path>
              <a:path w="5142230" h="2300604">
                <a:moveTo>
                  <a:pt x="1835947" y="1017588"/>
                </a:moveTo>
                <a:lnTo>
                  <a:pt x="1831670" y="1013009"/>
                </a:lnTo>
                <a:lnTo>
                  <a:pt x="1830452" y="1008578"/>
                </a:lnTo>
                <a:lnTo>
                  <a:pt x="1831731" y="1004278"/>
                </a:lnTo>
                <a:lnTo>
                  <a:pt x="1833605" y="997779"/>
                </a:lnTo>
                <a:lnTo>
                  <a:pt x="1840436" y="994046"/>
                </a:lnTo>
                <a:lnTo>
                  <a:pt x="1846929" y="995915"/>
                </a:lnTo>
                <a:lnTo>
                  <a:pt x="1853383" y="997839"/>
                </a:lnTo>
                <a:lnTo>
                  <a:pt x="1857112" y="1004665"/>
                </a:lnTo>
                <a:lnTo>
                  <a:pt x="1855238" y="1011163"/>
                </a:lnTo>
                <a:lnTo>
                  <a:pt x="1853324" y="1017618"/>
                </a:lnTo>
                <a:lnTo>
                  <a:pt x="1846493" y="1021351"/>
                </a:lnTo>
                <a:lnTo>
                  <a:pt x="1839995" y="1019477"/>
                </a:lnTo>
                <a:lnTo>
                  <a:pt x="1837845" y="1018838"/>
                </a:lnTo>
                <a:lnTo>
                  <a:pt x="1835947" y="1017588"/>
                </a:lnTo>
                <a:close/>
              </a:path>
              <a:path w="5142230" h="2300604">
                <a:moveTo>
                  <a:pt x="2562614" y="1293247"/>
                </a:moveTo>
                <a:lnTo>
                  <a:pt x="2558196" y="1288517"/>
                </a:lnTo>
                <a:lnTo>
                  <a:pt x="2557559" y="1282263"/>
                </a:lnTo>
                <a:lnTo>
                  <a:pt x="2560695" y="1277508"/>
                </a:lnTo>
                <a:lnTo>
                  <a:pt x="2564384" y="1271779"/>
                </a:lnTo>
                <a:lnTo>
                  <a:pt x="2571985" y="1270239"/>
                </a:lnTo>
                <a:lnTo>
                  <a:pt x="2583352" y="1277618"/>
                </a:lnTo>
                <a:lnTo>
                  <a:pt x="2584931" y="1285173"/>
                </a:lnTo>
                <a:lnTo>
                  <a:pt x="2581197" y="1290853"/>
                </a:lnTo>
                <a:lnTo>
                  <a:pt x="2577557" y="1296536"/>
                </a:lnTo>
                <a:lnTo>
                  <a:pt x="2569907" y="1298121"/>
                </a:lnTo>
                <a:lnTo>
                  <a:pt x="2564273" y="1294436"/>
                </a:lnTo>
                <a:lnTo>
                  <a:pt x="2563390" y="1293882"/>
                </a:lnTo>
                <a:lnTo>
                  <a:pt x="2562614" y="1293247"/>
                </a:lnTo>
                <a:close/>
              </a:path>
              <a:path w="5142230" h="2300604">
                <a:moveTo>
                  <a:pt x="2851833" y="1897456"/>
                </a:moveTo>
                <a:lnTo>
                  <a:pt x="2847556" y="1892877"/>
                </a:lnTo>
                <a:lnTo>
                  <a:pt x="2846252" y="1889429"/>
                </a:lnTo>
                <a:lnTo>
                  <a:pt x="2846615" y="1885712"/>
                </a:lnTo>
                <a:lnTo>
                  <a:pt x="2847367" y="1878991"/>
                </a:lnTo>
                <a:lnTo>
                  <a:pt x="2853433" y="1874146"/>
                </a:lnTo>
                <a:lnTo>
                  <a:pt x="2866883" y="1875543"/>
                </a:lnTo>
                <a:lnTo>
                  <a:pt x="2871728" y="1881609"/>
                </a:lnTo>
                <a:lnTo>
                  <a:pt x="2870980" y="1888335"/>
                </a:lnTo>
                <a:lnTo>
                  <a:pt x="2870277" y="1895109"/>
                </a:lnTo>
                <a:lnTo>
                  <a:pt x="2864216" y="1899959"/>
                </a:lnTo>
                <a:lnTo>
                  <a:pt x="2857490" y="1899211"/>
                </a:lnTo>
                <a:lnTo>
                  <a:pt x="2854474" y="1898915"/>
                </a:lnTo>
                <a:lnTo>
                  <a:pt x="2851833" y="1897456"/>
                </a:lnTo>
                <a:close/>
              </a:path>
              <a:path w="5142230" h="2300604">
                <a:moveTo>
                  <a:pt x="1767959" y="997103"/>
                </a:moveTo>
                <a:lnTo>
                  <a:pt x="1763632" y="992471"/>
                </a:lnTo>
                <a:lnTo>
                  <a:pt x="1762462" y="987993"/>
                </a:lnTo>
                <a:lnTo>
                  <a:pt x="1763745" y="983599"/>
                </a:lnTo>
                <a:lnTo>
                  <a:pt x="1765758" y="977153"/>
                </a:lnTo>
                <a:lnTo>
                  <a:pt x="1772581" y="973509"/>
                </a:lnTo>
                <a:lnTo>
                  <a:pt x="1779081" y="975482"/>
                </a:lnTo>
                <a:lnTo>
                  <a:pt x="1785528" y="977495"/>
                </a:lnTo>
                <a:lnTo>
                  <a:pt x="1789166" y="984323"/>
                </a:lnTo>
                <a:lnTo>
                  <a:pt x="1787199" y="990818"/>
                </a:lnTo>
                <a:lnTo>
                  <a:pt x="1785185" y="997264"/>
                </a:lnTo>
                <a:lnTo>
                  <a:pt x="1778357" y="1000903"/>
                </a:lnTo>
                <a:lnTo>
                  <a:pt x="1771862" y="998935"/>
                </a:lnTo>
                <a:lnTo>
                  <a:pt x="1769761" y="998250"/>
                </a:lnTo>
                <a:lnTo>
                  <a:pt x="1767959" y="997103"/>
                </a:lnTo>
                <a:close/>
              </a:path>
              <a:path w="5142230" h="2300604">
                <a:moveTo>
                  <a:pt x="2742156" y="2300034"/>
                </a:moveTo>
                <a:lnTo>
                  <a:pt x="2743628" y="2295673"/>
                </a:lnTo>
                <a:lnTo>
                  <a:pt x="2745731" y="2289225"/>
                </a:lnTo>
                <a:lnTo>
                  <a:pt x="2752605" y="2285734"/>
                </a:lnTo>
                <a:lnTo>
                  <a:pt x="2765492" y="2289949"/>
                </a:lnTo>
                <a:lnTo>
                  <a:pt x="2768984" y="2296913"/>
                </a:lnTo>
                <a:lnTo>
                  <a:pt x="2767960" y="2300034"/>
                </a:lnTo>
                <a:lnTo>
                  <a:pt x="2742156" y="2300034"/>
                </a:lnTo>
                <a:close/>
              </a:path>
              <a:path w="5142230" h="2300604">
                <a:moveTo>
                  <a:pt x="1904253" y="1037338"/>
                </a:moveTo>
                <a:lnTo>
                  <a:pt x="1899926" y="1032706"/>
                </a:lnTo>
                <a:lnTo>
                  <a:pt x="1898659" y="1028320"/>
                </a:lnTo>
                <a:lnTo>
                  <a:pt x="1899933" y="1024015"/>
                </a:lnTo>
                <a:lnTo>
                  <a:pt x="1901807" y="1017517"/>
                </a:lnTo>
                <a:lnTo>
                  <a:pt x="1908597" y="1013740"/>
                </a:lnTo>
                <a:lnTo>
                  <a:pt x="1921589" y="1017482"/>
                </a:lnTo>
                <a:lnTo>
                  <a:pt x="1925375" y="1024272"/>
                </a:lnTo>
                <a:lnTo>
                  <a:pt x="1921628" y="1037269"/>
                </a:lnTo>
                <a:lnTo>
                  <a:pt x="1914843" y="1041050"/>
                </a:lnTo>
                <a:lnTo>
                  <a:pt x="1906101" y="1038534"/>
                </a:lnTo>
                <a:lnTo>
                  <a:pt x="1904253" y="1037338"/>
                </a:lnTo>
                <a:close/>
              </a:path>
              <a:path w="5142230" h="2300604">
                <a:moveTo>
                  <a:pt x="2841610" y="1967544"/>
                </a:moveTo>
                <a:lnTo>
                  <a:pt x="2837333" y="1962966"/>
                </a:lnTo>
                <a:lnTo>
                  <a:pt x="2836042" y="1959140"/>
                </a:lnTo>
                <a:lnTo>
                  <a:pt x="2837914" y="1948535"/>
                </a:lnTo>
                <a:lnTo>
                  <a:pt x="2844255" y="1944081"/>
                </a:lnTo>
                <a:lnTo>
                  <a:pt x="2850914" y="1945248"/>
                </a:lnTo>
                <a:lnTo>
                  <a:pt x="2857631" y="1946378"/>
                </a:lnTo>
                <a:lnTo>
                  <a:pt x="2862041" y="1952760"/>
                </a:lnTo>
                <a:lnTo>
                  <a:pt x="2859699" y="1966088"/>
                </a:lnTo>
                <a:lnTo>
                  <a:pt x="2853362" y="1970546"/>
                </a:lnTo>
                <a:lnTo>
                  <a:pt x="2843976" y="1968904"/>
                </a:lnTo>
                <a:lnTo>
                  <a:pt x="2841610" y="1967544"/>
                </a:lnTo>
                <a:close/>
              </a:path>
              <a:path w="5142230" h="2300604">
                <a:moveTo>
                  <a:pt x="2502103" y="1256719"/>
                </a:moveTo>
                <a:lnTo>
                  <a:pt x="2497689" y="1251994"/>
                </a:lnTo>
                <a:lnTo>
                  <a:pt x="2496847" y="1246206"/>
                </a:lnTo>
                <a:lnTo>
                  <a:pt x="2502825" y="1235499"/>
                </a:lnTo>
                <a:lnTo>
                  <a:pt x="2510307" y="1233441"/>
                </a:lnTo>
                <a:lnTo>
                  <a:pt x="2522126" y="1240032"/>
                </a:lnTo>
                <a:lnTo>
                  <a:pt x="2524230" y="1247563"/>
                </a:lnTo>
                <a:lnTo>
                  <a:pt x="2520867" y="1253444"/>
                </a:lnTo>
                <a:lnTo>
                  <a:pt x="2517593" y="1259324"/>
                </a:lnTo>
                <a:lnTo>
                  <a:pt x="2510111" y="1261382"/>
                </a:lnTo>
                <a:lnTo>
                  <a:pt x="2503073" y="1257465"/>
                </a:lnTo>
                <a:lnTo>
                  <a:pt x="2502103" y="1256719"/>
                </a:lnTo>
                <a:close/>
              </a:path>
              <a:path w="5142230" h="2300604">
                <a:moveTo>
                  <a:pt x="2309717" y="1166897"/>
                </a:moveTo>
                <a:lnTo>
                  <a:pt x="2305390" y="1162265"/>
                </a:lnTo>
                <a:lnTo>
                  <a:pt x="2304232" y="1157311"/>
                </a:lnTo>
                <a:lnTo>
                  <a:pt x="2305997" y="1152750"/>
                </a:lnTo>
                <a:lnTo>
                  <a:pt x="2308519" y="1146457"/>
                </a:lnTo>
                <a:lnTo>
                  <a:pt x="2315615" y="1143399"/>
                </a:lnTo>
                <a:lnTo>
                  <a:pt x="2328237" y="1148309"/>
                </a:lnTo>
                <a:lnTo>
                  <a:pt x="2331305" y="1155405"/>
                </a:lnTo>
                <a:lnTo>
                  <a:pt x="2326345" y="1167983"/>
                </a:lnTo>
                <a:lnTo>
                  <a:pt x="2319246" y="1171136"/>
                </a:lnTo>
                <a:lnTo>
                  <a:pt x="2312910" y="1168654"/>
                </a:lnTo>
                <a:lnTo>
                  <a:pt x="2311145" y="1167937"/>
                </a:lnTo>
                <a:lnTo>
                  <a:pt x="2309717" y="1166897"/>
                </a:lnTo>
                <a:close/>
              </a:path>
              <a:path w="5142230" h="2300604">
                <a:moveTo>
                  <a:pt x="854234" y="619341"/>
                </a:moveTo>
                <a:lnTo>
                  <a:pt x="848841" y="613568"/>
                </a:lnTo>
                <a:lnTo>
                  <a:pt x="848468" y="606913"/>
                </a:lnTo>
                <a:lnTo>
                  <a:pt x="856600" y="596850"/>
                </a:lnTo>
                <a:lnTo>
                  <a:pt x="864328" y="596032"/>
                </a:lnTo>
                <a:lnTo>
                  <a:pt x="874893" y="604507"/>
                </a:lnTo>
                <a:lnTo>
                  <a:pt x="875720" y="612235"/>
                </a:lnTo>
                <a:lnTo>
                  <a:pt x="867195" y="622756"/>
                </a:lnTo>
                <a:lnTo>
                  <a:pt x="859472" y="623579"/>
                </a:lnTo>
                <a:lnTo>
                  <a:pt x="854234" y="619341"/>
                </a:lnTo>
                <a:close/>
              </a:path>
              <a:path w="5142230" h="2300604">
                <a:moveTo>
                  <a:pt x="1162563" y="792615"/>
                </a:moveTo>
                <a:lnTo>
                  <a:pt x="1158232" y="787978"/>
                </a:lnTo>
                <a:lnTo>
                  <a:pt x="1157184" y="782848"/>
                </a:lnTo>
                <a:lnTo>
                  <a:pt x="1161754" y="772004"/>
                </a:lnTo>
                <a:lnTo>
                  <a:pt x="1168982" y="769087"/>
                </a:lnTo>
                <a:lnTo>
                  <a:pt x="1181407" y="774372"/>
                </a:lnTo>
                <a:lnTo>
                  <a:pt x="1184324" y="781600"/>
                </a:lnTo>
                <a:lnTo>
                  <a:pt x="1181657" y="787835"/>
                </a:lnTo>
                <a:lnTo>
                  <a:pt x="1179039" y="794025"/>
                </a:lnTo>
                <a:lnTo>
                  <a:pt x="1171811" y="796942"/>
                </a:lnTo>
                <a:lnTo>
                  <a:pt x="1165621" y="794324"/>
                </a:lnTo>
                <a:lnTo>
                  <a:pt x="1163995" y="793560"/>
                </a:lnTo>
                <a:lnTo>
                  <a:pt x="1162563" y="792615"/>
                </a:lnTo>
                <a:close/>
              </a:path>
              <a:path w="5142230" h="2300604">
                <a:moveTo>
                  <a:pt x="800140" y="571796"/>
                </a:moveTo>
                <a:lnTo>
                  <a:pt x="795271" y="566583"/>
                </a:lnTo>
                <a:lnTo>
                  <a:pt x="795242" y="559123"/>
                </a:lnTo>
                <a:lnTo>
                  <a:pt x="804490" y="549571"/>
                </a:lnTo>
                <a:lnTo>
                  <a:pt x="812239" y="549363"/>
                </a:lnTo>
                <a:lnTo>
                  <a:pt x="821969" y="558801"/>
                </a:lnTo>
                <a:lnTo>
                  <a:pt x="822182" y="566555"/>
                </a:lnTo>
                <a:lnTo>
                  <a:pt x="812739" y="576290"/>
                </a:lnTo>
                <a:lnTo>
                  <a:pt x="805038" y="576452"/>
                </a:lnTo>
                <a:lnTo>
                  <a:pt x="800140" y="571796"/>
                </a:lnTo>
                <a:close/>
              </a:path>
              <a:path w="5142230" h="2300604">
                <a:moveTo>
                  <a:pt x="2243285" y="1142018"/>
                </a:moveTo>
                <a:lnTo>
                  <a:pt x="2238963" y="1137391"/>
                </a:lnTo>
                <a:lnTo>
                  <a:pt x="2237806" y="1132536"/>
                </a:lnTo>
                <a:lnTo>
                  <a:pt x="2239416" y="1128101"/>
                </a:lnTo>
                <a:lnTo>
                  <a:pt x="2241668" y="1121715"/>
                </a:lnTo>
                <a:lnTo>
                  <a:pt x="2248720" y="1118414"/>
                </a:lnTo>
                <a:lnTo>
                  <a:pt x="2261454" y="1122955"/>
                </a:lnTo>
                <a:lnTo>
                  <a:pt x="2264750" y="1130002"/>
                </a:lnTo>
                <a:lnTo>
                  <a:pt x="2262461" y="1136349"/>
                </a:lnTo>
                <a:lnTo>
                  <a:pt x="2260214" y="1142741"/>
                </a:lnTo>
                <a:lnTo>
                  <a:pt x="2253157" y="1146036"/>
                </a:lnTo>
                <a:lnTo>
                  <a:pt x="2244907" y="1143069"/>
                </a:lnTo>
                <a:lnTo>
                  <a:pt x="2243285" y="1142018"/>
                </a:lnTo>
                <a:close/>
              </a:path>
              <a:path w="5142230" h="2300604">
                <a:moveTo>
                  <a:pt x="911287" y="661647"/>
                </a:moveTo>
                <a:lnTo>
                  <a:pt x="906171" y="656171"/>
                </a:lnTo>
                <a:lnTo>
                  <a:pt x="905548" y="649933"/>
                </a:lnTo>
                <a:lnTo>
                  <a:pt x="912653" y="639552"/>
                </a:lnTo>
                <a:lnTo>
                  <a:pt x="920255" y="638111"/>
                </a:lnTo>
                <a:lnTo>
                  <a:pt x="925882" y="641886"/>
                </a:lnTo>
                <a:lnTo>
                  <a:pt x="931468" y="645716"/>
                </a:lnTo>
                <a:lnTo>
                  <a:pt x="932909" y="653319"/>
                </a:lnTo>
                <a:lnTo>
                  <a:pt x="929079" y="658896"/>
                </a:lnTo>
                <a:lnTo>
                  <a:pt x="925304" y="664532"/>
                </a:lnTo>
                <a:lnTo>
                  <a:pt x="917702" y="665973"/>
                </a:lnTo>
                <a:lnTo>
                  <a:pt x="912071" y="662193"/>
                </a:lnTo>
                <a:lnTo>
                  <a:pt x="911287" y="661647"/>
                </a:lnTo>
                <a:close/>
              </a:path>
              <a:path w="5142230" h="2300604">
                <a:moveTo>
                  <a:pt x="970916" y="698990"/>
                </a:moveTo>
                <a:lnTo>
                  <a:pt x="966543" y="694309"/>
                </a:lnTo>
                <a:lnTo>
                  <a:pt x="965705" y="688426"/>
                </a:lnTo>
                <a:lnTo>
                  <a:pt x="968513" y="683612"/>
                </a:lnTo>
                <a:lnTo>
                  <a:pt x="971876" y="677731"/>
                </a:lnTo>
                <a:lnTo>
                  <a:pt x="979355" y="675766"/>
                </a:lnTo>
                <a:lnTo>
                  <a:pt x="985236" y="679130"/>
                </a:lnTo>
                <a:lnTo>
                  <a:pt x="991068" y="682538"/>
                </a:lnTo>
                <a:lnTo>
                  <a:pt x="993078" y="690066"/>
                </a:lnTo>
                <a:lnTo>
                  <a:pt x="989665" y="695893"/>
                </a:lnTo>
                <a:lnTo>
                  <a:pt x="986306" y="701779"/>
                </a:lnTo>
                <a:lnTo>
                  <a:pt x="978774" y="703784"/>
                </a:lnTo>
                <a:lnTo>
                  <a:pt x="971882" y="699731"/>
                </a:lnTo>
                <a:lnTo>
                  <a:pt x="970916" y="698990"/>
                </a:lnTo>
                <a:close/>
              </a:path>
              <a:path w="5142230" h="2300604">
                <a:moveTo>
                  <a:pt x="1228351" y="819639"/>
                </a:moveTo>
                <a:lnTo>
                  <a:pt x="1224019" y="815002"/>
                </a:lnTo>
                <a:lnTo>
                  <a:pt x="1222919" y="810012"/>
                </a:lnTo>
                <a:lnTo>
                  <a:pt x="1224675" y="805441"/>
                </a:lnTo>
                <a:lnTo>
                  <a:pt x="1227207" y="799158"/>
                </a:lnTo>
                <a:lnTo>
                  <a:pt x="1234293" y="796090"/>
                </a:lnTo>
                <a:lnTo>
                  <a:pt x="1246920" y="801005"/>
                </a:lnTo>
                <a:lnTo>
                  <a:pt x="1249985" y="808195"/>
                </a:lnTo>
                <a:lnTo>
                  <a:pt x="1247506" y="814437"/>
                </a:lnTo>
                <a:lnTo>
                  <a:pt x="1244974" y="820719"/>
                </a:lnTo>
                <a:lnTo>
                  <a:pt x="1237888" y="823788"/>
                </a:lnTo>
                <a:lnTo>
                  <a:pt x="1231597" y="821355"/>
                </a:lnTo>
                <a:lnTo>
                  <a:pt x="1229828" y="820633"/>
                </a:lnTo>
                <a:lnTo>
                  <a:pt x="1228351" y="819639"/>
                </a:lnTo>
                <a:close/>
              </a:path>
              <a:path w="5142230" h="2300604">
                <a:moveTo>
                  <a:pt x="1033538" y="732888"/>
                </a:moveTo>
                <a:lnTo>
                  <a:pt x="1029165" y="728207"/>
                </a:lnTo>
                <a:lnTo>
                  <a:pt x="1028256" y="722640"/>
                </a:lnTo>
                <a:lnTo>
                  <a:pt x="1033639" y="711884"/>
                </a:lnTo>
                <a:lnTo>
                  <a:pt x="1041044" y="709449"/>
                </a:lnTo>
                <a:lnTo>
                  <a:pt x="1053112" y="715525"/>
                </a:lnTo>
                <a:lnTo>
                  <a:pt x="1055551" y="722926"/>
                </a:lnTo>
                <a:lnTo>
                  <a:pt x="1049426" y="735039"/>
                </a:lnTo>
                <a:lnTo>
                  <a:pt x="1042074" y="737433"/>
                </a:lnTo>
                <a:lnTo>
                  <a:pt x="1034689" y="733730"/>
                </a:lnTo>
                <a:lnTo>
                  <a:pt x="1033538" y="732888"/>
                </a:lnTo>
                <a:close/>
              </a:path>
              <a:path w="5142230" h="2300604">
                <a:moveTo>
                  <a:pt x="1097595" y="763730"/>
                </a:moveTo>
                <a:lnTo>
                  <a:pt x="1093263" y="759093"/>
                </a:lnTo>
                <a:lnTo>
                  <a:pt x="1092217" y="753770"/>
                </a:lnTo>
                <a:lnTo>
                  <a:pt x="1094358" y="749122"/>
                </a:lnTo>
                <a:lnTo>
                  <a:pt x="1097215" y="742992"/>
                </a:lnTo>
                <a:lnTo>
                  <a:pt x="1104482" y="740312"/>
                </a:lnTo>
                <a:lnTo>
                  <a:pt x="1110617" y="743165"/>
                </a:lnTo>
                <a:lnTo>
                  <a:pt x="1116800" y="745972"/>
                </a:lnTo>
                <a:lnTo>
                  <a:pt x="1119475" y="753234"/>
                </a:lnTo>
                <a:lnTo>
                  <a:pt x="1113774" y="765508"/>
                </a:lnTo>
                <a:lnTo>
                  <a:pt x="1106553" y="768236"/>
                </a:lnTo>
                <a:lnTo>
                  <a:pt x="1100370" y="765429"/>
                </a:lnTo>
                <a:lnTo>
                  <a:pt x="1098883" y="764718"/>
                </a:lnTo>
                <a:lnTo>
                  <a:pt x="1097595" y="763730"/>
                </a:lnTo>
                <a:close/>
              </a:path>
              <a:path w="5142230" h="2300604">
                <a:moveTo>
                  <a:pt x="2439400" y="1223809"/>
                </a:moveTo>
                <a:lnTo>
                  <a:pt x="2435027" y="1219128"/>
                </a:lnTo>
                <a:lnTo>
                  <a:pt x="2434123" y="1213663"/>
                </a:lnTo>
                <a:lnTo>
                  <a:pt x="2439404" y="1202895"/>
                </a:lnTo>
                <a:lnTo>
                  <a:pt x="2446754" y="1200402"/>
                </a:lnTo>
                <a:lnTo>
                  <a:pt x="2458878" y="1206343"/>
                </a:lnTo>
                <a:lnTo>
                  <a:pt x="2461362" y="1213693"/>
                </a:lnTo>
                <a:lnTo>
                  <a:pt x="2455377" y="1225859"/>
                </a:lnTo>
                <a:lnTo>
                  <a:pt x="2448026" y="1228351"/>
                </a:lnTo>
                <a:lnTo>
                  <a:pt x="2441985" y="1225403"/>
                </a:lnTo>
                <a:lnTo>
                  <a:pt x="2440593" y="1224694"/>
                </a:lnTo>
                <a:lnTo>
                  <a:pt x="2439400" y="1223809"/>
                </a:lnTo>
                <a:close/>
              </a:path>
              <a:path w="5142230" h="2300604">
                <a:moveTo>
                  <a:pt x="1361644" y="868978"/>
                </a:moveTo>
                <a:lnTo>
                  <a:pt x="1357312" y="864341"/>
                </a:lnTo>
                <a:lnTo>
                  <a:pt x="1356108" y="859631"/>
                </a:lnTo>
                <a:lnTo>
                  <a:pt x="1357722" y="855201"/>
                </a:lnTo>
                <a:lnTo>
                  <a:pt x="1359924" y="848761"/>
                </a:lnTo>
                <a:lnTo>
                  <a:pt x="1366931" y="845412"/>
                </a:lnTo>
                <a:lnTo>
                  <a:pt x="1379668" y="849858"/>
                </a:lnTo>
                <a:lnTo>
                  <a:pt x="1383066" y="856819"/>
                </a:lnTo>
                <a:lnTo>
                  <a:pt x="1380864" y="863259"/>
                </a:lnTo>
                <a:lnTo>
                  <a:pt x="1378616" y="869650"/>
                </a:lnTo>
                <a:lnTo>
                  <a:pt x="1371610" y="873000"/>
                </a:lnTo>
                <a:lnTo>
                  <a:pt x="1363257" y="870119"/>
                </a:lnTo>
                <a:lnTo>
                  <a:pt x="1361644" y="868978"/>
                </a:lnTo>
                <a:close/>
              </a:path>
              <a:path w="5142230" h="2300604">
                <a:moveTo>
                  <a:pt x="2827447" y="2037032"/>
                </a:moveTo>
                <a:lnTo>
                  <a:pt x="2823166" y="2032448"/>
                </a:lnTo>
                <a:lnTo>
                  <a:pt x="2821938" y="2028299"/>
                </a:lnTo>
                <a:lnTo>
                  <a:pt x="2822834" y="2024175"/>
                </a:lnTo>
                <a:lnTo>
                  <a:pt x="2824328" y="2017565"/>
                </a:lnTo>
                <a:lnTo>
                  <a:pt x="2830894" y="2013450"/>
                </a:lnTo>
                <a:lnTo>
                  <a:pt x="2844105" y="2016449"/>
                </a:lnTo>
                <a:lnTo>
                  <a:pt x="2848220" y="2023005"/>
                </a:lnTo>
                <a:lnTo>
                  <a:pt x="2845226" y="2036221"/>
                </a:lnTo>
                <a:lnTo>
                  <a:pt x="2838660" y="2040336"/>
                </a:lnTo>
                <a:lnTo>
                  <a:pt x="2829623" y="2038286"/>
                </a:lnTo>
                <a:lnTo>
                  <a:pt x="2827447" y="2037032"/>
                </a:lnTo>
                <a:close/>
              </a:path>
              <a:path w="5142230" h="2300604">
                <a:moveTo>
                  <a:pt x="2810187" y="2105842"/>
                </a:moveTo>
                <a:lnTo>
                  <a:pt x="2805905" y="2101259"/>
                </a:lnTo>
                <a:lnTo>
                  <a:pt x="2804684" y="2096921"/>
                </a:lnTo>
                <a:lnTo>
                  <a:pt x="2807549" y="2086109"/>
                </a:lnTo>
                <a:lnTo>
                  <a:pt x="2813995" y="2082452"/>
                </a:lnTo>
                <a:lnTo>
                  <a:pt x="2814293" y="2082283"/>
                </a:lnTo>
                <a:lnTo>
                  <a:pt x="2820839" y="2084012"/>
                </a:lnTo>
                <a:lnTo>
                  <a:pt x="2827345" y="2085796"/>
                </a:lnTo>
                <a:lnTo>
                  <a:pt x="2831220" y="2092485"/>
                </a:lnTo>
                <a:lnTo>
                  <a:pt x="2829491" y="2099040"/>
                </a:lnTo>
                <a:lnTo>
                  <a:pt x="2827712" y="2105542"/>
                </a:lnTo>
                <a:lnTo>
                  <a:pt x="2821314" y="2109250"/>
                </a:lnTo>
                <a:lnTo>
                  <a:pt x="2821018" y="2109421"/>
                </a:lnTo>
                <a:lnTo>
                  <a:pt x="2812174" y="2107090"/>
                </a:lnTo>
                <a:lnTo>
                  <a:pt x="2810187" y="2105842"/>
                </a:lnTo>
                <a:close/>
              </a:path>
              <a:path w="5142230" h="2300604">
                <a:moveTo>
                  <a:pt x="633675" y="349222"/>
                </a:moveTo>
                <a:lnTo>
                  <a:pt x="628513" y="343696"/>
                </a:lnTo>
                <a:lnTo>
                  <a:pt x="628020" y="342777"/>
                </a:lnTo>
                <a:lnTo>
                  <a:pt x="624731" y="336911"/>
                </a:lnTo>
                <a:lnTo>
                  <a:pt x="626828" y="329381"/>
                </a:lnTo>
                <a:lnTo>
                  <a:pt x="632746" y="326136"/>
                </a:lnTo>
                <a:lnTo>
                  <a:pt x="638666" y="322797"/>
                </a:lnTo>
                <a:lnTo>
                  <a:pt x="646101" y="324891"/>
                </a:lnTo>
                <a:lnTo>
                  <a:pt x="649440" y="330812"/>
                </a:lnTo>
                <a:lnTo>
                  <a:pt x="652685" y="336729"/>
                </a:lnTo>
                <a:lnTo>
                  <a:pt x="650636" y="344213"/>
                </a:lnTo>
                <a:lnTo>
                  <a:pt x="644670" y="347503"/>
                </a:lnTo>
                <a:lnTo>
                  <a:pt x="639712" y="350309"/>
                </a:lnTo>
                <a:lnTo>
                  <a:pt x="633675" y="349222"/>
                </a:lnTo>
                <a:close/>
              </a:path>
              <a:path w="5142230" h="2300604">
                <a:moveTo>
                  <a:pt x="2040719" y="1076682"/>
                </a:moveTo>
                <a:lnTo>
                  <a:pt x="2036391" y="1072050"/>
                </a:lnTo>
                <a:lnTo>
                  <a:pt x="2035173" y="1067618"/>
                </a:lnTo>
                <a:lnTo>
                  <a:pt x="2038370" y="1056770"/>
                </a:lnTo>
                <a:lnTo>
                  <a:pt x="2045202" y="1053136"/>
                </a:lnTo>
                <a:lnTo>
                  <a:pt x="2051652" y="1055055"/>
                </a:lnTo>
                <a:lnTo>
                  <a:pt x="2058146" y="1056923"/>
                </a:lnTo>
                <a:lnTo>
                  <a:pt x="2061883" y="1063759"/>
                </a:lnTo>
                <a:lnTo>
                  <a:pt x="2059916" y="1070254"/>
                </a:lnTo>
                <a:lnTo>
                  <a:pt x="2058042" y="1076753"/>
                </a:lnTo>
                <a:lnTo>
                  <a:pt x="2051260" y="1080440"/>
                </a:lnTo>
                <a:lnTo>
                  <a:pt x="2042566" y="1077878"/>
                </a:lnTo>
                <a:lnTo>
                  <a:pt x="2040719" y="1076682"/>
                </a:lnTo>
                <a:close/>
              </a:path>
              <a:path w="5142230" h="2300604">
                <a:moveTo>
                  <a:pt x="1294757" y="844980"/>
                </a:moveTo>
                <a:lnTo>
                  <a:pt x="1290435" y="840353"/>
                </a:lnTo>
                <a:lnTo>
                  <a:pt x="1289278" y="835498"/>
                </a:lnTo>
                <a:lnTo>
                  <a:pt x="1293283" y="824635"/>
                </a:lnTo>
                <a:lnTo>
                  <a:pt x="1300332" y="821428"/>
                </a:lnTo>
                <a:lnTo>
                  <a:pt x="1306674" y="823721"/>
                </a:lnTo>
                <a:lnTo>
                  <a:pt x="1313013" y="826109"/>
                </a:lnTo>
                <a:lnTo>
                  <a:pt x="1316269" y="833112"/>
                </a:lnTo>
                <a:lnTo>
                  <a:pt x="1311585" y="845888"/>
                </a:lnTo>
                <a:lnTo>
                  <a:pt x="1304536" y="849095"/>
                </a:lnTo>
                <a:lnTo>
                  <a:pt x="1296330" y="846077"/>
                </a:lnTo>
                <a:lnTo>
                  <a:pt x="1294757" y="844980"/>
                </a:lnTo>
                <a:close/>
              </a:path>
              <a:path w="5142230" h="2300604">
                <a:moveTo>
                  <a:pt x="670161" y="410370"/>
                </a:moveTo>
                <a:lnTo>
                  <a:pt x="665138" y="404993"/>
                </a:lnTo>
                <a:lnTo>
                  <a:pt x="661053" y="398665"/>
                </a:lnTo>
                <a:lnTo>
                  <a:pt x="662732" y="391079"/>
                </a:lnTo>
                <a:lnTo>
                  <a:pt x="668473" y="387450"/>
                </a:lnTo>
                <a:lnTo>
                  <a:pt x="674165" y="383768"/>
                </a:lnTo>
                <a:lnTo>
                  <a:pt x="681756" y="385443"/>
                </a:lnTo>
                <a:lnTo>
                  <a:pt x="689013" y="396926"/>
                </a:lnTo>
                <a:lnTo>
                  <a:pt x="687297" y="404473"/>
                </a:lnTo>
                <a:lnTo>
                  <a:pt x="676577" y="411373"/>
                </a:lnTo>
                <a:lnTo>
                  <a:pt x="670161" y="410370"/>
                </a:lnTo>
                <a:close/>
              </a:path>
              <a:path w="5142230" h="2300604">
                <a:moveTo>
                  <a:pt x="600253" y="286271"/>
                </a:moveTo>
                <a:lnTo>
                  <a:pt x="595830" y="281537"/>
                </a:lnTo>
                <a:lnTo>
                  <a:pt x="595158" y="280621"/>
                </a:lnTo>
                <a:lnTo>
                  <a:pt x="591578" y="273465"/>
                </a:lnTo>
                <a:lnTo>
                  <a:pt x="594046" y="266137"/>
                </a:lnTo>
                <a:lnTo>
                  <a:pt x="599680" y="263273"/>
                </a:lnTo>
                <a:lnTo>
                  <a:pt x="606026" y="260097"/>
                </a:lnTo>
                <a:lnTo>
                  <a:pt x="613478" y="262503"/>
                </a:lnTo>
                <a:lnTo>
                  <a:pt x="619577" y="274602"/>
                </a:lnTo>
                <a:lnTo>
                  <a:pt x="617113" y="281935"/>
                </a:lnTo>
                <a:lnTo>
                  <a:pt x="611475" y="284795"/>
                </a:lnTo>
                <a:lnTo>
                  <a:pt x="606114" y="287462"/>
                </a:lnTo>
                <a:lnTo>
                  <a:pt x="600253" y="286271"/>
                </a:lnTo>
                <a:close/>
              </a:path>
              <a:path w="5142230" h="2300604">
                <a:moveTo>
                  <a:pt x="2176190" y="1118872"/>
                </a:moveTo>
                <a:lnTo>
                  <a:pt x="2171904" y="1114284"/>
                </a:lnTo>
                <a:lnTo>
                  <a:pt x="2170746" y="1109623"/>
                </a:lnTo>
                <a:lnTo>
                  <a:pt x="2172171" y="1105186"/>
                </a:lnTo>
                <a:lnTo>
                  <a:pt x="2174252" y="1099008"/>
                </a:lnTo>
                <a:lnTo>
                  <a:pt x="2174325" y="1098792"/>
                </a:lnTo>
                <a:lnTo>
                  <a:pt x="2181289" y="1095299"/>
                </a:lnTo>
                <a:lnTo>
                  <a:pt x="2187679" y="1097448"/>
                </a:lnTo>
                <a:lnTo>
                  <a:pt x="2194126" y="1099560"/>
                </a:lnTo>
                <a:lnTo>
                  <a:pt x="2197569" y="1106471"/>
                </a:lnTo>
                <a:lnTo>
                  <a:pt x="2195466" y="1112919"/>
                </a:lnTo>
                <a:lnTo>
                  <a:pt x="2193337" y="1119144"/>
                </a:lnTo>
                <a:lnTo>
                  <a:pt x="2193264" y="1119359"/>
                </a:lnTo>
                <a:lnTo>
                  <a:pt x="2186348" y="1122806"/>
                </a:lnTo>
                <a:lnTo>
                  <a:pt x="2179900" y="1120693"/>
                </a:lnTo>
                <a:lnTo>
                  <a:pt x="2177898" y="1120016"/>
                </a:lnTo>
                <a:lnTo>
                  <a:pt x="2176190" y="1118872"/>
                </a:lnTo>
                <a:close/>
              </a:path>
              <a:path w="5142230" h="2300604">
                <a:moveTo>
                  <a:pt x="710549" y="469146"/>
                </a:moveTo>
                <a:lnTo>
                  <a:pt x="705349" y="463580"/>
                </a:lnTo>
                <a:lnTo>
                  <a:pt x="701285" y="458154"/>
                </a:lnTo>
                <a:lnTo>
                  <a:pt x="702491" y="450453"/>
                </a:lnTo>
                <a:lnTo>
                  <a:pt x="707914" y="446483"/>
                </a:lnTo>
                <a:lnTo>
                  <a:pt x="713340" y="442419"/>
                </a:lnTo>
                <a:lnTo>
                  <a:pt x="720996" y="443576"/>
                </a:lnTo>
                <a:lnTo>
                  <a:pt x="729075" y="454473"/>
                </a:lnTo>
                <a:lnTo>
                  <a:pt x="727918" y="462129"/>
                </a:lnTo>
                <a:lnTo>
                  <a:pt x="722492" y="466193"/>
                </a:lnTo>
                <a:lnTo>
                  <a:pt x="717456" y="469893"/>
                </a:lnTo>
                <a:lnTo>
                  <a:pt x="710549" y="469146"/>
                </a:lnTo>
                <a:close/>
              </a:path>
              <a:path w="5142230" h="2300604">
                <a:moveTo>
                  <a:pt x="2108614" y="1097263"/>
                </a:moveTo>
                <a:lnTo>
                  <a:pt x="2104286" y="1092631"/>
                </a:lnTo>
                <a:lnTo>
                  <a:pt x="2103120" y="1088059"/>
                </a:lnTo>
                <a:lnTo>
                  <a:pt x="2104444" y="1083709"/>
                </a:lnTo>
                <a:lnTo>
                  <a:pt x="2106457" y="1077263"/>
                </a:lnTo>
                <a:lnTo>
                  <a:pt x="2113330" y="1073673"/>
                </a:lnTo>
                <a:lnTo>
                  <a:pt x="2119830" y="1075646"/>
                </a:lnTo>
                <a:lnTo>
                  <a:pt x="2126276" y="1077659"/>
                </a:lnTo>
                <a:lnTo>
                  <a:pt x="2129866" y="1084532"/>
                </a:lnTo>
                <a:lnTo>
                  <a:pt x="2127899" y="1091027"/>
                </a:lnTo>
                <a:lnTo>
                  <a:pt x="2125885" y="1097474"/>
                </a:lnTo>
                <a:lnTo>
                  <a:pt x="2119012" y="1101064"/>
                </a:lnTo>
                <a:lnTo>
                  <a:pt x="2112517" y="1099096"/>
                </a:lnTo>
                <a:lnTo>
                  <a:pt x="2110416" y="1098411"/>
                </a:lnTo>
                <a:lnTo>
                  <a:pt x="2108614" y="1097263"/>
                </a:lnTo>
                <a:close/>
              </a:path>
              <a:path w="5142230" h="2300604">
                <a:moveTo>
                  <a:pt x="755193" y="524756"/>
                </a:moveTo>
                <a:lnTo>
                  <a:pt x="750415" y="519641"/>
                </a:lnTo>
                <a:lnTo>
                  <a:pt x="745960" y="514580"/>
                </a:lnTo>
                <a:lnTo>
                  <a:pt x="746461" y="506807"/>
                </a:lnTo>
                <a:lnTo>
                  <a:pt x="751617" y="502356"/>
                </a:lnTo>
                <a:lnTo>
                  <a:pt x="756077" y="498431"/>
                </a:lnTo>
                <a:lnTo>
                  <a:pt x="756678" y="497902"/>
                </a:lnTo>
                <a:lnTo>
                  <a:pt x="764397" y="498443"/>
                </a:lnTo>
                <a:lnTo>
                  <a:pt x="773356" y="508619"/>
                </a:lnTo>
                <a:lnTo>
                  <a:pt x="772810" y="516343"/>
                </a:lnTo>
                <a:lnTo>
                  <a:pt x="763237" y="524765"/>
                </a:lnTo>
                <a:lnTo>
                  <a:pt x="762736" y="525206"/>
                </a:lnTo>
                <a:lnTo>
                  <a:pt x="755193" y="524756"/>
                </a:lnTo>
                <a:close/>
              </a:path>
              <a:path w="5142230" h="2300604">
                <a:moveTo>
                  <a:pt x="2855843" y="1756204"/>
                </a:moveTo>
                <a:lnTo>
                  <a:pt x="2851557" y="1751616"/>
                </a:lnTo>
                <a:lnTo>
                  <a:pt x="2850323" y="1749024"/>
                </a:lnTo>
                <a:lnTo>
                  <a:pt x="2849707" y="1739373"/>
                </a:lnTo>
                <a:lnTo>
                  <a:pt x="2854821" y="1733509"/>
                </a:lnTo>
                <a:lnTo>
                  <a:pt x="2861540" y="1733076"/>
                </a:lnTo>
                <a:lnTo>
                  <a:pt x="2868303" y="1732594"/>
                </a:lnTo>
                <a:lnTo>
                  <a:pt x="2874131" y="1737659"/>
                </a:lnTo>
                <a:lnTo>
                  <a:pt x="2875086" y="1751194"/>
                </a:lnTo>
                <a:lnTo>
                  <a:pt x="2870025" y="1757017"/>
                </a:lnTo>
                <a:lnTo>
                  <a:pt x="2863254" y="1757490"/>
                </a:lnTo>
                <a:lnTo>
                  <a:pt x="2859374" y="1757736"/>
                </a:lnTo>
                <a:lnTo>
                  <a:pt x="2855843" y="1756204"/>
                </a:lnTo>
                <a:close/>
              </a:path>
              <a:path w="5142230" h="2300604">
                <a:moveTo>
                  <a:pt x="2727878" y="1435262"/>
                </a:moveTo>
                <a:lnTo>
                  <a:pt x="2722998" y="1430038"/>
                </a:lnTo>
                <a:lnTo>
                  <a:pt x="2718597" y="1424936"/>
                </a:lnTo>
                <a:lnTo>
                  <a:pt x="2719143" y="1417212"/>
                </a:lnTo>
                <a:lnTo>
                  <a:pt x="2728648" y="1409010"/>
                </a:lnTo>
                <a:lnTo>
                  <a:pt x="2729406" y="1408356"/>
                </a:lnTo>
                <a:lnTo>
                  <a:pt x="2737175" y="1408951"/>
                </a:lnTo>
                <a:lnTo>
                  <a:pt x="2745979" y="1419254"/>
                </a:lnTo>
                <a:lnTo>
                  <a:pt x="2745391" y="1426934"/>
                </a:lnTo>
                <a:lnTo>
                  <a:pt x="2735878" y="1435126"/>
                </a:lnTo>
                <a:lnTo>
                  <a:pt x="2735271" y="1435649"/>
                </a:lnTo>
                <a:lnTo>
                  <a:pt x="2727878" y="1435262"/>
                </a:lnTo>
                <a:close/>
              </a:path>
              <a:path w="5142230" h="2300604">
                <a:moveTo>
                  <a:pt x="2674706" y="1380005"/>
                </a:moveTo>
                <a:lnTo>
                  <a:pt x="2669746" y="1374695"/>
                </a:lnTo>
                <a:lnTo>
                  <a:pt x="2669665" y="1367374"/>
                </a:lnTo>
                <a:lnTo>
                  <a:pt x="2674116" y="1362659"/>
                </a:lnTo>
                <a:lnTo>
                  <a:pt x="2678677" y="1357668"/>
                </a:lnTo>
                <a:lnTo>
                  <a:pt x="2686480" y="1357419"/>
                </a:lnTo>
                <a:lnTo>
                  <a:pt x="2696359" y="1366626"/>
                </a:lnTo>
                <a:lnTo>
                  <a:pt x="2696613" y="1374424"/>
                </a:lnTo>
                <a:lnTo>
                  <a:pt x="2687405" y="1384313"/>
                </a:lnTo>
                <a:lnTo>
                  <a:pt x="2679648" y="1384610"/>
                </a:lnTo>
                <a:lnTo>
                  <a:pt x="2674706" y="1380005"/>
                </a:lnTo>
                <a:close/>
              </a:path>
              <a:path w="5142230" h="2300604">
                <a:moveTo>
                  <a:pt x="2830526" y="1617868"/>
                </a:moveTo>
                <a:lnTo>
                  <a:pt x="2826195" y="1613231"/>
                </a:lnTo>
                <a:lnTo>
                  <a:pt x="2825262" y="1611646"/>
                </a:lnTo>
                <a:lnTo>
                  <a:pt x="2824708" y="1609880"/>
                </a:lnTo>
                <a:lnTo>
                  <a:pt x="2822614" y="1603436"/>
                </a:lnTo>
                <a:lnTo>
                  <a:pt x="2826148" y="1596564"/>
                </a:lnTo>
                <a:lnTo>
                  <a:pt x="2832597" y="1594475"/>
                </a:lnTo>
                <a:lnTo>
                  <a:pt x="2839087" y="1592430"/>
                </a:lnTo>
                <a:lnTo>
                  <a:pt x="2845949" y="1595963"/>
                </a:lnTo>
                <a:lnTo>
                  <a:pt x="2848043" y="1602408"/>
                </a:lnTo>
                <a:lnTo>
                  <a:pt x="2850088" y="1608898"/>
                </a:lnTo>
                <a:lnTo>
                  <a:pt x="2846555" y="1615770"/>
                </a:lnTo>
                <a:lnTo>
                  <a:pt x="2840060" y="1617810"/>
                </a:lnTo>
                <a:lnTo>
                  <a:pt x="2835434" y="1619309"/>
                </a:lnTo>
                <a:lnTo>
                  <a:pt x="2830526" y="1617868"/>
                </a:lnTo>
                <a:close/>
              </a:path>
              <a:path w="5142230" h="2300604">
                <a:moveTo>
                  <a:pt x="1496460" y="913790"/>
                </a:moveTo>
                <a:lnTo>
                  <a:pt x="1492133" y="909157"/>
                </a:lnTo>
                <a:lnTo>
                  <a:pt x="1490966" y="904586"/>
                </a:lnTo>
                <a:lnTo>
                  <a:pt x="1494405" y="893703"/>
                </a:lnTo>
                <a:lnTo>
                  <a:pt x="1501275" y="890207"/>
                </a:lnTo>
                <a:lnTo>
                  <a:pt x="1514214" y="894283"/>
                </a:lnTo>
                <a:lnTo>
                  <a:pt x="1517755" y="901201"/>
                </a:lnTo>
                <a:lnTo>
                  <a:pt x="1515691" y="907594"/>
                </a:lnTo>
                <a:lnTo>
                  <a:pt x="1513629" y="914086"/>
                </a:lnTo>
                <a:lnTo>
                  <a:pt x="1506761" y="917681"/>
                </a:lnTo>
                <a:lnTo>
                  <a:pt x="1500317" y="915573"/>
                </a:lnTo>
                <a:lnTo>
                  <a:pt x="1498257" y="914932"/>
                </a:lnTo>
                <a:lnTo>
                  <a:pt x="1496460" y="913790"/>
                </a:lnTo>
                <a:close/>
              </a:path>
              <a:path w="5142230" h="2300604">
                <a:moveTo>
                  <a:pt x="1632078" y="955843"/>
                </a:moveTo>
                <a:lnTo>
                  <a:pt x="1627792" y="951255"/>
                </a:lnTo>
                <a:lnTo>
                  <a:pt x="1626581" y="946733"/>
                </a:lnTo>
                <a:lnTo>
                  <a:pt x="1629877" y="935893"/>
                </a:lnTo>
                <a:lnTo>
                  <a:pt x="1636700" y="932249"/>
                </a:lnTo>
                <a:lnTo>
                  <a:pt x="1649695" y="936190"/>
                </a:lnTo>
                <a:lnTo>
                  <a:pt x="1653334" y="943017"/>
                </a:lnTo>
                <a:lnTo>
                  <a:pt x="1649398" y="956008"/>
                </a:lnTo>
                <a:lnTo>
                  <a:pt x="1642571" y="959646"/>
                </a:lnTo>
                <a:lnTo>
                  <a:pt x="1633926" y="957039"/>
                </a:lnTo>
                <a:lnTo>
                  <a:pt x="1632078" y="955843"/>
                </a:lnTo>
                <a:close/>
              </a:path>
              <a:path w="5142230" h="2300604">
                <a:moveTo>
                  <a:pt x="2375124" y="1194003"/>
                </a:moveTo>
                <a:lnTo>
                  <a:pt x="2370796" y="1189371"/>
                </a:lnTo>
                <a:lnTo>
                  <a:pt x="2369747" y="1184142"/>
                </a:lnTo>
                <a:lnTo>
                  <a:pt x="2371740" y="1179532"/>
                </a:lnTo>
                <a:lnTo>
                  <a:pt x="2374458" y="1173350"/>
                </a:lnTo>
                <a:lnTo>
                  <a:pt x="2381682" y="1170527"/>
                </a:lnTo>
                <a:lnTo>
                  <a:pt x="2387914" y="1173289"/>
                </a:lnTo>
                <a:lnTo>
                  <a:pt x="2394150" y="1175956"/>
                </a:lnTo>
                <a:lnTo>
                  <a:pt x="2396973" y="1183181"/>
                </a:lnTo>
                <a:lnTo>
                  <a:pt x="2394207" y="1189408"/>
                </a:lnTo>
                <a:lnTo>
                  <a:pt x="2391498" y="1195599"/>
                </a:lnTo>
                <a:lnTo>
                  <a:pt x="2384274" y="1198422"/>
                </a:lnTo>
                <a:lnTo>
                  <a:pt x="2378083" y="1195704"/>
                </a:lnTo>
                <a:lnTo>
                  <a:pt x="2376506" y="1194995"/>
                </a:lnTo>
                <a:lnTo>
                  <a:pt x="2375124" y="1194003"/>
                </a:lnTo>
                <a:close/>
              </a:path>
              <a:path w="5142230" h="2300604">
                <a:moveTo>
                  <a:pt x="1564238" y="935028"/>
                </a:moveTo>
                <a:lnTo>
                  <a:pt x="1559906" y="930391"/>
                </a:lnTo>
                <a:lnTo>
                  <a:pt x="1558696" y="925869"/>
                </a:lnTo>
                <a:lnTo>
                  <a:pt x="1560019" y="921519"/>
                </a:lnTo>
                <a:lnTo>
                  <a:pt x="1562033" y="915073"/>
                </a:lnTo>
                <a:lnTo>
                  <a:pt x="1568959" y="911442"/>
                </a:lnTo>
                <a:lnTo>
                  <a:pt x="1581852" y="915469"/>
                </a:lnTo>
                <a:lnTo>
                  <a:pt x="1585486" y="922291"/>
                </a:lnTo>
                <a:lnTo>
                  <a:pt x="1583473" y="928738"/>
                </a:lnTo>
                <a:lnTo>
                  <a:pt x="1581510" y="935238"/>
                </a:lnTo>
                <a:lnTo>
                  <a:pt x="1574588" y="938873"/>
                </a:lnTo>
                <a:lnTo>
                  <a:pt x="1568141" y="936860"/>
                </a:lnTo>
                <a:lnTo>
                  <a:pt x="1566040" y="936175"/>
                </a:lnTo>
                <a:lnTo>
                  <a:pt x="1564238" y="935028"/>
                </a:lnTo>
                <a:close/>
              </a:path>
              <a:path w="5142230" h="2300604">
                <a:moveTo>
                  <a:pt x="2770303" y="1491331"/>
                </a:moveTo>
                <a:lnTo>
                  <a:pt x="2765288" y="1485962"/>
                </a:lnTo>
                <a:lnTo>
                  <a:pt x="2764930" y="1485384"/>
                </a:lnTo>
                <a:lnTo>
                  <a:pt x="2761203" y="1479733"/>
                </a:lnTo>
                <a:lnTo>
                  <a:pt x="2762734" y="1472085"/>
                </a:lnTo>
                <a:lnTo>
                  <a:pt x="2774034" y="1464633"/>
                </a:lnTo>
                <a:lnTo>
                  <a:pt x="2781629" y="1466214"/>
                </a:lnTo>
                <a:lnTo>
                  <a:pt x="2789081" y="1477514"/>
                </a:lnTo>
                <a:lnTo>
                  <a:pt x="2787549" y="1485063"/>
                </a:lnTo>
                <a:lnTo>
                  <a:pt x="2781899" y="1488789"/>
                </a:lnTo>
                <a:lnTo>
                  <a:pt x="2776832" y="1492162"/>
                </a:lnTo>
                <a:lnTo>
                  <a:pt x="2770303" y="1491331"/>
                </a:lnTo>
                <a:close/>
              </a:path>
              <a:path w="5142230" h="2300604">
                <a:moveTo>
                  <a:pt x="2804758" y="1552455"/>
                </a:moveTo>
                <a:lnTo>
                  <a:pt x="2800385" y="1547774"/>
                </a:lnTo>
                <a:lnTo>
                  <a:pt x="2799707" y="1546755"/>
                </a:lnTo>
                <a:lnTo>
                  <a:pt x="2796228" y="1539513"/>
                </a:lnTo>
                <a:lnTo>
                  <a:pt x="2798791" y="1532188"/>
                </a:lnTo>
                <a:lnTo>
                  <a:pt x="2810979" y="1526272"/>
                </a:lnTo>
                <a:lnTo>
                  <a:pt x="2818300" y="1528929"/>
                </a:lnTo>
                <a:lnTo>
                  <a:pt x="2824166" y="1541073"/>
                </a:lnTo>
                <a:lnTo>
                  <a:pt x="2821603" y="1548397"/>
                </a:lnTo>
                <a:lnTo>
                  <a:pt x="2815507" y="1551353"/>
                </a:lnTo>
                <a:lnTo>
                  <a:pt x="2810516" y="1553732"/>
                </a:lnTo>
                <a:lnTo>
                  <a:pt x="2804758" y="1552455"/>
                </a:lnTo>
                <a:close/>
              </a:path>
              <a:path w="5142230" h="2300604">
                <a:moveTo>
                  <a:pt x="1428896" y="891803"/>
                </a:moveTo>
                <a:lnTo>
                  <a:pt x="1424614" y="887220"/>
                </a:lnTo>
                <a:lnTo>
                  <a:pt x="1423402" y="882599"/>
                </a:lnTo>
                <a:lnTo>
                  <a:pt x="1424828" y="878163"/>
                </a:lnTo>
                <a:lnTo>
                  <a:pt x="1426928" y="871907"/>
                </a:lnTo>
                <a:lnTo>
                  <a:pt x="1426977" y="871764"/>
                </a:lnTo>
                <a:lnTo>
                  <a:pt x="1433900" y="868227"/>
                </a:lnTo>
                <a:lnTo>
                  <a:pt x="1446783" y="872537"/>
                </a:lnTo>
                <a:lnTo>
                  <a:pt x="1450230" y="879452"/>
                </a:lnTo>
                <a:lnTo>
                  <a:pt x="1448122" y="885896"/>
                </a:lnTo>
                <a:lnTo>
                  <a:pt x="1446018" y="892146"/>
                </a:lnTo>
                <a:lnTo>
                  <a:pt x="1445969" y="892290"/>
                </a:lnTo>
                <a:lnTo>
                  <a:pt x="1439099" y="895786"/>
                </a:lnTo>
                <a:lnTo>
                  <a:pt x="1432656" y="893678"/>
                </a:lnTo>
                <a:lnTo>
                  <a:pt x="1430649" y="892996"/>
                </a:lnTo>
                <a:lnTo>
                  <a:pt x="1428896" y="891803"/>
                </a:lnTo>
                <a:close/>
              </a:path>
              <a:path w="5142230" h="2300604">
                <a:moveTo>
                  <a:pt x="1700019" y="976473"/>
                </a:moveTo>
                <a:lnTo>
                  <a:pt x="1695691" y="971841"/>
                </a:lnTo>
                <a:lnTo>
                  <a:pt x="1694522" y="967363"/>
                </a:lnTo>
                <a:lnTo>
                  <a:pt x="1697818" y="956523"/>
                </a:lnTo>
                <a:lnTo>
                  <a:pt x="1704641" y="952879"/>
                </a:lnTo>
                <a:lnTo>
                  <a:pt x="1717586" y="956766"/>
                </a:lnTo>
                <a:lnTo>
                  <a:pt x="1721275" y="963647"/>
                </a:lnTo>
                <a:lnTo>
                  <a:pt x="1719307" y="970142"/>
                </a:lnTo>
                <a:lnTo>
                  <a:pt x="1717293" y="976589"/>
                </a:lnTo>
                <a:lnTo>
                  <a:pt x="1710466" y="980228"/>
                </a:lnTo>
                <a:lnTo>
                  <a:pt x="1701866" y="977669"/>
                </a:lnTo>
                <a:lnTo>
                  <a:pt x="1700019" y="976473"/>
                </a:lnTo>
                <a:close/>
              </a:path>
              <a:path w="5142230" h="2300604">
                <a:moveTo>
                  <a:pt x="2847366" y="1686234"/>
                </a:moveTo>
                <a:lnTo>
                  <a:pt x="2843080" y="1681646"/>
                </a:lnTo>
                <a:lnTo>
                  <a:pt x="2841978" y="1679488"/>
                </a:lnTo>
                <a:lnTo>
                  <a:pt x="2841524" y="1677047"/>
                </a:lnTo>
                <a:lnTo>
                  <a:pt x="2840337" y="1670400"/>
                </a:lnTo>
                <a:lnTo>
                  <a:pt x="2844669" y="1664091"/>
                </a:lnTo>
                <a:lnTo>
                  <a:pt x="2857972" y="1661616"/>
                </a:lnTo>
                <a:lnTo>
                  <a:pt x="2864388" y="1666041"/>
                </a:lnTo>
                <a:lnTo>
                  <a:pt x="2865668" y="1672689"/>
                </a:lnTo>
                <a:lnTo>
                  <a:pt x="2866862" y="1679344"/>
                </a:lnTo>
                <a:lnTo>
                  <a:pt x="2862442" y="1685756"/>
                </a:lnTo>
                <a:lnTo>
                  <a:pt x="2855793" y="1686946"/>
                </a:lnTo>
                <a:lnTo>
                  <a:pt x="2851512" y="1687739"/>
                </a:lnTo>
                <a:lnTo>
                  <a:pt x="2847366" y="1686234"/>
                </a:lnTo>
                <a:close/>
              </a:path>
              <a:path w="5142230" h="2300604">
                <a:moveTo>
                  <a:pt x="2856931" y="1826867"/>
                </a:moveTo>
                <a:lnTo>
                  <a:pt x="2852649" y="1822283"/>
                </a:lnTo>
                <a:lnTo>
                  <a:pt x="2851382" y="1819167"/>
                </a:lnTo>
                <a:lnTo>
                  <a:pt x="2851499" y="1815871"/>
                </a:lnTo>
                <a:lnTo>
                  <a:pt x="2851681" y="1809126"/>
                </a:lnTo>
                <a:lnTo>
                  <a:pt x="2857287" y="1803788"/>
                </a:lnTo>
                <a:lnTo>
                  <a:pt x="2870876" y="1804161"/>
                </a:lnTo>
                <a:lnTo>
                  <a:pt x="2876155" y="1809813"/>
                </a:lnTo>
                <a:lnTo>
                  <a:pt x="2875795" y="1823307"/>
                </a:lnTo>
                <a:lnTo>
                  <a:pt x="2870131" y="1828680"/>
                </a:lnTo>
                <a:lnTo>
                  <a:pt x="2859995" y="1828387"/>
                </a:lnTo>
                <a:lnTo>
                  <a:pt x="2856931" y="1826867"/>
                </a:lnTo>
                <a:close/>
              </a:path>
              <a:path w="5142230" h="2300604">
                <a:moveTo>
                  <a:pt x="1571334" y="812425"/>
                </a:moveTo>
                <a:lnTo>
                  <a:pt x="1567193" y="807993"/>
                </a:lnTo>
                <a:lnTo>
                  <a:pt x="1566013" y="803699"/>
                </a:lnTo>
                <a:lnTo>
                  <a:pt x="1567196" y="799590"/>
                </a:lnTo>
                <a:lnTo>
                  <a:pt x="1568969" y="793277"/>
                </a:lnTo>
                <a:lnTo>
                  <a:pt x="1575513" y="789628"/>
                </a:lnTo>
                <a:lnTo>
                  <a:pt x="1588090" y="793219"/>
                </a:lnTo>
                <a:lnTo>
                  <a:pt x="1591739" y="799764"/>
                </a:lnTo>
                <a:lnTo>
                  <a:pt x="1589966" y="806077"/>
                </a:lnTo>
                <a:lnTo>
                  <a:pt x="1588148" y="812341"/>
                </a:lnTo>
                <a:lnTo>
                  <a:pt x="1581603" y="815990"/>
                </a:lnTo>
                <a:lnTo>
                  <a:pt x="1575339" y="814171"/>
                </a:lnTo>
                <a:lnTo>
                  <a:pt x="1573136" y="813572"/>
                </a:lnTo>
                <a:lnTo>
                  <a:pt x="1571334" y="812425"/>
                </a:lnTo>
                <a:close/>
              </a:path>
              <a:path w="5142230" h="2300604">
                <a:moveTo>
                  <a:pt x="3050528" y="1761981"/>
                </a:moveTo>
                <a:lnTo>
                  <a:pt x="3046383" y="1757544"/>
                </a:lnTo>
                <a:lnTo>
                  <a:pt x="3045119" y="1754432"/>
                </a:lnTo>
                <a:lnTo>
                  <a:pt x="3045326" y="1751134"/>
                </a:lnTo>
                <a:lnTo>
                  <a:pt x="3045686" y="1744580"/>
                </a:lnTo>
                <a:lnTo>
                  <a:pt x="3050896" y="1739893"/>
                </a:lnTo>
                <a:lnTo>
                  <a:pt x="3051243" y="1739581"/>
                </a:lnTo>
                <a:lnTo>
                  <a:pt x="3057747" y="1739896"/>
                </a:lnTo>
                <a:lnTo>
                  <a:pt x="3064297" y="1740261"/>
                </a:lnTo>
                <a:lnTo>
                  <a:pt x="3069296" y="1745808"/>
                </a:lnTo>
                <a:lnTo>
                  <a:pt x="3068936" y="1752363"/>
                </a:lnTo>
                <a:lnTo>
                  <a:pt x="3068616" y="1758862"/>
                </a:lnTo>
                <a:lnTo>
                  <a:pt x="3063019" y="1763917"/>
                </a:lnTo>
                <a:lnTo>
                  <a:pt x="3056515" y="1763601"/>
                </a:lnTo>
                <a:lnTo>
                  <a:pt x="3053307" y="1763393"/>
                </a:lnTo>
                <a:lnTo>
                  <a:pt x="3050528" y="1761981"/>
                </a:lnTo>
                <a:close/>
              </a:path>
              <a:path w="5142230" h="2300604">
                <a:moveTo>
                  <a:pt x="738191" y="316243"/>
                </a:moveTo>
                <a:lnTo>
                  <a:pt x="732888" y="310567"/>
                </a:lnTo>
                <a:lnTo>
                  <a:pt x="729245" y="305103"/>
                </a:lnTo>
                <a:lnTo>
                  <a:pt x="730680" y="297745"/>
                </a:lnTo>
                <a:lnTo>
                  <a:pt x="741549" y="290514"/>
                </a:lnTo>
                <a:lnTo>
                  <a:pt x="748912" y="291945"/>
                </a:lnTo>
                <a:lnTo>
                  <a:pt x="756187" y="302763"/>
                </a:lnTo>
                <a:lnTo>
                  <a:pt x="754761" y="310131"/>
                </a:lnTo>
                <a:lnTo>
                  <a:pt x="749298" y="313764"/>
                </a:lnTo>
                <a:lnTo>
                  <a:pt x="744422" y="317049"/>
                </a:lnTo>
                <a:lnTo>
                  <a:pt x="738191" y="316243"/>
                </a:lnTo>
                <a:close/>
              </a:path>
              <a:path w="5142230" h="2300604">
                <a:moveTo>
                  <a:pt x="1503193" y="792265"/>
                </a:moveTo>
                <a:lnTo>
                  <a:pt x="1499048" y="787828"/>
                </a:lnTo>
                <a:lnTo>
                  <a:pt x="1497871" y="783440"/>
                </a:lnTo>
                <a:lnTo>
                  <a:pt x="1501064" y="772978"/>
                </a:lnTo>
                <a:lnTo>
                  <a:pt x="1507651" y="769473"/>
                </a:lnTo>
                <a:lnTo>
                  <a:pt x="1520168" y="773293"/>
                </a:lnTo>
                <a:lnTo>
                  <a:pt x="1523674" y="779880"/>
                </a:lnTo>
                <a:lnTo>
                  <a:pt x="1519848" y="792402"/>
                </a:lnTo>
                <a:lnTo>
                  <a:pt x="1513261" y="795908"/>
                </a:lnTo>
                <a:lnTo>
                  <a:pt x="1507005" y="794000"/>
                </a:lnTo>
                <a:lnTo>
                  <a:pt x="1504995" y="793412"/>
                </a:lnTo>
                <a:lnTo>
                  <a:pt x="1503193" y="792265"/>
                </a:lnTo>
                <a:close/>
              </a:path>
              <a:path w="5142230" h="2300604">
                <a:moveTo>
                  <a:pt x="1435375" y="770790"/>
                </a:moveTo>
                <a:lnTo>
                  <a:pt x="1431230" y="766352"/>
                </a:lnTo>
                <a:lnTo>
                  <a:pt x="1430061" y="761875"/>
                </a:lnTo>
                <a:lnTo>
                  <a:pt x="1431480" y="757627"/>
                </a:lnTo>
                <a:lnTo>
                  <a:pt x="1433484" y="751464"/>
                </a:lnTo>
                <a:lnTo>
                  <a:pt x="1440162" y="748056"/>
                </a:lnTo>
                <a:lnTo>
                  <a:pt x="1446371" y="750108"/>
                </a:lnTo>
                <a:lnTo>
                  <a:pt x="1452624" y="752110"/>
                </a:lnTo>
                <a:lnTo>
                  <a:pt x="1456037" y="758793"/>
                </a:lnTo>
                <a:lnTo>
                  <a:pt x="1451927" y="771207"/>
                </a:lnTo>
                <a:lnTo>
                  <a:pt x="1445254" y="774619"/>
                </a:lnTo>
                <a:lnTo>
                  <a:pt x="1437083" y="771934"/>
                </a:lnTo>
                <a:lnTo>
                  <a:pt x="1435375" y="770790"/>
                </a:lnTo>
                <a:close/>
              </a:path>
              <a:path w="5142230" h="2300604">
                <a:moveTo>
                  <a:pt x="2525213" y="1089680"/>
                </a:moveTo>
                <a:lnTo>
                  <a:pt x="2521023" y="1085194"/>
                </a:lnTo>
                <a:lnTo>
                  <a:pt x="2519912" y="1080388"/>
                </a:lnTo>
                <a:lnTo>
                  <a:pt x="2521710" y="1075960"/>
                </a:lnTo>
                <a:lnTo>
                  <a:pt x="2524088" y="1069904"/>
                </a:lnTo>
                <a:lnTo>
                  <a:pt x="2530987" y="1066928"/>
                </a:lnTo>
                <a:lnTo>
                  <a:pt x="2543101" y="1071783"/>
                </a:lnTo>
                <a:lnTo>
                  <a:pt x="2546072" y="1078677"/>
                </a:lnTo>
                <a:lnTo>
                  <a:pt x="2543694" y="1084734"/>
                </a:lnTo>
                <a:lnTo>
                  <a:pt x="2541222" y="1090787"/>
                </a:lnTo>
                <a:lnTo>
                  <a:pt x="2534323" y="1093762"/>
                </a:lnTo>
                <a:lnTo>
                  <a:pt x="2528320" y="1091344"/>
                </a:lnTo>
                <a:lnTo>
                  <a:pt x="2526596" y="1090671"/>
                </a:lnTo>
                <a:lnTo>
                  <a:pt x="2525213" y="1089680"/>
                </a:lnTo>
                <a:close/>
              </a:path>
              <a:path w="5142230" h="2300604">
                <a:moveTo>
                  <a:pt x="2977733" y="1422389"/>
                </a:moveTo>
                <a:lnTo>
                  <a:pt x="2972804" y="1417113"/>
                </a:lnTo>
                <a:lnTo>
                  <a:pt x="2972404" y="1416391"/>
                </a:lnTo>
                <a:lnTo>
                  <a:pt x="2969055" y="1410753"/>
                </a:lnTo>
                <a:lnTo>
                  <a:pt x="2970860" y="1403497"/>
                </a:lnTo>
                <a:lnTo>
                  <a:pt x="2976497" y="1400149"/>
                </a:lnTo>
                <a:lnTo>
                  <a:pt x="2982089" y="1396751"/>
                </a:lnTo>
                <a:lnTo>
                  <a:pt x="2989341" y="1398551"/>
                </a:lnTo>
                <a:lnTo>
                  <a:pt x="2992690" y="1404188"/>
                </a:lnTo>
                <a:lnTo>
                  <a:pt x="2996092" y="1409785"/>
                </a:lnTo>
                <a:lnTo>
                  <a:pt x="2994234" y="1417082"/>
                </a:lnTo>
                <a:lnTo>
                  <a:pt x="2983779" y="1423387"/>
                </a:lnTo>
                <a:lnTo>
                  <a:pt x="2977733" y="1422389"/>
                </a:lnTo>
                <a:close/>
              </a:path>
              <a:path w="5142230" h="2300604">
                <a:moveTo>
                  <a:pt x="3032434" y="1902427"/>
                </a:moveTo>
                <a:lnTo>
                  <a:pt x="3028289" y="1897990"/>
                </a:lnTo>
                <a:lnTo>
                  <a:pt x="3027048" y="1894218"/>
                </a:lnTo>
                <a:lnTo>
                  <a:pt x="3027790" y="1890321"/>
                </a:lnTo>
                <a:lnTo>
                  <a:pt x="3029050" y="1883948"/>
                </a:lnTo>
                <a:lnTo>
                  <a:pt x="3035237" y="1879721"/>
                </a:lnTo>
                <a:lnTo>
                  <a:pt x="3048090" y="1882141"/>
                </a:lnTo>
                <a:lnTo>
                  <a:pt x="3052264" y="1888368"/>
                </a:lnTo>
                <a:lnTo>
                  <a:pt x="3049843" y="1901221"/>
                </a:lnTo>
                <a:lnTo>
                  <a:pt x="3043616" y="1905405"/>
                </a:lnTo>
                <a:lnTo>
                  <a:pt x="3037238" y="1904149"/>
                </a:lnTo>
                <a:lnTo>
                  <a:pt x="3034651" y="1903726"/>
                </a:lnTo>
                <a:lnTo>
                  <a:pt x="3032434" y="1902427"/>
                </a:lnTo>
                <a:close/>
              </a:path>
              <a:path w="5142230" h="2300604">
                <a:moveTo>
                  <a:pt x="3031908" y="1551736"/>
                </a:moveTo>
                <a:lnTo>
                  <a:pt x="3027762" y="1547299"/>
                </a:lnTo>
                <a:lnTo>
                  <a:pt x="3026783" y="1545566"/>
                </a:lnTo>
                <a:lnTo>
                  <a:pt x="3026231" y="1543607"/>
                </a:lnTo>
                <a:lnTo>
                  <a:pt x="3024561" y="1537323"/>
                </a:lnTo>
                <a:lnTo>
                  <a:pt x="3028370" y="1530844"/>
                </a:lnTo>
                <a:lnTo>
                  <a:pt x="3040947" y="1527495"/>
                </a:lnTo>
                <a:lnTo>
                  <a:pt x="3047476" y="1531258"/>
                </a:lnTo>
                <a:lnTo>
                  <a:pt x="3049101" y="1537592"/>
                </a:lnTo>
                <a:lnTo>
                  <a:pt x="3050771" y="1543876"/>
                </a:lnTo>
                <a:lnTo>
                  <a:pt x="3047057" y="1550359"/>
                </a:lnTo>
                <a:lnTo>
                  <a:pt x="3036339" y="1553157"/>
                </a:lnTo>
                <a:lnTo>
                  <a:pt x="3031908" y="1551736"/>
                </a:lnTo>
                <a:close/>
              </a:path>
              <a:path w="5142230" h="2300604">
                <a:moveTo>
                  <a:pt x="2458842" y="1064572"/>
                </a:moveTo>
                <a:lnTo>
                  <a:pt x="2454651" y="1060086"/>
                </a:lnTo>
                <a:lnTo>
                  <a:pt x="2453533" y="1055468"/>
                </a:lnTo>
                <a:lnTo>
                  <a:pt x="2455145" y="1051133"/>
                </a:lnTo>
                <a:lnTo>
                  <a:pt x="2457337" y="1044976"/>
                </a:lnTo>
                <a:lnTo>
                  <a:pt x="2464144" y="1041803"/>
                </a:lnTo>
                <a:lnTo>
                  <a:pt x="2470301" y="1043996"/>
                </a:lnTo>
                <a:lnTo>
                  <a:pt x="2476414" y="1046239"/>
                </a:lnTo>
                <a:lnTo>
                  <a:pt x="2479581" y="1053050"/>
                </a:lnTo>
                <a:lnTo>
                  <a:pt x="2477339" y="1059154"/>
                </a:lnTo>
                <a:lnTo>
                  <a:pt x="2475151" y="1065316"/>
                </a:lnTo>
                <a:lnTo>
                  <a:pt x="2468339" y="1068483"/>
                </a:lnTo>
                <a:lnTo>
                  <a:pt x="2462231" y="1066245"/>
                </a:lnTo>
                <a:lnTo>
                  <a:pt x="2460364" y="1065615"/>
                </a:lnTo>
                <a:lnTo>
                  <a:pt x="2458842" y="1064572"/>
                </a:lnTo>
                <a:close/>
              </a:path>
              <a:path w="5142230" h="2300604">
                <a:moveTo>
                  <a:pt x="2324266" y="1019627"/>
                </a:moveTo>
                <a:lnTo>
                  <a:pt x="2320116" y="1015185"/>
                </a:lnTo>
                <a:lnTo>
                  <a:pt x="2318948" y="1010806"/>
                </a:lnTo>
                <a:lnTo>
                  <a:pt x="2322231" y="1000343"/>
                </a:lnTo>
                <a:lnTo>
                  <a:pt x="2328819" y="996838"/>
                </a:lnTo>
                <a:lnTo>
                  <a:pt x="2341337" y="1000757"/>
                </a:lnTo>
                <a:lnTo>
                  <a:pt x="2344789" y="1007385"/>
                </a:lnTo>
                <a:lnTo>
                  <a:pt x="2342836" y="1013602"/>
                </a:lnTo>
                <a:lnTo>
                  <a:pt x="2340923" y="1019863"/>
                </a:lnTo>
                <a:lnTo>
                  <a:pt x="2334290" y="1023320"/>
                </a:lnTo>
                <a:lnTo>
                  <a:pt x="2325969" y="1020766"/>
                </a:lnTo>
                <a:lnTo>
                  <a:pt x="2324266" y="1019627"/>
                </a:lnTo>
                <a:close/>
              </a:path>
              <a:path w="5142230" h="2300604">
                <a:moveTo>
                  <a:pt x="1639756" y="831518"/>
                </a:moveTo>
                <a:lnTo>
                  <a:pt x="1635611" y="827081"/>
                </a:lnTo>
                <a:lnTo>
                  <a:pt x="1634432" y="822886"/>
                </a:lnTo>
                <a:lnTo>
                  <a:pt x="1635557" y="818813"/>
                </a:lnTo>
                <a:lnTo>
                  <a:pt x="1637236" y="812497"/>
                </a:lnTo>
                <a:lnTo>
                  <a:pt x="1643788" y="808759"/>
                </a:lnTo>
                <a:lnTo>
                  <a:pt x="1650056" y="810483"/>
                </a:lnTo>
                <a:lnTo>
                  <a:pt x="1656372" y="812161"/>
                </a:lnTo>
                <a:lnTo>
                  <a:pt x="1660110" y="818704"/>
                </a:lnTo>
                <a:lnTo>
                  <a:pt x="1656663" y="831338"/>
                </a:lnTo>
                <a:lnTo>
                  <a:pt x="1650518" y="834827"/>
                </a:lnTo>
                <a:lnTo>
                  <a:pt x="1650160" y="835031"/>
                </a:lnTo>
                <a:lnTo>
                  <a:pt x="1641649" y="832763"/>
                </a:lnTo>
                <a:lnTo>
                  <a:pt x="1639756" y="831518"/>
                </a:lnTo>
                <a:close/>
              </a:path>
              <a:path w="5142230" h="2300604">
                <a:moveTo>
                  <a:pt x="1107235" y="634468"/>
                </a:moveTo>
                <a:lnTo>
                  <a:pt x="1102999" y="629933"/>
                </a:lnTo>
                <a:lnTo>
                  <a:pt x="1102099" y="624473"/>
                </a:lnTo>
                <a:lnTo>
                  <a:pt x="1104568" y="619883"/>
                </a:lnTo>
                <a:lnTo>
                  <a:pt x="1107645" y="614087"/>
                </a:lnTo>
                <a:lnTo>
                  <a:pt x="1114848" y="611924"/>
                </a:lnTo>
                <a:lnTo>
                  <a:pt x="1120591" y="615042"/>
                </a:lnTo>
                <a:lnTo>
                  <a:pt x="1126346" y="618075"/>
                </a:lnTo>
                <a:lnTo>
                  <a:pt x="1128509" y="625278"/>
                </a:lnTo>
                <a:lnTo>
                  <a:pt x="1125476" y="631024"/>
                </a:lnTo>
                <a:lnTo>
                  <a:pt x="1122358" y="636776"/>
                </a:lnTo>
                <a:lnTo>
                  <a:pt x="1115201" y="638988"/>
                </a:lnTo>
                <a:lnTo>
                  <a:pt x="1109453" y="635865"/>
                </a:lnTo>
                <a:lnTo>
                  <a:pt x="1108247" y="635257"/>
                </a:lnTo>
                <a:lnTo>
                  <a:pt x="1107235" y="634468"/>
                </a:lnTo>
                <a:close/>
              </a:path>
              <a:path w="5142230" h="2300604">
                <a:moveTo>
                  <a:pt x="2391786" y="1041370"/>
                </a:moveTo>
                <a:lnTo>
                  <a:pt x="2387646" y="1036938"/>
                </a:lnTo>
                <a:lnTo>
                  <a:pt x="2386525" y="1032415"/>
                </a:lnTo>
                <a:lnTo>
                  <a:pt x="2387899" y="1028119"/>
                </a:lnTo>
                <a:lnTo>
                  <a:pt x="2389948" y="1022102"/>
                </a:lnTo>
                <a:lnTo>
                  <a:pt x="2389997" y="1021958"/>
                </a:lnTo>
                <a:lnTo>
                  <a:pt x="2396670" y="1018546"/>
                </a:lnTo>
                <a:lnTo>
                  <a:pt x="2409090" y="1022750"/>
                </a:lnTo>
                <a:lnTo>
                  <a:pt x="2412452" y="1029379"/>
                </a:lnTo>
                <a:lnTo>
                  <a:pt x="2408390" y="1041648"/>
                </a:lnTo>
                <a:lnTo>
                  <a:pt x="2408343" y="1041792"/>
                </a:lnTo>
                <a:lnTo>
                  <a:pt x="2401623" y="1045156"/>
                </a:lnTo>
                <a:lnTo>
                  <a:pt x="2393449" y="1042466"/>
                </a:lnTo>
                <a:lnTo>
                  <a:pt x="2391786" y="1041370"/>
                </a:lnTo>
                <a:close/>
              </a:path>
              <a:path w="5142230" h="2300604">
                <a:moveTo>
                  <a:pt x="1301371" y="722937"/>
                </a:moveTo>
                <a:lnTo>
                  <a:pt x="1297226" y="718500"/>
                </a:lnTo>
                <a:lnTo>
                  <a:pt x="1296115" y="713694"/>
                </a:lnTo>
                <a:lnTo>
                  <a:pt x="1300201" y="703211"/>
                </a:lnTo>
                <a:lnTo>
                  <a:pt x="1307055" y="700187"/>
                </a:lnTo>
                <a:lnTo>
                  <a:pt x="1319213" y="704991"/>
                </a:lnTo>
                <a:lnTo>
                  <a:pt x="1322233" y="711840"/>
                </a:lnTo>
                <a:lnTo>
                  <a:pt x="1319860" y="717901"/>
                </a:lnTo>
                <a:lnTo>
                  <a:pt x="1317527" y="724006"/>
                </a:lnTo>
                <a:lnTo>
                  <a:pt x="1310628" y="726982"/>
                </a:lnTo>
                <a:lnTo>
                  <a:pt x="1302799" y="723977"/>
                </a:lnTo>
                <a:lnTo>
                  <a:pt x="1301371" y="722937"/>
                </a:lnTo>
                <a:close/>
              </a:path>
              <a:path w="5142230" h="2300604">
                <a:moveTo>
                  <a:pt x="1045408" y="599269"/>
                </a:moveTo>
                <a:lnTo>
                  <a:pt x="1041126" y="594686"/>
                </a:lnTo>
                <a:lnTo>
                  <a:pt x="1040330" y="588946"/>
                </a:lnTo>
                <a:lnTo>
                  <a:pt x="1046534" y="578677"/>
                </a:lnTo>
                <a:lnTo>
                  <a:pt x="1053818" y="576895"/>
                </a:lnTo>
                <a:lnTo>
                  <a:pt x="1059367" y="580294"/>
                </a:lnTo>
                <a:lnTo>
                  <a:pt x="1064965" y="583647"/>
                </a:lnTo>
                <a:lnTo>
                  <a:pt x="1066807" y="590799"/>
                </a:lnTo>
                <a:lnTo>
                  <a:pt x="1060040" y="602128"/>
                </a:lnTo>
                <a:lnTo>
                  <a:pt x="1052757" y="603910"/>
                </a:lnTo>
                <a:lnTo>
                  <a:pt x="1047158" y="600556"/>
                </a:lnTo>
                <a:lnTo>
                  <a:pt x="1046235" y="599958"/>
                </a:lnTo>
                <a:lnTo>
                  <a:pt x="1045408" y="599269"/>
                </a:lnTo>
                <a:close/>
              </a:path>
              <a:path w="5142230" h="2300604">
                <a:moveTo>
                  <a:pt x="827245" y="427506"/>
                </a:moveTo>
                <a:lnTo>
                  <a:pt x="818317" y="417949"/>
                </a:lnTo>
                <a:lnTo>
                  <a:pt x="818522" y="410545"/>
                </a:lnTo>
                <a:lnTo>
                  <a:pt x="828033" y="401568"/>
                </a:lnTo>
                <a:lnTo>
                  <a:pt x="835622" y="401774"/>
                </a:lnTo>
                <a:lnTo>
                  <a:pt x="844464" y="411239"/>
                </a:lnTo>
                <a:lnTo>
                  <a:pt x="844251" y="418733"/>
                </a:lnTo>
                <a:lnTo>
                  <a:pt x="834744" y="427714"/>
                </a:lnTo>
                <a:lnTo>
                  <a:pt x="827245" y="427506"/>
                </a:lnTo>
                <a:close/>
              </a:path>
              <a:path w="5142230" h="2300604">
                <a:moveTo>
                  <a:pt x="3009386" y="1485108"/>
                </a:moveTo>
                <a:lnTo>
                  <a:pt x="3005154" y="1480578"/>
                </a:lnTo>
                <a:lnTo>
                  <a:pt x="3004438" y="1479420"/>
                </a:lnTo>
                <a:lnTo>
                  <a:pt x="3003864" y="1478121"/>
                </a:lnTo>
                <a:lnTo>
                  <a:pt x="3001331" y="1472087"/>
                </a:lnTo>
                <a:lnTo>
                  <a:pt x="3004123" y="1465105"/>
                </a:lnTo>
                <a:lnTo>
                  <a:pt x="3016143" y="1460085"/>
                </a:lnTo>
                <a:lnTo>
                  <a:pt x="3023125" y="1462867"/>
                </a:lnTo>
                <a:lnTo>
                  <a:pt x="3028195" y="1474942"/>
                </a:lnTo>
                <a:lnTo>
                  <a:pt x="3025363" y="1481879"/>
                </a:lnTo>
                <a:lnTo>
                  <a:pt x="3019377" y="1484367"/>
                </a:lnTo>
                <a:lnTo>
                  <a:pt x="3014677" y="1486374"/>
                </a:lnTo>
                <a:lnTo>
                  <a:pt x="3009386" y="1485108"/>
                </a:lnTo>
                <a:close/>
              </a:path>
              <a:path w="5142230" h="2300604">
                <a:moveTo>
                  <a:pt x="780306" y="373643"/>
                </a:moveTo>
                <a:lnTo>
                  <a:pt x="775528" y="368528"/>
                </a:lnTo>
                <a:lnTo>
                  <a:pt x="771495" y="363429"/>
                </a:lnTo>
                <a:lnTo>
                  <a:pt x="772274" y="355954"/>
                </a:lnTo>
                <a:lnTo>
                  <a:pt x="777368" y="351926"/>
                </a:lnTo>
                <a:lnTo>
                  <a:pt x="782465" y="347803"/>
                </a:lnTo>
                <a:lnTo>
                  <a:pt x="789896" y="348623"/>
                </a:lnTo>
                <a:lnTo>
                  <a:pt x="794019" y="353720"/>
                </a:lnTo>
                <a:lnTo>
                  <a:pt x="798047" y="358814"/>
                </a:lnTo>
                <a:lnTo>
                  <a:pt x="797273" y="366294"/>
                </a:lnTo>
                <a:lnTo>
                  <a:pt x="792130" y="370368"/>
                </a:lnTo>
                <a:lnTo>
                  <a:pt x="788477" y="373299"/>
                </a:lnTo>
                <a:lnTo>
                  <a:pt x="787277" y="374263"/>
                </a:lnTo>
                <a:lnTo>
                  <a:pt x="780306" y="373643"/>
                </a:lnTo>
                <a:close/>
              </a:path>
              <a:path w="5142230" h="2300604">
                <a:moveTo>
                  <a:pt x="928466" y="518951"/>
                </a:moveTo>
                <a:lnTo>
                  <a:pt x="923728" y="513880"/>
                </a:lnTo>
                <a:lnTo>
                  <a:pt x="923335" y="507398"/>
                </a:lnTo>
                <a:lnTo>
                  <a:pt x="926989" y="502707"/>
                </a:lnTo>
                <a:lnTo>
                  <a:pt x="931035" y="497558"/>
                </a:lnTo>
                <a:lnTo>
                  <a:pt x="938430" y="496676"/>
                </a:lnTo>
                <a:lnTo>
                  <a:pt x="948729" y="504769"/>
                </a:lnTo>
                <a:lnTo>
                  <a:pt x="949652" y="512208"/>
                </a:lnTo>
                <a:lnTo>
                  <a:pt x="945610" y="517362"/>
                </a:lnTo>
                <a:lnTo>
                  <a:pt x="941513" y="522459"/>
                </a:lnTo>
                <a:lnTo>
                  <a:pt x="934123" y="523345"/>
                </a:lnTo>
                <a:lnTo>
                  <a:pt x="928973" y="519298"/>
                </a:lnTo>
                <a:lnTo>
                  <a:pt x="928466" y="518951"/>
                </a:lnTo>
                <a:close/>
              </a:path>
              <a:path w="5142230" h="2300604">
                <a:moveTo>
                  <a:pt x="2256374" y="998951"/>
                </a:moveTo>
                <a:lnTo>
                  <a:pt x="2252229" y="994514"/>
                </a:lnTo>
                <a:lnTo>
                  <a:pt x="2251003" y="990171"/>
                </a:lnTo>
                <a:lnTo>
                  <a:pt x="2254148" y="979755"/>
                </a:lnTo>
                <a:lnTo>
                  <a:pt x="2260738" y="976156"/>
                </a:lnTo>
                <a:lnTo>
                  <a:pt x="2266995" y="978064"/>
                </a:lnTo>
                <a:lnTo>
                  <a:pt x="2273263" y="979887"/>
                </a:lnTo>
                <a:lnTo>
                  <a:pt x="2276814" y="986523"/>
                </a:lnTo>
                <a:lnTo>
                  <a:pt x="2274946" y="992733"/>
                </a:lnTo>
                <a:lnTo>
                  <a:pt x="2273079" y="999043"/>
                </a:lnTo>
                <a:lnTo>
                  <a:pt x="2266496" y="1002553"/>
                </a:lnTo>
                <a:lnTo>
                  <a:pt x="2260232" y="1000735"/>
                </a:lnTo>
                <a:lnTo>
                  <a:pt x="2258176" y="1000098"/>
                </a:lnTo>
                <a:lnTo>
                  <a:pt x="2256374" y="998951"/>
                </a:lnTo>
                <a:close/>
              </a:path>
              <a:path w="5142230" h="2300604">
                <a:moveTo>
                  <a:pt x="986084" y="561276"/>
                </a:moveTo>
                <a:lnTo>
                  <a:pt x="981151" y="555995"/>
                </a:lnTo>
                <a:lnTo>
                  <a:pt x="980567" y="549994"/>
                </a:lnTo>
                <a:lnTo>
                  <a:pt x="983794" y="545336"/>
                </a:lnTo>
                <a:lnTo>
                  <a:pt x="987473" y="539890"/>
                </a:lnTo>
                <a:lnTo>
                  <a:pt x="994835" y="538583"/>
                </a:lnTo>
                <a:lnTo>
                  <a:pt x="1000231" y="542208"/>
                </a:lnTo>
                <a:lnTo>
                  <a:pt x="1005632" y="545937"/>
                </a:lnTo>
                <a:lnTo>
                  <a:pt x="1006985" y="553348"/>
                </a:lnTo>
                <a:lnTo>
                  <a:pt x="999580" y="564091"/>
                </a:lnTo>
                <a:lnTo>
                  <a:pt x="992268" y="565452"/>
                </a:lnTo>
                <a:lnTo>
                  <a:pt x="986084" y="561276"/>
                </a:lnTo>
                <a:close/>
              </a:path>
              <a:path w="5142230" h="2300604">
                <a:moveTo>
                  <a:pt x="874129" y="473003"/>
                </a:moveTo>
                <a:lnTo>
                  <a:pt x="869254" y="467784"/>
                </a:lnTo>
                <a:lnTo>
                  <a:pt x="869117" y="460893"/>
                </a:lnTo>
                <a:lnTo>
                  <a:pt x="873332" y="456315"/>
                </a:lnTo>
                <a:lnTo>
                  <a:pt x="877698" y="451507"/>
                </a:lnTo>
                <a:lnTo>
                  <a:pt x="885166" y="451095"/>
                </a:lnTo>
                <a:lnTo>
                  <a:pt x="894833" y="459880"/>
                </a:lnTo>
                <a:lnTo>
                  <a:pt x="895186" y="467393"/>
                </a:lnTo>
                <a:lnTo>
                  <a:pt x="886411" y="477060"/>
                </a:lnTo>
                <a:lnTo>
                  <a:pt x="878983" y="477417"/>
                </a:lnTo>
                <a:lnTo>
                  <a:pt x="874129" y="473003"/>
                </a:lnTo>
                <a:close/>
              </a:path>
              <a:path w="5142230" h="2300604">
                <a:moveTo>
                  <a:pt x="1368081" y="747821"/>
                </a:moveTo>
                <a:lnTo>
                  <a:pt x="1363890" y="743335"/>
                </a:lnTo>
                <a:lnTo>
                  <a:pt x="1362773" y="738718"/>
                </a:lnTo>
                <a:lnTo>
                  <a:pt x="1364335" y="734428"/>
                </a:lnTo>
                <a:lnTo>
                  <a:pt x="1366528" y="728271"/>
                </a:lnTo>
                <a:lnTo>
                  <a:pt x="1373294" y="725055"/>
                </a:lnTo>
                <a:lnTo>
                  <a:pt x="1385608" y="729439"/>
                </a:lnTo>
                <a:lnTo>
                  <a:pt x="1388778" y="736157"/>
                </a:lnTo>
                <a:lnTo>
                  <a:pt x="1386631" y="742363"/>
                </a:lnTo>
                <a:lnTo>
                  <a:pt x="1384439" y="748520"/>
                </a:lnTo>
                <a:lnTo>
                  <a:pt x="1377668" y="751731"/>
                </a:lnTo>
                <a:lnTo>
                  <a:pt x="1371516" y="749543"/>
                </a:lnTo>
                <a:lnTo>
                  <a:pt x="1369698" y="748868"/>
                </a:lnTo>
                <a:lnTo>
                  <a:pt x="1368081" y="747821"/>
                </a:lnTo>
                <a:close/>
              </a:path>
              <a:path w="5142230" h="2300604">
                <a:moveTo>
                  <a:pt x="2051913" y="939211"/>
                </a:moveTo>
                <a:lnTo>
                  <a:pt x="2047768" y="934774"/>
                </a:lnTo>
                <a:lnTo>
                  <a:pt x="2046584" y="930575"/>
                </a:lnTo>
                <a:lnTo>
                  <a:pt x="2049446" y="920149"/>
                </a:lnTo>
                <a:lnTo>
                  <a:pt x="2055945" y="916452"/>
                </a:lnTo>
                <a:lnTo>
                  <a:pt x="2068571" y="919997"/>
                </a:lnTo>
                <a:lnTo>
                  <a:pt x="2072268" y="926497"/>
                </a:lnTo>
                <a:lnTo>
                  <a:pt x="2068771" y="939077"/>
                </a:lnTo>
                <a:lnTo>
                  <a:pt x="2062267" y="942769"/>
                </a:lnTo>
                <a:lnTo>
                  <a:pt x="2055959" y="941001"/>
                </a:lnTo>
                <a:lnTo>
                  <a:pt x="2053760" y="940407"/>
                </a:lnTo>
                <a:lnTo>
                  <a:pt x="2051913" y="939211"/>
                </a:lnTo>
                <a:close/>
              </a:path>
              <a:path w="5142230" h="2300604">
                <a:moveTo>
                  <a:pt x="3045460" y="1620982"/>
                </a:moveTo>
                <a:lnTo>
                  <a:pt x="3041315" y="1616545"/>
                </a:lnTo>
                <a:lnTo>
                  <a:pt x="3040207" y="1614284"/>
                </a:lnTo>
                <a:lnTo>
                  <a:pt x="3039824" y="1611820"/>
                </a:lnTo>
                <a:lnTo>
                  <a:pt x="3038910" y="1605369"/>
                </a:lnTo>
                <a:lnTo>
                  <a:pt x="3043412" y="1599338"/>
                </a:lnTo>
                <a:lnTo>
                  <a:pt x="3049909" y="1598473"/>
                </a:lnTo>
                <a:lnTo>
                  <a:pt x="3056409" y="1597514"/>
                </a:lnTo>
                <a:lnTo>
                  <a:pt x="3062341" y="1602007"/>
                </a:lnTo>
                <a:lnTo>
                  <a:pt x="3064218" y="1614964"/>
                </a:lnTo>
                <a:lnTo>
                  <a:pt x="3059671" y="1620947"/>
                </a:lnTo>
                <a:lnTo>
                  <a:pt x="3053215" y="1621855"/>
                </a:lnTo>
                <a:lnTo>
                  <a:pt x="3049233" y="1622480"/>
                </a:lnTo>
                <a:lnTo>
                  <a:pt x="3045460" y="1620982"/>
                </a:lnTo>
                <a:close/>
              </a:path>
              <a:path w="5142230" h="2300604">
                <a:moveTo>
                  <a:pt x="2913101" y="2300034"/>
                </a:moveTo>
                <a:lnTo>
                  <a:pt x="2915179" y="2293010"/>
                </a:lnTo>
                <a:lnTo>
                  <a:pt x="2921766" y="2289504"/>
                </a:lnTo>
                <a:lnTo>
                  <a:pt x="2934299" y="2293146"/>
                </a:lnTo>
                <a:lnTo>
                  <a:pt x="2937850" y="2299782"/>
                </a:lnTo>
                <a:lnTo>
                  <a:pt x="2937776" y="2300034"/>
                </a:lnTo>
                <a:lnTo>
                  <a:pt x="2913101" y="2300034"/>
                </a:lnTo>
                <a:close/>
              </a:path>
              <a:path w="5142230" h="2300604">
                <a:moveTo>
                  <a:pt x="2833945" y="1260843"/>
                </a:moveTo>
                <a:lnTo>
                  <a:pt x="2829208" y="1255772"/>
                </a:lnTo>
                <a:lnTo>
                  <a:pt x="2828912" y="1249200"/>
                </a:lnTo>
                <a:lnTo>
                  <a:pt x="2832660" y="1244512"/>
                </a:lnTo>
                <a:lnTo>
                  <a:pt x="2836797" y="1239460"/>
                </a:lnTo>
                <a:lnTo>
                  <a:pt x="2844189" y="1238673"/>
                </a:lnTo>
                <a:lnTo>
                  <a:pt x="2854388" y="1246951"/>
                </a:lnTo>
                <a:lnTo>
                  <a:pt x="2855126" y="1254388"/>
                </a:lnTo>
                <a:lnTo>
                  <a:pt x="2851029" y="1259484"/>
                </a:lnTo>
                <a:lnTo>
                  <a:pt x="2846892" y="1264537"/>
                </a:lnTo>
                <a:lnTo>
                  <a:pt x="2839455" y="1265275"/>
                </a:lnTo>
                <a:lnTo>
                  <a:pt x="2834407" y="1261142"/>
                </a:lnTo>
                <a:lnTo>
                  <a:pt x="2833945" y="1260843"/>
                </a:lnTo>
                <a:close/>
              </a:path>
              <a:path w="5142230" h="2300604">
                <a:moveTo>
                  <a:pt x="2938035" y="2244265"/>
                </a:moveTo>
                <a:lnTo>
                  <a:pt x="2933890" y="2239827"/>
                </a:lnTo>
                <a:lnTo>
                  <a:pt x="2932722" y="2235449"/>
                </a:lnTo>
                <a:lnTo>
                  <a:pt x="2933994" y="2231239"/>
                </a:lnTo>
                <a:lnTo>
                  <a:pt x="2935956" y="2225032"/>
                </a:lnTo>
                <a:lnTo>
                  <a:pt x="2942543" y="2221526"/>
                </a:lnTo>
                <a:lnTo>
                  <a:pt x="2955061" y="2225347"/>
                </a:lnTo>
                <a:lnTo>
                  <a:pt x="2958517" y="2231979"/>
                </a:lnTo>
                <a:lnTo>
                  <a:pt x="2954697" y="2244506"/>
                </a:lnTo>
                <a:lnTo>
                  <a:pt x="2948064" y="2247963"/>
                </a:lnTo>
                <a:lnTo>
                  <a:pt x="2939748" y="2245413"/>
                </a:lnTo>
                <a:lnTo>
                  <a:pt x="2938035" y="2244265"/>
                </a:lnTo>
                <a:close/>
              </a:path>
              <a:path w="5142230" h="2300604">
                <a:moveTo>
                  <a:pt x="3051370" y="1691332"/>
                </a:moveTo>
                <a:lnTo>
                  <a:pt x="3047225" y="1686895"/>
                </a:lnTo>
                <a:lnTo>
                  <a:pt x="3046043" y="1684164"/>
                </a:lnTo>
                <a:lnTo>
                  <a:pt x="3045954" y="1681234"/>
                </a:lnTo>
                <a:lnTo>
                  <a:pt x="3045708" y="1674715"/>
                </a:lnTo>
                <a:lnTo>
                  <a:pt x="3050805" y="1669223"/>
                </a:lnTo>
                <a:lnTo>
                  <a:pt x="3063847" y="1668718"/>
                </a:lnTo>
                <a:lnTo>
                  <a:pt x="3069339" y="1673815"/>
                </a:lnTo>
                <a:lnTo>
                  <a:pt x="3069844" y="1686867"/>
                </a:lnTo>
                <a:lnTo>
                  <a:pt x="3064747" y="1692359"/>
                </a:lnTo>
                <a:lnTo>
                  <a:pt x="3058219" y="1692604"/>
                </a:lnTo>
                <a:lnTo>
                  <a:pt x="3054630" y="1692770"/>
                </a:lnTo>
                <a:lnTo>
                  <a:pt x="3051370" y="1691332"/>
                </a:lnTo>
                <a:close/>
              </a:path>
              <a:path w="5142230" h="2300604">
                <a:moveTo>
                  <a:pt x="1777085" y="867681"/>
                </a:moveTo>
                <a:lnTo>
                  <a:pt x="1772940" y="863244"/>
                </a:lnTo>
                <a:lnTo>
                  <a:pt x="1771712" y="859095"/>
                </a:lnTo>
                <a:lnTo>
                  <a:pt x="1772695" y="855064"/>
                </a:lnTo>
                <a:lnTo>
                  <a:pt x="1774373" y="848748"/>
                </a:lnTo>
                <a:lnTo>
                  <a:pt x="1780835" y="844912"/>
                </a:lnTo>
                <a:lnTo>
                  <a:pt x="1793470" y="848175"/>
                </a:lnTo>
                <a:lnTo>
                  <a:pt x="1797260" y="854578"/>
                </a:lnTo>
                <a:lnTo>
                  <a:pt x="1794043" y="867263"/>
                </a:lnTo>
                <a:lnTo>
                  <a:pt x="1787650" y="871073"/>
                </a:lnTo>
                <a:lnTo>
                  <a:pt x="1781226" y="869475"/>
                </a:lnTo>
                <a:lnTo>
                  <a:pt x="1779027" y="868881"/>
                </a:lnTo>
                <a:lnTo>
                  <a:pt x="1777085" y="867681"/>
                </a:lnTo>
                <a:close/>
              </a:path>
              <a:path w="5142230" h="2300604">
                <a:moveTo>
                  <a:pt x="2959089" y="2176485"/>
                </a:moveTo>
                <a:lnTo>
                  <a:pt x="2954944" y="2172048"/>
                </a:lnTo>
                <a:lnTo>
                  <a:pt x="2953771" y="2167664"/>
                </a:lnTo>
                <a:lnTo>
                  <a:pt x="2955048" y="2163459"/>
                </a:lnTo>
                <a:lnTo>
                  <a:pt x="2957001" y="2157242"/>
                </a:lnTo>
                <a:lnTo>
                  <a:pt x="2963637" y="2153691"/>
                </a:lnTo>
                <a:lnTo>
                  <a:pt x="2969854" y="2155654"/>
                </a:lnTo>
                <a:lnTo>
                  <a:pt x="2976115" y="2157567"/>
                </a:lnTo>
                <a:lnTo>
                  <a:pt x="2979617" y="2164248"/>
                </a:lnTo>
                <a:lnTo>
                  <a:pt x="2977659" y="2170460"/>
                </a:lnTo>
                <a:lnTo>
                  <a:pt x="2975742" y="2176716"/>
                </a:lnTo>
                <a:lnTo>
                  <a:pt x="2969109" y="2180173"/>
                </a:lnTo>
                <a:lnTo>
                  <a:pt x="2960797" y="2177629"/>
                </a:lnTo>
                <a:lnTo>
                  <a:pt x="2959089" y="2176485"/>
                </a:lnTo>
                <a:close/>
              </a:path>
              <a:path w="5142230" h="2300604">
                <a:moveTo>
                  <a:pt x="1983381" y="920686"/>
                </a:moveTo>
                <a:lnTo>
                  <a:pt x="1979236" y="916248"/>
                </a:lnTo>
                <a:lnTo>
                  <a:pt x="1978054" y="912148"/>
                </a:lnTo>
                <a:lnTo>
                  <a:pt x="1980817" y="901714"/>
                </a:lnTo>
                <a:lnTo>
                  <a:pt x="1987270" y="897969"/>
                </a:lnTo>
                <a:lnTo>
                  <a:pt x="1999903" y="901325"/>
                </a:lnTo>
                <a:lnTo>
                  <a:pt x="2003649" y="907779"/>
                </a:lnTo>
                <a:lnTo>
                  <a:pt x="2000292" y="920411"/>
                </a:lnTo>
                <a:lnTo>
                  <a:pt x="1994075" y="924020"/>
                </a:lnTo>
                <a:lnTo>
                  <a:pt x="1993838" y="924157"/>
                </a:lnTo>
                <a:lnTo>
                  <a:pt x="1985323" y="921885"/>
                </a:lnTo>
                <a:lnTo>
                  <a:pt x="1983381" y="920686"/>
                </a:lnTo>
                <a:close/>
              </a:path>
              <a:path w="5142230" h="2300604">
                <a:moveTo>
                  <a:pt x="1914684" y="902862"/>
                </a:moveTo>
                <a:lnTo>
                  <a:pt x="1910494" y="898377"/>
                </a:lnTo>
                <a:lnTo>
                  <a:pt x="1909307" y="894271"/>
                </a:lnTo>
                <a:lnTo>
                  <a:pt x="1911980" y="883839"/>
                </a:lnTo>
                <a:lnTo>
                  <a:pt x="1918433" y="880093"/>
                </a:lnTo>
                <a:lnTo>
                  <a:pt x="1931118" y="883311"/>
                </a:lnTo>
                <a:lnTo>
                  <a:pt x="1934958" y="889767"/>
                </a:lnTo>
                <a:lnTo>
                  <a:pt x="1933300" y="896007"/>
                </a:lnTo>
                <a:lnTo>
                  <a:pt x="1931647" y="902448"/>
                </a:lnTo>
                <a:lnTo>
                  <a:pt x="1925234" y="906238"/>
                </a:lnTo>
                <a:lnTo>
                  <a:pt x="1918994" y="904641"/>
                </a:lnTo>
                <a:lnTo>
                  <a:pt x="1916626" y="904062"/>
                </a:lnTo>
                <a:lnTo>
                  <a:pt x="1914684" y="902862"/>
                </a:lnTo>
                <a:close/>
              </a:path>
              <a:path w="5142230" h="2300604">
                <a:moveTo>
                  <a:pt x="1845882" y="885220"/>
                </a:moveTo>
                <a:lnTo>
                  <a:pt x="1841741" y="880788"/>
                </a:lnTo>
                <a:lnTo>
                  <a:pt x="1840510" y="876733"/>
                </a:lnTo>
                <a:lnTo>
                  <a:pt x="1843179" y="866296"/>
                </a:lnTo>
                <a:lnTo>
                  <a:pt x="1849587" y="862501"/>
                </a:lnTo>
                <a:lnTo>
                  <a:pt x="1862271" y="865718"/>
                </a:lnTo>
                <a:lnTo>
                  <a:pt x="1866111" y="872175"/>
                </a:lnTo>
                <a:lnTo>
                  <a:pt x="1862844" y="884806"/>
                </a:lnTo>
                <a:lnTo>
                  <a:pt x="1856441" y="888605"/>
                </a:lnTo>
                <a:lnTo>
                  <a:pt x="1850121" y="887021"/>
                </a:lnTo>
                <a:lnTo>
                  <a:pt x="1847828" y="886424"/>
                </a:lnTo>
                <a:lnTo>
                  <a:pt x="1845882" y="885220"/>
                </a:lnTo>
                <a:close/>
              </a:path>
              <a:path w="5142230" h="2300604">
                <a:moveTo>
                  <a:pt x="2716842" y="1180939"/>
                </a:moveTo>
                <a:lnTo>
                  <a:pt x="2712611" y="1176410"/>
                </a:lnTo>
                <a:lnTo>
                  <a:pt x="2711766" y="1170716"/>
                </a:lnTo>
                <a:lnTo>
                  <a:pt x="2714424" y="1166132"/>
                </a:lnTo>
                <a:lnTo>
                  <a:pt x="2717732" y="1160486"/>
                </a:lnTo>
                <a:lnTo>
                  <a:pt x="2724973" y="1158560"/>
                </a:lnTo>
                <a:lnTo>
                  <a:pt x="2736266" y="1165077"/>
                </a:lnTo>
                <a:lnTo>
                  <a:pt x="2738191" y="1172319"/>
                </a:lnTo>
                <a:lnTo>
                  <a:pt x="2734888" y="1177970"/>
                </a:lnTo>
                <a:lnTo>
                  <a:pt x="2731625" y="1183666"/>
                </a:lnTo>
                <a:lnTo>
                  <a:pt x="2724428" y="1185541"/>
                </a:lnTo>
                <a:lnTo>
                  <a:pt x="2718737" y="1182283"/>
                </a:lnTo>
                <a:lnTo>
                  <a:pt x="2717714" y="1181677"/>
                </a:lnTo>
                <a:lnTo>
                  <a:pt x="2716842" y="1180939"/>
                </a:lnTo>
                <a:close/>
              </a:path>
              <a:path w="5142230" h="2300604">
                <a:moveTo>
                  <a:pt x="2654535" y="1147377"/>
                </a:moveTo>
                <a:lnTo>
                  <a:pt x="2650303" y="1142847"/>
                </a:lnTo>
                <a:lnTo>
                  <a:pt x="2649446" y="1137531"/>
                </a:lnTo>
                <a:lnTo>
                  <a:pt x="2651673" y="1132975"/>
                </a:lnTo>
                <a:lnTo>
                  <a:pt x="2654705" y="1127130"/>
                </a:lnTo>
                <a:lnTo>
                  <a:pt x="2661775" y="1124826"/>
                </a:lnTo>
                <a:lnTo>
                  <a:pt x="2673472" y="1130700"/>
                </a:lnTo>
                <a:lnTo>
                  <a:pt x="2675780" y="1137766"/>
                </a:lnTo>
                <a:lnTo>
                  <a:pt x="2669901" y="1149458"/>
                </a:lnTo>
                <a:lnTo>
                  <a:pt x="2662787" y="1151812"/>
                </a:lnTo>
                <a:lnTo>
                  <a:pt x="2656943" y="1148880"/>
                </a:lnTo>
                <a:lnTo>
                  <a:pt x="2655686" y="1148219"/>
                </a:lnTo>
                <a:lnTo>
                  <a:pt x="2654535" y="1147377"/>
                </a:lnTo>
                <a:close/>
              </a:path>
              <a:path w="5142230" h="2300604">
                <a:moveTo>
                  <a:pt x="3043834" y="1832426"/>
                </a:moveTo>
                <a:lnTo>
                  <a:pt x="3039734" y="1828037"/>
                </a:lnTo>
                <a:lnTo>
                  <a:pt x="3038484" y="1824549"/>
                </a:lnTo>
                <a:lnTo>
                  <a:pt x="3039720" y="1814436"/>
                </a:lnTo>
                <a:lnTo>
                  <a:pt x="3045687" y="1809876"/>
                </a:lnTo>
                <a:lnTo>
                  <a:pt x="3052175" y="1810663"/>
                </a:lnTo>
                <a:lnTo>
                  <a:pt x="3058656" y="1811540"/>
                </a:lnTo>
                <a:lnTo>
                  <a:pt x="3063274" y="1817461"/>
                </a:lnTo>
                <a:lnTo>
                  <a:pt x="3062392" y="1823946"/>
                </a:lnTo>
                <a:lnTo>
                  <a:pt x="3061605" y="1830434"/>
                </a:lnTo>
                <a:lnTo>
                  <a:pt x="3055638" y="1834995"/>
                </a:lnTo>
                <a:lnTo>
                  <a:pt x="3049105" y="1834158"/>
                </a:lnTo>
                <a:lnTo>
                  <a:pt x="3046285" y="1833779"/>
                </a:lnTo>
                <a:lnTo>
                  <a:pt x="3043834" y="1832426"/>
                </a:lnTo>
                <a:close/>
              </a:path>
              <a:path w="5142230" h="2300604">
                <a:moveTo>
                  <a:pt x="2776748" y="1218480"/>
                </a:moveTo>
                <a:lnTo>
                  <a:pt x="2772471" y="1213902"/>
                </a:lnTo>
                <a:lnTo>
                  <a:pt x="2771876" y="1207791"/>
                </a:lnTo>
                <a:lnTo>
                  <a:pt x="2778683" y="1197679"/>
                </a:lnTo>
                <a:lnTo>
                  <a:pt x="2786053" y="1196283"/>
                </a:lnTo>
                <a:lnTo>
                  <a:pt x="2796845" y="1203632"/>
                </a:lnTo>
                <a:lnTo>
                  <a:pt x="2798247" y="1210998"/>
                </a:lnTo>
                <a:lnTo>
                  <a:pt x="2794621" y="1216402"/>
                </a:lnTo>
                <a:lnTo>
                  <a:pt x="2790897" y="1221799"/>
                </a:lnTo>
                <a:lnTo>
                  <a:pt x="2783573" y="1223245"/>
                </a:lnTo>
                <a:lnTo>
                  <a:pt x="2777438" y="1219023"/>
                </a:lnTo>
                <a:lnTo>
                  <a:pt x="2776748" y="1218480"/>
                </a:lnTo>
                <a:close/>
              </a:path>
              <a:path w="5142230" h="2300604">
                <a:moveTo>
                  <a:pt x="2886405" y="1307714"/>
                </a:moveTo>
                <a:lnTo>
                  <a:pt x="2881754" y="1302736"/>
                </a:lnTo>
                <a:lnTo>
                  <a:pt x="2881813" y="1295467"/>
                </a:lnTo>
                <a:lnTo>
                  <a:pt x="2886313" y="1290999"/>
                </a:lnTo>
                <a:lnTo>
                  <a:pt x="2890909" y="1286340"/>
                </a:lnTo>
                <a:lnTo>
                  <a:pt x="2898369" y="1286311"/>
                </a:lnTo>
                <a:lnTo>
                  <a:pt x="2907687" y="1295503"/>
                </a:lnTo>
                <a:lnTo>
                  <a:pt x="2907668" y="1303009"/>
                </a:lnTo>
                <a:lnTo>
                  <a:pt x="2898524" y="1312281"/>
                </a:lnTo>
                <a:lnTo>
                  <a:pt x="2890965" y="1312302"/>
                </a:lnTo>
                <a:lnTo>
                  <a:pt x="2886405" y="1307714"/>
                </a:lnTo>
                <a:close/>
              </a:path>
              <a:path w="5142230" h="2300604">
                <a:moveTo>
                  <a:pt x="1170721" y="666555"/>
                </a:moveTo>
                <a:lnTo>
                  <a:pt x="1166535" y="662074"/>
                </a:lnTo>
                <a:lnTo>
                  <a:pt x="1165531" y="656894"/>
                </a:lnTo>
                <a:lnTo>
                  <a:pt x="1167669" y="652340"/>
                </a:lnTo>
                <a:lnTo>
                  <a:pt x="1170512" y="646488"/>
                </a:lnTo>
                <a:lnTo>
                  <a:pt x="1177538" y="643942"/>
                </a:lnTo>
                <a:lnTo>
                  <a:pt x="1189384" y="649585"/>
                </a:lnTo>
                <a:lnTo>
                  <a:pt x="1191882" y="656657"/>
                </a:lnTo>
                <a:lnTo>
                  <a:pt x="1189080" y="662553"/>
                </a:lnTo>
                <a:lnTo>
                  <a:pt x="1186242" y="668410"/>
                </a:lnTo>
                <a:lnTo>
                  <a:pt x="1179170" y="670907"/>
                </a:lnTo>
                <a:lnTo>
                  <a:pt x="1173269" y="668110"/>
                </a:lnTo>
                <a:lnTo>
                  <a:pt x="1171922" y="667450"/>
                </a:lnTo>
                <a:lnTo>
                  <a:pt x="1170721" y="666555"/>
                </a:lnTo>
                <a:close/>
              </a:path>
              <a:path w="5142230" h="2300604">
                <a:moveTo>
                  <a:pt x="2188275" y="978835"/>
                </a:moveTo>
                <a:lnTo>
                  <a:pt x="2184129" y="974398"/>
                </a:lnTo>
                <a:lnTo>
                  <a:pt x="2182954" y="970109"/>
                </a:lnTo>
                <a:lnTo>
                  <a:pt x="2184131" y="965895"/>
                </a:lnTo>
                <a:lnTo>
                  <a:pt x="2185999" y="959685"/>
                </a:lnTo>
                <a:lnTo>
                  <a:pt x="2192585" y="956080"/>
                </a:lnTo>
                <a:lnTo>
                  <a:pt x="2205118" y="959722"/>
                </a:lnTo>
                <a:lnTo>
                  <a:pt x="2208713" y="966307"/>
                </a:lnTo>
                <a:lnTo>
                  <a:pt x="2206846" y="972617"/>
                </a:lnTo>
                <a:lnTo>
                  <a:pt x="2205028" y="978881"/>
                </a:lnTo>
                <a:lnTo>
                  <a:pt x="2198442" y="982486"/>
                </a:lnTo>
                <a:lnTo>
                  <a:pt x="2192132" y="980619"/>
                </a:lnTo>
                <a:lnTo>
                  <a:pt x="2190077" y="979982"/>
                </a:lnTo>
                <a:lnTo>
                  <a:pt x="2188275" y="978835"/>
                </a:lnTo>
                <a:close/>
              </a:path>
              <a:path w="5142230" h="2300604">
                <a:moveTo>
                  <a:pt x="1235486" y="696004"/>
                </a:moveTo>
                <a:lnTo>
                  <a:pt x="1231296" y="691518"/>
                </a:lnTo>
                <a:lnTo>
                  <a:pt x="1230285" y="686526"/>
                </a:lnTo>
                <a:lnTo>
                  <a:pt x="1232231" y="682061"/>
                </a:lnTo>
                <a:lnTo>
                  <a:pt x="1234749" y="676056"/>
                </a:lnTo>
                <a:lnTo>
                  <a:pt x="1241732" y="673268"/>
                </a:lnTo>
                <a:lnTo>
                  <a:pt x="1247737" y="675885"/>
                </a:lnTo>
                <a:lnTo>
                  <a:pt x="1253742" y="678402"/>
                </a:lnTo>
                <a:lnTo>
                  <a:pt x="1256457" y="685219"/>
                </a:lnTo>
                <a:lnTo>
                  <a:pt x="1253909" y="691386"/>
                </a:lnTo>
                <a:lnTo>
                  <a:pt x="1251347" y="697441"/>
                </a:lnTo>
                <a:lnTo>
                  <a:pt x="1244408" y="700179"/>
                </a:lnTo>
                <a:lnTo>
                  <a:pt x="1236823" y="696946"/>
                </a:lnTo>
                <a:lnTo>
                  <a:pt x="1235486" y="696004"/>
                </a:lnTo>
                <a:close/>
              </a:path>
              <a:path w="5142230" h="2300604">
                <a:moveTo>
                  <a:pt x="3017375" y="1971738"/>
                </a:moveTo>
                <a:lnTo>
                  <a:pt x="3013185" y="1967252"/>
                </a:lnTo>
                <a:lnTo>
                  <a:pt x="3011995" y="1963241"/>
                </a:lnTo>
                <a:lnTo>
                  <a:pt x="3012933" y="1959260"/>
                </a:lnTo>
                <a:lnTo>
                  <a:pt x="3014471" y="1952892"/>
                </a:lnTo>
                <a:lnTo>
                  <a:pt x="3020837" y="1948954"/>
                </a:lnTo>
                <a:lnTo>
                  <a:pt x="3033578" y="1952036"/>
                </a:lnTo>
                <a:lnTo>
                  <a:pt x="3037511" y="1958397"/>
                </a:lnTo>
                <a:lnTo>
                  <a:pt x="3035972" y="1964765"/>
                </a:lnTo>
                <a:lnTo>
                  <a:pt x="3034483" y="1971088"/>
                </a:lnTo>
                <a:lnTo>
                  <a:pt x="3028121" y="1975031"/>
                </a:lnTo>
                <a:lnTo>
                  <a:pt x="3021749" y="1973487"/>
                </a:lnTo>
                <a:lnTo>
                  <a:pt x="3019412" y="1972940"/>
                </a:lnTo>
                <a:lnTo>
                  <a:pt x="3017375" y="1971738"/>
                </a:lnTo>
                <a:close/>
              </a:path>
              <a:path w="5142230" h="2300604">
                <a:moveTo>
                  <a:pt x="2590562" y="1117114"/>
                </a:moveTo>
                <a:lnTo>
                  <a:pt x="2586367" y="1112624"/>
                </a:lnTo>
                <a:lnTo>
                  <a:pt x="2585315" y="1107588"/>
                </a:lnTo>
                <a:lnTo>
                  <a:pt x="2589968" y="1097125"/>
                </a:lnTo>
                <a:lnTo>
                  <a:pt x="2596952" y="1094435"/>
                </a:lnTo>
                <a:lnTo>
                  <a:pt x="2608902" y="1099799"/>
                </a:lnTo>
                <a:lnTo>
                  <a:pt x="2611591" y="1106783"/>
                </a:lnTo>
                <a:lnTo>
                  <a:pt x="2606272" y="1118683"/>
                </a:lnTo>
                <a:lnTo>
                  <a:pt x="2599288" y="1121372"/>
                </a:lnTo>
                <a:lnTo>
                  <a:pt x="2593340" y="1118720"/>
                </a:lnTo>
                <a:lnTo>
                  <a:pt x="2591805" y="1118054"/>
                </a:lnTo>
                <a:lnTo>
                  <a:pt x="2590562" y="1117114"/>
                </a:lnTo>
                <a:close/>
              </a:path>
              <a:path w="5142230" h="2300604">
                <a:moveTo>
                  <a:pt x="1708388" y="849858"/>
                </a:moveTo>
                <a:lnTo>
                  <a:pt x="1704243" y="845421"/>
                </a:lnTo>
                <a:lnTo>
                  <a:pt x="1703015" y="841272"/>
                </a:lnTo>
                <a:lnTo>
                  <a:pt x="1704046" y="837195"/>
                </a:lnTo>
                <a:lnTo>
                  <a:pt x="1705725" y="830879"/>
                </a:lnTo>
                <a:lnTo>
                  <a:pt x="1712050" y="827191"/>
                </a:lnTo>
                <a:lnTo>
                  <a:pt x="1712227" y="827088"/>
                </a:lnTo>
                <a:lnTo>
                  <a:pt x="1724819" y="830401"/>
                </a:lnTo>
                <a:lnTo>
                  <a:pt x="1728606" y="836898"/>
                </a:lnTo>
                <a:lnTo>
                  <a:pt x="1725347" y="849539"/>
                </a:lnTo>
                <a:lnTo>
                  <a:pt x="1719022" y="853227"/>
                </a:lnTo>
                <a:lnTo>
                  <a:pt x="1718845" y="853330"/>
                </a:lnTo>
                <a:lnTo>
                  <a:pt x="1712529" y="851652"/>
                </a:lnTo>
                <a:lnTo>
                  <a:pt x="1710282" y="851103"/>
                </a:lnTo>
                <a:lnTo>
                  <a:pt x="1708388" y="849858"/>
                </a:lnTo>
                <a:close/>
              </a:path>
              <a:path w="5142230" h="2300604">
                <a:moveTo>
                  <a:pt x="2979854" y="2108591"/>
                </a:moveTo>
                <a:lnTo>
                  <a:pt x="2975714" y="2104159"/>
                </a:lnTo>
                <a:lnTo>
                  <a:pt x="2974488" y="2099817"/>
                </a:lnTo>
                <a:lnTo>
                  <a:pt x="2977628" y="2089396"/>
                </a:lnTo>
                <a:lnTo>
                  <a:pt x="2984218" y="2085796"/>
                </a:lnTo>
                <a:lnTo>
                  <a:pt x="2990484" y="2087714"/>
                </a:lnTo>
                <a:lnTo>
                  <a:pt x="2996748" y="2089532"/>
                </a:lnTo>
                <a:lnTo>
                  <a:pt x="3000299" y="2096168"/>
                </a:lnTo>
                <a:lnTo>
                  <a:pt x="2998481" y="2102432"/>
                </a:lnTo>
                <a:lnTo>
                  <a:pt x="2996568" y="2108693"/>
                </a:lnTo>
                <a:lnTo>
                  <a:pt x="2990026" y="2112247"/>
                </a:lnTo>
                <a:lnTo>
                  <a:pt x="2983717" y="2110380"/>
                </a:lnTo>
                <a:lnTo>
                  <a:pt x="2981661" y="2109743"/>
                </a:lnTo>
                <a:lnTo>
                  <a:pt x="2979854" y="2108591"/>
                </a:lnTo>
                <a:close/>
              </a:path>
              <a:path w="5142230" h="2300604">
                <a:moveTo>
                  <a:pt x="2999552" y="2040435"/>
                </a:moveTo>
                <a:lnTo>
                  <a:pt x="2995362" y="2035949"/>
                </a:lnTo>
                <a:lnTo>
                  <a:pt x="2994183" y="2031754"/>
                </a:lnTo>
                <a:lnTo>
                  <a:pt x="2995361" y="2027640"/>
                </a:lnTo>
                <a:lnTo>
                  <a:pt x="2997035" y="2021319"/>
                </a:lnTo>
                <a:lnTo>
                  <a:pt x="3003117" y="2017859"/>
                </a:lnTo>
                <a:lnTo>
                  <a:pt x="3003534" y="2017622"/>
                </a:lnTo>
                <a:lnTo>
                  <a:pt x="3016168" y="2021078"/>
                </a:lnTo>
                <a:lnTo>
                  <a:pt x="3019911" y="2027626"/>
                </a:lnTo>
                <a:lnTo>
                  <a:pt x="3018133" y="2033934"/>
                </a:lnTo>
                <a:lnTo>
                  <a:pt x="3016409" y="2040201"/>
                </a:lnTo>
                <a:lnTo>
                  <a:pt x="3010328" y="2043661"/>
                </a:lnTo>
                <a:lnTo>
                  <a:pt x="3009910" y="2043899"/>
                </a:lnTo>
                <a:lnTo>
                  <a:pt x="3001444" y="2041580"/>
                </a:lnTo>
                <a:lnTo>
                  <a:pt x="2999552" y="2040435"/>
                </a:lnTo>
                <a:close/>
              </a:path>
              <a:path w="5142230" h="2300604">
                <a:moveTo>
                  <a:pt x="2120126" y="958765"/>
                </a:moveTo>
                <a:lnTo>
                  <a:pt x="2115981" y="954327"/>
                </a:lnTo>
                <a:lnTo>
                  <a:pt x="2114760" y="949990"/>
                </a:lnTo>
                <a:lnTo>
                  <a:pt x="2117900" y="939569"/>
                </a:lnTo>
                <a:lnTo>
                  <a:pt x="2124490" y="935969"/>
                </a:lnTo>
                <a:lnTo>
                  <a:pt x="2130751" y="937882"/>
                </a:lnTo>
                <a:lnTo>
                  <a:pt x="2137011" y="939695"/>
                </a:lnTo>
                <a:lnTo>
                  <a:pt x="2140615" y="946290"/>
                </a:lnTo>
                <a:lnTo>
                  <a:pt x="2138702" y="952551"/>
                </a:lnTo>
                <a:lnTo>
                  <a:pt x="2136884" y="958816"/>
                </a:lnTo>
                <a:lnTo>
                  <a:pt x="2130293" y="962415"/>
                </a:lnTo>
                <a:lnTo>
                  <a:pt x="2123984" y="960548"/>
                </a:lnTo>
                <a:lnTo>
                  <a:pt x="2121924" y="959907"/>
                </a:lnTo>
                <a:lnTo>
                  <a:pt x="2120126" y="958765"/>
                </a:lnTo>
                <a:close/>
              </a:path>
              <a:path w="5142230" h="2300604">
                <a:moveTo>
                  <a:pt x="2937622" y="1364594"/>
                </a:moveTo>
                <a:lnTo>
                  <a:pt x="2932798" y="1359430"/>
                </a:lnTo>
                <a:lnTo>
                  <a:pt x="2928720" y="1354282"/>
                </a:lnTo>
                <a:lnTo>
                  <a:pt x="2929593" y="1346810"/>
                </a:lnTo>
                <a:lnTo>
                  <a:pt x="2939830" y="1338708"/>
                </a:lnTo>
                <a:lnTo>
                  <a:pt x="2947261" y="1339528"/>
                </a:lnTo>
                <a:lnTo>
                  <a:pt x="2955408" y="1349813"/>
                </a:lnTo>
                <a:lnTo>
                  <a:pt x="2954539" y="1357191"/>
                </a:lnTo>
                <a:lnTo>
                  <a:pt x="2949446" y="1361318"/>
                </a:lnTo>
                <a:lnTo>
                  <a:pt x="2944547" y="1365164"/>
                </a:lnTo>
                <a:lnTo>
                  <a:pt x="2937622" y="1364594"/>
                </a:lnTo>
                <a:close/>
              </a:path>
              <a:path w="5142230" h="2300604">
                <a:moveTo>
                  <a:pt x="1125074" y="498733"/>
                </a:moveTo>
                <a:lnTo>
                  <a:pt x="1121020" y="494394"/>
                </a:lnTo>
                <a:lnTo>
                  <a:pt x="1120211" y="489031"/>
                </a:lnTo>
                <a:lnTo>
                  <a:pt x="1122580" y="484627"/>
                </a:lnTo>
                <a:lnTo>
                  <a:pt x="1125647" y="479114"/>
                </a:lnTo>
                <a:lnTo>
                  <a:pt x="1132563" y="477036"/>
                </a:lnTo>
                <a:lnTo>
                  <a:pt x="1138077" y="480103"/>
                </a:lnTo>
                <a:lnTo>
                  <a:pt x="1143639" y="483125"/>
                </a:lnTo>
                <a:lnTo>
                  <a:pt x="1145623" y="490038"/>
                </a:lnTo>
                <a:lnTo>
                  <a:pt x="1142601" y="495600"/>
                </a:lnTo>
                <a:lnTo>
                  <a:pt x="1139578" y="501063"/>
                </a:lnTo>
                <a:lnTo>
                  <a:pt x="1132661" y="503141"/>
                </a:lnTo>
                <a:lnTo>
                  <a:pt x="1126040" y="499474"/>
                </a:lnTo>
                <a:lnTo>
                  <a:pt x="1125074" y="498733"/>
                </a:lnTo>
                <a:close/>
              </a:path>
              <a:path w="5142230" h="2300604">
                <a:moveTo>
                  <a:pt x="1518493" y="663002"/>
                </a:moveTo>
                <a:lnTo>
                  <a:pt x="1514490" y="658716"/>
                </a:lnTo>
                <a:lnTo>
                  <a:pt x="1513355" y="654471"/>
                </a:lnTo>
                <a:lnTo>
                  <a:pt x="1516625" y="644385"/>
                </a:lnTo>
                <a:lnTo>
                  <a:pt x="1523017" y="641062"/>
                </a:lnTo>
                <a:lnTo>
                  <a:pt x="1535023" y="644921"/>
                </a:lnTo>
                <a:lnTo>
                  <a:pt x="1538342" y="651309"/>
                </a:lnTo>
                <a:lnTo>
                  <a:pt x="1536395" y="657337"/>
                </a:lnTo>
                <a:lnTo>
                  <a:pt x="1534492" y="663315"/>
                </a:lnTo>
                <a:lnTo>
                  <a:pt x="1528100" y="666638"/>
                </a:lnTo>
                <a:lnTo>
                  <a:pt x="1522076" y="664687"/>
                </a:lnTo>
                <a:lnTo>
                  <a:pt x="1520156" y="664097"/>
                </a:lnTo>
                <a:lnTo>
                  <a:pt x="1518493" y="663002"/>
                </a:lnTo>
                <a:close/>
              </a:path>
              <a:path w="5142230" h="2300604">
                <a:moveTo>
                  <a:pt x="1586471" y="684063"/>
                </a:moveTo>
                <a:lnTo>
                  <a:pt x="1582463" y="679772"/>
                </a:lnTo>
                <a:lnTo>
                  <a:pt x="1581325" y="675621"/>
                </a:lnTo>
                <a:lnTo>
                  <a:pt x="1584317" y="665530"/>
                </a:lnTo>
                <a:lnTo>
                  <a:pt x="1590666" y="662064"/>
                </a:lnTo>
                <a:lnTo>
                  <a:pt x="1596693" y="663922"/>
                </a:lnTo>
                <a:lnTo>
                  <a:pt x="1602723" y="665685"/>
                </a:lnTo>
                <a:lnTo>
                  <a:pt x="1606189" y="672035"/>
                </a:lnTo>
                <a:lnTo>
                  <a:pt x="1602569" y="684091"/>
                </a:lnTo>
                <a:lnTo>
                  <a:pt x="1596219" y="687558"/>
                </a:lnTo>
                <a:lnTo>
                  <a:pt x="1588175" y="685202"/>
                </a:lnTo>
                <a:lnTo>
                  <a:pt x="1586471" y="684063"/>
                </a:lnTo>
                <a:close/>
              </a:path>
              <a:path w="5142230" h="2300604">
                <a:moveTo>
                  <a:pt x="3092527" y="2261656"/>
                </a:moveTo>
                <a:lnTo>
                  <a:pt x="3088518" y="2257365"/>
                </a:lnTo>
                <a:lnTo>
                  <a:pt x="3087373" y="2253696"/>
                </a:lnTo>
                <a:lnTo>
                  <a:pt x="3089361" y="2243703"/>
                </a:lnTo>
                <a:lnTo>
                  <a:pt x="3095403" y="2239712"/>
                </a:lnTo>
                <a:lnTo>
                  <a:pt x="3101539" y="2241002"/>
                </a:lnTo>
                <a:lnTo>
                  <a:pt x="3107732" y="2242256"/>
                </a:lnTo>
                <a:lnTo>
                  <a:pt x="3111724" y="2248288"/>
                </a:lnTo>
                <a:lnTo>
                  <a:pt x="3109233" y="2260577"/>
                </a:lnTo>
                <a:lnTo>
                  <a:pt x="3103191" y="2264569"/>
                </a:lnTo>
                <a:lnTo>
                  <a:pt x="3097052" y="2263373"/>
                </a:lnTo>
                <a:lnTo>
                  <a:pt x="3094662" y="2262867"/>
                </a:lnTo>
                <a:lnTo>
                  <a:pt x="3092527" y="2261656"/>
                </a:lnTo>
                <a:close/>
              </a:path>
              <a:path w="5142230" h="2300604">
                <a:moveTo>
                  <a:pt x="1188158" y="531661"/>
                </a:moveTo>
                <a:lnTo>
                  <a:pt x="1184104" y="527322"/>
                </a:lnTo>
                <a:lnTo>
                  <a:pt x="1183191" y="522239"/>
                </a:lnTo>
                <a:lnTo>
                  <a:pt x="1188159" y="512211"/>
                </a:lnTo>
                <a:lnTo>
                  <a:pt x="1194987" y="509941"/>
                </a:lnTo>
                <a:lnTo>
                  <a:pt x="1200649" y="512679"/>
                </a:lnTo>
                <a:lnTo>
                  <a:pt x="1206317" y="515520"/>
                </a:lnTo>
                <a:lnTo>
                  <a:pt x="1208586" y="522348"/>
                </a:lnTo>
                <a:lnTo>
                  <a:pt x="1205844" y="528014"/>
                </a:lnTo>
                <a:lnTo>
                  <a:pt x="1203003" y="533673"/>
                </a:lnTo>
                <a:lnTo>
                  <a:pt x="1196179" y="535947"/>
                </a:lnTo>
                <a:lnTo>
                  <a:pt x="1190513" y="533205"/>
                </a:lnTo>
                <a:lnTo>
                  <a:pt x="1189261" y="532549"/>
                </a:lnTo>
                <a:lnTo>
                  <a:pt x="1188158" y="531661"/>
                </a:lnTo>
                <a:close/>
              </a:path>
              <a:path w="5142230" h="2300604">
                <a:moveTo>
                  <a:pt x="3101466" y="1247430"/>
                </a:moveTo>
                <a:lnTo>
                  <a:pt x="3097003" y="1242652"/>
                </a:lnTo>
                <a:lnTo>
                  <a:pt x="3092817" y="1237878"/>
                </a:lnTo>
                <a:lnTo>
                  <a:pt x="3093397" y="1230679"/>
                </a:lnTo>
                <a:lnTo>
                  <a:pt x="3097504" y="1227158"/>
                </a:lnTo>
                <a:lnTo>
                  <a:pt x="3102225" y="1223024"/>
                </a:lnTo>
                <a:lnTo>
                  <a:pt x="3102927" y="1222407"/>
                </a:lnTo>
                <a:lnTo>
                  <a:pt x="3110135" y="1222987"/>
                </a:lnTo>
                <a:lnTo>
                  <a:pt x="3114263" y="1227797"/>
                </a:lnTo>
                <a:lnTo>
                  <a:pt x="3118403" y="1232522"/>
                </a:lnTo>
                <a:lnTo>
                  <a:pt x="3117823" y="1239721"/>
                </a:lnTo>
                <a:lnTo>
                  <a:pt x="3113716" y="1243242"/>
                </a:lnTo>
                <a:lnTo>
                  <a:pt x="3108991" y="1247372"/>
                </a:lnTo>
                <a:lnTo>
                  <a:pt x="3108439" y="1247856"/>
                </a:lnTo>
                <a:lnTo>
                  <a:pt x="3101466" y="1247430"/>
                </a:lnTo>
                <a:close/>
              </a:path>
              <a:path w="5142230" h="2300604">
                <a:moveTo>
                  <a:pt x="1451044" y="640552"/>
                </a:moveTo>
                <a:lnTo>
                  <a:pt x="1446986" y="636208"/>
                </a:lnTo>
                <a:lnTo>
                  <a:pt x="1445912" y="631833"/>
                </a:lnTo>
                <a:lnTo>
                  <a:pt x="1449371" y="621753"/>
                </a:lnTo>
                <a:lnTo>
                  <a:pt x="1455900" y="618576"/>
                </a:lnTo>
                <a:lnTo>
                  <a:pt x="1467797" y="622711"/>
                </a:lnTo>
                <a:lnTo>
                  <a:pt x="1470929" y="629191"/>
                </a:lnTo>
                <a:lnTo>
                  <a:pt x="1468886" y="635117"/>
                </a:lnTo>
                <a:lnTo>
                  <a:pt x="1466840" y="641137"/>
                </a:lnTo>
                <a:lnTo>
                  <a:pt x="1460355" y="644264"/>
                </a:lnTo>
                <a:lnTo>
                  <a:pt x="1454388" y="642177"/>
                </a:lnTo>
                <a:lnTo>
                  <a:pt x="1452567" y="641595"/>
                </a:lnTo>
                <a:lnTo>
                  <a:pt x="1451044" y="640552"/>
                </a:lnTo>
                <a:close/>
              </a:path>
              <a:path w="5142230" h="2300604">
                <a:moveTo>
                  <a:pt x="3107970" y="2192269"/>
                </a:moveTo>
                <a:lnTo>
                  <a:pt x="3103962" y="2187978"/>
                </a:lnTo>
                <a:lnTo>
                  <a:pt x="3102819" y="2184115"/>
                </a:lnTo>
                <a:lnTo>
                  <a:pt x="3105233" y="2174090"/>
                </a:lnTo>
                <a:lnTo>
                  <a:pt x="3111408" y="2170339"/>
                </a:lnTo>
                <a:lnTo>
                  <a:pt x="3123676" y="2173306"/>
                </a:lnTo>
                <a:lnTo>
                  <a:pt x="3127431" y="2179477"/>
                </a:lnTo>
                <a:lnTo>
                  <a:pt x="3125899" y="2185656"/>
                </a:lnTo>
                <a:lnTo>
                  <a:pt x="3124416" y="2191790"/>
                </a:lnTo>
                <a:lnTo>
                  <a:pt x="3118245" y="2195546"/>
                </a:lnTo>
                <a:lnTo>
                  <a:pt x="3109912" y="2193468"/>
                </a:lnTo>
                <a:lnTo>
                  <a:pt x="3107970" y="2192269"/>
                </a:lnTo>
                <a:close/>
              </a:path>
              <a:path w="5142230" h="2300604">
                <a:moveTo>
                  <a:pt x="891050" y="339413"/>
                </a:moveTo>
                <a:lnTo>
                  <a:pt x="886165" y="334184"/>
                </a:lnTo>
                <a:lnTo>
                  <a:pt x="885963" y="327811"/>
                </a:lnTo>
                <a:lnTo>
                  <a:pt x="889709" y="323317"/>
                </a:lnTo>
                <a:lnTo>
                  <a:pt x="893791" y="318498"/>
                </a:lnTo>
                <a:lnTo>
                  <a:pt x="900939" y="317939"/>
                </a:lnTo>
                <a:lnTo>
                  <a:pt x="905757" y="322022"/>
                </a:lnTo>
                <a:lnTo>
                  <a:pt x="910624" y="326058"/>
                </a:lnTo>
                <a:lnTo>
                  <a:pt x="911180" y="333300"/>
                </a:lnTo>
                <a:lnTo>
                  <a:pt x="903064" y="342891"/>
                </a:lnTo>
                <a:lnTo>
                  <a:pt x="895863" y="343491"/>
                </a:lnTo>
                <a:lnTo>
                  <a:pt x="891050" y="339413"/>
                </a:lnTo>
                <a:close/>
              </a:path>
              <a:path w="5142230" h="2300604">
                <a:moveTo>
                  <a:pt x="3178484" y="1364771"/>
                </a:moveTo>
                <a:lnTo>
                  <a:pt x="3174380" y="1360378"/>
                </a:lnTo>
                <a:lnTo>
                  <a:pt x="3173703" y="1359458"/>
                </a:lnTo>
                <a:lnTo>
                  <a:pt x="3173173" y="1358401"/>
                </a:lnTo>
                <a:lnTo>
                  <a:pt x="3170492" y="1352697"/>
                </a:lnTo>
                <a:lnTo>
                  <a:pt x="3172796" y="1345878"/>
                </a:lnTo>
                <a:lnTo>
                  <a:pt x="3178555" y="1343147"/>
                </a:lnTo>
                <a:lnTo>
                  <a:pt x="3184218" y="1340413"/>
                </a:lnTo>
                <a:lnTo>
                  <a:pt x="3191029" y="1342816"/>
                </a:lnTo>
                <a:lnTo>
                  <a:pt x="3193768" y="1348485"/>
                </a:lnTo>
                <a:lnTo>
                  <a:pt x="3196449" y="1354189"/>
                </a:lnTo>
                <a:lnTo>
                  <a:pt x="3194045" y="1361000"/>
                </a:lnTo>
                <a:lnTo>
                  <a:pt x="3188386" y="1363739"/>
                </a:lnTo>
                <a:lnTo>
                  <a:pt x="3183774" y="1365938"/>
                </a:lnTo>
                <a:lnTo>
                  <a:pt x="3178484" y="1364771"/>
                </a:lnTo>
                <a:close/>
              </a:path>
              <a:path w="5142230" h="2300604">
                <a:moveTo>
                  <a:pt x="1063493" y="463114"/>
                </a:moveTo>
                <a:lnTo>
                  <a:pt x="1059398" y="458730"/>
                </a:lnTo>
                <a:lnTo>
                  <a:pt x="1058644" y="453134"/>
                </a:lnTo>
                <a:lnTo>
                  <a:pt x="1061433" y="448592"/>
                </a:lnTo>
                <a:lnTo>
                  <a:pt x="1064766" y="443266"/>
                </a:lnTo>
                <a:lnTo>
                  <a:pt x="1071536" y="441618"/>
                </a:lnTo>
                <a:lnTo>
                  <a:pt x="1071685" y="441582"/>
                </a:lnTo>
                <a:lnTo>
                  <a:pt x="1077102" y="444839"/>
                </a:lnTo>
                <a:lnTo>
                  <a:pt x="1082466" y="448138"/>
                </a:lnTo>
                <a:lnTo>
                  <a:pt x="1084164" y="455135"/>
                </a:lnTo>
                <a:lnTo>
                  <a:pt x="1080865" y="460499"/>
                </a:lnTo>
                <a:lnTo>
                  <a:pt x="1077608" y="465907"/>
                </a:lnTo>
                <a:lnTo>
                  <a:pt x="1070615" y="467610"/>
                </a:lnTo>
                <a:lnTo>
                  <a:pt x="1065202" y="464357"/>
                </a:lnTo>
                <a:lnTo>
                  <a:pt x="1064278" y="463759"/>
                </a:lnTo>
                <a:lnTo>
                  <a:pt x="1063493" y="463114"/>
                </a:lnTo>
                <a:close/>
              </a:path>
              <a:path w="5142230" h="2300604">
                <a:moveTo>
                  <a:pt x="1003624" y="424635"/>
                </a:moveTo>
                <a:lnTo>
                  <a:pt x="999524" y="420246"/>
                </a:lnTo>
                <a:lnTo>
                  <a:pt x="998923" y="414325"/>
                </a:lnTo>
                <a:lnTo>
                  <a:pt x="1005485" y="404634"/>
                </a:lnTo>
                <a:lnTo>
                  <a:pt x="1012612" y="403271"/>
                </a:lnTo>
                <a:lnTo>
                  <a:pt x="1023041" y="410330"/>
                </a:lnTo>
                <a:lnTo>
                  <a:pt x="1024399" y="417453"/>
                </a:lnTo>
                <a:lnTo>
                  <a:pt x="1017345" y="427887"/>
                </a:lnTo>
                <a:lnTo>
                  <a:pt x="1010266" y="429204"/>
                </a:lnTo>
                <a:lnTo>
                  <a:pt x="1004313" y="425177"/>
                </a:lnTo>
                <a:lnTo>
                  <a:pt x="1003624" y="424635"/>
                </a:lnTo>
                <a:close/>
              </a:path>
              <a:path w="5142230" h="2300604">
                <a:moveTo>
                  <a:pt x="946842" y="384084"/>
                </a:moveTo>
                <a:lnTo>
                  <a:pt x="941674" y="378553"/>
                </a:lnTo>
                <a:lnTo>
                  <a:pt x="941285" y="372565"/>
                </a:lnTo>
                <a:lnTo>
                  <a:pt x="948500" y="363085"/>
                </a:lnTo>
                <a:lnTo>
                  <a:pt x="955615" y="362100"/>
                </a:lnTo>
                <a:lnTo>
                  <a:pt x="960632" y="365906"/>
                </a:lnTo>
                <a:lnTo>
                  <a:pt x="965697" y="369666"/>
                </a:lnTo>
                <a:lnTo>
                  <a:pt x="966679" y="376876"/>
                </a:lnTo>
                <a:lnTo>
                  <a:pt x="959067" y="386908"/>
                </a:lnTo>
                <a:lnTo>
                  <a:pt x="951907" y="387845"/>
                </a:lnTo>
                <a:lnTo>
                  <a:pt x="946842" y="384084"/>
                </a:lnTo>
                <a:close/>
              </a:path>
              <a:path w="5142230" h="2300604">
                <a:moveTo>
                  <a:pt x="3143943" y="1303555"/>
                </a:moveTo>
                <a:lnTo>
                  <a:pt x="3139287" y="1298571"/>
                </a:lnTo>
                <a:lnTo>
                  <a:pt x="3138975" y="1298041"/>
                </a:lnTo>
                <a:lnTo>
                  <a:pt x="3135425" y="1292774"/>
                </a:lnTo>
                <a:lnTo>
                  <a:pt x="3136936" y="1285692"/>
                </a:lnTo>
                <a:lnTo>
                  <a:pt x="3142158" y="1282193"/>
                </a:lnTo>
                <a:lnTo>
                  <a:pt x="3147422" y="1278737"/>
                </a:lnTo>
                <a:lnTo>
                  <a:pt x="3154502" y="1280158"/>
                </a:lnTo>
                <a:lnTo>
                  <a:pt x="3161459" y="1290734"/>
                </a:lnTo>
                <a:lnTo>
                  <a:pt x="3159993" y="1297765"/>
                </a:lnTo>
                <a:lnTo>
                  <a:pt x="3154775" y="1301270"/>
                </a:lnTo>
                <a:lnTo>
                  <a:pt x="3149991" y="1304360"/>
                </a:lnTo>
                <a:lnTo>
                  <a:pt x="3143943" y="1303555"/>
                </a:lnTo>
                <a:close/>
              </a:path>
              <a:path w="5142230" h="2300604">
                <a:moveTo>
                  <a:pt x="1654724" y="703853"/>
                </a:moveTo>
                <a:lnTo>
                  <a:pt x="1650715" y="699563"/>
                </a:lnTo>
                <a:lnTo>
                  <a:pt x="1649627" y="695466"/>
                </a:lnTo>
                <a:lnTo>
                  <a:pt x="1650708" y="691442"/>
                </a:lnTo>
                <a:lnTo>
                  <a:pt x="1652377" y="685409"/>
                </a:lnTo>
                <a:lnTo>
                  <a:pt x="1658681" y="681894"/>
                </a:lnTo>
                <a:lnTo>
                  <a:pt x="1664760" y="683612"/>
                </a:lnTo>
                <a:lnTo>
                  <a:pt x="1670838" y="685230"/>
                </a:lnTo>
                <a:lnTo>
                  <a:pt x="1674398" y="691583"/>
                </a:lnTo>
                <a:lnTo>
                  <a:pt x="1671012" y="703695"/>
                </a:lnTo>
                <a:lnTo>
                  <a:pt x="1664663" y="707260"/>
                </a:lnTo>
                <a:lnTo>
                  <a:pt x="1658585" y="705543"/>
                </a:lnTo>
                <a:lnTo>
                  <a:pt x="1656526" y="705001"/>
                </a:lnTo>
                <a:lnTo>
                  <a:pt x="1654724" y="703853"/>
                </a:lnTo>
                <a:close/>
              </a:path>
              <a:path w="5142230" h="2300604">
                <a:moveTo>
                  <a:pt x="3125748" y="2123523"/>
                </a:moveTo>
                <a:lnTo>
                  <a:pt x="3121740" y="2119232"/>
                </a:lnTo>
                <a:lnTo>
                  <a:pt x="3120598" y="2115176"/>
                </a:lnTo>
                <a:lnTo>
                  <a:pt x="3123353" y="2105124"/>
                </a:lnTo>
                <a:lnTo>
                  <a:pt x="3129254" y="2101764"/>
                </a:lnTo>
                <a:lnTo>
                  <a:pt x="3129611" y="2101561"/>
                </a:lnTo>
                <a:lnTo>
                  <a:pt x="3135693" y="2103184"/>
                </a:lnTo>
                <a:lnTo>
                  <a:pt x="3141768" y="2104897"/>
                </a:lnTo>
                <a:lnTo>
                  <a:pt x="3145331" y="2111155"/>
                </a:lnTo>
                <a:lnTo>
                  <a:pt x="3143708" y="2117237"/>
                </a:lnTo>
                <a:lnTo>
                  <a:pt x="3142039" y="2123271"/>
                </a:lnTo>
                <a:lnTo>
                  <a:pt x="3135732" y="2126880"/>
                </a:lnTo>
                <a:lnTo>
                  <a:pt x="3129703" y="2125216"/>
                </a:lnTo>
                <a:lnTo>
                  <a:pt x="3127546" y="2124666"/>
                </a:lnTo>
                <a:lnTo>
                  <a:pt x="3125748" y="2123523"/>
                </a:lnTo>
                <a:close/>
              </a:path>
              <a:path w="5142230" h="2300604">
                <a:moveTo>
                  <a:pt x="1929960" y="774453"/>
                </a:moveTo>
                <a:lnTo>
                  <a:pt x="1925952" y="770162"/>
                </a:lnTo>
                <a:lnTo>
                  <a:pt x="1924763" y="766250"/>
                </a:lnTo>
                <a:lnTo>
                  <a:pt x="1925744" y="762413"/>
                </a:lnTo>
                <a:lnTo>
                  <a:pt x="1927177" y="756225"/>
                </a:lnTo>
                <a:lnTo>
                  <a:pt x="1933352" y="752474"/>
                </a:lnTo>
                <a:lnTo>
                  <a:pt x="1945620" y="755441"/>
                </a:lnTo>
                <a:lnTo>
                  <a:pt x="1949376" y="761612"/>
                </a:lnTo>
                <a:lnTo>
                  <a:pt x="1947892" y="767746"/>
                </a:lnTo>
                <a:lnTo>
                  <a:pt x="1946458" y="773834"/>
                </a:lnTo>
                <a:lnTo>
                  <a:pt x="1940287" y="777590"/>
                </a:lnTo>
                <a:lnTo>
                  <a:pt x="1934153" y="776106"/>
                </a:lnTo>
                <a:lnTo>
                  <a:pt x="1931857" y="775603"/>
                </a:lnTo>
                <a:lnTo>
                  <a:pt x="1929960" y="774453"/>
                </a:lnTo>
                <a:close/>
              </a:path>
              <a:path w="5142230" h="2300604">
                <a:moveTo>
                  <a:pt x="3164245" y="1986835"/>
                </a:moveTo>
                <a:lnTo>
                  <a:pt x="3160241" y="1982549"/>
                </a:lnTo>
                <a:lnTo>
                  <a:pt x="3159103" y="1978399"/>
                </a:lnTo>
                <a:lnTo>
                  <a:pt x="3161944" y="1968440"/>
                </a:lnTo>
                <a:lnTo>
                  <a:pt x="3168252" y="1964830"/>
                </a:lnTo>
                <a:lnTo>
                  <a:pt x="3174286" y="1966598"/>
                </a:lnTo>
                <a:lnTo>
                  <a:pt x="3180368" y="1968222"/>
                </a:lnTo>
                <a:lnTo>
                  <a:pt x="3183924" y="1974570"/>
                </a:lnTo>
                <a:lnTo>
                  <a:pt x="3180494" y="1986732"/>
                </a:lnTo>
                <a:lnTo>
                  <a:pt x="3174185" y="1990242"/>
                </a:lnTo>
                <a:lnTo>
                  <a:pt x="3168111" y="1988529"/>
                </a:lnTo>
                <a:lnTo>
                  <a:pt x="3166052" y="1987987"/>
                </a:lnTo>
                <a:lnTo>
                  <a:pt x="3164245" y="1986835"/>
                </a:lnTo>
                <a:close/>
              </a:path>
              <a:path w="5142230" h="2300604">
                <a:moveTo>
                  <a:pt x="3183005" y="1918359"/>
                </a:moveTo>
                <a:lnTo>
                  <a:pt x="3179001" y="1914073"/>
                </a:lnTo>
                <a:lnTo>
                  <a:pt x="3177816" y="1910067"/>
                </a:lnTo>
                <a:lnTo>
                  <a:pt x="3178831" y="1906365"/>
                </a:lnTo>
                <a:lnTo>
                  <a:pt x="3180423" y="1900053"/>
                </a:lnTo>
                <a:lnTo>
                  <a:pt x="3186680" y="1896390"/>
                </a:lnTo>
                <a:lnTo>
                  <a:pt x="3192766" y="1898018"/>
                </a:lnTo>
                <a:lnTo>
                  <a:pt x="3198897" y="1899596"/>
                </a:lnTo>
                <a:lnTo>
                  <a:pt x="3202510" y="1905809"/>
                </a:lnTo>
                <a:lnTo>
                  <a:pt x="3199353" y="1917971"/>
                </a:lnTo>
                <a:lnTo>
                  <a:pt x="3193273" y="1921530"/>
                </a:lnTo>
                <a:lnTo>
                  <a:pt x="3193095" y="1921634"/>
                </a:lnTo>
                <a:lnTo>
                  <a:pt x="3184812" y="1919511"/>
                </a:lnTo>
                <a:lnTo>
                  <a:pt x="3183005" y="1918359"/>
                </a:lnTo>
                <a:close/>
              </a:path>
              <a:path w="5142230" h="2300604">
                <a:moveTo>
                  <a:pt x="3144836" y="2055105"/>
                </a:moveTo>
                <a:lnTo>
                  <a:pt x="3140828" y="2050814"/>
                </a:lnTo>
                <a:lnTo>
                  <a:pt x="3139735" y="2046713"/>
                </a:lnTo>
                <a:lnTo>
                  <a:pt x="3142584" y="2036664"/>
                </a:lnTo>
                <a:lnTo>
                  <a:pt x="3148884" y="2033144"/>
                </a:lnTo>
                <a:lnTo>
                  <a:pt x="3154967" y="2034867"/>
                </a:lnTo>
                <a:lnTo>
                  <a:pt x="3160997" y="2036630"/>
                </a:lnTo>
                <a:lnTo>
                  <a:pt x="3164507" y="2042929"/>
                </a:lnTo>
                <a:lnTo>
                  <a:pt x="3162794" y="2049013"/>
                </a:lnTo>
                <a:lnTo>
                  <a:pt x="3161027" y="2055038"/>
                </a:lnTo>
                <a:lnTo>
                  <a:pt x="3154723" y="2058553"/>
                </a:lnTo>
                <a:lnTo>
                  <a:pt x="3148697" y="2056795"/>
                </a:lnTo>
                <a:lnTo>
                  <a:pt x="3146634" y="2056248"/>
                </a:lnTo>
                <a:lnTo>
                  <a:pt x="3144836" y="2055105"/>
                </a:lnTo>
                <a:close/>
              </a:path>
              <a:path w="5142230" h="2300604">
                <a:moveTo>
                  <a:pt x="1998985" y="790965"/>
                </a:moveTo>
                <a:lnTo>
                  <a:pt x="1994972" y="786670"/>
                </a:lnTo>
                <a:lnTo>
                  <a:pt x="1993788" y="782763"/>
                </a:lnTo>
                <a:lnTo>
                  <a:pt x="1996207" y="772742"/>
                </a:lnTo>
                <a:lnTo>
                  <a:pt x="2002377" y="768987"/>
                </a:lnTo>
                <a:lnTo>
                  <a:pt x="2014600" y="771905"/>
                </a:lnTo>
                <a:lnTo>
                  <a:pt x="2018355" y="778076"/>
                </a:lnTo>
                <a:lnTo>
                  <a:pt x="2016920" y="784164"/>
                </a:lnTo>
                <a:lnTo>
                  <a:pt x="2015437" y="790298"/>
                </a:lnTo>
                <a:lnTo>
                  <a:pt x="2009312" y="794102"/>
                </a:lnTo>
                <a:lnTo>
                  <a:pt x="2003219" y="792663"/>
                </a:lnTo>
                <a:lnTo>
                  <a:pt x="2000931" y="792070"/>
                </a:lnTo>
                <a:lnTo>
                  <a:pt x="1998985" y="790965"/>
                </a:lnTo>
                <a:close/>
              </a:path>
              <a:path w="5142230" h="2300604">
                <a:moveTo>
                  <a:pt x="2067963" y="807330"/>
                </a:moveTo>
                <a:lnTo>
                  <a:pt x="2064005" y="803093"/>
                </a:lnTo>
                <a:lnTo>
                  <a:pt x="2063609" y="801789"/>
                </a:lnTo>
                <a:lnTo>
                  <a:pt x="2062834" y="799102"/>
                </a:lnTo>
                <a:lnTo>
                  <a:pt x="2063698" y="795335"/>
                </a:lnTo>
                <a:lnTo>
                  <a:pt x="2065181" y="789201"/>
                </a:lnTo>
                <a:lnTo>
                  <a:pt x="2071357" y="785450"/>
                </a:lnTo>
                <a:lnTo>
                  <a:pt x="2077489" y="786835"/>
                </a:lnTo>
                <a:lnTo>
                  <a:pt x="2083623" y="788318"/>
                </a:lnTo>
                <a:lnTo>
                  <a:pt x="2087383" y="794494"/>
                </a:lnTo>
                <a:lnTo>
                  <a:pt x="2085900" y="800628"/>
                </a:lnTo>
                <a:lnTo>
                  <a:pt x="2084511" y="806765"/>
                </a:lnTo>
                <a:lnTo>
                  <a:pt x="2078340" y="810520"/>
                </a:lnTo>
                <a:lnTo>
                  <a:pt x="2072157" y="809082"/>
                </a:lnTo>
                <a:lnTo>
                  <a:pt x="2069910" y="808534"/>
                </a:lnTo>
                <a:lnTo>
                  <a:pt x="2067963" y="807330"/>
                </a:lnTo>
                <a:close/>
              </a:path>
              <a:path w="5142230" h="2300604">
                <a:moveTo>
                  <a:pt x="3214199" y="1780011"/>
                </a:moveTo>
                <a:lnTo>
                  <a:pt x="3210236" y="1775768"/>
                </a:lnTo>
                <a:lnTo>
                  <a:pt x="3208993" y="1772190"/>
                </a:lnTo>
                <a:lnTo>
                  <a:pt x="3209684" y="1768531"/>
                </a:lnTo>
                <a:lnTo>
                  <a:pt x="3210789" y="1762285"/>
                </a:lnTo>
                <a:lnTo>
                  <a:pt x="3216694" y="1758148"/>
                </a:lnTo>
                <a:lnTo>
                  <a:pt x="3222890" y="1759208"/>
                </a:lnTo>
                <a:lnTo>
                  <a:pt x="3229082" y="1760363"/>
                </a:lnTo>
                <a:lnTo>
                  <a:pt x="3233225" y="1766264"/>
                </a:lnTo>
                <a:lnTo>
                  <a:pt x="3232159" y="1772455"/>
                </a:lnTo>
                <a:lnTo>
                  <a:pt x="3231055" y="1778701"/>
                </a:lnTo>
                <a:lnTo>
                  <a:pt x="3225149" y="1782838"/>
                </a:lnTo>
                <a:lnTo>
                  <a:pt x="3216379" y="1781270"/>
                </a:lnTo>
                <a:lnTo>
                  <a:pt x="3214199" y="1780011"/>
                </a:lnTo>
                <a:close/>
              </a:path>
              <a:path w="5142230" h="2300604">
                <a:moveTo>
                  <a:pt x="2274610" y="858363"/>
                </a:moveTo>
                <a:lnTo>
                  <a:pt x="2270601" y="854072"/>
                </a:lnTo>
                <a:lnTo>
                  <a:pt x="2269466" y="850120"/>
                </a:lnTo>
                <a:lnTo>
                  <a:pt x="2272073" y="840106"/>
                </a:lnTo>
                <a:lnTo>
                  <a:pt x="2278157" y="836551"/>
                </a:lnTo>
                <a:lnTo>
                  <a:pt x="2278335" y="836448"/>
                </a:lnTo>
                <a:lnTo>
                  <a:pt x="2284415" y="837972"/>
                </a:lnTo>
                <a:lnTo>
                  <a:pt x="2290502" y="839600"/>
                </a:lnTo>
                <a:lnTo>
                  <a:pt x="2294160" y="845862"/>
                </a:lnTo>
                <a:lnTo>
                  <a:pt x="2292597" y="851716"/>
                </a:lnTo>
                <a:lnTo>
                  <a:pt x="2291007" y="858029"/>
                </a:lnTo>
                <a:lnTo>
                  <a:pt x="2284746" y="861687"/>
                </a:lnTo>
                <a:lnTo>
                  <a:pt x="2278781" y="860091"/>
                </a:lnTo>
                <a:lnTo>
                  <a:pt x="2276511" y="859518"/>
                </a:lnTo>
                <a:lnTo>
                  <a:pt x="2274610" y="858363"/>
                </a:lnTo>
                <a:close/>
              </a:path>
              <a:path w="5142230" h="2300604">
                <a:moveTo>
                  <a:pt x="2205859" y="840873"/>
                </a:moveTo>
                <a:lnTo>
                  <a:pt x="2201850" y="836582"/>
                </a:lnTo>
                <a:lnTo>
                  <a:pt x="2200662" y="832671"/>
                </a:lnTo>
                <a:lnTo>
                  <a:pt x="2203174" y="822653"/>
                </a:lnTo>
                <a:lnTo>
                  <a:pt x="2204816" y="821674"/>
                </a:lnTo>
                <a:lnTo>
                  <a:pt x="2209510" y="818977"/>
                </a:lnTo>
                <a:lnTo>
                  <a:pt x="2215476" y="820476"/>
                </a:lnTo>
                <a:lnTo>
                  <a:pt x="2221610" y="821959"/>
                </a:lnTo>
                <a:lnTo>
                  <a:pt x="2225316" y="828175"/>
                </a:lnTo>
                <a:lnTo>
                  <a:pt x="2223833" y="834309"/>
                </a:lnTo>
                <a:lnTo>
                  <a:pt x="2222304" y="840394"/>
                </a:lnTo>
                <a:lnTo>
                  <a:pt x="2216088" y="844101"/>
                </a:lnTo>
                <a:lnTo>
                  <a:pt x="2209954" y="842618"/>
                </a:lnTo>
                <a:lnTo>
                  <a:pt x="2207755" y="842024"/>
                </a:lnTo>
                <a:lnTo>
                  <a:pt x="2205859" y="840873"/>
                </a:lnTo>
                <a:close/>
              </a:path>
              <a:path w="5142230" h="2300604">
                <a:moveTo>
                  <a:pt x="2874965" y="1070847"/>
                </a:moveTo>
                <a:lnTo>
                  <a:pt x="2870870" y="1066463"/>
                </a:lnTo>
                <a:lnTo>
                  <a:pt x="2870061" y="1061101"/>
                </a:lnTo>
                <a:lnTo>
                  <a:pt x="2872475" y="1056746"/>
                </a:lnTo>
                <a:lnTo>
                  <a:pt x="2875497" y="1051183"/>
                </a:lnTo>
                <a:lnTo>
                  <a:pt x="2882459" y="1049154"/>
                </a:lnTo>
                <a:lnTo>
                  <a:pt x="2893489" y="1055195"/>
                </a:lnTo>
                <a:lnTo>
                  <a:pt x="2895567" y="1062111"/>
                </a:lnTo>
                <a:lnTo>
                  <a:pt x="2892500" y="1067625"/>
                </a:lnTo>
                <a:lnTo>
                  <a:pt x="2889478" y="1073187"/>
                </a:lnTo>
                <a:lnTo>
                  <a:pt x="2882512" y="1075211"/>
                </a:lnTo>
                <a:lnTo>
                  <a:pt x="2875936" y="1071593"/>
                </a:lnTo>
                <a:lnTo>
                  <a:pt x="2874965" y="1070847"/>
                </a:lnTo>
                <a:close/>
              </a:path>
              <a:path w="5142230" h="2300604">
                <a:moveTo>
                  <a:pt x="3199990" y="1849449"/>
                </a:moveTo>
                <a:lnTo>
                  <a:pt x="3195982" y="1845158"/>
                </a:lnTo>
                <a:lnTo>
                  <a:pt x="3194835" y="1841390"/>
                </a:lnTo>
                <a:lnTo>
                  <a:pt x="3197106" y="1831407"/>
                </a:lnTo>
                <a:lnTo>
                  <a:pt x="3203190" y="1827558"/>
                </a:lnTo>
                <a:lnTo>
                  <a:pt x="3215465" y="1830337"/>
                </a:lnTo>
                <a:lnTo>
                  <a:pt x="3219318" y="1836416"/>
                </a:lnTo>
                <a:lnTo>
                  <a:pt x="3217929" y="1842553"/>
                </a:lnTo>
                <a:lnTo>
                  <a:pt x="3216585" y="1848739"/>
                </a:lnTo>
                <a:lnTo>
                  <a:pt x="3210411" y="1852589"/>
                </a:lnTo>
                <a:lnTo>
                  <a:pt x="3201978" y="1850697"/>
                </a:lnTo>
                <a:lnTo>
                  <a:pt x="3199990" y="1849449"/>
                </a:lnTo>
                <a:close/>
              </a:path>
              <a:path w="5142230" h="2300604">
                <a:moveTo>
                  <a:pt x="3229799" y="1639437"/>
                </a:moveTo>
                <a:lnTo>
                  <a:pt x="3225836" y="1635195"/>
                </a:lnTo>
                <a:lnTo>
                  <a:pt x="3224617" y="1632228"/>
                </a:lnTo>
                <a:lnTo>
                  <a:pt x="3224767" y="1629163"/>
                </a:lnTo>
                <a:lnTo>
                  <a:pt x="3224982" y="1622844"/>
                </a:lnTo>
                <a:lnTo>
                  <a:pt x="3230293" y="1617972"/>
                </a:lnTo>
                <a:lnTo>
                  <a:pt x="3236468" y="1618131"/>
                </a:lnTo>
                <a:lnTo>
                  <a:pt x="3242881" y="1618350"/>
                </a:lnTo>
                <a:lnTo>
                  <a:pt x="3247755" y="1623567"/>
                </a:lnTo>
                <a:lnTo>
                  <a:pt x="3247330" y="1636209"/>
                </a:lnTo>
                <a:lnTo>
                  <a:pt x="3242063" y="1641129"/>
                </a:lnTo>
                <a:lnTo>
                  <a:pt x="3235790" y="1640963"/>
                </a:lnTo>
                <a:lnTo>
                  <a:pt x="3232632" y="1640808"/>
                </a:lnTo>
                <a:lnTo>
                  <a:pt x="3229799" y="1639437"/>
                </a:lnTo>
                <a:close/>
              </a:path>
              <a:path w="5142230" h="2300604">
                <a:moveTo>
                  <a:pt x="2936607" y="1107314"/>
                </a:moveTo>
                <a:lnTo>
                  <a:pt x="2931763" y="1102128"/>
                </a:lnTo>
                <a:lnTo>
                  <a:pt x="2931124" y="1096557"/>
                </a:lnTo>
                <a:lnTo>
                  <a:pt x="2937098" y="1087117"/>
                </a:lnTo>
                <a:lnTo>
                  <a:pt x="2937355" y="1086709"/>
                </a:lnTo>
                <a:lnTo>
                  <a:pt x="2944395" y="1085154"/>
                </a:lnTo>
                <a:lnTo>
                  <a:pt x="2949707" y="1088593"/>
                </a:lnTo>
                <a:lnTo>
                  <a:pt x="2955073" y="1091990"/>
                </a:lnTo>
                <a:lnTo>
                  <a:pt x="2956627" y="1099030"/>
                </a:lnTo>
                <a:lnTo>
                  <a:pt x="2953446" y="1103934"/>
                </a:lnTo>
                <a:lnTo>
                  <a:pt x="2950061" y="1109302"/>
                </a:lnTo>
                <a:lnTo>
                  <a:pt x="2949840" y="1109653"/>
                </a:lnTo>
                <a:lnTo>
                  <a:pt x="2942805" y="1111212"/>
                </a:lnTo>
                <a:lnTo>
                  <a:pt x="2937444" y="1107819"/>
                </a:lnTo>
                <a:lnTo>
                  <a:pt x="2936607" y="1107314"/>
                </a:lnTo>
                <a:close/>
              </a:path>
              <a:path w="5142230" h="2300604">
                <a:moveTo>
                  <a:pt x="2136895" y="823938"/>
                </a:moveTo>
                <a:lnTo>
                  <a:pt x="2132887" y="819647"/>
                </a:lnTo>
                <a:lnTo>
                  <a:pt x="2132506" y="818360"/>
                </a:lnTo>
                <a:lnTo>
                  <a:pt x="2131763" y="815707"/>
                </a:lnTo>
                <a:lnTo>
                  <a:pt x="2134162" y="805764"/>
                </a:lnTo>
                <a:lnTo>
                  <a:pt x="2140333" y="802008"/>
                </a:lnTo>
                <a:lnTo>
                  <a:pt x="2152601" y="804975"/>
                </a:lnTo>
                <a:lnTo>
                  <a:pt x="2156356" y="811146"/>
                </a:lnTo>
                <a:lnTo>
                  <a:pt x="2153385" y="823409"/>
                </a:lnTo>
                <a:lnTo>
                  <a:pt x="2147219" y="827169"/>
                </a:lnTo>
                <a:lnTo>
                  <a:pt x="2141035" y="825632"/>
                </a:lnTo>
                <a:lnTo>
                  <a:pt x="2138837" y="825137"/>
                </a:lnTo>
                <a:lnTo>
                  <a:pt x="2136895" y="823938"/>
                </a:lnTo>
                <a:close/>
              </a:path>
              <a:path w="5142230" h="2300604">
                <a:moveTo>
                  <a:pt x="2747167" y="1009992"/>
                </a:moveTo>
                <a:lnTo>
                  <a:pt x="2743109" y="1005647"/>
                </a:lnTo>
                <a:lnTo>
                  <a:pt x="2742138" y="1000893"/>
                </a:lnTo>
                <a:lnTo>
                  <a:pt x="2743889" y="996610"/>
                </a:lnTo>
                <a:lnTo>
                  <a:pt x="2746400" y="990794"/>
                </a:lnTo>
                <a:lnTo>
                  <a:pt x="2753056" y="988046"/>
                </a:lnTo>
                <a:lnTo>
                  <a:pt x="2759021" y="990619"/>
                </a:lnTo>
                <a:lnTo>
                  <a:pt x="2764695" y="992979"/>
                </a:lnTo>
                <a:lnTo>
                  <a:pt x="2767442" y="999635"/>
                </a:lnTo>
                <a:lnTo>
                  <a:pt x="2762514" y="1011269"/>
                </a:lnTo>
                <a:lnTo>
                  <a:pt x="2755854" y="1014012"/>
                </a:lnTo>
                <a:lnTo>
                  <a:pt x="2748500" y="1010929"/>
                </a:lnTo>
                <a:lnTo>
                  <a:pt x="2747167" y="1009992"/>
                </a:lnTo>
                <a:close/>
              </a:path>
              <a:path w="5142230" h="2300604">
                <a:moveTo>
                  <a:pt x="1723343" y="722571"/>
                </a:moveTo>
                <a:lnTo>
                  <a:pt x="1719335" y="718280"/>
                </a:lnTo>
                <a:lnTo>
                  <a:pt x="1718145" y="714269"/>
                </a:lnTo>
                <a:lnTo>
                  <a:pt x="1719182" y="710296"/>
                </a:lnTo>
                <a:lnTo>
                  <a:pt x="1720805" y="704214"/>
                </a:lnTo>
                <a:lnTo>
                  <a:pt x="1726825" y="700786"/>
                </a:lnTo>
                <a:lnTo>
                  <a:pt x="1727063" y="700651"/>
                </a:lnTo>
                <a:lnTo>
                  <a:pt x="1733145" y="702274"/>
                </a:lnTo>
                <a:lnTo>
                  <a:pt x="1739272" y="703847"/>
                </a:lnTo>
                <a:lnTo>
                  <a:pt x="1742840" y="710110"/>
                </a:lnTo>
                <a:lnTo>
                  <a:pt x="1741217" y="716192"/>
                </a:lnTo>
                <a:lnTo>
                  <a:pt x="1739642" y="722229"/>
                </a:lnTo>
                <a:lnTo>
                  <a:pt x="1733617" y="725749"/>
                </a:lnTo>
                <a:lnTo>
                  <a:pt x="1733380" y="725887"/>
                </a:lnTo>
                <a:lnTo>
                  <a:pt x="1727298" y="724263"/>
                </a:lnTo>
                <a:lnTo>
                  <a:pt x="1725141" y="723713"/>
                </a:lnTo>
                <a:lnTo>
                  <a:pt x="1723343" y="722571"/>
                </a:lnTo>
                <a:close/>
              </a:path>
              <a:path w="5142230" h="2300604">
                <a:moveTo>
                  <a:pt x="2811897" y="1038817"/>
                </a:moveTo>
                <a:lnTo>
                  <a:pt x="2807802" y="1034433"/>
                </a:lnTo>
                <a:lnTo>
                  <a:pt x="2806882" y="1029440"/>
                </a:lnTo>
                <a:lnTo>
                  <a:pt x="2808969" y="1025125"/>
                </a:lnTo>
                <a:lnTo>
                  <a:pt x="2811666" y="1019410"/>
                </a:lnTo>
                <a:lnTo>
                  <a:pt x="2818452" y="1016997"/>
                </a:lnTo>
                <a:lnTo>
                  <a:pt x="2829877" y="1022386"/>
                </a:lnTo>
                <a:lnTo>
                  <a:pt x="2832294" y="1029177"/>
                </a:lnTo>
                <a:lnTo>
                  <a:pt x="2829593" y="1034887"/>
                </a:lnTo>
                <a:lnTo>
                  <a:pt x="2826855" y="1040558"/>
                </a:lnTo>
                <a:lnTo>
                  <a:pt x="2820065" y="1042966"/>
                </a:lnTo>
                <a:lnTo>
                  <a:pt x="2813049" y="1039658"/>
                </a:lnTo>
                <a:lnTo>
                  <a:pt x="2811897" y="1038817"/>
                </a:lnTo>
                <a:close/>
              </a:path>
              <a:path w="5142230" h="2300604">
                <a:moveTo>
                  <a:pt x="1860945" y="757658"/>
                </a:moveTo>
                <a:lnTo>
                  <a:pt x="1856932" y="753362"/>
                </a:lnTo>
                <a:lnTo>
                  <a:pt x="1855842" y="749458"/>
                </a:lnTo>
                <a:lnTo>
                  <a:pt x="1858261" y="739438"/>
                </a:lnTo>
                <a:lnTo>
                  <a:pt x="1864477" y="735731"/>
                </a:lnTo>
                <a:lnTo>
                  <a:pt x="1870611" y="737214"/>
                </a:lnTo>
                <a:lnTo>
                  <a:pt x="1876696" y="738743"/>
                </a:lnTo>
                <a:lnTo>
                  <a:pt x="1880447" y="744909"/>
                </a:lnTo>
                <a:lnTo>
                  <a:pt x="1878923" y="750999"/>
                </a:lnTo>
                <a:lnTo>
                  <a:pt x="1877439" y="757133"/>
                </a:lnTo>
                <a:lnTo>
                  <a:pt x="1871264" y="760884"/>
                </a:lnTo>
                <a:lnTo>
                  <a:pt x="1862887" y="758857"/>
                </a:lnTo>
                <a:lnTo>
                  <a:pt x="1860945" y="757658"/>
                </a:lnTo>
                <a:close/>
              </a:path>
              <a:path w="5142230" h="2300604">
                <a:moveTo>
                  <a:pt x="3204200" y="1430225"/>
                </a:moveTo>
                <a:lnTo>
                  <a:pt x="3200191" y="1425934"/>
                </a:lnTo>
                <a:lnTo>
                  <a:pt x="3199345" y="1424441"/>
                </a:lnTo>
                <a:lnTo>
                  <a:pt x="3198838" y="1422824"/>
                </a:lnTo>
                <a:lnTo>
                  <a:pt x="3196871" y="1416808"/>
                </a:lnTo>
                <a:lnTo>
                  <a:pt x="3200201" y="1410402"/>
                </a:lnTo>
                <a:lnTo>
                  <a:pt x="3206172" y="1408486"/>
                </a:lnTo>
                <a:lnTo>
                  <a:pt x="3211907" y="1406610"/>
                </a:lnTo>
                <a:lnTo>
                  <a:pt x="3212187" y="1406519"/>
                </a:lnTo>
                <a:lnTo>
                  <a:pt x="3218589" y="1409852"/>
                </a:lnTo>
                <a:lnTo>
                  <a:pt x="3222477" y="1421834"/>
                </a:lnTo>
                <a:lnTo>
                  <a:pt x="3219189" y="1428285"/>
                </a:lnTo>
                <a:lnTo>
                  <a:pt x="3208828" y="1431562"/>
                </a:lnTo>
                <a:lnTo>
                  <a:pt x="3204200" y="1430225"/>
                </a:lnTo>
                <a:close/>
              </a:path>
              <a:path w="5142230" h="2300604">
                <a:moveTo>
                  <a:pt x="3220942" y="1498682"/>
                </a:moveTo>
                <a:lnTo>
                  <a:pt x="3216979" y="1494440"/>
                </a:lnTo>
                <a:lnTo>
                  <a:pt x="3215915" y="1492421"/>
                </a:lnTo>
                <a:lnTo>
                  <a:pt x="3215571" y="1490195"/>
                </a:lnTo>
                <a:lnTo>
                  <a:pt x="3214459" y="1484020"/>
                </a:lnTo>
                <a:lnTo>
                  <a:pt x="3218575" y="1478065"/>
                </a:lnTo>
                <a:lnTo>
                  <a:pt x="3230930" y="1475847"/>
                </a:lnTo>
                <a:lnTo>
                  <a:pt x="3236875" y="1479963"/>
                </a:lnTo>
                <a:lnTo>
                  <a:pt x="3239144" y="1492362"/>
                </a:lnTo>
                <a:lnTo>
                  <a:pt x="3234982" y="1498268"/>
                </a:lnTo>
                <a:lnTo>
                  <a:pt x="3228803" y="1499374"/>
                </a:lnTo>
                <a:lnTo>
                  <a:pt x="3224863" y="1500142"/>
                </a:lnTo>
                <a:lnTo>
                  <a:pt x="3220942" y="1498682"/>
                </a:lnTo>
                <a:close/>
              </a:path>
              <a:path w="5142230" h="2300604">
                <a:moveTo>
                  <a:pt x="1792086" y="740443"/>
                </a:moveTo>
                <a:lnTo>
                  <a:pt x="1788077" y="736152"/>
                </a:lnTo>
                <a:lnTo>
                  <a:pt x="1786933" y="732190"/>
                </a:lnTo>
                <a:lnTo>
                  <a:pt x="1789450" y="722177"/>
                </a:lnTo>
                <a:lnTo>
                  <a:pt x="1795666" y="718471"/>
                </a:lnTo>
                <a:lnTo>
                  <a:pt x="1807878" y="721572"/>
                </a:lnTo>
                <a:lnTo>
                  <a:pt x="1811584" y="727789"/>
                </a:lnTo>
                <a:lnTo>
                  <a:pt x="1810031" y="733848"/>
                </a:lnTo>
                <a:lnTo>
                  <a:pt x="1808482" y="740009"/>
                </a:lnTo>
                <a:lnTo>
                  <a:pt x="1802266" y="743716"/>
                </a:lnTo>
                <a:lnTo>
                  <a:pt x="1796296" y="742212"/>
                </a:lnTo>
                <a:lnTo>
                  <a:pt x="1793978" y="741588"/>
                </a:lnTo>
                <a:lnTo>
                  <a:pt x="1792086" y="740443"/>
                </a:lnTo>
                <a:close/>
              </a:path>
              <a:path w="5142230" h="2300604">
                <a:moveTo>
                  <a:pt x="3224516" y="1709925"/>
                </a:moveTo>
                <a:lnTo>
                  <a:pt x="3220553" y="1705683"/>
                </a:lnTo>
                <a:lnTo>
                  <a:pt x="3219346" y="1702436"/>
                </a:lnTo>
                <a:lnTo>
                  <a:pt x="3219699" y="1699002"/>
                </a:lnTo>
                <a:lnTo>
                  <a:pt x="3220431" y="1692748"/>
                </a:lnTo>
                <a:lnTo>
                  <a:pt x="3226062" y="1688219"/>
                </a:lnTo>
                <a:lnTo>
                  <a:pt x="3232311" y="1688946"/>
                </a:lnTo>
                <a:lnTo>
                  <a:pt x="3238568" y="1689584"/>
                </a:lnTo>
                <a:lnTo>
                  <a:pt x="3243098" y="1695214"/>
                </a:lnTo>
                <a:lnTo>
                  <a:pt x="3242411" y="1701517"/>
                </a:lnTo>
                <a:lnTo>
                  <a:pt x="3241683" y="1707776"/>
                </a:lnTo>
                <a:lnTo>
                  <a:pt x="3236053" y="1712305"/>
                </a:lnTo>
                <a:lnTo>
                  <a:pt x="3226976" y="1711288"/>
                </a:lnTo>
                <a:lnTo>
                  <a:pt x="3224516" y="1709925"/>
                </a:lnTo>
                <a:close/>
              </a:path>
              <a:path w="5142230" h="2300604">
                <a:moveTo>
                  <a:pt x="2994447" y="1147433"/>
                </a:moveTo>
                <a:lnTo>
                  <a:pt x="2989796" y="1142454"/>
                </a:lnTo>
                <a:lnTo>
                  <a:pt x="2989345" y="1136302"/>
                </a:lnTo>
                <a:lnTo>
                  <a:pt x="2992807" y="1131798"/>
                </a:lnTo>
                <a:lnTo>
                  <a:pt x="2996613" y="1126781"/>
                </a:lnTo>
                <a:lnTo>
                  <a:pt x="3003728" y="1125796"/>
                </a:lnTo>
                <a:lnTo>
                  <a:pt x="3013756" y="1133403"/>
                </a:lnTo>
                <a:lnTo>
                  <a:pt x="3014792" y="1140572"/>
                </a:lnTo>
                <a:lnTo>
                  <a:pt x="3007131" y="1150650"/>
                </a:lnTo>
                <a:lnTo>
                  <a:pt x="2999966" y="1151581"/>
                </a:lnTo>
                <a:lnTo>
                  <a:pt x="2994954" y="1147780"/>
                </a:lnTo>
                <a:lnTo>
                  <a:pt x="2994447" y="1147433"/>
                </a:lnTo>
                <a:close/>
              </a:path>
              <a:path w="5142230" h="2300604">
                <a:moveTo>
                  <a:pt x="3229088" y="1568787"/>
                </a:moveTo>
                <a:lnTo>
                  <a:pt x="3225075" y="1564491"/>
                </a:lnTo>
                <a:lnTo>
                  <a:pt x="3223930" y="1562092"/>
                </a:lnTo>
                <a:lnTo>
                  <a:pt x="3223793" y="1559306"/>
                </a:lnTo>
                <a:lnTo>
                  <a:pt x="3223394" y="1553014"/>
                </a:lnTo>
                <a:lnTo>
                  <a:pt x="3228155" y="1547653"/>
                </a:lnTo>
                <a:lnTo>
                  <a:pt x="3240736" y="1546849"/>
                </a:lnTo>
                <a:lnTo>
                  <a:pt x="3246143" y="1551659"/>
                </a:lnTo>
                <a:lnTo>
                  <a:pt x="3246896" y="1564195"/>
                </a:lnTo>
                <a:lnTo>
                  <a:pt x="3242185" y="1569610"/>
                </a:lnTo>
                <a:lnTo>
                  <a:pt x="3235842" y="1569956"/>
                </a:lnTo>
                <a:lnTo>
                  <a:pt x="3232340" y="1570215"/>
                </a:lnTo>
                <a:lnTo>
                  <a:pt x="3229088" y="1568787"/>
                </a:lnTo>
                <a:close/>
              </a:path>
              <a:path w="5142230" h="2300604">
                <a:moveTo>
                  <a:pt x="1384075" y="616367"/>
                </a:moveTo>
                <a:lnTo>
                  <a:pt x="1380066" y="612077"/>
                </a:lnTo>
                <a:lnTo>
                  <a:pt x="1378994" y="607508"/>
                </a:lnTo>
                <a:lnTo>
                  <a:pt x="1382785" y="597393"/>
                </a:lnTo>
                <a:lnTo>
                  <a:pt x="1389353" y="594453"/>
                </a:lnTo>
                <a:lnTo>
                  <a:pt x="1401146" y="598867"/>
                </a:lnTo>
                <a:lnTo>
                  <a:pt x="1404176" y="605433"/>
                </a:lnTo>
                <a:lnTo>
                  <a:pt x="1399717" y="617278"/>
                </a:lnTo>
                <a:lnTo>
                  <a:pt x="1393149" y="620217"/>
                </a:lnTo>
                <a:lnTo>
                  <a:pt x="1385551" y="617362"/>
                </a:lnTo>
                <a:lnTo>
                  <a:pt x="1384075" y="616367"/>
                </a:lnTo>
                <a:close/>
              </a:path>
              <a:path w="5142230" h="2300604">
                <a:moveTo>
                  <a:pt x="2343148" y="876700"/>
                </a:moveTo>
                <a:lnTo>
                  <a:pt x="2339144" y="872414"/>
                </a:lnTo>
                <a:lnTo>
                  <a:pt x="2338002" y="868358"/>
                </a:lnTo>
                <a:lnTo>
                  <a:pt x="2339134" y="864388"/>
                </a:lnTo>
                <a:lnTo>
                  <a:pt x="2340806" y="858261"/>
                </a:lnTo>
                <a:lnTo>
                  <a:pt x="2346685" y="854975"/>
                </a:lnTo>
                <a:lnTo>
                  <a:pt x="2347105" y="854741"/>
                </a:lnTo>
                <a:lnTo>
                  <a:pt x="2359271" y="858086"/>
                </a:lnTo>
                <a:lnTo>
                  <a:pt x="2362834" y="864345"/>
                </a:lnTo>
                <a:lnTo>
                  <a:pt x="2361117" y="870424"/>
                </a:lnTo>
                <a:lnTo>
                  <a:pt x="2359445" y="876551"/>
                </a:lnTo>
                <a:lnTo>
                  <a:pt x="2353603" y="879878"/>
                </a:lnTo>
                <a:lnTo>
                  <a:pt x="2353186" y="880115"/>
                </a:lnTo>
                <a:lnTo>
                  <a:pt x="2344998" y="877802"/>
                </a:lnTo>
                <a:lnTo>
                  <a:pt x="2343148" y="876700"/>
                </a:lnTo>
                <a:close/>
              </a:path>
              <a:path w="5142230" h="2300604">
                <a:moveTo>
                  <a:pt x="1252458" y="562176"/>
                </a:moveTo>
                <a:lnTo>
                  <a:pt x="1248404" y="557836"/>
                </a:lnTo>
                <a:lnTo>
                  <a:pt x="1247484" y="552942"/>
                </a:lnTo>
                <a:lnTo>
                  <a:pt x="1249427" y="548571"/>
                </a:lnTo>
                <a:lnTo>
                  <a:pt x="1252025" y="542848"/>
                </a:lnTo>
                <a:lnTo>
                  <a:pt x="1258773" y="540297"/>
                </a:lnTo>
                <a:lnTo>
                  <a:pt x="1264491" y="542899"/>
                </a:lnTo>
                <a:lnTo>
                  <a:pt x="1270258" y="545456"/>
                </a:lnTo>
                <a:lnTo>
                  <a:pt x="1272814" y="552199"/>
                </a:lnTo>
                <a:lnTo>
                  <a:pt x="1270257" y="557966"/>
                </a:lnTo>
                <a:lnTo>
                  <a:pt x="1267606" y="563730"/>
                </a:lnTo>
                <a:lnTo>
                  <a:pt x="1260863" y="566286"/>
                </a:lnTo>
                <a:lnTo>
                  <a:pt x="1253703" y="563021"/>
                </a:lnTo>
                <a:lnTo>
                  <a:pt x="1252458" y="562176"/>
                </a:lnTo>
                <a:close/>
              </a:path>
              <a:path w="5142230" h="2300604">
                <a:moveTo>
                  <a:pt x="2614564" y="959826"/>
                </a:moveTo>
                <a:lnTo>
                  <a:pt x="2610510" y="955487"/>
                </a:lnTo>
                <a:lnTo>
                  <a:pt x="2609431" y="951107"/>
                </a:lnTo>
                <a:lnTo>
                  <a:pt x="2610843" y="946948"/>
                </a:lnTo>
                <a:lnTo>
                  <a:pt x="2612890" y="941027"/>
                </a:lnTo>
                <a:lnTo>
                  <a:pt x="2619414" y="937845"/>
                </a:lnTo>
                <a:lnTo>
                  <a:pt x="2631312" y="941980"/>
                </a:lnTo>
                <a:lnTo>
                  <a:pt x="2634497" y="948419"/>
                </a:lnTo>
                <a:lnTo>
                  <a:pt x="2632405" y="954391"/>
                </a:lnTo>
                <a:lnTo>
                  <a:pt x="2630403" y="960361"/>
                </a:lnTo>
                <a:lnTo>
                  <a:pt x="2623879" y="963543"/>
                </a:lnTo>
                <a:lnTo>
                  <a:pt x="2617907" y="961451"/>
                </a:lnTo>
                <a:lnTo>
                  <a:pt x="2616086" y="960870"/>
                </a:lnTo>
                <a:lnTo>
                  <a:pt x="2614564" y="959826"/>
                </a:lnTo>
                <a:close/>
              </a:path>
              <a:path w="5142230" h="2300604">
                <a:moveTo>
                  <a:pt x="2547201" y="937469"/>
                </a:moveTo>
                <a:lnTo>
                  <a:pt x="2543193" y="933179"/>
                </a:lnTo>
                <a:lnTo>
                  <a:pt x="2542062" y="928938"/>
                </a:lnTo>
                <a:lnTo>
                  <a:pt x="2545328" y="918848"/>
                </a:lnTo>
                <a:lnTo>
                  <a:pt x="2551720" y="915524"/>
                </a:lnTo>
                <a:lnTo>
                  <a:pt x="2563726" y="919384"/>
                </a:lnTo>
                <a:lnTo>
                  <a:pt x="2567049" y="925776"/>
                </a:lnTo>
                <a:lnTo>
                  <a:pt x="2565098" y="931800"/>
                </a:lnTo>
                <a:lnTo>
                  <a:pt x="2563195" y="937778"/>
                </a:lnTo>
                <a:lnTo>
                  <a:pt x="2556803" y="941101"/>
                </a:lnTo>
                <a:lnTo>
                  <a:pt x="2550774" y="939144"/>
                </a:lnTo>
                <a:lnTo>
                  <a:pt x="2548863" y="938565"/>
                </a:lnTo>
                <a:lnTo>
                  <a:pt x="2547201" y="937469"/>
                </a:lnTo>
                <a:close/>
              </a:path>
              <a:path w="5142230" h="2300604">
                <a:moveTo>
                  <a:pt x="2681347" y="983811"/>
                </a:moveTo>
                <a:lnTo>
                  <a:pt x="2677297" y="979477"/>
                </a:lnTo>
                <a:lnTo>
                  <a:pt x="2676221" y="974903"/>
                </a:lnTo>
                <a:lnTo>
                  <a:pt x="2677825" y="970756"/>
                </a:lnTo>
                <a:lnTo>
                  <a:pt x="2680061" y="964841"/>
                </a:lnTo>
                <a:lnTo>
                  <a:pt x="2686579" y="961848"/>
                </a:lnTo>
                <a:lnTo>
                  <a:pt x="2698423" y="966316"/>
                </a:lnTo>
                <a:lnTo>
                  <a:pt x="2701362" y="972884"/>
                </a:lnTo>
                <a:lnTo>
                  <a:pt x="2699131" y="978803"/>
                </a:lnTo>
                <a:lnTo>
                  <a:pt x="2696948" y="984678"/>
                </a:lnTo>
                <a:lnTo>
                  <a:pt x="2690327" y="987658"/>
                </a:lnTo>
                <a:lnTo>
                  <a:pt x="2684453" y="985475"/>
                </a:lnTo>
                <a:lnTo>
                  <a:pt x="2682729" y="984803"/>
                </a:lnTo>
                <a:lnTo>
                  <a:pt x="2681347" y="983811"/>
                </a:lnTo>
                <a:close/>
              </a:path>
              <a:path w="5142230" h="2300604">
                <a:moveTo>
                  <a:pt x="3048517" y="1192607"/>
                </a:moveTo>
                <a:lnTo>
                  <a:pt x="3043917" y="1187682"/>
                </a:lnTo>
                <a:lnTo>
                  <a:pt x="3043816" y="1180928"/>
                </a:lnTo>
                <a:lnTo>
                  <a:pt x="3052204" y="1171823"/>
                </a:lnTo>
                <a:lnTo>
                  <a:pt x="3059436" y="1171550"/>
                </a:lnTo>
                <a:lnTo>
                  <a:pt x="3064006" y="1175855"/>
                </a:lnTo>
                <a:lnTo>
                  <a:pt x="3068633" y="1180125"/>
                </a:lnTo>
                <a:lnTo>
                  <a:pt x="3068907" y="1187357"/>
                </a:lnTo>
                <a:lnTo>
                  <a:pt x="3060377" y="1196603"/>
                </a:lnTo>
                <a:lnTo>
                  <a:pt x="3053145" y="1196876"/>
                </a:lnTo>
                <a:lnTo>
                  <a:pt x="3048517" y="1192607"/>
                </a:lnTo>
                <a:close/>
              </a:path>
              <a:path w="5142230" h="2300604">
                <a:moveTo>
                  <a:pt x="2411466" y="896073"/>
                </a:moveTo>
                <a:lnTo>
                  <a:pt x="2407453" y="891777"/>
                </a:lnTo>
                <a:lnTo>
                  <a:pt x="2406324" y="887636"/>
                </a:lnTo>
                <a:lnTo>
                  <a:pt x="2409263" y="877586"/>
                </a:lnTo>
                <a:lnTo>
                  <a:pt x="2415612" y="874120"/>
                </a:lnTo>
                <a:lnTo>
                  <a:pt x="2427668" y="877641"/>
                </a:lnTo>
                <a:lnTo>
                  <a:pt x="2431139" y="883996"/>
                </a:lnTo>
                <a:lnTo>
                  <a:pt x="2429376" y="890026"/>
                </a:lnTo>
                <a:lnTo>
                  <a:pt x="2427564" y="896102"/>
                </a:lnTo>
                <a:lnTo>
                  <a:pt x="2421214" y="899568"/>
                </a:lnTo>
                <a:lnTo>
                  <a:pt x="2413174" y="897217"/>
                </a:lnTo>
                <a:lnTo>
                  <a:pt x="2411466" y="896073"/>
                </a:lnTo>
                <a:close/>
              </a:path>
              <a:path w="5142230" h="2300604">
                <a:moveTo>
                  <a:pt x="1317829" y="590319"/>
                </a:moveTo>
                <a:lnTo>
                  <a:pt x="1313821" y="586028"/>
                </a:lnTo>
                <a:lnTo>
                  <a:pt x="1312801" y="581320"/>
                </a:lnTo>
                <a:lnTo>
                  <a:pt x="1316964" y="571212"/>
                </a:lnTo>
                <a:lnTo>
                  <a:pt x="1323579" y="568421"/>
                </a:lnTo>
                <a:lnTo>
                  <a:pt x="1329591" y="570849"/>
                </a:lnTo>
                <a:lnTo>
                  <a:pt x="1335265" y="573209"/>
                </a:lnTo>
                <a:lnTo>
                  <a:pt x="1338013" y="579864"/>
                </a:lnTo>
                <a:lnTo>
                  <a:pt x="1335686" y="585682"/>
                </a:lnTo>
                <a:lnTo>
                  <a:pt x="1333274" y="591506"/>
                </a:lnTo>
                <a:lnTo>
                  <a:pt x="1326569" y="594299"/>
                </a:lnTo>
                <a:lnTo>
                  <a:pt x="1320796" y="591931"/>
                </a:lnTo>
                <a:lnTo>
                  <a:pt x="1319212" y="591310"/>
                </a:lnTo>
                <a:lnTo>
                  <a:pt x="1317829" y="590319"/>
                </a:lnTo>
                <a:close/>
              </a:path>
              <a:path w="5142230" h="2300604">
                <a:moveTo>
                  <a:pt x="2479461" y="916369"/>
                </a:moveTo>
                <a:lnTo>
                  <a:pt x="2475457" y="912083"/>
                </a:lnTo>
                <a:lnTo>
                  <a:pt x="2474319" y="907933"/>
                </a:lnTo>
                <a:lnTo>
                  <a:pt x="2477400" y="897840"/>
                </a:lnTo>
                <a:lnTo>
                  <a:pt x="2483747" y="894468"/>
                </a:lnTo>
                <a:lnTo>
                  <a:pt x="2489781" y="896237"/>
                </a:lnTo>
                <a:lnTo>
                  <a:pt x="2495804" y="898089"/>
                </a:lnTo>
                <a:lnTo>
                  <a:pt x="2499221" y="904484"/>
                </a:lnTo>
                <a:lnTo>
                  <a:pt x="2495511" y="916543"/>
                </a:lnTo>
                <a:lnTo>
                  <a:pt x="2489160" y="919910"/>
                </a:lnTo>
                <a:lnTo>
                  <a:pt x="2483134" y="918152"/>
                </a:lnTo>
                <a:lnTo>
                  <a:pt x="2481168" y="917513"/>
                </a:lnTo>
                <a:lnTo>
                  <a:pt x="2479461" y="916369"/>
                </a:lnTo>
                <a:close/>
              </a:path>
              <a:path w="5142230" h="2300604">
                <a:moveTo>
                  <a:pt x="3351748" y="1389454"/>
                </a:moveTo>
                <a:lnTo>
                  <a:pt x="3347881" y="1385314"/>
                </a:lnTo>
                <a:lnTo>
                  <a:pt x="3346943" y="1383625"/>
                </a:lnTo>
                <a:lnTo>
                  <a:pt x="3346497" y="1381584"/>
                </a:lnTo>
                <a:lnTo>
                  <a:pt x="3345139" y="1375731"/>
                </a:lnTo>
                <a:lnTo>
                  <a:pt x="3348834" y="1369814"/>
                </a:lnTo>
                <a:lnTo>
                  <a:pt x="3354827" y="1368508"/>
                </a:lnTo>
                <a:lnTo>
                  <a:pt x="3360680" y="1367149"/>
                </a:lnTo>
                <a:lnTo>
                  <a:pt x="3366597" y="1370844"/>
                </a:lnTo>
                <a:lnTo>
                  <a:pt x="3369262" y="1382690"/>
                </a:lnTo>
                <a:lnTo>
                  <a:pt x="3365567" y="1388607"/>
                </a:lnTo>
                <a:lnTo>
                  <a:pt x="3355672" y="1390819"/>
                </a:lnTo>
                <a:lnTo>
                  <a:pt x="3351748" y="1389454"/>
                </a:lnTo>
                <a:close/>
              </a:path>
              <a:path w="5142230" h="2300604">
                <a:moveTo>
                  <a:pt x="2461083" y="779596"/>
                </a:moveTo>
                <a:lnTo>
                  <a:pt x="2457206" y="775447"/>
                </a:lnTo>
                <a:lnTo>
                  <a:pt x="2456162" y="771592"/>
                </a:lnTo>
                <a:lnTo>
                  <a:pt x="2457188" y="767803"/>
                </a:lnTo>
                <a:lnTo>
                  <a:pt x="2458706" y="761901"/>
                </a:lnTo>
                <a:lnTo>
                  <a:pt x="2464777" y="758430"/>
                </a:lnTo>
                <a:lnTo>
                  <a:pt x="2476473" y="761567"/>
                </a:lnTo>
                <a:lnTo>
                  <a:pt x="2479949" y="767633"/>
                </a:lnTo>
                <a:lnTo>
                  <a:pt x="2476812" y="779329"/>
                </a:lnTo>
                <a:lnTo>
                  <a:pt x="2471039" y="782630"/>
                </a:lnTo>
                <a:lnTo>
                  <a:pt x="2470741" y="782800"/>
                </a:lnTo>
                <a:lnTo>
                  <a:pt x="2462835" y="780690"/>
                </a:lnTo>
                <a:lnTo>
                  <a:pt x="2461083" y="779596"/>
                </a:lnTo>
                <a:close/>
              </a:path>
              <a:path w="5142230" h="2300604">
                <a:moveTo>
                  <a:pt x="3320309" y="1880501"/>
                </a:moveTo>
                <a:lnTo>
                  <a:pt x="3316483" y="1876405"/>
                </a:lnTo>
                <a:lnTo>
                  <a:pt x="3315326" y="1872821"/>
                </a:lnTo>
                <a:lnTo>
                  <a:pt x="3316067" y="1869215"/>
                </a:lnTo>
                <a:lnTo>
                  <a:pt x="3317212" y="1863306"/>
                </a:lnTo>
                <a:lnTo>
                  <a:pt x="3323009" y="1859443"/>
                </a:lnTo>
                <a:lnTo>
                  <a:pt x="3334919" y="1861831"/>
                </a:lnTo>
                <a:lnTo>
                  <a:pt x="3338777" y="1867623"/>
                </a:lnTo>
                <a:lnTo>
                  <a:pt x="3336393" y="1879538"/>
                </a:lnTo>
                <a:lnTo>
                  <a:pt x="3330645" y="1883355"/>
                </a:lnTo>
                <a:lnTo>
                  <a:pt x="3322346" y="1881704"/>
                </a:lnTo>
                <a:lnTo>
                  <a:pt x="3320309" y="1880501"/>
                </a:lnTo>
                <a:close/>
              </a:path>
              <a:path w="5142230" h="2300604">
                <a:moveTo>
                  <a:pt x="3277946" y="2300034"/>
                </a:moveTo>
                <a:lnTo>
                  <a:pt x="3277302" y="2299345"/>
                </a:lnTo>
                <a:lnTo>
                  <a:pt x="3276195" y="2297183"/>
                </a:lnTo>
                <a:lnTo>
                  <a:pt x="3275947" y="2294767"/>
                </a:lnTo>
                <a:lnTo>
                  <a:pt x="3275250" y="2288742"/>
                </a:lnTo>
                <a:lnTo>
                  <a:pt x="3279594" y="2283324"/>
                </a:lnTo>
                <a:lnTo>
                  <a:pt x="3291632" y="2281940"/>
                </a:lnTo>
                <a:lnTo>
                  <a:pt x="3297099" y="2286229"/>
                </a:lnTo>
                <a:lnTo>
                  <a:pt x="3298484" y="2298267"/>
                </a:lnTo>
                <a:lnTo>
                  <a:pt x="3297093" y="2300034"/>
                </a:lnTo>
                <a:lnTo>
                  <a:pt x="3277946" y="2300034"/>
                </a:lnTo>
                <a:close/>
              </a:path>
              <a:path w="5142230" h="2300604">
                <a:moveTo>
                  <a:pt x="1567199" y="549851"/>
                </a:moveTo>
                <a:lnTo>
                  <a:pt x="1563327" y="545706"/>
                </a:lnTo>
                <a:lnTo>
                  <a:pt x="1562285" y="541658"/>
                </a:lnTo>
                <a:lnTo>
                  <a:pt x="1563457" y="537732"/>
                </a:lnTo>
                <a:lnTo>
                  <a:pt x="1565259" y="531939"/>
                </a:lnTo>
                <a:lnTo>
                  <a:pt x="1571459" y="528704"/>
                </a:lnTo>
                <a:lnTo>
                  <a:pt x="1583040" y="532304"/>
                </a:lnTo>
                <a:lnTo>
                  <a:pt x="1586280" y="538509"/>
                </a:lnTo>
                <a:lnTo>
                  <a:pt x="1584432" y="544253"/>
                </a:lnTo>
                <a:lnTo>
                  <a:pt x="1582630" y="550045"/>
                </a:lnTo>
                <a:lnTo>
                  <a:pt x="1576524" y="553284"/>
                </a:lnTo>
                <a:lnTo>
                  <a:pt x="1568816" y="550897"/>
                </a:lnTo>
                <a:lnTo>
                  <a:pt x="1567199" y="549851"/>
                </a:lnTo>
                <a:close/>
              </a:path>
              <a:path w="5142230" h="2300604">
                <a:moveTo>
                  <a:pt x="3306602" y="1950184"/>
                </a:moveTo>
                <a:lnTo>
                  <a:pt x="3302776" y="1946088"/>
                </a:lnTo>
                <a:lnTo>
                  <a:pt x="3301620" y="1942602"/>
                </a:lnTo>
                <a:lnTo>
                  <a:pt x="3302357" y="1938992"/>
                </a:lnTo>
                <a:lnTo>
                  <a:pt x="3303461" y="1933039"/>
                </a:lnTo>
                <a:lnTo>
                  <a:pt x="3309208" y="1929122"/>
                </a:lnTo>
                <a:lnTo>
                  <a:pt x="3315170" y="1930227"/>
                </a:lnTo>
                <a:lnTo>
                  <a:pt x="3321125" y="1931421"/>
                </a:lnTo>
                <a:lnTo>
                  <a:pt x="3325032" y="1937167"/>
                </a:lnTo>
                <a:lnTo>
                  <a:pt x="3323932" y="1943125"/>
                </a:lnTo>
                <a:lnTo>
                  <a:pt x="3322743" y="1949085"/>
                </a:lnTo>
                <a:lnTo>
                  <a:pt x="3316987" y="1952992"/>
                </a:lnTo>
                <a:lnTo>
                  <a:pt x="3311034" y="1951897"/>
                </a:lnTo>
                <a:lnTo>
                  <a:pt x="3308639" y="1951386"/>
                </a:lnTo>
                <a:lnTo>
                  <a:pt x="3306602" y="1950184"/>
                </a:lnTo>
                <a:close/>
              </a:path>
              <a:path w="5142230" h="2300604">
                <a:moveTo>
                  <a:pt x="2529510" y="798401"/>
                </a:moveTo>
                <a:lnTo>
                  <a:pt x="2525638" y="794257"/>
                </a:lnTo>
                <a:lnTo>
                  <a:pt x="2524544" y="790348"/>
                </a:lnTo>
                <a:lnTo>
                  <a:pt x="2525614" y="786509"/>
                </a:lnTo>
                <a:lnTo>
                  <a:pt x="2527281" y="780669"/>
                </a:lnTo>
                <a:lnTo>
                  <a:pt x="2532818" y="777506"/>
                </a:lnTo>
                <a:lnTo>
                  <a:pt x="2533295" y="777234"/>
                </a:lnTo>
                <a:lnTo>
                  <a:pt x="2544988" y="780564"/>
                </a:lnTo>
                <a:lnTo>
                  <a:pt x="2548419" y="786582"/>
                </a:lnTo>
                <a:lnTo>
                  <a:pt x="2546752" y="792421"/>
                </a:lnTo>
                <a:lnTo>
                  <a:pt x="2545135" y="798315"/>
                </a:lnTo>
                <a:lnTo>
                  <a:pt x="2539071" y="801696"/>
                </a:lnTo>
                <a:lnTo>
                  <a:pt x="2531221" y="799451"/>
                </a:lnTo>
                <a:lnTo>
                  <a:pt x="2529510" y="798401"/>
                </a:lnTo>
                <a:close/>
              </a:path>
              <a:path w="5142230" h="2300604">
                <a:moveTo>
                  <a:pt x="1299661" y="454162"/>
                </a:moveTo>
                <a:lnTo>
                  <a:pt x="1295790" y="450017"/>
                </a:lnTo>
                <a:lnTo>
                  <a:pt x="1294808" y="445447"/>
                </a:lnTo>
                <a:lnTo>
                  <a:pt x="1296462" y="441353"/>
                </a:lnTo>
                <a:lnTo>
                  <a:pt x="1298778" y="435720"/>
                </a:lnTo>
                <a:lnTo>
                  <a:pt x="1305189" y="433101"/>
                </a:lnTo>
                <a:lnTo>
                  <a:pt x="1316415" y="437689"/>
                </a:lnTo>
                <a:lnTo>
                  <a:pt x="1319124" y="444108"/>
                </a:lnTo>
                <a:lnTo>
                  <a:pt x="1316807" y="449741"/>
                </a:lnTo>
                <a:lnTo>
                  <a:pt x="1314540" y="455329"/>
                </a:lnTo>
                <a:lnTo>
                  <a:pt x="1308072" y="457984"/>
                </a:lnTo>
                <a:lnTo>
                  <a:pt x="1302488" y="455721"/>
                </a:lnTo>
                <a:lnTo>
                  <a:pt x="1300953" y="455055"/>
                </a:lnTo>
                <a:lnTo>
                  <a:pt x="1299661" y="454162"/>
                </a:lnTo>
                <a:close/>
              </a:path>
              <a:path w="5142230" h="2300604">
                <a:moveTo>
                  <a:pt x="3277747" y="2161314"/>
                </a:moveTo>
                <a:lnTo>
                  <a:pt x="3273920" y="2157218"/>
                </a:lnTo>
                <a:lnTo>
                  <a:pt x="3272750" y="2154303"/>
                </a:lnTo>
                <a:lnTo>
                  <a:pt x="3272999" y="2151149"/>
                </a:lnTo>
                <a:lnTo>
                  <a:pt x="3273347" y="2145071"/>
                </a:lnTo>
                <a:lnTo>
                  <a:pt x="3278054" y="2140921"/>
                </a:lnTo>
                <a:lnTo>
                  <a:pt x="3278555" y="2140480"/>
                </a:lnTo>
                <a:lnTo>
                  <a:pt x="3284580" y="2140869"/>
                </a:lnTo>
                <a:lnTo>
                  <a:pt x="3290658" y="2141218"/>
                </a:lnTo>
                <a:lnTo>
                  <a:pt x="3295249" y="2146425"/>
                </a:lnTo>
                <a:lnTo>
                  <a:pt x="3294900" y="2152503"/>
                </a:lnTo>
                <a:lnTo>
                  <a:pt x="3294506" y="2158533"/>
                </a:lnTo>
                <a:lnTo>
                  <a:pt x="3289803" y="2162687"/>
                </a:lnTo>
                <a:lnTo>
                  <a:pt x="3289303" y="2163129"/>
                </a:lnTo>
                <a:lnTo>
                  <a:pt x="3280345" y="2162630"/>
                </a:lnTo>
                <a:lnTo>
                  <a:pt x="3277747" y="2161314"/>
                </a:lnTo>
                <a:close/>
              </a:path>
              <a:path w="5142230" h="2300604">
                <a:moveTo>
                  <a:pt x="1978629" y="660871"/>
                </a:moveTo>
                <a:lnTo>
                  <a:pt x="1974798" y="656770"/>
                </a:lnTo>
                <a:lnTo>
                  <a:pt x="1974433" y="655500"/>
                </a:lnTo>
                <a:lnTo>
                  <a:pt x="1973724" y="652884"/>
                </a:lnTo>
                <a:lnTo>
                  <a:pt x="1974633" y="649263"/>
                </a:lnTo>
                <a:lnTo>
                  <a:pt x="1976061" y="643363"/>
                </a:lnTo>
                <a:lnTo>
                  <a:pt x="1981991" y="639741"/>
                </a:lnTo>
                <a:lnTo>
                  <a:pt x="1993791" y="642598"/>
                </a:lnTo>
                <a:lnTo>
                  <a:pt x="1997364" y="648573"/>
                </a:lnTo>
                <a:lnTo>
                  <a:pt x="1995936" y="654473"/>
                </a:lnTo>
                <a:lnTo>
                  <a:pt x="1994557" y="660327"/>
                </a:lnTo>
                <a:lnTo>
                  <a:pt x="1988578" y="663995"/>
                </a:lnTo>
                <a:lnTo>
                  <a:pt x="1982727" y="662521"/>
                </a:lnTo>
                <a:lnTo>
                  <a:pt x="1980525" y="662021"/>
                </a:lnTo>
                <a:lnTo>
                  <a:pt x="1978629" y="660871"/>
                </a:lnTo>
                <a:close/>
              </a:path>
              <a:path w="5142230" h="2300604">
                <a:moveTo>
                  <a:pt x="3346914" y="1741053"/>
                </a:moveTo>
                <a:lnTo>
                  <a:pt x="3343038" y="1736903"/>
                </a:lnTo>
                <a:lnTo>
                  <a:pt x="3341878" y="1733512"/>
                </a:lnTo>
                <a:lnTo>
                  <a:pt x="3342522" y="1729998"/>
                </a:lnTo>
                <a:lnTo>
                  <a:pt x="3343527" y="1724036"/>
                </a:lnTo>
                <a:lnTo>
                  <a:pt x="3349142" y="1719979"/>
                </a:lnTo>
                <a:lnTo>
                  <a:pt x="3361106" y="1722033"/>
                </a:lnTo>
                <a:lnTo>
                  <a:pt x="3365163" y="1727648"/>
                </a:lnTo>
                <a:lnTo>
                  <a:pt x="3363154" y="1739670"/>
                </a:lnTo>
                <a:lnTo>
                  <a:pt x="3357489" y="1743674"/>
                </a:lnTo>
                <a:lnTo>
                  <a:pt x="3349044" y="1742258"/>
                </a:lnTo>
                <a:lnTo>
                  <a:pt x="3346914" y="1741053"/>
                </a:lnTo>
                <a:close/>
              </a:path>
              <a:path w="5142230" h="2300604">
                <a:moveTo>
                  <a:pt x="1234324" y="426251"/>
                </a:moveTo>
                <a:lnTo>
                  <a:pt x="1230412" y="422062"/>
                </a:lnTo>
                <a:lnTo>
                  <a:pt x="1229486" y="417357"/>
                </a:lnTo>
                <a:lnTo>
                  <a:pt x="1231369" y="413215"/>
                </a:lnTo>
                <a:lnTo>
                  <a:pt x="1233781" y="407684"/>
                </a:lnTo>
                <a:lnTo>
                  <a:pt x="1240287" y="405167"/>
                </a:lnTo>
                <a:lnTo>
                  <a:pt x="1245820" y="407669"/>
                </a:lnTo>
                <a:lnTo>
                  <a:pt x="1251401" y="410125"/>
                </a:lnTo>
                <a:lnTo>
                  <a:pt x="1253873" y="416582"/>
                </a:lnTo>
                <a:lnTo>
                  <a:pt x="1251417" y="422164"/>
                </a:lnTo>
                <a:lnTo>
                  <a:pt x="1249009" y="427700"/>
                </a:lnTo>
                <a:lnTo>
                  <a:pt x="1242499" y="430212"/>
                </a:lnTo>
                <a:lnTo>
                  <a:pt x="1235526" y="427146"/>
                </a:lnTo>
                <a:lnTo>
                  <a:pt x="1234324" y="426251"/>
                </a:lnTo>
                <a:close/>
              </a:path>
              <a:path w="5142230" h="2300604">
                <a:moveTo>
                  <a:pt x="1909711" y="643984"/>
                </a:moveTo>
                <a:lnTo>
                  <a:pt x="1905839" y="639840"/>
                </a:lnTo>
                <a:lnTo>
                  <a:pt x="1905441" y="638534"/>
                </a:lnTo>
                <a:lnTo>
                  <a:pt x="1904708" y="635990"/>
                </a:lnTo>
                <a:lnTo>
                  <a:pt x="1905684" y="632245"/>
                </a:lnTo>
                <a:lnTo>
                  <a:pt x="1907094" y="626423"/>
                </a:lnTo>
                <a:lnTo>
                  <a:pt x="1908677" y="625478"/>
                </a:lnTo>
                <a:lnTo>
                  <a:pt x="1913192" y="622883"/>
                </a:lnTo>
                <a:lnTo>
                  <a:pt x="1918974" y="624283"/>
                </a:lnTo>
                <a:lnTo>
                  <a:pt x="1924825" y="625757"/>
                </a:lnTo>
                <a:lnTo>
                  <a:pt x="1928447" y="631687"/>
                </a:lnTo>
                <a:lnTo>
                  <a:pt x="1926970" y="637632"/>
                </a:lnTo>
                <a:lnTo>
                  <a:pt x="1925491" y="643478"/>
                </a:lnTo>
                <a:lnTo>
                  <a:pt x="1919561" y="647100"/>
                </a:lnTo>
                <a:lnTo>
                  <a:pt x="1913665" y="645578"/>
                </a:lnTo>
                <a:lnTo>
                  <a:pt x="1911557" y="645081"/>
                </a:lnTo>
                <a:lnTo>
                  <a:pt x="1909711" y="643984"/>
                </a:lnTo>
                <a:close/>
              </a:path>
              <a:path w="5142230" h="2300604">
                <a:moveTo>
                  <a:pt x="3332247" y="1321757"/>
                </a:moveTo>
                <a:lnTo>
                  <a:pt x="3328329" y="1317563"/>
                </a:lnTo>
                <a:lnTo>
                  <a:pt x="3327571" y="1316263"/>
                </a:lnTo>
                <a:lnTo>
                  <a:pt x="3327053" y="1314829"/>
                </a:lnTo>
                <a:lnTo>
                  <a:pt x="3324929" y="1309134"/>
                </a:lnTo>
                <a:lnTo>
                  <a:pt x="3327928" y="1302863"/>
                </a:lnTo>
                <a:lnTo>
                  <a:pt x="3333668" y="1300797"/>
                </a:lnTo>
                <a:lnTo>
                  <a:pt x="3339305" y="1298718"/>
                </a:lnTo>
                <a:lnTo>
                  <a:pt x="3345629" y="1301676"/>
                </a:lnTo>
                <a:lnTo>
                  <a:pt x="3349774" y="1313053"/>
                </a:lnTo>
                <a:lnTo>
                  <a:pt x="3346821" y="1319373"/>
                </a:lnTo>
                <a:lnTo>
                  <a:pt x="3336832" y="1322952"/>
                </a:lnTo>
                <a:lnTo>
                  <a:pt x="3332247" y="1321757"/>
                </a:lnTo>
                <a:close/>
              </a:path>
              <a:path w="5142230" h="2300604">
                <a:moveTo>
                  <a:pt x="1703496" y="589992"/>
                </a:moveTo>
                <a:lnTo>
                  <a:pt x="1699670" y="585896"/>
                </a:lnTo>
                <a:lnTo>
                  <a:pt x="1698575" y="581987"/>
                </a:lnTo>
                <a:lnTo>
                  <a:pt x="1699650" y="578153"/>
                </a:lnTo>
                <a:lnTo>
                  <a:pt x="1701267" y="572259"/>
                </a:lnTo>
                <a:lnTo>
                  <a:pt x="1707330" y="568878"/>
                </a:lnTo>
                <a:lnTo>
                  <a:pt x="1719018" y="572104"/>
                </a:lnTo>
                <a:lnTo>
                  <a:pt x="1722404" y="578172"/>
                </a:lnTo>
                <a:lnTo>
                  <a:pt x="1720787" y="584065"/>
                </a:lnTo>
                <a:lnTo>
                  <a:pt x="1719169" y="589859"/>
                </a:lnTo>
                <a:lnTo>
                  <a:pt x="1713526" y="593007"/>
                </a:lnTo>
                <a:lnTo>
                  <a:pt x="1713106" y="593241"/>
                </a:lnTo>
                <a:lnTo>
                  <a:pt x="1707258" y="591673"/>
                </a:lnTo>
                <a:lnTo>
                  <a:pt x="1705252" y="591090"/>
                </a:lnTo>
                <a:lnTo>
                  <a:pt x="1703496" y="589992"/>
                </a:lnTo>
                <a:close/>
              </a:path>
              <a:path w="5142230" h="2300604">
                <a:moveTo>
                  <a:pt x="2732788" y="860882"/>
                </a:moveTo>
                <a:lnTo>
                  <a:pt x="2728962" y="856786"/>
                </a:lnTo>
                <a:lnTo>
                  <a:pt x="2727877" y="852594"/>
                </a:lnTo>
                <a:lnTo>
                  <a:pt x="2731188" y="842845"/>
                </a:lnTo>
                <a:lnTo>
                  <a:pt x="2737426" y="839748"/>
                </a:lnTo>
                <a:lnTo>
                  <a:pt x="2743117" y="841736"/>
                </a:lnTo>
                <a:lnTo>
                  <a:pt x="2748863" y="843683"/>
                </a:lnTo>
                <a:lnTo>
                  <a:pt x="2751955" y="849925"/>
                </a:lnTo>
                <a:lnTo>
                  <a:pt x="2748066" y="861402"/>
                </a:lnTo>
                <a:lnTo>
                  <a:pt x="2741828" y="864499"/>
                </a:lnTo>
                <a:lnTo>
                  <a:pt x="2736087" y="862557"/>
                </a:lnTo>
                <a:lnTo>
                  <a:pt x="2734315" y="861930"/>
                </a:lnTo>
                <a:lnTo>
                  <a:pt x="2732788" y="860882"/>
                </a:lnTo>
                <a:close/>
              </a:path>
              <a:path w="5142230" h="2300604">
                <a:moveTo>
                  <a:pt x="3267964" y="1196935"/>
                </a:moveTo>
                <a:lnTo>
                  <a:pt x="3263119" y="1191749"/>
                </a:lnTo>
                <a:lnTo>
                  <a:pt x="3259649" y="1186764"/>
                </a:lnTo>
                <a:lnTo>
                  <a:pt x="3260826" y="1179911"/>
                </a:lnTo>
                <a:lnTo>
                  <a:pt x="3270792" y="1172985"/>
                </a:lnTo>
                <a:lnTo>
                  <a:pt x="3277645" y="1174162"/>
                </a:lnTo>
                <a:lnTo>
                  <a:pt x="3284576" y="1184123"/>
                </a:lnTo>
                <a:lnTo>
                  <a:pt x="3283398" y="1190976"/>
                </a:lnTo>
                <a:lnTo>
                  <a:pt x="3278418" y="1194441"/>
                </a:lnTo>
                <a:lnTo>
                  <a:pt x="3273918" y="1197640"/>
                </a:lnTo>
                <a:lnTo>
                  <a:pt x="3267964" y="1196935"/>
                </a:lnTo>
                <a:close/>
              </a:path>
              <a:path w="5142230" h="2300604">
                <a:moveTo>
                  <a:pt x="2799687" y="884502"/>
                </a:moveTo>
                <a:lnTo>
                  <a:pt x="2795811" y="880353"/>
                </a:lnTo>
                <a:lnTo>
                  <a:pt x="2794778" y="876022"/>
                </a:lnTo>
                <a:lnTo>
                  <a:pt x="2796236" y="872011"/>
                </a:lnTo>
                <a:lnTo>
                  <a:pt x="2798372" y="866282"/>
                </a:lnTo>
                <a:lnTo>
                  <a:pt x="2804698" y="863377"/>
                </a:lnTo>
                <a:lnTo>
                  <a:pt x="2810391" y="865463"/>
                </a:lnTo>
                <a:lnTo>
                  <a:pt x="2816026" y="867586"/>
                </a:lnTo>
                <a:lnTo>
                  <a:pt x="2818980" y="873876"/>
                </a:lnTo>
                <a:lnTo>
                  <a:pt x="2816849" y="879610"/>
                </a:lnTo>
                <a:lnTo>
                  <a:pt x="2814767" y="885299"/>
                </a:lnTo>
                <a:lnTo>
                  <a:pt x="2808437" y="888199"/>
                </a:lnTo>
                <a:lnTo>
                  <a:pt x="2801070" y="885494"/>
                </a:lnTo>
                <a:lnTo>
                  <a:pt x="2799687" y="884502"/>
                </a:lnTo>
                <a:close/>
              </a:path>
              <a:path w="5142230" h="2300604">
                <a:moveTo>
                  <a:pt x="1635229" y="570479"/>
                </a:moveTo>
                <a:lnTo>
                  <a:pt x="1631362" y="566339"/>
                </a:lnTo>
                <a:lnTo>
                  <a:pt x="1630271" y="562336"/>
                </a:lnTo>
                <a:lnTo>
                  <a:pt x="1633102" y="552660"/>
                </a:lnTo>
                <a:lnTo>
                  <a:pt x="1639211" y="549328"/>
                </a:lnTo>
                <a:lnTo>
                  <a:pt x="1645056" y="550990"/>
                </a:lnTo>
                <a:lnTo>
                  <a:pt x="1650852" y="552698"/>
                </a:lnTo>
                <a:lnTo>
                  <a:pt x="1654185" y="558807"/>
                </a:lnTo>
                <a:lnTo>
                  <a:pt x="1650765" y="570493"/>
                </a:lnTo>
                <a:lnTo>
                  <a:pt x="1644656" y="573826"/>
                </a:lnTo>
                <a:lnTo>
                  <a:pt x="1636850" y="571530"/>
                </a:lnTo>
                <a:lnTo>
                  <a:pt x="1635229" y="570479"/>
                </a:lnTo>
                <a:close/>
              </a:path>
              <a:path w="5142230" h="2300604">
                <a:moveTo>
                  <a:pt x="3170185" y="1088355"/>
                </a:moveTo>
                <a:lnTo>
                  <a:pt x="3165624" y="1083473"/>
                </a:lnTo>
                <a:lnTo>
                  <a:pt x="3165467" y="1077147"/>
                </a:lnTo>
                <a:lnTo>
                  <a:pt x="3173279" y="1068306"/>
                </a:lnTo>
                <a:lnTo>
                  <a:pt x="3180227" y="1067924"/>
                </a:lnTo>
                <a:lnTo>
                  <a:pt x="3184770" y="1071908"/>
                </a:lnTo>
                <a:lnTo>
                  <a:pt x="3189305" y="1075981"/>
                </a:lnTo>
                <a:lnTo>
                  <a:pt x="3189731" y="1082888"/>
                </a:lnTo>
                <a:lnTo>
                  <a:pt x="3185704" y="1087472"/>
                </a:lnTo>
                <a:lnTo>
                  <a:pt x="3181680" y="1091961"/>
                </a:lnTo>
                <a:lnTo>
                  <a:pt x="3174679" y="1092384"/>
                </a:lnTo>
                <a:lnTo>
                  <a:pt x="3170185" y="1088355"/>
                </a:lnTo>
                <a:close/>
              </a:path>
              <a:path w="5142230" h="2300604">
                <a:moveTo>
                  <a:pt x="3304185" y="1257116"/>
                </a:moveTo>
                <a:lnTo>
                  <a:pt x="3300223" y="1252874"/>
                </a:lnTo>
                <a:lnTo>
                  <a:pt x="3299632" y="1252046"/>
                </a:lnTo>
                <a:lnTo>
                  <a:pt x="3296356" y="1245802"/>
                </a:lnTo>
                <a:lnTo>
                  <a:pt x="3298470" y="1239171"/>
                </a:lnTo>
                <a:lnTo>
                  <a:pt x="3303850" y="1236327"/>
                </a:lnTo>
                <a:lnTo>
                  <a:pt x="3309231" y="1233584"/>
                </a:lnTo>
                <a:lnTo>
                  <a:pt x="3315862" y="1235698"/>
                </a:lnTo>
                <a:lnTo>
                  <a:pt x="3321444" y="1246463"/>
                </a:lnTo>
                <a:lnTo>
                  <a:pt x="3319402" y="1252976"/>
                </a:lnTo>
                <a:lnTo>
                  <a:pt x="3309483" y="1258193"/>
                </a:lnTo>
                <a:lnTo>
                  <a:pt x="3304185" y="1257116"/>
                </a:lnTo>
                <a:close/>
              </a:path>
              <a:path w="5142230" h="2300604">
                <a:moveTo>
                  <a:pt x="3284126" y="2090533"/>
                </a:moveTo>
                <a:lnTo>
                  <a:pt x="3280254" y="2086388"/>
                </a:lnTo>
                <a:lnTo>
                  <a:pt x="3279134" y="2083234"/>
                </a:lnTo>
                <a:lnTo>
                  <a:pt x="3279533" y="2079849"/>
                </a:lnTo>
                <a:lnTo>
                  <a:pt x="3280304" y="2073832"/>
                </a:lnTo>
                <a:lnTo>
                  <a:pt x="3285785" y="2069534"/>
                </a:lnTo>
                <a:lnTo>
                  <a:pt x="3297817" y="2070977"/>
                </a:lnTo>
                <a:lnTo>
                  <a:pt x="3302115" y="2076458"/>
                </a:lnTo>
                <a:lnTo>
                  <a:pt x="3301344" y="2082475"/>
                </a:lnTo>
                <a:lnTo>
                  <a:pt x="3300618" y="2088540"/>
                </a:lnTo>
                <a:lnTo>
                  <a:pt x="3295186" y="2092793"/>
                </a:lnTo>
                <a:lnTo>
                  <a:pt x="3286445" y="2091745"/>
                </a:lnTo>
                <a:lnTo>
                  <a:pt x="3284126" y="2090533"/>
                </a:lnTo>
                <a:close/>
              </a:path>
              <a:path w="5142230" h="2300604">
                <a:moveTo>
                  <a:pt x="3363067" y="1459143"/>
                </a:moveTo>
                <a:lnTo>
                  <a:pt x="3359200" y="1455003"/>
                </a:lnTo>
                <a:lnTo>
                  <a:pt x="3358188" y="1452844"/>
                </a:lnTo>
                <a:lnTo>
                  <a:pt x="3357894" y="1450379"/>
                </a:lnTo>
                <a:lnTo>
                  <a:pt x="3357250" y="1444314"/>
                </a:lnTo>
                <a:lnTo>
                  <a:pt x="3361585" y="1438886"/>
                </a:lnTo>
                <a:lnTo>
                  <a:pt x="3367605" y="1438293"/>
                </a:lnTo>
                <a:lnTo>
                  <a:pt x="3373625" y="1437601"/>
                </a:lnTo>
                <a:lnTo>
                  <a:pt x="3379043" y="1441936"/>
                </a:lnTo>
                <a:lnTo>
                  <a:pt x="3379740" y="1447960"/>
                </a:lnTo>
                <a:lnTo>
                  <a:pt x="3380379" y="1454019"/>
                </a:lnTo>
                <a:lnTo>
                  <a:pt x="3376044" y="1459447"/>
                </a:lnTo>
                <a:lnTo>
                  <a:pt x="3370025" y="1460139"/>
                </a:lnTo>
                <a:lnTo>
                  <a:pt x="3366425" y="1460489"/>
                </a:lnTo>
                <a:lnTo>
                  <a:pt x="3363067" y="1459143"/>
                </a:lnTo>
                <a:close/>
              </a:path>
              <a:path w="5142230" h="2300604">
                <a:moveTo>
                  <a:pt x="1840809" y="626626"/>
                </a:moveTo>
                <a:lnTo>
                  <a:pt x="1836937" y="622482"/>
                </a:lnTo>
                <a:lnTo>
                  <a:pt x="1835840" y="618668"/>
                </a:lnTo>
                <a:lnTo>
                  <a:pt x="1838335" y="609023"/>
                </a:lnTo>
                <a:lnTo>
                  <a:pt x="1844315" y="605454"/>
                </a:lnTo>
                <a:lnTo>
                  <a:pt x="1856058" y="608446"/>
                </a:lnTo>
                <a:lnTo>
                  <a:pt x="1859583" y="614467"/>
                </a:lnTo>
                <a:lnTo>
                  <a:pt x="1856586" y="626215"/>
                </a:lnTo>
                <a:lnTo>
                  <a:pt x="1850615" y="629793"/>
                </a:lnTo>
                <a:lnTo>
                  <a:pt x="1844839" y="628301"/>
                </a:lnTo>
                <a:lnTo>
                  <a:pt x="1842611" y="627774"/>
                </a:lnTo>
                <a:lnTo>
                  <a:pt x="1840809" y="626626"/>
                </a:lnTo>
                <a:close/>
              </a:path>
              <a:path w="5142230" h="2300604">
                <a:moveTo>
                  <a:pt x="2665412" y="838902"/>
                </a:moveTo>
                <a:lnTo>
                  <a:pt x="2661545" y="834762"/>
                </a:lnTo>
                <a:lnTo>
                  <a:pt x="2660453" y="830660"/>
                </a:lnTo>
                <a:lnTo>
                  <a:pt x="2661724" y="826743"/>
                </a:lnTo>
                <a:lnTo>
                  <a:pt x="2663522" y="820945"/>
                </a:lnTo>
                <a:lnTo>
                  <a:pt x="2669678" y="817760"/>
                </a:lnTo>
                <a:lnTo>
                  <a:pt x="2681304" y="821409"/>
                </a:lnTo>
                <a:lnTo>
                  <a:pt x="2684494" y="827560"/>
                </a:lnTo>
                <a:lnTo>
                  <a:pt x="2682647" y="833403"/>
                </a:lnTo>
                <a:lnTo>
                  <a:pt x="2680845" y="839196"/>
                </a:lnTo>
                <a:lnTo>
                  <a:pt x="2674648" y="842337"/>
                </a:lnTo>
                <a:lnTo>
                  <a:pt x="2667034" y="839953"/>
                </a:lnTo>
                <a:lnTo>
                  <a:pt x="2665412" y="838902"/>
                </a:lnTo>
                <a:close/>
              </a:path>
              <a:path w="5142230" h="2300604">
                <a:moveTo>
                  <a:pt x="3294170" y="2020155"/>
                </a:moveTo>
                <a:lnTo>
                  <a:pt x="3290343" y="2016059"/>
                </a:lnTo>
                <a:lnTo>
                  <a:pt x="3289184" y="2012667"/>
                </a:lnTo>
                <a:lnTo>
                  <a:pt x="3289729" y="2009145"/>
                </a:lnTo>
                <a:lnTo>
                  <a:pt x="3290735" y="2003184"/>
                </a:lnTo>
                <a:lnTo>
                  <a:pt x="3296398" y="1999081"/>
                </a:lnTo>
                <a:lnTo>
                  <a:pt x="3308415" y="2001095"/>
                </a:lnTo>
                <a:lnTo>
                  <a:pt x="3312419" y="2006750"/>
                </a:lnTo>
                <a:lnTo>
                  <a:pt x="3311414" y="2012711"/>
                </a:lnTo>
                <a:lnTo>
                  <a:pt x="3310458" y="2018726"/>
                </a:lnTo>
                <a:lnTo>
                  <a:pt x="3304798" y="2022735"/>
                </a:lnTo>
                <a:lnTo>
                  <a:pt x="3296300" y="2021360"/>
                </a:lnTo>
                <a:lnTo>
                  <a:pt x="3294170" y="2020155"/>
                </a:lnTo>
                <a:close/>
              </a:path>
              <a:path w="5142230" h="2300604">
                <a:moveTo>
                  <a:pt x="3366945" y="1529664"/>
                </a:moveTo>
                <a:lnTo>
                  <a:pt x="3363124" y="1525573"/>
                </a:lnTo>
                <a:lnTo>
                  <a:pt x="3361980" y="1522980"/>
                </a:lnTo>
                <a:lnTo>
                  <a:pt x="3361986" y="1520153"/>
                </a:lnTo>
                <a:lnTo>
                  <a:pt x="3361958" y="1514062"/>
                </a:lnTo>
                <a:lnTo>
                  <a:pt x="3366801" y="1509081"/>
                </a:lnTo>
                <a:lnTo>
                  <a:pt x="3372842" y="1508998"/>
                </a:lnTo>
                <a:lnTo>
                  <a:pt x="3378933" y="1508969"/>
                </a:lnTo>
                <a:lnTo>
                  <a:pt x="3383914" y="1513813"/>
                </a:lnTo>
                <a:lnTo>
                  <a:pt x="3383943" y="1519904"/>
                </a:lnTo>
                <a:lnTo>
                  <a:pt x="3384020" y="1525949"/>
                </a:lnTo>
                <a:lnTo>
                  <a:pt x="3379181" y="1530935"/>
                </a:lnTo>
                <a:lnTo>
                  <a:pt x="3373090" y="1530964"/>
                </a:lnTo>
                <a:lnTo>
                  <a:pt x="3369877" y="1531043"/>
                </a:lnTo>
                <a:lnTo>
                  <a:pt x="3366945" y="1529664"/>
                </a:lnTo>
                <a:close/>
              </a:path>
              <a:path w="5142230" h="2300604">
                <a:moveTo>
                  <a:pt x="3115090" y="1044137"/>
                </a:moveTo>
                <a:lnTo>
                  <a:pt x="3110565" y="1039293"/>
                </a:lnTo>
                <a:lnTo>
                  <a:pt x="3110116" y="1033535"/>
                </a:lnTo>
                <a:lnTo>
                  <a:pt x="3116899" y="1024276"/>
                </a:lnTo>
                <a:lnTo>
                  <a:pt x="3123780" y="1023236"/>
                </a:lnTo>
                <a:lnTo>
                  <a:pt x="3133546" y="1030366"/>
                </a:lnTo>
                <a:lnTo>
                  <a:pt x="3134582" y="1037242"/>
                </a:lnTo>
                <a:lnTo>
                  <a:pt x="3131066" y="1042179"/>
                </a:lnTo>
                <a:lnTo>
                  <a:pt x="3127501" y="1047062"/>
                </a:lnTo>
                <a:lnTo>
                  <a:pt x="3120571" y="1048148"/>
                </a:lnTo>
                <a:lnTo>
                  <a:pt x="3115090" y="1044137"/>
                </a:lnTo>
                <a:close/>
              </a:path>
              <a:path w="5142230" h="2300604">
                <a:moveTo>
                  <a:pt x="2185794" y="710506"/>
                </a:moveTo>
                <a:lnTo>
                  <a:pt x="2181923" y="706361"/>
                </a:lnTo>
                <a:lnTo>
                  <a:pt x="2180822" y="702641"/>
                </a:lnTo>
                <a:lnTo>
                  <a:pt x="2181705" y="698894"/>
                </a:lnTo>
                <a:lnTo>
                  <a:pt x="2183133" y="692995"/>
                </a:lnTo>
                <a:lnTo>
                  <a:pt x="2189063" y="689372"/>
                </a:lnTo>
                <a:lnTo>
                  <a:pt x="2195007" y="690750"/>
                </a:lnTo>
                <a:lnTo>
                  <a:pt x="2200911" y="692183"/>
                </a:lnTo>
                <a:lnTo>
                  <a:pt x="2204534" y="698114"/>
                </a:lnTo>
                <a:lnTo>
                  <a:pt x="2201677" y="709913"/>
                </a:lnTo>
                <a:lnTo>
                  <a:pt x="2195747" y="713535"/>
                </a:lnTo>
                <a:lnTo>
                  <a:pt x="2189843" y="712102"/>
                </a:lnTo>
                <a:lnTo>
                  <a:pt x="2187645" y="711607"/>
                </a:lnTo>
                <a:lnTo>
                  <a:pt x="2185794" y="710506"/>
                </a:lnTo>
                <a:close/>
              </a:path>
              <a:path w="5142230" h="2300604">
                <a:moveTo>
                  <a:pt x="1106312" y="364775"/>
                </a:moveTo>
                <a:lnTo>
                  <a:pt x="1102390" y="360576"/>
                </a:lnTo>
                <a:lnTo>
                  <a:pt x="1101527" y="355548"/>
                </a:lnTo>
                <a:lnTo>
                  <a:pt x="1103795" y="351329"/>
                </a:lnTo>
                <a:lnTo>
                  <a:pt x="1106577" y="345900"/>
                </a:lnTo>
                <a:lnTo>
                  <a:pt x="1113205" y="343807"/>
                </a:lnTo>
                <a:lnTo>
                  <a:pt x="1118590" y="346639"/>
                </a:lnTo>
                <a:lnTo>
                  <a:pt x="1123969" y="349367"/>
                </a:lnTo>
                <a:lnTo>
                  <a:pt x="1126106" y="356054"/>
                </a:lnTo>
                <a:lnTo>
                  <a:pt x="1120453" y="366814"/>
                </a:lnTo>
                <a:lnTo>
                  <a:pt x="1114005" y="368905"/>
                </a:lnTo>
                <a:lnTo>
                  <a:pt x="1113865" y="368950"/>
                </a:lnTo>
                <a:lnTo>
                  <a:pt x="1107372" y="365519"/>
                </a:lnTo>
                <a:lnTo>
                  <a:pt x="1106312" y="364775"/>
                </a:lnTo>
                <a:close/>
              </a:path>
              <a:path w="5142230" h="2300604">
                <a:moveTo>
                  <a:pt x="2930754" y="938203"/>
                </a:moveTo>
                <a:lnTo>
                  <a:pt x="2926878" y="934054"/>
                </a:lnTo>
                <a:lnTo>
                  <a:pt x="2925907" y="929300"/>
                </a:lnTo>
                <a:lnTo>
                  <a:pt x="2930395" y="919638"/>
                </a:lnTo>
                <a:lnTo>
                  <a:pt x="2936898" y="917215"/>
                </a:lnTo>
                <a:lnTo>
                  <a:pt x="2942431" y="919717"/>
                </a:lnTo>
                <a:lnTo>
                  <a:pt x="2947915" y="922264"/>
                </a:lnTo>
                <a:lnTo>
                  <a:pt x="2950378" y="928811"/>
                </a:lnTo>
                <a:lnTo>
                  <a:pt x="2945235" y="939824"/>
                </a:lnTo>
                <a:lnTo>
                  <a:pt x="2938737" y="942252"/>
                </a:lnTo>
                <a:lnTo>
                  <a:pt x="2933253" y="939705"/>
                </a:lnTo>
                <a:lnTo>
                  <a:pt x="2931906" y="939045"/>
                </a:lnTo>
                <a:lnTo>
                  <a:pt x="2930754" y="938203"/>
                </a:lnTo>
                <a:close/>
              </a:path>
              <a:path w="5142230" h="2300604">
                <a:moveTo>
                  <a:pt x="3055778" y="1004398"/>
                </a:moveTo>
                <a:lnTo>
                  <a:pt x="3051861" y="1000205"/>
                </a:lnTo>
                <a:lnTo>
                  <a:pt x="3051195" y="994800"/>
                </a:lnTo>
                <a:lnTo>
                  <a:pt x="3053798" y="990451"/>
                </a:lnTo>
                <a:lnTo>
                  <a:pt x="3056991" y="985267"/>
                </a:lnTo>
                <a:lnTo>
                  <a:pt x="3063802" y="983663"/>
                </a:lnTo>
                <a:lnTo>
                  <a:pt x="3074113" y="990009"/>
                </a:lnTo>
                <a:lnTo>
                  <a:pt x="3075723" y="996815"/>
                </a:lnTo>
                <a:lnTo>
                  <a:pt x="3069372" y="1007122"/>
                </a:lnTo>
                <a:lnTo>
                  <a:pt x="3062570" y="1008736"/>
                </a:lnTo>
                <a:lnTo>
                  <a:pt x="3056555" y="1005033"/>
                </a:lnTo>
                <a:lnTo>
                  <a:pt x="3055778" y="1004398"/>
                </a:lnTo>
                <a:close/>
              </a:path>
              <a:path w="5142230" h="2300604">
                <a:moveTo>
                  <a:pt x="2392535" y="761542"/>
                </a:moveTo>
                <a:lnTo>
                  <a:pt x="2388663" y="757397"/>
                </a:lnTo>
                <a:lnTo>
                  <a:pt x="2387561" y="753578"/>
                </a:lnTo>
                <a:lnTo>
                  <a:pt x="2389967" y="743935"/>
                </a:lnTo>
                <a:lnTo>
                  <a:pt x="2395988" y="740410"/>
                </a:lnTo>
                <a:lnTo>
                  <a:pt x="2407740" y="743412"/>
                </a:lnTo>
                <a:lnTo>
                  <a:pt x="2411264" y="749433"/>
                </a:lnTo>
                <a:lnTo>
                  <a:pt x="2408268" y="761181"/>
                </a:lnTo>
                <a:lnTo>
                  <a:pt x="2402247" y="764705"/>
                </a:lnTo>
                <a:lnTo>
                  <a:pt x="2396391" y="763226"/>
                </a:lnTo>
                <a:lnTo>
                  <a:pt x="2394292" y="762640"/>
                </a:lnTo>
                <a:lnTo>
                  <a:pt x="2392535" y="761542"/>
                </a:lnTo>
                <a:close/>
              </a:path>
              <a:path w="5142230" h="2300604">
                <a:moveTo>
                  <a:pt x="2865760" y="910073"/>
                </a:moveTo>
                <a:lnTo>
                  <a:pt x="2861888" y="905928"/>
                </a:lnTo>
                <a:lnTo>
                  <a:pt x="2860857" y="901404"/>
                </a:lnTo>
                <a:lnTo>
                  <a:pt x="2862512" y="897310"/>
                </a:lnTo>
                <a:lnTo>
                  <a:pt x="2864874" y="891725"/>
                </a:lnTo>
                <a:lnTo>
                  <a:pt x="2871288" y="889012"/>
                </a:lnTo>
                <a:lnTo>
                  <a:pt x="2882514" y="893600"/>
                </a:lnTo>
                <a:lnTo>
                  <a:pt x="2885218" y="900014"/>
                </a:lnTo>
                <a:lnTo>
                  <a:pt x="2880590" y="911286"/>
                </a:lnTo>
                <a:lnTo>
                  <a:pt x="2874220" y="913949"/>
                </a:lnTo>
                <a:lnTo>
                  <a:pt x="2868582" y="911628"/>
                </a:lnTo>
                <a:lnTo>
                  <a:pt x="2867003" y="911012"/>
                </a:lnTo>
                <a:lnTo>
                  <a:pt x="2865760" y="910073"/>
                </a:lnTo>
                <a:close/>
              </a:path>
              <a:path w="5142230" h="2300604">
                <a:moveTo>
                  <a:pt x="3334151" y="1810866"/>
                </a:moveTo>
                <a:lnTo>
                  <a:pt x="3330275" y="1806717"/>
                </a:lnTo>
                <a:lnTo>
                  <a:pt x="3329119" y="1803231"/>
                </a:lnTo>
                <a:lnTo>
                  <a:pt x="3330960" y="1793668"/>
                </a:lnTo>
                <a:lnTo>
                  <a:pt x="3336757" y="1789805"/>
                </a:lnTo>
                <a:lnTo>
                  <a:pt x="3348670" y="1792099"/>
                </a:lnTo>
                <a:lnTo>
                  <a:pt x="3352581" y="1797850"/>
                </a:lnTo>
                <a:lnTo>
                  <a:pt x="3351387" y="1803805"/>
                </a:lnTo>
                <a:lnTo>
                  <a:pt x="3350237" y="1809709"/>
                </a:lnTo>
                <a:lnTo>
                  <a:pt x="3344486" y="1813621"/>
                </a:lnTo>
                <a:lnTo>
                  <a:pt x="3338533" y="1812526"/>
                </a:lnTo>
                <a:lnTo>
                  <a:pt x="3336188" y="1812069"/>
                </a:lnTo>
                <a:lnTo>
                  <a:pt x="3334151" y="1810866"/>
                </a:lnTo>
                <a:close/>
              </a:path>
              <a:path w="5142230" h="2300604">
                <a:moveTo>
                  <a:pt x="1772070" y="608660"/>
                </a:moveTo>
                <a:lnTo>
                  <a:pt x="1768198" y="604516"/>
                </a:lnTo>
                <a:lnTo>
                  <a:pt x="1767100" y="600702"/>
                </a:lnTo>
                <a:lnTo>
                  <a:pt x="1769694" y="591065"/>
                </a:lnTo>
                <a:lnTo>
                  <a:pt x="1775715" y="587540"/>
                </a:lnTo>
                <a:lnTo>
                  <a:pt x="1787411" y="590676"/>
                </a:lnTo>
                <a:lnTo>
                  <a:pt x="1790936" y="596698"/>
                </a:lnTo>
                <a:lnTo>
                  <a:pt x="1787799" y="608393"/>
                </a:lnTo>
                <a:lnTo>
                  <a:pt x="1781778" y="611918"/>
                </a:lnTo>
                <a:lnTo>
                  <a:pt x="1773872" y="609807"/>
                </a:lnTo>
                <a:lnTo>
                  <a:pt x="1772070" y="608660"/>
                </a:lnTo>
                <a:close/>
              </a:path>
              <a:path w="5142230" h="2300604">
                <a:moveTo>
                  <a:pt x="3364632" y="1600400"/>
                </a:moveTo>
                <a:lnTo>
                  <a:pt x="3360765" y="1596260"/>
                </a:lnTo>
                <a:lnTo>
                  <a:pt x="3359635" y="1593389"/>
                </a:lnTo>
                <a:lnTo>
                  <a:pt x="3360233" y="1584156"/>
                </a:lnTo>
                <a:lnTo>
                  <a:pt x="3364880" y="1580138"/>
                </a:lnTo>
                <a:lnTo>
                  <a:pt x="3365486" y="1579614"/>
                </a:lnTo>
                <a:lnTo>
                  <a:pt x="3371564" y="1579963"/>
                </a:lnTo>
                <a:lnTo>
                  <a:pt x="3377594" y="1580357"/>
                </a:lnTo>
                <a:lnTo>
                  <a:pt x="3382181" y="1585659"/>
                </a:lnTo>
                <a:lnTo>
                  <a:pt x="3381787" y="1591688"/>
                </a:lnTo>
                <a:lnTo>
                  <a:pt x="3381344" y="1597763"/>
                </a:lnTo>
                <a:lnTo>
                  <a:pt x="3376697" y="1601781"/>
                </a:lnTo>
                <a:lnTo>
                  <a:pt x="3376091" y="1602305"/>
                </a:lnTo>
                <a:lnTo>
                  <a:pt x="3367141" y="1601717"/>
                </a:lnTo>
                <a:lnTo>
                  <a:pt x="3364632" y="1600400"/>
                </a:lnTo>
                <a:close/>
              </a:path>
              <a:path w="5142230" h="2300604">
                <a:moveTo>
                  <a:pt x="2994274" y="969446"/>
                </a:moveTo>
                <a:lnTo>
                  <a:pt x="2990356" y="965253"/>
                </a:lnTo>
                <a:lnTo>
                  <a:pt x="2989583" y="960223"/>
                </a:lnTo>
                <a:lnTo>
                  <a:pt x="2991801" y="955950"/>
                </a:lnTo>
                <a:lnTo>
                  <a:pt x="2994633" y="950575"/>
                </a:lnTo>
                <a:lnTo>
                  <a:pt x="3001311" y="948536"/>
                </a:lnTo>
                <a:lnTo>
                  <a:pt x="3011977" y="954187"/>
                </a:lnTo>
                <a:lnTo>
                  <a:pt x="3014065" y="960820"/>
                </a:lnTo>
                <a:lnTo>
                  <a:pt x="3008411" y="971580"/>
                </a:lnTo>
                <a:lnTo>
                  <a:pt x="3001732" y="973619"/>
                </a:lnTo>
                <a:lnTo>
                  <a:pt x="2995281" y="970231"/>
                </a:lnTo>
                <a:lnTo>
                  <a:pt x="2994274" y="969446"/>
                </a:lnTo>
                <a:close/>
              </a:path>
              <a:path w="5142230" h="2300604">
                <a:moveTo>
                  <a:pt x="1499575" y="528094"/>
                </a:moveTo>
                <a:lnTo>
                  <a:pt x="1495708" y="523954"/>
                </a:lnTo>
                <a:lnTo>
                  <a:pt x="1494623" y="519763"/>
                </a:lnTo>
                <a:lnTo>
                  <a:pt x="1495938" y="515795"/>
                </a:lnTo>
                <a:lnTo>
                  <a:pt x="1497832" y="510197"/>
                </a:lnTo>
                <a:lnTo>
                  <a:pt x="1497881" y="510054"/>
                </a:lnTo>
                <a:lnTo>
                  <a:pt x="1504078" y="506913"/>
                </a:lnTo>
                <a:lnTo>
                  <a:pt x="1509818" y="508855"/>
                </a:lnTo>
                <a:lnTo>
                  <a:pt x="1515608" y="510752"/>
                </a:lnTo>
                <a:lnTo>
                  <a:pt x="1518700" y="516994"/>
                </a:lnTo>
                <a:lnTo>
                  <a:pt x="1516806" y="522689"/>
                </a:lnTo>
                <a:lnTo>
                  <a:pt x="1514957" y="528334"/>
                </a:lnTo>
                <a:lnTo>
                  <a:pt x="1514910" y="528479"/>
                </a:lnTo>
                <a:lnTo>
                  <a:pt x="1508667" y="531571"/>
                </a:lnTo>
                <a:lnTo>
                  <a:pt x="1502919" y="529718"/>
                </a:lnTo>
                <a:lnTo>
                  <a:pt x="1501146" y="529091"/>
                </a:lnTo>
                <a:lnTo>
                  <a:pt x="1499575" y="528094"/>
                </a:lnTo>
                <a:close/>
              </a:path>
              <a:path w="5142230" h="2300604">
                <a:moveTo>
                  <a:pt x="3276323" y="2232415"/>
                </a:moveTo>
                <a:lnTo>
                  <a:pt x="3272496" y="2228320"/>
                </a:lnTo>
                <a:lnTo>
                  <a:pt x="3271357" y="2225731"/>
                </a:lnTo>
                <a:lnTo>
                  <a:pt x="3271183" y="2216845"/>
                </a:lnTo>
                <a:lnTo>
                  <a:pt x="3276030" y="2211869"/>
                </a:lnTo>
                <a:lnTo>
                  <a:pt x="3282125" y="2211746"/>
                </a:lnTo>
                <a:lnTo>
                  <a:pt x="3288166" y="2211664"/>
                </a:lnTo>
                <a:lnTo>
                  <a:pt x="3293195" y="2216462"/>
                </a:lnTo>
                <a:lnTo>
                  <a:pt x="3293273" y="2222507"/>
                </a:lnTo>
                <a:lnTo>
                  <a:pt x="3293400" y="2228606"/>
                </a:lnTo>
                <a:lnTo>
                  <a:pt x="3288557" y="2233587"/>
                </a:lnTo>
                <a:lnTo>
                  <a:pt x="3282458" y="2233705"/>
                </a:lnTo>
                <a:lnTo>
                  <a:pt x="3279250" y="2233790"/>
                </a:lnTo>
                <a:lnTo>
                  <a:pt x="3276323" y="2232415"/>
                </a:lnTo>
                <a:close/>
              </a:path>
              <a:path w="5142230" h="2300604">
                <a:moveTo>
                  <a:pt x="3223933" y="1141884"/>
                </a:moveTo>
                <a:lnTo>
                  <a:pt x="3219742" y="1137398"/>
                </a:lnTo>
                <a:lnTo>
                  <a:pt x="3215695" y="1132869"/>
                </a:lnTo>
                <a:lnTo>
                  <a:pt x="3216022" y="1125889"/>
                </a:lnTo>
                <a:lnTo>
                  <a:pt x="3220257" y="1122114"/>
                </a:lnTo>
                <a:lnTo>
                  <a:pt x="3224989" y="1117795"/>
                </a:lnTo>
                <a:lnTo>
                  <a:pt x="3232006" y="1118171"/>
                </a:lnTo>
                <a:lnTo>
                  <a:pt x="3236012" y="1122656"/>
                </a:lnTo>
                <a:lnTo>
                  <a:pt x="3240113" y="1127045"/>
                </a:lnTo>
                <a:lnTo>
                  <a:pt x="3239772" y="1134109"/>
                </a:lnTo>
                <a:lnTo>
                  <a:pt x="3235248" y="1138162"/>
                </a:lnTo>
                <a:lnTo>
                  <a:pt x="3230814" y="1142212"/>
                </a:lnTo>
                <a:lnTo>
                  <a:pt x="3223933" y="1141884"/>
                </a:lnTo>
                <a:close/>
              </a:path>
              <a:path w="5142230" h="2300604">
                <a:moveTo>
                  <a:pt x="1365712" y="480392"/>
                </a:moveTo>
                <a:lnTo>
                  <a:pt x="1361795" y="476199"/>
                </a:lnTo>
                <a:lnTo>
                  <a:pt x="1360811" y="471822"/>
                </a:lnTo>
                <a:lnTo>
                  <a:pt x="1362318" y="467766"/>
                </a:lnTo>
                <a:lnTo>
                  <a:pt x="1364494" y="462081"/>
                </a:lnTo>
                <a:lnTo>
                  <a:pt x="1370865" y="459224"/>
                </a:lnTo>
                <a:lnTo>
                  <a:pt x="1382195" y="463533"/>
                </a:lnTo>
                <a:lnTo>
                  <a:pt x="1385047" y="469909"/>
                </a:lnTo>
                <a:lnTo>
                  <a:pt x="1380739" y="481230"/>
                </a:lnTo>
                <a:lnTo>
                  <a:pt x="1374367" y="484086"/>
                </a:lnTo>
                <a:lnTo>
                  <a:pt x="1368727" y="481959"/>
                </a:lnTo>
                <a:lnTo>
                  <a:pt x="1367098" y="481289"/>
                </a:lnTo>
                <a:lnTo>
                  <a:pt x="1365712" y="480392"/>
                </a:lnTo>
                <a:close/>
              </a:path>
              <a:path w="5142230" h="2300604">
                <a:moveTo>
                  <a:pt x="1169864" y="396444"/>
                </a:moveTo>
                <a:lnTo>
                  <a:pt x="1165947" y="392251"/>
                </a:lnTo>
                <a:lnTo>
                  <a:pt x="1165024" y="387451"/>
                </a:lnTo>
                <a:lnTo>
                  <a:pt x="1169692" y="377786"/>
                </a:lnTo>
                <a:lnTo>
                  <a:pt x="1176237" y="375506"/>
                </a:lnTo>
                <a:lnTo>
                  <a:pt x="1181726" y="378058"/>
                </a:lnTo>
                <a:lnTo>
                  <a:pt x="1187207" y="380700"/>
                </a:lnTo>
                <a:lnTo>
                  <a:pt x="1189531" y="387294"/>
                </a:lnTo>
                <a:lnTo>
                  <a:pt x="1184293" y="398205"/>
                </a:lnTo>
                <a:lnTo>
                  <a:pt x="1177703" y="400535"/>
                </a:lnTo>
                <a:lnTo>
                  <a:pt x="1172218" y="397888"/>
                </a:lnTo>
                <a:lnTo>
                  <a:pt x="1170967" y="397331"/>
                </a:lnTo>
                <a:lnTo>
                  <a:pt x="1169864" y="396444"/>
                </a:lnTo>
                <a:close/>
              </a:path>
              <a:path w="5142230" h="2300604">
                <a:moveTo>
                  <a:pt x="3357464" y="1670923"/>
                </a:moveTo>
                <a:lnTo>
                  <a:pt x="3353596" y="1666783"/>
                </a:lnTo>
                <a:lnTo>
                  <a:pt x="3352476" y="1663629"/>
                </a:lnTo>
                <a:lnTo>
                  <a:pt x="3353695" y="1654182"/>
                </a:lnTo>
                <a:lnTo>
                  <a:pt x="3359168" y="1649973"/>
                </a:lnTo>
                <a:lnTo>
                  <a:pt x="3365185" y="1650744"/>
                </a:lnTo>
                <a:lnTo>
                  <a:pt x="3371209" y="1651426"/>
                </a:lnTo>
                <a:lnTo>
                  <a:pt x="3375459" y="1656953"/>
                </a:lnTo>
                <a:lnTo>
                  <a:pt x="3373911" y="1668981"/>
                </a:lnTo>
                <a:lnTo>
                  <a:pt x="3368430" y="1673279"/>
                </a:lnTo>
                <a:lnTo>
                  <a:pt x="3362418" y="1672513"/>
                </a:lnTo>
                <a:lnTo>
                  <a:pt x="3359787" y="1672140"/>
                </a:lnTo>
                <a:lnTo>
                  <a:pt x="3357464" y="1670923"/>
                </a:lnTo>
                <a:close/>
              </a:path>
              <a:path w="5142230" h="2300604">
                <a:moveTo>
                  <a:pt x="1432386" y="504945"/>
                </a:moveTo>
                <a:lnTo>
                  <a:pt x="1428514" y="500800"/>
                </a:lnTo>
                <a:lnTo>
                  <a:pt x="1427433" y="496515"/>
                </a:lnTo>
                <a:lnTo>
                  <a:pt x="1428891" y="492504"/>
                </a:lnTo>
                <a:lnTo>
                  <a:pt x="1430879" y="486812"/>
                </a:lnTo>
                <a:lnTo>
                  <a:pt x="1437208" y="483813"/>
                </a:lnTo>
                <a:lnTo>
                  <a:pt x="1448593" y="487887"/>
                </a:lnTo>
                <a:lnTo>
                  <a:pt x="1451636" y="494175"/>
                </a:lnTo>
                <a:lnTo>
                  <a:pt x="1449550" y="499859"/>
                </a:lnTo>
                <a:lnTo>
                  <a:pt x="1447562" y="505551"/>
                </a:lnTo>
                <a:lnTo>
                  <a:pt x="1441279" y="508599"/>
                </a:lnTo>
                <a:lnTo>
                  <a:pt x="1435541" y="506563"/>
                </a:lnTo>
                <a:lnTo>
                  <a:pt x="1433863" y="505939"/>
                </a:lnTo>
                <a:lnTo>
                  <a:pt x="1432386" y="504945"/>
                </a:lnTo>
                <a:close/>
              </a:path>
              <a:path w="5142230" h="2300604">
                <a:moveTo>
                  <a:pt x="2047696" y="677526"/>
                </a:moveTo>
                <a:lnTo>
                  <a:pt x="2043824" y="673382"/>
                </a:lnTo>
                <a:lnTo>
                  <a:pt x="2042723" y="669662"/>
                </a:lnTo>
                <a:lnTo>
                  <a:pt x="2043602" y="665910"/>
                </a:lnTo>
                <a:lnTo>
                  <a:pt x="2045030" y="660010"/>
                </a:lnTo>
                <a:lnTo>
                  <a:pt x="2050960" y="656388"/>
                </a:lnTo>
                <a:lnTo>
                  <a:pt x="2062808" y="659199"/>
                </a:lnTo>
                <a:lnTo>
                  <a:pt x="2066430" y="665129"/>
                </a:lnTo>
                <a:lnTo>
                  <a:pt x="2063574" y="676929"/>
                </a:lnTo>
                <a:lnTo>
                  <a:pt x="2057644" y="680551"/>
                </a:lnTo>
                <a:lnTo>
                  <a:pt x="2051749" y="679128"/>
                </a:lnTo>
                <a:lnTo>
                  <a:pt x="2049542" y="678623"/>
                </a:lnTo>
                <a:lnTo>
                  <a:pt x="2047696" y="677526"/>
                </a:lnTo>
                <a:close/>
              </a:path>
              <a:path w="5142230" h="2300604">
                <a:moveTo>
                  <a:pt x="2254816" y="727112"/>
                </a:moveTo>
                <a:lnTo>
                  <a:pt x="2250990" y="723016"/>
                </a:lnTo>
                <a:lnTo>
                  <a:pt x="2249862" y="719170"/>
                </a:lnTo>
                <a:lnTo>
                  <a:pt x="2250726" y="715501"/>
                </a:lnTo>
                <a:lnTo>
                  <a:pt x="2252155" y="709601"/>
                </a:lnTo>
                <a:lnTo>
                  <a:pt x="2258130" y="706028"/>
                </a:lnTo>
                <a:lnTo>
                  <a:pt x="2269930" y="708884"/>
                </a:lnTo>
                <a:lnTo>
                  <a:pt x="2273552" y="714815"/>
                </a:lnTo>
                <a:lnTo>
                  <a:pt x="2270696" y="726614"/>
                </a:lnTo>
                <a:lnTo>
                  <a:pt x="2264671" y="730233"/>
                </a:lnTo>
                <a:lnTo>
                  <a:pt x="2258820" y="728759"/>
                </a:lnTo>
                <a:lnTo>
                  <a:pt x="2256664" y="728308"/>
                </a:lnTo>
                <a:lnTo>
                  <a:pt x="2254816" y="727112"/>
                </a:lnTo>
                <a:close/>
              </a:path>
              <a:path w="5142230" h="2300604">
                <a:moveTo>
                  <a:pt x="2323731" y="744093"/>
                </a:moveTo>
                <a:lnTo>
                  <a:pt x="2319859" y="739948"/>
                </a:lnTo>
                <a:lnTo>
                  <a:pt x="2318713" y="736180"/>
                </a:lnTo>
                <a:lnTo>
                  <a:pt x="2319709" y="732359"/>
                </a:lnTo>
                <a:lnTo>
                  <a:pt x="2321118" y="726536"/>
                </a:lnTo>
                <a:lnTo>
                  <a:pt x="2322699" y="725589"/>
                </a:lnTo>
                <a:lnTo>
                  <a:pt x="2327209" y="722989"/>
                </a:lnTo>
                <a:lnTo>
                  <a:pt x="2332986" y="724481"/>
                </a:lnTo>
                <a:lnTo>
                  <a:pt x="2338890" y="725914"/>
                </a:lnTo>
                <a:lnTo>
                  <a:pt x="2342463" y="731890"/>
                </a:lnTo>
                <a:lnTo>
                  <a:pt x="2340985" y="737736"/>
                </a:lnTo>
                <a:lnTo>
                  <a:pt x="2339557" y="743636"/>
                </a:lnTo>
                <a:lnTo>
                  <a:pt x="2333586" y="747214"/>
                </a:lnTo>
                <a:lnTo>
                  <a:pt x="2327681" y="745781"/>
                </a:lnTo>
                <a:lnTo>
                  <a:pt x="2325533" y="745240"/>
                </a:lnTo>
                <a:lnTo>
                  <a:pt x="2323731" y="744093"/>
                </a:lnTo>
                <a:close/>
              </a:path>
              <a:path w="5142230" h="2300604">
                <a:moveTo>
                  <a:pt x="2116770" y="693993"/>
                </a:moveTo>
                <a:lnTo>
                  <a:pt x="2112893" y="689844"/>
                </a:lnTo>
                <a:lnTo>
                  <a:pt x="2111797" y="686129"/>
                </a:lnTo>
                <a:lnTo>
                  <a:pt x="2112680" y="682382"/>
                </a:lnTo>
                <a:lnTo>
                  <a:pt x="2114108" y="676482"/>
                </a:lnTo>
                <a:lnTo>
                  <a:pt x="2120038" y="672860"/>
                </a:lnTo>
                <a:lnTo>
                  <a:pt x="2131792" y="675668"/>
                </a:lnTo>
                <a:lnTo>
                  <a:pt x="2135414" y="681598"/>
                </a:lnTo>
                <a:lnTo>
                  <a:pt x="2134080" y="687501"/>
                </a:lnTo>
                <a:lnTo>
                  <a:pt x="2132652" y="693401"/>
                </a:lnTo>
                <a:lnTo>
                  <a:pt x="2126722" y="697023"/>
                </a:lnTo>
                <a:lnTo>
                  <a:pt x="2120822" y="695595"/>
                </a:lnTo>
                <a:lnTo>
                  <a:pt x="2118666" y="695144"/>
                </a:lnTo>
                <a:lnTo>
                  <a:pt x="2116770" y="693993"/>
                </a:lnTo>
                <a:close/>
              </a:path>
              <a:path w="5142230" h="2300604">
                <a:moveTo>
                  <a:pt x="2597623" y="818140"/>
                </a:moveTo>
                <a:lnTo>
                  <a:pt x="2593751" y="813996"/>
                </a:lnTo>
                <a:lnTo>
                  <a:pt x="2592655" y="809988"/>
                </a:lnTo>
                <a:lnTo>
                  <a:pt x="2595540" y="800271"/>
                </a:lnTo>
                <a:lnTo>
                  <a:pt x="2601644" y="796934"/>
                </a:lnTo>
                <a:lnTo>
                  <a:pt x="2613327" y="800447"/>
                </a:lnTo>
                <a:lnTo>
                  <a:pt x="2616566" y="806553"/>
                </a:lnTo>
                <a:lnTo>
                  <a:pt x="2614858" y="812349"/>
                </a:lnTo>
                <a:lnTo>
                  <a:pt x="2613101" y="818190"/>
                </a:lnTo>
                <a:lnTo>
                  <a:pt x="2607045" y="821482"/>
                </a:lnTo>
                <a:lnTo>
                  <a:pt x="2601204" y="819726"/>
                </a:lnTo>
                <a:lnTo>
                  <a:pt x="2599239" y="819187"/>
                </a:lnTo>
                <a:lnTo>
                  <a:pt x="2597623" y="818140"/>
                </a:lnTo>
                <a:close/>
              </a:path>
              <a:path w="5142230" h="2300604">
                <a:moveTo>
                  <a:pt x="3449240" y="1659790"/>
                </a:moveTo>
                <a:lnTo>
                  <a:pt x="3445601" y="1655894"/>
                </a:lnTo>
                <a:lnTo>
                  <a:pt x="3444509" y="1653161"/>
                </a:lnTo>
                <a:lnTo>
                  <a:pt x="3444662" y="1650197"/>
                </a:lnTo>
                <a:lnTo>
                  <a:pt x="3444861" y="1644349"/>
                </a:lnTo>
                <a:lnTo>
                  <a:pt x="3449778" y="1639838"/>
                </a:lnTo>
                <a:lnTo>
                  <a:pt x="3461469" y="1640331"/>
                </a:lnTo>
                <a:lnTo>
                  <a:pt x="3465979" y="1645159"/>
                </a:lnTo>
                <a:lnTo>
                  <a:pt x="3465486" y="1656849"/>
                </a:lnTo>
                <a:lnTo>
                  <a:pt x="3460561" y="1661450"/>
                </a:lnTo>
                <a:lnTo>
                  <a:pt x="3454717" y="1661156"/>
                </a:lnTo>
                <a:lnTo>
                  <a:pt x="3451888" y="1661060"/>
                </a:lnTo>
                <a:lnTo>
                  <a:pt x="3449240" y="1659790"/>
                </a:lnTo>
                <a:close/>
              </a:path>
              <a:path w="5142230" h="2300604">
                <a:moveTo>
                  <a:pt x="3136969" y="917322"/>
                </a:moveTo>
                <a:lnTo>
                  <a:pt x="3132488" y="912525"/>
                </a:lnTo>
                <a:lnTo>
                  <a:pt x="3131873" y="907371"/>
                </a:lnTo>
                <a:lnTo>
                  <a:pt x="3134266" y="903578"/>
                </a:lnTo>
                <a:lnTo>
                  <a:pt x="3137449" y="898677"/>
                </a:lnTo>
                <a:lnTo>
                  <a:pt x="3137711" y="898274"/>
                </a:lnTo>
                <a:lnTo>
                  <a:pt x="3144228" y="896844"/>
                </a:lnTo>
                <a:lnTo>
                  <a:pt x="3149168" y="899981"/>
                </a:lnTo>
                <a:lnTo>
                  <a:pt x="3154068" y="903174"/>
                </a:lnTo>
                <a:lnTo>
                  <a:pt x="3155494" y="909686"/>
                </a:lnTo>
                <a:lnTo>
                  <a:pt x="3152573" y="914183"/>
                </a:lnTo>
                <a:lnTo>
                  <a:pt x="3149427" y="919124"/>
                </a:lnTo>
                <a:lnTo>
                  <a:pt x="3149168" y="919531"/>
                </a:lnTo>
                <a:lnTo>
                  <a:pt x="3142651" y="920961"/>
                </a:lnTo>
                <a:lnTo>
                  <a:pt x="3137751" y="917768"/>
                </a:lnTo>
                <a:lnTo>
                  <a:pt x="3136969" y="917322"/>
                </a:lnTo>
                <a:close/>
              </a:path>
              <a:path w="5142230" h="2300604">
                <a:moveTo>
                  <a:pt x="3300658" y="1058239"/>
                </a:moveTo>
                <a:lnTo>
                  <a:pt x="3296468" y="1053753"/>
                </a:lnTo>
                <a:lnTo>
                  <a:pt x="3292700" y="1049328"/>
                </a:lnTo>
                <a:lnTo>
                  <a:pt x="3293256" y="1042691"/>
                </a:lnTo>
                <a:lnTo>
                  <a:pt x="3301391" y="1035759"/>
                </a:lnTo>
                <a:lnTo>
                  <a:pt x="3302154" y="1035110"/>
                </a:lnTo>
                <a:lnTo>
                  <a:pt x="3308796" y="1035671"/>
                </a:lnTo>
                <a:lnTo>
                  <a:pt x="3316332" y="1044519"/>
                </a:lnTo>
                <a:lnTo>
                  <a:pt x="3315821" y="1051206"/>
                </a:lnTo>
                <a:lnTo>
                  <a:pt x="3307676" y="1058126"/>
                </a:lnTo>
                <a:lnTo>
                  <a:pt x="3307065" y="1058645"/>
                </a:lnTo>
                <a:lnTo>
                  <a:pt x="3300658" y="1058239"/>
                </a:lnTo>
                <a:close/>
              </a:path>
              <a:path w="5142230" h="2300604">
                <a:moveTo>
                  <a:pt x="3195068" y="958011"/>
                </a:moveTo>
                <a:lnTo>
                  <a:pt x="3190306" y="952914"/>
                </a:lnTo>
                <a:lnTo>
                  <a:pt x="3189954" y="947356"/>
                </a:lnTo>
                <a:lnTo>
                  <a:pt x="3193116" y="943215"/>
                </a:lnTo>
                <a:lnTo>
                  <a:pt x="3196721" y="938570"/>
                </a:lnTo>
                <a:lnTo>
                  <a:pt x="3203312" y="937708"/>
                </a:lnTo>
                <a:lnTo>
                  <a:pt x="3207953" y="941308"/>
                </a:lnTo>
                <a:lnTo>
                  <a:pt x="3212607" y="944823"/>
                </a:lnTo>
                <a:lnTo>
                  <a:pt x="3213415" y="951455"/>
                </a:lnTo>
                <a:lnTo>
                  <a:pt x="3209909" y="956109"/>
                </a:lnTo>
                <a:lnTo>
                  <a:pt x="3206349" y="960704"/>
                </a:lnTo>
                <a:lnTo>
                  <a:pt x="3199713" y="961615"/>
                </a:lnTo>
                <a:lnTo>
                  <a:pt x="3195068" y="958011"/>
                </a:lnTo>
                <a:close/>
              </a:path>
              <a:path w="5142230" h="2300604">
                <a:moveTo>
                  <a:pt x="3075327" y="880855"/>
                </a:moveTo>
                <a:lnTo>
                  <a:pt x="3071546" y="876808"/>
                </a:lnTo>
                <a:lnTo>
                  <a:pt x="3070770" y="871871"/>
                </a:lnTo>
                <a:lnTo>
                  <a:pt x="3075847" y="862645"/>
                </a:lnTo>
                <a:lnTo>
                  <a:pt x="3082290" y="860744"/>
                </a:lnTo>
                <a:lnTo>
                  <a:pt x="3087387" y="863562"/>
                </a:lnTo>
                <a:lnTo>
                  <a:pt x="3092533" y="866333"/>
                </a:lnTo>
                <a:lnTo>
                  <a:pt x="3094388" y="872718"/>
                </a:lnTo>
                <a:lnTo>
                  <a:pt x="3091621" y="877869"/>
                </a:lnTo>
                <a:lnTo>
                  <a:pt x="3088799" y="882961"/>
                </a:lnTo>
                <a:lnTo>
                  <a:pt x="3082366" y="884871"/>
                </a:lnTo>
                <a:lnTo>
                  <a:pt x="3077314" y="882103"/>
                </a:lnTo>
                <a:lnTo>
                  <a:pt x="3076247" y="881547"/>
                </a:lnTo>
                <a:lnTo>
                  <a:pt x="3075327" y="880855"/>
                </a:lnTo>
                <a:close/>
              </a:path>
              <a:path w="5142230" h="2300604">
                <a:moveTo>
                  <a:pt x="3452232" y="1517937"/>
                </a:moveTo>
                <a:lnTo>
                  <a:pt x="3448538" y="1513982"/>
                </a:lnTo>
                <a:lnTo>
                  <a:pt x="3447441" y="1511537"/>
                </a:lnTo>
                <a:lnTo>
                  <a:pt x="3447307" y="1502988"/>
                </a:lnTo>
                <a:lnTo>
                  <a:pt x="3451956" y="1498189"/>
                </a:lnTo>
                <a:lnTo>
                  <a:pt x="3457767" y="1498056"/>
                </a:lnTo>
                <a:lnTo>
                  <a:pt x="3463624" y="1497973"/>
                </a:lnTo>
                <a:lnTo>
                  <a:pt x="3468423" y="1502621"/>
                </a:lnTo>
                <a:lnTo>
                  <a:pt x="3468590" y="1514335"/>
                </a:lnTo>
                <a:lnTo>
                  <a:pt x="3463947" y="1519138"/>
                </a:lnTo>
                <a:lnTo>
                  <a:pt x="3458139" y="1519177"/>
                </a:lnTo>
                <a:lnTo>
                  <a:pt x="3455020" y="1519259"/>
                </a:lnTo>
                <a:lnTo>
                  <a:pt x="3452232" y="1517937"/>
                </a:lnTo>
                <a:close/>
              </a:path>
              <a:path w="5142230" h="2300604">
                <a:moveTo>
                  <a:pt x="3248381" y="1003254"/>
                </a:moveTo>
                <a:lnTo>
                  <a:pt x="3244095" y="998667"/>
                </a:lnTo>
                <a:lnTo>
                  <a:pt x="3244077" y="992391"/>
                </a:lnTo>
                <a:lnTo>
                  <a:pt x="3247896" y="988366"/>
                </a:lnTo>
                <a:lnTo>
                  <a:pt x="3251918" y="984070"/>
                </a:lnTo>
                <a:lnTo>
                  <a:pt x="3258581" y="983872"/>
                </a:lnTo>
                <a:lnTo>
                  <a:pt x="3262882" y="987890"/>
                </a:lnTo>
                <a:lnTo>
                  <a:pt x="3267089" y="991904"/>
                </a:lnTo>
                <a:lnTo>
                  <a:pt x="3267287" y="998567"/>
                </a:lnTo>
                <a:lnTo>
                  <a:pt x="3263318" y="1002823"/>
                </a:lnTo>
                <a:lnTo>
                  <a:pt x="3259299" y="1007025"/>
                </a:lnTo>
                <a:lnTo>
                  <a:pt x="3252587" y="1007268"/>
                </a:lnTo>
                <a:lnTo>
                  <a:pt x="3248381" y="1003254"/>
                </a:lnTo>
                <a:close/>
              </a:path>
              <a:path w="5142230" h="2300604">
                <a:moveTo>
                  <a:pt x="2947170" y="820691"/>
                </a:moveTo>
                <a:lnTo>
                  <a:pt x="2943431" y="816688"/>
                </a:lnTo>
                <a:lnTo>
                  <a:pt x="2942546" y="812319"/>
                </a:lnTo>
                <a:lnTo>
                  <a:pt x="2944139" y="808356"/>
                </a:lnTo>
                <a:lnTo>
                  <a:pt x="2946356" y="803007"/>
                </a:lnTo>
                <a:lnTo>
                  <a:pt x="2952534" y="800432"/>
                </a:lnTo>
                <a:lnTo>
                  <a:pt x="2963331" y="804854"/>
                </a:lnTo>
                <a:lnTo>
                  <a:pt x="2965911" y="811037"/>
                </a:lnTo>
                <a:lnTo>
                  <a:pt x="2963694" y="816386"/>
                </a:lnTo>
                <a:lnTo>
                  <a:pt x="2961478" y="821834"/>
                </a:lnTo>
                <a:lnTo>
                  <a:pt x="2955305" y="824414"/>
                </a:lnTo>
                <a:lnTo>
                  <a:pt x="2949906" y="822153"/>
                </a:lnTo>
                <a:lnTo>
                  <a:pt x="2948462" y="821584"/>
                </a:lnTo>
                <a:lnTo>
                  <a:pt x="2947170" y="820691"/>
                </a:lnTo>
                <a:close/>
              </a:path>
              <a:path w="5142230" h="2300604">
                <a:moveTo>
                  <a:pt x="3446212" y="1730737"/>
                </a:moveTo>
                <a:lnTo>
                  <a:pt x="3442527" y="1726792"/>
                </a:lnTo>
                <a:lnTo>
                  <a:pt x="3441391" y="1724110"/>
                </a:lnTo>
                <a:lnTo>
                  <a:pt x="3441539" y="1721141"/>
                </a:lnTo>
                <a:lnTo>
                  <a:pt x="3441728" y="1715577"/>
                </a:lnTo>
                <a:lnTo>
                  <a:pt x="3446749" y="1710786"/>
                </a:lnTo>
                <a:lnTo>
                  <a:pt x="3458351" y="1711280"/>
                </a:lnTo>
                <a:lnTo>
                  <a:pt x="3462860" y="1716107"/>
                </a:lnTo>
                <a:lnTo>
                  <a:pt x="3462658" y="1722049"/>
                </a:lnTo>
                <a:lnTo>
                  <a:pt x="3462360" y="1727888"/>
                </a:lnTo>
                <a:lnTo>
                  <a:pt x="3457438" y="1732394"/>
                </a:lnTo>
                <a:lnTo>
                  <a:pt x="3451640" y="1732149"/>
                </a:lnTo>
                <a:lnTo>
                  <a:pt x="3448770" y="1732009"/>
                </a:lnTo>
                <a:lnTo>
                  <a:pt x="3446212" y="1730737"/>
                </a:lnTo>
                <a:close/>
              </a:path>
              <a:path w="5142230" h="2300604">
                <a:moveTo>
                  <a:pt x="3012158" y="849010"/>
                </a:moveTo>
                <a:lnTo>
                  <a:pt x="3008373" y="844958"/>
                </a:lnTo>
                <a:lnTo>
                  <a:pt x="3007494" y="840400"/>
                </a:lnTo>
                <a:lnTo>
                  <a:pt x="3009379" y="836357"/>
                </a:lnTo>
                <a:lnTo>
                  <a:pt x="3011866" y="831103"/>
                </a:lnTo>
                <a:lnTo>
                  <a:pt x="3018133" y="828819"/>
                </a:lnTo>
                <a:lnTo>
                  <a:pt x="3023432" y="831265"/>
                </a:lnTo>
                <a:lnTo>
                  <a:pt x="3028682" y="833757"/>
                </a:lnTo>
                <a:lnTo>
                  <a:pt x="3030970" y="840019"/>
                </a:lnTo>
                <a:lnTo>
                  <a:pt x="3026073" y="850612"/>
                </a:lnTo>
                <a:lnTo>
                  <a:pt x="3019721" y="852902"/>
                </a:lnTo>
                <a:lnTo>
                  <a:pt x="3014467" y="850405"/>
                </a:lnTo>
                <a:lnTo>
                  <a:pt x="3013216" y="849848"/>
                </a:lnTo>
                <a:lnTo>
                  <a:pt x="3012158" y="849010"/>
                </a:lnTo>
                <a:close/>
              </a:path>
              <a:path w="5142230" h="2300604">
                <a:moveTo>
                  <a:pt x="3451659" y="1588873"/>
                </a:moveTo>
                <a:lnTo>
                  <a:pt x="3447965" y="1584919"/>
                </a:lnTo>
                <a:lnTo>
                  <a:pt x="3446880" y="1582194"/>
                </a:lnTo>
                <a:lnTo>
                  <a:pt x="3446925" y="1579407"/>
                </a:lnTo>
                <a:lnTo>
                  <a:pt x="3447124" y="1573560"/>
                </a:lnTo>
                <a:lnTo>
                  <a:pt x="3451954" y="1568956"/>
                </a:lnTo>
                <a:lnTo>
                  <a:pt x="3457761" y="1569111"/>
                </a:lnTo>
                <a:lnTo>
                  <a:pt x="3463699" y="1569213"/>
                </a:lnTo>
                <a:lnTo>
                  <a:pt x="3468210" y="1574042"/>
                </a:lnTo>
                <a:lnTo>
                  <a:pt x="3468060" y="1579843"/>
                </a:lnTo>
                <a:lnTo>
                  <a:pt x="3467955" y="1585694"/>
                </a:lnTo>
                <a:lnTo>
                  <a:pt x="3463129" y="1590303"/>
                </a:lnTo>
                <a:lnTo>
                  <a:pt x="3454307" y="1590144"/>
                </a:lnTo>
                <a:lnTo>
                  <a:pt x="3451659" y="1588873"/>
                </a:lnTo>
                <a:close/>
              </a:path>
              <a:path w="5142230" h="2300604">
                <a:moveTo>
                  <a:pt x="3449020" y="1447249"/>
                </a:moveTo>
                <a:lnTo>
                  <a:pt x="3445331" y="1443300"/>
                </a:lnTo>
                <a:lnTo>
                  <a:pt x="3444268" y="1441087"/>
                </a:lnTo>
                <a:lnTo>
                  <a:pt x="3443564" y="1432806"/>
                </a:lnTo>
                <a:lnTo>
                  <a:pt x="3447939" y="1427715"/>
                </a:lnTo>
                <a:lnTo>
                  <a:pt x="3453714" y="1427250"/>
                </a:lnTo>
                <a:lnTo>
                  <a:pt x="3459538" y="1426741"/>
                </a:lnTo>
                <a:lnTo>
                  <a:pt x="3464678" y="1431070"/>
                </a:lnTo>
                <a:lnTo>
                  <a:pt x="3465089" y="1436886"/>
                </a:lnTo>
                <a:lnTo>
                  <a:pt x="3465604" y="1442715"/>
                </a:lnTo>
                <a:lnTo>
                  <a:pt x="3461229" y="1447806"/>
                </a:lnTo>
                <a:lnTo>
                  <a:pt x="3455453" y="1448271"/>
                </a:lnTo>
                <a:lnTo>
                  <a:pt x="3452086" y="1448576"/>
                </a:lnTo>
                <a:lnTo>
                  <a:pt x="3449020" y="1447249"/>
                </a:lnTo>
                <a:close/>
              </a:path>
              <a:path w="5142230" h="2300604">
                <a:moveTo>
                  <a:pt x="2679934" y="725715"/>
                </a:moveTo>
                <a:lnTo>
                  <a:pt x="2676204" y="721722"/>
                </a:lnTo>
                <a:lnTo>
                  <a:pt x="2675204" y="717817"/>
                </a:lnTo>
                <a:lnTo>
                  <a:pt x="2676370" y="714080"/>
                </a:lnTo>
                <a:lnTo>
                  <a:pt x="2678067" y="708468"/>
                </a:lnTo>
                <a:lnTo>
                  <a:pt x="2684031" y="705371"/>
                </a:lnTo>
                <a:lnTo>
                  <a:pt x="2695143" y="708860"/>
                </a:lnTo>
                <a:lnTo>
                  <a:pt x="2698250" y="714824"/>
                </a:lnTo>
                <a:lnTo>
                  <a:pt x="2696502" y="720383"/>
                </a:lnTo>
                <a:lnTo>
                  <a:pt x="2694800" y="725891"/>
                </a:lnTo>
                <a:lnTo>
                  <a:pt x="2688845" y="728998"/>
                </a:lnTo>
                <a:lnTo>
                  <a:pt x="2683286" y="727250"/>
                </a:lnTo>
                <a:lnTo>
                  <a:pt x="2681510" y="726718"/>
                </a:lnTo>
                <a:lnTo>
                  <a:pt x="2679934" y="725715"/>
                </a:lnTo>
                <a:close/>
              </a:path>
              <a:path w="5142230" h="2300604">
                <a:moveTo>
                  <a:pt x="2747459" y="747464"/>
                </a:moveTo>
                <a:lnTo>
                  <a:pt x="2743729" y="743471"/>
                </a:lnTo>
                <a:lnTo>
                  <a:pt x="2742732" y="739471"/>
                </a:lnTo>
                <a:lnTo>
                  <a:pt x="2745789" y="730232"/>
                </a:lnTo>
                <a:lnTo>
                  <a:pt x="2745837" y="730088"/>
                </a:lnTo>
                <a:lnTo>
                  <a:pt x="2751788" y="727075"/>
                </a:lnTo>
                <a:lnTo>
                  <a:pt x="2762899" y="730758"/>
                </a:lnTo>
                <a:lnTo>
                  <a:pt x="2765858" y="736760"/>
                </a:lnTo>
                <a:lnTo>
                  <a:pt x="2764016" y="742315"/>
                </a:lnTo>
                <a:lnTo>
                  <a:pt x="2762271" y="747680"/>
                </a:lnTo>
                <a:lnTo>
                  <a:pt x="2762224" y="747825"/>
                </a:lnTo>
                <a:lnTo>
                  <a:pt x="2756222" y="750784"/>
                </a:lnTo>
                <a:lnTo>
                  <a:pt x="2750663" y="749037"/>
                </a:lnTo>
                <a:lnTo>
                  <a:pt x="2748936" y="748459"/>
                </a:lnTo>
                <a:lnTo>
                  <a:pt x="2747459" y="747464"/>
                </a:lnTo>
                <a:close/>
              </a:path>
              <a:path w="5142230" h="2300604">
                <a:moveTo>
                  <a:pt x="3406119" y="1240238"/>
                </a:moveTo>
                <a:lnTo>
                  <a:pt x="3402384" y="1236240"/>
                </a:lnTo>
                <a:lnTo>
                  <a:pt x="3401622" y="1235034"/>
                </a:lnTo>
                <a:lnTo>
                  <a:pt x="3401097" y="1233689"/>
                </a:lnTo>
                <a:lnTo>
                  <a:pt x="3399070" y="1228196"/>
                </a:lnTo>
                <a:lnTo>
                  <a:pt x="3401874" y="1222107"/>
                </a:lnTo>
                <a:lnTo>
                  <a:pt x="3407372" y="1220075"/>
                </a:lnTo>
                <a:lnTo>
                  <a:pt x="3412821" y="1218089"/>
                </a:lnTo>
                <a:lnTo>
                  <a:pt x="3418906" y="1220888"/>
                </a:lnTo>
                <a:lnTo>
                  <a:pt x="3422928" y="1231840"/>
                </a:lnTo>
                <a:lnTo>
                  <a:pt x="3420124" y="1237930"/>
                </a:lnTo>
                <a:lnTo>
                  <a:pt x="3410516" y="1241426"/>
                </a:lnTo>
                <a:lnTo>
                  <a:pt x="3406119" y="1240238"/>
                </a:lnTo>
                <a:close/>
              </a:path>
              <a:path w="5142230" h="2300604">
                <a:moveTo>
                  <a:pt x="1443827" y="403220"/>
                </a:moveTo>
                <a:lnTo>
                  <a:pt x="1440092" y="399222"/>
                </a:lnTo>
                <a:lnTo>
                  <a:pt x="1439136" y="395266"/>
                </a:lnTo>
                <a:lnTo>
                  <a:pt x="1442164" y="385898"/>
                </a:lnTo>
                <a:lnTo>
                  <a:pt x="1448107" y="382877"/>
                </a:lnTo>
                <a:lnTo>
                  <a:pt x="1459172" y="386511"/>
                </a:lnTo>
                <a:lnTo>
                  <a:pt x="1462229" y="392421"/>
                </a:lnTo>
                <a:lnTo>
                  <a:pt x="1458640" y="403535"/>
                </a:lnTo>
                <a:lnTo>
                  <a:pt x="1452684" y="406543"/>
                </a:lnTo>
                <a:lnTo>
                  <a:pt x="1447125" y="404796"/>
                </a:lnTo>
                <a:lnTo>
                  <a:pt x="1445398" y="404218"/>
                </a:lnTo>
                <a:lnTo>
                  <a:pt x="1443827" y="403220"/>
                </a:lnTo>
                <a:close/>
              </a:path>
              <a:path w="5142230" h="2300604">
                <a:moveTo>
                  <a:pt x="1579698" y="444763"/>
                </a:moveTo>
                <a:lnTo>
                  <a:pt x="1575959" y="440759"/>
                </a:lnTo>
                <a:lnTo>
                  <a:pt x="1574955" y="436948"/>
                </a:lnTo>
                <a:lnTo>
                  <a:pt x="1577634" y="427598"/>
                </a:lnTo>
                <a:lnTo>
                  <a:pt x="1583503" y="424398"/>
                </a:lnTo>
                <a:lnTo>
                  <a:pt x="1589113" y="426006"/>
                </a:lnTo>
                <a:lnTo>
                  <a:pt x="1594675" y="427658"/>
                </a:lnTo>
                <a:lnTo>
                  <a:pt x="1597928" y="433486"/>
                </a:lnTo>
                <a:lnTo>
                  <a:pt x="1594713" y="444707"/>
                </a:lnTo>
                <a:lnTo>
                  <a:pt x="1588845" y="447907"/>
                </a:lnTo>
                <a:lnTo>
                  <a:pt x="1581364" y="445764"/>
                </a:lnTo>
                <a:lnTo>
                  <a:pt x="1579698" y="444763"/>
                </a:lnTo>
                <a:close/>
              </a:path>
              <a:path w="5142230" h="2300604">
                <a:moveTo>
                  <a:pt x="1511602" y="424552"/>
                </a:moveTo>
                <a:lnTo>
                  <a:pt x="1507867" y="420554"/>
                </a:lnTo>
                <a:lnTo>
                  <a:pt x="1506862" y="416644"/>
                </a:lnTo>
                <a:lnTo>
                  <a:pt x="1508028" y="412907"/>
                </a:lnTo>
                <a:lnTo>
                  <a:pt x="1509685" y="407350"/>
                </a:lnTo>
                <a:lnTo>
                  <a:pt x="1515599" y="404199"/>
                </a:lnTo>
                <a:lnTo>
                  <a:pt x="1526768" y="407554"/>
                </a:lnTo>
                <a:lnTo>
                  <a:pt x="1529919" y="413468"/>
                </a:lnTo>
                <a:lnTo>
                  <a:pt x="1526516" y="424682"/>
                </a:lnTo>
                <a:lnTo>
                  <a:pt x="1520602" y="427833"/>
                </a:lnTo>
                <a:lnTo>
                  <a:pt x="1515043" y="426086"/>
                </a:lnTo>
                <a:lnTo>
                  <a:pt x="1513173" y="425550"/>
                </a:lnTo>
                <a:lnTo>
                  <a:pt x="1511602" y="424552"/>
                </a:lnTo>
                <a:close/>
              </a:path>
              <a:path w="5142230" h="2300604">
                <a:moveTo>
                  <a:pt x="2814565" y="770426"/>
                </a:moveTo>
                <a:lnTo>
                  <a:pt x="2810835" y="766433"/>
                </a:lnTo>
                <a:lnTo>
                  <a:pt x="2809836" y="762334"/>
                </a:lnTo>
                <a:lnTo>
                  <a:pt x="2811199" y="758514"/>
                </a:lnTo>
                <a:lnTo>
                  <a:pt x="2813134" y="752962"/>
                </a:lnTo>
                <a:lnTo>
                  <a:pt x="2819223" y="750096"/>
                </a:lnTo>
                <a:lnTo>
                  <a:pt x="2830188" y="754014"/>
                </a:lnTo>
                <a:lnTo>
                  <a:pt x="2833048" y="760008"/>
                </a:lnTo>
                <a:lnTo>
                  <a:pt x="2829185" y="771023"/>
                </a:lnTo>
                <a:lnTo>
                  <a:pt x="2823137" y="773933"/>
                </a:lnTo>
                <a:lnTo>
                  <a:pt x="2815996" y="771372"/>
                </a:lnTo>
                <a:lnTo>
                  <a:pt x="2814565" y="770426"/>
                </a:lnTo>
                <a:close/>
              </a:path>
              <a:path w="5142230" h="2300604">
                <a:moveTo>
                  <a:pt x="1854403" y="517138"/>
                </a:moveTo>
                <a:lnTo>
                  <a:pt x="1850668" y="513140"/>
                </a:lnTo>
                <a:lnTo>
                  <a:pt x="1850286" y="511852"/>
                </a:lnTo>
                <a:lnTo>
                  <a:pt x="1849628" y="509485"/>
                </a:lnTo>
                <a:lnTo>
                  <a:pt x="1850489" y="505910"/>
                </a:lnTo>
                <a:lnTo>
                  <a:pt x="1851903" y="500289"/>
                </a:lnTo>
                <a:lnTo>
                  <a:pt x="1857597" y="496805"/>
                </a:lnTo>
                <a:lnTo>
                  <a:pt x="1868928" y="499551"/>
                </a:lnTo>
                <a:lnTo>
                  <a:pt x="1872368" y="505286"/>
                </a:lnTo>
                <a:lnTo>
                  <a:pt x="1869622" y="516617"/>
                </a:lnTo>
                <a:lnTo>
                  <a:pt x="1863932" y="520106"/>
                </a:lnTo>
                <a:lnTo>
                  <a:pt x="1858267" y="518733"/>
                </a:lnTo>
                <a:lnTo>
                  <a:pt x="1856208" y="518191"/>
                </a:lnTo>
                <a:lnTo>
                  <a:pt x="1854403" y="517138"/>
                </a:lnTo>
                <a:close/>
              </a:path>
              <a:path w="5142230" h="2300604">
                <a:moveTo>
                  <a:pt x="2881156" y="794792"/>
                </a:moveTo>
                <a:lnTo>
                  <a:pt x="2877416" y="790788"/>
                </a:lnTo>
                <a:lnTo>
                  <a:pt x="2876479" y="786560"/>
                </a:lnTo>
                <a:lnTo>
                  <a:pt x="2877975" y="782687"/>
                </a:lnTo>
                <a:lnTo>
                  <a:pt x="2880007" y="777238"/>
                </a:lnTo>
                <a:lnTo>
                  <a:pt x="2886096" y="774471"/>
                </a:lnTo>
                <a:lnTo>
                  <a:pt x="2896998" y="778614"/>
                </a:lnTo>
                <a:lnTo>
                  <a:pt x="2899769" y="784709"/>
                </a:lnTo>
                <a:lnTo>
                  <a:pt x="2895621" y="795615"/>
                </a:lnTo>
                <a:lnTo>
                  <a:pt x="2889531" y="798381"/>
                </a:lnTo>
                <a:lnTo>
                  <a:pt x="2884072" y="796350"/>
                </a:lnTo>
                <a:lnTo>
                  <a:pt x="2882493" y="795734"/>
                </a:lnTo>
                <a:lnTo>
                  <a:pt x="2881156" y="794792"/>
                </a:lnTo>
                <a:close/>
              </a:path>
              <a:path w="5142230" h="2300604">
                <a:moveTo>
                  <a:pt x="1376471" y="380674"/>
                </a:moveTo>
                <a:lnTo>
                  <a:pt x="1372781" y="376725"/>
                </a:lnTo>
                <a:lnTo>
                  <a:pt x="1371788" y="372631"/>
                </a:lnTo>
                <a:lnTo>
                  <a:pt x="1373051" y="368803"/>
                </a:lnTo>
                <a:lnTo>
                  <a:pt x="1374987" y="363251"/>
                </a:lnTo>
                <a:lnTo>
                  <a:pt x="1380981" y="360381"/>
                </a:lnTo>
                <a:lnTo>
                  <a:pt x="1391994" y="364155"/>
                </a:lnTo>
                <a:lnTo>
                  <a:pt x="1394953" y="370157"/>
                </a:lnTo>
                <a:lnTo>
                  <a:pt x="1391134" y="381221"/>
                </a:lnTo>
                <a:lnTo>
                  <a:pt x="1385132" y="384179"/>
                </a:lnTo>
                <a:lnTo>
                  <a:pt x="1377943" y="381664"/>
                </a:lnTo>
                <a:lnTo>
                  <a:pt x="1376471" y="380674"/>
                </a:lnTo>
                <a:close/>
              </a:path>
              <a:path w="5142230" h="2300604">
                <a:moveTo>
                  <a:pt x="2130810" y="582343"/>
                </a:moveTo>
                <a:lnTo>
                  <a:pt x="2127120" y="578394"/>
                </a:lnTo>
                <a:lnTo>
                  <a:pt x="2126013" y="574863"/>
                </a:lnTo>
                <a:lnTo>
                  <a:pt x="2126848" y="571261"/>
                </a:lnTo>
                <a:lnTo>
                  <a:pt x="2128221" y="565595"/>
                </a:lnTo>
                <a:lnTo>
                  <a:pt x="2133865" y="562058"/>
                </a:lnTo>
                <a:lnTo>
                  <a:pt x="2139531" y="563431"/>
                </a:lnTo>
                <a:lnTo>
                  <a:pt x="2145200" y="564710"/>
                </a:lnTo>
                <a:lnTo>
                  <a:pt x="2148734" y="570448"/>
                </a:lnTo>
                <a:lnTo>
                  <a:pt x="2146078" y="581777"/>
                </a:lnTo>
                <a:lnTo>
                  <a:pt x="2140438" y="585320"/>
                </a:lnTo>
                <a:lnTo>
                  <a:pt x="2132616" y="583496"/>
                </a:lnTo>
                <a:lnTo>
                  <a:pt x="2130810" y="582343"/>
                </a:lnTo>
                <a:close/>
              </a:path>
              <a:path w="5142230" h="2300604">
                <a:moveTo>
                  <a:pt x="1785491" y="500063"/>
                </a:moveTo>
                <a:lnTo>
                  <a:pt x="1781756" y="496065"/>
                </a:lnTo>
                <a:lnTo>
                  <a:pt x="1780701" y="492394"/>
                </a:lnTo>
                <a:lnTo>
                  <a:pt x="1781626" y="488790"/>
                </a:lnTo>
                <a:lnTo>
                  <a:pt x="1782999" y="483124"/>
                </a:lnTo>
                <a:lnTo>
                  <a:pt x="1788775" y="479728"/>
                </a:lnTo>
                <a:lnTo>
                  <a:pt x="1794441" y="481101"/>
                </a:lnTo>
                <a:lnTo>
                  <a:pt x="1800108" y="482574"/>
                </a:lnTo>
                <a:lnTo>
                  <a:pt x="1803498" y="488255"/>
                </a:lnTo>
                <a:lnTo>
                  <a:pt x="1800662" y="499588"/>
                </a:lnTo>
                <a:lnTo>
                  <a:pt x="1794927" y="503028"/>
                </a:lnTo>
                <a:lnTo>
                  <a:pt x="1789379" y="501683"/>
                </a:lnTo>
                <a:lnTo>
                  <a:pt x="1787202" y="501113"/>
                </a:lnTo>
                <a:lnTo>
                  <a:pt x="1785491" y="500063"/>
                </a:lnTo>
                <a:close/>
              </a:path>
              <a:path w="5142230" h="2300604">
                <a:moveTo>
                  <a:pt x="2337892" y="631791"/>
                </a:moveTo>
                <a:lnTo>
                  <a:pt x="2334203" y="627842"/>
                </a:lnTo>
                <a:lnTo>
                  <a:pt x="2333147" y="624171"/>
                </a:lnTo>
                <a:lnTo>
                  <a:pt x="2335441" y="614896"/>
                </a:lnTo>
                <a:lnTo>
                  <a:pt x="2336963" y="613984"/>
                </a:lnTo>
                <a:lnTo>
                  <a:pt x="2341296" y="611487"/>
                </a:lnTo>
                <a:lnTo>
                  <a:pt x="2346793" y="612875"/>
                </a:lnTo>
                <a:lnTo>
                  <a:pt x="2352463" y="614253"/>
                </a:lnTo>
                <a:lnTo>
                  <a:pt x="2355949" y="620037"/>
                </a:lnTo>
                <a:lnTo>
                  <a:pt x="2354530" y="625654"/>
                </a:lnTo>
                <a:lnTo>
                  <a:pt x="2353157" y="631319"/>
                </a:lnTo>
                <a:lnTo>
                  <a:pt x="2347422" y="634759"/>
                </a:lnTo>
                <a:lnTo>
                  <a:pt x="2341756" y="633386"/>
                </a:lnTo>
                <a:lnTo>
                  <a:pt x="2339698" y="632844"/>
                </a:lnTo>
                <a:lnTo>
                  <a:pt x="2337892" y="631791"/>
                </a:lnTo>
                <a:close/>
              </a:path>
              <a:path w="5142230" h="2300604">
                <a:moveTo>
                  <a:pt x="2406748" y="649100"/>
                </a:moveTo>
                <a:lnTo>
                  <a:pt x="2403013" y="645102"/>
                </a:lnTo>
                <a:lnTo>
                  <a:pt x="2401953" y="641426"/>
                </a:lnTo>
                <a:lnTo>
                  <a:pt x="2404346" y="632160"/>
                </a:lnTo>
                <a:lnTo>
                  <a:pt x="2410086" y="628725"/>
                </a:lnTo>
                <a:lnTo>
                  <a:pt x="2421411" y="631660"/>
                </a:lnTo>
                <a:lnTo>
                  <a:pt x="2424805" y="637346"/>
                </a:lnTo>
                <a:lnTo>
                  <a:pt x="2423402" y="642980"/>
                </a:lnTo>
                <a:lnTo>
                  <a:pt x="2421916" y="648720"/>
                </a:lnTo>
                <a:lnTo>
                  <a:pt x="2416135" y="652111"/>
                </a:lnTo>
                <a:lnTo>
                  <a:pt x="2410638" y="650722"/>
                </a:lnTo>
                <a:lnTo>
                  <a:pt x="2408459" y="650150"/>
                </a:lnTo>
                <a:lnTo>
                  <a:pt x="2406748" y="649100"/>
                </a:lnTo>
                <a:close/>
              </a:path>
              <a:path w="5142230" h="2300604">
                <a:moveTo>
                  <a:pt x="2199943" y="598581"/>
                </a:moveTo>
                <a:lnTo>
                  <a:pt x="2196254" y="594631"/>
                </a:lnTo>
                <a:lnTo>
                  <a:pt x="2195101" y="591051"/>
                </a:lnTo>
                <a:lnTo>
                  <a:pt x="2195973" y="587489"/>
                </a:lnTo>
                <a:lnTo>
                  <a:pt x="2197305" y="581779"/>
                </a:lnTo>
                <a:lnTo>
                  <a:pt x="2202990" y="578285"/>
                </a:lnTo>
                <a:lnTo>
                  <a:pt x="2214329" y="580942"/>
                </a:lnTo>
                <a:lnTo>
                  <a:pt x="2217912" y="586635"/>
                </a:lnTo>
                <a:lnTo>
                  <a:pt x="2216539" y="592300"/>
                </a:lnTo>
                <a:lnTo>
                  <a:pt x="2215211" y="598015"/>
                </a:lnTo>
                <a:lnTo>
                  <a:pt x="2209522" y="601504"/>
                </a:lnTo>
                <a:lnTo>
                  <a:pt x="2201700" y="599679"/>
                </a:lnTo>
                <a:lnTo>
                  <a:pt x="2199943" y="598581"/>
                </a:lnTo>
                <a:close/>
              </a:path>
              <a:path w="5142230" h="2300604">
                <a:moveTo>
                  <a:pt x="3443422" y="1801745"/>
                </a:moveTo>
                <a:lnTo>
                  <a:pt x="3439732" y="1797795"/>
                </a:lnTo>
                <a:lnTo>
                  <a:pt x="3438690" y="1795116"/>
                </a:lnTo>
                <a:lnTo>
                  <a:pt x="3438988" y="1786344"/>
                </a:lnTo>
                <a:lnTo>
                  <a:pt x="3443860" y="1781785"/>
                </a:lnTo>
                <a:lnTo>
                  <a:pt x="3455555" y="1782183"/>
                </a:lnTo>
                <a:lnTo>
                  <a:pt x="3460064" y="1787010"/>
                </a:lnTo>
                <a:lnTo>
                  <a:pt x="3459671" y="1798710"/>
                </a:lnTo>
                <a:lnTo>
                  <a:pt x="3454795" y="1803265"/>
                </a:lnTo>
                <a:lnTo>
                  <a:pt x="3446069" y="1803015"/>
                </a:lnTo>
                <a:lnTo>
                  <a:pt x="3443422" y="1801745"/>
                </a:lnTo>
                <a:close/>
              </a:path>
              <a:path w="5142230" h="2300604">
                <a:moveTo>
                  <a:pt x="2612044" y="705139"/>
                </a:moveTo>
                <a:lnTo>
                  <a:pt x="2608354" y="701190"/>
                </a:lnTo>
                <a:lnTo>
                  <a:pt x="2607306" y="697330"/>
                </a:lnTo>
                <a:lnTo>
                  <a:pt x="2608373" y="693585"/>
                </a:lnTo>
                <a:lnTo>
                  <a:pt x="2610030" y="688028"/>
                </a:lnTo>
                <a:lnTo>
                  <a:pt x="2615898" y="684829"/>
                </a:lnTo>
                <a:lnTo>
                  <a:pt x="2627116" y="688137"/>
                </a:lnTo>
                <a:lnTo>
                  <a:pt x="2630315" y="694006"/>
                </a:lnTo>
                <a:lnTo>
                  <a:pt x="2628658" y="699563"/>
                </a:lnTo>
                <a:lnTo>
                  <a:pt x="2626956" y="705170"/>
                </a:lnTo>
                <a:lnTo>
                  <a:pt x="2621088" y="708369"/>
                </a:lnTo>
                <a:lnTo>
                  <a:pt x="2615526" y="706716"/>
                </a:lnTo>
                <a:lnTo>
                  <a:pt x="2613656" y="706181"/>
                </a:lnTo>
                <a:lnTo>
                  <a:pt x="2612044" y="705139"/>
                </a:lnTo>
                <a:close/>
              </a:path>
              <a:path w="5142230" h="2300604">
                <a:moveTo>
                  <a:pt x="3426767" y="1307695"/>
                </a:moveTo>
                <a:lnTo>
                  <a:pt x="3423073" y="1303741"/>
                </a:lnTo>
                <a:lnTo>
                  <a:pt x="3422140" y="1302156"/>
                </a:lnTo>
                <a:lnTo>
                  <a:pt x="3420267" y="1294775"/>
                </a:lnTo>
                <a:lnTo>
                  <a:pt x="3423721" y="1288991"/>
                </a:lnTo>
                <a:lnTo>
                  <a:pt x="3429340" y="1287577"/>
                </a:lnTo>
                <a:lnTo>
                  <a:pt x="3435003" y="1286113"/>
                </a:lnTo>
                <a:lnTo>
                  <a:pt x="3440741" y="1289519"/>
                </a:lnTo>
                <a:lnTo>
                  <a:pt x="3443660" y="1300854"/>
                </a:lnTo>
                <a:lnTo>
                  <a:pt x="3440165" y="1306594"/>
                </a:lnTo>
                <a:lnTo>
                  <a:pt x="3430640" y="1309007"/>
                </a:lnTo>
                <a:lnTo>
                  <a:pt x="3426767" y="1307695"/>
                </a:lnTo>
                <a:close/>
              </a:path>
              <a:path w="5142230" h="2300604">
                <a:moveTo>
                  <a:pt x="3440786" y="1376952"/>
                </a:moveTo>
                <a:lnTo>
                  <a:pt x="3437101" y="1373008"/>
                </a:lnTo>
                <a:lnTo>
                  <a:pt x="3436124" y="1371081"/>
                </a:lnTo>
                <a:lnTo>
                  <a:pt x="3434881" y="1363202"/>
                </a:lnTo>
                <a:lnTo>
                  <a:pt x="3438753" y="1357768"/>
                </a:lnTo>
                <a:lnTo>
                  <a:pt x="3444491" y="1356873"/>
                </a:lnTo>
                <a:lnTo>
                  <a:pt x="3450283" y="1355937"/>
                </a:lnTo>
                <a:lnTo>
                  <a:pt x="3455723" y="1359903"/>
                </a:lnTo>
                <a:lnTo>
                  <a:pt x="3457504" y="1371389"/>
                </a:lnTo>
                <a:lnTo>
                  <a:pt x="3453632" y="1376823"/>
                </a:lnTo>
                <a:lnTo>
                  <a:pt x="3444234" y="1378297"/>
                </a:lnTo>
                <a:lnTo>
                  <a:pt x="3440786" y="1376952"/>
                </a:lnTo>
                <a:close/>
              </a:path>
              <a:path w="5142230" h="2300604">
                <a:moveTo>
                  <a:pt x="2061679" y="566304"/>
                </a:moveTo>
                <a:lnTo>
                  <a:pt x="2057944" y="562306"/>
                </a:lnTo>
                <a:lnTo>
                  <a:pt x="2056885" y="558729"/>
                </a:lnTo>
                <a:lnTo>
                  <a:pt x="2059041" y="549502"/>
                </a:lnTo>
                <a:lnTo>
                  <a:pt x="2064680" y="545960"/>
                </a:lnTo>
                <a:lnTo>
                  <a:pt x="2076109" y="548615"/>
                </a:lnTo>
                <a:lnTo>
                  <a:pt x="2079597" y="554305"/>
                </a:lnTo>
                <a:lnTo>
                  <a:pt x="2078323" y="559978"/>
                </a:lnTo>
                <a:lnTo>
                  <a:pt x="2076950" y="565644"/>
                </a:lnTo>
                <a:lnTo>
                  <a:pt x="2071306" y="569181"/>
                </a:lnTo>
                <a:lnTo>
                  <a:pt x="2063484" y="567357"/>
                </a:lnTo>
                <a:lnTo>
                  <a:pt x="2061679" y="566304"/>
                </a:lnTo>
                <a:close/>
              </a:path>
              <a:path w="5142230" h="2300604">
                <a:moveTo>
                  <a:pt x="2268967" y="614994"/>
                </a:moveTo>
                <a:lnTo>
                  <a:pt x="2265282" y="611050"/>
                </a:lnTo>
                <a:lnTo>
                  <a:pt x="2264928" y="609889"/>
                </a:lnTo>
                <a:lnTo>
                  <a:pt x="2264197" y="607346"/>
                </a:lnTo>
                <a:lnTo>
                  <a:pt x="2266427" y="598200"/>
                </a:lnTo>
                <a:lnTo>
                  <a:pt x="2272117" y="594712"/>
                </a:lnTo>
                <a:lnTo>
                  <a:pt x="2283443" y="597453"/>
                </a:lnTo>
                <a:lnTo>
                  <a:pt x="2286932" y="603142"/>
                </a:lnTo>
                <a:lnTo>
                  <a:pt x="2284186" y="614474"/>
                </a:lnTo>
                <a:lnTo>
                  <a:pt x="2278501" y="617967"/>
                </a:lnTo>
                <a:lnTo>
                  <a:pt x="2272835" y="616594"/>
                </a:lnTo>
                <a:lnTo>
                  <a:pt x="2270769" y="616141"/>
                </a:lnTo>
                <a:lnTo>
                  <a:pt x="2268967" y="614994"/>
                </a:lnTo>
                <a:close/>
              </a:path>
              <a:path w="5142230" h="2300604">
                <a:moveTo>
                  <a:pt x="2475392" y="666964"/>
                </a:moveTo>
                <a:lnTo>
                  <a:pt x="2471703" y="663015"/>
                </a:lnTo>
                <a:lnTo>
                  <a:pt x="2470602" y="659295"/>
                </a:lnTo>
                <a:lnTo>
                  <a:pt x="2473096" y="649942"/>
                </a:lnTo>
                <a:lnTo>
                  <a:pt x="2478636" y="646782"/>
                </a:lnTo>
                <a:lnTo>
                  <a:pt x="2478874" y="646646"/>
                </a:lnTo>
                <a:lnTo>
                  <a:pt x="2484536" y="648113"/>
                </a:lnTo>
                <a:lnTo>
                  <a:pt x="2490150" y="649626"/>
                </a:lnTo>
                <a:lnTo>
                  <a:pt x="2493541" y="655407"/>
                </a:lnTo>
                <a:lnTo>
                  <a:pt x="2492025" y="661115"/>
                </a:lnTo>
                <a:lnTo>
                  <a:pt x="2490507" y="666723"/>
                </a:lnTo>
                <a:lnTo>
                  <a:pt x="2484730" y="670020"/>
                </a:lnTo>
                <a:lnTo>
                  <a:pt x="2479072" y="668558"/>
                </a:lnTo>
                <a:lnTo>
                  <a:pt x="2477103" y="668014"/>
                </a:lnTo>
                <a:lnTo>
                  <a:pt x="2475392" y="666964"/>
                </a:lnTo>
                <a:close/>
              </a:path>
              <a:path w="5142230" h="2300604">
                <a:moveTo>
                  <a:pt x="2543876" y="685634"/>
                </a:moveTo>
                <a:lnTo>
                  <a:pt x="2540137" y="681631"/>
                </a:lnTo>
                <a:lnTo>
                  <a:pt x="2539085" y="677866"/>
                </a:lnTo>
                <a:lnTo>
                  <a:pt x="2540112" y="674176"/>
                </a:lnTo>
                <a:lnTo>
                  <a:pt x="2541715" y="668561"/>
                </a:lnTo>
                <a:lnTo>
                  <a:pt x="2547075" y="665502"/>
                </a:lnTo>
                <a:lnTo>
                  <a:pt x="2547492" y="665264"/>
                </a:lnTo>
                <a:lnTo>
                  <a:pt x="2553151" y="666826"/>
                </a:lnTo>
                <a:lnTo>
                  <a:pt x="2558762" y="668433"/>
                </a:lnTo>
                <a:lnTo>
                  <a:pt x="2562014" y="674261"/>
                </a:lnTo>
                <a:lnTo>
                  <a:pt x="2560501" y="679874"/>
                </a:lnTo>
                <a:lnTo>
                  <a:pt x="2558894" y="685485"/>
                </a:lnTo>
                <a:lnTo>
                  <a:pt x="2553491" y="688498"/>
                </a:lnTo>
                <a:lnTo>
                  <a:pt x="2553071" y="688733"/>
                </a:lnTo>
                <a:lnTo>
                  <a:pt x="2545493" y="686681"/>
                </a:lnTo>
                <a:lnTo>
                  <a:pt x="2543876" y="685634"/>
                </a:lnTo>
                <a:close/>
              </a:path>
              <a:path w="5142230" h="2300604">
                <a:moveTo>
                  <a:pt x="3458416" y="2085229"/>
                </a:moveTo>
                <a:lnTo>
                  <a:pt x="3454726" y="2081280"/>
                </a:lnTo>
                <a:lnTo>
                  <a:pt x="3453745" y="2079448"/>
                </a:lnTo>
                <a:lnTo>
                  <a:pt x="3452360" y="2071611"/>
                </a:lnTo>
                <a:lnTo>
                  <a:pt x="3456182" y="2066123"/>
                </a:lnTo>
                <a:lnTo>
                  <a:pt x="3467677" y="2064060"/>
                </a:lnTo>
                <a:lnTo>
                  <a:pt x="3473169" y="2067886"/>
                </a:lnTo>
                <a:lnTo>
                  <a:pt x="3475233" y="2079381"/>
                </a:lnTo>
                <a:lnTo>
                  <a:pt x="3471411" y="2084869"/>
                </a:lnTo>
                <a:lnTo>
                  <a:pt x="3465660" y="2085849"/>
                </a:lnTo>
                <a:lnTo>
                  <a:pt x="3462002" y="2086527"/>
                </a:lnTo>
                <a:lnTo>
                  <a:pt x="3458416" y="2085229"/>
                </a:lnTo>
                <a:close/>
              </a:path>
              <a:path w="5142230" h="2300604">
                <a:moveTo>
                  <a:pt x="3474512" y="2154656"/>
                </a:moveTo>
                <a:lnTo>
                  <a:pt x="3470772" y="2150653"/>
                </a:lnTo>
                <a:lnTo>
                  <a:pt x="3469877" y="2149206"/>
                </a:lnTo>
                <a:lnTo>
                  <a:pt x="3467865" y="2141872"/>
                </a:lnTo>
                <a:lnTo>
                  <a:pt x="3471131" y="2136082"/>
                </a:lnTo>
                <a:lnTo>
                  <a:pt x="3482382" y="2132877"/>
                </a:lnTo>
                <a:lnTo>
                  <a:pt x="3488213" y="2136187"/>
                </a:lnTo>
                <a:lnTo>
                  <a:pt x="3491323" y="2147434"/>
                </a:lnTo>
                <a:lnTo>
                  <a:pt x="3488062" y="2153229"/>
                </a:lnTo>
                <a:lnTo>
                  <a:pt x="3482437" y="2154832"/>
                </a:lnTo>
                <a:lnTo>
                  <a:pt x="3478524" y="2155921"/>
                </a:lnTo>
                <a:lnTo>
                  <a:pt x="3474512" y="2154656"/>
                </a:lnTo>
                <a:close/>
              </a:path>
              <a:path w="5142230" h="2300604">
                <a:moveTo>
                  <a:pt x="3343188" y="1114517"/>
                </a:moveTo>
                <a:lnTo>
                  <a:pt x="3338435" y="1109430"/>
                </a:lnTo>
                <a:lnTo>
                  <a:pt x="3335204" y="1104504"/>
                </a:lnTo>
                <a:lnTo>
                  <a:pt x="3336511" y="1097987"/>
                </a:lnTo>
                <a:lnTo>
                  <a:pt x="3341338" y="1094747"/>
                </a:lnTo>
                <a:lnTo>
                  <a:pt x="3346268" y="1091521"/>
                </a:lnTo>
                <a:lnTo>
                  <a:pt x="3352781" y="1092823"/>
                </a:lnTo>
                <a:lnTo>
                  <a:pt x="3359252" y="1102585"/>
                </a:lnTo>
                <a:lnTo>
                  <a:pt x="3357944" y="1109102"/>
                </a:lnTo>
                <a:lnTo>
                  <a:pt x="3353060" y="1112378"/>
                </a:lnTo>
                <a:lnTo>
                  <a:pt x="3348713" y="1115251"/>
                </a:lnTo>
                <a:lnTo>
                  <a:pt x="3343188" y="1114517"/>
                </a:lnTo>
                <a:close/>
              </a:path>
              <a:path w="5142230" h="2300604">
                <a:moveTo>
                  <a:pt x="1923420" y="533740"/>
                </a:moveTo>
                <a:lnTo>
                  <a:pt x="1919735" y="529795"/>
                </a:lnTo>
                <a:lnTo>
                  <a:pt x="1918676" y="526218"/>
                </a:lnTo>
                <a:lnTo>
                  <a:pt x="1919507" y="522611"/>
                </a:lnTo>
                <a:lnTo>
                  <a:pt x="1920880" y="516946"/>
                </a:lnTo>
                <a:lnTo>
                  <a:pt x="1926570" y="513457"/>
                </a:lnTo>
                <a:lnTo>
                  <a:pt x="1937897" y="516198"/>
                </a:lnTo>
                <a:lnTo>
                  <a:pt x="1941385" y="521888"/>
                </a:lnTo>
                <a:lnTo>
                  <a:pt x="1940061" y="527508"/>
                </a:lnTo>
                <a:lnTo>
                  <a:pt x="1938688" y="533174"/>
                </a:lnTo>
                <a:lnTo>
                  <a:pt x="1932995" y="536757"/>
                </a:lnTo>
                <a:lnTo>
                  <a:pt x="1925222" y="534887"/>
                </a:lnTo>
                <a:lnTo>
                  <a:pt x="1923420" y="533740"/>
                </a:lnTo>
                <a:close/>
              </a:path>
              <a:path w="5142230" h="2300604">
                <a:moveTo>
                  <a:pt x="3442185" y="1872753"/>
                </a:moveTo>
                <a:lnTo>
                  <a:pt x="3438491" y="1868799"/>
                </a:lnTo>
                <a:lnTo>
                  <a:pt x="3437402" y="1866264"/>
                </a:lnTo>
                <a:lnTo>
                  <a:pt x="3437414" y="1857578"/>
                </a:lnTo>
                <a:lnTo>
                  <a:pt x="3442149" y="1852872"/>
                </a:lnTo>
                <a:lnTo>
                  <a:pt x="3447958" y="1852933"/>
                </a:lnTo>
                <a:lnTo>
                  <a:pt x="3453807" y="1852938"/>
                </a:lnTo>
                <a:lnTo>
                  <a:pt x="3458554" y="1857726"/>
                </a:lnTo>
                <a:lnTo>
                  <a:pt x="3458503" y="1863536"/>
                </a:lnTo>
                <a:lnTo>
                  <a:pt x="3458492" y="1869390"/>
                </a:lnTo>
                <a:lnTo>
                  <a:pt x="3453753" y="1874091"/>
                </a:lnTo>
                <a:lnTo>
                  <a:pt x="3444878" y="1874072"/>
                </a:lnTo>
                <a:lnTo>
                  <a:pt x="3442185" y="1872753"/>
                </a:lnTo>
                <a:close/>
              </a:path>
              <a:path w="5142230" h="2300604">
                <a:moveTo>
                  <a:pt x="3378204" y="1175461"/>
                </a:moveTo>
                <a:lnTo>
                  <a:pt x="3374424" y="1171413"/>
                </a:lnTo>
                <a:lnTo>
                  <a:pt x="3373882" y="1170541"/>
                </a:lnTo>
                <a:lnTo>
                  <a:pt x="3373398" y="1169632"/>
                </a:lnTo>
                <a:lnTo>
                  <a:pt x="3370791" y="1164397"/>
                </a:lnTo>
                <a:lnTo>
                  <a:pt x="3372896" y="1158048"/>
                </a:lnTo>
                <a:lnTo>
                  <a:pt x="3377769" y="1155641"/>
                </a:lnTo>
                <a:lnTo>
                  <a:pt x="3383271" y="1152831"/>
                </a:lnTo>
                <a:lnTo>
                  <a:pt x="3389619" y="1154935"/>
                </a:lnTo>
                <a:lnTo>
                  <a:pt x="3392275" y="1160124"/>
                </a:lnTo>
                <a:lnTo>
                  <a:pt x="3394774" y="1165145"/>
                </a:lnTo>
                <a:lnTo>
                  <a:pt x="3394902" y="1165282"/>
                </a:lnTo>
                <a:lnTo>
                  <a:pt x="3392778" y="1171708"/>
                </a:lnTo>
                <a:lnTo>
                  <a:pt x="3387960" y="1174174"/>
                </a:lnTo>
                <a:lnTo>
                  <a:pt x="3383268" y="1176483"/>
                </a:lnTo>
                <a:lnTo>
                  <a:pt x="3378204" y="1175461"/>
                </a:lnTo>
                <a:close/>
              </a:path>
              <a:path w="5142230" h="2300604">
                <a:moveTo>
                  <a:pt x="3443449" y="1943799"/>
                </a:moveTo>
                <a:lnTo>
                  <a:pt x="3439759" y="1939850"/>
                </a:lnTo>
                <a:lnTo>
                  <a:pt x="3438655" y="1937494"/>
                </a:lnTo>
                <a:lnTo>
                  <a:pt x="3438329" y="1929032"/>
                </a:lnTo>
                <a:lnTo>
                  <a:pt x="3442886" y="1924136"/>
                </a:lnTo>
                <a:lnTo>
                  <a:pt x="3454520" y="1923687"/>
                </a:lnTo>
                <a:lnTo>
                  <a:pt x="3459465" y="1928199"/>
                </a:lnTo>
                <a:lnTo>
                  <a:pt x="3459919" y="1939828"/>
                </a:lnTo>
                <a:lnTo>
                  <a:pt x="3455403" y="1944768"/>
                </a:lnTo>
                <a:lnTo>
                  <a:pt x="3449544" y="1945045"/>
                </a:lnTo>
                <a:lnTo>
                  <a:pt x="3446331" y="1945125"/>
                </a:lnTo>
                <a:lnTo>
                  <a:pt x="3443449" y="1943799"/>
                </a:lnTo>
                <a:close/>
              </a:path>
              <a:path w="5142230" h="2300604">
                <a:moveTo>
                  <a:pt x="1716697" y="482331"/>
                </a:moveTo>
                <a:lnTo>
                  <a:pt x="1713007" y="478381"/>
                </a:lnTo>
                <a:lnTo>
                  <a:pt x="1711906" y="474662"/>
                </a:lnTo>
                <a:lnTo>
                  <a:pt x="1712792" y="471211"/>
                </a:lnTo>
                <a:lnTo>
                  <a:pt x="1714344" y="465444"/>
                </a:lnTo>
                <a:lnTo>
                  <a:pt x="1719948" y="462157"/>
                </a:lnTo>
                <a:lnTo>
                  <a:pt x="1720125" y="462053"/>
                </a:lnTo>
                <a:lnTo>
                  <a:pt x="1731404" y="464939"/>
                </a:lnTo>
                <a:lnTo>
                  <a:pt x="1734796" y="470720"/>
                </a:lnTo>
                <a:lnTo>
                  <a:pt x="1733336" y="476195"/>
                </a:lnTo>
                <a:lnTo>
                  <a:pt x="1731861" y="482045"/>
                </a:lnTo>
                <a:lnTo>
                  <a:pt x="1726153" y="485319"/>
                </a:lnTo>
                <a:lnTo>
                  <a:pt x="1720418" y="483968"/>
                </a:lnTo>
                <a:lnTo>
                  <a:pt x="1718408" y="483381"/>
                </a:lnTo>
                <a:lnTo>
                  <a:pt x="1716697" y="482331"/>
                </a:lnTo>
                <a:close/>
              </a:path>
              <a:path w="5142230" h="2300604">
                <a:moveTo>
                  <a:pt x="3448487" y="2014780"/>
                </a:moveTo>
                <a:lnTo>
                  <a:pt x="3444757" y="2010787"/>
                </a:lnTo>
                <a:lnTo>
                  <a:pt x="3443741" y="2008722"/>
                </a:lnTo>
                <a:lnTo>
                  <a:pt x="3442884" y="2000474"/>
                </a:lnTo>
                <a:lnTo>
                  <a:pt x="3447173" y="1995290"/>
                </a:lnTo>
                <a:lnTo>
                  <a:pt x="3452951" y="1994731"/>
                </a:lnTo>
                <a:lnTo>
                  <a:pt x="3458774" y="1994122"/>
                </a:lnTo>
                <a:lnTo>
                  <a:pt x="3463917" y="1998357"/>
                </a:lnTo>
                <a:lnTo>
                  <a:pt x="3465130" y="2010017"/>
                </a:lnTo>
                <a:lnTo>
                  <a:pt x="3460895" y="2015160"/>
                </a:lnTo>
                <a:lnTo>
                  <a:pt x="3451657" y="2016121"/>
                </a:lnTo>
                <a:lnTo>
                  <a:pt x="3448487" y="2014780"/>
                </a:lnTo>
                <a:close/>
              </a:path>
              <a:path w="5142230" h="2300604">
                <a:moveTo>
                  <a:pt x="1992501" y="550117"/>
                </a:moveTo>
                <a:lnTo>
                  <a:pt x="1988812" y="546168"/>
                </a:lnTo>
                <a:lnTo>
                  <a:pt x="1987753" y="542591"/>
                </a:lnTo>
                <a:lnTo>
                  <a:pt x="1989908" y="533364"/>
                </a:lnTo>
                <a:lnTo>
                  <a:pt x="1995601" y="529781"/>
                </a:lnTo>
                <a:lnTo>
                  <a:pt x="2001267" y="531154"/>
                </a:lnTo>
                <a:lnTo>
                  <a:pt x="2006981" y="532482"/>
                </a:lnTo>
                <a:lnTo>
                  <a:pt x="2010470" y="538171"/>
                </a:lnTo>
                <a:lnTo>
                  <a:pt x="2009191" y="543840"/>
                </a:lnTo>
                <a:lnTo>
                  <a:pt x="2007818" y="549506"/>
                </a:lnTo>
                <a:lnTo>
                  <a:pt x="2002174" y="553043"/>
                </a:lnTo>
                <a:lnTo>
                  <a:pt x="1994352" y="551219"/>
                </a:lnTo>
                <a:lnTo>
                  <a:pt x="1992501" y="550117"/>
                </a:lnTo>
                <a:close/>
              </a:path>
              <a:path w="5142230" h="2300604">
                <a:moveTo>
                  <a:pt x="1648064" y="463991"/>
                </a:moveTo>
                <a:lnTo>
                  <a:pt x="1644329" y="459992"/>
                </a:lnTo>
                <a:lnTo>
                  <a:pt x="1643277" y="456227"/>
                </a:lnTo>
                <a:lnTo>
                  <a:pt x="1644341" y="452576"/>
                </a:lnTo>
                <a:lnTo>
                  <a:pt x="1645858" y="446967"/>
                </a:lnTo>
                <a:lnTo>
                  <a:pt x="1651328" y="443830"/>
                </a:lnTo>
                <a:lnTo>
                  <a:pt x="1651685" y="443625"/>
                </a:lnTo>
                <a:lnTo>
                  <a:pt x="1662957" y="446700"/>
                </a:lnTo>
                <a:lnTo>
                  <a:pt x="1666201" y="452518"/>
                </a:lnTo>
                <a:lnTo>
                  <a:pt x="1664688" y="458131"/>
                </a:lnTo>
                <a:lnTo>
                  <a:pt x="1663131" y="463795"/>
                </a:lnTo>
                <a:lnTo>
                  <a:pt x="1657707" y="466884"/>
                </a:lnTo>
                <a:lnTo>
                  <a:pt x="1657349" y="467087"/>
                </a:lnTo>
                <a:lnTo>
                  <a:pt x="1651690" y="465526"/>
                </a:lnTo>
                <a:lnTo>
                  <a:pt x="1649771" y="465036"/>
                </a:lnTo>
                <a:lnTo>
                  <a:pt x="1648064" y="463991"/>
                </a:lnTo>
                <a:close/>
              </a:path>
              <a:path w="5142230" h="2300604">
                <a:moveTo>
                  <a:pt x="1309631" y="356824"/>
                </a:moveTo>
                <a:lnTo>
                  <a:pt x="1305896" y="352826"/>
                </a:lnTo>
                <a:lnTo>
                  <a:pt x="1304906" y="348638"/>
                </a:lnTo>
                <a:lnTo>
                  <a:pt x="1306312" y="344767"/>
                </a:lnTo>
                <a:lnTo>
                  <a:pt x="1308339" y="339313"/>
                </a:lnTo>
                <a:lnTo>
                  <a:pt x="1314383" y="336497"/>
                </a:lnTo>
                <a:lnTo>
                  <a:pt x="1319838" y="338524"/>
                </a:lnTo>
                <a:lnTo>
                  <a:pt x="1325341" y="340505"/>
                </a:lnTo>
                <a:lnTo>
                  <a:pt x="1328153" y="346644"/>
                </a:lnTo>
                <a:lnTo>
                  <a:pt x="1324100" y="357553"/>
                </a:lnTo>
                <a:lnTo>
                  <a:pt x="1318056" y="360369"/>
                </a:lnTo>
                <a:lnTo>
                  <a:pt x="1312601" y="358342"/>
                </a:lnTo>
                <a:lnTo>
                  <a:pt x="1310968" y="357767"/>
                </a:lnTo>
                <a:lnTo>
                  <a:pt x="1309631" y="356824"/>
                </a:lnTo>
                <a:close/>
              </a:path>
              <a:path w="5142230" h="2300604">
                <a:moveTo>
                  <a:pt x="3527799" y="2286769"/>
                </a:moveTo>
                <a:lnTo>
                  <a:pt x="3524014" y="2282717"/>
                </a:lnTo>
                <a:lnTo>
                  <a:pt x="3523478" y="2281948"/>
                </a:lnTo>
                <a:lnTo>
                  <a:pt x="3523081" y="2281132"/>
                </a:lnTo>
                <a:lnTo>
                  <a:pt x="3520278" y="2275980"/>
                </a:lnTo>
                <a:lnTo>
                  <a:pt x="3522194" y="2269625"/>
                </a:lnTo>
                <a:lnTo>
                  <a:pt x="3532443" y="2264077"/>
                </a:lnTo>
                <a:lnTo>
                  <a:pt x="3538842" y="2265943"/>
                </a:lnTo>
                <a:lnTo>
                  <a:pt x="3544440" y="2276236"/>
                </a:lnTo>
                <a:lnTo>
                  <a:pt x="3542476" y="2282637"/>
                </a:lnTo>
                <a:lnTo>
                  <a:pt x="3537334" y="2285441"/>
                </a:lnTo>
                <a:lnTo>
                  <a:pt x="3533002" y="2287743"/>
                </a:lnTo>
                <a:lnTo>
                  <a:pt x="3527799" y="2286769"/>
                </a:lnTo>
                <a:close/>
              </a:path>
              <a:path w="5142230" h="2300604">
                <a:moveTo>
                  <a:pt x="3497517" y="2222194"/>
                </a:moveTo>
                <a:lnTo>
                  <a:pt x="3493736" y="2218147"/>
                </a:lnTo>
                <a:lnTo>
                  <a:pt x="3493017" y="2217083"/>
                </a:lnTo>
                <a:lnTo>
                  <a:pt x="3492493" y="2215838"/>
                </a:lnTo>
                <a:lnTo>
                  <a:pt x="3490314" y="2210377"/>
                </a:lnTo>
                <a:lnTo>
                  <a:pt x="3492982" y="2204241"/>
                </a:lnTo>
                <a:lnTo>
                  <a:pt x="3498385" y="2202107"/>
                </a:lnTo>
                <a:lnTo>
                  <a:pt x="3503800" y="2199889"/>
                </a:lnTo>
                <a:lnTo>
                  <a:pt x="3509941" y="2202552"/>
                </a:lnTo>
                <a:lnTo>
                  <a:pt x="3512164" y="2207963"/>
                </a:lnTo>
                <a:lnTo>
                  <a:pt x="3514294" y="2213370"/>
                </a:lnTo>
                <a:lnTo>
                  <a:pt x="3511630" y="2219511"/>
                </a:lnTo>
                <a:lnTo>
                  <a:pt x="3506263" y="2221684"/>
                </a:lnTo>
                <a:lnTo>
                  <a:pt x="3502320" y="2223230"/>
                </a:lnTo>
                <a:lnTo>
                  <a:pt x="3502053" y="2223335"/>
                </a:lnTo>
                <a:lnTo>
                  <a:pt x="3497517" y="2222194"/>
                </a:lnTo>
                <a:close/>
              </a:path>
              <a:path w="5142230" h="2300604">
                <a:moveTo>
                  <a:pt x="3828977" y="2245751"/>
                </a:moveTo>
                <a:lnTo>
                  <a:pt x="3825055" y="2241552"/>
                </a:lnTo>
                <a:lnTo>
                  <a:pt x="3825079" y="2235421"/>
                </a:lnTo>
                <a:lnTo>
                  <a:pt x="3828847" y="2231536"/>
                </a:lnTo>
                <a:lnTo>
                  <a:pt x="3832715" y="2227466"/>
                </a:lnTo>
                <a:lnTo>
                  <a:pt x="3839087" y="2227348"/>
                </a:lnTo>
                <a:lnTo>
                  <a:pt x="3843157" y="2231216"/>
                </a:lnTo>
                <a:lnTo>
                  <a:pt x="3847183" y="2235134"/>
                </a:lnTo>
                <a:lnTo>
                  <a:pt x="3847342" y="2241560"/>
                </a:lnTo>
                <a:lnTo>
                  <a:pt x="3843429" y="2245581"/>
                </a:lnTo>
                <a:lnTo>
                  <a:pt x="3839609" y="2249606"/>
                </a:lnTo>
                <a:lnTo>
                  <a:pt x="3833133" y="2249711"/>
                </a:lnTo>
                <a:lnTo>
                  <a:pt x="3828977" y="2245751"/>
                </a:lnTo>
                <a:close/>
              </a:path>
              <a:path w="5142230" h="2300604">
                <a:moveTo>
                  <a:pt x="3661108" y="2023434"/>
                </a:moveTo>
                <a:lnTo>
                  <a:pt x="3657423" y="2019489"/>
                </a:lnTo>
                <a:lnTo>
                  <a:pt x="3656929" y="2018764"/>
                </a:lnTo>
                <a:lnTo>
                  <a:pt x="3656531" y="2017948"/>
                </a:lnTo>
                <a:lnTo>
                  <a:pt x="3653910" y="2012992"/>
                </a:lnTo>
                <a:lnTo>
                  <a:pt x="3655775" y="2006875"/>
                </a:lnTo>
                <a:lnTo>
                  <a:pt x="3665674" y="2001637"/>
                </a:lnTo>
                <a:lnTo>
                  <a:pt x="3671795" y="2003498"/>
                </a:lnTo>
                <a:lnTo>
                  <a:pt x="3677074" y="2013450"/>
                </a:lnTo>
                <a:lnTo>
                  <a:pt x="3675173" y="2019527"/>
                </a:lnTo>
                <a:lnTo>
                  <a:pt x="3670217" y="2022139"/>
                </a:lnTo>
                <a:lnTo>
                  <a:pt x="3666086" y="2024364"/>
                </a:lnTo>
                <a:lnTo>
                  <a:pt x="3661108" y="2023434"/>
                </a:lnTo>
                <a:close/>
              </a:path>
              <a:path w="5142230" h="2300604">
                <a:moveTo>
                  <a:pt x="3480131" y="1266976"/>
                </a:moveTo>
                <a:lnTo>
                  <a:pt x="3476578" y="1263173"/>
                </a:lnTo>
                <a:lnTo>
                  <a:pt x="3475731" y="1261680"/>
                </a:lnTo>
                <a:lnTo>
                  <a:pt x="3475264" y="1260007"/>
                </a:lnTo>
                <a:lnTo>
                  <a:pt x="3473849" y="1254582"/>
                </a:lnTo>
                <a:lnTo>
                  <a:pt x="3477100" y="1249070"/>
                </a:lnTo>
                <a:lnTo>
                  <a:pt x="3482489" y="1247606"/>
                </a:lnTo>
                <a:lnTo>
                  <a:pt x="3487915" y="1246181"/>
                </a:lnTo>
                <a:lnTo>
                  <a:pt x="3493471" y="1249391"/>
                </a:lnTo>
                <a:lnTo>
                  <a:pt x="3496316" y="1260257"/>
                </a:lnTo>
                <a:lnTo>
                  <a:pt x="3493101" y="1265808"/>
                </a:lnTo>
                <a:lnTo>
                  <a:pt x="3487675" y="1267233"/>
                </a:lnTo>
                <a:lnTo>
                  <a:pt x="3483954" y="1268234"/>
                </a:lnTo>
                <a:lnTo>
                  <a:pt x="3480131" y="1266976"/>
                </a:lnTo>
                <a:close/>
              </a:path>
              <a:path w="5142230" h="2300604">
                <a:moveTo>
                  <a:pt x="3737854" y="2143514"/>
                </a:moveTo>
                <a:lnTo>
                  <a:pt x="3733567" y="2138925"/>
                </a:lnTo>
                <a:lnTo>
                  <a:pt x="3730225" y="2134468"/>
                </a:lnTo>
                <a:lnTo>
                  <a:pt x="3731050" y="2128118"/>
                </a:lnTo>
                <a:lnTo>
                  <a:pt x="3735556" y="2124731"/>
                </a:lnTo>
                <a:lnTo>
                  <a:pt x="3739968" y="2121340"/>
                </a:lnTo>
                <a:lnTo>
                  <a:pt x="3746358" y="2122219"/>
                </a:lnTo>
                <a:lnTo>
                  <a:pt x="3749749" y="2126630"/>
                </a:lnTo>
                <a:lnTo>
                  <a:pt x="3753136" y="2131136"/>
                </a:lnTo>
                <a:lnTo>
                  <a:pt x="3752217" y="2137483"/>
                </a:lnTo>
                <a:lnTo>
                  <a:pt x="3747805" y="2140873"/>
                </a:lnTo>
                <a:lnTo>
                  <a:pt x="3743637" y="2144036"/>
                </a:lnTo>
                <a:lnTo>
                  <a:pt x="3737854" y="2143514"/>
                </a:lnTo>
                <a:close/>
              </a:path>
              <a:path w="5142230" h="2300604">
                <a:moveTo>
                  <a:pt x="3697075" y="2085004"/>
                </a:moveTo>
                <a:lnTo>
                  <a:pt x="3692923" y="2080560"/>
                </a:lnTo>
                <a:lnTo>
                  <a:pt x="3692606" y="2080025"/>
                </a:lnTo>
                <a:lnTo>
                  <a:pt x="3689557" y="2075294"/>
                </a:lnTo>
                <a:lnTo>
                  <a:pt x="3690949" y="2069063"/>
                </a:lnTo>
                <a:lnTo>
                  <a:pt x="3700366" y="2063015"/>
                </a:lnTo>
                <a:lnTo>
                  <a:pt x="3706692" y="2064410"/>
                </a:lnTo>
                <a:lnTo>
                  <a:pt x="3709647" y="2069138"/>
                </a:lnTo>
                <a:lnTo>
                  <a:pt x="3712646" y="2073814"/>
                </a:lnTo>
                <a:lnTo>
                  <a:pt x="3711299" y="2080094"/>
                </a:lnTo>
                <a:lnTo>
                  <a:pt x="3706573" y="2083149"/>
                </a:lnTo>
                <a:lnTo>
                  <a:pt x="3702371" y="2085786"/>
                </a:lnTo>
                <a:lnTo>
                  <a:pt x="3697075" y="2085004"/>
                </a:lnTo>
                <a:close/>
              </a:path>
              <a:path w="5142230" h="2300604">
                <a:moveTo>
                  <a:pt x="3783182" y="2198488"/>
                </a:moveTo>
                <a:lnTo>
                  <a:pt x="3779265" y="2194295"/>
                </a:lnTo>
                <a:lnTo>
                  <a:pt x="3775536" y="2190108"/>
                </a:lnTo>
                <a:lnTo>
                  <a:pt x="3775898" y="2183652"/>
                </a:lnTo>
                <a:lnTo>
                  <a:pt x="3783924" y="2176507"/>
                </a:lnTo>
                <a:lnTo>
                  <a:pt x="3784223" y="2176241"/>
                </a:lnTo>
                <a:lnTo>
                  <a:pt x="3790637" y="2176558"/>
                </a:lnTo>
                <a:lnTo>
                  <a:pt x="3798094" y="2184932"/>
                </a:lnTo>
                <a:lnTo>
                  <a:pt x="3797777" y="2191337"/>
                </a:lnTo>
                <a:lnTo>
                  <a:pt x="3789752" y="2198483"/>
                </a:lnTo>
                <a:lnTo>
                  <a:pt x="3789452" y="2198749"/>
                </a:lnTo>
                <a:lnTo>
                  <a:pt x="3783182" y="2198488"/>
                </a:lnTo>
                <a:close/>
              </a:path>
              <a:path w="5142230" h="2300604">
                <a:moveTo>
                  <a:pt x="3460016" y="1199112"/>
                </a:moveTo>
                <a:lnTo>
                  <a:pt x="3456418" y="1195260"/>
                </a:lnTo>
                <a:lnTo>
                  <a:pt x="3455656" y="1194054"/>
                </a:lnTo>
                <a:lnTo>
                  <a:pt x="3453383" y="1187320"/>
                </a:lnTo>
                <a:lnTo>
                  <a:pt x="3456218" y="1181558"/>
                </a:lnTo>
                <a:lnTo>
                  <a:pt x="3466867" y="1178002"/>
                </a:lnTo>
                <a:lnTo>
                  <a:pt x="3472629" y="1180846"/>
                </a:lnTo>
                <a:lnTo>
                  <a:pt x="3476185" y="1191495"/>
                </a:lnTo>
                <a:lnTo>
                  <a:pt x="3473295" y="1197199"/>
                </a:lnTo>
                <a:lnTo>
                  <a:pt x="3468041" y="1199003"/>
                </a:lnTo>
                <a:lnTo>
                  <a:pt x="3464130" y="1200291"/>
                </a:lnTo>
                <a:lnTo>
                  <a:pt x="3460016" y="1199112"/>
                </a:lnTo>
                <a:close/>
              </a:path>
              <a:path w="5142230" h="2300604">
                <a:moveTo>
                  <a:pt x="3538526" y="1616568"/>
                </a:moveTo>
                <a:lnTo>
                  <a:pt x="3534969" y="1612760"/>
                </a:lnTo>
                <a:lnTo>
                  <a:pt x="3533997" y="1610938"/>
                </a:lnTo>
                <a:lnTo>
                  <a:pt x="3532834" y="1603340"/>
                </a:lnTo>
                <a:lnTo>
                  <a:pt x="3536651" y="1598140"/>
                </a:lnTo>
                <a:lnTo>
                  <a:pt x="3542152" y="1597284"/>
                </a:lnTo>
                <a:lnTo>
                  <a:pt x="3547706" y="1596387"/>
                </a:lnTo>
                <a:lnTo>
                  <a:pt x="3552862" y="1600245"/>
                </a:lnTo>
                <a:lnTo>
                  <a:pt x="3554615" y="1611309"/>
                </a:lnTo>
                <a:lnTo>
                  <a:pt x="3550757" y="1616465"/>
                </a:lnTo>
                <a:lnTo>
                  <a:pt x="3541829" y="1617856"/>
                </a:lnTo>
                <a:lnTo>
                  <a:pt x="3538526" y="1616568"/>
                </a:lnTo>
                <a:close/>
              </a:path>
              <a:path w="5142230" h="2300604">
                <a:moveTo>
                  <a:pt x="3630251" y="1959123"/>
                </a:moveTo>
                <a:lnTo>
                  <a:pt x="3626657" y="1955276"/>
                </a:lnTo>
                <a:lnTo>
                  <a:pt x="3625975" y="1954351"/>
                </a:lnTo>
                <a:lnTo>
                  <a:pt x="3623234" y="1947897"/>
                </a:lnTo>
                <a:lnTo>
                  <a:pt x="3625688" y="1942118"/>
                </a:lnTo>
                <a:lnTo>
                  <a:pt x="3635943" y="1937652"/>
                </a:lnTo>
                <a:lnTo>
                  <a:pt x="3641905" y="1940027"/>
                </a:lnTo>
                <a:lnTo>
                  <a:pt x="3646371" y="1950282"/>
                </a:lnTo>
                <a:lnTo>
                  <a:pt x="3643948" y="1956289"/>
                </a:lnTo>
                <a:lnTo>
                  <a:pt x="3638869" y="1958477"/>
                </a:lnTo>
                <a:lnTo>
                  <a:pt x="3634795" y="1960274"/>
                </a:lnTo>
                <a:lnTo>
                  <a:pt x="3630251" y="1959123"/>
                </a:lnTo>
                <a:close/>
              </a:path>
              <a:path w="5142230" h="2300604">
                <a:moveTo>
                  <a:pt x="3564930" y="1756263"/>
                </a:moveTo>
                <a:lnTo>
                  <a:pt x="3561331" y="1752411"/>
                </a:lnTo>
                <a:lnTo>
                  <a:pt x="3560439" y="1750870"/>
                </a:lnTo>
                <a:lnTo>
                  <a:pt x="3558797" y="1743638"/>
                </a:lnTo>
                <a:lnTo>
                  <a:pt x="3561937" y="1738594"/>
                </a:lnTo>
                <a:lnTo>
                  <a:pt x="3562193" y="1738183"/>
                </a:lnTo>
                <a:lnTo>
                  <a:pt x="3567666" y="1736906"/>
                </a:lnTo>
                <a:lnTo>
                  <a:pt x="3573089" y="1735674"/>
                </a:lnTo>
                <a:lnTo>
                  <a:pt x="3578540" y="1739065"/>
                </a:lnTo>
                <a:lnTo>
                  <a:pt x="3581053" y="1749967"/>
                </a:lnTo>
                <a:lnTo>
                  <a:pt x="3577913" y="1755011"/>
                </a:lnTo>
                <a:lnTo>
                  <a:pt x="3577658" y="1755422"/>
                </a:lnTo>
                <a:lnTo>
                  <a:pt x="3572185" y="1756699"/>
                </a:lnTo>
                <a:lnTo>
                  <a:pt x="3568565" y="1757515"/>
                </a:lnTo>
                <a:lnTo>
                  <a:pt x="3564930" y="1756263"/>
                </a:lnTo>
                <a:close/>
              </a:path>
              <a:path w="5142230" h="2300604">
                <a:moveTo>
                  <a:pt x="3582648" y="1825179"/>
                </a:moveTo>
                <a:lnTo>
                  <a:pt x="3579049" y="1821327"/>
                </a:lnTo>
                <a:lnTo>
                  <a:pt x="3578249" y="1819883"/>
                </a:lnTo>
                <a:lnTo>
                  <a:pt x="3576220" y="1812921"/>
                </a:lnTo>
                <a:lnTo>
                  <a:pt x="3579385" y="1807317"/>
                </a:lnTo>
                <a:lnTo>
                  <a:pt x="3584773" y="1805753"/>
                </a:lnTo>
                <a:lnTo>
                  <a:pt x="3590157" y="1804284"/>
                </a:lnTo>
                <a:lnTo>
                  <a:pt x="3595765" y="1807355"/>
                </a:lnTo>
                <a:lnTo>
                  <a:pt x="3598797" y="1818128"/>
                </a:lnTo>
                <a:lnTo>
                  <a:pt x="3595727" y="1823735"/>
                </a:lnTo>
                <a:lnTo>
                  <a:pt x="3586520" y="1826392"/>
                </a:lnTo>
                <a:lnTo>
                  <a:pt x="3582648" y="1825179"/>
                </a:lnTo>
                <a:close/>
              </a:path>
              <a:path w="5142230" h="2300604">
                <a:moveTo>
                  <a:pt x="3604278" y="1892905"/>
                </a:moveTo>
                <a:lnTo>
                  <a:pt x="3600679" y="1889053"/>
                </a:lnTo>
                <a:lnTo>
                  <a:pt x="3599918" y="1887847"/>
                </a:lnTo>
                <a:lnTo>
                  <a:pt x="3599397" y="1886508"/>
                </a:lnTo>
                <a:lnTo>
                  <a:pt x="3597543" y="1881199"/>
                </a:lnTo>
                <a:lnTo>
                  <a:pt x="3600342" y="1875398"/>
                </a:lnTo>
                <a:lnTo>
                  <a:pt x="3610895" y="1871740"/>
                </a:lnTo>
                <a:lnTo>
                  <a:pt x="3616660" y="1874490"/>
                </a:lnTo>
                <a:lnTo>
                  <a:pt x="3618554" y="1879743"/>
                </a:lnTo>
                <a:lnTo>
                  <a:pt x="3620408" y="1885051"/>
                </a:lnTo>
                <a:lnTo>
                  <a:pt x="3617613" y="1890857"/>
                </a:lnTo>
                <a:lnTo>
                  <a:pt x="3612359" y="1892661"/>
                </a:lnTo>
                <a:lnTo>
                  <a:pt x="3608392" y="1894084"/>
                </a:lnTo>
                <a:lnTo>
                  <a:pt x="3604278" y="1892905"/>
                </a:lnTo>
                <a:close/>
              </a:path>
              <a:path w="5142230" h="2300604">
                <a:moveTo>
                  <a:pt x="3509209" y="1405624"/>
                </a:moveTo>
                <a:lnTo>
                  <a:pt x="3505660" y="1401826"/>
                </a:lnTo>
                <a:lnTo>
                  <a:pt x="3504684" y="1399999"/>
                </a:lnTo>
                <a:lnTo>
                  <a:pt x="3503477" y="1392451"/>
                </a:lnTo>
                <a:lnTo>
                  <a:pt x="3507191" y="1387238"/>
                </a:lnTo>
                <a:lnTo>
                  <a:pt x="3518208" y="1385347"/>
                </a:lnTo>
                <a:lnTo>
                  <a:pt x="3523466" y="1389119"/>
                </a:lnTo>
                <a:lnTo>
                  <a:pt x="3524363" y="1394673"/>
                </a:lnTo>
                <a:lnTo>
                  <a:pt x="3525308" y="1400181"/>
                </a:lnTo>
                <a:lnTo>
                  <a:pt x="3521586" y="1405385"/>
                </a:lnTo>
                <a:lnTo>
                  <a:pt x="3516036" y="1406286"/>
                </a:lnTo>
                <a:lnTo>
                  <a:pt x="3512570" y="1406876"/>
                </a:lnTo>
                <a:lnTo>
                  <a:pt x="3509209" y="1405624"/>
                </a:lnTo>
                <a:close/>
              </a:path>
              <a:path w="5142230" h="2300604">
                <a:moveTo>
                  <a:pt x="3550393" y="1686649"/>
                </a:moveTo>
                <a:lnTo>
                  <a:pt x="3546845" y="1682850"/>
                </a:lnTo>
                <a:lnTo>
                  <a:pt x="3545960" y="1681121"/>
                </a:lnTo>
                <a:lnTo>
                  <a:pt x="3545532" y="1679002"/>
                </a:lnTo>
                <a:lnTo>
                  <a:pt x="3544555" y="1673556"/>
                </a:lnTo>
                <a:lnTo>
                  <a:pt x="3548188" y="1668355"/>
                </a:lnTo>
                <a:lnTo>
                  <a:pt x="3559207" y="1666271"/>
                </a:lnTo>
                <a:lnTo>
                  <a:pt x="3564468" y="1669948"/>
                </a:lnTo>
                <a:lnTo>
                  <a:pt x="3566503" y="1680923"/>
                </a:lnTo>
                <a:lnTo>
                  <a:pt x="3562876" y="1686229"/>
                </a:lnTo>
                <a:lnTo>
                  <a:pt x="3557364" y="1687268"/>
                </a:lnTo>
                <a:lnTo>
                  <a:pt x="3553849" y="1687904"/>
                </a:lnTo>
                <a:lnTo>
                  <a:pt x="3550393" y="1686649"/>
                </a:lnTo>
                <a:close/>
              </a:path>
              <a:path w="5142230" h="2300604">
                <a:moveTo>
                  <a:pt x="3496238" y="1335926"/>
                </a:moveTo>
                <a:lnTo>
                  <a:pt x="3492690" y="1332128"/>
                </a:lnTo>
                <a:lnTo>
                  <a:pt x="3491796" y="1330488"/>
                </a:lnTo>
                <a:lnTo>
                  <a:pt x="3491389" y="1328585"/>
                </a:lnTo>
                <a:lnTo>
                  <a:pt x="3490300" y="1323119"/>
                </a:lnTo>
                <a:lnTo>
                  <a:pt x="3493792" y="1317766"/>
                </a:lnTo>
                <a:lnTo>
                  <a:pt x="3499261" y="1316584"/>
                </a:lnTo>
                <a:lnTo>
                  <a:pt x="3504776" y="1315449"/>
                </a:lnTo>
                <a:lnTo>
                  <a:pt x="3510134" y="1318936"/>
                </a:lnTo>
                <a:lnTo>
                  <a:pt x="3512398" y="1329961"/>
                </a:lnTo>
                <a:lnTo>
                  <a:pt x="3508915" y="1335324"/>
                </a:lnTo>
                <a:lnTo>
                  <a:pt x="3499783" y="1337180"/>
                </a:lnTo>
                <a:lnTo>
                  <a:pt x="3496238" y="1335926"/>
                </a:lnTo>
                <a:close/>
              </a:path>
              <a:path w="5142230" h="2300604">
                <a:moveTo>
                  <a:pt x="3528599" y="1546218"/>
                </a:moveTo>
                <a:lnTo>
                  <a:pt x="3525046" y="1542415"/>
                </a:lnTo>
                <a:lnTo>
                  <a:pt x="3524117" y="1540443"/>
                </a:lnTo>
                <a:lnTo>
                  <a:pt x="3523818" y="1538266"/>
                </a:lnTo>
                <a:lnTo>
                  <a:pt x="3523110" y="1532718"/>
                </a:lnTo>
                <a:lnTo>
                  <a:pt x="3527059" y="1527660"/>
                </a:lnTo>
                <a:lnTo>
                  <a:pt x="3538154" y="1526243"/>
                </a:lnTo>
                <a:lnTo>
                  <a:pt x="3543257" y="1530142"/>
                </a:lnTo>
                <a:lnTo>
                  <a:pt x="3544678" y="1541242"/>
                </a:lnTo>
                <a:lnTo>
                  <a:pt x="3540775" y="1546350"/>
                </a:lnTo>
                <a:lnTo>
                  <a:pt x="3535133" y="1547054"/>
                </a:lnTo>
                <a:lnTo>
                  <a:pt x="3531813" y="1547508"/>
                </a:lnTo>
                <a:lnTo>
                  <a:pt x="3528599" y="1546218"/>
                </a:lnTo>
                <a:close/>
              </a:path>
              <a:path w="5142230" h="2300604">
                <a:moveTo>
                  <a:pt x="3519662" y="1475756"/>
                </a:moveTo>
                <a:lnTo>
                  <a:pt x="3516114" y="1471958"/>
                </a:lnTo>
                <a:lnTo>
                  <a:pt x="3515186" y="1470085"/>
                </a:lnTo>
                <a:lnTo>
                  <a:pt x="3514126" y="1462401"/>
                </a:lnTo>
                <a:lnTo>
                  <a:pt x="3517984" y="1457245"/>
                </a:lnTo>
                <a:lnTo>
                  <a:pt x="3523576" y="1456486"/>
                </a:lnTo>
                <a:lnTo>
                  <a:pt x="3529123" y="1455778"/>
                </a:lnTo>
                <a:lnTo>
                  <a:pt x="3534190" y="1459637"/>
                </a:lnTo>
                <a:lnTo>
                  <a:pt x="3534988" y="1465183"/>
                </a:lnTo>
                <a:lnTo>
                  <a:pt x="3535700" y="1470736"/>
                </a:lnTo>
                <a:lnTo>
                  <a:pt x="3531843" y="1475892"/>
                </a:lnTo>
                <a:lnTo>
                  <a:pt x="3522881" y="1477050"/>
                </a:lnTo>
                <a:lnTo>
                  <a:pt x="3519662" y="1475756"/>
                </a:lnTo>
                <a:close/>
              </a:path>
              <a:path w="5142230" h="2300604">
                <a:moveTo>
                  <a:pt x="1733628" y="396844"/>
                </a:moveTo>
                <a:lnTo>
                  <a:pt x="1730070" y="393036"/>
                </a:lnTo>
                <a:lnTo>
                  <a:pt x="1729059" y="389607"/>
                </a:lnTo>
                <a:lnTo>
                  <a:pt x="1729789" y="386186"/>
                </a:lnTo>
                <a:lnTo>
                  <a:pt x="1731107" y="380754"/>
                </a:lnTo>
                <a:lnTo>
                  <a:pt x="1736554" y="377300"/>
                </a:lnTo>
                <a:lnTo>
                  <a:pt x="1741990" y="378623"/>
                </a:lnTo>
                <a:lnTo>
                  <a:pt x="1747471" y="379895"/>
                </a:lnTo>
                <a:lnTo>
                  <a:pt x="1750826" y="385344"/>
                </a:lnTo>
                <a:lnTo>
                  <a:pt x="1749598" y="390774"/>
                </a:lnTo>
                <a:lnTo>
                  <a:pt x="1748330" y="396259"/>
                </a:lnTo>
                <a:lnTo>
                  <a:pt x="1742881" y="399614"/>
                </a:lnTo>
                <a:lnTo>
                  <a:pt x="1737401" y="398342"/>
                </a:lnTo>
                <a:lnTo>
                  <a:pt x="1735339" y="397894"/>
                </a:lnTo>
                <a:lnTo>
                  <a:pt x="1733628" y="396844"/>
                </a:lnTo>
                <a:close/>
              </a:path>
              <a:path w="5142230" h="2300604">
                <a:moveTo>
                  <a:pt x="3271601" y="899574"/>
                </a:moveTo>
                <a:lnTo>
                  <a:pt x="3267452" y="895132"/>
                </a:lnTo>
                <a:lnTo>
                  <a:pt x="3267369" y="889182"/>
                </a:lnTo>
                <a:lnTo>
                  <a:pt x="3274685" y="881078"/>
                </a:lnTo>
                <a:lnTo>
                  <a:pt x="3281069" y="880776"/>
                </a:lnTo>
                <a:lnTo>
                  <a:pt x="3289398" y="888327"/>
                </a:lnTo>
                <a:lnTo>
                  <a:pt x="3289706" y="894714"/>
                </a:lnTo>
                <a:lnTo>
                  <a:pt x="3282151" y="903049"/>
                </a:lnTo>
                <a:lnTo>
                  <a:pt x="3275722" y="903303"/>
                </a:lnTo>
                <a:lnTo>
                  <a:pt x="3271601" y="899574"/>
                </a:lnTo>
                <a:close/>
              </a:path>
              <a:path w="5142230" h="2300604">
                <a:moveTo>
                  <a:pt x="3157021" y="816409"/>
                </a:moveTo>
                <a:lnTo>
                  <a:pt x="3153377" y="812508"/>
                </a:lnTo>
                <a:lnTo>
                  <a:pt x="3152688" y="807665"/>
                </a:lnTo>
                <a:lnTo>
                  <a:pt x="3157807" y="798874"/>
                </a:lnTo>
                <a:lnTo>
                  <a:pt x="3164001" y="797196"/>
                </a:lnTo>
                <a:lnTo>
                  <a:pt x="3173718" y="802811"/>
                </a:lnTo>
                <a:lnTo>
                  <a:pt x="3175402" y="809009"/>
                </a:lnTo>
                <a:lnTo>
                  <a:pt x="3169732" y="818679"/>
                </a:lnTo>
                <a:lnTo>
                  <a:pt x="3163539" y="820355"/>
                </a:lnTo>
                <a:lnTo>
                  <a:pt x="3158724" y="817549"/>
                </a:lnTo>
                <a:lnTo>
                  <a:pt x="3157803" y="817049"/>
                </a:lnTo>
                <a:lnTo>
                  <a:pt x="3157021" y="816409"/>
                </a:lnTo>
                <a:close/>
              </a:path>
              <a:path w="5142230" h="2300604">
                <a:moveTo>
                  <a:pt x="3216885" y="855176"/>
                </a:moveTo>
                <a:lnTo>
                  <a:pt x="3212680" y="850675"/>
                </a:lnTo>
                <a:lnTo>
                  <a:pt x="3212212" y="845388"/>
                </a:lnTo>
                <a:lnTo>
                  <a:pt x="3218405" y="836863"/>
                </a:lnTo>
                <a:lnTo>
                  <a:pt x="3224760" y="835848"/>
                </a:lnTo>
                <a:lnTo>
                  <a:pt x="3233842" y="842440"/>
                </a:lnTo>
                <a:lnTo>
                  <a:pt x="3234808" y="848752"/>
                </a:lnTo>
                <a:lnTo>
                  <a:pt x="3231537" y="853268"/>
                </a:lnTo>
                <a:lnTo>
                  <a:pt x="3228266" y="857876"/>
                </a:lnTo>
                <a:lnTo>
                  <a:pt x="3221954" y="858842"/>
                </a:lnTo>
                <a:lnTo>
                  <a:pt x="3216885" y="855176"/>
                </a:lnTo>
                <a:close/>
              </a:path>
              <a:path w="5142230" h="2300604">
                <a:moveTo>
                  <a:pt x="3324430" y="953587"/>
                </a:moveTo>
                <a:lnTo>
                  <a:pt x="3320467" y="949345"/>
                </a:lnTo>
                <a:lnTo>
                  <a:pt x="3316786" y="945113"/>
                </a:lnTo>
                <a:lnTo>
                  <a:pt x="3317194" y="938706"/>
                </a:lnTo>
                <a:lnTo>
                  <a:pt x="3325101" y="931825"/>
                </a:lnTo>
                <a:lnTo>
                  <a:pt x="3325605" y="931387"/>
                </a:lnTo>
                <a:lnTo>
                  <a:pt x="3332018" y="931798"/>
                </a:lnTo>
                <a:lnTo>
                  <a:pt x="3335692" y="936027"/>
                </a:lnTo>
                <a:lnTo>
                  <a:pt x="3339423" y="940212"/>
                </a:lnTo>
                <a:lnTo>
                  <a:pt x="3338965" y="946666"/>
                </a:lnTo>
                <a:lnTo>
                  <a:pt x="3331056" y="953544"/>
                </a:lnTo>
                <a:lnTo>
                  <a:pt x="3330604" y="953938"/>
                </a:lnTo>
                <a:lnTo>
                  <a:pt x="3324430" y="953587"/>
                </a:lnTo>
                <a:close/>
              </a:path>
              <a:path w="5142230" h="2300604">
                <a:moveTo>
                  <a:pt x="3367779" y="1009279"/>
                </a:moveTo>
                <a:lnTo>
                  <a:pt x="3363297" y="1004481"/>
                </a:lnTo>
                <a:lnTo>
                  <a:pt x="3360057" y="999838"/>
                </a:lnTo>
                <a:lnTo>
                  <a:pt x="3361215" y="993551"/>
                </a:lnTo>
                <a:lnTo>
                  <a:pt x="3365809" y="990355"/>
                </a:lnTo>
                <a:lnTo>
                  <a:pt x="3370449" y="987208"/>
                </a:lnTo>
                <a:lnTo>
                  <a:pt x="3376780" y="988316"/>
                </a:lnTo>
                <a:lnTo>
                  <a:pt x="3379975" y="992910"/>
                </a:lnTo>
                <a:lnTo>
                  <a:pt x="3383122" y="997549"/>
                </a:lnTo>
                <a:lnTo>
                  <a:pt x="3381969" y="1003840"/>
                </a:lnTo>
                <a:lnTo>
                  <a:pt x="3373162" y="1009958"/>
                </a:lnTo>
                <a:lnTo>
                  <a:pt x="3367779" y="1009279"/>
                </a:lnTo>
                <a:close/>
              </a:path>
              <a:path w="5142230" h="2300604">
                <a:moveTo>
                  <a:pt x="2768082" y="646576"/>
                </a:moveTo>
                <a:lnTo>
                  <a:pt x="2764484" y="642724"/>
                </a:lnTo>
                <a:lnTo>
                  <a:pt x="2763525" y="638862"/>
                </a:lnTo>
                <a:lnTo>
                  <a:pt x="2764741" y="635179"/>
                </a:lnTo>
                <a:lnTo>
                  <a:pt x="2766568" y="629902"/>
                </a:lnTo>
                <a:lnTo>
                  <a:pt x="2772288" y="627033"/>
                </a:lnTo>
                <a:lnTo>
                  <a:pt x="2782926" y="630600"/>
                </a:lnTo>
                <a:lnTo>
                  <a:pt x="2785751" y="636361"/>
                </a:lnTo>
                <a:lnTo>
                  <a:pt x="2782179" y="647004"/>
                </a:lnTo>
                <a:lnTo>
                  <a:pt x="2776422" y="649834"/>
                </a:lnTo>
                <a:lnTo>
                  <a:pt x="2771101" y="648048"/>
                </a:lnTo>
                <a:lnTo>
                  <a:pt x="2769464" y="647468"/>
                </a:lnTo>
                <a:lnTo>
                  <a:pt x="2768082" y="646576"/>
                </a:lnTo>
                <a:close/>
              </a:path>
              <a:path w="5142230" h="2300604">
                <a:moveTo>
                  <a:pt x="1458433" y="325019"/>
                </a:moveTo>
                <a:lnTo>
                  <a:pt x="1454875" y="321210"/>
                </a:lnTo>
                <a:lnTo>
                  <a:pt x="1453825" y="317544"/>
                </a:lnTo>
                <a:lnTo>
                  <a:pt x="1456491" y="308571"/>
                </a:lnTo>
                <a:lnTo>
                  <a:pt x="1462114" y="305500"/>
                </a:lnTo>
                <a:lnTo>
                  <a:pt x="1467495" y="307057"/>
                </a:lnTo>
                <a:lnTo>
                  <a:pt x="1472868" y="308703"/>
                </a:lnTo>
                <a:lnTo>
                  <a:pt x="1475934" y="314331"/>
                </a:lnTo>
                <a:lnTo>
                  <a:pt x="1474382" y="319707"/>
                </a:lnTo>
                <a:lnTo>
                  <a:pt x="1472731" y="325076"/>
                </a:lnTo>
                <a:lnTo>
                  <a:pt x="1467107" y="328146"/>
                </a:lnTo>
                <a:lnTo>
                  <a:pt x="1461780" y="326549"/>
                </a:lnTo>
                <a:lnTo>
                  <a:pt x="1459910" y="326013"/>
                </a:lnTo>
                <a:lnTo>
                  <a:pt x="1458433" y="325019"/>
                </a:lnTo>
                <a:close/>
              </a:path>
              <a:path w="5142230" h="2300604">
                <a:moveTo>
                  <a:pt x="3031149" y="751555"/>
                </a:moveTo>
                <a:lnTo>
                  <a:pt x="3027551" y="747702"/>
                </a:lnTo>
                <a:lnTo>
                  <a:pt x="3026664" y="743235"/>
                </a:lnTo>
                <a:lnTo>
                  <a:pt x="3028538" y="739375"/>
                </a:lnTo>
                <a:lnTo>
                  <a:pt x="3030933" y="734316"/>
                </a:lnTo>
                <a:lnTo>
                  <a:pt x="3036955" y="732160"/>
                </a:lnTo>
                <a:lnTo>
                  <a:pt x="3047079" y="736938"/>
                </a:lnTo>
                <a:lnTo>
                  <a:pt x="3049235" y="742960"/>
                </a:lnTo>
                <a:lnTo>
                  <a:pt x="3044452" y="753088"/>
                </a:lnTo>
                <a:lnTo>
                  <a:pt x="3038431" y="755244"/>
                </a:lnTo>
                <a:lnTo>
                  <a:pt x="3033366" y="752853"/>
                </a:lnTo>
                <a:lnTo>
                  <a:pt x="3032161" y="752344"/>
                </a:lnTo>
                <a:lnTo>
                  <a:pt x="3031149" y="751555"/>
                </a:lnTo>
                <a:close/>
              </a:path>
              <a:path w="5142230" h="2300604">
                <a:moveTo>
                  <a:pt x="2966563" y="722395"/>
                </a:moveTo>
                <a:lnTo>
                  <a:pt x="2962964" y="718543"/>
                </a:lnTo>
                <a:lnTo>
                  <a:pt x="2962076" y="714268"/>
                </a:lnTo>
                <a:lnTo>
                  <a:pt x="2963717" y="710453"/>
                </a:lnTo>
                <a:lnTo>
                  <a:pt x="2965968" y="705336"/>
                </a:lnTo>
                <a:lnTo>
                  <a:pt x="2971946" y="702939"/>
                </a:lnTo>
                <a:lnTo>
                  <a:pt x="2977067" y="705195"/>
                </a:lnTo>
                <a:lnTo>
                  <a:pt x="2982228" y="707396"/>
                </a:lnTo>
                <a:lnTo>
                  <a:pt x="2984512" y="713165"/>
                </a:lnTo>
                <a:lnTo>
                  <a:pt x="2980168" y="723665"/>
                </a:lnTo>
                <a:lnTo>
                  <a:pt x="2974135" y="726004"/>
                </a:lnTo>
                <a:lnTo>
                  <a:pt x="2969023" y="723758"/>
                </a:lnTo>
                <a:lnTo>
                  <a:pt x="2967714" y="723236"/>
                </a:lnTo>
                <a:lnTo>
                  <a:pt x="2966563" y="722395"/>
                </a:lnTo>
                <a:close/>
              </a:path>
              <a:path w="5142230" h="2300604">
                <a:moveTo>
                  <a:pt x="2901107" y="695334"/>
                </a:moveTo>
                <a:lnTo>
                  <a:pt x="2897513" y="691487"/>
                </a:lnTo>
                <a:lnTo>
                  <a:pt x="2896613" y="687297"/>
                </a:lnTo>
                <a:lnTo>
                  <a:pt x="2898115" y="683529"/>
                </a:lnTo>
                <a:lnTo>
                  <a:pt x="2900127" y="678353"/>
                </a:lnTo>
                <a:lnTo>
                  <a:pt x="2906068" y="675817"/>
                </a:lnTo>
                <a:lnTo>
                  <a:pt x="2916506" y="679954"/>
                </a:lnTo>
                <a:lnTo>
                  <a:pt x="2918992" y="685840"/>
                </a:lnTo>
                <a:lnTo>
                  <a:pt x="2914865" y="696280"/>
                </a:lnTo>
                <a:lnTo>
                  <a:pt x="2909019" y="698819"/>
                </a:lnTo>
                <a:lnTo>
                  <a:pt x="2902358" y="696184"/>
                </a:lnTo>
                <a:lnTo>
                  <a:pt x="2901107" y="695334"/>
                </a:lnTo>
                <a:close/>
              </a:path>
              <a:path w="5142230" h="2300604">
                <a:moveTo>
                  <a:pt x="2834935" y="670048"/>
                </a:moveTo>
                <a:lnTo>
                  <a:pt x="2831336" y="666196"/>
                </a:lnTo>
                <a:lnTo>
                  <a:pt x="2830385" y="662246"/>
                </a:lnTo>
                <a:lnTo>
                  <a:pt x="2833661" y="653241"/>
                </a:lnTo>
                <a:lnTo>
                  <a:pt x="2839513" y="650513"/>
                </a:lnTo>
                <a:lnTo>
                  <a:pt x="2844734" y="652485"/>
                </a:lnTo>
                <a:lnTo>
                  <a:pt x="2850003" y="654411"/>
                </a:lnTo>
                <a:lnTo>
                  <a:pt x="2852685" y="660215"/>
                </a:lnTo>
                <a:lnTo>
                  <a:pt x="2848838" y="670758"/>
                </a:lnTo>
                <a:lnTo>
                  <a:pt x="2843029" y="673435"/>
                </a:lnTo>
                <a:lnTo>
                  <a:pt x="2836226" y="670942"/>
                </a:lnTo>
                <a:lnTo>
                  <a:pt x="2834935" y="670048"/>
                </a:lnTo>
                <a:close/>
              </a:path>
              <a:path w="5142230" h="2300604">
                <a:moveTo>
                  <a:pt x="1526740" y="344575"/>
                </a:moveTo>
                <a:lnTo>
                  <a:pt x="1523187" y="340772"/>
                </a:lnTo>
                <a:lnTo>
                  <a:pt x="1522129" y="337195"/>
                </a:lnTo>
                <a:lnTo>
                  <a:pt x="1524606" y="328215"/>
                </a:lnTo>
                <a:lnTo>
                  <a:pt x="1529828" y="325301"/>
                </a:lnTo>
                <a:lnTo>
                  <a:pt x="1530189" y="325101"/>
                </a:lnTo>
                <a:lnTo>
                  <a:pt x="1540993" y="328065"/>
                </a:lnTo>
                <a:lnTo>
                  <a:pt x="1544157" y="333602"/>
                </a:lnTo>
                <a:lnTo>
                  <a:pt x="1542650" y="339027"/>
                </a:lnTo>
                <a:lnTo>
                  <a:pt x="1541192" y="344406"/>
                </a:lnTo>
                <a:lnTo>
                  <a:pt x="1535607" y="347615"/>
                </a:lnTo>
                <a:lnTo>
                  <a:pt x="1528312" y="345573"/>
                </a:lnTo>
                <a:lnTo>
                  <a:pt x="1526740" y="344575"/>
                </a:lnTo>
                <a:close/>
              </a:path>
              <a:path w="5142230" h="2300604">
                <a:moveTo>
                  <a:pt x="3880751" y="2294722"/>
                </a:moveTo>
                <a:lnTo>
                  <a:pt x="3876692" y="2290378"/>
                </a:lnTo>
                <a:lnTo>
                  <a:pt x="3876615" y="2284332"/>
                </a:lnTo>
                <a:lnTo>
                  <a:pt x="3880341" y="2280404"/>
                </a:lnTo>
                <a:lnTo>
                  <a:pt x="3884164" y="2276285"/>
                </a:lnTo>
                <a:lnTo>
                  <a:pt x="3890590" y="2276126"/>
                </a:lnTo>
                <a:lnTo>
                  <a:pt x="3894660" y="2279994"/>
                </a:lnTo>
                <a:lnTo>
                  <a:pt x="3898733" y="2283768"/>
                </a:lnTo>
                <a:lnTo>
                  <a:pt x="3898887" y="2290189"/>
                </a:lnTo>
                <a:lnTo>
                  <a:pt x="3895069" y="2294313"/>
                </a:lnTo>
                <a:lnTo>
                  <a:pt x="3891250" y="2298337"/>
                </a:lnTo>
                <a:lnTo>
                  <a:pt x="3884821" y="2298591"/>
                </a:lnTo>
                <a:lnTo>
                  <a:pt x="3880751" y="2294722"/>
                </a:lnTo>
                <a:close/>
              </a:path>
              <a:path w="5142230" h="2300604">
                <a:moveTo>
                  <a:pt x="3404377" y="1069370"/>
                </a:moveTo>
                <a:lnTo>
                  <a:pt x="3400737" y="1065474"/>
                </a:lnTo>
                <a:lnTo>
                  <a:pt x="3400243" y="1064749"/>
                </a:lnTo>
                <a:lnTo>
                  <a:pt x="3399796" y="1063979"/>
                </a:lnTo>
                <a:lnTo>
                  <a:pt x="3397125" y="1059069"/>
                </a:lnTo>
                <a:lnTo>
                  <a:pt x="3398945" y="1052903"/>
                </a:lnTo>
                <a:lnTo>
                  <a:pt x="3408806" y="1047527"/>
                </a:lnTo>
                <a:lnTo>
                  <a:pt x="3414927" y="1049388"/>
                </a:lnTo>
                <a:lnTo>
                  <a:pt x="3420304" y="1059248"/>
                </a:lnTo>
                <a:lnTo>
                  <a:pt x="3418439" y="1065365"/>
                </a:lnTo>
                <a:lnTo>
                  <a:pt x="3413532" y="1068031"/>
                </a:lnTo>
                <a:lnTo>
                  <a:pt x="3409443" y="1070298"/>
                </a:lnTo>
                <a:lnTo>
                  <a:pt x="3404377" y="1069370"/>
                </a:lnTo>
                <a:close/>
              </a:path>
              <a:path w="5142230" h="2300604">
                <a:moveTo>
                  <a:pt x="3435027" y="1132970"/>
                </a:moveTo>
                <a:lnTo>
                  <a:pt x="3431429" y="1129118"/>
                </a:lnTo>
                <a:lnTo>
                  <a:pt x="3430751" y="1128099"/>
                </a:lnTo>
                <a:lnTo>
                  <a:pt x="3427956" y="1121686"/>
                </a:lnTo>
                <a:lnTo>
                  <a:pt x="3430415" y="1115912"/>
                </a:lnTo>
                <a:lnTo>
                  <a:pt x="3440756" y="1111539"/>
                </a:lnTo>
                <a:lnTo>
                  <a:pt x="3446719" y="1113913"/>
                </a:lnTo>
                <a:lnTo>
                  <a:pt x="3448951" y="1119042"/>
                </a:lnTo>
                <a:lnTo>
                  <a:pt x="3451134" y="1124215"/>
                </a:lnTo>
                <a:lnTo>
                  <a:pt x="3448718" y="1130134"/>
                </a:lnTo>
                <a:lnTo>
                  <a:pt x="3443588" y="1132360"/>
                </a:lnTo>
                <a:lnTo>
                  <a:pt x="3439522" y="1134068"/>
                </a:lnTo>
                <a:lnTo>
                  <a:pt x="3435027" y="1132970"/>
                </a:lnTo>
                <a:close/>
              </a:path>
              <a:path w="5142230" h="2300604">
                <a:moveTo>
                  <a:pt x="1802913" y="412657"/>
                </a:moveTo>
                <a:lnTo>
                  <a:pt x="1799360" y="408854"/>
                </a:lnTo>
                <a:lnTo>
                  <a:pt x="1798389" y="405469"/>
                </a:lnTo>
                <a:lnTo>
                  <a:pt x="1799165" y="402096"/>
                </a:lnTo>
                <a:lnTo>
                  <a:pt x="1800343" y="396613"/>
                </a:lnTo>
                <a:lnTo>
                  <a:pt x="1805795" y="393163"/>
                </a:lnTo>
                <a:lnTo>
                  <a:pt x="1816664" y="395610"/>
                </a:lnTo>
                <a:lnTo>
                  <a:pt x="1820163" y="401017"/>
                </a:lnTo>
                <a:lnTo>
                  <a:pt x="1818890" y="406497"/>
                </a:lnTo>
                <a:lnTo>
                  <a:pt x="1817712" y="411981"/>
                </a:lnTo>
                <a:lnTo>
                  <a:pt x="1812260" y="415430"/>
                </a:lnTo>
                <a:lnTo>
                  <a:pt x="1804718" y="413710"/>
                </a:lnTo>
                <a:lnTo>
                  <a:pt x="1802913" y="412657"/>
                </a:lnTo>
                <a:close/>
              </a:path>
              <a:path w="5142230" h="2300604">
                <a:moveTo>
                  <a:pt x="2358300" y="532921"/>
                </a:moveTo>
                <a:lnTo>
                  <a:pt x="2354747" y="529117"/>
                </a:lnTo>
                <a:lnTo>
                  <a:pt x="2353731" y="525684"/>
                </a:lnTo>
                <a:lnTo>
                  <a:pt x="2354510" y="522217"/>
                </a:lnTo>
                <a:lnTo>
                  <a:pt x="2355779" y="516831"/>
                </a:lnTo>
                <a:lnTo>
                  <a:pt x="2361227" y="513376"/>
                </a:lnTo>
                <a:lnTo>
                  <a:pt x="2366712" y="514654"/>
                </a:lnTo>
                <a:lnTo>
                  <a:pt x="2372143" y="515972"/>
                </a:lnTo>
                <a:lnTo>
                  <a:pt x="2375547" y="521375"/>
                </a:lnTo>
                <a:lnTo>
                  <a:pt x="2373002" y="532335"/>
                </a:lnTo>
                <a:lnTo>
                  <a:pt x="2367554" y="535691"/>
                </a:lnTo>
                <a:lnTo>
                  <a:pt x="2362073" y="534418"/>
                </a:lnTo>
                <a:lnTo>
                  <a:pt x="2360060" y="533925"/>
                </a:lnTo>
                <a:lnTo>
                  <a:pt x="2358300" y="532921"/>
                </a:lnTo>
                <a:close/>
              </a:path>
              <a:path w="5142230" h="2300604">
                <a:moveTo>
                  <a:pt x="2219806" y="501864"/>
                </a:moveTo>
                <a:lnTo>
                  <a:pt x="2216253" y="498060"/>
                </a:lnTo>
                <a:lnTo>
                  <a:pt x="2215188" y="494672"/>
                </a:lnTo>
                <a:lnTo>
                  <a:pt x="2215964" y="491300"/>
                </a:lnTo>
                <a:lnTo>
                  <a:pt x="2217142" y="485816"/>
                </a:lnTo>
                <a:lnTo>
                  <a:pt x="2222548" y="482318"/>
                </a:lnTo>
                <a:lnTo>
                  <a:pt x="2227983" y="483541"/>
                </a:lnTo>
                <a:lnTo>
                  <a:pt x="2233466" y="484719"/>
                </a:lnTo>
                <a:lnTo>
                  <a:pt x="2236965" y="490126"/>
                </a:lnTo>
                <a:lnTo>
                  <a:pt x="2234609" y="501093"/>
                </a:lnTo>
                <a:lnTo>
                  <a:pt x="2229157" y="504542"/>
                </a:lnTo>
                <a:lnTo>
                  <a:pt x="2221611" y="502916"/>
                </a:lnTo>
                <a:lnTo>
                  <a:pt x="2219806" y="501864"/>
                </a:lnTo>
                <a:close/>
              </a:path>
              <a:path w="5142230" h="2300604">
                <a:moveTo>
                  <a:pt x="2289110" y="517111"/>
                </a:moveTo>
                <a:lnTo>
                  <a:pt x="2285552" y="513303"/>
                </a:lnTo>
                <a:lnTo>
                  <a:pt x="2284538" y="509968"/>
                </a:lnTo>
                <a:lnTo>
                  <a:pt x="2285263" y="506542"/>
                </a:lnTo>
                <a:lnTo>
                  <a:pt x="2286540" y="501067"/>
                </a:lnTo>
                <a:lnTo>
                  <a:pt x="2291939" y="497658"/>
                </a:lnTo>
                <a:lnTo>
                  <a:pt x="2297427" y="498841"/>
                </a:lnTo>
                <a:lnTo>
                  <a:pt x="2302862" y="500064"/>
                </a:lnTo>
                <a:lnTo>
                  <a:pt x="2306311" y="505516"/>
                </a:lnTo>
                <a:lnTo>
                  <a:pt x="2305088" y="510951"/>
                </a:lnTo>
                <a:lnTo>
                  <a:pt x="2303909" y="516434"/>
                </a:lnTo>
                <a:lnTo>
                  <a:pt x="2298457" y="519884"/>
                </a:lnTo>
                <a:lnTo>
                  <a:pt x="2292977" y="518612"/>
                </a:lnTo>
                <a:lnTo>
                  <a:pt x="2290915" y="518164"/>
                </a:lnTo>
                <a:lnTo>
                  <a:pt x="2289110" y="517111"/>
                </a:lnTo>
                <a:close/>
              </a:path>
              <a:path w="5142230" h="2300604">
                <a:moveTo>
                  <a:pt x="2150398" y="486896"/>
                </a:moveTo>
                <a:lnTo>
                  <a:pt x="2146840" y="483088"/>
                </a:lnTo>
                <a:lnTo>
                  <a:pt x="2145777" y="479799"/>
                </a:lnTo>
                <a:lnTo>
                  <a:pt x="2146552" y="476426"/>
                </a:lnTo>
                <a:lnTo>
                  <a:pt x="2147680" y="470889"/>
                </a:lnTo>
                <a:lnTo>
                  <a:pt x="2153038" y="467436"/>
                </a:lnTo>
                <a:lnTo>
                  <a:pt x="2158526" y="468619"/>
                </a:lnTo>
                <a:lnTo>
                  <a:pt x="2164058" y="469752"/>
                </a:lnTo>
                <a:lnTo>
                  <a:pt x="2167552" y="475154"/>
                </a:lnTo>
                <a:lnTo>
                  <a:pt x="2165196" y="486120"/>
                </a:lnTo>
                <a:lnTo>
                  <a:pt x="2159794" y="489624"/>
                </a:lnTo>
                <a:lnTo>
                  <a:pt x="2152249" y="487998"/>
                </a:lnTo>
                <a:lnTo>
                  <a:pt x="2150398" y="486896"/>
                </a:lnTo>
                <a:close/>
              </a:path>
              <a:path w="5142230" h="2300604">
                <a:moveTo>
                  <a:pt x="2632858" y="604064"/>
                </a:moveTo>
                <a:lnTo>
                  <a:pt x="2629300" y="600255"/>
                </a:lnTo>
                <a:lnTo>
                  <a:pt x="2628298" y="596544"/>
                </a:lnTo>
                <a:lnTo>
                  <a:pt x="2629363" y="592992"/>
                </a:lnTo>
                <a:lnTo>
                  <a:pt x="2630915" y="587616"/>
                </a:lnTo>
                <a:lnTo>
                  <a:pt x="2636539" y="584545"/>
                </a:lnTo>
                <a:lnTo>
                  <a:pt x="2647296" y="587654"/>
                </a:lnTo>
                <a:lnTo>
                  <a:pt x="2650407" y="593331"/>
                </a:lnTo>
                <a:lnTo>
                  <a:pt x="2647204" y="604075"/>
                </a:lnTo>
                <a:lnTo>
                  <a:pt x="2641581" y="607146"/>
                </a:lnTo>
                <a:lnTo>
                  <a:pt x="2634429" y="605061"/>
                </a:lnTo>
                <a:lnTo>
                  <a:pt x="2632858" y="604064"/>
                </a:lnTo>
                <a:close/>
              </a:path>
              <a:path w="5142230" h="2300604">
                <a:moveTo>
                  <a:pt x="2564635" y="584793"/>
                </a:moveTo>
                <a:lnTo>
                  <a:pt x="2561082" y="580990"/>
                </a:lnTo>
                <a:lnTo>
                  <a:pt x="2560072" y="577368"/>
                </a:lnTo>
                <a:lnTo>
                  <a:pt x="2562501" y="568433"/>
                </a:lnTo>
                <a:lnTo>
                  <a:pt x="2567730" y="565429"/>
                </a:lnTo>
                <a:lnTo>
                  <a:pt x="2568086" y="565224"/>
                </a:lnTo>
                <a:lnTo>
                  <a:pt x="2578886" y="568184"/>
                </a:lnTo>
                <a:lnTo>
                  <a:pt x="2582095" y="573769"/>
                </a:lnTo>
                <a:lnTo>
                  <a:pt x="2580593" y="579199"/>
                </a:lnTo>
                <a:lnTo>
                  <a:pt x="2579135" y="584579"/>
                </a:lnTo>
                <a:lnTo>
                  <a:pt x="2573906" y="587583"/>
                </a:lnTo>
                <a:lnTo>
                  <a:pt x="2573550" y="587788"/>
                </a:lnTo>
                <a:lnTo>
                  <a:pt x="2566255" y="585745"/>
                </a:lnTo>
                <a:lnTo>
                  <a:pt x="2564635" y="584793"/>
                </a:lnTo>
                <a:close/>
              </a:path>
              <a:path w="5142230" h="2300604">
                <a:moveTo>
                  <a:pt x="2496139" y="566599"/>
                </a:moveTo>
                <a:lnTo>
                  <a:pt x="2492541" y="562747"/>
                </a:lnTo>
                <a:lnTo>
                  <a:pt x="2491528" y="559219"/>
                </a:lnTo>
                <a:lnTo>
                  <a:pt x="2492401" y="555755"/>
                </a:lnTo>
                <a:lnTo>
                  <a:pt x="2493813" y="550327"/>
                </a:lnTo>
                <a:lnTo>
                  <a:pt x="2499353" y="547069"/>
                </a:lnTo>
                <a:lnTo>
                  <a:pt x="2510210" y="549894"/>
                </a:lnTo>
                <a:lnTo>
                  <a:pt x="2513417" y="555380"/>
                </a:lnTo>
                <a:lnTo>
                  <a:pt x="2512123" y="560739"/>
                </a:lnTo>
                <a:lnTo>
                  <a:pt x="2510692" y="566245"/>
                </a:lnTo>
                <a:lnTo>
                  <a:pt x="2505211" y="569468"/>
                </a:lnTo>
                <a:lnTo>
                  <a:pt x="2499852" y="568130"/>
                </a:lnTo>
                <a:lnTo>
                  <a:pt x="2497805" y="567600"/>
                </a:lnTo>
                <a:lnTo>
                  <a:pt x="2496139" y="566599"/>
                </a:lnTo>
                <a:close/>
              </a:path>
              <a:path w="5142230" h="2300604">
                <a:moveTo>
                  <a:pt x="2427328" y="549339"/>
                </a:moveTo>
                <a:lnTo>
                  <a:pt x="2423771" y="545531"/>
                </a:lnTo>
                <a:lnTo>
                  <a:pt x="2422714" y="542053"/>
                </a:lnTo>
                <a:lnTo>
                  <a:pt x="2423587" y="538589"/>
                </a:lnTo>
                <a:lnTo>
                  <a:pt x="2424905" y="533158"/>
                </a:lnTo>
                <a:lnTo>
                  <a:pt x="2430399" y="529851"/>
                </a:lnTo>
                <a:lnTo>
                  <a:pt x="2441262" y="532487"/>
                </a:lnTo>
                <a:lnTo>
                  <a:pt x="2444618" y="537936"/>
                </a:lnTo>
                <a:lnTo>
                  <a:pt x="2443251" y="543413"/>
                </a:lnTo>
                <a:lnTo>
                  <a:pt x="2441933" y="548845"/>
                </a:lnTo>
                <a:lnTo>
                  <a:pt x="2436484" y="552200"/>
                </a:lnTo>
                <a:lnTo>
                  <a:pt x="2429039" y="550388"/>
                </a:lnTo>
                <a:lnTo>
                  <a:pt x="2427328" y="549339"/>
                </a:lnTo>
                <a:close/>
              </a:path>
              <a:path w="5142230" h="2300604">
                <a:moveTo>
                  <a:pt x="2700707" y="624596"/>
                </a:moveTo>
                <a:lnTo>
                  <a:pt x="2697154" y="620793"/>
                </a:lnTo>
                <a:lnTo>
                  <a:pt x="2696151" y="616982"/>
                </a:lnTo>
                <a:lnTo>
                  <a:pt x="2697265" y="613385"/>
                </a:lnTo>
                <a:lnTo>
                  <a:pt x="2698952" y="608055"/>
                </a:lnTo>
                <a:lnTo>
                  <a:pt x="2704676" y="605092"/>
                </a:lnTo>
                <a:lnTo>
                  <a:pt x="2710000" y="606784"/>
                </a:lnTo>
                <a:lnTo>
                  <a:pt x="2715373" y="608430"/>
                </a:lnTo>
                <a:lnTo>
                  <a:pt x="2718296" y="614100"/>
                </a:lnTo>
                <a:lnTo>
                  <a:pt x="2716645" y="619469"/>
                </a:lnTo>
                <a:lnTo>
                  <a:pt x="2714958" y="624798"/>
                </a:lnTo>
                <a:lnTo>
                  <a:pt x="2709239" y="627766"/>
                </a:lnTo>
                <a:lnTo>
                  <a:pt x="2703914" y="626074"/>
                </a:lnTo>
                <a:lnTo>
                  <a:pt x="2702179" y="625586"/>
                </a:lnTo>
                <a:lnTo>
                  <a:pt x="2700707" y="624596"/>
                </a:lnTo>
                <a:close/>
              </a:path>
              <a:path w="5142230" h="2300604">
                <a:moveTo>
                  <a:pt x="1664414" y="380325"/>
                </a:moveTo>
                <a:lnTo>
                  <a:pt x="1660861" y="376522"/>
                </a:lnTo>
                <a:lnTo>
                  <a:pt x="1659894" y="373043"/>
                </a:lnTo>
                <a:lnTo>
                  <a:pt x="1660673" y="369576"/>
                </a:lnTo>
                <a:lnTo>
                  <a:pt x="1661991" y="364144"/>
                </a:lnTo>
                <a:lnTo>
                  <a:pt x="1667534" y="360792"/>
                </a:lnTo>
                <a:lnTo>
                  <a:pt x="1678438" y="363472"/>
                </a:lnTo>
                <a:lnTo>
                  <a:pt x="1681744" y="368966"/>
                </a:lnTo>
                <a:lnTo>
                  <a:pt x="1680431" y="374403"/>
                </a:lnTo>
                <a:lnTo>
                  <a:pt x="1679064" y="379880"/>
                </a:lnTo>
                <a:lnTo>
                  <a:pt x="1673570" y="383186"/>
                </a:lnTo>
                <a:lnTo>
                  <a:pt x="1666125" y="381375"/>
                </a:lnTo>
                <a:lnTo>
                  <a:pt x="1664414" y="380325"/>
                </a:lnTo>
                <a:close/>
              </a:path>
              <a:path w="5142230" h="2300604">
                <a:moveTo>
                  <a:pt x="2080931" y="472257"/>
                </a:moveTo>
                <a:lnTo>
                  <a:pt x="2077378" y="468454"/>
                </a:lnTo>
                <a:lnTo>
                  <a:pt x="2076314" y="465066"/>
                </a:lnTo>
                <a:lnTo>
                  <a:pt x="2078219" y="456255"/>
                </a:lnTo>
                <a:lnTo>
                  <a:pt x="2083580" y="452708"/>
                </a:lnTo>
                <a:lnTo>
                  <a:pt x="2094546" y="455064"/>
                </a:lnTo>
                <a:lnTo>
                  <a:pt x="2097999" y="460422"/>
                </a:lnTo>
                <a:lnTo>
                  <a:pt x="2096915" y="465909"/>
                </a:lnTo>
                <a:lnTo>
                  <a:pt x="2095737" y="471392"/>
                </a:lnTo>
                <a:lnTo>
                  <a:pt x="2090331" y="474890"/>
                </a:lnTo>
                <a:lnTo>
                  <a:pt x="2082737" y="473310"/>
                </a:lnTo>
                <a:lnTo>
                  <a:pt x="2080931" y="472257"/>
                </a:lnTo>
                <a:close/>
              </a:path>
              <a:path w="5142230" h="2300604">
                <a:moveTo>
                  <a:pt x="1595418" y="362964"/>
                </a:moveTo>
                <a:lnTo>
                  <a:pt x="1591865" y="359161"/>
                </a:lnTo>
                <a:lnTo>
                  <a:pt x="1590852" y="355633"/>
                </a:lnTo>
                <a:lnTo>
                  <a:pt x="1593182" y="346690"/>
                </a:lnTo>
                <a:lnTo>
                  <a:pt x="1598609" y="343507"/>
                </a:lnTo>
                <a:lnTo>
                  <a:pt x="1609583" y="346262"/>
                </a:lnTo>
                <a:lnTo>
                  <a:pt x="1612841" y="351802"/>
                </a:lnTo>
                <a:lnTo>
                  <a:pt x="1611424" y="357030"/>
                </a:lnTo>
                <a:lnTo>
                  <a:pt x="1609971" y="362610"/>
                </a:lnTo>
                <a:lnTo>
                  <a:pt x="1604476" y="365916"/>
                </a:lnTo>
                <a:lnTo>
                  <a:pt x="1599169" y="364535"/>
                </a:lnTo>
                <a:lnTo>
                  <a:pt x="1597079" y="363960"/>
                </a:lnTo>
                <a:lnTo>
                  <a:pt x="1595418" y="362964"/>
                </a:lnTo>
                <a:close/>
              </a:path>
              <a:path w="5142230" h="2300604">
                <a:moveTo>
                  <a:pt x="2011419" y="457569"/>
                </a:moveTo>
                <a:lnTo>
                  <a:pt x="2007867" y="453766"/>
                </a:lnTo>
                <a:lnTo>
                  <a:pt x="2006798" y="450472"/>
                </a:lnTo>
                <a:lnTo>
                  <a:pt x="2007480" y="447096"/>
                </a:lnTo>
                <a:lnTo>
                  <a:pt x="2008658" y="441613"/>
                </a:lnTo>
                <a:lnTo>
                  <a:pt x="2014064" y="438115"/>
                </a:lnTo>
                <a:lnTo>
                  <a:pt x="2019498" y="439239"/>
                </a:lnTo>
                <a:lnTo>
                  <a:pt x="2024986" y="440422"/>
                </a:lnTo>
                <a:lnTo>
                  <a:pt x="2028533" y="445783"/>
                </a:lnTo>
                <a:lnTo>
                  <a:pt x="2026177" y="456750"/>
                </a:lnTo>
                <a:lnTo>
                  <a:pt x="2020816" y="460297"/>
                </a:lnTo>
                <a:lnTo>
                  <a:pt x="2015328" y="459114"/>
                </a:lnTo>
                <a:lnTo>
                  <a:pt x="2013225" y="458622"/>
                </a:lnTo>
                <a:lnTo>
                  <a:pt x="2011419" y="457569"/>
                </a:lnTo>
                <a:close/>
              </a:path>
              <a:path w="5142230" h="2300604">
                <a:moveTo>
                  <a:pt x="1872356" y="427956"/>
                </a:moveTo>
                <a:lnTo>
                  <a:pt x="1868804" y="424153"/>
                </a:lnTo>
                <a:lnTo>
                  <a:pt x="1867784" y="420814"/>
                </a:lnTo>
                <a:lnTo>
                  <a:pt x="1868560" y="417441"/>
                </a:lnTo>
                <a:lnTo>
                  <a:pt x="1869738" y="411958"/>
                </a:lnTo>
                <a:lnTo>
                  <a:pt x="1875145" y="408459"/>
                </a:lnTo>
                <a:lnTo>
                  <a:pt x="1880579" y="409683"/>
                </a:lnTo>
                <a:lnTo>
                  <a:pt x="1886063" y="410861"/>
                </a:lnTo>
                <a:lnTo>
                  <a:pt x="1889561" y="416267"/>
                </a:lnTo>
                <a:lnTo>
                  <a:pt x="1888337" y="421702"/>
                </a:lnTo>
                <a:lnTo>
                  <a:pt x="1887159" y="427186"/>
                </a:lnTo>
                <a:lnTo>
                  <a:pt x="1881753" y="430684"/>
                </a:lnTo>
                <a:lnTo>
                  <a:pt x="1874203" y="429053"/>
                </a:lnTo>
                <a:lnTo>
                  <a:pt x="1872356" y="427956"/>
                </a:lnTo>
                <a:close/>
              </a:path>
              <a:path w="5142230" h="2300604">
                <a:moveTo>
                  <a:pt x="1941908" y="442882"/>
                </a:moveTo>
                <a:lnTo>
                  <a:pt x="1938355" y="439078"/>
                </a:lnTo>
                <a:lnTo>
                  <a:pt x="1937287" y="435784"/>
                </a:lnTo>
                <a:lnTo>
                  <a:pt x="1939146" y="426925"/>
                </a:lnTo>
                <a:lnTo>
                  <a:pt x="1944553" y="423427"/>
                </a:lnTo>
                <a:lnTo>
                  <a:pt x="1955474" y="425734"/>
                </a:lnTo>
                <a:lnTo>
                  <a:pt x="1959021" y="431095"/>
                </a:lnTo>
                <a:lnTo>
                  <a:pt x="1956665" y="442062"/>
                </a:lnTo>
                <a:lnTo>
                  <a:pt x="1951258" y="445560"/>
                </a:lnTo>
                <a:lnTo>
                  <a:pt x="1945820" y="444431"/>
                </a:lnTo>
                <a:lnTo>
                  <a:pt x="1943713" y="443934"/>
                </a:lnTo>
                <a:lnTo>
                  <a:pt x="1941908" y="442882"/>
                </a:lnTo>
                <a:close/>
              </a:path>
              <a:path w="5142230" h="2300604">
                <a:moveTo>
                  <a:pt x="3094668" y="782798"/>
                </a:moveTo>
                <a:lnTo>
                  <a:pt x="3091070" y="778946"/>
                </a:lnTo>
                <a:lnTo>
                  <a:pt x="3090330" y="774341"/>
                </a:lnTo>
                <a:lnTo>
                  <a:pt x="3092301" y="770391"/>
                </a:lnTo>
                <a:lnTo>
                  <a:pt x="3094877" y="765427"/>
                </a:lnTo>
                <a:lnTo>
                  <a:pt x="3100987" y="763463"/>
                </a:lnTo>
                <a:lnTo>
                  <a:pt x="3105951" y="766040"/>
                </a:lnTo>
                <a:lnTo>
                  <a:pt x="3110961" y="768573"/>
                </a:lnTo>
                <a:lnTo>
                  <a:pt x="3112927" y="774681"/>
                </a:lnTo>
                <a:lnTo>
                  <a:pt x="3110400" y="779698"/>
                </a:lnTo>
                <a:lnTo>
                  <a:pt x="3107775" y="784707"/>
                </a:lnTo>
                <a:lnTo>
                  <a:pt x="3101784" y="786603"/>
                </a:lnTo>
                <a:lnTo>
                  <a:pt x="3095635" y="783539"/>
                </a:lnTo>
                <a:lnTo>
                  <a:pt x="3094668" y="782798"/>
                </a:lnTo>
                <a:close/>
              </a:path>
              <a:path w="5142230" h="2300604">
                <a:moveTo>
                  <a:pt x="1700059" y="319269"/>
                </a:moveTo>
                <a:lnTo>
                  <a:pt x="1696642" y="315612"/>
                </a:lnTo>
                <a:lnTo>
                  <a:pt x="1695668" y="312321"/>
                </a:lnTo>
                <a:lnTo>
                  <a:pt x="1697658" y="303797"/>
                </a:lnTo>
                <a:lnTo>
                  <a:pt x="1702866" y="300575"/>
                </a:lnTo>
                <a:lnTo>
                  <a:pt x="1713359" y="303010"/>
                </a:lnTo>
                <a:lnTo>
                  <a:pt x="1716580" y="308218"/>
                </a:lnTo>
                <a:lnTo>
                  <a:pt x="1714141" y="318705"/>
                </a:lnTo>
                <a:lnTo>
                  <a:pt x="1708889" y="321977"/>
                </a:lnTo>
                <a:lnTo>
                  <a:pt x="1703692" y="320715"/>
                </a:lnTo>
                <a:lnTo>
                  <a:pt x="1701724" y="320270"/>
                </a:lnTo>
                <a:lnTo>
                  <a:pt x="1700059" y="319269"/>
                </a:lnTo>
                <a:close/>
              </a:path>
              <a:path w="5142230" h="2300604">
                <a:moveTo>
                  <a:pt x="1838480" y="350933"/>
                </a:moveTo>
                <a:lnTo>
                  <a:pt x="1835064" y="347276"/>
                </a:lnTo>
                <a:lnTo>
                  <a:pt x="1834046" y="344035"/>
                </a:lnTo>
                <a:lnTo>
                  <a:pt x="1834819" y="340757"/>
                </a:lnTo>
                <a:lnTo>
                  <a:pt x="1835987" y="335557"/>
                </a:lnTo>
                <a:lnTo>
                  <a:pt x="1841194" y="332236"/>
                </a:lnTo>
                <a:lnTo>
                  <a:pt x="1851645" y="334626"/>
                </a:lnTo>
                <a:lnTo>
                  <a:pt x="1854911" y="339784"/>
                </a:lnTo>
                <a:lnTo>
                  <a:pt x="1853793" y="345038"/>
                </a:lnTo>
                <a:lnTo>
                  <a:pt x="1852624" y="350239"/>
                </a:lnTo>
                <a:lnTo>
                  <a:pt x="1847413" y="353555"/>
                </a:lnTo>
                <a:lnTo>
                  <a:pt x="1840199" y="351893"/>
                </a:lnTo>
                <a:lnTo>
                  <a:pt x="1838480" y="350933"/>
                </a:lnTo>
                <a:close/>
              </a:path>
              <a:path w="5142230" h="2300604">
                <a:moveTo>
                  <a:pt x="3518738" y="1206257"/>
                </a:moveTo>
                <a:lnTo>
                  <a:pt x="3515276" y="1202551"/>
                </a:lnTo>
                <a:lnTo>
                  <a:pt x="3514605" y="1201442"/>
                </a:lnTo>
                <a:lnTo>
                  <a:pt x="3514124" y="1200148"/>
                </a:lnTo>
                <a:lnTo>
                  <a:pt x="3512367" y="1195041"/>
                </a:lnTo>
                <a:lnTo>
                  <a:pt x="3515014" y="1189464"/>
                </a:lnTo>
                <a:lnTo>
                  <a:pt x="3525252" y="1185959"/>
                </a:lnTo>
                <a:lnTo>
                  <a:pt x="3530713" y="1188678"/>
                </a:lnTo>
                <a:lnTo>
                  <a:pt x="3534235" y="1198801"/>
                </a:lnTo>
                <a:lnTo>
                  <a:pt x="3531543" y="1204329"/>
                </a:lnTo>
                <a:lnTo>
                  <a:pt x="3522757" y="1207433"/>
                </a:lnTo>
                <a:lnTo>
                  <a:pt x="3518738" y="1206257"/>
                </a:lnTo>
                <a:close/>
              </a:path>
              <a:path w="5142230" h="2300604">
                <a:moveTo>
                  <a:pt x="3541184" y="1273586"/>
                </a:moveTo>
                <a:lnTo>
                  <a:pt x="3537722" y="1269880"/>
                </a:lnTo>
                <a:lnTo>
                  <a:pt x="3536960" y="1268674"/>
                </a:lnTo>
                <a:lnTo>
                  <a:pt x="3536537" y="1267244"/>
                </a:lnTo>
                <a:lnTo>
                  <a:pt x="3534865" y="1262131"/>
                </a:lnTo>
                <a:lnTo>
                  <a:pt x="3537700" y="1256661"/>
                </a:lnTo>
                <a:lnTo>
                  <a:pt x="3547632" y="1253413"/>
                </a:lnTo>
                <a:lnTo>
                  <a:pt x="3547912" y="1253322"/>
                </a:lnTo>
                <a:lnTo>
                  <a:pt x="3553431" y="1256200"/>
                </a:lnTo>
                <a:lnTo>
                  <a:pt x="3555009" y="1261310"/>
                </a:lnTo>
                <a:lnTo>
                  <a:pt x="3556672" y="1266414"/>
                </a:lnTo>
                <a:lnTo>
                  <a:pt x="3553846" y="1271893"/>
                </a:lnTo>
                <a:lnTo>
                  <a:pt x="3548734" y="1273555"/>
                </a:lnTo>
                <a:lnTo>
                  <a:pt x="3545059" y="1274705"/>
                </a:lnTo>
                <a:lnTo>
                  <a:pt x="3541184" y="1273586"/>
                </a:lnTo>
                <a:close/>
              </a:path>
              <a:path w="5142230" h="2300604">
                <a:moveTo>
                  <a:pt x="1977187" y="381435"/>
                </a:moveTo>
                <a:lnTo>
                  <a:pt x="1973771" y="377778"/>
                </a:lnTo>
                <a:lnTo>
                  <a:pt x="1972749" y="374533"/>
                </a:lnTo>
                <a:lnTo>
                  <a:pt x="1973472" y="371300"/>
                </a:lnTo>
                <a:lnTo>
                  <a:pt x="1974595" y="366051"/>
                </a:lnTo>
                <a:lnTo>
                  <a:pt x="1979802" y="362730"/>
                </a:lnTo>
                <a:lnTo>
                  <a:pt x="1985007" y="363903"/>
                </a:lnTo>
                <a:lnTo>
                  <a:pt x="1990257" y="365026"/>
                </a:lnTo>
                <a:lnTo>
                  <a:pt x="1993617" y="370187"/>
                </a:lnTo>
                <a:lnTo>
                  <a:pt x="1992494" y="375437"/>
                </a:lnTo>
                <a:lnTo>
                  <a:pt x="1991327" y="380736"/>
                </a:lnTo>
                <a:lnTo>
                  <a:pt x="1986160" y="384002"/>
                </a:lnTo>
                <a:lnTo>
                  <a:pt x="1980915" y="382884"/>
                </a:lnTo>
                <a:lnTo>
                  <a:pt x="1978898" y="382485"/>
                </a:lnTo>
                <a:lnTo>
                  <a:pt x="1977187" y="381435"/>
                </a:lnTo>
                <a:close/>
              </a:path>
              <a:path w="5142230" h="2300604">
                <a:moveTo>
                  <a:pt x="1769243" y="335268"/>
                </a:moveTo>
                <a:lnTo>
                  <a:pt x="1765826" y="331611"/>
                </a:lnTo>
                <a:lnTo>
                  <a:pt x="1764804" y="328365"/>
                </a:lnTo>
                <a:lnTo>
                  <a:pt x="1766793" y="319841"/>
                </a:lnTo>
                <a:lnTo>
                  <a:pt x="1771997" y="316614"/>
                </a:lnTo>
                <a:lnTo>
                  <a:pt x="1782444" y="319000"/>
                </a:lnTo>
                <a:lnTo>
                  <a:pt x="1785719" y="324168"/>
                </a:lnTo>
                <a:lnTo>
                  <a:pt x="1784502" y="329414"/>
                </a:lnTo>
                <a:lnTo>
                  <a:pt x="1783330" y="334708"/>
                </a:lnTo>
                <a:lnTo>
                  <a:pt x="1778122" y="337930"/>
                </a:lnTo>
                <a:lnTo>
                  <a:pt x="1770903" y="336264"/>
                </a:lnTo>
                <a:lnTo>
                  <a:pt x="1769243" y="335268"/>
                </a:lnTo>
                <a:close/>
              </a:path>
              <a:path w="5142230" h="2300604">
                <a:moveTo>
                  <a:pt x="1907781" y="366274"/>
                </a:moveTo>
                <a:lnTo>
                  <a:pt x="1904365" y="362617"/>
                </a:lnTo>
                <a:lnTo>
                  <a:pt x="1903393" y="359426"/>
                </a:lnTo>
                <a:lnTo>
                  <a:pt x="1905288" y="350898"/>
                </a:lnTo>
                <a:lnTo>
                  <a:pt x="1910446" y="347623"/>
                </a:lnTo>
                <a:lnTo>
                  <a:pt x="1920949" y="349873"/>
                </a:lnTo>
                <a:lnTo>
                  <a:pt x="1924261" y="355080"/>
                </a:lnTo>
                <a:lnTo>
                  <a:pt x="1921925" y="365580"/>
                </a:lnTo>
                <a:lnTo>
                  <a:pt x="1916763" y="368851"/>
                </a:lnTo>
                <a:lnTo>
                  <a:pt x="1911513" y="367728"/>
                </a:lnTo>
                <a:lnTo>
                  <a:pt x="1909546" y="367283"/>
                </a:lnTo>
                <a:lnTo>
                  <a:pt x="1907781" y="366274"/>
                </a:lnTo>
                <a:close/>
              </a:path>
              <a:path w="5142230" h="2300604">
                <a:moveTo>
                  <a:pt x="4267840" y="2283113"/>
                </a:moveTo>
                <a:lnTo>
                  <a:pt x="4263911" y="2278907"/>
                </a:lnTo>
                <a:lnTo>
                  <a:pt x="4263675" y="2273572"/>
                </a:lnTo>
                <a:lnTo>
                  <a:pt x="4266738" y="2269715"/>
                </a:lnTo>
                <a:lnTo>
                  <a:pt x="4270138" y="2265535"/>
                </a:lnTo>
                <a:lnTo>
                  <a:pt x="4276244" y="2264936"/>
                </a:lnTo>
                <a:lnTo>
                  <a:pt x="4284564" y="2271691"/>
                </a:lnTo>
                <a:lnTo>
                  <a:pt x="4285248" y="2277800"/>
                </a:lnTo>
                <a:lnTo>
                  <a:pt x="4278502" y="2286120"/>
                </a:lnTo>
                <a:lnTo>
                  <a:pt x="4272384" y="2286804"/>
                </a:lnTo>
                <a:lnTo>
                  <a:pt x="4267840" y="2283113"/>
                </a:lnTo>
                <a:close/>
              </a:path>
              <a:path w="5142230" h="2300604">
                <a:moveTo>
                  <a:pt x="3562436" y="1341300"/>
                </a:moveTo>
                <a:lnTo>
                  <a:pt x="3558975" y="1337594"/>
                </a:lnTo>
                <a:lnTo>
                  <a:pt x="3558262" y="1336343"/>
                </a:lnTo>
                <a:lnTo>
                  <a:pt x="3556215" y="1329753"/>
                </a:lnTo>
                <a:lnTo>
                  <a:pt x="3559091" y="1324328"/>
                </a:lnTo>
                <a:lnTo>
                  <a:pt x="3564201" y="1322760"/>
                </a:lnTo>
                <a:lnTo>
                  <a:pt x="3569354" y="1321141"/>
                </a:lnTo>
                <a:lnTo>
                  <a:pt x="3574780" y="1324017"/>
                </a:lnTo>
                <a:lnTo>
                  <a:pt x="3577926" y="1334227"/>
                </a:lnTo>
                <a:lnTo>
                  <a:pt x="3575096" y="1339701"/>
                </a:lnTo>
                <a:lnTo>
                  <a:pt x="3566268" y="1342469"/>
                </a:lnTo>
                <a:lnTo>
                  <a:pt x="3562436" y="1341300"/>
                </a:lnTo>
                <a:close/>
              </a:path>
              <a:path w="5142230" h="2300604">
                <a:moveTo>
                  <a:pt x="3193834" y="752791"/>
                </a:moveTo>
                <a:lnTo>
                  <a:pt x="3189722" y="748389"/>
                </a:lnTo>
                <a:lnTo>
                  <a:pt x="3189193" y="743622"/>
                </a:lnTo>
                <a:lnTo>
                  <a:pt x="3194259" y="735653"/>
                </a:lnTo>
                <a:lnTo>
                  <a:pt x="3194481" y="735304"/>
                </a:lnTo>
                <a:lnTo>
                  <a:pt x="3200517" y="733947"/>
                </a:lnTo>
                <a:lnTo>
                  <a:pt x="3205001" y="736890"/>
                </a:lnTo>
                <a:lnTo>
                  <a:pt x="3209530" y="739782"/>
                </a:lnTo>
                <a:lnTo>
                  <a:pt x="3210881" y="745824"/>
                </a:lnTo>
                <a:lnTo>
                  <a:pt x="3208166" y="749953"/>
                </a:lnTo>
                <a:lnTo>
                  <a:pt x="3205048" y="754825"/>
                </a:lnTo>
                <a:lnTo>
                  <a:pt x="3199060" y="756136"/>
                </a:lnTo>
                <a:lnTo>
                  <a:pt x="3193834" y="752791"/>
                </a:lnTo>
                <a:close/>
              </a:path>
              <a:path w="5142230" h="2300604">
                <a:moveTo>
                  <a:pt x="3252032" y="793489"/>
                </a:moveTo>
                <a:lnTo>
                  <a:pt x="3247591" y="788735"/>
                </a:lnTo>
                <a:lnTo>
                  <a:pt x="3247314" y="783651"/>
                </a:lnTo>
                <a:lnTo>
                  <a:pt x="3250229" y="779833"/>
                </a:lnTo>
                <a:lnTo>
                  <a:pt x="3253440" y="775546"/>
                </a:lnTo>
                <a:lnTo>
                  <a:pt x="3259556" y="774763"/>
                </a:lnTo>
                <a:lnTo>
                  <a:pt x="3263788" y="778023"/>
                </a:lnTo>
                <a:lnTo>
                  <a:pt x="3268070" y="781237"/>
                </a:lnTo>
                <a:lnTo>
                  <a:pt x="3268903" y="787307"/>
                </a:lnTo>
                <a:lnTo>
                  <a:pt x="3262428" y="795921"/>
                </a:lnTo>
                <a:lnTo>
                  <a:pt x="3256311" y="796705"/>
                </a:lnTo>
                <a:lnTo>
                  <a:pt x="3252032" y="793489"/>
                </a:lnTo>
                <a:close/>
              </a:path>
              <a:path w="5142230" h="2300604">
                <a:moveTo>
                  <a:pt x="3305058" y="838917"/>
                </a:moveTo>
                <a:lnTo>
                  <a:pt x="3301182" y="834767"/>
                </a:lnTo>
                <a:lnTo>
                  <a:pt x="3301198" y="828918"/>
                </a:lnTo>
                <a:lnTo>
                  <a:pt x="3304820" y="825169"/>
                </a:lnTo>
                <a:lnTo>
                  <a:pt x="3308492" y="821282"/>
                </a:lnTo>
                <a:lnTo>
                  <a:pt x="3314680" y="821163"/>
                </a:lnTo>
                <a:lnTo>
                  <a:pt x="3322400" y="828643"/>
                </a:lnTo>
                <a:lnTo>
                  <a:pt x="3322478" y="834788"/>
                </a:lnTo>
                <a:lnTo>
                  <a:pt x="3318806" y="838675"/>
                </a:lnTo>
                <a:lnTo>
                  <a:pt x="3315086" y="842516"/>
                </a:lnTo>
                <a:lnTo>
                  <a:pt x="3308898" y="842635"/>
                </a:lnTo>
                <a:lnTo>
                  <a:pt x="3305058" y="838917"/>
                </a:lnTo>
                <a:close/>
              </a:path>
              <a:path w="5142230" h="2300604">
                <a:moveTo>
                  <a:pt x="2871628" y="605912"/>
                </a:moveTo>
                <a:lnTo>
                  <a:pt x="2868212" y="602255"/>
                </a:lnTo>
                <a:lnTo>
                  <a:pt x="2867300" y="598542"/>
                </a:lnTo>
                <a:lnTo>
                  <a:pt x="2870089" y="590091"/>
                </a:lnTo>
                <a:lnTo>
                  <a:pt x="2870137" y="589947"/>
                </a:lnTo>
                <a:lnTo>
                  <a:pt x="2875711" y="587214"/>
                </a:lnTo>
                <a:lnTo>
                  <a:pt x="2885839" y="590628"/>
                </a:lnTo>
                <a:lnTo>
                  <a:pt x="2888580" y="596103"/>
                </a:lnTo>
                <a:lnTo>
                  <a:pt x="2885255" y="606131"/>
                </a:lnTo>
                <a:lnTo>
                  <a:pt x="2885207" y="606275"/>
                </a:lnTo>
                <a:lnTo>
                  <a:pt x="2879684" y="609061"/>
                </a:lnTo>
                <a:lnTo>
                  <a:pt x="2873014" y="606809"/>
                </a:lnTo>
                <a:lnTo>
                  <a:pt x="2871628" y="605912"/>
                </a:lnTo>
                <a:close/>
              </a:path>
              <a:path w="5142230" h="2300604">
                <a:moveTo>
                  <a:pt x="2804051" y="584303"/>
                </a:moveTo>
                <a:lnTo>
                  <a:pt x="2800635" y="580646"/>
                </a:lnTo>
                <a:lnTo>
                  <a:pt x="2799720" y="577027"/>
                </a:lnTo>
                <a:lnTo>
                  <a:pt x="2802324" y="568476"/>
                </a:lnTo>
                <a:lnTo>
                  <a:pt x="2807806" y="565547"/>
                </a:lnTo>
                <a:lnTo>
                  <a:pt x="2818083" y="568730"/>
                </a:lnTo>
                <a:lnTo>
                  <a:pt x="2820914" y="574203"/>
                </a:lnTo>
                <a:lnTo>
                  <a:pt x="2819376" y="579301"/>
                </a:lnTo>
                <a:lnTo>
                  <a:pt x="2817780" y="584435"/>
                </a:lnTo>
                <a:lnTo>
                  <a:pt x="2812352" y="587324"/>
                </a:lnTo>
                <a:lnTo>
                  <a:pt x="2805531" y="585203"/>
                </a:lnTo>
                <a:lnTo>
                  <a:pt x="2804051" y="584303"/>
                </a:lnTo>
                <a:close/>
              </a:path>
              <a:path w="5142230" h="2300604">
                <a:moveTo>
                  <a:pt x="3069282" y="683974"/>
                </a:moveTo>
                <a:lnTo>
                  <a:pt x="3065815" y="680263"/>
                </a:lnTo>
                <a:lnTo>
                  <a:pt x="3065063" y="676035"/>
                </a:lnTo>
                <a:lnTo>
                  <a:pt x="3069088" y="667444"/>
                </a:lnTo>
                <a:lnTo>
                  <a:pt x="3074914" y="665371"/>
                </a:lnTo>
                <a:lnTo>
                  <a:pt x="3079745" y="667707"/>
                </a:lnTo>
                <a:lnTo>
                  <a:pt x="3084623" y="669999"/>
                </a:lnTo>
                <a:lnTo>
                  <a:pt x="3086694" y="675834"/>
                </a:lnTo>
                <a:lnTo>
                  <a:pt x="3082022" y="685495"/>
                </a:lnTo>
                <a:lnTo>
                  <a:pt x="3076283" y="687560"/>
                </a:lnTo>
                <a:lnTo>
                  <a:pt x="3070247" y="684716"/>
                </a:lnTo>
                <a:lnTo>
                  <a:pt x="3069282" y="683974"/>
                </a:lnTo>
                <a:close/>
              </a:path>
              <a:path w="5142230" h="2300604">
                <a:moveTo>
                  <a:pt x="3943192" y="2006745"/>
                </a:moveTo>
                <a:lnTo>
                  <a:pt x="3939452" y="2002741"/>
                </a:lnTo>
                <a:lnTo>
                  <a:pt x="3939422" y="1996844"/>
                </a:lnTo>
                <a:lnTo>
                  <a:pt x="3943088" y="1993145"/>
                </a:lnTo>
                <a:lnTo>
                  <a:pt x="3946856" y="1989260"/>
                </a:lnTo>
                <a:lnTo>
                  <a:pt x="3952996" y="1989186"/>
                </a:lnTo>
                <a:lnTo>
                  <a:pt x="3960669" y="1996618"/>
                </a:lnTo>
                <a:lnTo>
                  <a:pt x="3960793" y="2002812"/>
                </a:lnTo>
                <a:lnTo>
                  <a:pt x="3957026" y="2006696"/>
                </a:lnTo>
                <a:lnTo>
                  <a:pt x="3953262" y="2010487"/>
                </a:lnTo>
                <a:lnTo>
                  <a:pt x="3947122" y="2010561"/>
                </a:lnTo>
                <a:lnTo>
                  <a:pt x="3943192" y="2006745"/>
                </a:lnTo>
                <a:close/>
              </a:path>
              <a:path w="5142230" h="2300604">
                <a:moveTo>
                  <a:pt x="3848804" y="1907366"/>
                </a:moveTo>
                <a:lnTo>
                  <a:pt x="3845018" y="1903314"/>
                </a:lnTo>
                <a:lnTo>
                  <a:pt x="3841480" y="1899233"/>
                </a:lnTo>
                <a:lnTo>
                  <a:pt x="3841877" y="1893109"/>
                </a:lnTo>
                <a:lnTo>
                  <a:pt x="3849445" y="1886548"/>
                </a:lnTo>
                <a:lnTo>
                  <a:pt x="3850001" y="1886068"/>
                </a:lnTo>
                <a:lnTo>
                  <a:pt x="3856165" y="1886509"/>
                </a:lnTo>
                <a:lnTo>
                  <a:pt x="3863211" y="1894638"/>
                </a:lnTo>
                <a:lnTo>
                  <a:pt x="3862719" y="1900758"/>
                </a:lnTo>
                <a:lnTo>
                  <a:pt x="3859233" y="1903771"/>
                </a:lnTo>
                <a:lnTo>
                  <a:pt x="3858677" y="1904251"/>
                </a:lnTo>
                <a:lnTo>
                  <a:pt x="3854739" y="1907757"/>
                </a:lnTo>
                <a:lnTo>
                  <a:pt x="3848804" y="1907366"/>
                </a:lnTo>
                <a:close/>
              </a:path>
              <a:path w="5142230" h="2300604">
                <a:moveTo>
                  <a:pt x="2392878" y="473948"/>
                </a:moveTo>
                <a:lnTo>
                  <a:pt x="2389461" y="470291"/>
                </a:lnTo>
                <a:lnTo>
                  <a:pt x="2389123" y="469146"/>
                </a:lnTo>
                <a:lnTo>
                  <a:pt x="2388506" y="466923"/>
                </a:lnTo>
                <a:lnTo>
                  <a:pt x="2390527" y="458529"/>
                </a:lnTo>
                <a:lnTo>
                  <a:pt x="2395731" y="455303"/>
                </a:lnTo>
                <a:lnTo>
                  <a:pt x="2400982" y="456525"/>
                </a:lnTo>
                <a:lnTo>
                  <a:pt x="2406179" y="457788"/>
                </a:lnTo>
                <a:lnTo>
                  <a:pt x="2409401" y="462996"/>
                </a:lnTo>
                <a:lnTo>
                  <a:pt x="2408184" y="468242"/>
                </a:lnTo>
                <a:lnTo>
                  <a:pt x="2406921" y="473439"/>
                </a:lnTo>
                <a:lnTo>
                  <a:pt x="2401713" y="476661"/>
                </a:lnTo>
                <a:lnTo>
                  <a:pt x="2396466" y="475444"/>
                </a:lnTo>
                <a:lnTo>
                  <a:pt x="2394548" y="474954"/>
                </a:lnTo>
                <a:lnTo>
                  <a:pt x="2392878" y="473948"/>
                </a:lnTo>
                <a:close/>
              </a:path>
              <a:path w="5142230" h="2300604">
                <a:moveTo>
                  <a:pt x="2667787" y="544588"/>
                </a:moveTo>
                <a:lnTo>
                  <a:pt x="2664371" y="540931"/>
                </a:lnTo>
                <a:lnTo>
                  <a:pt x="2663452" y="537406"/>
                </a:lnTo>
                <a:lnTo>
                  <a:pt x="2664367" y="533987"/>
                </a:lnTo>
                <a:lnTo>
                  <a:pt x="2665819" y="528895"/>
                </a:lnTo>
                <a:lnTo>
                  <a:pt x="2670790" y="526103"/>
                </a:lnTo>
                <a:lnTo>
                  <a:pt x="2671210" y="525868"/>
                </a:lnTo>
                <a:lnTo>
                  <a:pt x="2681546" y="528722"/>
                </a:lnTo>
                <a:lnTo>
                  <a:pt x="2684573" y="534112"/>
                </a:lnTo>
                <a:lnTo>
                  <a:pt x="2683076" y="539255"/>
                </a:lnTo>
                <a:lnTo>
                  <a:pt x="2681624" y="544445"/>
                </a:lnTo>
                <a:lnTo>
                  <a:pt x="2676229" y="547467"/>
                </a:lnTo>
                <a:lnTo>
                  <a:pt x="2671137" y="546024"/>
                </a:lnTo>
                <a:lnTo>
                  <a:pt x="2669313" y="545537"/>
                </a:lnTo>
                <a:lnTo>
                  <a:pt x="2667787" y="544588"/>
                </a:lnTo>
                <a:close/>
              </a:path>
              <a:path w="5142230" h="2300604">
                <a:moveTo>
                  <a:pt x="2530710" y="507815"/>
                </a:moveTo>
                <a:lnTo>
                  <a:pt x="2527344" y="504212"/>
                </a:lnTo>
                <a:lnTo>
                  <a:pt x="2526328" y="500778"/>
                </a:lnTo>
                <a:lnTo>
                  <a:pt x="2527194" y="497503"/>
                </a:lnTo>
                <a:lnTo>
                  <a:pt x="2528506" y="492260"/>
                </a:lnTo>
                <a:lnTo>
                  <a:pt x="2533801" y="489131"/>
                </a:lnTo>
                <a:lnTo>
                  <a:pt x="2538999" y="490493"/>
                </a:lnTo>
                <a:lnTo>
                  <a:pt x="2544242" y="491804"/>
                </a:lnTo>
                <a:lnTo>
                  <a:pt x="2547367" y="497104"/>
                </a:lnTo>
                <a:lnTo>
                  <a:pt x="2544652" y="507492"/>
                </a:lnTo>
                <a:lnTo>
                  <a:pt x="2539457" y="510630"/>
                </a:lnTo>
                <a:lnTo>
                  <a:pt x="2534321" y="509335"/>
                </a:lnTo>
                <a:lnTo>
                  <a:pt x="2532331" y="508866"/>
                </a:lnTo>
                <a:lnTo>
                  <a:pt x="2530710" y="507815"/>
                </a:lnTo>
                <a:close/>
              </a:path>
              <a:path w="5142230" h="2300604">
                <a:moveTo>
                  <a:pt x="2599360" y="525783"/>
                </a:moveTo>
                <a:lnTo>
                  <a:pt x="2595943" y="522126"/>
                </a:lnTo>
                <a:lnTo>
                  <a:pt x="2594968" y="518736"/>
                </a:lnTo>
                <a:lnTo>
                  <a:pt x="2597294" y="510181"/>
                </a:lnTo>
                <a:lnTo>
                  <a:pt x="2602402" y="507242"/>
                </a:lnTo>
                <a:lnTo>
                  <a:pt x="2602639" y="507105"/>
                </a:lnTo>
                <a:lnTo>
                  <a:pt x="2607780" y="508503"/>
                </a:lnTo>
                <a:lnTo>
                  <a:pt x="2612978" y="509865"/>
                </a:lnTo>
                <a:lnTo>
                  <a:pt x="2616049" y="515205"/>
                </a:lnTo>
                <a:lnTo>
                  <a:pt x="2614647" y="520350"/>
                </a:lnTo>
                <a:lnTo>
                  <a:pt x="2613294" y="525549"/>
                </a:lnTo>
                <a:lnTo>
                  <a:pt x="2607949" y="528625"/>
                </a:lnTo>
                <a:lnTo>
                  <a:pt x="2600931" y="526781"/>
                </a:lnTo>
                <a:lnTo>
                  <a:pt x="2599360" y="525783"/>
                </a:lnTo>
                <a:close/>
              </a:path>
              <a:path w="5142230" h="2300604">
                <a:moveTo>
                  <a:pt x="3896718" y="1960026"/>
                </a:moveTo>
                <a:lnTo>
                  <a:pt x="3889385" y="1952175"/>
                </a:lnTo>
                <a:lnTo>
                  <a:pt x="3889549" y="1946096"/>
                </a:lnTo>
                <a:lnTo>
                  <a:pt x="3893404" y="1942403"/>
                </a:lnTo>
                <a:lnTo>
                  <a:pt x="3897255" y="1938705"/>
                </a:lnTo>
                <a:lnTo>
                  <a:pt x="3903626" y="1938878"/>
                </a:lnTo>
                <a:lnTo>
                  <a:pt x="3910870" y="1946632"/>
                </a:lnTo>
                <a:lnTo>
                  <a:pt x="3910702" y="1952806"/>
                </a:lnTo>
                <a:lnTo>
                  <a:pt x="3902902" y="1960194"/>
                </a:lnTo>
                <a:lnTo>
                  <a:pt x="3896718" y="1960026"/>
                </a:lnTo>
                <a:close/>
              </a:path>
              <a:path w="5142230" h="2300604">
                <a:moveTo>
                  <a:pt x="3132392" y="716147"/>
                </a:moveTo>
                <a:lnTo>
                  <a:pt x="3128885" y="712392"/>
                </a:lnTo>
                <a:lnTo>
                  <a:pt x="3128141" y="707882"/>
                </a:lnTo>
                <a:lnTo>
                  <a:pt x="3130253" y="704083"/>
                </a:lnTo>
                <a:lnTo>
                  <a:pt x="3132819" y="699403"/>
                </a:lnTo>
                <a:lnTo>
                  <a:pt x="3138775" y="697665"/>
                </a:lnTo>
                <a:lnTo>
                  <a:pt x="3148187" y="702853"/>
                </a:lnTo>
                <a:lnTo>
                  <a:pt x="3149874" y="708764"/>
                </a:lnTo>
                <a:lnTo>
                  <a:pt x="3144690" y="718172"/>
                </a:lnTo>
                <a:lnTo>
                  <a:pt x="3138775" y="719854"/>
                </a:lnTo>
                <a:lnTo>
                  <a:pt x="3133170" y="716789"/>
                </a:lnTo>
                <a:lnTo>
                  <a:pt x="3132392" y="716147"/>
                </a:lnTo>
                <a:close/>
              </a:path>
              <a:path w="5142230" h="2300604">
                <a:moveTo>
                  <a:pt x="2461855" y="490605"/>
                </a:moveTo>
                <a:lnTo>
                  <a:pt x="2458439" y="486948"/>
                </a:lnTo>
                <a:lnTo>
                  <a:pt x="2457514" y="483612"/>
                </a:lnTo>
                <a:lnTo>
                  <a:pt x="2458286" y="480333"/>
                </a:lnTo>
                <a:lnTo>
                  <a:pt x="2459598" y="475091"/>
                </a:lnTo>
                <a:lnTo>
                  <a:pt x="2464852" y="471918"/>
                </a:lnTo>
                <a:lnTo>
                  <a:pt x="2470044" y="473175"/>
                </a:lnTo>
                <a:lnTo>
                  <a:pt x="2475292" y="474492"/>
                </a:lnTo>
                <a:lnTo>
                  <a:pt x="2478465" y="479746"/>
                </a:lnTo>
                <a:lnTo>
                  <a:pt x="2477198" y="484938"/>
                </a:lnTo>
                <a:lnTo>
                  <a:pt x="2475886" y="490181"/>
                </a:lnTo>
                <a:lnTo>
                  <a:pt x="2470632" y="493354"/>
                </a:lnTo>
                <a:lnTo>
                  <a:pt x="2465439" y="492096"/>
                </a:lnTo>
                <a:lnTo>
                  <a:pt x="2463521" y="491606"/>
                </a:lnTo>
                <a:lnTo>
                  <a:pt x="2461855" y="490605"/>
                </a:lnTo>
                <a:close/>
              </a:path>
              <a:path w="5142230" h="2300604">
                <a:moveTo>
                  <a:pt x="2736052" y="564002"/>
                </a:moveTo>
                <a:lnTo>
                  <a:pt x="2732636" y="560345"/>
                </a:lnTo>
                <a:lnTo>
                  <a:pt x="2731669" y="556865"/>
                </a:lnTo>
                <a:lnTo>
                  <a:pt x="2732636" y="553405"/>
                </a:lnTo>
                <a:lnTo>
                  <a:pt x="2734133" y="548263"/>
                </a:lnTo>
                <a:lnTo>
                  <a:pt x="2739569" y="545285"/>
                </a:lnTo>
                <a:lnTo>
                  <a:pt x="2749854" y="548279"/>
                </a:lnTo>
                <a:lnTo>
                  <a:pt x="2752827" y="553710"/>
                </a:lnTo>
                <a:lnTo>
                  <a:pt x="2749838" y="563999"/>
                </a:lnTo>
                <a:lnTo>
                  <a:pt x="2744450" y="566931"/>
                </a:lnTo>
                <a:lnTo>
                  <a:pt x="2739308" y="565434"/>
                </a:lnTo>
                <a:lnTo>
                  <a:pt x="2737578" y="564951"/>
                </a:lnTo>
                <a:lnTo>
                  <a:pt x="2736052" y="564002"/>
                </a:lnTo>
                <a:close/>
              </a:path>
              <a:path w="5142230" h="2300604">
                <a:moveTo>
                  <a:pt x="2115898" y="411551"/>
                </a:moveTo>
                <a:lnTo>
                  <a:pt x="2112482" y="407894"/>
                </a:lnTo>
                <a:lnTo>
                  <a:pt x="2111509" y="404702"/>
                </a:lnTo>
                <a:lnTo>
                  <a:pt x="2112233" y="401470"/>
                </a:lnTo>
                <a:lnTo>
                  <a:pt x="2113356" y="396220"/>
                </a:lnTo>
                <a:lnTo>
                  <a:pt x="2118563" y="392899"/>
                </a:lnTo>
                <a:lnTo>
                  <a:pt x="2123817" y="394027"/>
                </a:lnTo>
                <a:lnTo>
                  <a:pt x="2129017" y="395195"/>
                </a:lnTo>
                <a:lnTo>
                  <a:pt x="2132378" y="400357"/>
                </a:lnTo>
                <a:lnTo>
                  <a:pt x="2131255" y="405606"/>
                </a:lnTo>
                <a:lnTo>
                  <a:pt x="2130042" y="410857"/>
                </a:lnTo>
                <a:lnTo>
                  <a:pt x="2124879" y="414127"/>
                </a:lnTo>
                <a:lnTo>
                  <a:pt x="2119630" y="413004"/>
                </a:lnTo>
                <a:lnTo>
                  <a:pt x="2117662" y="412560"/>
                </a:lnTo>
                <a:lnTo>
                  <a:pt x="2115898" y="411551"/>
                </a:lnTo>
                <a:close/>
              </a:path>
              <a:path w="5142230" h="2300604">
                <a:moveTo>
                  <a:pt x="3494184" y="1139800"/>
                </a:moveTo>
                <a:lnTo>
                  <a:pt x="3490722" y="1136094"/>
                </a:lnTo>
                <a:lnTo>
                  <a:pt x="3490093" y="1135029"/>
                </a:lnTo>
                <a:lnTo>
                  <a:pt x="3489659" y="1133883"/>
                </a:lnTo>
                <a:lnTo>
                  <a:pt x="3487657" y="1128904"/>
                </a:lnTo>
                <a:lnTo>
                  <a:pt x="3490117" y="1123228"/>
                </a:lnTo>
                <a:lnTo>
                  <a:pt x="3495045" y="1121273"/>
                </a:lnTo>
                <a:lnTo>
                  <a:pt x="3500073" y="1119324"/>
                </a:lnTo>
                <a:lnTo>
                  <a:pt x="3505704" y="1121734"/>
                </a:lnTo>
                <a:lnTo>
                  <a:pt x="3507706" y="1126712"/>
                </a:lnTo>
                <a:lnTo>
                  <a:pt x="3509660" y="1131735"/>
                </a:lnTo>
                <a:lnTo>
                  <a:pt x="3507200" y="1137411"/>
                </a:lnTo>
                <a:lnTo>
                  <a:pt x="3502222" y="1139313"/>
                </a:lnTo>
                <a:lnTo>
                  <a:pt x="3498725" y="1140752"/>
                </a:lnTo>
                <a:lnTo>
                  <a:pt x="3498396" y="1140887"/>
                </a:lnTo>
                <a:lnTo>
                  <a:pt x="3494184" y="1139800"/>
                </a:lnTo>
                <a:close/>
              </a:path>
              <a:path w="5142230" h="2300604">
                <a:moveTo>
                  <a:pt x="2046542" y="396443"/>
                </a:moveTo>
                <a:lnTo>
                  <a:pt x="2043176" y="392840"/>
                </a:lnTo>
                <a:lnTo>
                  <a:pt x="2042105" y="389641"/>
                </a:lnTo>
                <a:lnTo>
                  <a:pt x="2044000" y="381113"/>
                </a:lnTo>
                <a:lnTo>
                  <a:pt x="2049158" y="377837"/>
                </a:lnTo>
                <a:lnTo>
                  <a:pt x="2059661" y="380088"/>
                </a:lnTo>
                <a:lnTo>
                  <a:pt x="2062973" y="385295"/>
                </a:lnTo>
                <a:lnTo>
                  <a:pt x="2061809" y="390500"/>
                </a:lnTo>
                <a:lnTo>
                  <a:pt x="2060686" y="395749"/>
                </a:lnTo>
                <a:lnTo>
                  <a:pt x="2055516" y="399109"/>
                </a:lnTo>
                <a:lnTo>
                  <a:pt x="2048258" y="397498"/>
                </a:lnTo>
                <a:lnTo>
                  <a:pt x="2046542" y="396443"/>
                </a:lnTo>
                <a:close/>
              </a:path>
              <a:path w="5142230" h="2300604">
                <a:moveTo>
                  <a:pt x="3605179" y="1476689"/>
                </a:moveTo>
                <a:lnTo>
                  <a:pt x="3601763" y="1473032"/>
                </a:lnTo>
                <a:lnTo>
                  <a:pt x="3601001" y="1471826"/>
                </a:lnTo>
                <a:lnTo>
                  <a:pt x="3598862" y="1465332"/>
                </a:lnTo>
                <a:lnTo>
                  <a:pt x="3601643" y="1459903"/>
                </a:lnTo>
                <a:lnTo>
                  <a:pt x="3606706" y="1458187"/>
                </a:lnTo>
                <a:lnTo>
                  <a:pt x="3611858" y="1456470"/>
                </a:lnTo>
                <a:lnTo>
                  <a:pt x="3617341" y="1459210"/>
                </a:lnTo>
                <a:lnTo>
                  <a:pt x="3620675" y="1469427"/>
                </a:lnTo>
                <a:lnTo>
                  <a:pt x="3617939" y="1474904"/>
                </a:lnTo>
                <a:lnTo>
                  <a:pt x="3612877" y="1476620"/>
                </a:lnTo>
                <a:lnTo>
                  <a:pt x="3609105" y="1477861"/>
                </a:lnTo>
                <a:lnTo>
                  <a:pt x="3605179" y="1476689"/>
                </a:lnTo>
                <a:close/>
              </a:path>
              <a:path w="5142230" h="2300604">
                <a:moveTo>
                  <a:pt x="2185255" y="426757"/>
                </a:moveTo>
                <a:lnTo>
                  <a:pt x="2181839" y="423100"/>
                </a:lnTo>
                <a:lnTo>
                  <a:pt x="2180862" y="419904"/>
                </a:lnTo>
                <a:lnTo>
                  <a:pt x="2181540" y="416622"/>
                </a:lnTo>
                <a:lnTo>
                  <a:pt x="2182709" y="411422"/>
                </a:lnTo>
                <a:lnTo>
                  <a:pt x="2187920" y="408106"/>
                </a:lnTo>
                <a:lnTo>
                  <a:pt x="2198419" y="410352"/>
                </a:lnTo>
                <a:lnTo>
                  <a:pt x="2201735" y="415563"/>
                </a:lnTo>
                <a:lnTo>
                  <a:pt x="2200513" y="420804"/>
                </a:lnTo>
                <a:lnTo>
                  <a:pt x="2199395" y="426058"/>
                </a:lnTo>
                <a:lnTo>
                  <a:pt x="2194179" y="429370"/>
                </a:lnTo>
                <a:lnTo>
                  <a:pt x="2188983" y="428206"/>
                </a:lnTo>
                <a:lnTo>
                  <a:pt x="2186967" y="427807"/>
                </a:lnTo>
                <a:lnTo>
                  <a:pt x="2185255" y="426757"/>
                </a:lnTo>
                <a:close/>
              </a:path>
              <a:path w="5142230" h="2300604">
                <a:moveTo>
                  <a:pt x="2323796" y="457863"/>
                </a:moveTo>
                <a:lnTo>
                  <a:pt x="2320379" y="454206"/>
                </a:lnTo>
                <a:lnTo>
                  <a:pt x="2319357" y="450961"/>
                </a:lnTo>
                <a:lnTo>
                  <a:pt x="2321346" y="442437"/>
                </a:lnTo>
                <a:lnTo>
                  <a:pt x="2326509" y="439166"/>
                </a:lnTo>
                <a:lnTo>
                  <a:pt x="2337001" y="441600"/>
                </a:lnTo>
                <a:lnTo>
                  <a:pt x="2340272" y="446763"/>
                </a:lnTo>
                <a:lnTo>
                  <a:pt x="2337833" y="457250"/>
                </a:lnTo>
                <a:lnTo>
                  <a:pt x="2332675" y="460526"/>
                </a:lnTo>
                <a:lnTo>
                  <a:pt x="2325461" y="458864"/>
                </a:lnTo>
                <a:lnTo>
                  <a:pt x="2323796" y="457863"/>
                </a:lnTo>
                <a:close/>
              </a:path>
              <a:path w="5142230" h="2300604">
                <a:moveTo>
                  <a:pt x="2254553" y="442193"/>
                </a:moveTo>
                <a:lnTo>
                  <a:pt x="2251137" y="438536"/>
                </a:lnTo>
                <a:lnTo>
                  <a:pt x="2250163" y="435246"/>
                </a:lnTo>
                <a:lnTo>
                  <a:pt x="2252058" y="426718"/>
                </a:lnTo>
                <a:lnTo>
                  <a:pt x="2257267" y="423496"/>
                </a:lnTo>
                <a:lnTo>
                  <a:pt x="2267762" y="425836"/>
                </a:lnTo>
                <a:lnTo>
                  <a:pt x="2271028" y="430994"/>
                </a:lnTo>
                <a:lnTo>
                  <a:pt x="2269815" y="436245"/>
                </a:lnTo>
                <a:lnTo>
                  <a:pt x="2268693" y="441494"/>
                </a:lnTo>
                <a:lnTo>
                  <a:pt x="2263481" y="444810"/>
                </a:lnTo>
                <a:lnTo>
                  <a:pt x="2256267" y="443148"/>
                </a:lnTo>
                <a:lnTo>
                  <a:pt x="2254553" y="442193"/>
                </a:lnTo>
                <a:close/>
              </a:path>
              <a:path w="5142230" h="2300604">
                <a:moveTo>
                  <a:pt x="3803607" y="1852434"/>
                </a:moveTo>
                <a:lnTo>
                  <a:pt x="3799547" y="1848089"/>
                </a:lnTo>
                <a:lnTo>
                  <a:pt x="3796244" y="1843869"/>
                </a:lnTo>
                <a:lnTo>
                  <a:pt x="3797023" y="1837763"/>
                </a:lnTo>
                <a:lnTo>
                  <a:pt x="3805458" y="1831153"/>
                </a:lnTo>
                <a:lnTo>
                  <a:pt x="3811569" y="1831927"/>
                </a:lnTo>
                <a:lnTo>
                  <a:pt x="3818224" y="1840420"/>
                </a:lnTo>
                <a:lnTo>
                  <a:pt x="3817445" y="1846526"/>
                </a:lnTo>
                <a:lnTo>
                  <a:pt x="3813180" y="1849780"/>
                </a:lnTo>
                <a:lnTo>
                  <a:pt x="3810356" y="1852036"/>
                </a:lnTo>
                <a:lnTo>
                  <a:pt x="3809206" y="1852954"/>
                </a:lnTo>
                <a:lnTo>
                  <a:pt x="3803607" y="1852434"/>
                </a:lnTo>
                <a:close/>
              </a:path>
              <a:path w="5142230" h="2300604">
                <a:moveTo>
                  <a:pt x="3656268" y="1609477"/>
                </a:moveTo>
                <a:lnTo>
                  <a:pt x="3652765" y="1605727"/>
                </a:lnTo>
                <a:lnTo>
                  <a:pt x="3652133" y="1604856"/>
                </a:lnTo>
                <a:lnTo>
                  <a:pt x="3651738" y="1603846"/>
                </a:lnTo>
                <a:lnTo>
                  <a:pt x="3649544" y="1598956"/>
                </a:lnTo>
                <a:lnTo>
                  <a:pt x="3651675" y="1593222"/>
                </a:lnTo>
                <a:lnTo>
                  <a:pt x="3656570" y="1591033"/>
                </a:lnTo>
                <a:lnTo>
                  <a:pt x="3661508" y="1588793"/>
                </a:lnTo>
                <a:lnTo>
                  <a:pt x="3667239" y="1591018"/>
                </a:lnTo>
                <a:lnTo>
                  <a:pt x="3671623" y="1600794"/>
                </a:lnTo>
                <a:lnTo>
                  <a:pt x="3669451" y="1606484"/>
                </a:lnTo>
                <a:lnTo>
                  <a:pt x="3664607" y="1608727"/>
                </a:lnTo>
                <a:lnTo>
                  <a:pt x="3660676" y="1610481"/>
                </a:lnTo>
                <a:lnTo>
                  <a:pt x="3656268" y="1609477"/>
                </a:lnTo>
                <a:close/>
              </a:path>
              <a:path w="5142230" h="2300604">
                <a:moveTo>
                  <a:pt x="4048544" y="2102904"/>
                </a:moveTo>
                <a:lnTo>
                  <a:pt x="4044442" y="2098513"/>
                </a:lnTo>
                <a:lnTo>
                  <a:pt x="4044258" y="2093038"/>
                </a:lnTo>
                <a:lnTo>
                  <a:pt x="4047550" y="2089231"/>
                </a:lnTo>
                <a:lnTo>
                  <a:pt x="4051082" y="2085192"/>
                </a:lnTo>
                <a:lnTo>
                  <a:pt x="4057239" y="2084746"/>
                </a:lnTo>
                <a:lnTo>
                  <a:pt x="4061269" y="2088277"/>
                </a:lnTo>
                <a:lnTo>
                  <a:pt x="4065352" y="2091768"/>
                </a:lnTo>
                <a:lnTo>
                  <a:pt x="4065758" y="2097872"/>
                </a:lnTo>
                <a:lnTo>
                  <a:pt x="4062271" y="2101960"/>
                </a:lnTo>
                <a:lnTo>
                  <a:pt x="4058735" y="2105994"/>
                </a:lnTo>
                <a:lnTo>
                  <a:pt x="4052582" y="2106445"/>
                </a:lnTo>
                <a:lnTo>
                  <a:pt x="4048544" y="2102904"/>
                </a:lnTo>
                <a:close/>
              </a:path>
              <a:path w="5142230" h="2300604">
                <a:moveTo>
                  <a:pt x="4157850" y="2194109"/>
                </a:moveTo>
                <a:lnTo>
                  <a:pt x="4153600" y="2189559"/>
                </a:lnTo>
                <a:lnTo>
                  <a:pt x="4153272" y="2184223"/>
                </a:lnTo>
                <a:lnTo>
                  <a:pt x="4159776" y="2176230"/>
                </a:lnTo>
                <a:lnTo>
                  <a:pt x="4165890" y="2175640"/>
                </a:lnTo>
                <a:lnTo>
                  <a:pt x="4170074" y="2178946"/>
                </a:lnTo>
                <a:lnTo>
                  <a:pt x="4174254" y="2182345"/>
                </a:lnTo>
                <a:lnTo>
                  <a:pt x="4174844" y="2188451"/>
                </a:lnTo>
                <a:lnTo>
                  <a:pt x="4171539" y="2192634"/>
                </a:lnTo>
                <a:lnTo>
                  <a:pt x="4168144" y="2196820"/>
                </a:lnTo>
                <a:lnTo>
                  <a:pt x="4161980" y="2197455"/>
                </a:lnTo>
                <a:lnTo>
                  <a:pt x="4157850" y="2194109"/>
                </a:lnTo>
                <a:close/>
              </a:path>
              <a:path w="5142230" h="2300604">
                <a:moveTo>
                  <a:pt x="3761427" y="1795064"/>
                </a:moveTo>
                <a:lnTo>
                  <a:pt x="3757181" y="1790519"/>
                </a:lnTo>
                <a:lnTo>
                  <a:pt x="3754168" y="1786121"/>
                </a:lnTo>
                <a:lnTo>
                  <a:pt x="3755225" y="1780019"/>
                </a:lnTo>
                <a:lnTo>
                  <a:pt x="3764067" y="1773942"/>
                </a:lnTo>
                <a:lnTo>
                  <a:pt x="3770124" y="1775050"/>
                </a:lnTo>
                <a:lnTo>
                  <a:pt x="3773137" y="1779449"/>
                </a:lnTo>
                <a:lnTo>
                  <a:pt x="3776240" y="1783846"/>
                </a:lnTo>
                <a:lnTo>
                  <a:pt x="3775137" y="1789898"/>
                </a:lnTo>
                <a:lnTo>
                  <a:pt x="3770695" y="1792962"/>
                </a:lnTo>
                <a:lnTo>
                  <a:pt x="3766724" y="1795749"/>
                </a:lnTo>
                <a:lnTo>
                  <a:pt x="3761427" y="1795064"/>
                </a:lnTo>
                <a:close/>
              </a:path>
              <a:path w="5142230" h="2300604">
                <a:moveTo>
                  <a:pt x="3628856" y="1543772"/>
                </a:moveTo>
                <a:lnTo>
                  <a:pt x="3625395" y="1540066"/>
                </a:lnTo>
                <a:lnTo>
                  <a:pt x="3624774" y="1539011"/>
                </a:lnTo>
                <a:lnTo>
                  <a:pt x="3624246" y="1537761"/>
                </a:lnTo>
                <a:lnTo>
                  <a:pt x="3622386" y="1532741"/>
                </a:lnTo>
                <a:lnTo>
                  <a:pt x="3624896" y="1527119"/>
                </a:lnTo>
                <a:lnTo>
                  <a:pt x="3629912" y="1525255"/>
                </a:lnTo>
                <a:lnTo>
                  <a:pt x="3634935" y="1523301"/>
                </a:lnTo>
                <a:lnTo>
                  <a:pt x="3640518" y="1525857"/>
                </a:lnTo>
                <a:lnTo>
                  <a:pt x="3644379" y="1535855"/>
                </a:lnTo>
                <a:lnTo>
                  <a:pt x="3641870" y="1541477"/>
                </a:lnTo>
                <a:lnTo>
                  <a:pt x="3633023" y="1544811"/>
                </a:lnTo>
                <a:lnTo>
                  <a:pt x="3628856" y="1543772"/>
                </a:lnTo>
                <a:close/>
              </a:path>
              <a:path w="5142230" h="2300604">
                <a:moveTo>
                  <a:pt x="3434917" y="1011356"/>
                </a:moveTo>
                <a:lnTo>
                  <a:pt x="3431405" y="1007596"/>
                </a:lnTo>
                <a:lnTo>
                  <a:pt x="3430956" y="1006920"/>
                </a:lnTo>
                <a:lnTo>
                  <a:pt x="3427983" y="1001489"/>
                </a:lnTo>
                <a:lnTo>
                  <a:pt x="3429644" y="995545"/>
                </a:lnTo>
                <a:lnTo>
                  <a:pt x="3439077" y="990394"/>
                </a:lnTo>
                <a:lnTo>
                  <a:pt x="3445014" y="992153"/>
                </a:lnTo>
                <a:lnTo>
                  <a:pt x="3450117" y="1001530"/>
                </a:lnTo>
                <a:lnTo>
                  <a:pt x="3448456" y="1007474"/>
                </a:lnTo>
                <a:lnTo>
                  <a:pt x="3439750" y="1012229"/>
                </a:lnTo>
                <a:lnTo>
                  <a:pt x="3434917" y="1011356"/>
                </a:lnTo>
                <a:close/>
              </a:path>
              <a:path w="5142230" h="2300604">
                <a:moveTo>
                  <a:pt x="3004544" y="655238"/>
                </a:moveTo>
                <a:lnTo>
                  <a:pt x="3001128" y="651581"/>
                </a:lnTo>
                <a:lnTo>
                  <a:pt x="3000269" y="647535"/>
                </a:lnTo>
                <a:lnTo>
                  <a:pt x="3001763" y="643856"/>
                </a:lnTo>
                <a:lnTo>
                  <a:pt x="3003819" y="638922"/>
                </a:lnTo>
                <a:lnTo>
                  <a:pt x="3009515" y="636614"/>
                </a:lnTo>
                <a:lnTo>
                  <a:pt x="3014598" y="638733"/>
                </a:lnTo>
                <a:lnTo>
                  <a:pt x="3019432" y="640682"/>
                </a:lnTo>
                <a:lnTo>
                  <a:pt x="3021785" y="646428"/>
                </a:lnTo>
                <a:lnTo>
                  <a:pt x="3017630" y="656345"/>
                </a:lnTo>
                <a:lnTo>
                  <a:pt x="3011929" y="658648"/>
                </a:lnTo>
                <a:lnTo>
                  <a:pt x="3006999" y="656597"/>
                </a:lnTo>
                <a:lnTo>
                  <a:pt x="3005693" y="656082"/>
                </a:lnTo>
                <a:lnTo>
                  <a:pt x="3004544" y="655238"/>
                </a:lnTo>
                <a:close/>
              </a:path>
              <a:path w="5142230" h="2300604">
                <a:moveTo>
                  <a:pt x="3687426" y="1673425"/>
                </a:moveTo>
                <a:lnTo>
                  <a:pt x="3683964" y="1669720"/>
                </a:lnTo>
                <a:lnTo>
                  <a:pt x="3683469" y="1668995"/>
                </a:lnTo>
                <a:lnTo>
                  <a:pt x="3683019" y="1668219"/>
                </a:lnTo>
                <a:lnTo>
                  <a:pt x="3680543" y="1663419"/>
                </a:lnTo>
                <a:lnTo>
                  <a:pt x="3682394" y="1657581"/>
                </a:lnTo>
                <a:lnTo>
                  <a:pt x="3691865" y="1652568"/>
                </a:lnTo>
                <a:lnTo>
                  <a:pt x="3697747" y="1654369"/>
                </a:lnTo>
                <a:lnTo>
                  <a:pt x="3700232" y="1659179"/>
                </a:lnTo>
                <a:lnTo>
                  <a:pt x="3702761" y="1663939"/>
                </a:lnTo>
                <a:lnTo>
                  <a:pt x="3700906" y="1669772"/>
                </a:lnTo>
                <a:lnTo>
                  <a:pt x="3696146" y="1672301"/>
                </a:lnTo>
                <a:lnTo>
                  <a:pt x="3692210" y="1674344"/>
                </a:lnTo>
                <a:lnTo>
                  <a:pt x="3687426" y="1673425"/>
                </a:lnTo>
                <a:close/>
              </a:path>
              <a:path w="5142230" h="2300604">
                <a:moveTo>
                  <a:pt x="4102828" y="2148992"/>
                </a:moveTo>
                <a:lnTo>
                  <a:pt x="4098631" y="2144499"/>
                </a:lnTo>
                <a:lnTo>
                  <a:pt x="4098439" y="2139113"/>
                </a:lnTo>
                <a:lnTo>
                  <a:pt x="4101596" y="2135259"/>
                </a:lnTo>
                <a:lnTo>
                  <a:pt x="4105037" y="2131123"/>
                </a:lnTo>
                <a:lnTo>
                  <a:pt x="4111149" y="2130627"/>
                </a:lnTo>
                <a:lnTo>
                  <a:pt x="4119362" y="2137464"/>
                </a:lnTo>
                <a:lnTo>
                  <a:pt x="4119961" y="2143579"/>
                </a:lnTo>
                <a:lnTo>
                  <a:pt x="4113066" y="2151838"/>
                </a:lnTo>
                <a:lnTo>
                  <a:pt x="4107009" y="2152392"/>
                </a:lnTo>
                <a:lnTo>
                  <a:pt x="4102828" y="2148992"/>
                </a:lnTo>
                <a:close/>
              </a:path>
              <a:path w="5142230" h="2300604">
                <a:moveTo>
                  <a:pt x="3995249" y="2055726"/>
                </a:moveTo>
                <a:lnTo>
                  <a:pt x="3991286" y="2051484"/>
                </a:lnTo>
                <a:lnTo>
                  <a:pt x="3991195" y="2045717"/>
                </a:lnTo>
                <a:lnTo>
                  <a:pt x="3994632" y="2041967"/>
                </a:lnTo>
                <a:lnTo>
                  <a:pt x="3998209" y="2037977"/>
                </a:lnTo>
                <a:lnTo>
                  <a:pt x="4004360" y="2037719"/>
                </a:lnTo>
                <a:lnTo>
                  <a:pt x="4008345" y="2041301"/>
                </a:lnTo>
                <a:lnTo>
                  <a:pt x="4012282" y="2044928"/>
                </a:lnTo>
                <a:lnTo>
                  <a:pt x="4012594" y="2051029"/>
                </a:lnTo>
                <a:lnTo>
                  <a:pt x="4005376" y="2059040"/>
                </a:lnTo>
                <a:lnTo>
                  <a:pt x="3999235" y="2059308"/>
                </a:lnTo>
                <a:lnTo>
                  <a:pt x="3995249" y="2055726"/>
                </a:lnTo>
                <a:close/>
              </a:path>
              <a:path w="5142230" h="2300604">
                <a:moveTo>
                  <a:pt x="3722673" y="1735398"/>
                </a:moveTo>
                <a:lnTo>
                  <a:pt x="3718646" y="1731088"/>
                </a:lnTo>
                <a:lnTo>
                  <a:pt x="3715475" y="1725933"/>
                </a:lnTo>
                <a:lnTo>
                  <a:pt x="3716906" y="1719939"/>
                </a:lnTo>
                <a:lnTo>
                  <a:pt x="3721533" y="1717169"/>
                </a:lnTo>
                <a:lnTo>
                  <a:pt x="3726109" y="1714346"/>
                </a:lnTo>
                <a:lnTo>
                  <a:pt x="3732059" y="1715828"/>
                </a:lnTo>
                <a:lnTo>
                  <a:pt x="3734877" y="1720409"/>
                </a:lnTo>
                <a:lnTo>
                  <a:pt x="3737647" y="1725035"/>
                </a:lnTo>
                <a:lnTo>
                  <a:pt x="3736170" y="1730981"/>
                </a:lnTo>
                <a:lnTo>
                  <a:pt x="3727635" y="1736214"/>
                </a:lnTo>
                <a:lnTo>
                  <a:pt x="3722673" y="1735398"/>
                </a:lnTo>
                <a:close/>
              </a:path>
              <a:path w="5142230" h="2300604">
                <a:moveTo>
                  <a:pt x="3356374" y="894335"/>
                </a:moveTo>
                <a:lnTo>
                  <a:pt x="3352506" y="890196"/>
                </a:lnTo>
                <a:lnTo>
                  <a:pt x="3349060" y="886019"/>
                </a:lnTo>
                <a:lnTo>
                  <a:pt x="3349645" y="879902"/>
                </a:lnTo>
                <a:lnTo>
                  <a:pt x="3357020" y="873817"/>
                </a:lnTo>
                <a:lnTo>
                  <a:pt x="3357948" y="873050"/>
                </a:lnTo>
                <a:lnTo>
                  <a:pt x="3364070" y="873641"/>
                </a:lnTo>
                <a:lnTo>
                  <a:pt x="3370865" y="881894"/>
                </a:lnTo>
                <a:lnTo>
                  <a:pt x="3370284" y="888016"/>
                </a:lnTo>
                <a:lnTo>
                  <a:pt x="3367069" y="890731"/>
                </a:lnTo>
                <a:lnTo>
                  <a:pt x="3366202" y="891464"/>
                </a:lnTo>
                <a:lnTo>
                  <a:pt x="3362941" y="894136"/>
                </a:lnTo>
                <a:lnTo>
                  <a:pt x="3362219" y="894727"/>
                </a:lnTo>
                <a:lnTo>
                  <a:pt x="3356374" y="894335"/>
                </a:lnTo>
                <a:close/>
              </a:path>
              <a:path w="5142230" h="2300604">
                <a:moveTo>
                  <a:pt x="3466568" y="1074561"/>
                </a:moveTo>
                <a:lnTo>
                  <a:pt x="3463101" y="1070850"/>
                </a:lnTo>
                <a:lnTo>
                  <a:pt x="3462475" y="1069984"/>
                </a:lnTo>
                <a:lnTo>
                  <a:pt x="3459842" y="1064134"/>
                </a:lnTo>
                <a:lnTo>
                  <a:pt x="3461926" y="1058352"/>
                </a:lnTo>
                <a:lnTo>
                  <a:pt x="3466817" y="1056157"/>
                </a:lnTo>
                <a:lnTo>
                  <a:pt x="3471710" y="1053869"/>
                </a:lnTo>
                <a:lnTo>
                  <a:pt x="3477489" y="1056050"/>
                </a:lnTo>
                <a:lnTo>
                  <a:pt x="3479731" y="1060894"/>
                </a:lnTo>
                <a:lnTo>
                  <a:pt x="3481922" y="1065778"/>
                </a:lnTo>
                <a:lnTo>
                  <a:pt x="3479838" y="1071561"/>
                </a:lnTo>
                <a:lnTo>
                  <a:pt x="3474951" y="1073760"/>
                </a:lnTo>
                <a:lnTo>
                  <a:pt x="3471012" y="1075605"/>
                </a:lnTo>
                <a:lnTo>
                  <a:pt x="3466568" y="1074561"/>
                </a:lnTo>
                <a:close/>
              </a:path>
              <a:path w="5142230" h="2300604">
                <a:moveTo>
                  <a:pt x="2938570" y="629383"/>
                </a:moveTo>
                <a:lnTo>
                  <a:pt x="2935154" y="625726"/>
                </a:lnTo>
                <a:lnTo>
                  <a:pt x="2934204" y="621875"/>
                </a:lnTo>
                <a:lnTo>
                  <a:pt x="2935552" y="618332"/>
                </a:lnTo>
                <a:lnTo>
                  <a:pt x="2937423" y="613298"/>
                </a:lnTo>
                <a:lnTo>
                  <a:pt x="2943035" y="610703"/>
                </a:lnTo>
                <a:lnTo>
                  <a:pt x="2953105" y="614445"/>
                </a:lnTo>
                <a:lnTo>
                  <a:pt x="2955649" y="620003"/>
                </a:lnTo>
                <a:lnTo>
                  <a:pt x="2951912" y="630078"/>
                </a:lnTo>
                <a:lnTo>
                  <a:pt x="2946300" y="632672"/>
                </a:lnTo>
                <a:lnTo>
                  <a:pt x="2941260" y="630797"/>
                </a:lnTo>
                <a:lnTo>
                  <a:pt x="2939816" y="630228"/>
                </a:lnTo>
                <a:lnTo>
                  <a:pt x="2938570" y="629383"/>
                </a:lnTo>
                <a:close/>
              </a:path>
              <a:path w="5142230" h="2300604">
                <a:moveTo>
                  <a:pt x="4212977" y="2238752"/>
                </a:moveTo>
                <a:lnTo>
                  <a:pt x="4208778" y="2234257"/>
                </a:lnTo>
                <a:lnTo>
                  <a:pt x="4208498" y="2228875"/>
                </a:lnTo>
                <a:lnTo>
                  <a:pt x="4214953" y="2220927"/>
                </a:lnTo>
                <a:lnTo>
                  <a:pt x="4221066" y="2220238"/>
                </a:lnTo>
                <a:lnTo>
                  <a:pt x="4229432" y="2227043"/>
                </a:lnTo>
                <a:lnTo>
                  <a:pt x="4230022" y="2233148"/>
                </a:lnTo>
                <a:lnTo>
                  <a:pt x="4226675" y="2237288"/>
                </a:lnTo>
                <a:lnTo>
                  <a:pt x="4223321" y="2241517"/>
                </a:lnTo>
                <a:lnTo>
                  <a:pt x="4217206" y="2242107"/>
                </a:lnTo>
                <a:lnTo>
                  <a:pt x="4212977" y="2238752"/>
                </a:lnTo>
                <a:close/>
              </a:path>
              <a:path w="5142230" h="2300604">
                <a:moveTo>
                  <a:pt x="3398509" y="950876"/>
                </a:moveTo>
                <a:lnTo>
                  <a:pt x="3394219" y="946284"/>
                </a:lnTo>
                <a:lnTo>
                  <a:pt x="3391256" y="941747"/>
                </a:lnTo>
                <a:lnTo>
                  <a:pt x="3392406" y="935742"/>
                </a:lnTo>
                <a:lnTo>
                  <a:pt x="3401342" y="929768"/>
                </a:lnTo>
                <a:lnTo>
                  <a:pt x="3407392" y="930965"/>
                </a:lnTo>
                <a:lnTo>
                  <a:pt x="3413368" y="939901"/>
                </a:lnTo>
                <a:lnTo>
                  <a:pt x="3412170" y="945950"/>
                </a:lnTo>
                <a:lnTo>
                  <a:pt x="3403667" y="951611"/>
                </a:lnTo>
                <a:lnTo>
                  <a:pt x="3398509" y="950876"/>
                </a:lnTo>
                <a:close/>
              </a:path>
              <a:path w="5142230" h="2300604">
                <a:moveTo>
                  <a:pt x="3583403" y="1409099"/>
                </a:moveTo>
                <a:lnTo>
                  <a:pt x="3579987" y="1405442"/>
                </a:lnTo>
                <a:lnTo>
                  <a:pt x="3579274" y="1404190"/>
                </a:lnTo>
                <a:lnTo>
                  <a:pt x="3577227" y="1397601"/>
                </a:lnTo>
                <a:lnTo>
                  <a:pt x="3580062" y="1392131"/>
                </a:lnTo>
                <a:lnTo>
                  <a:pt x="3590321" y="1388940"/>
                </a:lnTo>
                <a:lnTo>
                  <a:pt x="3595746" y="1391815"/>
                </a:lnTo>
                <a:lnTo>
                  <a:pt x="3597319" y="1396920"/>
                </a:lnTo>
                <a:lnTo>
                  <a:pt x="3598982" y="1402023"/>
                </a:lnTo>
                <a:lnTo>
                  <a:pt x="3596111" y="1407454"/>
                </a:lnTo>
                <a:lnTo>
                  <a:pt x="3590998" y="1409116"/>
                </a:lnTo>
                <a:lnTo>
                  <a:pt x="3587279" y="1410217"/>
                </a:lnTo>
                <a:lnTo>
                  <a:pt x="3583403" y="1409099"/>
                </a:lnTo>
                <a:close/>
              </a:path>
              <a:path w="5142230" h="2300604">
                <a:moveTo>
                  <a:pt x="2327615" y="380333"/>
                </a:moveTo>
                <a:lnTo>
                  <a:pt x="2324335" y="376823"/>
                </a:lnTo>
                <a:lnTo>
                  <a:pt x="2323397" y="373864"/>
                </a:lnTo>
                <a:lnTo>
                  <a:pt x="2323972" y="370862"/>
                </a:lnTo>
                <a:lnTo>
                  <a:pt x="2324899" y="365795"/>
                </a:lnTo>
                <a:lnTo>
                  <a:pt x="2329729" y="362461"/>
                </a:lnTo>
                <a:lnTo>
                  <a:pt x="2334801" y="363394"/>
                </a:lnTo>
                <a:lnTo>
                  <a:pt x="2339819" y="364367"/>
                </a:lnTo>
                <a:lnTo>
                  <a:pt x="2343148" y="369201"/>
                </a:lnTo>
                <a:lnTo>
                  <a:pt x="2341292" y="379335"/>
                </a:lnTo>
                <a:lnTo>
                  <a:pt x="2336413" y="382616"/>
                </a:lnTo>
                <a:lnTo>
                  <a:pt x="2331391" y="381737"/>
                </a:lnTo>
                <a:lnTo>
                  <a:pt x="2329375" y="381337"/>
                </a:lnTo>
                <a:lnTo>
                  <a:pt x="2327615" y="380333"/>
                </a:lnTo>
                <a:close/>
              </a:path>
              <a:path w="5142230" h="2300604">
                <a:moveTo>
                  <a:pt x="3545176" y="1120880"/>
                </a:moveTo>
                <a:lnTo>
                  <a:pt x="3541187" y="1116610"/>
                </a:lnTo>
                <a:lnTo>
                  <a:pt x="3538491" y="1111185"/>
                </a:lnTo>
                <a:lnTo>
                  <a:pt x="3540287" y="1105581"/>
                </a:lnTo>
                <a:lnTo>
                  <a:pt x="3544606" y="1103360"/>
                </a:lnTo>
                <a:lnTo>
                  <a:pt x="3549462" y="1100936"/>
                </a:lnTo>
                <a:lnTo>
                  <a:pt x="3555024" y="1102780"/>
                </a:lnTo>
                <a:lnTo>
                  <a:pt x="3559711" y="1111907"/>
                </a:lnTo>
                <a:lnTo>
                  <a:pt x="3557872" y="1117560"/>
                </a:lnTo>
                <a:lnTo>
                  <a:pt x="3553510" y="1119735"/>
                </a:lnTo>
                <a:lnTo>
                  <a:pt x="3549507" y="1121804"/>
                </a:lnTo>
                <a:lnTo>
                  <a:pt x="3545176" y="1120880"/>
                </a:lnTo>
                <a:close/>
              </a:path>
              <a:path w="5142230" h="2300604">
                <a:moveTo>
                  <a:pt x="4606170" y="2225368"/>
                </a:moveTo>
                <a:lnTo>
                  <a:pt x="4601863" y="2220757"/>
                </a:lnTo>
                <a:lnTo>
                  <a:pt x="4601437" y="2216001"/>
                </a:lnTo>
                <a:lnTo>
                  <a:pt x="4607090" y="2208173"/>
                </a:lnTo>
                <a:lnTo>
                  <a:pt x="4612877" y="2207232"/>
                </a:lnTo>
                <a:lnTo>
                  <a:pt x="4621266" y="2213283"/>
                </a:lnTo>
                <a:lnTo>
                  <a:pt x="4622149" y="2219115"/>
                </a:lnTo>
                <a:lnTo>
                  <a:pt x="4619180" y="2223268"/>
                </a:lnTo>
                <a:lnTo>
                  <a:pt x="4616109" y="2227406"/>
                </a:lnTo>
                <a:lnTo>
                  <a:pt x="4610317" y="2228342"/>
                </a:lnTo>
                <a:lnTo>
                  <a:pt x="4606170" y="2225368"/>
                </a:lnTo>
                <a:close/>
              </a:path>
              <a:path w="5142230" h="2300604">
                <a:moveTo>
                  <a:pt x="3007689" y="575133"/>
                </a:moveTo>
                <a:lnTo>
                  <a:pt x="3004368" y="571579"/>
                </a:lnTo>
                <a:lnTo>
                  <a:pt x="3003654" y="567488"/>
                </a:lnTo>
                <a:lnTo>
                  <a:pt x="3005290" y="563960"/>
                </a:lnTo>
                <a:lnTo>
                  <a:pt x="3007520" y="559312"/>
                </a:lnTo>
                <a:lnTo>
                  <a:pt x="3013068" y="557333"/>
                </a:lnTo>
                <a:lnTo>
                  <a:pt x="3017669" y="559519"/>
                </a:lnTo>
                <a:lnTo>
                  <a:pt x="3022317" y="561660"/>
                </a:lnTo>
                <a:lnTo>
                  <a:pt x="3024341" y="567248"/>
                </a:lnTo>
                <a:lnTo>
                  <a:pt x="3022105" y="571894"/>
                </a:lnTo>
                <a:lnTo>
                  <a:pt x="3019968" y="576546"/>
                </a:lnTo>
                <a:lnTo>
                  <a:pt x="3014424" y="578529"/>
                </a:lnTo>
                <a:lnTo>
                  <a:pt x="3009726" y="576335"/>
                </a:lnTo>
                <a:lnTo>
                  <a:pt x="3008659" y="575780"/>
                </a:lnTo>
                <a:lnTo>
                  <a:pt x="3007689" y="575133"/>
                </a:lnTo>
                <a:close/>
              </a:path>
              <a:path w="5142230" h="2300604">
                <a:moveTo>
                  <a:pt x="4033879" y="1804328"/>
                </a:moveTo>
                <a:lnTo>
                  <a:pt x="4029909" y="1800078"/>
                </a:lnTo>
                <a:lnTo>
                  <a:pt x="4029716" y="1794886"/>
                </a:lnTo>
                <a:lnTo>
                  <a:pt x="4032714" y="1791254"/>
                </a:lnTo>
                <a:lnTo>
                  <a:pt x="4036059" y="1787308"/>
                </a:lnTo>
                <a:lnTo>
                  <a:pt x="4041883" y="1786798"/>
                </a:lnTo>
                <a:lnTo>
                  <a:pt x="4045832" y="1790048"/>
                </a:lnTo>
                <a:lnTo>
                  <a:pt x="4049783" y="1793397"/>
                </a:lnTo>
                <a:lnTo>
                  <a:pt x="4050293" y="1799222"/>
                </a:lnTo>
                <a:lnTo>
                  <a:pt x="4046994" y="1803216"/>
                </a:lnTo>
                <a:lnTo>
                  <a:pt x="4043698" y="1807117"/>
                </a:lnTo>
                <a:lnTo>
                  <a:pt x="4037869" y="1807622"/>
                </a:lnTo>
                <a:lnTo>
                  <a:pt x="4033879" y="1804328"/>
                </a:lnTo>
                <a:close/>
              </a:path>
              <a:path w="5142230" h="2300604">
                <a:moveTo>
                  <a:pt x="2257753" y="367616"/>
                </a:moveTo>
                <a:lnTo>
                  <a:pt x="2254468" y="364101"/>
                </a:lnTo>
                <a:lnTo>
                  <a:pt x="2253486" y="361192"/>
                </a:lnTo>
                <a:lnTo>
                  <a:pt x="2254061" y="358190"/>
                </a:lnTo>
                <a:lnTo>
                  <a:pt x="2254988" y="353123"/>
                </a:lnTo>
                <a:lnTo>
                  <a:pt x="2259818" y="349790"/>
                </a:lnTo>
                <a:lnTo>
                  <a:pt x="2269907" y="351596"/>
                </a:lnTo>
                <a:lnTo>
                  <a:pt x="2273240" y="356436"/>
                </a:lnTo>
                <a:lnTo>
                  <a:pt x="2272361" y="361457"/>
                </a:lnTo>
                <a:lnTo>
                  <a:pt x="2271429" y="366519"/>
                </a:lnTo>
                <a:lnTo>
                  <a:pt x="2266599" y="369853"/>
                </a:lnTo>
                <a:lnTo>
                  <a:pt x="2259512" y="368621"/>
                </a:lnTo>
                <a:lnTo>
                  <a:pt x="2257753" y="367616"/>
                </a:lnTo>
                <a:close/>
              </a:path>
              <a:path w="5142230" h="2300604">
                <a:moveTo>
                  <a:pt x="4201973" y="1935104"/>
                </a:moveTo>
                <a:lnTo>
                  <a:pt x="4198193" y="1931057"/>
                </a:lnTo>
                <a:lnTo>
                  <a:pt x="4197752" y="1926090"/>
                </a:lnTo>
                <a:lnTo>
                  <a:pt x="4203541" y="1918308"/>
                </a:lnTo>
                <a:lnTo>
                  <a:pt x="4209283" y="1917419"/>
                </a:lnTo>
                <a:lnTo>
                  <a:pt x="4213478" y="1920440"/>
                </a:lnTo>
                <a:lnTo>
                  <a:pt x="4217621" y="1923509"/>
                </a:lnTo>
                <a:lnTo>
                  <a:pt x="4218458" y="1929292"/>
                </a:lnTo>
                <a:lnTo>
                  <a:pt x="4215489" y="1933445"/>
                </a:lnTo>
                <a:lnTo>
                  <a:pt x="4212417" y="1937584"/>
                </a:lnTo>
                <a:lnTo>
                  <a:pt x="4206580" y="1938471"/>
                </a:lnTo>
                <a:lnTo>
                  <a:pt x="4202481" y="1935452"/>
                </a:lnTo>
                <a:lnTo>
                  <a:pt x="4201973" y="1935104"/>
                </a:lnTo>
                <a:close/>
              </a:path>
              <a:path w="5142230" h="2300604">
                <a:moveTo>
                  <a:pt x="3788806" y="1553712"/>
                </a:moveTo>
                <a:lnTo>
                  <a:pt x="3784882" y="1549513"/>
                </a:lnTo>
                <a:lnTo>
                  <a:pt x="3781757" y="1545483"/>
                </a:lnTo>
                <a:lnTo>
                  <a:pt x="3782527" y="1539660"/>
                </a:lnTo>
                <a:lnTo>
                  <a:pt x="3786600" y="1536494"/>
                </a:lnTo>
                <a:lnTo>
                  <a:pt x="3790715" y="1533372"/>
                </a:lnTo>
                <a:lnTo>
                  <a:pt x="3796547" y="1534142"/>
                </a:lnTo>
                <a:lnTo>
                  <a:pt x="3799660" y="1538256"/>
                </a:lnTo>
                <a:lnTo>
                  <a:pt x="3802780" y="1542280"/>
                </a:lnTo>
                <a:lnTo>
                  <a:pt x="3801971" y="1548159"/>
                </a:lnTo>
                <a:lnTo>
                  <a:pt x="3794117" y="1554218"/>
                </a:lnTo>
                <a:lnTo>
                  <a:pt x="3788806" y="1553712"/>
                </a:lnTo>
                <a:close/>
              </a:path>
              <a:path w="5142230" h="2300604">
                <a:moveTo>
                  <a:pt x="2187779" y="355269"/>
                </a:moveTo>
                <a:lnTo>
                  <a:pt x="2184504" y="351763"/>
                </a:lnTo>
                <a:lnTo>
                  <a:pt x="2183517" y="348849"/>
                </a:lnTo>
                <a:lnTo>
                  <a:pt x="2184091" y="345848"/>
                </a:lnTo>
                <a:lnTo>
                  <a:pt x="2184970" y="340826"/>
                </a:lnTo>
                <a:lnTo>
                  <a:pt x="2189803" y="337398"/>
                </a:lnTo>
                <a:lnTo>
                  <a:pt x="2194875" y="338331"/>
                </a:lnTo>
                <a:lnTo>
                  <a:pt x="2199892" y="339205"/>
                </a:lnTo>
                <a:lnTo>
                  <a:pt x="2203274" y="343998"/>
                </a:lnTo>
                <a:lnTo>
                  <a:pt x="2202440" y="349069"/>
                </a:lnTo>
                <a:lnTo>
                  <a:pt x="2201513" y="354136"/>
                </a:lnTo>
                <a:lnTo>
                  <a:pt x="2196724" y="357513"/>
                </a:lnTo>
                <a:lnTo>
                  <a:pt x="2191604" y="356626"/>
                </a:lnTo>
                <a:lnTo>
                  <a:pt x="2189587" y="356227"/>
                </a:lnTo>
                <a:lnTo>
                  <a:pt x="2187779" y="355269"/>
                </a:lnTo>
                <a:close/>
              </a:path>
              <a:path w="5142230" h="2300604">
                <a:moveTo>
                  <a:pt x="4663216" y="2266594"/>
                </a:moveTo>
                <a:lnTo>
                  <a:pt x="4659375" y="2262482"/>
                </a:lnTo>
                <a:lnTo>
                  <a:pt x="4658943" y="2257619"/>
                </a:lnTo>
                <a:lnTo>
                  <a:pt x="4661618" y="2253934"/>
                </a:lnTo>
                <a:lnTo>
                  <a:pt x="4664591" y="2249786"/>
                </a:lnTo>
                <a:lnTo>
                  <a:pt x="4670428" y="2248899"/>
                </a:lnTo>
                <a:lnTo>
                  <a:pt x="4678764" y="2254891"/>
                </a:lnTo>
                <a:lnTo>
                  <a:pt x="4679705" y="2260687"/>
                </a:lnTo>
                <a:lnTo>
                  <a:pt x="4676677" y="2264876"/>
                </a:lnTo>
                <a:lnTo>
                  <a:pt x="4673708" y="2269028"/>
                </a:lnTo>
                <a:lnTo>
                  <a:pt x="4667871" y="2269916"/>
                </a:lnTo>
                <a:lnTo>
                  <a:pt x="4663216" y="2266594"/>
                </a:lnTo>
                <a:close/>
              </a:path>
              <a:path w="5142230" h="2300604">
                <a:moveTo>
                  <a:pt x="3980044" y="1757646"/>
                </a:moveTo>
                <a:lnTo>
                  <a:pt x="3976167" y="1753496"/>
                </a:lnTo>
                <a:lnTo>
                  <a:pt x="3976072" y="1748116"/>
                </a:lnTo>
                <a:lnTo>
                  <a:pt x="3979260" y="1744491"/>
                </a:lnTo>
                <a:lnTo>
                  <a:pt x="3982745" y="1740696"/>
                </a:lnTo>
                <a:lnTo>
                  <a:pt x="3988558" y="1740369"/>
                </a:lnTo>
                <a:lnTo>
                  <a:pt x="3996215" y="1747197"/>
                </a:lnTo>
                <a:lnTo>
                  <a:pt x="3996528" y="1753104"/>
                </a:lnTo>
                <a:lnTo>
                  <a:pt x="3989710" y="1760761"/>
                </a:lnTo>
                <a:lnTo>
                  <a:pt x="3983798" y="1761079"/>
                </a:lnTo>
                <a:lnTo>
                  <a:pt x="3980044" y="1757646"/>
                </a:lnTo>
                <a:close/>
              </a:path>
              <a:path w="5142230" h="2300604">
                <a:moveTo>
                  <a:pt x="2536438" y="422749"/>
                </a:moveTo>
                <a:lnTo>
                  <a:pt x="2533163" y="419244"/>
                </a:lnTo>
                <a:lnTo>
                  <a:pt x="2532183" y="416142"/>
                </a:lnTo>
                <a:lnTo>
                  <a:pt x="2534017" y="408037"/>
                </a:lnTo>
                <a:lnTo>
                  <a:pt x="2538987" y="404854"/>
                </a:lnTo>
                <a:lnTo>
                  <a:pt x="2549011" y="407178"/>
                </a:lnTo>
                <a:lnTo>
                  <a:pt x="2552144" y="412095"/>
                </a:lnTo>
                <a:lnTo>
                  <a:pt x="2549919" y="422127"/>
                </a:lnTo>
                <a:lnTo>
                  <a:pt x="2544902" y="425261"/>
                </a:lnTo>
                <a:lnTo>
                  <a:pt x="2539936" y="424148"/>
                </a:lnTo>
                <a:lnTo>
                  <a:pt x="2538062" y="423706"/>
                </a:lnTo>
                <a:lnTo>
                  <a:pt x="2536438" y="422749"/>
                </a:lnTo>
                <a:close/>
              </a:path>
              <a:path w="5142230" h="2300604">
                <a:moveTo>
                  <a:pt x="3708878" y="1435993"/>
                </a:moveTo>
                <a:lnTo>
                  <a:pt x="3704996" y="1431838"/>
                </a:lnTo>
                <a:lnTo>
                  <a:pt x="3702002" y="1426874"/>
                </a:lnTo>
                <a:lnTo>
                  <a:pt x="3703420" y="1421158"/>
                </a:lnTo>
                <a:lnTo>
                  <a:pt x="3712194" y="1415892"/>
                </a:lnTo>
                <a:lnTo>
                  <a:pt x="3717905" y="1417313"/>
                </a:lnTo>
                <a:lnTo>
                  <a:pt x="3723179" y="1426084"/>
                </a:lnTo>
                <a:lnTo>
                  <a:pt x="3721753" y="1431790"/>
                </a:lnTo>
                <a:lnTo>
                  <a:pt x="3717367" y="1434426"/>
                </a:lnTo>
                <a:lnTo>
                  <a:pt x="3713557" y="1436798"/>
                </a:lnTo>
                <a:lnTo>
                  <a:pt x="3708878" y="1435993"/>
                </a:lnTo>
                <a:close/>
              </a:path>
              <a:path w="5142230" h="2300604">
                <a:moveTo>
                  <a:pt x="2742400" y="475983"/>
                </a:moveTo>
                <a:lnTo>
                  <a:pt x="2739121" y="472472"/>
                </a:lnTo>
                <a:lnTo>
                  <a:pt x="2738196" y="469136"/>
                </a:lnTo>
                <a:lnTo>
                  <a:pt x="2739152" y="465859"/>
                </a:lnTo>
                <a:lnTo>
                  <a:pt x="2740647" y="460911"/>
                </a:lnTo>
                <a:lnTo>
                  <a:pt x="2745789" y="458107"/>
                </a:lnTo>
                <a:lnTo>
                  <a:pt x="2755655" y="461044"/>
                </a:lnTo>
                <a:lnTo>
                  <a:pt x="2758454" y="466191"/>
                </a:lnTo>
                <a:lnTo>
                  <a:pt x="2756964" y="471144"/>
                </a:lnTo>
                <a:lnTo>
                  <a:pt x="2755518" y="476047"/>
                </a:lnTo>
                <a:lnTo>
                  <a:pt x="2750327" y="478897"/>
                </a:lnTo>
                <a:lnTo>
                  <a:pt x="2745422" y="477361"/>
                </a:lnTo>
                <a:lnTo>
                  <a:pt x="2743786" y="476880"/>
                </a:lnTo>
                <a:lnTo>
                  <a:pt x="2742400" y="475983"/>
                </a:lnTo>
                <a:close/>
              </a:path>
              <a:path w="5142230" h="2300604">
                <a:moveTo>
                  <a:pt x="4375315" y="2059079"/>
                </a:moveTo>
                <a:lnTo>
                  <a:pt x="4371425" y="2054915"/>
                </a:lnTo>
                <a:lnTo>
                  <a:pt x="4371035" y="2050102"/>
                </a:lnTo>
                <a:lnTo>
                  <a:pt x="4373661" y="2046461"/>
                </a:lnTo>
                <a:lnTo>
                  <a:pt x="4376594" y="2042270"/>
                </a:lnTo>
                <a:lnTo>
                  <a:pt x="4382429" y="2041284"/>
                </a:lnTo>
                <a:lnTo>
                  <a:pt x="4386578" y="2044256"/>
                </a:lnTo>
                <a:lnTo>
                  <a:pt x="4390773" y="2047186"/>
                </a:lnTo>
                <a:lnTo>
                  <a:pt x="4391760" y="2053030"/>
                </a:lnTo>
                <a:lnTo>
                  <a:pt x="4388787" y="2057178"/>
                </a:lnTo>
                <a:lnTo>
                  <a:pt x="4385804" y="2061416"/>
                </a:lnTo>
                <a:lnTo>
                  <a:pt x="4380017" y="2062356"/>
                </a:lnTo>
                <a:lnTo>
                  <a:pt x="4375315" y="2059079"/>
                </a:lnTo>
                <a:close/>
              </a:path>
              <a:path w="5142230" h="2300604">
                <a:moveTo>
                  <a:pt x="2117806" y="343020"/>
                </a:moveTo>
                <a:lnTo>
                  <a:pt x="2114531" y="339514"/>
                </a:lnTo>
                <a:lnTo>
                  <a:pt x="2113639" y="336604"/>
                </a:lnTo>
                <a:lnTo>
                  <a:pt x="2114118" y="333599"/>
                </a:lnTo>
                <a:lnTo>
                  <a:pt x="2114998" y="328578"/>
                </a:lnTo>
                <a:lnTo>
                  <a:pt x="2119830" y="325149"/>
                </a:lnTo>
                <a:lnTo>
                  <a:pt x="2124902" y="326082"/>
                </a:lnTo>
                <a:lnTo>
                  <a:pt x="2129919" y="326956"/>
                </a:lnTo>
                <a:lnTo>
                  <a:pt x="2133347" y="331799"/>
                </a:lnTo>
                <a:lnTo>
                  <a:pt x="2132468" y="336820"/>
                </a:lnTo>
                <a:lnTo>
                  <a:pt x="2131540" y="341887"/>
                </a:lnTo>
                <a:lnTo>
                  <a:pt x="2126751" y="345265"/>
                </a:lnTo>
                <a:lnTo>
                  <a:pt x="2121730" y="344386"/>
                </a:lnTo>
                <a:lnTo>
                  <a:pt x="2119614" y="343979"/>
                </a:lnTo>
                <a:lnTo>
                  <a:pt x="2117806" y="343020"/>
                </a:lnTo>
                <a:close/>
              </a:path>
              <a:path w="5142230" h="2300604">
                <a:moveTo>
                  <a:pt x="2674177" y="456713"/>
                </a:moveTo>
                <a:lnTo>
                  <a:pt x="2670898" y="453202"/>
                </a:lnTo>
                <a:lnTo>
                  <a:pt x="2669973" y="449866"/>
                </a:lnTo>
                <a:lnTo>
                  <a:pt x="2670836" y="446685"/>
                </a:lnTo>
                <a:lnTo>
                  <a:pt x="2672233" y="441728"/>
                </a:lnTo>
                <a:lnTo>
                  <a:pt x="2677332" y="438781"/>
                </a:lnTo>
                <a:lnTo>
                  <a:pt x="2682248" y="440133"/>
                </a:lnTo>
                <a:lnTo>
                  <a:pt x="2687208" y="441435"/>
                </a:lnTo>
                <a:lnTo>
                  <a:pt x="2690150" y="446540"/>
                </a:lnTo>
                <a:lnTo>
                  <a:pt x="2687452" y="456456"/>
                </a:lnTo>
                <a:lnTo>
                  <a:pt x="2682581" y="459257"/>
                </a:lnTo>
                <a:lnTo>
                  <a:pt x="2682343" y="459393"/>
                </a:lnTo>
                <a:lnTo>
                  <a:pt x="2677383" y="458092"/>
                </a:lnTo>
                <a:lnTo>
                  <a:pt x="2675657" y="457613"/>
                </a:lnTo>
                <a:lnTo>
                  <a:pt x="2674177" y="456713"/>
                </a:lnTo>
                <a:close/>
              </a:path>
              <a:path w="5142230" h="2300604">
                <a:moveTo>
                  <a:pt x="4088773" y="1849016"/>
                </a:moveTo>
                <a:lnTo>
                  <a:pt x="4084980" y="1844955"/>
                </a:lnTo>
                <a:lnTo>
                  <a:pt x="4084740" y="1839909"/>
                </a:lnTo>
                <a:lnTo>
                  <a:pt x="4087649" y="1836278"/>
                </a:lnTo>
                <a:lnTo>
                  <a:pt x="4090808" y="1832231"/>
                </a:lnTo>
                <a:lnTo>
                  <a:pt x="4096634" y="1831528"/>
                </a:lnTo>
                <a:lnTo>
                  <a:pt x="4100683" y="1834786"/>
                </a:lnTo>
                <a:lnTo>
                  <a:pt x="4104729" y="1837945"/>
                </a:lnTo>
                <a:lnTo>
                  <a:pt x="4105379" y="1843821"/>
                </a:lnTo>
                <a:lnTo>
                  <a:pt x="4098965" y="1851813"/>
                </a:lnTo>
                <a:lnTo>
                  <a:pt x="4093139" y="1852516"/>
                </a:lnTo>
                <a:lnTo>
                  <a:pt x="4088773" y="1849016"/>
                </a:lnTo>
                <a:close/>
              </a:path>
              <a:path w="5142230" h="2300604">
                <a:moveTo>
                  <a:pt x="3673336" y="1374294"/>
                </a:moveTo>
                <a:lnTo>
                  <a:pt x="3670016" y="1370739"/>
                </a:lnTo>
                <a:lnTo>
                  <a:pt x="3669566" y="1370063"/>
                </a:lnTo>
                <a:lnTo>
                  <a:pt x="3666723" y="1364867"/>
                </a:lnTo>
                <a:lnTo>
                  <a:pt x="3668373" y="1359207"/>
                </a:lnTo>
                <a:lnTo>
                  <a:pt x="3672853" y="1356766"/>
                </a:lnTo>
                <a:lnTo>
                  <a:pt x="3677370" y="1354272"/>
                </a:lnTo>
                <a:lnTo>
                  <a:pt x="3683030" y="1355934"/>
                </a:lnTo>
                <a:lnTo>
                  <a:pt x="3687960" y="1364925"/>
                </a:lnTo>
                <a:lnTo>
                  <a:pt x="3686304" y="1370580"/>
                </a:lnTo>
                <a:lnTo>
                  <a:pt x="3677984" y="1375165"/>
                </a:lnTo>
                <a:lnTo>
                  <a:pt x="3673336" y="1374294"/>
                </a:lnTo>
                <a:close/>
              </a:path>
              <a:path w="5142230" h="2300604">
                <a:moveTo>
                  <a:pt x="2397364" y="393613"/>
                </a:moveTo>
                <a:lnTo>
                  <a:pt x="2394084" y="390102"/>
                </a:lnTo>
                <a:lnTo>
                  <a:pt x="2393141" y="387138"/>
                </a:lnTo>
                <a:lnTo>
                  <a:pt x="2394692" y="379024"/>
                </a:lnTo>
                <a:lnTo>
                  <a:pt x="2399577" y="375749"/>
                </a:lnTo>
                <a:lnTo>
                  <a:pt x="2409659" y="377744"/>
                </a:lnTo>
                <a:lnTo>
                  <a:pt x="2412939" y="382624"/>
                </a:lnTo>
                <a:lnTo>
                  <a:pt x="2410992" y="392661"/>
                </a:lnTo>
                <a:lnTo>
                  <a:pt x="2406108" y="395936"/>
                </a:lnTo>
                <a:lnTo>
                  <a:pt x="2401045" y="395013"/>
                </a:lnTo>
                <a:lnTo>
                  <a:pt x="2399078" y="394568"/>
                </a:lnTo>
                <a:lnTo>
                  <a:pt x="2397364" y="393613"/>
                </a:lnTo>
                <a:close/>
              </a:path>
              <a:path w="5142230" h="2300604">
                <a:moveTo>
                  <a:pt x="4259524" y="1976771"/>
                </a:moveTo>
                <a:lnTo>
                  <a:pt x="4255688" y="1972664"/>
                </a:lnTo>
                <a:lnTo>
                  <a:pt x="4255297" y="1967845"/>
                </a:lnTo>
                <a:lnTo>
                  <a:pt x="4257922" y="1964207"/>
                </a:lnTo>
                <a:lnTo>
                  <a:pt x="4260895" y="1959959"/>
                </a:lnTo>
                <a:lnTo>
                  <a:pt x="4266691" y="1959028"/>
                </a:lnTo>
                <a:lnTo>
                  <a:pt x="4275026" y="1965020"/>
                </a:lnTo>
                <a:lnTo>
                  <a:pt x="4276014" y="1970864"/>
                </a:lnTo>
                <a:lnTo>
                  <a:pt x="4270016" y="1979206"/>
                </a:lnTo>
                <a:lnTo>
                  <a:pt x="4264220" y="1980137"/>
                </a:lnTo>
                <a:lnTo>
                  <a:pt x="4260032" y="1977119"/>
                </a:lnTo>
                <a:lnTo>
                  <a:pt x="4259524" y="1976771"/>
                </a:lnTo>
                <a:close/>
              </a:path>
              <a:path w="5142230" h="2300604">
                <a:moveTo>
                  <a:pt x="4317412" y="2018015"/>
                </a:moveTo>
                <a:lnTo>
                  <a:pt x="4313526" y="2013855"/>
                </a:lnTo>
                <a:lnTo>
                  <a:pt x="4313089" y="2009087"/>
                </a:lnTo>
                <a:lnTo>
                  <a:pt x="4315674" y="2005402"/>
                </a:lnTo>
                <a:lnTo>
                  <a:pt x="4318691" y="2001205"/>
                </a:lnTo>
                <a:lnTo>
                  <a:pt x="4324483" y="2000269"/>
                </a:lnTo>
                <a:lnTo>
                  <a:pt x="4328680" y="2003197"/>
                </a:lnTo>
                <a:lnTo>
                  <a:pt x="4332827" y="2006171"/>
                </a:lnTo>
                <a:lnTo>
                  <a:pt x="4333862" y="2011970"/>
                </a:lnTo>
                <a:lnTo>
                  <a:pt x="4330841" y="2016162"/>
                </a:lnTo>
                <a:lnTo>
                  <a:pt x="4327908" y="2020354"/>
                </a:lnTo>
                <a:lnTo>
                  <a:pt x="4322071" y="2021341"/>
                </a:lnTo>
                <a:lnTo>
                  <a:pt x="4317412" y="2018015"/>
                </a:lnTo>
                <a:close/>
              </a:path>
              <a:path w="5142230" h="2300604">
                <a:moveTo>
                  <a:pt x="2466992" y="407644"/>
                </a:moveTo>
                <a:lnTo>
                  <a:pt x="2463758" y="404182"/>
                </a:lnTo>
                <a:lnTo>
                  <a:pt x="2462775" y="401174"/>
                </a:lnTo>
                <a:lnTo>
                  <a:pt x="2463447" y="398081"/>
                </a:lnTo>
                <a:lnTo>
                  <a:pt x="2464469" y="393017"/>
                </a:lnTo>
                <a:lnTo>
                  <a:pt x="2469440" y="389835"/>
                </a:lnTo>
                <a:lnTo>
                  <a:pt x="2479470" y="391970"/>
                </a:lnTo>
                <a:lnTo>
                  <a:pt x="2482656" y="396847"/>
                </a:lnTo>
                <a:lnTo>
                  <a:pt x="2481634" y="401910"/>
                </a:lnTo>
                <a:lnTo>
                  <a:pt x="2480566" y="406926"/>
                </a:lnTo>
                <a:lnTo>
                  <a:pt x="2475640" y="410157"/>
                </a:lnTo>
                <a:lnTo>
                  <a:pt x="2470625" y="409089"/>
                </a:lnTo>
                <a:lnTo>
                  <a:pt x="2468658" y="408645"/>
                </a:lnTo>
                <a:lnTo>
                  <a:pt x="2466992" y="407644"/>
                </a:lnTo>
                <a:close/>
              </a:path>
              <a:path w="5142230" h="2300604">
                <a:moveTo>
                  <a:pt x="3071058" y="606800"/>
                </a:moveTo>
                <a:lnTo>
                  <a:pt x="3067733" y="603241"/>
                </a:lnTo>
                <a:lnTo>
                  <a:pt x="3067077" y="598922"/>
                </a:lnTo>
                <a:lnTo>
                  <a:pt x="3068995" y="595304"/>
                </a:lnTo>
                <a:lnTo>
                  <a:pt x="3071411" y="590856"/>
                </a:lnTo>
                <a:lnTo>
                  <a:pt x="3077040" y="589058"/>
                </a:lnTo>
                <a:lnTo>
                  <a:pt x="3081539" y="591530"/>
                </a:lnTo>
                <a:lnTo>
                  <a:pt x="3086078" y="593946"/>
                </a:lnTo>
                <a:lnTo>
                  <a:pt x="3087774" y="599576"/>
                </a:lnTo>
                <a:lnTo>
                  <a:pt x="3082983" y="608617"/>
                </a:lnTo>
                <a:lnTo>
                  <a:pt x="3077309" y="610366"/>
                </a:lnTo>
                <a:lnTo>
                  <a:pt x="3071889" y="607393"/>
                </a:lnTo>
                <a:lnTo>
                  <a:pt x="3071058" y="606800"/>
                </a:lnTo>
                <a:close/>
              </a:path>
              <a:path w="5142230" h="2300604">
                <a:moveTo>
                  <a:pt x="3747211" y="1495990"/>
                </a:moveTo>
                <a:lnTo>
                  <a:pt x="3743041" y="1491527"/>
                </a:lnTo>
                <a:lnTo>
                  <a:pt x="3740164" y="1487274"/>
                </a:lnTo>
                <a:lnTo>
                  <a:pt x="3741262" y="1481510"/>
                </a:lnTo>
                <a:lnTo>
                  <a:pt x="3749762" y="1475751"/>
                </a:lnTo>
                <a:lnTo>
                  <a:pt x="3755532" y="1476845"/>
                </a:lnTo>
                <a:lnTo>
                  <a:pt x="3761290" y="1485354"/>
                </a:lnTo>
                <a:lnTo>
                  <a:pt x="3760192" y="1491119"/>
                </a:lnTo>
                <a:lnTo>
                  <a:pt x="3755944" y="1494001"/>
                </a:lnTo>
                <a:lnTo>
                  <a:pt x="3752120" y="1496651"/>
                </a:lnTo>
                <a:lnTo>
                  <a:pt x="3747211" y="1495990"/>
                </a:lnTo>
                <a:close/>
              </a:path>
              <a:path w="5142230" h="2300604">
                <a:moveTo>
                  <a:pt x="3133244" y="642384"/>
                </a:moveTo>
                <a:lnTo>
                  <a:pt x="3129269" y="638129"/>
                </a:lnTo>
                <a:lnTo>
                  <a:pt x="3128678" y="633683"/>
                </a:lnTo>
                <a:lnTo>
                  <a:pt x="3130928" y="630029"/>
                </a:lnTo>
                <a:lnTo>
                  <a:pt x="3133582" y="625641"/>
                </a:lnTo>
                <a:lnTo>
                  <a:pt x="3139095" y="624306"/>
                </a:lnTo>
                <a:lnTo>
                  <a:pt x="3139244" y="624270"/>
                </a:lnTo>
                <a:lnTo>
                  <a:pt x="3148078" y="629622"/>
                </a:lnTo>
                <a:lnTo>
                  <a:pt x="3149395" y="635332"/>
                </a:lnTo>
                <a:lnTo>
                  <a:pt x="3144092" y="644121"/>
                </a:lnTo>
                <a:lnTo>
                  <a:pt x="3138337" y="645488"/>
                </a:lnTo>
                <a:lnTo>
                  <a:pt x="3133986" y="642787"/>
                </a:lnTo>
                <a:lnTo>
                  <a:pt x="3133244" y="642384"/>
                </a:lnTo>
                <a:close/>
              </a:path>
              <a:path w="5142230" h="2300604">
                <a:moveTo>
                  <a:pt x="3640115" y="1311460"/>
                </a:moveTo>
                <a:lnTo>
                  <a:pt x="3636794" y="1307906"/>
                </a:lnTo>
                <a:lnTo>
                  <a:pt x="3636300" y="1307181"/>
                </a:lnTo>
                <a:lnTo>
                  <a:pt x="3635855" y="1306409"/>
                </a:lnTo>
                <a:lnTo>
                  <a:pt x="3633556" y="1301800"/>
                </a:lnTo>
                <a:lnTo>
                  <a:pt x="3635304" y="1296240"/>
                </a:lnTo>
                <a:lnTo>
                  <a:pt x="3644481" y="1291502"/>
                </a:lnTo>
                <a:lnTo>
                  <a:pt x="3650031" y="1293339"/>
                </a:lnTo>
                <a:lnTo>
                  <a:pt x="3654730" y="1302473"/>
                </a:lnTo>
                <a:lnTo>
                  <a:pt x="3652981" y="1307932"/>
                </a:lnTo>
                <a:lnTo>
                  <a:pt x="3652934" y="1308077"/>
                </a:lnTo>
                <a:lnTo>
                  <a:pt x="3644620" y="1312374"/>
                </a:lnTo>
                <a:lnTo>
                  <a:pt x="3640115" y="1311460"/>
                </a:lnTo>
                <a:close/>
              </a:path>
              <a:path w="5142230" h="2300604">
                <a:moveTo>
                  <a:pt x="3833509" y="1608995"/>
                </a:moveTo>
                <a:lnTo>
                  <a:pt x="3829869" y="1605099"/>
                </a:lnTo>
                <a:lnTo>
                  <a:pt x="3826508" y="1601208"/>
                </a:lnTo>
                <a:lnTo>
                  <a:pt x="3826989" y="1595271"/>
                </a:lnTo>
                <a:lnTo>
                  <a:pt x="3830263" y="1592520"/>
                </a:lnTo>
                <a:lnTo>
                  <a:pt x="3834166" y="1589171"/>
                </a:lnTo>
                <a:lnTo>
                  <a:pt x="3834773" y="1588648"/>
                </a:lnTo>
                <a:lnTo>
                  <a:pt x="3840655" y="1589080"/>
                </a:lnTo>
                <a:lnTo>
                  <a:pt x="3843971" y="1593021"/>
                </a:lnTo>
                <a:lnTo>
                  <a:pt x="3847328" y="1596908"/>
                </a:lnTo>
                <a:lnTo>
                  <a:pt x="3846896" y="1602799"/>
                </a:lnTo>
                <a:lnTo>
                  <a:pt x="3843573" y="1605595"/>
                </a:lnTo>
                <a:lnTo>
                  <a:pt x="3839718" y="1608897"/>
                </a:lnTo>
                <a:lnTo>
                  <a:pt x="3839161" y="1609376"/>
                </a:lnTo>
                <a:lnTo>
                  <a:pt x="3833509" y="1608995"/>
                </a:lnTo>
                <a:close/>
              </a:path>
              <a:path w="5142230" h="2300604">
                <a:moveTo>
                  <a:pt x="3440137" y="936203"/>
                </a:moveTo>
                <a:lnTo>
                  <a:pt x="3435930" y="931699"/>
                </a:lnTo>
                <a:lnTo>
                  <a:pt x="3433101" y="927402"/>
                </a:lnTo>
                <a:lnTo>
                  <a:pt x="3434283" y="921632"/>
                </a:lnTo>
                <a:lnTo>
                  <a:pt x="3442836" y="916025"/>
                </a:lnTo>
                <a:lnTo>
                  <a:pt x="3448556" y="917165"/>
                </a:lnTo>
                <a:lnTo>
                  <a:pt x="3451475" y="921460"/>
                </a:lnTo>
                <a:lnTo>
                  <a:pt x="3454256" y="925710"/>
                </a:lnTo>
                <a:lnTo>
                  <a:pt x="3453119" y="931530"/>
                </a:lnTo>
                <a:lnTo>
                  <a:pt x="3448821" y="934358"/>
                </a:lnTo>
                <a:lnTo>
                  <a:pt x="3444960" y="936869"/>
                </a:lnTo>
                <a:lnTo>
                  <a:pt x="3440137" y="936203"/>
                </a:lnTo>
                <a:close/>
              </a:path>
              <a:path w="5142230" h="2300604">
                <a:moveTo>
                  <a:pt x="3608191" y="1247962"/>
                </a:moveTo>
                <a:lnTo>
                  <a:pt x="3604870" y="1244408"/>
                </a:lnTo>
                <a:lnTo>
                  <a:pt x="3604371" y="1243678"/>
                </a:lnTo>
                <a:lnTo>
                  <a:pt x="3601682" y="1238255"/>
                </a:lnTo>
                <a:lnTo>
                  <a:pt x="3603523" y="1232700"/>
                </a:lnTo>
                <a:lnTo>
                  <a:pt x="3612555" y="1228198"/>
                </a:lnTo>
                <a:lnTo>
                  <a:pt x="3612744" y="1228104"/>
                </a:lnTo>
                <a:lnTo>
                  <a:pt x="3618294" y="1230041"/>
                </a:lnTo>
                <a:lnTo>
                  <a:pt x="3622845" y="1239213"/>
                </a:lnTo>
                <a:lnTo>
                  <a:pt x="3620999" y="1244763"/>
                </a:lnTo>
                <a:lnTo>
                  <a:pt x="3612648" y="1248921"/>
                </a:lnTo>
                <a:lnTo>
                  <a:pt x="3608191" y="1247962"/>
                </a:lnTo>
                <a:close/>
              </a:path>
              <a:path w="5142230" h="2300604">
                <a:moveTo>
                  <a:pt x="3927834" y="1708990"/>
                </a:moveTo>
                <a:lnTo>
                  <a:pt x="3924092" y="1704984"/>
                </a:lnTo>
                <a:lnTo>
                  <a:pt x="3924145" y="1699470"/>
                </a:lnTo>
                <a:lnTo>
                  <a:pt x="3931192" y="1692156"/>
                </a:lnTo>
                <a:lnTo>
                  <a:pt x="3937049" y="1692072"/>
                </a:lnTo>
                <a:lnTo>
                  <a:pt x="3944454" y="1699217"/>
                </a:lnTo>
                <a:lnTo>
                  <a:pt x="3944484" y="1705114"/>
                </a:lnTo>
                <a:lnTo>
                  <a:pt x="3937389" y="1712474"/>
                </a:lnTo>
                <a:lnTo>
                  <a:pt x="3931483" y="1712603"/>
                </a:lnTo>
                <a:lnTo>
                  <a:pt x="3927834" y="1708990"/>
                </a:lnTo>
                <a:close/>
              </a:path>
              <a:path w="5142230" h="2300604">
                <a:moveTo>
                  <a:pt x="2876889" y="520644"/>
                </a:moveTo>
                <a:lnTo>
                  <a:pt x="2873610" y="517133"/>
                </a:lnTo>
                <a:lnTo>
                  <a:pt x="2872744" y="513467"/>
                </a:lnTo>
                <a:lnTo>
                  <a:pt x="2873993" y="510017"/>
                </a:lnTo>
                <a:lnTo>
                  <a:pt x="2875807" y="505209"/>
                </a:lnTo>
                <a:lnTo>
                  <a:pt x="2881182" y="502754"/>
                </a:lnTo>
                <a:lnTo>
                  <a:pt x="2890739" y="506336"/>
                </a:lnTo>
                <a:lnTo>
                  <a:pt x="2893244" y="511657"/>
                </a:lnTo>
                <a:lnTo>
                  <a:pt x="2891430" y="516465"/>
                </a:lnTo>
                <a:lnTo>
                  <a:pt x="2889661" y="521314"/>
                </a:lnTo>
                <a:lnTo>
                  <a:pt x="2884286" y="523769"/>
                </a:lnTo>
                <a:lnTo>
                  <a:pt x="2878091" y="521438"/>
                </a:lnTo>
                <a:lnTo>
                  <a:pt x="2876889" y="520644"/>
                </a:lnTo>
                <a:close/>
              </a:path>
              <a:path w="5142230" h="2300604">
                <a:moveTo>
                  <a:pt x="3477503" y="996244"/>
                </a:moveTo>
                <a:lnTo>
                  <a:pt x="3473664" y="992134"/>
                </a:lnTo>
                <a:lnTo>
                  <a:pt x="3473265" y="991512"/>
                </a:lnTo>
                <a:lnTo>
                  <a:pt x="3470678" y="987080"/>
                </a:lnTo>
                <a:lnTo>
                  <a:pt x="3472142" y="981412"/>
                </a:lnTo>
                <a:lnTo>
                  <a:pt x="3476578" y="978830"/>
                </a:lnTo>
                <a:lnTo>
                  <a:pt x="3480959" y="976189"/>
                </a:lnTo>
                <a:lnTo>
                  <a:pt x="3486670" y="977610"/>
                </a:lnTo>
                <a:lnTo>
                  <a:pt x="3491939" y="986477"/>
                </a:lnTo>
                <a:lnTo>
                  <a:pt x="3490427" y="992190"/>
                </a:lnTo>
                <a:lnTo>
                  <a:pt x="3486041" y="994826"/>
                </a:lnTo>
                <a:lnTo>
                  <a:pt x="3482185" y="997050"/>
                </a:lnTo>
                <a:lnTo>
                  <a:pt x="3477503" y="996244"/>
                </a:lnTo>
                <a:close/>
              </a:path>
              <a:path w="5142230" h="2300604">
                <a:moveTo>
                  <a:pt x="3399071" y="878464"/>
                </a:moveTo>
                <a:lnTo>
                  <a:pt x="3395245" y="874368"/>
                </a:lnTo>
                <a:lnTo>
                  <a:pt x="3392133" y="870253"/>
                </a:lnTo>
                <a:lnTo>
                  <a:pt x="3392894" y="864420"/>
                </a:lnTo>
                <a:lnTo>
                  <a:pt x="3401082" y="858232"/>
                </a:lnTo>
                <a:lnTo>
                  <a:pt x="3406915" y="859001"/>
                </a:lnTo>
                <a:lnTo>
                  <a:pt x="3410031" y="863121"/>
                </a:lnTo>
                <a:lnTo>
                  <a:pt x="3413148" y="867139"/>
                </a:lnTo>
                <a:lnTo>
                  <a:pt x="3412339" y="873018"/>
                </a:lnTo>
                <a:lnTo>
                  <a:pt x="3408268" y="876090"/>
                </a:lnTo>
                <a:lnTo>
                  <a:pt x="3404435" y="879022"/>
                </a:lnTo>
                <a:lnTo>
                  <a:pt x="3399071" y="878464"/>
                </a:lnTo>
                <a:close/>
              </a:path>
              <a:path w="5142230" h="2300604">
                <a:moveTo>
                  <a:pt x="3301747" y="769784"/>
                </a:moveTo>
                <a:lnTo>
                  <a:pt x="3298004" y="765777"/>
                </a:lnTo>
                <a:lnTo>
                  <a:pt x="3297963" y="760260"/>
                </a:lnTo>
                <a:lnTo>
                  <a:pt x="3301390" y="756694"/>
                </a:lnTo>
                <a:lnTo>
                  <a:pt x="3304913" y="752937"/>
                </a:lnTo>
                <a:lnTo>
                  <a:pt x="3310771" y="752761"/>
                </a:lnTo>
                <a:lnTo>
                  <a:pt x="3318274" y="759814"/>
                </a:lnTo>
                <a:lnTo>
                  <a:pt x="3318409" y="765723"/>
                </a:lnTo>
                <a:lnTo>
                  <a:pt x="3311398" y="773177"/>
                </a:lnTo>
                <a:lnTo>
                  <a:pt x="3305444" y="773351"/>
                </a:lnTo>
                <a:lnTo>
                  <a:pt x="3301747" y="769784"/>
                </a:lnTo>
                <a:close/>
              </a:path>
              <a:path w="5142230" h="2300604">
                <a:moveTo>
                  <a:pt x="3354194" y="823971"/>
                </a:moveTo>
                <a:lnTo>
                  <a:pt x="3350637" y="820162"/>
                </a:lnTo>
                <a:lnTo>
                  <a:pt x="3347231" y="816322"/>
                </a:lnTo>
                <a:lnTo>
                  <a:pt x="3347569" y="810427"/>
                </a:lnTo>
                <a:lnTo>
                  <a:pt x="3351369" y="806968"/>
                </a:lnTo>
                <a:lnTo>
                  <a:pt x="3354868" y="803874"/>
                </a:lnTo>
                <a:lnTo>
                  <a:pt x="3355220" y="803563"/>
                </a:lnTo>
                <a:lnTo>
                  <a:pt x="3361104" y="803901"/>
                </a:lnTo>
                <a:lnTo>
                  <a:pt x="3367924" y="811592"/>
                </a:lnTo>
                <a:lnTo>
                  <a:pt x="3367585" y="817488"/>
                </a:lnTo>
                <a:lnTo>
                  <a:pt x="3360243" y="823993"/>
                </a:lnTo>
                <a:lnTo>
                  <a:pt x="3359992" y="824216"/>
                </a:lnTo>
                <a:lnTo>
                  <a:pt x="3354194" y="823971"/>
                </a:lnTo>
                <a:close/>
              </a:path>
              <a:path w="5142230" h="2300604">
                <a:moveTo>
                  <a:pt x="2942859" y="546493"/>
                </a:moveTo>
                <a:lnTo>
                  <a:pt x="2939574" y="542978"/>
                </a:lnTo>
                <a:lnTo>
                  <a:pt x="2938763" y="539079"/>
                </a:lnTo>
                <a:lnTo>
                  <a:pt x="2940208" y="535638"/>
                </a:lnTo>
                <a:lnTo>
                  <a:pt x="2942162" y="530891"/>
                </a:lnTo>
                <a:lnTo>
                  <a:pt x="2947617" y="528616"/>
                </a:lnTo>
                <a:lnTo>
                  <a:pt x="2957111" y="532622"/>
                </a:lnTo>
                <a:lnTo>
                  <a:pt x="2959339" y="538038"/>
                </a:lnTo>
                <a:lnTo>
                  <a:pt x="2955424" y="547530"/>
                </a:lnTo>
                <a:lnTo>
                  <a:pt x="2949969" y="549805"/>
                </a:lnTo>
                <a:lnTo>
                  <a:pt x="2945225" y="547752"/>
                </a:lnTo>
                <a:lnTo>
                  <a:pt x="2943965" y="547286"/>
                </a:lnTo>
                <a:lnTo>
                  <a:pt x="2942859" y="546493"/>
                </a:lnTo>
                <a:close/>
              </a:path>
              <a:path w="5142230" h="2300604">
                <a:moveTo>
                  <a:pt x="2605477" y="438984"/>
                </a:moveTo>
                <a:lnTo>
                  <a:pt x="2602243" y="435522"/>
                </a:lnTo>
                <a:lnTo>
                  <a:pt x="2601285" y="432248"/>
                </a:lnTo>
                <a:lnTo>
                  <a:pt x="2602035" y="429141"/>
                </a:lnTo>
                <a:lnTo>
                  <a:pt x="2603292" y="424133"/>
                </a:lnTo>
                <a:lnTo>
                  <a:pt x="2604645" y="423333"/>
                </a:lnTo>
                <a:lnTo>
                  <a:pt x="2608469" y="421171"/>
                </a:lnTo>
                <a:lnTo>
                  <a:pt x="2618272" y="423552"/>
                </a:lnTo>
                <a:lnTo>
                  <a:pt x="2621362" y="428619"/>
                </a:lnTo>
                <a:lnTo>
                  <a:pt x="2620101" y="433623"/>
                </a:lnTo>
                <a:lnTo>
                  <a:pt x="2618893" y="438586"/>
                </a:lnTo>
                <a:lnTo>
                  <a:pt x="2613885" y="441630"/>
                </a:lnTo>
                <a:lnTo>
                  <a:pt x="2608876" y="440374"/>
                </a:lnTo>
                <a:lnTo>
                  <a:pt x="2607048" y="439981"/>
                </a:lnTo>
                <a:lnTo>
                  <a:pt x="2605477" y="438984"/>
                </a:lnTo>
                <a:close/>
              </a:path>
              <a:path w="5142230" h="2300604">
                <a:moveTo>
                  <a:pt x="3192366" y="680940"/>
                </a:moveTo>
                <a:lnTo>
                  <a:pt x="3188479" y="676780"/>
                </a:lnTo>
                <a:lnTo>
                  <a:pt x="3188043" y="672012"/>
                </a:lnTo>
                <a:lnTo>
                  <a:pt x="3193545" y="664124"/>
                </a:lnTo>
                <a:lnTo>
                  <a:pt x="3199387" y="663141"/>
                </a:lnTo>
                <a:lnTo>
                  <a:pt x="3207779" y="668998"/>
                </a:lnTo>
                <a:lnTo>
                  <a:pt x="3208814" y="674798"/>
                </a:lnTo>
                <a:lnTo>
                  <a:pt x="3202909" y="683235"/>
                </a:lnTo>
                <a:lnTo>
                  <a:pt x="3197109" y="684261"/>
                </a:lnTo>
                <a:lnTo>
                  <a:pt x="3192366" y="680940"/>
                </a:lnTo>
                <a:close/>
              </a:path>
              <a:path w="5142230" h="2300604">
                <a:moveTo>
                  <a:pt x="3248611" y="723261"/>
                </a:moveTo>
                <a:lnTo>
                  <a:pt x="3244871" y="719257"/>
                </a:lnTo>
                <a:lnTo>
                  <a:pt x="3244627" y="714108"/>
                </a:lnTo>
                <a:lnTo>
                  <a:pt x="3247629" y="710482"/>
                </a:lnTo>
                <a:lnTo>
                  <a:pt x="3250834" y="706483"/>
                </a:lnTo>
                <a:lnTo>
                  <a:pt x="3256660" y="705880"/>
                </a:lnTo>
                <a:lnTo>
                  <a:pt x="3260708" y="709139"/>
                </a:lnTo>
                <a:lnTo>
                  <a:pt x="3264658" y="712389"/>
                </a:lnTo>
                <a:lnTo>
                  <a:pt x="3265263" y="718215"/>
                </a:lnTo>
                <a:lnTo>
                  <a:pt x="3262053" y="722210"/>
                </a:lnTo>
                <a:lnTo>
                  <a:pt x="3258808" y="726163"/>
                </a:lnTo>
                <a:lnTo>
                  <a:pt x="3252932" y="726813"/>
                </a:lnTo>
                <a:lnTo>
                  <a:pt x="3248611" y="723261"/>
                </a:lnTo>
                <a:close/>
              </a:path>
              <a:path w="5142230" h="2300604">
                <a:moveTo>
                  <a:pt x="4716557" y="2300034"/>
                </a:moveTo>
                <a:lnTo>
                  <a:pt x="4716488" y="2299183"/>
                </a:lnTo>
                <a:lnTo>
                  <a:pt x="4722140" y="2291355"/>
                </a:lnTo>
                <a:lnTo>
                  <a:pt x="4727977" y="2290468"/>
                </a:lnTo>
                <a:lnTo>
                  <a:pt x="4736320" y="2296463"/>
                </a:lnTo>
                <a:lnTo>
                  <a:pt x="4736850" y="2299965"/>
                </a:lnTo>
                <a:lnTo>
                  <a:pt x="4730248" y="2300034"/>
                </a:lnTo>
                <a:lnTo>
                  <a:pt x="4716557" y="2300034"/>
                </a:lnTo>
                <a:close/>
              </a:path>
              <a:path w="5142230" h="2300604">
                <a:moveTo>
                  <a:pt x="4491117" y="2142188"/>
                </a:moveTo>
                <a:lnTo>
                  <a:pt x="4486770" y="2137535"/>
                </a:lnTo>
                <a:lnTo>
                  <a:pt x="4486384" y="2132821"/>
                </a:lnTo>
                <a:lnTo>
                  <a:pt x="4492033" y="2124989"/>
                </a:lnTo>
                <a:lnTo>
                  <a:pt x="4497826" y="2124050"/>
                </a:lnTo>
                <a:lnTo>
                  <a:pt x="4506166" y="2130048"/>
                </a:lnTo>
                <a:lnTo>
                  <a:pt x="4507099" y="2135933"/>
                </a:lnTo>
                <a:lnTo>
                  <a:pt x="4504130" y="2140086"/>
                </a:lnTo>
                <a:lnTo>
                  <a:pt x="4501056" y="2144227"/>
                </a:lnTo>
                <a:lnTo>
                  <a:pt x="4495264" y="2145163"/>
                </a:lnTo>
                <a:lnTo>
                  <a:pt x="4491117" y="2142188"/>
                </a:lnTo>
                <a:close/>
              </a:path>
              <a:path w="5142230" h="2300604">
                <a:moveTo>
                  <a:pt x="1908191" y="304448"/>
                </a:moveTo>
                <a:lnTo>
                  <a:pt x="1904911" y="300938"/>
                </a:lnTo>
                <a:lnTo>
                  <a:pt x="1903977" y="297884"/>
                </a:lnTo>
                <a:lnTo>
                  <a:pt x="1904600" y="294837"/>
                </a:lnTo>
                <a:lnTo>
                  <a:pt x="1905573" y="289819"/>
                </a:lnTo>
                <a:lnTo>
                  <a:pt x="1910498" y="286587"/>
                </a:lnTo>
                <a:lnTo>
                  <a:pt x="1915512" y="287556"/>
                </a:lnTo>
                <a:lnTo>
                  <a:pt x="1920581" y="288583"/>
                </a:lnTo>
                <a:lnTo>
                  <a:pt x="1923856" y="293458"/>
                </a:lnTo>
                <a:lnTo>
                  <a:pt x="1921817" y="303590"/>
                </a:lnTo>
                <a:lnTo>
                  <a:pt x="1916887" y="306817"/>
                </a:lnTo>
                <a:lnTo>
                  <a:pt x="1911873" y="305848"/>
                </a:lnTo>
                <a:lnTo>
                  <a:pt x="1909905" y="305404"/>
                </a:lnTo>
                <a:lnTo>
                  <a:pt x="1908191" y="304448"/>
                </a:lnTo>
                <a:close/>
              </a:path>
              <a:path w="5142230" h="2300604">
                <a:moveTo>
                  <a:pt x="3576794" y="1184347"/>
                </a:moveTo>
                <a:lnTo>
                  <a:pt x="3573464" y="1180782"/>
                </a:lnTo>
                <a:lnTo>
                  <a:pt x="3572929" y="1180013"/>
                </a:lnTo>
                <a:lnTo>
                  <a:pt x="3570235" y="1174586"/>
                </a:lnTo>
                <a:lnTo>
                  <a:pt x="3572124" y="1168986"/>
                </a:lnTo>
                <a:lnTo>
                  <a:pt x="3581108" y="1164528"/>
                </a:lnTo>
                <a:lnTo>
                  <a:pt x="3581297" y="1164434"/>
                </a:lnTo>
                <a:lnTo>
                  <a:pt x="3586893" y="1166320"/>
                </a:lnTo>
                <a:lnTo>
                  <a:pt x="3589197" y="1170934"/>
                </a:lnTo>
                <a:lnTo>
                  <a:pt x="3591444" y="1175592"/>
                </a:lnTo>
                <a:lnTo>
                  <a:pt x="3589559" y="1181096"/>
                </a:lnTo>
                <a:lnTo>
                  <a:pt x="3581202" y="1185251"/>
                </a:lnTo>
                <a:lnTo>
                  <a:pt x="3576794" y="1184347"/>
                </a:lnTo>
                <a:close/>
              </a:path>
              <a:path w="5142230" h="2300604">
                <a:moveTo>
                  <a:pt x="3881135" y="1661933"/>
                </a:moveTo>
                <a:lnTo>
                  <a:pt x="3874075" y="1654375"/>
                </a:lnTo>
                <a:lnTo>
                  <a:pt x="3874276" y="1648627"/>
                </a:lnTo>
                <a:lnTo>
                  <a:pt x="3881735" y="1641559"/>
                </a:lnTo>
                <a:lnTo>
                  <a:pt x="3887724" y="1641715"/>
                </a:lnTo>
                <a:lnTo>
                  <a:pt x="3894694" y="1649176"/>
                </a:lnTo>
                <a:lnTo>
                  <a:pt x="3894541" y="1655072"/>
                </a:lnTo>
                <a:lnTo>
                  <a:pt x="3887031" y="1662086"/>
                </a:lnTo>
                <a:lnTo>
                  <a:pt x="3881135" y="1661933"/>
                </a:lnTo>
                <a:close/>
              </a:path>
              <a:path w="5142230" h="2300604">
                <a:moveTo>
                  <a:pt x="4548166" y="2183412"/>
                </a:moveTo>
                <a:lnTo>
                  <a:pt x="4544281" y="2179253"/>
                </a:lnTo>
                <a:lnTo>
                  <a:pt x="4543890" y="2174440"/>
                </a:lnTo>
                <a:lnTo>
                  <a:pt x="4546565" y="2170754"/>
                </a:lnTo>
                <a:lnTo>
                  <a:pt x="4549539" y="2166606"/>
                </a:lnTo>
                <a:lnTo>
                  <a:pt x="4555380" y="2165624"/>
                </a:lnTo>
                <a:lnTo>
                  <a:pt x="4559525" y="2168692"/>
                </a:lnTo>
                <a:lnTo>
                  <a:pt x="4563713" y="2171710"/>
                </a:lnTo>
                <a:lnTo>
                  <a:pt x="4564652" y="2177507"/>
                </a:lnTo>
                <a:lnTo>
                  <a:pt x="4561626" y="2181694"/>
                </a:lnTo>
                <a:lnTo>
                  <a:pt x="4558612" y="2185798"/>
                </a:lnTo>
                <a:lnTo>
                  <a:pt x="4552820" y="2186734"/>
                </a:lnTo>
                <a:lnTo>
                  <a:pt x="4548166" y="2183412"/>
                </a:lnTo>
                <a:close/>
              </a:path>
              <a:path w="5142230" h="2300604">
                <a:moveTo>
                  <a:pt x="3512285" y="1058008"/>
                </a:moveTo>
                <a:lnTo>
                  <a:pt x="3508348" y="1053794"/>
                </a:lnTo>
                <a:lnTo>
                  <a:pt x="3507996" y="1053026"/>
                </a:lnTo>
                <a:lnTo>
                  <a:pt x="3505552" y="1048553"/>
                </a:lnTo>
                <a:lnTo>
                  <a:pt x="3507202" y="1042893"/>
                </a:lnTo>
                <a:lnTo>
                  <a:pt x="3511775" y="1040457"/>
                </a:lnTo>
                <a:lnTo>
                  <a:pt x="3516250" y="1038011"/>
                </a:lnTo>
                <a:lnTo>
                  <a:pt x="3521904" y="1039669"/>
                </a:lnTo>
                <a:lnTo>
                  <a:pt x="3526791" y="1048709"/>
                </a:lnTo>
                <a:lnTo>
                  <a:pt x="3525130" y="1054361"/>
                </a:lnTo>
                <a:lnTo>
                  <a:pt x="3520566" y="1056807"/>
                </a:lnTo>
                <a:lnTo>
                  <a:pt x="3516766" y="1058896"/>
                </a:lnTo>
                <a:lnTo>
                  <a:pt x="3512285" y="1058008"/>
                </a:lnTo>
                <a:close/>
              </a:path>
              <a:path w="5142230" h="2300604">
                <a:moveTo>
                  <a:pt x="4144928" y="1892608"/>
                </a:moveTo>
                <a:lnTo>
                  <a:pt x="4141197" y="1888615"/>
                </a:lnTo>
                <a:lnTo>
                  <a:pt x="4140850" y="1883552"/>
                </a:lnTo>
                <a:lnTo>
                  <a:pt x="4143616" y="1879964"/>
                </a:lnTo>
                <a:lnTo>
                  <a:pt x="4146684" y="1875819"/>
                </a:lnTo>
                <a:lnTo>
                  <a:pt x="4152517" y="1875027"/>
                </a:lnTo>
                <a:lnTo>
                  <a:pt x="4156612" y="1878142"/>
                </a:lnTo>
                <a:lnTo>
                  <a:pt x="4160753" y="1881204"/>
                </a:lnTo>
                <a:lnTo>
                  <a:pt x="4161551" y="1887042"/>
                </a:lnTo>
                <a:lnTo>
                  <a:pt x="4155324" y="1895233"/>
                </a:lnTo>
                <a:lnTo>
                  <a:pt x="4149490" y="1896026"/>
                </a:lnTo>
                <a:lnTo>
                  <a:pt x="4145390" y="1892907"/>
                </a:lnTo>
                <a:lnTo>
                  <a:pt x="4144928" y="1892608"/>
                </a:lnTo>
                <a:close/>
              </a:path>
              <a:path w="5142230" h="2300604">
                <a:moveTo>
                  <a:pt x="1977933" y="317916"/>
                </a:moveTo>
                <a:lnTo>
                  <a:pt x="1974695" y="314450"/>
                </a:lnTo>
                <a:lnTo>
                  <a:pt x="1973757" y="311491"/>
                </a:lnTo>
                <a:lnTo>
                  <a:pt x="1974290" y="308445"/>
                </a:lnTo>
                <a:lnTo>
                  <a:pt x="1975218" y="303378"/>
                </a:lnTo>
                <a:lnTo>
                  <a:pt x="1980098" y="300098"/>
                </a:lnTo>
                <a:lnTo>
                  <a:pt x="1990232" y="301953"/>
                </a:lnTo>
                <a:lnTo>
                  <a:pt x="1993561" y="306788"/>
                </a:lnTo>
                <a:lnTo>
                  <a:pt x="1991606" y="316914"/>
                </a:lnTo>
                <a:lnTo>
                  <a:pt x="1986776" y="320247"/>
                </a:lnTo>
                <a:lnTo>
                  <a:pt x="1981754" y="319269"/>
                </a:lnTo>
                <a:lnTo>
                  <a:pt x="1979688" y="318916"/>
                </a:lnTo>
                <a:lnTo>
                  <a:pt x="1977933" y="317916"/>
                </a:lnTo>
                <a:close/>
              </a:path>
              <a:path w="5142230" h="2300604">
                <a:moveTo>
                  <a:pt x="2809941" y="497260"/>
                </a:moveTo>
                <a:lnTo>
                  <a:pt x="2806657" y="493745"/>
                </a:lnTo>
                <a:lnTo>
                  <a:pt x="2805787" y="490174"/>
                </a:lnTo>
                <a:lnTo>
                  <a:pt x="2808478" y="482107"/>
                </a:lnTo>
                <a:lnTo>
                  <a:pt x="2808526" y="481963"/>
                </a:lnTo>
                <a:lnTo>
                  <a:pt x="2813761" y="479356"/>
                </a:lnTo>
                <a:lnTo>
                  <a:pt x="2823514" y="482563"/>
                </a:lnTo>
                <a:lnTo>
                  <a:pt x="2826167" y="487847"/>
                </a:lnTo>
                <a:lnTo>
                  <a:pt x="2822957" y="497411"/>
                </a:lnTo>
                <a:lnTo>
                  <a:pt x="2822909" y="497555"/>
                </a:lnTo>
                <a:lnTo>
                  <a:pt x="2817626" y="500208"/>
                </a:lnTo>
                <a:lnTo>
                  <a:pt x="2812774" y="498631"/>
                </a:lnTo>
                <a:lnTo>
                  <a:pt x="2811281" y="498108"/>
                </a:lnTo>
                <a:lnTo>
                  <a:pt x="2809941" y="497260"/>
                </a:lnTo>
                <a:close/>
              </a:path>
              <a:path w="5142230" h="2300604">
                <a:moveTo>
                  <a:pt x="4433113" y="2100232"/>
                </a:moveTo>
                <a:lnTo>
                  <a:pt x="4429226" y="2096071"/>
                </a:lnTo>
                <a:lnTo>
                  <a:pt x="4428840" y="2091258"/>
                </a:lnTo>
                <a:lnTo>
                  <a:pt x="4434441" y="2083469"/>
                </a:lnTo>
                <a:lnTo>
                  <a:pt x="4440280" y="2082489"/>
                </a:lnTo>
                <a:lnTo>
                  <a:pt x="4448622" y="2088484"/>
                </a:lnTo>
                <a:lnTo>
                  <a:pt x="4449552" y="2094271"/>
                </a:lnTo>
                <a:lnTo>
                  <a:pt x="4443562" y="2102616"/>
                </a:lnTo>
                <a:lnTo>
                  <a:pt x="4437768" y="2103554"/>
                </a:lnTo>
                <a:lnTo>
                  <a:pt x="4433113" y="2100232"/>
                </a:lnTo>
                <a:close/>
              </a:path>
              <a:path w="5142230" h="2300604">
                <a:moveTo>
                  <a:pt x="2047841" y="330682"/>
                </a:moveTo>
                <a:lnTo>
                  <a:pt x="2044607" y="327220"/>
                </a:lnTo>
                <a:lnTo>
                  <a:pt x="2043669" y="324261"/>
                </a:lnTo>
                <a:lnTo>
                  <a:pt x="2044149" y="321256"/>
                </a:lnTo>
                <a:lnTo>
                  <a:pt x="2045077" y="316189"/>
                </a:lnTo>
                <a:lnTo>
                  <a:pt x="2049907" y="312855"/>
                </a:lnTo>
                <a:lnTo>
                  <a:pt x="2059995" y="314662"/>
                </a:lnTo>
                <a:lnTo>
                  <a:pt x="2063377" y="319456"/>
                </a:lnTo>
                <a:lnTo>
                  <a:pt x="2062445" y="324518"/>
                </a:lnTo>
                <a:lnTo>
                  <a:pt x="2061566" y="329539"/>
                </a:lnTo>
                <a:lnTo>
                  <a:pt x="2056733" y="332968"/>
                </a:lnTo>
                <a:lnTo>
                  <a:pt x="2051666" y="332040"/>
                </a:lnTo>
                <a:lnTo>
                  <a:pt x="2049601" y="331686"/>
                </a:lnTo>
                <a:lnTo>
                  <a:pt x="2047841" y="330682"/>
                </a:lnTo>
                <a:close/>
              </a:path>
              <a:path w="5142230" h="2300604">
                <a:moveTo>
                  <a:pt x="2688005" y="412476"/>
                </a:moveTo>
                <a:lnTo>
                  <a:pt x="2684907" y="409160"/>
                </a:lnTo>
                <a:lnTo>
                  <a:pt x="2683976" y="406012"/>
                </a:lnTo>
                <a:lnTo>
                  <a:pt x="2686129" y="398249"/>
                </a:lnTo>
                <a:lnTo>
                  <a:pt x="2690992" y="395440"/>
                </a:lnTo>
                <a:lnTo>
                  <a:pt x="2700441" y="398028"/>
                </a:lnTo>
                <a:lnTo>
                  <a:pt x="2703249" y="402892"/>
                </a:lnTo>
                <a:lnTo>
                  <a:pt x="2700662" y="412340"/>
                </a:lnTo>
                <a:lnTo>
                  <a:pt x="2695798" y="415149"/>
                </a:lnTo>
                <a:lnTo>
                  <a:pt x="2689436" y="413421"/>
                </a:lnTo>
                <a:lnTo>
                  <a:pt x="2688005" y="412476"/>
                </a:lnTo>
                <a:close/>
              </a:path>
              <a:path w="5142230" h="2300604">
                <a:moveTo>
                  <a:pt x="4947476" y="2166413"/>
                </a:moveTo>
                <a:lnTo>
                  <a:pt x="4943726" y="2162399"/>
                </a:lnTo>
                <a:lnTo>
                  <a:pt x="4943224" y="2158049"/>
                </a:lnTo>
                <a:lnTo>
                  <a:pt x="4945256" y="2154946"/>
                </a:lnTo>
                <a:lnTo>
                  <a:pt x="4947897" y="2150833"/>
                </a:lnTo>
                <a:lnTo>
                  <a:pt x="4948156" y="2150428"/>
                </a:lnTo>
                <a:lnTo>
                  <a:pt x="4953631" y="2149249"/>
                </a:lnTo>
                <a:lnTo>
                  <a:pt x="4961854" y="2154533"/>
                </a:lnTo>
                <a:lnTo>
                  <a:pt x="4963077" y="2160048"/>
                </a:lnTo>
                <a:lnTo>
                  <a:pt x="4960649" y="2163800"/>
                </a:lnTo>
                <a:lnTo>
                  <a:pt x="4957969" y="2167871"/>
                </a:lnTo>
                <a:lnTo>
                  <a:pt x="4957705" y="2168271"/>
                </a:lnTo>
                <a:lnTo>
                  <a:pt x="4952230" y="2169450"/>
                </a:lnTo>
                <a:lnTo>
                  <a:pt x="4948120" y="2166807"/>
                </a:lnTo>
                <a:lnTo>
                  <a:pt x="4947476" y="2166413"/>
                </a:lnTo>
                <a:close/>
              </a:path>
              <a:path w="5142230" h="2300604">
                <a:moveTo>
                  <a:pt x="4827703" y="2088829"/>
                </a:moveTo>
                <a:lnTo>
                  <a:pt x="4824515" y="2085416"/>
                </a:lnTo>
                <a:lnTo>
                  <a:pt x="4824052" y="2080917"/>
                </a:lnTo>
                <a:lnTo>
                  <a:pt x="4828677" y="2073744"/>
                </a:lnTo>
                <a:lnTo>
                  <a:pt x="4828937" y="2073341"/>
                </a:lnTo>
                <a:lnTo>
                  <a:pt x="4834403" y="2072152"/>
                </a:lnTo>
                <a:lnTo>
                  <a:pt x="4842626" y="2077437"/>
                </a:lnTo>
                <a:lnTo>
                  <a:pt x="4843858" y="2082961"/>
                </a:lnTo>
                <a:lnTo>
                  <a:pt x="4841430" y="2086713"/>
                </a:lnTo>
                <a:lnTo>
                  <a:pt x="4838477" y="2091175"/>
                </a:lnTo>
                <a:lnTo>
                  <a:pt x="4833011" y="2092363"/>
                </a:lnTo>
                <a:lnTo>
                  <a:pt x="4828898" y="2089722"/>
                </a:lnTo>
                <a:lnTo>
                  <a:pt x="4827703" y="2088829"/>
                </a:lnTo>
                <a:close/>
              </a:path>
              <a:path w="5142230" h="2300604">
                <a:moveTo>
                  <a:pt x="4170867" y="1668680"/>
                </a:moveTo>
                <a:lnTo>
                  <a:pt x="4166695" y="1664213"/>
                </a:lnTo>
                <a:lnTo>
                  <a:pt x="4166266" y="1659746"/>
                </a:lnTo>
                <a:lnTo>
                  <a:pt x="4168791" y="1656292"/>
                </a:lnTo>
                <a:lnTo>
                  <a:pt x="4171613" y="1652277"/>
                </a:lnTo>
                <a:lnTo>
                  <a:pt x="4177122" y="1651331"/>
                </a:lnTo>
                <a:lnTo>
                  <a:pt x="4185148" y="1656992"/>
                </a:lnTo>
                <a:lnTo>
                  <a:pt x="4186094" y="1662500"/>
                </a:lnTo>
                <a:lnTo>
                  <a:pt x="4180439" y="1670522"/>
                </a:lnTo>
                <a:lnTo>
                  <a:pt x="4174882" y="1671512"/>
                </a:lnTo>
                <a:lnTo>
                  <a:pt x="4170867" y="1668680"/>
                </a:lnTo>
                <a:close/>
              </a:path>
              <a:path w="5142230" h="2300604">
                <a:moveTo>
                  <a:pt x="4887888" y="2127845"/>
                </a:moveTo>
                <a:lnTo>
                  <a:pt x="4884133" y="2123826"/>
                </a:lnTo>
                <a:lnTo>
                  <a:pt x="4883636" y="2119481"/>
                </a:lnTo>
                <a:lnTo>
                  <a:pt x="4888312" y="2112267"/>
                </a:lnTo>
                <a:lnTo>
                  <a:pt x="4888573" y="2111865"/>
                </a:lnTo>
                <a:lnTo>
                  <a:pt x="4894043" y="2110681"/>
                </a:lnTo>
                <a:lnTo>
                  <a:pt x="4902266" y="2115965"/>
                </a:lnTo>
                <a:lnTo>
                  <a:pt x="4903442" y="2121524"/>
                </a:lnTo>
                <a:lnTo>
                  <a:pt x="4901063" y="2125236"/>
                </a:lnTo>
                <a:lnTo>
                  <a:pt x="4898117" y="2129703"/>
                </a:lnTo>
                <a:lnTo>
                  <a:pt x="4892599" y="2130931"/>
                </a:lnTo>
                <a:lnTo>
                  <a:pt x="4888532" y="2128238"/>
                </a:lnTo>
                <a:lnTo>
                  <a:pt x="4887888" y="2127845"/>
                </a:lnTo>
                <a:close/>
              </a:path>
              <a:path w="5142230" h="2300604">
                <a:moveTo>
                  <a:pt x="4648835" y="1974774"/>
                </a:moveTo>
                <a:lnTo>
                  <a:pt x="4645039" y="1970711"/>
                </a:lnTo>
                <a:lnTo>
                  <a:pt x="4644536" y="1966455"/>
                </a:lnTo>
                <a:lnTo>
                  <a:pt x="4646611" y="1963105"/>
                </a:lnTo>
                <a:lnTo>
                  <a:pt x="4649166" y="1958902"/>
                </a:lnTo>
                <a:lnTo>
                  <a:pt x="4654757" y="1957555"/>
                </a:lnTo>
                <a:lnTo>
                  <a:pt x="4663077" y="1962749"/>
                </a:lnTo>
                <a:lnTo>
                  <a:pt x="4664305" y="1968167"/>
                </a:lnTo>
                <a:lnTo>
                  <a:pt x="4661830" y="1972263"/>
                </a:lnTo>
                <a:lnTo>
                  <a:pt x="4659187" y="1976372"/>
                </a:lnTo>
                <a:lnTo>
                  <a:pt x="4653640" y="1977765"/>
                </a:lnTo>
                <a:lnTo>
                  <a:pt x="4648835" y="1974774"/>
                </a:lnTo>
                <a:close/>
              </a:path>
              <a:path w="5142230" h="2300604">
                <a:moveTo>
                  <a:pt x="2956107" y="503885"/>
                </a:moveTo>
                <a:lnTo>
                  <a:pt x="2952968" y="500525"/>
                </a:lnTo>
                <a:lnTo>
                  <a:pt x="2952242" y="496812"/>
                </a:lnTo>
                <a:lnTo>
                  <a:pt x="2953682" y="493466"/>
                </a:lnTo>
                <a:lnTo>
                  <a:pt x="2955582" y="488952"/>
                </a:lnTo>
                <a:lnTo>
                  <a:pt x="2960751" y="486863"/>
                </a:lnTo>
                <a:lnTo>
                  <a:pt x="2969822" y="490707"/>
                </a:lnTo>
                <a:lnTo>
                  <a:pt x="2971800" y="495756"/>
                </a:lnTo>
                <a:lnTo>
                  <a:pt x="2969963" y="500437"/>
                </a:lnTo>
                <a:lnTo>
                  <a:pt x="2968017" y="504903"/>
                </a:lnTo>
                <a:lnTo>
                  <a:pt x="2962851" y="506999"/>
                </a:lnTo>
                <a:lnTo>
                  <a:pt x="2958337" y="505097"/>
                </a:lnTo>
                <a:lnTo>
                  <a:pt x="2957172" y="504633"/>
                </a:lnTo>
                <a:lnTo>
                  <a:pt x="2956107" y="503885"/>
                </a:lnTo>
                <a:close/>
              </a:path>
              <a:path w="5142230" h="2300604">
                <a:moveTo>
                  <a:pt x="3083755" y="565262"/>
                </a:moveTo>
                <a:lnTo>
                  <a:pt x="3080562" y="561844"/>
                </a:lnTo>
                <a:lnTo>
                  <a:pt x="3079905" y="557719"/>
                </a:lnTo>
                <a:lnTo>
                  <a:pt x="3084180" y="549981"/>
                </a:lnTo>
                <a:lnTo>
                  <a:pt x="3089523" y="548369"/>
                </a:lnTo>
                <a:lnTo>
                  <a:pt x="3098138" y="553096"/>
                </a:lnTo>
                <a:lnTo>
                  <a:pt x="3099750" y="558438"/>
                </a:lnTo>
                <a:lnTo>
                  <a:pt x="3095019" y="567058"/>
                </a:lnTo>
                <a:lnTo>
                  <a:pt x="3089631" y="568622"/>
                </a:lnTo>
                <a:lnTo>
                  <a:pt x="3085371" y="566309"/>
                </a:lnTo>
                <a:lnTo>
                  <a:pt x="3084486" y="565849"/>
                </a:lnTo>
                <a:lnTo>
                  <a:pt x="3083755" y="565262"/>
                </a:lnTo>
                <a:close/>
              </a:path>
              <a:path w="5142230" h="2300604">
                <a:moveTo>
                  <a:pt x="4228795" y="1708798"/>
                </a:moveTo>
                <a:lnTo>
                  <a:pt x="4225098" y="1704840"/>
                </a:lnTo>
                <a:lnTo>
                  <a:pt x="4224651" y="1700352"/>
                </a:lnTo>
                <a:lnTo>
                  <a:pt x="4227032" y="1696840"/>
                </a:lnTo>
                <a:lnTo>
                  <a:pt x="4229767" y="1692733"/>
                </a:lnTo>
                <a:lnTo>
                  <a:pt x="4235327" y="1691739"/>
                </a:lnTo>
                <a:lnTo>
                  <a:pt x="4243404" y="1697260"/>
                </a:lnTo>
                <a:lnTo>
                  <a:pt x="4244443" y="1702773"/>
                </a:lnTo>
                <a:lnTo>
                  <a:pt x="4238925" y="1710841"/>
                </a:lnTo>
                <a:lnTo>
                  <a:pt x="4233463" y="1711934"/>
                </a:lnTo>
                <a:lnTo>
                  <a:pt x="4229403" y="1709153"/>
                </a:lnTo>
                <a:lnTo>
                  <a:pt x="4228795" y="1708798"/>
                </a:lnTo>
                <a:close/>
              </a:path>
              <a:path w="5142230" h="2300604">
                <a:moveTo>
                  <a:pt x="4768660" y="2050748"/>
                </a:moveTo>
                <a:lnTo>
                  <a:pt x="4764869" y="2046690"/>
                </a:lnTo>
                <a:lnTo>
                  <a:pt x="4764372" y="2042345"/>
                </a:lnTo>
                <a:lnTo>
                  <a:pt x="4766396" y="2039233"/>
                </a:lnTo>
                <a:lnTo>
                  <a:pt x="4769081" y="2035167"/>
                </a:lnTo>
                <a:lnTo>
                  <a:pt x="4769345" y="2034768"/>
                </a:lnTo>
                <a:lnTo>
                  <a:pt x="4774815" y="2033584"/>
                </a:lnTo>
                <a:lnTo>
                  <a:pt x="4783043" y="2038873"/>
                </a:lnTo>
                <a:lnTo>
                  <a:pt x="4784222" y="2044437"/>
                </a:lnTo>
                <a:lnTo>
                  <a:pt x="4781795" y="2048096"/>
                </a:lnTo>
                <a:lnTo>
                  <a:pt x="4779149" y="2052202"/>
                </a:lnTo>
                <a:lnTo>
                  <a:pt x="4778889" y="2052607"/>
                </a:lnTo>
                <a:lnTo>
                  <a:pt x="4773418" y="2053790"/>
                </a:lnTo>
                <a:lnTo>
                  <a:pt x="4769308" y="2051147"/>
                </a:lnTo>
                <a:lnTo>
                  <a:pt x="4768660" y="2050748"/>
                </a:lnTo>
                <a:close/>
              </a:path>
              <a:path w="5142230" h="2300604">
                <a:moveTo>
                  <a:pt x="5006515" y="2204489"/>
                </a:moveTo>
                <a:lnTo>
                  <a:pt x="5003327" y="2201076"/>
                </a:lnTo>
                <a:lnTo>
                  <a:pt x="5002864" y="2196577"/>
                </a:lnTo>
                <a:lnTo>
                  <a:pt x="5007525" y="2189348"/>
                </a:lnTo>
                <a:lnTo>
                  <a:pt x="5007749" y="2189001"/>
                </a:lnTo>
                <a:lnTo>
                  <a:pt x="5013263" y="2187767"/>
                </a:lnTo>
                <a:lnTo>
                  <a:pt x="5017325" y="2190456"/>
                </a:lnTo>
                <a:lnTo>
                  <a:pt x="5021438" y="2193097"/>
                </a:lnTo>
                <a:lnTo>
                  <a:pt x="5022670" y="2198621"/>
                </a:lnTo>
                <a:lnTo>
                  <a:pt x="5020247" y="2202380"/>
                </a:lnTo>
                <a:lnTo>
                  <a:pt x="5017336" y="2206790"/>
                </a:lnTo>
                <a:lnTo>
                  <a:pt x="5011822" y="2208023"/>
                </a:lnTo>
                <a:lnTo>
                  <a:pt x="5007710" y="2205382"/>
                </a:lnTo>
                <a:lnTo>
                  <a:pt x="5006515" y="2204489"/>
                </a:lnTo>
                <a:close/>
              </a:path>
              <a:path w="5142230" h="2300604">
                <a:moveTo>
                  <a:pt x="2890391" y="477524"/>
                </a:moveTo>
                <a:lnTo>
                  <a:pt x="2887248" y="474159"/>
                </a:lnTo>
                <a:lnTo>
                  <a:pt x="2886429" y="470642"/>
                </a:lnTo>
                <a:lnTo>
                  <a:pt x="2887674" y="467379"/>
                </a:lnTo>
                <a:lnTo>
                  <a:pt x="2889388" y="462765"/>
                </a:lnTo>
                <a:lnTo>
                  <a:pt x="2894520" y="460436"/>
                </a:lnTo>
                <a:lnTo>
                  <a:pt x="2899081" y="462192"/>
                </a:lnTo>
                <a:lnTo>
                  <a:pt x="2903701" y="463912"/>
                </a:lnTo>
                <a:lnTo>
                  <a:pt x="2906028" y="469043"/>
                </a:lnTo>
                <a:lnTo>
                  <a:pt x="2904308" y="473654"/>
                </a:lnTo>
                <a:lnTo>
                  <a:pt x="2902554" y="478224"/>
                </a:lnTo>
                <a:lnTo>
                  <a:pt x="2897421" y="480553"/>
                </a:lnTo>
                <a:lnTo>
                  <a:pt x="2892856" y="478791"/>
                </a:lnTo>
                <a:lnTo>
                  <a:pt x="2891502" y="478321"/>
                </a:lnTo>
                <a:lnTo>
                  <a:pt x="2890391" y="477524"/>
                </a:lnTo>
                <a:close/>
              </a:path>
              <a:path w="5142230" h="2300604">
                <a:moveTo>
                  <a:pt x="4287885" y="1748298"/>
                </a:moveTo>
                <a:lnTo>
                  <a:pt x="4284136" y="1744285"/>
                </a:lnTo>
                <a:lnTo>
                  <a:pt x="4283685" y="1739894"/>
                </a:lnTo>
                <a:lnTo>
                  <a:pt x="4285978" y="1736382"/>
                </a:lnTo>
                <a:lnTo>
                  <a:pt x="4288666" y="1732319"/>
                </a:lnTo>
                <a:lnTo>
                  <a:pt x="4294179" y="1731186"/>
                </a:lnTo>
                <a:lnTo>
                  <a:pt x="4302352" y="1736609"/>
                </a:lnTo>
                <a:lnTo>
                  <a:pt x="4303489" y="1742030"/>
                </a:lnTo>
                <a:lnTo>
                  <a:pt x="4300792" y="1746183"/>
                </a:lnTo>
                <a:lnTo>
                  <a:pt x="4298105" y="1750246"/>
                </a:lnTo>
                <a:lnTo>
                  <a:pt x="4292596" y="1751384"/>
                </a:lnTo>
                <a:lnTo>
                  <a:pt x="4288533" y="1748696"/>
                </a:lnTo>
                <a:lnTo>
                  <a:pt x="4287885" y="1748298"/>
                </a:lnTo>
                <a:close/>
              </a:path>
              <a:path w="5142230" h="2300604">
                <a:moveTo>
                  <a:pt x="3020695" y="533043"/>
                </a:moveTo>
                <a:lnTo>
                  <a:pt x="3017552" y="529678"/>
                </a:lnTo>
                <a:lnTo>
                  <a:pt x="3016788" y="525735"/>
                </a:lnTo>
                <a:lnTo>
                  <a:pt x="3018461" y="522346"/>
                </a:lnTo>
                <a:lnTo>
                  <a:pt x="3020543" y="517926"/>
                </a:lnTo>
                <a:lnTo>
                  <a:pt x="3025851" y="516082"/>
                </a:lnTo>
                <a:lnTo>
                  <a:pt x="3034719" y="520297"/>
                </a:lnTo>
                <a:lnTo>
                  <a:pt x="3036574" y="525605"/>
                </a:lnTo>
                <a:lnTo>
                  <a:pt x="3032308" y="534430"/>
                </a:lnTo>
                <a:lnTo>
                  <a:pt x="3027004" y="536280"/>
                </a:lnTo>
                <a:lnTo>
                  <a:pt x="3022586" y="534189"/>
                </a:lnTo>
                <a:lnTo>
                  <a:pt x="3021564" y="533682"/>
                </a:lnTo>
                <a:lnTo>
                  <a:pt x="3020695" y="533043"/>
                </a:lnTo>
                <a:close/>
              </a:path>
              <a:path w="5142230" h="2300604">
                <a:moveTo>
                  <a:pt x="4113181" y="1626965"/>
                </a:moveTo>
                <a:lnTo>
                  <a:pt x="4109105" y="1622601"/>
                </a:lnTo>
                <a:lnTo>
                  <a:pt x="4108767" y="1618040"/>
                </a:lnTo>
                <a:lnTo>
                  <a:pt x="4111342" y="1614539"/>
                </a:lnTo>
                <a:lnTo>
                  <a:pt x="4114214" y="1610578"/>
                </a:lnTo>
                <a:lnTo>
                  <a:pt x="4119762" y="1609769"/>
                </a:lnTo>
                <a:lnTo>
                  <a:pt x="4123723" y="1612643"/>
                </a:lnTo>
                <a:lnTo>
                  <a:pt x="4127688" y="1615613"/>
                </a:lnTo>
                <a:lnTo>
                  <a:pt x="4128491" y="1621164"/>
                </a:lnTo>
                <a:lnTo>
                  <a:pt x="4125571" y="1625079"/>
                </a:lnTo>
                <a:lnTo>
                  <a:pt x="4122697" y="1629042"/>
                </a:lnTo>
                <a:lnTo>
                  <a:pt x="4117094" y="1629884"/>
                </a:lnTo>
                <a:lnTo>
                  <a:pt x="4113181" y="1626965"/>
                </a:lnTo>
                <a:close/>
              </a:path>
              <a:path w="5142230" h="2300604">
                <a:moveTo>
                  <a:pt x="2756116" y="432115"/>
                </a:moveTo>
                <a:lnTo>
                  <a:pt x="2753023" y="428804"/>
                </a:lnTo>
                <a:lnTo>
                  <a:pt x="2752144" y="425517"/>
                </a:lnTo>
                <a:lnTo>
                  <a:pt x="2753102" y="422339"/>
                </a:lnTo>
                <a:lnTo>
                  <a:pt x="2754534" y="417714"/>
                </a:lnTo>
                <a:lnTo>
                  <a:pt x="2759489" y="415003"/>
                </a:lnTo>
                <a:lnTo>
                  <a:pt x="2764159" y="416484"/>
                </a:lnTo>
                <a:lnTo>
                  <a:pt x="2768833" y="417871"/>
                </a:lnTo>
                <a:lnTo>
                  <a:pt x="2771495" y="422871"/>
                </a:lnTo>
                <a:lnTo>
                  <a:pt x="2770109" y="427545"/>
                </a:lnTo>
                <a:lnTo>
                  <a:pt x="2768623" y="432211"/>
                </a:lnTo>
                <a:lnTo>
                  <a:pt x="2763722" y="434881"/>
                </a:lnTo>
                <a:lnTo>
                  <a:pt x="2757456" y="432963"/>
                </a:lnTo>
                <a:lnTo>
                  <a:pt x="2756116" y="432115"/>
                </a:lnTo>
                <a:close/>
              </a:path>
              <a:path w="5142230" h="2300604">
                <a:moveTo>
                  <a:pt x="2823645" y="453677"/>
                </a:moveTo>
                <a:lnTo>
                  <a:pt x="2820553" y="450366"/>
                </a:lnTo>
                <a:lnTo>
                  <a:pt x="2819676" y="446985"/>
                </a:lnTo>
                <a:lnTo>
                  <a:pt x="2822353" y="439097"/>
                </a:lnTo>
                <a:lnTo>
                  <a:pt x="2827348" y="436622"/>
                </a:lnTo>
                <a:lnTo>
                  <a:pt x="2836682" y="439774"/>
                </a:lnTo>
                <a:lnTo>
                  <a:pt x="2839157" y="444766"/>
                </a:lnTo>
                <a:lnTo>
                  <a:pt x="2836005" y="454102"/>
                </a:lnTo>
                <a:lnTo>
                  <a:pt x="2831012" y="456575"/>
                </a:lnTo>
                <a:lnTo>
                  <a:pt x="2826340" y="454996"/>
                </a:lnTo>
                <a:lnTo>
                  <a:pt x="2824897" y="454526"/>
                </a:lnTo>
                <a:lnTo>
                  <a:pt x="2823645" y="453677"/>
                </a:lnTo>
                <a:close/>
              </a:path>
              <a:path w="5142230" h="2300604">
                <a:moveTo>
                  <a:pt x="4708920" y="2012504"/>
                </a:moveTo>
                <a:lnTo>
                  <a:pt x="4705124" y="2008441"/>
                </a:lnTo>
                <a:lnTo>
                  <a:pt x="4704582" y="2004147"/>
                </a:lnTo>
                <a:lnTo>
                  <a:pt x="4706675" y="2000914"/>
                </a:lnTo>
                <a:lnTo>
                  <a:pt x="4709270" y="1996752"/>
                </a:lnTo>
                <a:lnTo>
                  <a:pt x="4709416" y="1996518"/>
                </a:lnTo>
                <a:lnTo>
                  <a:pt x="4714939" y="1995294"/>
                </a:lnTo>
                <a:lnTo>
                  <a:pt x="4719052" y="1997935"/>
                </a:lnTo>
                <a:lnTo>
                  <a:pt x="4723212" y="2000532"/>
                </a:lnTo>
                <a:lnTo>
                  <a:pt x="4724435" y="2006046"/>
                </a:lnTo>
                <a:lnTo>
                  <a:pt x="4721946" y="2009931"/>
                </a:lnTo>
                <a:lnTo>
                  <a:pt x="4719343" y="2014083"/>
                </a:lnTo>
                <a:lnTo>
                  <a:pt x="4719196" y="2014318"/>
                </a:lnTo>
                <a:lnTo>
                  <a:pt x="4713733" y="2015505"/>
                </a:lnTo>
                <a:lnTo>
                  <a:pt x="4708920" y="2012504"/>
                </a:lnTo>
                <a:close/>
              </a:path>
              <a:path w="5142230" h="2300604">
                <a:moveTo>
                  <a:pt x="3544145" y="1003751"/>
                </a:moveTo>
                <a:lnTo>
                  <a:pt x="3540311" y="999646"/>
                </a:lnTo>
                <a:lnTo>
                  <a:pt x="3537419" y="995672"/>
                </a:lnTo>
                <a:lnTo>
                  <a:pt x="3538367" y="990139"/>
                </a:lnTo>
                <a:lnTo>
                  <a:pt x="3546301" y="984362"/>
                </a:lnTo>
                <a:lnTo>
                  <a:pt x="3551841" y="985305"/>
                </a:lnTo>
                <a:lnTo>
                  <a:pt x="3557567" y="993196"/>
                </a:lnTo>
                <a:lnTo>
                  <a:pt x="3556674" y="998787"/>
                </a:lnTo>
                <a:lnTo>
                  <a:pt x="3552752" y="1001629"/>
                </a:lnTo>
                <a:lnTo>
                  <a:pt x="3549024" y="1004281"/>
                </a:lnTo>
                <a:lnTo>
                  <a:pt x="3544145" y="1003751"/>
                </a:lnTo>
                <a:close/>
              </a:path>
              <a:path w="5142230" h="2300604">
                <a:moveTo>
                  <a:pt x="4000883" y="1539303"/>
                </a:moveTo>
                <a:lnTo>
                  <a:pt x="3997044" y="1535193"/>
                </a:lnTo>
                <a:lnTo>
                  <a:pt x="3996842" y="1530285"/>
                </a:lnTo>
                <a:lnTo>
                  <a:pt x="3999649" y="1526842"/>
                </a:lnTo>
                <a:lnTo>
                  <a:pt x="4002798" y="1523078"/>
                </a:lnTo>
                <a:lnTo>
                  <a:pt x="4008390" y="1522511"/>
                </a:lnTo>
                <a:lnTo>
                  <a:pt x="4012206" y="1525622"/>
                </a:lnTo>
                <a:lnTo>
                  <a:pt x="4015967" y="1528765"/>
                </a:lnTo>
                <a:lnTo>
                  <a:pt x="4016437" y="1534352"/>
                </a:lnTo>
                <a:lnTo>
                  <a:pt x="4013386" y="1538125"/>
                </a:lnTo>
                <a:lnTo>
                  <a:pt x="4010236" y="1541889"/>
                </a:lnTo>
                <a:lnTo>
                  <a:pt x="4004646" y="1542453"/>
                </a:lnTo>
                <a:lnTo>
                  <a:pt x="4000883" y="1539303"/>
                </a:lnTo>
                <a:close/>
              </a:path>
              <a:path w="5142230" h="2300604">
                <a:moveTo>
                  <a:pt x="3946009" y="1492488"/>
                </a:moveTo>
                <a:lnTo>
                  <a:pt x="3942916" y="1489177"/>
                </a:lnTo>
                <a:lnTo>
                  <a:pt x="3942809" y="1483980"/>
                </a:lnTo>
                <a:lnTo>
                  <a:pt x="3945850" y="1480492"/>
                </a:lnTo>
                <a:lnTo>
                  <a:pt x="3949095" y="1476830"/>
                </a:lnTo>
                <a:lnTo>
                  <a:pt x="3954724" y="1476503"/>
                </a:lnTo>
                <a:lnTo>
                  <a:pt x="3962057" y="1482984"/>
                </a:lnTo>
                <a:lnTo>
                  <a:pt x="3962380" y="1488608"/>
                </a:lnTo>
                <a:lnTo>
                  <a:pt x="3955904" y="1495946"/>
                </a:lnTo>
                <a:lnTo>
                  <a:pt x="3950321" y="1496322"/>
                </a:lnTo>
                <a:lnTo>
                  <a:pt x="3946009" y="1492488"/>
                </a:lnTo>
                <a:close/>
              </a:path>
              <a:path w="5142230" h="2300604">
                <a:moveTo>
                  <a:pt x="4347509" y="1787005"/>
                </a:moveTo>
                <a:lnTo>
                  <a:pt x="4343764" y="1782997"/>
                </a:lnTo>
                <a:lnTo>
                  <a:pt x="4343267" y="1778650"/>
                </a:lnTo>
                <a:lnTo>
                  <a:pt x="4345244" y="1775488"/>
                </a:lnTo>
                <a:lnTo>
                  <a:pt x="4348106" y="1771025"/>
                </a:lnTo>
                <a:lnTo>
                  <a:pt x="4353624" y="1769797"/>
                </a:lnTo>
                <a:lnTo>
                  <a:pt x="4361847" y="1775081"/>
                </a:lnTo>
                <a:lnTo>
                  <a:pt x="4363077" y="1780598"/>
                </a:lnTo>
                <a:lnTo>
                  <a:pt x="4357963" y="1788516"/>
                </a:lnTo>
                <a:lnTo>
                  <a:pt x="4357739" y="1788863"/>
                </a:lnTo>
                <a:lnTo>
                  <a:pt x="4352275" y="1790050"/>
                </a:lnTo>
                <a:lnTo>
                  <a:pt x="4347509" y="1787005"/>
                </a:lnTo>
                <a:close/>
              </a:path>
              <a:path w="5142230" h="2300604">
                <a:moveTo>
                  <a:pt x="4056441" y="1583919"/>
                </a:moveTo>
                <a:lnTo>
                  <a:pt x="4052507" y="1579707"/>
                </a:lnTo>
                <a:lnTo>
                  <a:pt x="4052166" y="1574947"/>
                </a:lnTo>
                <a:lnTo>
                  <a:pt x="4054925" y="1571447"/>
                </a:lnTo>
                <a:lnTo>
                  <a:pt x="4057890" y="1567581"/>
                </a:lnTo>
                <a:lnTo>
                  <a:pt x="4063482" y="1566923"/>
                </a:lnTo>
                <a:lnTo>
                  <a:pt x="4067352" y="1569892"/>
                </a:lnTo>
                <a:lnTo>
                  <a:pt x="4071208" y="1572946"/>
                </a:lnTo>
                <a:lnTo>
                  <a:pt x="4071917" y="1578492"/>
                </a:lnTo>
                <a:lnTo>
                  <a:pt x="4068907" y="1582309"/>
                </a:lnTo>
                <a:lnTo>
                  <a:pt x="4065898" y="1586225"/>
                </a:lnTo>
                <a:lnTo>
                  <a:pt x="4060304" y="1586885"/>
                </a:lnTo>
                <a:lnTo>
                  <a:pt x="4056441" y="1583919"/>
                </a:lnTo>
                <a:close/>
              </a:path>
              <a:path w="5142230" h="2300604">
                <a:moveTo>
                  <a:pt x="3502127" y="946553"/>
                </a:moveTo>
                <a:lnTo>
                  <a:pt x="3498396" y="942559"/>
                </a:lnTo>
                <a:lnTo>
                  <a:pt x="3495505" y="938586"/>
                </a:lnTo>
                <a:lnTo>
                  <a:pt x="3496264" y="933046"/>
                </a:lnTo>
                <a:lnTo>
                  <a:pt x="3504107" y="927171"/>
                </a:lnTo>
                <a:lnTo>
                  <a:pt x="3509699" y="927974"/>
                </a:lnTo>
                <a:lnTo>
                  <a:pt x="3515568" y="935823"/>
                </a:lnTo>
                <a:lnTo>
                  <a:pt x="3514768" y="941419"/>
                </a:lnTo>
                <a:lnTo>
                  <a:pt x="3510844" y="944354"/>
                </a:lnTo>
                <a:lnTo>
                  <a:pt x="3507161" y="947055"/>
                </a:lnTo>
                <a:lnTo>
                  <a:pt x="3502127" y="946553"/>
                </a:lnTo>
                <a:close/>
              </a:path>
              <a:path w="5142230" h="2300604">
                <a:moveTo>
                  <a:pt x="3314468" y="728954"/>
                </a:moveTo>
                <a:lnTo>
                  <a:pt x="3310819" y="725048"/>
                </a:lnTo>
                <a:lnTo>
                  <a:pt x="3310811" y="719861"/>
                </a:lnTo>
                <a:lnTo>
                  <a:pt x="3313997" y="716428"/>
                </a:lnTo>
                <a:lnTo>
                  <a:pt x="3317279" y="712805"/>
                </a:lnTo>
                <a:lnTo>
                  <a:pt x="3322905" y="712571"/>
                </a:lnTo>
                <a:lnTo>
                  <a:pt x="3330091" y="719290"/>
                </a:lnTo>
                <a:lnTo>
                  <a:pt x="3330326" y="724915"/>
                </a:lnTo>
                <a:lnTo>
                  <a:pt x="3323658" y="732048"/>
                </a:lnTo>
                <a:lnTo>
                  <a:pt x="3318031" y="732282"/>
                </a:lnTo>
                <a:lnTo>
                  <a:pt x="3314468" y="728954"/>
                </a:lnTo>
                <a:close/>
              </a:path>
              <a:path w="5142230" h="2300604">
                <a:moveTo>
                  <a:pt x="3367657" y="782083"/>
                </a:moveTo>
                <a:lnTo>
                  <a:pt x="3360918" y="774869"/>
                </a:lnTo>
                <a:lnTo>
                  <a:pt x="3361152" y="769350"/>
                </a:lnTo>
                <a:lnTo>
                  <a:pt x="3368269" y="762601"/>
                </a:lnTo>
                <a:lnTo>
                  <a:pt x="3373932" y="762798"/>
                </a:lnTo>
                <a:lnTo>
                  <a:pt x="3380628" y="769966"/>
                </a:lnTo>
                <a:lnTo>
                  <a:pt x="3380430" y="775620"/>
                </a:lnTo>
                <a:lnTo>
                  <a:pt x="3373264" y="782315"/>
                </a:lnTo>
                <a:lnTo>
                  <a:pt x="3367657" y="782083"/>
                </a:lnTo>
                <a:close/>
              </a:path>
              <a:path w="5142230" h="2300604">
                <a:moveTo>
                  <a:pt x="3894051" y="1444883"/>
                </a:moveTo>
                <a:lnTo>
                  <a:pt x="3890449" y="1441026"/>
                </a:lnTo>
                <a:lnTo>
                  <a:pt x="3890444" y="1435743"/>
                </a:lnTo>
                <a:lnTo>
                  <a:pt x="3893769" y="1432363"/>
                </a:lnTo>
                <a:lnTo>
                  <a:pt x="3897147" y="1428843"/>
                </a:lnTo>
                <a:lnTo>
                  <a:pt x="3902764" y="1428699"/>
                </a:lnTo>
                <a:lnTo>
                  <a:pt x="3909805" y="1435453"/>
                </a:lnTo>
                <a:lnTo>
                  <a:pt x="3909948" y="1441081"/>
                </a:lnTo>
                <a:lnTo>
                  <a:pt x="3903144" y="1448168"/>
                </a:lnTo>
                <a:lnTo>
                  <a:pt x="3897572" y="1448260"/>
                </a:lnTo>
                <a:lnTo>
                  <a:pt x="3894051" y="1444883"/>
                </a:lnTo>
                <a:close/>
              </a:path>
              <a:path w="5142230" h="2300604">
                <a:moveTo>
                  <a:pt x="3459011" y="890232"/>
                </a:moveTo>
                <a:lnTo>
                  <a:pt x="3455412" y="886380"/>
                </a:lnTo>
                <a:lnTo>
                  <a:pt x="3452382" y="882454"/>
                </a:lnTo>
                <a:lnTo>
                  <a:pt x="3453044" y="876905"/>
                </a:lnTo>
                <a:lnTo>
                  <a:pt x="3455717" y="874784"/>
                </a:lnTo>
                <a:lnTo>
                  <a:pt x="3456872" y="873868"/>
                </a:lnTo>
                <a:lnTo>
                  <a:pt x="3460802" y="870844"/>
                </a:lnTo>
                <a:lnTo>
                  <a:pt x="3466346" y="871500"/>
                </a:lnTo>
                <a:lnTo>
                  <a:pt x="3469336" y="875382"/>
                </a:lnTo>
                <a:lnTo>
                  <a:pt x="3472363" y="879211"/>
                </a:lnTo>
                <a:lnTo>
                  <a:pt x="3471752" y="884813"/>
                </a:lnTo>
                <a:lnTo>
                  <a:pt x="3467874" y="887797"/>
                </a:lnTo>
                <a:lnTo>
                  <a:pt x="3465185" y="889902"/>
                </a:lnTo>
                <a:lnTo>
                  <a:pt x="3464184" y="890687"/>
                </a:lnTo>
                <a:lnTo>
                  <a:pt x="3459011" y="890232"/>
                </a:lnTo>
                <a:close/>
              </a:path>
              <a:path w="5142230" h="2300604">
                <a:moveTo>
                  <a:pt x="3414376" y="835221"/>
                </a:moveTo>
                <a:lnTo>
                  <a:pt x="3410873" y="831471"/>
                </a:lnTo>
                <a:lnTo>
                  <a:pt x="3407738" y="827725"/>
                </a:lnTo>
                <a:lnTo>
                  <a:pt x="3408218" y="822081"/>
                </a:lnTo>
                <a:lnTo>
                  <a:pt x="3414985" y="816420"/>
                </a:lnTo>
                <a:lnTo>
                  <a:pt x="3415701" y="815821"/>
                </a:lnTo>
                <a:lnTo>
                  <a:pt x="3421306" y="816246"/>
                </a:lnTo>
                <a:lnTo>
                  <a:pt x="3427612" y="823779"/>
                </a:lnTo>
                <a:lnTo>
                  <a:pt x="3427132" y="829422"/>
                </a:lnTo>
                <a:lnTo>
                  <a:pt x="3420364" y="835083"/>
                </a:lnTo>
                <a:lnTo>
                  <a:pt x="3419751" y="835596"/>
                </a:lnTo>
                <a:lnTo>
                  <a:pt x="3414376" y="835221"/>
                </a:lnTo>
                <a:close/>
              </a:path>
              <a:path w="5142230" h="2300604">
                <a:moveTo>
                  <a:pt x="3799496" y="1344737"/>
                </a:moveTo>
                <a:lnTo>
                  <a:pt x="3796039" y="1341037"/>
                </a:lnTo>
                <a:lnTo>
                  <a:pt x="3792809" y="1337288"/>
                </a:lnTo>
                <a:lnTo>
                  <a:pt x="3793241" y="1331689"/>
                </a:lnTo>
                <a:lnTo>
                  <a:pt x="3800125" y="1325765"/>
                </a:lnTo>
                <a:lnTo>
                  <a:pt x="3800681" y="1325287"/>
                </a:lnTo>
                <a:lnTo>
                  <a:pt x="3806285" y="1325712"/>
                </a:lnTo>
                <a:lnTo>
                  <a:pt x="3812684" y="1333148"/>
                </a:lnTo>
                <a:lnTo>
                  <a:pt x="3812261" y="1338757"/>
                </a:lnTo>
                <a:lnTo>
                  <a:pt x="3805370" y="1344673"/>
                </a:lnTo>
                <a:lnTo>
                  <a:pt x="3804912" y="1345065"/>
                </a:lnTo>
                <a:lnTo>
                  <a:pt x="3799496" y="1344737"/>
                </a:lnTo>
                <a:close/>
              </a:path>
              <a:path w="5142230" h="2300604">
                <a:moveTo>
                  <a:pt x="3710456" y="1233982"/>
                </a:moveTo>
                <a:lnTo>
                  <a:pt x="3706720" y="1229983"/>
                </a:lnTo>
                <a:lnTo>
                  <a:pt x="3703780" y="1226054"/>
                </a:lnTo>
                <a:lnTo>
                  <a:pt x="3704540" y="1220514"/>
                </a:lnTo>
                <a:lnTo>
                  <a:pt x="3708413" y="1217525"/>
                </a:lnTo>
                <a:lnTo>
                  <a:pt x="3712337" y="1214590"/>
                </a:lnTo>
                <a:lnTo>
                  <a:pt x="3717888" y="1215349"/>
                </a:lnTo>
                <a:lnTo>
                  <a:pt x="3720869" y="1219222"/>
                </a:lnTo>
                <a:lnTo>
                  <a:pt x="3723808" y="1223151"/>
                </a:lnTo>
                <a:lnTo>
                  <a:pt x="3723048" y="1228691"/>
                </a:lnTo>
                <a:lnTo>
                  <a:pt x="3719172" y="1231682"/>
                </a:lnTo>
                <a:lnTo>
                  <a:pt x="3715485" y="1234478"/>
                </a:lnTo>
                <a:lnTo>
                  <a:pt x="3710456" y="1233982"/>
                </a:lnTo>
                <a:close/>
              </a:path>
              <a:path w="5142230" h="2300604">
                <a:moveTo>
                  <a:pt x="4588501" y="1937360"/>
                </a:moveTo>
                <a:lnTo>
                  <a:pt x="4584698" y="1933288"/>
                </a:lnTo>
                <a:lnTo>
                  <a:pt x="4584204" y="1929047"/>
                </a:lnTo>
                <a:lnTo>
                  <a:pt x="4586354" y="1925578"/>
                </a:lnTo>
                <a:lnTo>
                  <a:pt x="4588905" y="1921369"/>
                </a:lnTo>
                <a:lnTo>
                  <a:pt x="4594146" y="1920140"/>
                </a:lnTo>
                <a:lnTo>
                  <a:pt x="4594372" y="1920087"/>
                </a:lnTo>
                <a:lnTo>
                  <a:pt x="4598533" y="1922683"/>
                </a:lnTo>
                <a:lnTo>
                  <a:pt x="4602741" y="1925236"/>
                </a:lnTo>
                <a:lnTo>
                  <a:pt x="4604023" y="1930713"/>
                </a:lnTo>
                <a:lnTo>
                  <a:pt x="4598868" y="1938973"/>
                </a:lnTo>
                <a:lnTo>
                  <a:pt x="4593403" y="1940359"/>
                </a:lnTo>
                <a:lnTo>
                  <a:pt x="4589243" y="1937763"/>
                </a:lnTo>
                <a:lnTo>
                  <a:pt x="4588501" y="1937360"/>
                </a:lnTo>
                <a:close/>
              </a:path>
              <a:path w="5142230" h="2300604">
                <a:moveTo>
                  <a:pt x="4406900" y="1824580"/>
                </a:moveTo>
                <a:lnTo>
                  <a:pt x="4403712" y="1821166"/>
                </a:lnTo>
                <a:lnTo>
                  <a:pt x="4403202" y="1816712"/>
                </a:lnTo>
                <a:lnTo>
                  <a:pt x="4407837" y="1809260"/>
                </a:lnTo>
                <a:lnTo>
                  <a:pt x="4407948" y="1809082"/>
                </a:lnTo>
                <a:lnTo>
                  <a:pt x="4413466" y="1807854"/>
                </a:lnTo>
                <a:lnTo>
                  <a:pt x="4421786" y="1813048"/>
                </a:lnTo>
                <a:lnTo>
                  <a:pt x="4423014" y="1818566"/>
                </a:lnTo>
                <a:lnTo>
                  <a:pt x="4420485" y="1822503"/>
                </a:lnTo>
                <a:lnTo>
                  <a:pt x="4417882" y="1826656"/>
                </a:lnTo>
                <a:lnTo>
                  <a:pt x="4417771" y="1826834"/>
                </a:lnTo>
                <a:lnTo>
                  <a:pt x="4412298" y="1828111"/>
                </a:lnTo>
                <a:lnTo>
                  <a:pt x="4408189" y="1825467"/>
                </a:lnTo>
                <a:lnTo>
                  <a:pt x="4407544" y="1825074"/>
                </a:lnTo>
                <a:lnTo>
                  <a:pt x="4406900" y="1824580"/>
                </a:lnTo>
                <a:close/>
              </a:path>
              <a:path w="5142230" h="2300604">
                <a:moveTo>
                  <a:pt x="3585570" y="1061487"/>
                </a:moveTo>
                <a:lnTo>
                  <a:pt x="3581640" y="1057280"/>
                </a:lnTo>
                <a:lnTo>
                  <a:pt x="3578748" y="1053307"/>
                </a:lnTo>
                <a:lnTo>
                  <a:pt x="3579696" y="1047773"/>
                </a:lnTo>
                <a:lnTo>
                  <a:pt x="3587726" y="1042098"/>
                </a:lnTo>
                <a:lnTo>
                  <a:pt x="3593220" y="1042992"/>
                </a:lnTo>
                <a:lnTo>
                  <a:pt x="3598895" y="1051023"/>
                </a:lnTo>
                <a:lnTo>
                  <a:pt x="3598001" y="1056515"/>
                </a:lnTo>
                <a:lnTo>
                  <a:pt x="3594031" y="1059401"/>
                </a:lnTo>
                <a:lnTo>
                  <a:pt x="3590303" y="1061962"/>
                </a:lnTo>
                <a:lnTo>
                  <a:pt x="3585570" y="1061487"/>
                </a:lnTo>
                <a:close/>
              </a:path>
              <a:path w="5142230" h="2300604">
                <a:moveTo>
                  <a:pt x="3626705" y="1119306"/>
                </a:moveTo>
                <a:lnTo>
                  <a:pt x="3622819" y="1115145"/>
                </a:lnTo>
                <a:lnTo>
                  <a:pt x="3619930" y="1111169"/>
                </a:lnTo>
                <a:lnTo>
                  <a:pt x="3620873" y="1105631"/>
                </a:lnTo>
                <a:lnTo>
                  <a:pt x="3624843" y="1102745"/>
                </a:lnTo>
                <a:lnTo>
                  <a:pt x="3628862" y="1099912"/>
                </a:lnTo>
                <a:lnTo>
                  <a:pt x="3634399" y="1100857"/>
                </a:lnTo>
                <a:lnTo>
                  <a:pt x="3637232" y="1104868"/>
                </a:lnTo>
                <a:lnTo>
                  <a:pt x="3640078" y="1108793"/>
                </a:lnTo>
                <a:lnTo>
                  <a:pt x="3639135" y="1114331"/>
                </a:lnTo>
                <a:lnTo>
                  <a:pt x="3635165" y="1117217"/>
                </a:lnTo>
                <a:lnTo>
                  <a:pt x="3631489" y="1119830"/>
                </a:lnTo>
                <a:lnTo>
                  <a:pt x="3626705" y="1119306"/>
                </a:lnTo>
                <a:close/>
              </a:path>
              <a:path w="5142230" h="2300604">
                <a:moveTo>
                  <a:pt x="3668119" y="1176930"/>
                </a:moveTo>
                <a:lnTo>
                  <a:pt x="3664285" y="1172825"/>
                </a:lnTo>
                <a:lnTo>
                  <a:pt x="3661402" y="1168861"/>
                </a:lnTo>
                <a:lnTo>
                  <a:pt x="3662295" y="1163270"/>
                </a:lnTo>
                <a:lnTo>
                  <a:pt x="3670191" y="1157547"/>
                </a:lnTo>
                <a:lnTo>
                  <a:pt x="3675779" y="1158444"/>
                </a:lnTo>
                <a:lnTo>
                  <a:pt x="3681505" y="1166335"/>
                </a:lnTo>
                <a:lnTo>
                  <a:pt x="3680657" y="1171876"/>
                </a:lnTo>
                <a:lnTo>
                  <a:pt x="3676728" y="1174806"/>
                </a:lnTo>
                <a:lnTo>
                  <a:pt x="3673054" y="1177426"/>
                </a:lnTo>
                <a:lnTo>
                  <a:pt x="3668119" y="1176930"/>
                </a:lnTo>
                <a:close/>
              </a:path>
              <a:path w="5142230" h="2300604">
                <a:moveTo>
                  <a:pt x="4467130" y="1862174"/>
                </a:moveTo>
                <a:lnTo>
                  <a:pt x="4463946" y="1858765"/>
                </a:lnTo>
                <a:lnTo>
                  <a:pt x="4463388" y="1854355"/>
                </a:lnTo>
                <a:lnTo>
                  <a:pt x="4468127" y="1846723"/>
                </a:lnTo>
                <a:lnTo>
                  <a:pt x="4473377" y="1845498"/>
                </a:lnTo>
                <a:lnTo>
                  <a:pt x="4473600" y="1845446"/>
                </a:lnTo>
                <a:lnTo>
                  <a:pt x="4477760" y="1848043"/>
                </a:lnTo>
                <a:lnTo>
                  <a:pt x="4481970" y="1850593"/>
                </a:lnTo>
                <a:lnTo>
                  <a:pt x="4483253" y="1856070"/>
                </a:lnTo>
                <a:lnTo>
                  <a:pt x="4478055" y="1864386"/>
                </a:lnTo>
                <a:lnTo>
                  <a:pt x="4472628" y="1865712"/>
                </a:lnTo>
                <a:lnTo>
                  <a:pt x="4467774" y="1862668"/>
                </a:lnTo>
                <a:lnTo>
                  <a:pt x="4467130" y="1862174"/>
                </a:lnTo>
                <a:close/>
              </a:path>
              <a:path w="5142230" h="2300604">
                <a:moveTo>
                  <a:pt x="3754057" y="1290039"/>
                </a:moveTo>
                <a:lnTo>
                  <a:pt x="3750458" y="1286187"/>
                </a:lnTo>
                <a:lnTo>
                  <a:pt x="3747422" y="1282349"/>
                </a:lnTo>
                <a:lnTo>
                  <a:pt x="3748038" y="1276752"/>
                </a:lnTo>
                <a:lnTo>
                  <a:pt x="3750786" y="1274515"/>
                </a:lnTo>
                <a:lnTo>
                  <a:pt x="3751825" y="1273670"/>
                </a:lnTo>
                <a:lnTo>
                  <a:pt x="3754610" y="1271473"/>
                </a:lnTo>
                <a:lnTo>
                  <a:pt x="3755662" y="1270643"/>
                </a:lnTo>
                <a:lnTo>
                  <a:pt x="3761254" y="1271254"/>
                </a:lnTo>
                <a:lnTo>
                  <a:pt x="3764341" y="1275045"/>
                </a:lnTo>
                <a:lnTo>
                  <a:pt x="3767368" y="1278874"/>
                </a:lnTo>
                <a:lnTo>
                  <a:pt x="3766752" y="1284471"/>
                </a:lnTo>
                <a:lnTo>
                  <a:pt x="3764004" y="1286707"/>
                </a:lnTo>
                <a:lnTo>
                  <a:pt x="3762965" y="1287552"/>
                </a:lnTo>
                <a:lnTo>
                  <a:pt x="3760178" y="1289748"/>
                </a:lnTo>
                <a:lnTo>
                  <a:pt x="3759285" y="1290452"/>
                </a:lnTo>
                <a:lnTo>
                  <a:pt x="3754057" y="1290039"/>
                </a:lnTo>
                <a:close/>
              </a:path>
              <a:path w="5142230" h="2300604">
                <a:moveTo>
                  <a:pt x="3847122" y="1397676"/>
                </a:moveTo>
                <a:lnTo>
                  <a:pt x="3840431" y="1390514"/>
                </a:lnTo>
                <a:lnTo>
                  <a:pt x="3840624" y="1384854"/>
                </a:lnTo>
                <a:lnTo>
                  <a:pt x="3847834" y="1378207"/>
                </a:lnTo>
                <a:lnTo>
                  <a:pt x="3853356" y="1378348"/>
                </a:lnTo>
                <a:lnTo>
                  <a:pt x="3860052" y="1385516"/>
                </a:lnTo>
                <a:lnTo>
                  <a:pt x="3859856" y="1391077"/>
                </a:lnTo>
                <a:lnTo>
                  <a:pt x="3852735" y="1397820"/>
                </a:lnTo>
                <a:lnTo>
                  <a:pt x="3847122" y="1397676"/>
                </a:lnTo>
                <a:close/>
              </a:path>
              <a:path w="5142230" h="2300604">
                <a:moveTo>
                  <a:pt x="4527518" y="1899547"/>
                </a:moveTo>
                <a:lnTo>
                  <a:pt x="4524325" y="1896129"/>
                </a:lnTo>
                <a:lnTo>
                  <a:pt x="4523768" y="1891718"/>
                </a:lnTo>
                <a:lnTo>
                  <a:pt x="4528516" y="1884096"/>
                </a:lnTo>
                <a:lnTo>
                  <a:pt x="4533766" y="1882871"/>
                </a:lnTo>
                <a:lnTo>
                  <a:pt x="4533988" y="1882819"/>
                </a:lnTo>
                <a:lnTo>
                  <a:pt x="4538149" y="1885416"/>
                </a:lnTo>
                <a:lnTo>
                  <a:pt x="4542359" y="1887966"/>
                </a:lnTo>
                <a:lnTo>
                  <a:pt x="4543632" y="1893433"/>
                </a:lnTo>
                <a:lnTo>
                  <a:pt x="4538444" y="1901759"/>
                </a:lnTo>
                <a:lnTo>
                  <a:pt x="4532972" y="1903036"/>
                </a:lnTo>
                <a:lnTo>
                  <a:pt x="4528854" y="1900490"/>
                </a:lnTo>
                <a:lnTo>
                  <a:pt x="4528162" y="1900041"/>
                </a:lnTo>
                <a:lnTo>
                  <a:pt x="4527518" y="1899547"/>
                </a:lnTo>
                <a:close/>
              </a:path>
              <a:path w="5142230" h="2300604">
                <a:moveTo>
                  <a:pt x="3260903" y="682659"/>
                </a:moveTo>
                <a:lnTo>
                  <a:pt x="3257295" y="678796"/>
                </a:lnTo>
                <a:lnTo>
                  <a:pt x="3257040" y="673932"/>
                </a:lnTo>
                <a:lnTo>
                  <a:pt x="3259901" y="670447"/>
                </a:lnTo>
                <a:lnTo>
                  <a:pt x="3262907" y="666625"/>
                </a:lnTo>
                <a:lnTo>
                  <a:pt x="3268549" y="666020"/>
                </a:lnTo>
                <a:lnTo>
                  <a:pt x="3276175" y="672227"/>
                </a:lnTo>
                <a:lnTo>
                  <a:pt x="3276789" y="677772"/>
                </a:lnTo>
                <a:lnTo>
                  <a:pt x="3270582" y="685397"/>
                </a:lnTo>
                <a:lnTo>
                  <a:pt x="3265037" y="686011"/>
                </a:lnTo>
                <a:lnTo>
                  <a:pt x="3260903" y="682659"/>
                </a:lnTo>
                <a:close/>
              </a:path>
              <a:path w="5142230" h="2300604">
                <a:moveTo>
                  <a:pt x="2271908" y="322069"/>
                </a:moveTo>
                <a:lnTo>
                  <a:pt x="2268765" y="318704"/>
                </a:lnTo>
                <a:lnTo>
                  <a:pt x="2267869" y="315889"/>
                </a:lnTo>
                <a:lnTo>
                  <a:pt x="2269264" y="308194"/>
                </a:lnTo>
                <a:lnTo>
                  <a:pt x="2273899" y="305042"/>
                </a:lnTo>
                <a:lnTo>
                  <a:pt x="2283569" y="306792"/>
                </a:lnTo>
                <a:lnTo>
                  <a:pt x="2286716" y="311431"/>
                </a:lnTo>
                <a:lnTo>
                  <a:pt x="2284971" y="321097"/>
                </a:lnTo>
                <a:lnTo>
                  <a:pt x="2280332" y="324244"/>
                </a:lnTo>
                <a:lnTo>
                  <a:pt x="2273528" y="323021"/>
                </a:lnTo>
                <a:lnTo>
                  <a:pt x="2271908" y="322069"/>
                </a:lnTo>
                <a:close/>
              </a:path>
              <a:path w="5142230" h="2300604">
                <a:moveTo>
                  <a:pt x="2411402" y="348722"/>
                </a:moveTo>
                <a:lnTo>
                  <a:pt x="2408300" y="345402"/>
                </a:lnTo>
                <a:lnTo>
                  <a:pt x="2407412" y="342496"/>
                </a:lnTo>
                <a:lnTo>
                  <a:pt x="2408902" y="334805"/>
                </a:lnTo>
                <a:lnTo>
                  <a:pt x="2413631" y="331656"/>
                </a:lnTo>
                <a:lnTo>
                  <a:pt x="2423200" y="333592"/>
                </a:lnTo>
                <a:lnTo>
                  <a:pt x="2426342" y="338226"/>
                </a:lnTo>
                <a:lnTo>
                  <a:pt x="2424413" y="347891"/>
                </a:lnTo>
                <a:lnTo>
                  <a:pt x="2419728" y="350989"/>
                </a:lnTo>
                <a:lnTo>
                  <a:pt x="2414899" y="350022"/>
                </a:lnTo>
                <a:lnTo>
                  <a:pt x="2413022" y="349674"/>
                </a:lnTo>
                <a:lnTo>
                  <a:pt x="2411402" y="348722"/>
                </a:lnTo>
                <a:close/>
              </a:path>
              <a:path w="5142230" h="2300604">
                <a:moveTo>
                  <a:pt x="2480976" y="362987"/>
                </a:moveTo>
                <a:lnTo>
                  <a:pt x="2477878" y="359672"/>
                </a:lnTo>
                <a:lnTo>
                  <a:pt x="2476940" y="356713"/>
                </a:lnTo>
                <a:lnTo>
                  <a:pt x="2477606" y="353808"/>
                </a:lnTo>
                <a:lnTo>
                  <a:pt x="2478568" y="348974"/>
                </a:lnTo>
                <a:lnTo>
                  <a:pt x="2483303" y="345929"/>
                </a:lnTo>
                <a:lnTo>
                  <a:pt x="2492865" y="347954"/>
                </a:lnTo>
                <a:lnTo>
                  <a:pt x="2495963" y="352639"/>
                </a:lnTo>
                <a:lnTo>
                  <a:pt x="2494902" y="357466"/>
                </a:lnTo>
                <a:lnTo>
                  <a:pt x="2493935" y="362295"/>
                </a:lnTo>
                <a:lnTo>
                  <a:pt x="2489204" y="365345"/>
                </a:lnTo>
                <a:lnTo>
                  <a:pt x="2484423" y="364332"/>
                </a:lnTo>
                <a:lnTo>
                  <a:pt x="2482550" y="363891"/>
                </a:lnTo>
                <a:lnTo>
                  <a:pt x="2480976" y="362987"/>
                </a:lnTo>
                <a:close/>
              </a:path>
              <a:path w="5142230" h="2300604">
                <a:moveTo>
                  <a:pt x="2550328" y="378189"/>
                </a:moveTo>
                <a:lnTo>
                  <a:pt x="2547231" y="374873"/>
                </a:lnTo>
                <a:lnTo>
                  <a:pt x="2546289" y="371909"/>
                </a:lnTo>
                <a:lnTo>
                  <a:pt x="2548069" y="364138"/>
                </a:lnTo>
                <a:lnTo>
                  <a:pt x="2552844" y="361138"/>
                </a:lnTo>
                <a:lnTo>
                  <a:pt x="2557622" y="362244"/>
                </a:lnTo>
                <a:lnTo>
                  <a:pt x="2562354" y="363302"/>
                </a:lnTo>
                <a:lnTo>
                  <a:pt x="2565355" y="368078"/>
                </a:lnTo>
                <a:lnTo>
                  <a:pt x="2564248" y="372856"/>
                </a:lnTo>
                <a:lnTo>
                  <a:pt x="2563190" y="377588"/>
                </a:lnTo>
                <a:lnTo>
                  <a:pt x="2558414" y="380589"/>
                </a:lnTo>
                <a:lnTo>
                  <a:pt x="2551854" y="379138"/>
                </a:lnTo>
                <a:lnTo>
                  <a:pt x="2550328" y="378189"/>
                </a:lnTo>
                <a:close/>
              </a:path>
              <a:path w="5142230" h="2300604">
                <a:moveTo>
                  <a:pt x="3204512" y="640182"/>
                </a:moveTo>
                <a:lnTo>
                  <a:pt x="3200810" y="636219"/>
                </a:lnTo>
                <a:lnTo>
                  <a:pt x="3200463" y="631647"/>
                </a:lnTo>
                <a:lnTo>
                  <a:pt x="3202849" y="628140"/>
                </a:lnTo>
                <a:lnTo>
                  <a:pt x="3205718" y="624172"/>
                </a:lnTo>
                <a:lnTo>
                  <a:pt x="3211275" y="623181"/>
                </a:lnTo>
                <a:lnTo>
                  <a:pt x="3219301" y="628842"/>
                </a:lnTo>
                <a:lnTo>
                  <a:pt x="3220199" y="634395"/>
                </a:lnTo>
                <a:lnTo>
                  <a:pt x="3217366" y="638402"/>
                </a:lnTo>
                <a:lnTo>
                  <a:pt x="3214592" y="642372"/>
                </a:lnTo>
                <a:lnTo>
                  <a:pt x="3209035" y="643363"/>
                </a:lnTo>
                <a:lnTo>
                  <a:pt x="3204512" y="640182"/>
                </a:lnTo>
                <a:close/>
              </a:path>
              <a:path w="5142230" h="2300604">
                <a:moveTo>
                  <a:pt x="2619357" y="394607"/>
                </a:moveTo>
                <a:lnTo>
                  <a:pt x="2616259" y="391291"/>
                </a:lnTo>
                <a:lnTo>
                  <a:pt x="2615324" y="388238"/>
                </a:lnTo>
                <a:lnTo>
                  <a:pt x="2617288" y="380468"/>
                </a:lnTo>
                <a:lnTo>
                  <a:pt x="2618569" y="379688"/>
                </a:lnTo>
                <a:lnTo>
                  <a:pt x="2622181" y="377592"/>
                </a:lnTo>
                <a:lnTo>
                  <a:pt x="2631610" y="379964"/>
                </a:lnTo>
                <a:lnTo>
                  <a:pt x="2634516" y="384737"/>
                </a:lnTo>
                <a:lnTo>
                  <a:pt x="2633315" y="389511"/>
                </a:lnTo>
                <a:lnTo>
                  <a:pt x="2632158" y="394236"/>
                </a:lnTo>
                <a:lnTo>
                  <a:pt x="2627296" y="397143"/>
                </a:lnTo>
                <a:lnTo>
                  <a:pt x="2622567" y="395991"/>
                </a:lnTo>
                <a:lnTo>
                  <a:pt x="2620837" y="395507"/>
                </a:lnTo>
                <a:lnTo>
                  <a:pt x="2619357" y="394607"/>
                </a:lnTo>
                <a:close/>
              </a:path>
              <a:path w="5142230" h="2300604">
                <a:moveTo>
                  <a:pt x="5125739" y="2281581"/>
                </a:moveTo>
                <a:lnTo>
                  <a:pt x="5122545" y="2278163"/>
                </a:lnTo>
                <a:lnTo>
                  <a:pt x="5122083" y="2273664"/>
                </a:lnTo>
                <a:lnTo>
                  <a:pt x="5126745" y="2266436"/>
                </a:lnTo>
                <a:lnTo>
                  <a:pt x="5126968" y="2266088"/>
                </a:lnTo>
                <a:lnTo>
                  <a:pt x="5132491" y="2264864"/>
                </a:lnTo>
                <a:lnTo>
                  <a:pt x="5136553" y="2267552"/>
                </a:lnTo>
                <a:lnTo>
                  <a:pt x="5140711" y="2270242"/>
                </a:lnTo>
                <a:lnTo>
                  <a:pt x="5131041" y="2285110"/>
                </a:lnTo>
                <a:lnTo>
                  <a:pt x="5126931" y="2282467"/>
                </a:lnTo>
                <a:lnTo>
                  <a:pt x="5125739" y="2281581"/>
                </a:lnTo>
                <a:close/>
              </a:path>
              <a:path w="5142230" h="2300604">
                <a:moveTo>
                  <a:pt x="3144957" y="600771"/>
                </a:moveTo>
                <a:lnTo>
                  <a:pt x="3141769" y="597357"/>
                </a:lnTo>
                <a:lnTo>
                  <a:pt x="3141211" y="592947"/>
                </a:lnTo>
                <a:lnTo>
                  <a:pt x="3146000" y="585268"/>
                </a:lnTo>
                <a:lnTo>
                  <a:pt x="3151477" y="583997"/>
                </a:lnTo>
                <a:lnTo>
                  <a:pt x="3159797" y="589190"/>
                </a:lnTo>
                <a:lnTo>
                  <a:pt x="3161071" y="594657"/>
                </a:lnTo>
                <a:lnTo>
                  <a:pt x="3155878" y="602978"/>
                </a:lnTo>
                <a:lnTo>
                  <a:pt x="3150406" y="604255"/>
                </a:lnTo>
                <a:lnTo>
                  <a:pt x="3145601" y="601265"/>
                </a:lnTo>
                <a:lnTo>
                  <a:pt x="3144957" y="600771"/>
                </a:lnTo>
                <a:close/>
              </a:path>
              <a:path w="5142230" h="2300604">
                <a:moveTo>
                  <a:pt x="5066699" y="2243505"/>
                </a:moveTo>
                <a:lnTo>
                  <a:pt x="5062945" y="2239486"/>
                </a:lnTo>
                <a:lnTo>
                  <a:pt x="5062448" y="2235141"/>
                </a:lnTo>
                <a:lnTo>
                  <a:pt x="5064480" y="2232038"/>
                </a:lnTo>
                <a:lnTo>
                  <a:pt x="5067125" y="2227929"/>
                </a:lnTo>
                <a:lnTo>
                  <a:pt x="5067384" y="2227525"/>
                </a:lnTo>
                <a:lnTo>
                  <a:pt x="5072855" y="2226341"/>
                </a:lnTo>
                <a:lnTo>
                  <a:pt x="5081119" y="2231669"/>
                </a:lnTo>
                <a:lnTo>
                  <a:pt x="5082303" y="2237137"/>
                </a:lnTo>
                <a:lnTo>
                  <a:pt x="5079876" y="2240897"/>
                </a:lnTo>
                <a:lnTo>
                  <a:pt x="5077193" y="2244963"/>
                </a:lnTo>
                <a:lnTo>
                  <a:pt x="5076928" y="2245363"/>
                </a:lnTo>
                <a:lnTo>
                  <a:pt x="5071458" y="2246547"/>
                </a:lnTo>
                <a:lnTo>
                  <a:pt x="5067348" y="2243904"/>
                </a:lnTo>
                <a:lnTo>
                  <a:pt x="5066699" y="2243505"/>
                </a:lnTo>
                <a:close/>
              </a:path>
              <a:path w="5142230" h="2300604">
                <a:moveTo>
                  <a:pt x="2341658" y="335155"/>
                </a:moveTo>
                <a:lnTo>
                  <a:pt x="2338566" y="331844"/>
                </a:lnTo>
                <a:lnTo>
                  <a:pt x="2337624" y="328980"/>
                </a:lnTo>
                <a:lnTo>
                  <a:pt x="2339114" y="321288"/>
                </a:lnTo>
                <a:lnTo>
                  <a:pt x="2343753" y="318141"/>
                </a:lnTo>
                <a:lnTo>
                  <a:pt x="2348581" y="319009"/>
                </a:lnTo>
                <a:lnTo>
                  <a:pt x="2353370" y="319932"/>
                </a:lnTo>
                <a:lnTo>
                  <a:pt x="2356562" y="324620"/>
                </a:lnTo>
                <a:lnTo>
                  <a:pt x="2354721" y="334183"/>
                </a:lnTo>
                <a:lnTo>
                  <a:pt x="2350038" y="337380"/>
                </a:lnTo>
                <a:lnTo>
                  <a:pt x="2345254" y="336462"/>
                </a:lnTo>
                <a:lnTo>
                  <a:pt x="2343327" y="336062"/>
                </a:lnTo>
                <a:lnTo>
                  <a:pt x="2341658" y="335155"/>
                </a:lnTo>
                <a:close/>
              </a:path>
              <a:path w="5142230" h="2300604">
                <a:moveTo>
                  <a:pt x="2132245" y="296212"/>
                </a:moveTo>
                <a:lnTo>
                  <a:pt x="2129148" y="292897"/>
                </a:lnTo>
                <a:lnTo>
                  <a:pt x="2128158" y="290078"/>
                </a:lnTo>
                <a:lnTo>
                  <a:pt x="2129647" y="282386"/>
                </a:lnTo>
                <a:lnTo>
                  <a:pt x="2134241" y="279190"/>
                </a:lnTo>
                <a:lnTo>
                  <a:pt x="2143903" y="281030"/>
                </a:lnTo>
                <a:lnTo>
                  <a:pt x="2147099" y="285624"/>
                </a:lnTo>
                <a:lnTo>
                  <a:pt x="2145259" y="295286"/>
                </a:lnTo>
                <a:lnTo>
                  <a:pt x="2140620" y="298433"/>
                </a:lnTo>
                <a:lnTo>
                  <a:pt x="2133910" y="297213"/>
                </a:lnTo>
                <a:lnTo>
                  <a:pt x="2132245" y="296212"/>
                </a:lnTo>
                <a:close/>
              </a:path>
              <a:path w="5142230" h="2300604">
                <a:moveTo>
                  <a:pt x="2202052" y="309163"/>
                </a:moveTo>
                <a:lnTo>
                  <a:pt x="2198950" y="305843"/>
                </a:lnTo>
                <a:lnTo>
                  <a:pt x="2198059" y="303032"/>
                </a:lnTo>
                <a:lnTo>
                  <a:pt x="2199454" y="295337"/>
                </a:lnTo>
                <a:lnTo>
                  <a:pt x="2204043" y="292137"/>
                </a:lnTo>
                <a:lnTo>
                  <a:pt x="2208881" y="293014"/>
                </a:lnTo>
                <a:lnTo>
                  <a:pt x="2213665" y="293932"/>
                </a:lnTo>
                <a:lnTo>
                  <a:pt x="2216901" y="298570"/>
                </a:lnTo>
                <a:lnTo>
                  <a:pt x="2215988" y="303359"/>
                </a:lnTo>
                <a:lnTo>
                  <a:pt x="2215115" y="308192"/>
                </a:lnTo>
                <a:lnTo>
                  <a:pt x="2210517" y="311382"/>
                </a:lnTo>
                <a:lnTo>
                  <a:pt x="2203717" y="310164"/>
                </a:lnTo>
                <a:lnTo>
                  <a:pt x="2202052" y="309163"/>
                </a:lnTo>
                <a:close/>
              </a:path>
            </a:pathLst>
          </a:custGeom>
          <a:solidFill>
            <a:srgbClr val="FABE04"/>
          </a:solidFill>
        </p:spPr>
        <p:txBody>
          <a:bodyPr wrap="square" lIns="0" tIns="0" rIns="0" bIns="0" rtlCol="0"/>
          <a:lstStyle/>
          <a:p>
            <a:endParaRPr/>
          </a:p>
        </p:txBody>
      </p:sp>
      <p:sp>
        <p:nvSpPr>
          <p:cNvPr id="14" name="object 14"/>
          <p:cNvSpPr txBox="1"/>
          <p:nvPr/>
        </p:nvSpPr>
        <p:spPr>
          <a:xfrm>
            <a:off x="13811310" y="2759095"/>
            <a:ext cx="1578610" cy="460375"/>
          </a:xfrm>
          <a:prstGeom prst="rect">
            <a:avLst/>
          </a:prstGeom>
        </p:spPr>
        <p:txBody>
          <a:bodyPr vert="horz" wrap="square" lIns="0" tIns="12700" rIns="0" bIns="0" rtlCol="0">
            <a:spAutoFit/>
          </a:bodyPr>
          <a:lstStyle/>
          <a:p>
            <a:pPr marL="12700">
              <a:lnSpc>
                <a:spcPct val="100000"/>
              </a:lnSpc>
              <a:spcBef>
                <a:spcPts val="100"/>
              </a:spcBef>
            </a:pPr>
            <a:r>
              <a:rPr sz="2850" spc="-40" dirty="0">
                <a:latin typeface="Verdana"/>
                <a:cs typeface="Verdana"/>
              </a:rPr>
              <a:t>About</a:t>
            </a:r>
            <a:r>
              <a:rPr sz="2850" spc="-225" dirty="0">
                <a:latin typeface="Verdana"/>
                <a:cs typeface="Verdana"/>
              </a:rPr>
              <a:t> </a:t>
            </a:r>
            <a:r>
              <a:rPr sz="2850" spc="-25" dirty="0">
                <a:latin typeface="Verdana"/>
                <a:cs typeface="Verdana"/>
              </a:rPr>
              <a:t>us</a:t>
            </a:r>
            <a:endParaRPr sz="2850" dirty="0">
              <a:latin typeface="Verdana"/>
              <a:cs typeface="Verdana"/>
            </a:endParaRPr>
          </a:p>
        </p:txBody>
      </p:sp>
      <p:sp>
        <p:nvSpPr>
          <p:cNvPr id="15" name="object 15"/>
          <p:cNvSpPr txBox="1"/>
          <p:nvPr/>
        </p:nvSpPr>
        <p:spPr>
          <a:xfrm>
            <a:off x="11838559" y="1322213"/>
            <a:ext cx="3111026" cy="451406"/>
          </a:xfrm>
          <a:prstGeom prst="rect">
            <a:avLst/>
          </a:prstGeom>
        </p:spPr>
        <p:txBody>
          <a:bodyPr vert="horz" wrap="square" lIns="0" tIns="12700" rIns="0" bIns="0" rtlCol="0">
            <a:spAutoFit/>
          </a:bodyPr>
          <a:lstStyle/>
          <a:p>
            <a:pPr marL="12700">
              <a:lnSpc>
                <a:spcPct val="100000"/>
              </a:lnSpc>
              <a:spcBef>
                <a:spcPts val="100"/>
              </a:spcBef>
            </a:pPr>
            <a:r>
              <a:rPr lang="en-IN" sz="2850" spc="-30" dirty="0" smtClean="0">
                <a:solidFill>
                  <a:srgbClr val="FFFFFF"/>
                </a:solidFill>
                <a:latin typeface="Verdana"/>
                <a:cs typeface="Verdana"/>
              </a:rPr>
              <a:t>Output:</a:t>
            </a:r>
            <a:endParaRPr sz="2850" dirty="0">
              <a:latin typeface="Verdana"/>
              <a:cs typeface="Verdana"/>
            </a:endParaRPr>
          </a:p>
        </p:txBody>
      </p:sp>
      <p:sp>
        <p:nvSpPr>
          <p:cNvPr id="16" name="object 16"/>
          <p:cNvSpPr txBox="1"/>
          <p:nvPr/>
        </p:nvSpPr>
        <p:spPr>
          <a:xfrm>
            <a:off x="703732" y="1322213"/>
            <a:ext cx="10192868" cy="1490152"/>
          </a:xfrm>
          <a:prstGeom prst="rect">
            <a:avLst/>
          </a:prstGeom>
        </p:spPr>
        <p:txBody>
          <a:bodyPr vert="horz" wrap="square" lIns="0" tIns="12700" rIns="0" bIns="0" rtlCol="0">
            <a:spAutoFit/>
          </a:bodyPr>
          <a:lstStyle/>
          <a:p>
            <a:pPr marL="12700">
              <a:lnSpc>
                <a:spcPct val="100000"/>
              </a:lnSpc>
              <a:spcBef>
                <a:spcPts val="100"/>
              </a:spcBef>
            </a:pPr>
            <a:r>
              <a:rPr lang="en-US" sz="3200" dirty="0" smtClean="0">
                <a:latin typeface="Trebuchet MS"/>
                <a:cs typeface="Trebuchet MS"/>
              </a:rPr>
              <a:t>3.List all customers who have placed orders where the product category is 'Accessories' and the order status is 'Completed‘.</a:t>
            </a:r>
            <a:endParaRPr sz="3200" dirty="0">
              <a:latin typeface="Trebuchet MS"/>
              <a:cs typeface="Trebuchet MS"/>
            </a:endParaRP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9099" y="3848100"/>
            <a:ext cx="10493115" cy="350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954000" y="2303813"/>
            <a:ext cx="4114799" cy="68334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 name="object 16"/>
          <p:cNvSpPr txBox="1"/>
          <p:nvPr/>
        </p:nvSpPr>
        <p:spPr>
          <a:xfrm>
            <a:off x="769463" y="445412"/>
            <a:ext cx="10287000" cy="505267"/>
          </a:xfrm>
          <a:prstGeom prst="rect">
            <a:avLst/>
          </a:prstGeom>
        </p:spPr>
        <p:txBody>
          <a:bodyPr vert="horz" wrap="square" lIns="0" tIns="12700" rIns="0" bIns="0" rtlCol="0">
            <a:spAutoFit/>
          </a:bodyPr>
          <a:lstStyle/>
          <a:p>
            <a:pPr marL="12700">
              <a:lnSpc>
                <a:spcPct val="100000"/>
              </a:lnSpc>
              <a:spcBef>
                <a:spcPts val="100"/>
              </a:spcBef>
            </a:pPr>
            <a:r>
              <a:rPr lang="en-IN" sz="3200" dirty="0" smtClean="0">
                <a:solidFill>
                  <a:schemeClr val="tx2">
                    <a:lumMod val="50000"/>
                  </a:schemeClr>
                </a:solidFill>
                <a:latin typeface="Stencil" pitchFamily="82" charset="0"/>
                <a:cs typeface="Trebuchet MS"/>
              </a:rPr>
              <a:t>E-Commerce Database Management System</a:t>
            </a:r>
            <a:endParaRPr sz="3200" dirty="0">
              <a:solidFill>
                <a:schemeClr val="tx2">
                  <a:lumMod val="50000"/>
                </a:schemeClr>
              </a:solidFill>
              <a:latin typeface="Stencil" pitchFamily="82" charset="0"/>
              <a:cs typeface="Trebuchet MS"/>
            </a:endParaRPr>
          </a:p>
        </p:txBody>
      </p:sp>
    </p:spTree>
    <p:extLst>
      <p:ext uri="{BB962C8B-B14F-4D97-AF65-F5344CB8AC3E}">
        <p14:creationId xmlns:p14="http://schemas.microsoft.com/office/powerpoint/2010/main" val="15869292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6553200" cy="10287000"/>
          </a:xfrm>
          <a:custGeom>
            <a:avLst/>
            <a:gdLst/>
            <a:ahLst/>
            <a:cxnLst/>
            <a:rect l="l" t="t" r="r" b="b"/>
            <a:pathLst>
              <a:path w="9732010" h="10287000">
                <a:moveTo>
                  <a:pt x="9731471" y="10286999"/>
                </a:moveTo>
                <a:lnTo>
                  <a:pt x="0" y="10286999"/>
                </a:lnTo>
                <a:lnTo>
                  <a:pt x="0" y="0"/>
                </a:lnTo>
                <a:lnTo>
                  <a:pt x="9731471" y="0"/>
                </a:lnTo>
                <a:lnTo>
                  <a:pt x="9731471" y="10286999"/>
                </a:lnTo>
                <a:close/>
              </a:path>
            </a:pathLst>
          </a:custGeom>
          <a:solidFill>
            <a:srgbClr val="000000"/>
          </a:solidFill>
        </p:spPr>
        <p:txBody>
          <a:bodyPr wrap="square" lIns="0" tIns="0" rIns="0" bIns="0" rtlCol="0"/>
          <a:lstStyle/>
          <a:p>
            <a:endParaRPr/>
          </a:p>
        </p:txBody>
      </p:sp>
      <p:sp>
        <p:nvSpPr>
          <p:cNvPr id="9" name="object 9"/>
          <p:cNvSpPr txBox="1"/>
          <p:nvPr/>
        </p:nvSpPr>
        <p:spPr>
          <a:xfrm>
            <a:off x="7467600" y="266700"/>
            <a:ext cx="1423035" cy="460375"/>
          </a:xfrm>
          <a:prstGeom prst="rect">
            <a:avLst/>
          </a:prstGeom>
        </p:spPr>
        <p:txBody>
          <a:bodyPr vert="horz" wrap="square" lIns="0" tIns="12700" rIns="0" bIns="0" rtlCol="0">
            <a:spAutoFit/>
          </a:bodyPr>
          <a:lstStyle/>
          <a:p>
            <a:pPr marL="12700">
              <a:lnSpc>
                <a:spcPct val="100000"/>
              </a:lnSpc>
              <a:spcBef>
                <a:spcPts val="100"/>
              </a:spcBef>
            </a:pPr>
            <a:r>
              <a:rPr sz="2850" spc="-45" dirty="0">
                <a:solidFill>
                  <a:srgbClr val="FFFFFF"/>
                </a:solidFill>
                <a:latin typeface="Verdana"/>
                <a:cs typeface="Verdana"/>
              </a:rPr>
              <a:t>Borcelle</a:t>
            </a:r>
            <a:endParaRPr sz="2850" dirty="0">
              <a:latin typeface="Verdana"/>
              <a:cs typeface="Verdana"/>
            </a:endParaRPr>
          </a:p>
        </p:txBody>
      </p:sp>
      <p:sp>
        <p:nvSpPr>
          <p:cNvPr id="14" name="object 6"/>
          <p:cNvSpPr/>
          <p:nvPr/>
        </p:nvSpPr>
        <p:spPr>
          <a:xfrm>
            <a:off x="7167282" y="1091670"/>
            <a:ext cx="10282518" cy="1461030"/>
          </a:xfrm>
          <a:custGeom>
            <a:avLst/>
            <a:gdLst/>
            <a:ahLst/>
            <a:cxnLst/>
            <a:rect l="l" t="t" r="r" b="b"/>
            <a:pathLst>
              <a:path w="5956934" h="993775">
                <a:moveTo>
                  <a:pt x="5956567" y="993408"/>
                </a:moveTo>
                <a:lnTo>
                  <a:pt x="0" y="993408"/>
                </a:lnTo>
                <a:lnTo>
                  <a:pt x="0" y="0"/>
                </a:lnTo>
                <a:lnTo>
                  <a:pt x="5956567" y="0"/>
                </a:lnTo>
                <a:lnTo>
                  <a:pt x="5956567" y="993408"/>
                </a:lnTo>
                <a:close/>
              </a:path>
            </a:pathLst>
          </a:custGeom>
          <a:solidFill>
            <a:srgbClr val="FABE04"/>
          </a:solidFill>
        </p:spPr>
        <p:txBody>
          <a:bodyPr wrap="square" lIns="0" tIns="0" rIns="0" bIns="0" rtlCol="0"/>
          <a:lstStyle/>
          <a:p>
            <a:endParaRPr/>
          </a:p>
        </p:txBody>
      </p:sp>
      <p:sp>
        <p:nvSpPr>
          <p:cNvPr id="15" name="object 16"/>
          <p:cNvSpPr txBox="1"/>
          <p:nvPr/>
        </p:nvSpPr>
        <p:spPr>
          <a:xfrm>
            <a:off x="7162800" y="1091670"/>
            <a:ext cx="10287000" cy="1490152"/>
          </a:xfrm>
          <a:prstGeom prst="rect">
            <a:avLst/>
          </a:prstGeom>
        </p:spPr>
        <p:txBody>
          <a:bodyPr vert="horz" wrap="square" lIns="0" tIns="12700" rIns="0" bIns="0" rtlCol="0">
            <a:spAutoFit/>
          </a:bodyPr>
          <a:lstStyle/>
          <a:p>
            <a:pPr marL="12700">
              <a:lnSpc>
                <a:spcPct val="100000"/>
              </a:lnSpc>
              <a:spcBef>
                <a:spcPts val="100"/>
              </a:spcBef>
            </a:pPr>
            <a:r>
              <a:rPr lang="en-IN" sz="3200" dirty="0">
                <a:latin typeface="Trebuchet MS"/>
                <a:cs typeface="Trebuchet MS"/>
              </a:rPr>
              <a:t>4</a:t>
            </a:r>
            <a:r>
              <a:rPr lang="en-IN" sz="3200" dirty="0" smtClean="0">
                <a:latin typeface="Trebuchet MS"/>
                <a:cs typeface="Trebuchet MS"/>
              </a:rPr>
              <a:t>.</a:t>
            </a:r>
            <a:r>
              <a:rPr lang="en-US" sz="3200" dirty="0" smtClean="0">
                <a:latin typeface="Trebuchet MS"/>
                <a:cs typeface="Trebuchet MS"/>
              </a:rPr>
              <a:t> Retrieve a list of products ordered by customers from the state 'Karnataka' with price greater than 10,000.</a:t>
            </a:r>
            <a:endParaRPr sz="3200" dirty="0">
              <a:latin typeface="Trebuchet MS"/>
              <a:cs typeface="Trebuchet MS"/>
            </a:endParaRPr>
          </a:p>
        </p:txBody>
      </p:sp>
      <p:pic>
        <p:nvPicPr>
          <p:cNvPr id="16" name="object 4"/>
          <p:cNvPicPr/>
          <p:nvPr/>
        </p:nvPicPr>
        <p:blipFill>
          <a:blip r:embed="rId2" cstate="print"/>
          <a:stretch>
            <a:fillRect/>
          </a:stretch>
        </p:blipFill>
        <p:spPr>
          <a:xfrm>
            <a:off x="0" y="33618"/>
            <a:ext cx="6407534" cy="4488501"/>
          </a:xfrm>
          <a:prstGeom prst="rect">
            <a:avLst/>
          </a:prstGeom>
        </p:spPr>
      </p:pic>
      <p:sp>
        <p:nvSpPr>
          <p:cNvPr id="18" name="object 15"/>
          <p:cNvSpPr txBox="1"/>
          <p:nvPr/>
        </p:nvSpPr>
        <p:spPr>
          <a:xfrm>
            <a:off x="197960" y="1091670"/>
            <a:ext cx="3111026" cy="451406"/>
          </a:xfrm>
          <a:prstGeom prst="rect">
            <a:avLst/>
          </a:prstGeom>
        </p:spPr>
        <p:txBody>
          <a:bodyPr vert="horz" wrap="square" lIns="0" tIns="12700" rIns="0" bIns="0" rtlCol="0">
            <a:spAutoFit/>
          </a:bodyPr>
          <a:lstStyle/>
          <a:p>
            <a:pPr marL="12700">
              <a:lnSpc>
                <a:spcPct val="100000"/>
              </a:lnSpc>
              <a:spcBef>
                <a:spcPts val="100"/>
              </a:spcBef>
            </a:pPr>
            <a:r>
              <a:rPr lang="en-IN" sz="2850" spc="-30" dirty="0" smtClean="0">
                <a:solidFill>
                  <a:srgbClr val="FFFFFF"/>
                </a:solidFill>
                <a:latin typeface="Verdana"/>
                <a:cs typeface="Verdana"/>
              </a:rPr>
              <a:t> Output:</a:t>
            </a:r>
            <a:endParaRPr sz="2850" dirty="0">
              <a:latin typeface="Verdana"/>
              <a:cs typeface="Verdana"/>
            </a:endParaRPr>
          </a:p>
        </p:txBody>
      </p:sp>
      <p:sp>
        <p:nvSpPr>
          <p:cNvPr id="17" name="object 10"/>
          <p:cNvSpPr/>
          <p:nvPr/>
        </p:nvSpPr>
        <p:spPr>
          <a:xfrm>
            <a:off x="6557682" y="7857015"/>
            <a:ext cx="5142230" cy="2300605"/>
          </a:xfrm>
          <a:custGeom>
            <a:avLst/>
            <a:gdLst/>
            <a:ahLst/>
            <a:cxnLst/>
            <a:rect l="l" t="t" r="r" b="b"/>
            <a:pathLst>
              <a:path w="5142230" h="2300604">
                <a:moveTo>
                  <a:pt x="304967" y="2237500"/>
                </a:moveTo>
                <a:lnTo>
                  <a:pt x="298355" y="2230422"/>
                </a:lnTo>
                <a:lnTo>
                  <a:pt x="293162" y="2223494"/>
                </a:lnTo>
                <a:lnTo>
                  <a:pt x="294632" y="2213729"/>
                </a:lnTo>
                <a:lnTo>
                  <a:pt x="301555" y="2208540"/>
                </a:lnTo>
                <a:lnTo>
                  <a:pt x="308528" y="2203396"/>
                </a:lnTo>
                <a:lnTo>
                  <a:pt x="318303" y="2204857"/>
                </a:lnTo>
                <a:lnTo>
                  <a:pt x="328644" y="2218664"/>
                </a:lnTo>
                <a:lnTo>
                  <a:pt x="327174" y="2228428"/>
                </a:lnTo>
                <a:lnTo>
                  <a:pt x="313802" y="2238454"/>
                </a:lnTo>
                <a:lnTo>
                  <a:pt x="304967" y="2237500"/>
                </a:lnTo>
                <a:close/>
              </a:path>
              <a:path w="5142230" h="2300604">
                <a:moveTo>
                  <a:pt x="345873" y="2295168"/>
                </a:moveTo>
                <a:lnTo>
                  <a:pt x="339536" y="2288385"/>
                </a:lnTo>
                <a:lnTo>
                  <a:pt x="334232" y="2280557"/>
                </a:lnTo>
                <a:lnTo>
                  <a:pt x="336075" y="2270800"/>
                </a:lnTo>
                <a:lnTo>
                  <a:pt x="343273" y="2265994"/>
                </a:lnTo>
                <a:lnTo>
                  <a:pt x="350420" y="2261133"/>
                </a:lnTo>
                <a:lnTo>
                  <a:pt x="360133" y="2263027"/>
                </a:lnTo>
                <a:lnTo>
                  <a:pt x="369795" y="2277377"/>
                </a:lnTo>
                <a:lnTo>
                  <a:pt x="367906" y="2287085"/>
                </a:lnTo>
                <a:lnTo>
                  <a:pt x="360754" y="2291940"/>
                </a:lnTo>
                <a:lnTo>
                  <a:pt x="354281" y="2296252"/>
                </a:lnTo>
                <a:lnTo>
                  <a:pt x="345873" y="2295168"/>
                </a:lnTo>
                <a:close/>
              </a:path>
              <a:path w="5142230" h="2300604">
                <a:moveTo>
                  <a:pt x="216674" y="2126857"/>
                </a:moveTo>
                <a:lnTo>
                  <a:pt x="210431" y="2120173"/>
                </a:lnTo>
                <a:lnTo>
                  <a:pt x="204897" y="2113565"/>
                </a:lnTo>
                <a:lnTo>
                  <a:pt x="205751" y="2103727"/>
                </a:lnTo>
                <a:lnTo>
                  <a:pt x="211089" y="2099178"/>
                </a:lnTo>
                <a:lnTo>
                  <a:pt x="217693" y="2093638"/>
                </a:lnTo>
                <a:lnTo>
                  <a:pt x="218923" y="2092609"/>
                </a:lnTo>
                <a:lnTo>
                  <a:pt x="228810" y="2093417"/>
                </a:lnTo>
                <a:lnTo>
                  <a:pt x="239874" y="2106630"/>
                </a:lnTo>
                <a:lnTo>
                  <a:pt x="239066" y="2116517"/>
                </a:lnTo>
                <a:lnTo>
                  <a:pt x="233690" y="2121026"/>
                </a:lnTo>
                <a:lnTo>
                  <a:pt x="227112" y="2126593"/>
                </a:lnTo>
                <a:lnTo>
                  <a:pt x="226093" y="2127458"/>
                </a:lnTo>
                <a:lnTo>
                  <a:pt x="216674" y="2126857"/>
                </a:lnTo>
                <a:close/>
              </a:path>
              <a:path w="5142230" h="2300604">
                <a:moveTo>
                  <a:pt x="170491" y="2072921"/>
                </a:moveTo>
                <a:lnTo>
                  <a:pt x="164391" y="2066392"/>
                </a:lnTo>
                <a:lnTo>
                  <a:pt x="158759" y="2059875"/>
                </a:lnTo>
                <a:lnTo>
                  <a:pt x="159474" y="2049985"/>
                </a:lnTo>
                <a:lnTo>
                  <a:pt x="171650" y="2039463"/>
                </a:lnTo>
                <a:lnTo>
                  <a:pt x="172509" y="2038721"/>
                </a:lnTo>
                <a:lnTo>
                  <a:pt x="182344" y="2039386"/>
                </a:lnTo>
                <a:lnTo>
                  <a:pt x="193712" y="2052425"/>
                </a:lnTo>
                <a:lnTo>
                  <a:pt x="192998" y="2062315"/>
                </a:lnTo>
                <a:lnTo>
                  <a:pt x="180813" y="2072829"/>
                </a:lnTo>
                <a:lnTo>
                  <a:pt x="180055" y="2073483"/>
                </a:lnTo>
                <a:lnTo>
                  <a:pt x="170491" y="2072921"/>
                </a:lnTo>
                <a:close/>
              </a:path>
              <a:path w="5142230" h="2300604">
                <a:moveTo>
                  <a:pt x="123927" y="2019460"/>
                </a:moveTo>
                <a:lnTo>
                  <a:pt x="117817" y="2012919"/>
                </a:lnTo>
                <a:lnTo>
                  <a:pt x="112095" y="2006403"/>
                </a:lnTo>
                <a:lnTo>
                  <a:pt x="112761" y="1996559"/>
                </a:lnTo>
                <a:lnTo>
                  <a:pt x="124997" y="1985807"/>
                </a:lnTo>
                <a:lnTo>
                  <a:pt x="125749" y="1985147"/>
                </a:lnTo>
                <a:lnTo>
                  <a:pt x="135644" y="1985866"/>
                </a:lnTo>
                <a:lnTo>
                  <a:pt x="147005" y="1998810"/>
                </a:lnTo>
                <a:lnTo>
                  <a:pt x="146381" y="2008698"/>
                </a:lnTo>
                <a:lnTo>
                  <a:pt x="139819" y="2014381"/>
                </a:lnTo>
                <a:lnTo>
                  <a:pt x="134097" y="2019398"/>
                </a:lnTo>
                <a:lnTo>
                  <a:pt x="133444" y="2019971"/>
                </a:lnTo>
                <a:lnTo>
                  <a:pt x="123927" y="2019460"/>
                </a:lnTo>
                <a:close/>
              </a:path>
              <a:path w="5142230" h="2300604">
                <a:moveTo>
                  <a:pt x="261646" y="2181547"/>
                </a:moveTo>
                <a:lnTo>
                  <a:pt x="255265" y="2174716"/>
                </a:lnTo>
                <a:lnTo>
                  <a:pt x="249877" y="2167970"/>
                </a:lnTo>
                <a:lnTo>
                  <a:pt x="250964" y="2158089"/>
                </a:lnTo>
                <a:lnTo>
                  <a:pt x="264459" y="2147317"/>
                </a:lnTo>
                <a:lnTo>
                  <a:pt x="274288" y="2148454"/>
                </a:lnTo>
                <a:lnTo>
                  <a:pt x="285113" y="2161899"/>
                </a:lnTo>
                <a:lnTo>
                  <a:pt x="283976" y="2171728"/>
                </a:lnTo>
                <a:lnTo>
                  <a:pt x="277226" y="2177111"/>
                </a:lnTo>
                <a:lnTo>
                  <a:pt x="270823" y="2182280"/>
                </a:lnTo>
                <a:lnTo>
                  <a:pt x="261646" y="2181547"/>
                </a:lnTo>
                <a:close/>
              </a:path>
              <a:path w="5142230" h="2300604">
                <a:moveTo>
                  <a:pt x="31141" y="1911631"/>
                </a:moveTo>
                <a:lnTo>
                  <a:pt x="24906" y="1904956"/>
                </a:lnTo>
                <a:lnTo>
                  <a:pt x="19366" y="1898351"/>
                </a:lnTo>
                <a:lnTo>
                  <a:pt x="20274" y="1888464"/>
                </a:lnTo>
                <a:lnTo>
                  <a:pt x="26878" y="1882924"/>
                </a:lnTo>
                <a:lnTo>
                  <a:pt x="32189" y="1878542"/>
                </a:lnTo>
                <a:lnTo>
                  <a:pt x="33582" y="1877393"/>
                </a:lnTo>
                <a:lnTo>
                  <a:pt x="43375" y="1878297"/>
                </a:lnTo>
                <a:lnTo>
                  <a:pt x="54485" y="1891559"/>
                </a:lnTo>
                <a:lnTo>
                  <a:pt x="53587" y="1901447"/>
                </a:lnTo>
                <a:lnTo>
                  <a:pt x="41692" y="1911391"/>
                </a:lnTo>
                <a:lnTo>
                  <a:pt x="40564" y="1912334"/>
                </a:lnTo>
                <a:lnTo>
                  <a:pt x="31141" y="1911631"/>
                </a:lnTo>
                <a:close/>
              </a:path>
              <a:path w="5142230" h="2300604">
                <a:moveTo>
                  <a:pt x="77219" y="1965843"/>
                </a:moveTo>
                <a:lnTo>
                  <a:pt x="71069" y="1959260"/>
                </a:lnTo>
                <a:lnTo>
                  <a:pt x="65437" y="1952743"/>
                </a:lnTo>
                <a:lnTo>
                  <a:pt x="66147" y="1942848"/>
                </a:lnTo>
                <a:lnTo>
                  <a:pt x="78326" y="1932329"/>
                </a:lnTo>
                <a:lnTo>
                  <a:pt x="79236" y="1931543"/>
                </a:lnTo>
                <a:lnTo>
                  <a:pt x="89116" y="1932257"/>
                </a:lnTo>
                <a:lnTo>
                  <a:pt x="100435" y="1945342"/>
                </a:lnTo>
                <a:lnTo>
                  <a:pt x="99721" y="1955231"/>
                </a:lnTo>
                <a:lnTo>
                  <a:pt x="87537" y="1965745"/>
                </a:lnTo>
                <a:lnTo>
                  <a:pt x="86774" y="1966404"/>
                </a:lnTo>
                <a:lnTo>
                  <a:pt x="77219" y="1965843"/>
                </a:lnTo>
                <a:close/>
              </a:path>
              <a:path w="5142230" h="2300604">
                <a:moveTo>
                  <a:pt x="0" y="1853578"/>
                </a:moveTo>
                <a:lnTo>
                  <a:pt x="0" y="1823852"/>
                </a:lnTo>
                <a:lnTo>
                  <a:pt x="10126" y="1836938"/>
                </a:lnTo>
                <a:lnTo>
                  <a:pt x="8854" y="1846719"/>
                </a:lnTo>
                <a:lnTo>
                  <a:pt x="0" y="1853578"/>
                </a:lnTo>
                <a:close/>
              </a:path>
              <a:path w="5142230" h="2300604">
                <a:moveTo>
                  <a:pt x="799057" y="2223919"/>
                </a:moveTo>
                <a:lnTo>
                  <a:pt x="792856" y="2217280"/>
                </a:lnTo>
                <a:lnTo>
                  <a:pt x="792316" y="2216507"/>
                </a:lnTo>
                <a:lnTo>
                  <a:pt x="787736" y="2209453"/>
                </a:lnTo>
                <a:lnTo>
                  <a:pt x="789704" y="2200036"/>
                </a:lnTo>
                <a:lnTo>
                  <a:pt x="803810" y="2190885"/>
                </a:lnTo>
                <a:lnTo>
                  <a:pt x="813232" y="2192858"/>
                </a:lnTo>
                <a:lnTo>
                  <a:pt x="822378" y="2206950"/>
                </a:lnTo>
                <a:lnTo>
                  <a:pt x="820410" y="2216377"/>
                </a:lnTo>
                <a:lnTo>
                  <a:pt x="813361" y="2220953"/>
                </a:lnTo>
                <a:lnTo>
                  <a:pt x="807079" y="2225077"/>
                </a:lnTo>
                <a:lnTo>
                  <a:pt x="799057" y="2223919"/>
                </a:lnTo>
                <a:close/>
              </a:path>
              <a:path w="5142230" h="2300604">
                <a:moveTo>
                  <a:pt x="249425" y="1662529"/>
                </a:moveTo>
                <a:lnTo>
                  <a:pt x="243458" y="1656141"/>
                </a:lnTo>
                <a:lnTo>
                  <a:pt x="243485" y="1646884"/>
                </a:lnTo>
                <a:lnTo>
                  <a:pt x="249160" y="1641035"/>
                </a:lnTo>
                <a:lnTo>
                  <a:pt x="255076" y="1635061"/>
                </a:lnTo>
                <a:lnTo>
                  <a:pt x="264717" y="1634912"/>
                </a:lnTo>
                <a:lnTo>
                  <a:pt x="276686" y="1646650"/>
                </a:lnTo>
                <a:lnTo>
                  <a:pt x="276821" y="1656285"/>
                </a:lnTo>
                <a:lnTo>
                  <a:pt x="270955" y="1662313"/>
                </a:lnTo>
                <a:lnTo>
                  <a:pt x="265044" y="1668301"/>
                </a:lnTo>
                <a:lnTo>
                  <a:pt x="255457" y="1668399"/>
                </a:lnTo>
                <a:lnTo>
                  <a:pt x="249425" y="1662529"/>
                </a:lnTo>
                <a:close/>
              </a:path>
              <a:path w="5142230" h="2300604">
                <a:moveTo>
                  <a:pt x="352928" y="1760424"/>
                </a:moveTo>
                <a:lnTo>
                  <a:pt x="346729" y="1753788"/>
                </a:lnTo>
                <a:lnTo>
                  <a:pt x="346611" y="1744767"/>
                </a:lnTo>
                <a:lnTo>
                  <a:pt x="357737" y="1732739"/>
                </a:lnTo>
                <a:lnTo>
                  <a:pt x="367387" y="1732307"/>
                </a:lnTo>
                <a:lnTo>
                  <a:pt x="379698" y="1743726"/>
                </a:lnTo>
                <a:lnTo>
                  <a:pt x="380125" y="1753371"/>
                </a:lnTo>
                <a:lnTo>
                  <a:pt x="368706" y="1765682"/>
                </a:lnTo>
                <a:lnTo>
                  <a:pt x="359109" y="1766063"/>
                </a:lnTo>
                <a:lnTo>
                  <a:pt x="352928" y="1760424"/>
                </a:lnTo>
                <a:close/>
              </a:path>
              <a:path w="5142230" h="2300604">
                <a:moveTo>
                  <a:pt x="457968" y="1856152"/>
                </a:moveTo>
                <a:lnTo>
                  <a:pt x="451677" y="1849418"/>
                </a:lnTo>
                <a:lnTo>
                  <a:pt x="451513" y="1840542"/>
                </a:lnTo>
                <a:lnTo>
                  <a:pt x="456954" y="1834638"/>
                </a:lnTo>
                <a:lnTo>
                  <a:pt x="462548" y="1828407"/>
                </a:lnTo>
                <a:lnTo>
                  <a:pt x="472148" y="1827932"/>
                </a:lnTo>
                <a:lnTo>
                  <a:pt x="484595" y="1839214"/>
                </a:lnTo>
                <a:lnTo>
                  <a:pt x="485081" y="1848814"/>
                </a:lnTo>
                <a:lnTo>
                  <a:pt x="479433" y="1855084"/>
                </a:lnTo>
                <a:lnTo>
                  <a:pt x="473798" y="1861271"/>
                </a:lnTo>
                <a:lnTo>
                  <a:pt x="464194" y="1861751"/>
                </a:lnTo>
                <a:lnTo>
                  <a:pt x="457968" y="1856152"/>
                </a:lnTo>
                <a:close/>
              </a:path>
              <a:path w="5142230" h="2300604">
                <a:moveTo>
                  <a:pt x="300855" y="1711914"/>
                </a:moveTo>
                <a:lnTo>
                  <a:pt x="294751" y="1705380"/>
                </a:lnTo>
                <a:lnTo>
                  <a:pt x="294636" y="1696265"/>
                </a:lnTo>
                <a:lnTo>
                  <a:pt x="300217" y="1690412"/>
                </a:lnTo>
                <a:lnTo>
                  <a:pt x="305997" y="1684282"/>
                </a:lnTo>
                <a:lnTo>
                  <a:pt x="315586" y="1683990"/>
                </a:lnTo>
                <a:lnTo>
                  <a:pt x="327844" y="1695549"/>
                </a:lnTo>
                <a:lnTo>
                  <a:pt x="328136" y="1705147"/>
                </a:lnTo>
                <a:lnTo>
                  <a:pt x="316577" y="1717406"/>
                </a:lnTo>
                <a:lnTo>
                  <a:pt x="306938" y="1717644"/>
                </a:lnTo>
                <a:lnTo>
                  <a:pt x="300855" y="1711914"/>
                </a:lnTo>
                <a:close/>
              </a:path>
              <a:path w="5142230" h="2300604">
                <a:moveTo>
                  <a:pt x="405345" y="1808421"/>
                </a:moveTo>
                <a:lnTo>
                  <a:pt x="399154" y="1801795"/>
                </a:lnTo>
                <a:lnTo>
                  <a:pt x="398988" y="1792820"/>
                </a:lnTo>
                <a:lnTo>
                  <a:pt x="404335" y="1786911"/>
                </a:lnTo>
                <a:lnTo>
                  <a:pt x="410018" y="1780680"/>
                </a:lnTo>
                <a:lnTo>
                  <a:pt x="419663" y="1780262"/>
                </a:lnTo>
                <a:lnTo>
                  <a:pt x="432031" y="1791537"/>
                </a:lnTo>
                <a:lnTo>
                  <a:pt x="432552" y="1801185"/>
                </a:lnTo>
                <a:lnTo>
                  <a:pt x="421220" y="1813588"/>
                </a:lnTo>
                <a:lnTo>
                  <a:pt x="411575" y="1814015"/>
                </a:lnTo>
                <a:lnTo>
                  <a:pt x="405345" y="1808421"/>
                </a:lnTo>
                <a:close/>
              </a:path>
              <a:path w="5142230" h="2300604">
                <a:moveTo>
                  <a:pt x="64137" y="1457145"/>
                </a:moveTo>
                <a:lnTo>
                  <a:pt x="57795" y="1450356"/>
                </a:lnTo>
                <a:lnTo>
                  <a:pt x="52646" y="1443671"/>
                </a:lnTo>
                <a:lnTo>
                  <a:pt x="53962" y="1434132"/>
                </a:lnTo>
                <a:lnTo>
                  <a:pt x="67245" y="1423915"/>
                </a:lnTo>
                <a:lnTo>
                  <a:pt x="76832" y="1425185"/>
                </a:lnTo>
                <a:lnTo>
                  <a:pt x="87001" y="1438514"/>
                </a:lnTo>
                <a:lnTo>
                  <a:pt x="85779" y="1448056"/>
                </a:lnTo>
                <a:lnTo>
                  <a:pt x="79089" y="1453210"/>
                </a:lnTo>
                <a:lnTo>
                  <a:pt x="72837" y="1457954"/>
                </a:lnTo>
                <a:lnTo>
                  <a:pt x="64137" y="1457145"/>
                </a:lnTo>
                <a:close/>
              </a:path>
              <a:path w="5142230" h="2300604">
                <a:moveTo>
                  <a:pt x="22348" y="1399411"/>
                </a:moveTo>
                <a:lnTo>
                  <a:pt x="15637" y="1392227"/>
                </a:lnTo>
                <a:lnTo>
                  <a:pt x="10870" y="1385267"/>
                </a:lnTo>
                <a:lnTo>
                  <a:pt x="12703" y="1375793"/>
                </a:lnTo>
                <a:lnTo>
                  <a:pt x="26576" y="1366304"/>
                </a:lnTo>
                <a:lnTo>
                  <a:pt x="36004" y="1368088"/>
                </a:lnTo>
                <a:lnTo>
                  <a:pt x="45488" y="1381955"/>
                </a:lnTo>
                <a:lnTo>
                  <a:pt x="43754" y="1391437"/>
                </a:lnTo>
                <a:lnTo>
                  <a:pt x="36794" y="1396205"/>
                </a:lnTo>
                <a:lnTo>
                  <a:pt x="30464" y="1400474"/>
                </a:lnTo>
                <a:lnTo>
                  <a:pt x="22348" y="1399411"/>
                </a:lnTo>
                <a:close/>
              </a:path>
              <a:path w="5142230" h="2300604">
                <a:moveTo>
                  <a:pt x="108783" y="1512669"/>
                </a:moveTo>
                <a:lnTo>
                  <a:pt x="102722" y="1506181"/>
                </a:lnTo>
                <a:lnTo>
                  <a:pt x="97326" y="1499808"/>
                </a:lnTo>
                <a:lnTo>
                  <a:pt x="98129" y="1490210"/>
                </a:lnTo>
                <a:lnTo>
                  <a:pt x="103375" y="1485757"/>
                </a:lnTo>
                <a:lnTo>
                  <a:pt x="109778" y="1480393"/>
                </a:lnTo>
                <a:lnTo>
                  <a:pt x="111009" y="1479365"/>
                </a:lnTo>
                <a:lnTo>
                  <a:pt x="120564" y="1480209"/>
                </a:lnTo>
                <a:lnTo>
                  <a:pt x="131412" y="1492995"/>
                </a:lnTo>
                <a:lnTo>
                  <a:pt x="130564" y="1502644"/>
                </a:lnTo>
                <a:lnTo>
                  <a:pt x="125368" y="1507051"/>
                </a:lnTo>
                <a:lnTo>
                  <a:pt x="124196" y="1508045"/>
                </a:lnTo>
                <a:lnTo>
                  <a:pt x="118900" y="1512444"/>
                </a:lnTo>
                <a:lnTo>
                  <a:pt x="117924" y="1513256"/>
                </a:lnTo>
                <a:lnTo>
                  <a:pt x="108783" y="1512669"/>
                </a:lnTo>
                <a:close/>
              </a:path>
              <a:path w="5142230" h="2300604">
                <a:moveTo>
                  <a:pt x="834899" y="2284474"/>
                </a:moveTo>
                <a:lnTo>
                  <a:pt x="829433" y="2278623"/>
                </a:lnTo>
                <a:lnTo>
                  <a:pt x="828660" y="2277601"/>
                </a:lnTo>
                <a:lnTo>
                  <a:pt x="827997" y="2276403"/>
                </a:lnTo>
                <a:lnTo>
                  <a:pt x="824046" y="2269045"/>
                </a:lnTo>
                <a:lnTo>
                  <a:pt x="826767" y="2259838"/>
                </a:lnTo>
                <a:lnTo>
                  <a:pt x="834128" y="2255792"/>
                </a:lnTo>
                <a:lnTo>
                  <a:pt x="841534" y="2251795"/>
                </a:lnTo>
                <a:lnTo>
                  <a:pt x="850788" y="2254565"/>
                </a:lnTo>
                <a:lnTo>
                  <a:pt x="858736" y="2269329"/>
                </a:lnTo>
                <a:lnTo>
                  <a:pt x="856014" y="2278537"/>
                </a:lnTo>
                <a:lnTo>
                  <a:pt x="848654" y="2282582"/>
                </a:lnTo>
                <a:lnTo>
                  <a:pt x="842402" y="2285957"/>
                </a:lnTo>
                <a:lnTo>
                  <a:pt x="834899" y="2284474"/>
                </a:lnTo>
                <a:close/>
              </a:path>
              <a:path w="5142230" h="2300604">
                <a:moveTo>
                  <a:pt x="0" y="1335562"/>
                </a:moveTo>
                <a:lnTo>
                  <a:pt x="0" y="1310932"/>
                </a:lnTo>
                <a:lnTo>
                  <a:pt x="7363" y="1323255"/>
                </a:lnTo>
                <a:lnTo>
                  <a:pt x="4967" y="1332616"/>
                </a:lnTo>
                <a:lnTo>
                  <a:pt x="0" y="1335562"/>
                </a:lnTo>
                <a:close/>
              </a:path>
              <a:path w="5142230" h="2300604">
                <a:moveTo>
                  <a:pt x="667404" y="2058257"/>
                </a:moveTo>
                <a:lnTo>
                  <a:pt x="655880" y="2045921"/>
                </a:lnTo>
                <a:lnTo>
                  <a:pt x="656207" y="2036301"/>
                </a:lnTo>
                <a:lnTo>
                  <a:pt x="668540" y="2024871"/>
                </a:lnTo>
                <a:lnTo>
                  <a:pt x="678155" y="2025203"/>
                </a:lnTo>
                <a:lnTo>
                  <a:pt x="689592" y="2037447"/>
                </a:lnTo>
                <a:lnTo>
                  <a:pt x="689261" y="2047052"/>
                </a:lnTo>
                <a:lnTo>
                  <a:pt x="676978" y="2058536"/>
                </a:lnTo>
                <a:lnTo>
                  <a:pt x="667404" y="2058257"/>
                </a:lnTo>
                <a:close/>
              </a:path>
              <a:path w="5142230" h="2300604">
                <a:moveTo>
                  <a:pt x="562052" y="1952127"/>
                </a:moveTo>
                <a:lnTo>
                  <a:pt x="555993" y="1945642"/>
                </a:lnTo>
                <a:lnTo>
                  <a:pt x="555932" y="1936486"/>
                </a:lnTo>
                <a:lnTo>
                  <a:pt x="567338" y="1924552"/>
                </a:lnTo>
                <a:lnTo>
                  <a:pt x="576973" y="1924309"/>
                </a:lnTo>
                <a:lnTo>
                  <a:pt x="589093" y="1935915"/>
                </a:lnTo>
                <a:lnTo>
                  <a:pt x="589380" y="1945508"/>
                </a:lnTo>
                <a:lnTo>
                  <a:pt x="583555" y="1951589"/>
                </a:lnTo>
                <a:lnTo>
                  <a:pt x="577776" y="1957718"/>
                </a:lnTo>
                <a:lnTo>
                  <a:pt x="568132" y="1957961"/>
                </a:lnTo>
                <a:lnTo>
                  <a:pt x="562052" y="1952127"/>
                </a:lnTo>
                <a:close/>
              </a:path>
              <a:path w="5142230" h="2300604">
                <a:moveTo>
                  <a:pt x="612549" y="2001296"/>
                </a:moveTo>
                <a:lnTo>
                  <a:pt x="606719" y="1995055"/>
                </a:lnTo>
                <a:lnTo>
                  <a:pt x="606848" y="1985712"/>
                </a:lnTo>
                <a:lnTo>
                  <a:pt x="618625" y="1973980"/>
                </a:lnTo>
                <a:lnTo>
                  <a:pt x="628209" y="1973976"/>
                </a:lnTo>
                <a:lnTo>
                  <a:pt x="640126" y="1985853"/>
                </a:lnTo>
                <a:lnTo>
                  <a:pt x="640077" y="1995478"/>
                </a:lnTo>
                <a:lnTo>
                  <a:pt x="634214" y="2001420"/>
                </a:lnTo>
                <a:lnTo>
                  <a:pt x="628253" y="2007354"/>
                </a:lnTo>
                <a:lnTo>
                  <a:pt x="618575" y="2007355"/>
                </a:lnTo>
                <a:lnTo>
                  <a:pt x="612549" y="2001296"/>
                </a:lnTo>
                <a:close/>
              </a:path>
              <a:path w="5142230" h="2300604">
                <a:moveTo>
                  <a:pt x="155878" y="1566201"/>
                </a:moveTo>
                <a:lnTo>
                  <a:pt x="144307" y="1553815"/>
                </a:lnTo>
                <a:lnTo>
                  <a:pt x="144724" y="1544203"/>
                </a:lnTo>
                <a:lnTo>
                  <a:pt x="150918" y="1538508"/>
                </a:lnTo>
                <a:lnTo>
                  <a:pt x="156906" y="1533090"/>
                </a:lnTo>
                <a:lnTo>
                  <a:pt x="157153" y="1532866"/>
                </a:lnTo>
                <a:lnTo>
                  <a:pt x="166765" y="1533283"/>
                </a:lnTo>
                <a:lnTo>
                  <a:pt x="172411" y="1539523"/>
                </a:lnTo>
                <a:lnTo>
                  <a:pt x="178097" y="1545609"/>
                </a:lnTo>
                <a:lnTo>
                  <a:pt x="177680" y="1555328"/>
                </a:lnTo>
                <a:lnTo>
                  <a:pt x="171481" y="1561019"/>
                </a:lnTo>
                <a:lnTo>
                  <a:pt x="165493" y="1566436"/>
                </a:lnTo>
                <a:lnTo>
                  <a:pt x="165295" y="1566615"/>
                </a:lnTo>
                <a:lnTo>
                  <a:pt x="155878" y="1566201"/>
                </a:lnTo>
                <a:close/>
              </a:path>
              <a:path w="5142230" h="2300604">
                <a:moveTo>
                  <a:pt x="714323" y="2111025"/>
                </a:moveTo>
                <a:lnTo>
                  <a:pt x="708315" y="2104593"/>
                </a:lnTo>
                <a:lnTo>
                  <a:pt x="702868" y="2098176"/>
                </a:lnTo>
                <a:lnTo>
                  <a:pt x="703667" y="2088573"/>
                </a:lnTo>
                <a:lnTo>
                  <a:pt x="715383" y="2078632"/>
                </a:lnTo>
                <a:lnTo>
                  <a:pt x="716453" y="2077725"/>
                </a:lnTo>
                <a:lnTo>
                  <a:pt x="726105" y="2078478"/>
                </a:lnTo>
                <a:lnTo>
                  <a:pt x="736950" y="2091358"/>
                </a:lnTo>
                <a:lnTo>
                  <a:pt x="736200" y="2100916"/>
                </a:lnTo>
                <a:lnTo>
                  <a:pt x="724478" y="2110850"/>
                </a:lnTo>
                <a:lnTo>
                  <a:pt x="723560" y="2111627"/>
                </a:lnTo>
                <a:lnTo>
                  <a:pt x="714323" y="2111025"/>
                </a:lnTo>
                <a:close/>
              </a:path>
              <a:path w="5142230" h="2300604">
                <a:moveTo>
                  <a:pt x="198744" y="1611805"/>
                </a:moveTo>
                <a:lnTo>
                  <a:pt x="193096" y="1605758"/>
                </a:lnTo>
                <a:lnTo>
                  <a:pt x="193327" y="1596320"/>
                </a:lnTo>
                <a:lnTo>
                  <a:pt x="199286" y="1590480"/>
                </a:lnTo>
                <a:lnTo>
                  <a:pt x="199718" y="1590063"/>
                </a:lnTo>
                <a:lnTo>
                  <a:pt x="205333" y="1584647"/>
                </a:lnTo>
                <a:lnTo>
                  <a:pt x="214960" y="1584786"/>
                </a:lnTo>
                <a:lnTo>
                  <a:pt x="226687" y="1596841"/>
                </a:lnTo>
                <a:lnTo>
                  <a:pt x="226548" y="1606468"/>
                </a:lnTo>
                <a:lnTo>
                  <a:pt x="226111" y="1606889"/>
                </a:lnTo>
                <a:lnTo>
                  <a:pt x="220495" y="1612304"/>
                </a:lnTo>
                <a:lnTo>
                  <a:pt x="214488" y="1618190"/>
                </a:lnTo>
                <a:lnTo>
                  <a:pt x="204862" y="1618051"/>
                </a:lnTo>
                <a:lnTo>
                  <a:pt x="198744" y="1611805"/>
                </a:lnTo>
                <a:close/>
              </a:path>
              <a:path w="5142230" h="2300604">
                <a:moveTo>
                  <a:pt x="758534" y="2166171"/>
                </a:moveTo>
                <a:lnTo>
                  <a:pt x="752151" y="2159338"/>
                </a:lnTo>
                <a:lnTo>
                  <a:pt x="747045" y="2152602"/>
                </a:lnTo>
                <a:lnTo>
                  <a:pt x="748451" y="2143061"/>
                </a:lnTo>
                <a:lnTo>
                  <a:pt x="761830" y="2132947"/>
                </a:lnTo>
                <a:lnTo>
                  <a:pt x="771369" y="2134263"/>
                </a:lnTo>
                <a:lnTo>
                  <a:pt x="781485" y="2147731"/>
                </a:lnTo>
                <a:lnTo>
                  <a:pt x="780169" y="2157270"/>
                </a:lnTo>
                <a:lnTo>
                  <a:pt x="773436" y="2162281"/>
                </a:lnTo>
                <a:lnTo>
                  <a:pt x="767185" y="2167025"/>
                </a:lnTo>
                <a:lnTo>
                  <a:pt x="758534" y="2166171"/>
                </a:lnTo>
                <a:close/>
              </a:path>
              <a:path w="5142230" h="2300604">
                <a:moveTo>
                  <a:pt x="510350" y="1903918"/>
                </a:moveTo>
                <a:lnTo>
                  <a:pt x="504156" y="1897286"/>
                </a:lnTo>
                <a:lnTo>
                  <a:pt x="504038" y="1888265"/>
                </a:lnTo>
                <a:lnTo>
                  <a:pt x="515119" y="1876179"/>
                </a:lnTo>
                <a:lnTo>
                  <a:pt x="524764" y="1875752"/>
                </a:lnTo>
                <a:lnTo>
                  <a:pt x="537169" y="1887174"/>
                </a:lnTo>
                <a:lnTo>
                  <a:pt x="537550" y="1896771"/>
                </a:lnTo>
                <a:lnTo>
                  <a:pt x="531862" y="1902997"/>
                </a:lnTo>
                <a:lnTo>
                  <a:pt x="526177" y="1909130"/>
                </a:lnTo>
                <a:lnTo>
                  <a:pt x="516532" y="1909557"/>
                </a:lnTo>
                <a:lnTo>
                  <a:pt x="510350" y="1903918"/>
                </a:lnTo>
                <a:close/>
              </a:path>
              <a:path w="5142230" h="2300604">
                <a:moveTo>
                  <a:pt x="311083" y="1372452"/>
                </a:moveTo>
                <a:lnTo>
                  <a:pt x="305205" y="1366160"/>
                </a:lnTo>
                <a:lnTo>
                  <a:pt x="304883" y="1357790"/>
                </a:lnTo>
                <a:lnTo>
                  <a:pt x="309702" y="1352001"/>
                </a:lnTo>
                <a:lnTo>
                  <a:pt x="314972" y="1345717"/>
                </a:lnTo>
                <a:lnTo>
                  <a:pt x="324248" y="1344895"/>
                </a:lnTo>
                <a:lnTo>
                  <a:pt x="336830" y="1355431"/>
                </a:lnTo>
                <a:lnTo>
                  <a:pt x="337642" y="1364707"/>
                </a:lnTo>
                <a:lnTo>
                  <a:pt x="327165" y="1377243"/>
                </a:lnTo>
                <a:lnTo>
                  <a:pt x="317835" y="1378106"/>
                </a:lnTo>
                <a:lnTo>
                  <a:pt x="311083" y="1372452"/>
                </a:lnTo>
                <a:close/>
              </a:path>
              <a:path w="5142230" h="2300604">
                <a:moveTo>
                  <a:pt x="121095" y="1170824"/>
                </a:moveTo>
                <a:lnTo>
                  <a:pt x="115120" y="1164428"/>
                </a:lnTo>
                <a:lnTo>
                  <a:pt x="114716" y="1163800"/>
                </a:lnTo>
                <a:lnTo>
                  <a:pt x="110029" y="1157121"/>
                </a:lnTo>
                <a:lnTo>
                  <a:pt x="111717" y="1147883"/>
                </a:lnTo>
                <a:lnTo>
                  <a:pt x="125152" y="1138610"/>
                </a:lnTo>
                <a:lnTo>
                  <a:pt x="134354" y="1140250"/>
                </a:lnTo>
                <a:lnTo>
                  <a:pt x="143668" y="1153739"/>
                </a:lnTo>
                <a:lnTo>
                  <a:pt x="141982" y="1162892"/>
                </a:lnTo>
                <a:lnTo>
                  <a:pt x="135303" y="1167570"/>
                </a:lnTo>
                <a:lnTo>
                  <a:pt x="129170" y="1171747"/>
                </a:lnTo>
                <a:lnTo>
                  <a:pt x="121095" y="1170824"/>
                </a:lnTo>
                <a:close/>
              </a:path>
              <a:path w="5142230" h="2300604">
                <a:moveTo>
                  <a:pt x="0" y="842644"/>
                </a:moveTo>
                <a:lnTo>
                  <a:pt x="0" y="818485"/>
                </a:lnTo>
                <a:lnTo>
                  <a:pt x="505" y="818776"/>
                </a:lnTo>
                <a:lnTo>
                  <a:pt x="4736" y="834546"/>
                </a:lnTo>
                <a:lnTo>
                  <a:pt x="0" y="842644"/>
                </a:lnTo>
                <a:close/>
              </a:path>
              <a:path w="5142230" h="2300604">
                <a:moveTo>
                  <a:pt x="1280867" y="2283698"/>
                </a:moveTo>
                <a:lnTo>
                  <a:pt x="1275624" y="2278085"/>
                </a:lnTo>
                <a:lnTo>
                  <a:pt x="1274467" y="2276162"/>
                </a:lnTo>
                <a:lnTo>
                  <a:pt x="1273827" y="2274011"/>
                </a:lnTo>
                <a:lnTo>
                  <a:pt x="1271360" y="2266190"/>
                </a:lnTo>
                <a:lnTo>
                  <a:pt x="1275651" y="2257881"/>
                </a:lnTo>
                <a:lnTo>
                  <a:pt x="1283478" y="2255409"/>
                </a:lnTo>
                <a:lnTo>
                  <a:pt x="1291260" y="2252987"/>
                </a:lnTo>
                <a:lnTo>
                  <a:pt x="1299564" y="2257283"/>
                </a:lnTo>
                <a:lnTo>
                  <a:pt x="1304511" y="2272842"/>
                </a:lnTo>
                <a:lnTo>
                  <a:pt x="1300215" y="2281146"/>
                </a:lnTo>
                <a:lnTo>
                  <a:pt x="1286757" y="2285409"/>
                </a:lnTo>
                <a:lnTo>
                  <a:pt x="1280867" y="2283698"/>
                </a:lnTo>
                <a:close/>
              </a:path>
              <a:path w="5142230" h="2300604">
                <a:moveTo>
                  <a:pt x="24468" y="980109"/>
                </a:moveTo>
                <a:lnTo>
                  <a:pt x="19184" y="974453"/>
                </a:lnTo>
                <a:lnTo>
                  <a:pt x="18157" y="972855"/>
                </a:lnTo>
                <a:lnTo>
                  <a:pt x="14611" y="963293"/>
                </a:lnTo>
                <a:lnTo>
                  <a:pt x="18490" y="954738"/>
                </a:lnTo>
                <a:lnTo>
                  <a:pt x="26187" y="951931"/>
                </a:lnTo>
                <a:lnTo>
                  <a:pt x="33837" y="949076"/>
                </a:lnTo>
                <a:lnTo>
                  <a:pt x="42343" y="953001"/>
                </a:lnTo>
                <a:lnTo>
                  <a:pt x="48049" y="968297"/>
                </a:lnTo>
                <a:lnTo>
                  <a:pt x="44129" y="976808"/>
                </a:lnTo>
                <a:lnTo>
                  <a:pt x="36474" y="979658"/>
                </a:lnTo>
                <a:lnTo>
                  <a:pt x="30694" y="981780"/>
                </a:lnTo>
                <a:lnTo>
                  <a:pt x="24468" y="980109"/>
                </a:lnTo>
                <a:close/>
              </a:path>
              <a:path w="5142230" h="2300604">
                <a:moveTo>
                  <a:pt x="539860" y="1540417"/>
                </a:moveTo>
                <a:lnTo>
                  <a:pt x="534531" y="1534712"/>
                </a:lnTo>
                <a:lnTo>
                  <a:pt x="533754" y="1527037"/>
                </a:lnTo>
                <a:lnTo>
                  <a:pt x="537728" y="1521224"/>
                </a:lnTo>
                <a:lnTo>
                  <a:pt x="542255" y="1514438"/>
                </a:lnTo>
                <a:lnTo>
                  <a:pt x="551474" y="1512675"/>
                </a:lnTo>
                <a:lnTo>
                  <a:pt x="564992" y="1521770"/>
                </a:lnTo>
                <a:lnTo>
                  <a:pt x="566760" y="1530993"/>
                </a:lnTo>
                <a:lnTo>
                  <a:pt x="562233" y="1537779"/>
                </a:lnTo>
                <a:lnTo>
                  <a:pt x="557661" y="1544516"/>
                </a:lnTo>
                <a:lnTo>
                  <a:pt x="548478" y="1546328"/>
                </a:lnTo>
                <a:lnTo>
                  <a:pt x="541656" y="1541752"/>
                </a:lnTo>
                <a:lnTo>
                  <a:pt x="540732" y="1541154"/>
                </a:lnTo>
                <a:lnTo>
                  <a:pt x="539860" y="1540417"/>
                </a:lnTo>
                <a:close/>
              </a:path>
              <a:path w="5142230" h="2300604">
                <a:moveTo>
                  <a:pt x="82975" y="1110176"/>
                </a:moveTo>
                <a:lnTo>
                  <a:pt x="77646" y="1104471"/>
                </a:lnTo>
                <a:lnTo>
                  <a:pt x="76924" y="1103502"/>
                </a:lnTo>
                <a:lnTo>
                  <a:pt x="72338" y="1095367"/>
                </a:lnTo>
                <a:lnTo>
                  <a:pt x="74864" y="1086342"/>
                </a:lnTo>
                <a:lnTo>
                  <a:pt x="81987" y="1082335"/>
                </a:lnTo>
                <a:lnTo>
                  <a:pt x="89156" y="1078378"/>
                </a:lnTo>
                <a:lnTo>
                  <a:pt x="98182" y="1080904"/>
                </a:lnTo>
                <a:lnTo>
                  <a:pt x="106141" y="1095201"/>
                </a:lnTo>
                <a:lnTo>
                  <a:pt x="103570" y="1104168"/>
                </a:lnTo>
                <a:lnTo>
                  <a:pt x="96446" y="1108174"/>
                </a:lnTo>
                <a:lnTo>
                  <a:pt x="90383" y="1111556"/>
                </a:lnTo>
                <a:lnTo>
                  <a:pt x="82975" y="1110176"/>
                </a:lnTo>
                <a:close/>
              </a:path>
              <a:path w="5142230" h="2300604">
                <a:moveTo>
                  <a:pt x="51162" y="1046209"/>
                </a:moveTo>
                <a:lnTo>
                  <a:pt x="45878" y="1040553"/>
                </a:lnTo>
                <a:lnTo>
                  <a:pt x="44978" y="1039111"/>
                </a:lnTo>
                <a:lnTo>
                  <a:pt x="44234" y="1037523"/>
                </a:lnTo>
                <a:lnTo>
                  <a:pt x="40991" y="1030043"/>
                </a:lnTo>
                <a:lnTo>
                  <a:pt x="44455" y="1021338"/>
                </a:lnTo>
                <a:lnTo>
                  <a:pt x="51884" y="1018050"/>
                </a:lnTo>
                <a:lnTo>
                  <a:pt x="59403" y="1014760"/>
                </a:lnTo>
                <a:lnTo>
                  <a:pt x="68114" y="1018220"/>
                </a:lnTo>
                <a:lnTo>
                  <a:pt x="74638" y="1033219"/>
                </a:lnTo>
                <a:lnTo>
                  <a:pt x="71231" y="1041888"/>
                </a:lnTo>
                <a:lnTo>
                  <a:pt x="57813" y="1047758"/>
                </a:lnTo>
                <a:lnTo>
                  <a:pt x="51162" y="1046209"/>
                </a:lnTo>
                <a:close/>
              </a:path>
              <a:path w="5142230" h="2300604">
                <a:moveTo>
                  <a:pt x="423871" y="1459847"/>
                </a:moveTo>
                <a:lnTo>
                  <a:pt x="417800" y="1453349"/>
                </a:lnTo>
                <a:lnTo>
                  <a:pt x="417133" y="1445597"/>
                </a:lnTo>
                <a:lnTo>
                  <a:pt x="421386" y="1439788"/>
                </a:lnTo>
                <a:lnTo>
                  <a:pt x="426148" y="1433157"/>
                </a:lnTo>
                <a:lnTo>
                  <a:pt x="435452" y="1431680"/>
                </a:lnTo>
                <a:lnTo>
                  <a:pt x="448627" y="1441287"/>
                </a:lnTo>
                <a:lnTo>
                  <a:pt x="450107" y="1450496"/>
                </a:lnTo>
                <a:lnTo>
                  <a:pt x="445349" y="1457132"/>
                </a:lnTo>
                <a:lnTo>
                  <a:pt x="440546" y="1463719"/>
                </a:lnTo>
                <a:lnTo>
                  <a:pt x="431283" y="1465250"/>
                </a:lnTo>
                <a:lnTo>
                  <a:pt x="423871" y="1459847"/>
                </a:lnTo>
                <a:close/>
              </a:path>
              <a:path w="5142230" h="2300604">
                <a:moveTo>
                  <a:pt x="1223" y="912795"/>
                </a:moveTo>
                <a:lnTo>
                  <a:pt x="0" y="911485"/>
                </a:lnTo>
                <a:lnTo>
                  <a:pt x="0" y="885735"/>
                </a:lnTo>
                <a:lnTo>
                  <a:pt x="3789" y="884556"/>
                </a:lnTo>
                <a:lnTo>
                  <a:pt x="11611" y="882080"/>
                </a:lnTo>
                <a:lnTo>
                  <a:pt x="19920" y="886380"/>
                </a:lnTo>
                <a:lnTo>
                  <a:pt x="24818" y="901984"/>
                </a:lnTo>
                <a:lnTo>
                  <a:pt x="20513" y="910288"/>
                </a:lnTo>
                <a:lnTo>
                  <a:pt x="7113" y="914506"/>
                </a:lnTo>
                <a:lnTo>
                  <a:pt x="1223" y="912795"/>
                </a:lnTo>
                <a:close/>
              </a:path>
              <a:path w="5142230" h="2300604">
                <a:moveTo>
                  <a:pt x="481954" y="1501008"/>
                </a:moveTo>
                <a:lnTo>
                  <a:pt x="475837" y="1494460"/>
                </a:lnTo>
                <a:lnTo>
                  <a:pt x="475118" y="1486849"/>
                </a:lnTo>
                <a:lnTo>
                  <a:pt x="479187" y="1481039"/>
                </a:lnTo>
                <a:lnTo>
                  <a:pt x="483801" y="1474346"/>
                </a:lnTo>
                <a:lnTo>
                  <a:pt x="493016" y="1472686"/>
                </a:lnTo>
                <a:lnTo>
                  <a:pt x="506443" y="1481967"/>
                </a:lnTo>
                <a:lnTo>
                  <a:pt x="508107" y="1491177"/>
                </a:lnTo>
                <a:lnTo>
                  <a:pt x="498827" y="1504604"/>
                </a:lnTo>
                <a:lnTo>
                  <a:pt x="489611" y="1506273"/>
                </a:lnTo>
                <a:lnTo>
                  <a:pt x="482878" y="1501606"/>
                </a:lnTo>
                <a:lnTo>
                  <a:pt x="481954" y="1501008"/>
                </a:lnTo>
                <a:close/>
              </a:path>
              <a:path w="5142230" h="2300604">
                <a:moveTo>
                  <a:pt x="831444" y="1743660"/>
                </a:moveTo>
                <a:lnTo>
                  <a:pt x="825416" y="1737207"/>
                </a:lnTo>
                <a:lnTo>
                  <a:pt x="824901" y="1729227"/>
                </a:lnTo>
                <a:lnTo>
                  <a:pt x="829352" y="1723435"/>
                </a:lnTo>
                <a:lnTo>
                  <a:pt x="834247" y="1716945"/>
                </a:lnTo>
                <a:lnTo>
                  <a:pt x="843589" y="1715705"/>
                </a:lnTo>
                <a:lnTo>
                  <a:pt x="856566" y="1725589"/>
                </a:lnTo>
                <a:lnTo>
                  <a:pt x="857756" y="1734878"/>
                </a:lnTo>
                <a:lnTo>
                  <a:pt x="852861" y="1741368"/>
                </a:lnTo>
                <a:lnTo>
                  <a:pt x="847877" y="1747859"/>
                </a:lnTo>
                <a:lnTo>
                  <a:pt x="838628" y="1749103"/>
                </a:lnTo>
                <a:lnTo>
                  <a:pt x="831444" y="1743660"/>
                </a:lnTo>
                <a:close/>
              </a:path>
              <a:path w="5142230" h="2300604">
                <a:moveTo>
                  <a:pt x="657791" y="1619447"/>
                </a:moveTo>
                <a:lnTo>
                  <a:pt x="652416" y="1613693"/>
                </a:lnTo>
                <a:lnTo>
                  <a:pt x="651684" y="1606067"/>
                </a:lnTo>
                <a:lnTo>
                  <a:pt x="655560" y="1600256"/>
                </a:lnTo>
                <a:lnTo>
                  <a:pt x="660186" y="1593469"/>
                </a:lnTo>
                <a:lnTo>
                  <a:pt x="669355" y="1591652"/>
                </a:lnTo>
                <a:lnTo>
                  <a:pt x="682879" y="1600850"/>
                </a:lnTo>
                <a:lnTo>
                  <a:pt x="684691" y="1610024"/>
                </a:lnTo>
                <a:lnTo>
                  <a:pt x="680113" y="1616765"/>
                </a:lnTo>
                <a:lnTo>
                  <a:pt x="675542" y="1623592"/>
                </a:lnTo>
                <a:lnTo>
                  <a:pt x="666324" y="1625355"/>
                </a:lnTo>
                <a:lnTo>
                  <a:pt x="658617" y="1620136"/>
                </a:lnTo>
                <a:lnTo>
                  <a:pt x="657791" y="1619447"/>
                </a:lnTo>
                <a:close/>
              </a:path>
              <a:path w="5142230" h="2300604">
                <a:moveTo>
                  <a:pt x="716334" y="1659439"/>
                </a:moveTo>
                <a:lnTo>
                  <a:pt x="710964" y="1653690"/>
                </a:lnTo>
                <a:lnTo>
                  <a:pt x="710235" y="1645970"/>
                </a:lnTo>
                <a:lnTo>
                  <a:pt x="714304" y="1640160"/>
                </a:lnTo>
                <a:lnTo>
                  <a:pt x="718971" y="1633426"/>
                </a:lnTo>
                <a:lnTo>
                  <a:pt x="728186" y="1631757"/>
                </a:lnTo>
                <a:lnTo>
                  <a:pt x="741649" y="1641095"/>
                </a:lnTo>
                <a:lnTo>
                  <a:pt x="743274" y="1650352"/>
                </a:lnTo>
                <a:lnTo>
                  <a:pt x="738606" y="1656996"/>
                </a:lnTo>
                <a:lnTo>
                  <a:pt x="733939" y="1663720"/>
                </a:lnTo>
                <a:lnTo>
                  <a:pt x="724728" y="1665394"/>
                </a:lnTo>
                <a:lnTo>
                  <a:pt x="717994" y="1660727"/>
                </a:lnTo>
                <a:lnTo>
                  <a:pt x="717165" y="1660132"/>
                </a:lnTo>
                <a:lnTo>
                  <a:pt x="716334" y="1659439"/>
                </a:lnTo>
                <a:close/>
              </a:path>
              <a:path w="5142230" h="2300604">
                <a:moveTo>
                  <a:pt x="598846" y="1579904"/>
                </a:moveTo>
                <a:lnTo>
                  <a:pt x="593521" y="1574204"/>
                </a:lnTo>
                <a:lnTo>
                  <a:pt x="592736" y="1566619"/>
                </a:lnTo>
                <a:lnTo>
                  <a:pt x="601148" y="1554022"/>
                </a:lnTo>
                <a:lnTo>
                  <a:pt x="610369" y="1552164"/>
                </a:lnTo>
                <a:lnTo>
                  <a:pt x="623892" y="1561264"/>
                </a:lnTo>
                <a:lnTo>
                  <a:pt x="625794" y="1570445"/>
                </a:lnTo>
                <a:lnTo>
                  <a:pt x="621177" y="1577223"/>
                </a:lnTo>
                <a:lnTo>
                  <a:pt x="616650" y="1584008"/>
                </a:lnTo>
                <a:lnTo>
                  <a:pt x="607477" y="1585820"/>
                </a:lnTo>
                <a:lnTo>
                  <a:pt x="599717" y="1580642"/>
                </a:lnTo>
                <a:lnTo>
                  <a:pt x="598846" y="1579904"/>
                </a:lnTo>
                <a:close/>
              </a:path>
              <a:path w="5142230" h="2300604">
                <a:moveTo>
                  <a:pt x="774780" y="1701183"/>
                </a:moveTo>
                <a:lnTo>
                  <a:pt x="768705" y="1694681"/>
                </a:lnTo>
                <a:lnTo>
                  <a:pt x="768090" y="1686887"/>
                </a:lnTo>
                <a:lnTo>
                  <a:pt x="777200" y="1674450"/>
                </a:lnTo>
                <a:lnTo>
                  <a:pt x="786455" y="1673019"/>
                </a:lnTo>
                <a:lnTo>
                  <a:pt x="799627" y="1682720"/>
                </a:lnTo>
                <a:lnTo>
                  <a:pt x="801054" y="1691970"/>
                </a:lnTo>
                <a:lnTo>
                  <a:pt x="796161" y="1698559"/>
                </a:lnTo>
                <a:lnTo>
                  <a:pt x="791357" y="1705147"/>
                </a:lnTo>
                <a:lnTo>
                  <a:pt x="782102" y="1706578"/>
                </a:lnTo>
                <a:lnTo>
                  <a:pt x="775559" y="1701724"/>
                </a:lnTo>
                <a:lnTo>
                  <a:pt x="774780" y="1701183"/>
                </a:lnTo>
                <a:close/>
              </a:path>
              <a:path w="5142230" h="2300604">
                <a:moveTo>
                  <a:pt x="1100575" y="1984059"/>
                </a:moveTo>
                <a:lnTo>
                  <a:pt x="1094882" y="1977964"/>
                </a:lnTo>
                <a:lnTo>
                  <a:pt x="1089422" y="1971924"/>
                </a:lnTo>
                <a:lnTo>
                  <a:pt x="1089878" y="1962549"/>
                </a:lnTo>
                <a:lnTo>
                  <a:pt x="1101615" y="1951938"/>
                </a:lnTo>
                <a:lnTo>
                  <a:pt x="1102011" y="1951580"/>
                </a:lnTo>
                <a:lnTo>
                  <a:pt x="1111337" y="1952082"/>
                </a:lnTo>
                <a:lnTo>
                  <a:pt x="1122306" y="1964215"/>
                </a:lnTo>
                <a:lnTo>
                  <a:pt x="1121800" y="1973545"/>
                </a:lnTo>
                <a:lnTo>
                  <a:pt x="1115806" y="1979053"/>
                </a:lnTo>
                <a:lnTo>
                  <a:pt x="1110063" y="1984157"/>
                </a:lnTo>
                <a:lnTo>
                  <a:pt x="1109769" y="1984419"/>
                </a:lnTo>
                <a:lnTo>
                  <a:pt x="1100575" y="1984059"/>
                </a:lnTo>
                <a:close/>
              </a:path>
              <a:path w="5142230" h="2300604">
                <a:moveTo>
                  <a:pt x="941977" y="1831975"/>
                </a:moveTo>
                <a:lnTo>
                  <a:pt x="936099" y="1825682"/>
                </a:lnTo>
                <a:lnTo>
                  <a:pt x="935777" y="1817323"/>
                </a:lnTo>
                <a:lnTo>
                  <a:pt x="940695" y="1811542"/>
                </a:lnTo>
                <a:lnTo>
                  <a:pt x="945951" y="1805253"/>
                </a:lnTo>
                <a:lnTo>
                  <a:pt x="955287" y="1804485"/>
                </a:lnTo>
                <a:lnTo>
                  <a:pt x="967769" y="1815012"/>
                </a:lnTo>
                <a:lnTo>
                  <a:pt x="968534" y="1824433"/>
                </a:lnTo>
                <a:lnTo>
                  <a:pt x="957961" y="1836867"/>
                </a:lnTo>
                <a:lnTo>
                  <a:pt x="948635" y="1837636"/>
                </a:lnTo>
                <a:lnTo>
                  <a:pt x="941977" y="1831975"/>
                </a:lnTo>
                <a:close/>
              </a:path>
              <a:path w="5142230" h="2300604">
                <a:moveTo>
                  <a:pt x="995388" y="1878789"/>
                </a:moveTo>
                <a:lnTo>
                  <a:pt x="989371" y="1872347"/>
                </a:lnTo>
                <a:lnTo>
                  <a:pt x="989199" y="1863660"/>
                </a:lnTo>
                <a:lnTo>
                  <a:pt x="994395" y="1857893"/>
                </a:lnTo>
                <a:lnTo>
                  <a:pt x="999893" y="1851844"/>
                </a:lnTo>
                <a:lnTo>
                  <a:pt x="1009250" y="1851411"/>
                </a:lnTo>
                <a:lnTo>
                  <a:pt x="1021345" y="1862393"/>
                </a:lnTo>
                <a:lnTo>
                  <a:pt x="1021772" y="1871755"/>
                </a:lnTo>
                <a:lnTo>
                  <a:pt x="1010795" y="1883845"/>
                </a:lnTo>
                <a:lnTo>
                  <a:pt x="1001432" y="1884282"/>
                </a:lnTo>
                <a:lnTo>
                  <a:pt x="995388" y="1878789"/>
                </a:lnTo>
                <a:close/>
              </a:path>
              <a:path w="5142230" h="2300604">
                <a:moveTo>
                  <a:pt x="887832" y="1787601"/>
                </a:moveTo>
                <a:lnTo>
                  <a:pt x="881340" y="1780651"/>
                </a:lnTo>
                <a:lnTo>
                  <a:pt x="880873" y="1772635"/>
                </a:lnTo>
                <a:lnTo>
                  <a:pt x="885517" y="1766844"/>
                </a:lnTo>
                <a:lnTo>
                  <a:pt x="890597" y="1760455"/>
                </a:lnTo>
                <a:lnTo>
                  <a:pt x="899929" y="1759399"/>
                </a:lnTo>
                <a:lnTo>
                  <a:pt x="912712" y="1769564"/>
                </a:lnTo>
                <a:lnTo>
                  <a:pt x="913708" y="1778851"/>
                </a:lnTo>
                <a:lnTo>
                  <a:pt x="903553" y="1791634"/>
                </a:lnTo>
                <a:lnTo>
                  <a:pt x="894221" y="1792681"/>
                </a:lnTo>
                <a:lnTo>
                  <a:pt x="887832" y="1787601"/>
                </a:lnTo>
                <a:close/>
              </a:path>
              <a:path w="5142230" h="2300604">
                <a:moveTo>
                  <a:pt x="366737" y="1417161"/>
                </a:moveTo>
                <a:lnTo>
                  <a:pt x="360760" y="1410763"/>
                </a:lnTo>
                <a:lnTo>
                  <a:pt x="360283" y="1402726"/>
                </a:lnTo>
                <a:lnTo>
                  <a:pt x="369723" y="1390447"/>
                </a:lnTo>
                <a:lnTo>
                  <a:pt x="379017" y="1389253"/>
                </a:lnTo>
                <a:lnTo>
                  <a:pt x="391990" y="1399231"/>
                </a:lnTo>
                <a:lnTo>
                  <a:pt x="393180" y="1408520"/>
                </a:lnTo>
                <a:lnTo>
                  <a:pt x="388150" y="1414962"/>
                </a:lnTo>
                <a:lnTo>
                  <a:pt x="383161" y="1421449"/>
                </a:lnTo>
                <a:lnTo>
                  <a:pt x="373867" y="1422644"/>
                </a:lnTo>
                <a:lnTo>
                  <a:pt x="366737" y="1417161"/>
                </a:lnTo>
                <a:close/>
              </a:path>
              <a:path w="5142230" h="2300604">
                <a:moveTo>
                  <a:pt x="211981" y="1281028"/>
                </a:moveTo>
                <a:lnTo>
                  <a:pt x="200688" y="1268939"/>
                </a:lnTo>
                <a:lnTo>
                  <a:pt x="200952" y="1259838"/>
                </a:lnTo>
                <a:lnTo>
                  <a:pt x="206761" y="1254229"/>
                </a:lnTo>
                <a:lnTo>
                  <a:pt x="212713" y="1248568"/>
                </a:lnTo>
                <a:lnTo>
                  <a:pt x="222146" y="1248794"/>
                </a:lnTo>
                <a:lnTo>
                  <a:pt x="227663" y="1254699"/>
                </a:lnTo>
                <a:lnTo>
                  <a:pt x="233318" y="1260557"/>
                </a:lnTo>
                <a:lnTo>
                  <a:pt x="233140" y="1269946"/>
                </a:lnTo>
                <a:lnTo>
                  <a:pt x="226944" y="1275834"/>
                </a:lnTo>
                <a:lnTo>
                  <a:pt x="221321" y="1281251"/>
                </a:lnTo>
                <a:lnTo>
                  <a:pt x="211981" y="1281028"/>
                </a:lnTo>
                <a:close/>
              </a:path>
              <a:path w="5142230" h="2300604">
                <a:moveTo>
                  <a:pt x="1188171" y="2094649"/>
                </a:moveTo>
                <a:lnTo>
                  <a:pt x="1181639" y="2087658"/>
                </a:lnTo>
                <a:lnTo>
                  <a:pt x="1177059" y="2080888"/>
                </a:lnTo>
                <a:lnTo>
                  <a:pt x="1178832" y="2071652"/>
                </a:lnTo>
                <a:lnTo>
                  <a:pt x="1192368" y="2062487"/>
                </a:lnTo>
                <a:lnTo>
                  <a:pt x="1201518" y="2064257"/>
                </a:lnTo>
                <a:lnTo>
                  <a:pt x="1210688" y="2077788"/>
                </a:lnTo>
                <a:lnTo>
                  <a:pt x="1208954" y="2086977"/>
                </a:lnTo>
                <a:lnTo>
                  <a:pt x="1202194" y="2091567"/>
                </a:lnTo>
                <a:lnTo>
                  <a:pt x="1196059" y="2095655"/>
                </a:lnTo>
                <a:lnTo>
                  <a:pt x="1188171" y="2094649"/>
                </a:lnTo>
                <a:close/>
              </a:path>
              <a:path w="5142230" h="2300604">
                <a:moveTo>
                  <a:pt x="1256204" y="2217709"/>
                </a:moveTo>
                <a:lnTo>
                  <a:pt x="1250915" y="2212048"/>
                </a:lnTo>
                <a:lnTo>
                  <a:pt x="1250066" y="2210650"/>
                </a:lnTo>
                <a:lnTo>
                  <a:pt x="1249317" y="2209066"/>
                </a:lnTo>
                <a:lnTo>
                  <a:pt x="1246083" y="2201596"/>
                </a:lnTo>
                <a:lnTo>
                  <a:pt x="1249444" y="2192878"/>
                </a:lnTo>
                <a:lnTo>
                  <a:pt x="1256972" y="2189598"/>
                </a:lnTo>
                <a:lnTo>
                  <a:pt x="1264401" y="2186310"/>
                </a:lnTo>
                <a:lnTo>
                  <a:pt x="1273151" y="2189724"/>
                </a:lnTo>
                <a:lnTo>
                  <a:pt x="1279733" y="2204677"/>
                </a:lnTo>
                <a:lnTo>
                  <a:pt x="1276309" y="2213436"/>
                </a:lnTo>
                <a:lnTo>
                  <a:pt x="1268839" y="2216671"/>
                </a:lnTo>
                <a:lnTo>
                  <a:pt x="1262900" y="2219306"/>
                </a:lnTo>
                <a:lnTo>
                  <a:pt x="1256204" y="2217709"/>
                </a:lnTo>
                <a:close/>
              </a:path>
              <a:path w="5142230" h="2300604">
                <a:moveTo>
                  <a:pt x="164380" y="1227717"/>
                </a:moveTo>
                <a:lnTo>
                  <a:pt x="158405" y="1221320"/>
                </a:lnTo>
                <a:lnTo>
                  <a:pt x="153194" y="1215058"/>
                </a:lnTo>
                <a:lnTo>
                  <a:pt x="154078" y="1205740"/>
                </a:lnTo>
                <a:lnTo>
                  <a:pt x="160345" y="1200525"/>
                </a:lnTo>
                <a:lnTo>
                  <a:pt x="165258" y="1196497"/>
                </a:lnTo>
                <a:lnTo>
                  <a:pt x="166654" y="1195353"/>
                </a:lnTo>
                <a:lnTo>
                  <a:pt x="175976" y="1196241"/>
                </a:lnTo>
                <a:lnTo>
                  <a:pt x="186407" y="1208776"/>
                </a:lnTo>
                <a:lnTo>
                  <a:pt x="185475" y="1218139"/>
                </a:lnTo>
                <a:lnTo>
                  <a:pt x="174315" y="1227404"/>
                </a:lnTo>
                <a:lnTo>
                  <a:pt x="173184" y="1228343"/>
                </a:lnTo>
                <a:lnTo>
                  <a:pt x="164380" y="1227717"/>
                </a:lnTo>
                <a:close/>
              </a:path>
              <a:path w="5142230" h="2300604">
                <a:moveTo>
                  <a:pt x="1224923" y="2154606"/>
                </a:moveTo>
                <a:lnTo>
                  <a:pt x="1219593" y="2148901"/>
                </a:lnTo>
                <a:lnTo>
                  <a:pt x="1218924" y="2147892"/>
                </a:lnTo>
                <a:lnTo>
                  <a:pt x="1214329" y="2139757"/>
                </a:lnTo>
                <a:lnTo>
                  <a:pt x="1216865" y="2130732"/>
                </a:lnTo>
                <a:lnTo>
                  <a:pt x="1223988" y="2126725"/>
                </a:lnTo>
                <a:lnTo>
                  <a:pt x="1231152" y="2122772"/>
                </a:lnTo>
                <a:lnTo>
                  <a:pt x="1240182" y="2125294"/>
                </a:lnTo>
                <a:lnTo>
                  <a:pt x="1248101" y="2139537"/>
                </a:lnTo>
                <a:lnTo>
                  <a:pt x="1245570" y="2148558"/>
                </a:lnTo>
                <a:lnTo>
                  <a:pt x="1238442" y="2152569"/>
                </a:lnTo>
                <a:lnTo>
                  <a:pt x="1232383" y="2155946"/>
                </a:lnTo>
                <a:lnTo>
                  <a:pt x="1224923" y="2154606"/>
                </a:lnTo>
                <a:close/>
              </a:path>
              <a:path w="5142230" h="2300604">
                <a:moveTo>
                  <a:pt x="1146238" y="2037827"/>
                </a:moveTo>
                <a:lnTo>
                  <a:pt x="1140226" y="2031390"/>
                </a:lnTo>
                <a:lnTo>
                  <a:pt x="1135156" y="2024986"/>
                </a:lnTo>
                <a:lnTo>
                  <a:pt x="1136228" y="2015675"/>
                </a:lnTo>
                <a:lnTo>
                  <a:pt x="1142633" y="2010606"/>
                </a:lnTo>
                <a:lnTo>
                  <a:pt x="1148986" y="2005492"/>
                </a:lnTo>
                <a:lnTo>
                  <a:pt x="1158298" y="2006555"/>
                </a:lnTo>
                <a:lnTo>
                  <a:pt x="1168436" y="2019373"/>
                </a:lnTo>
                <a:lnTo>
                  <a:pt x="1167369" y="2028679"/>
                </a:lnTo>
                <a:lnTo>
                  <a:pt x="1160955" y="2033748"/>
                </a:lnTo>
                <a:lnTo>
                  <a:pt x="1154899" y="2038594"/>
                </a:lnTo>
                <a:lnTo>
                  <a:pt x="1146238" y="2037827"/>
                </a:lnTo>
                <a:close/>
              </a:path>
              <a:path w="5142230" h="2300604">
                <a:moveTo>
                  <a:pt x="1046378" y="1927215"/>
                </a:moveTo>
                <a:lnTo>
                  <a:pt x="1040639" y="1921071"/>
                </a:lnTo>
                <a:lnTo>
                  <a:pt x="1040708" y="1911966"/>
                </a:lnTo>
                <a:lnTo>
                  <a:pt x="1046382" y="1906301"/>
                </a:lnTo>
                <a:lnTo>
                  <a:pt x="1052098" y="1900495"/>
                </a:lnTo>
                <a:lnTo>
                  <a:pt x="1061493" y="1900484"/>
                </a:lnTo>
                <a:lnTo>
                  <a:pt x="1073046" y="1911981"/>
                </a:lnTo>
                <a:lnTo>
                  <a:pt x="1073110" y="1921326"/>
                </a:lnTo>
                <a:lnTo>
                  <a:pt x="1067336" y="1927168"/>
                </a:lnTo>
                <a:lnTo>
                  <a:pt x="1061570" y="1932920"/>
                </a:lnTo>
                <a:lnTo>
                  <a:pt x="1052225" y="1932984"/>
                </a:lnTo>
                <a:lnTo>
                  <a:pt x="1046378" y="1927215"/>
                </a:lnTo>
                <a:close/>
              </a:path>
              <a:path w="5142230" h="2300604">
                <a:moveTo>
                  <a:pt x="256862" y="1324761"/>
                </a:moveTo>
                <a:lnTo>
                  <a:pt x="251619" y="1319149"/>
                </a:lnTo>
                <a:lnTo>
                  <a:pt x="251495" y="1310316"/>
                </a:lnTo>
                <a:lnTo>
                  <a:pt x="256835" y="1304606"/>
                </a:lnTo>
                <a:lnTo>
                  <a:pt x="262379" y="1298606"/>
                </a:lnTo>
                <a:lnTo>
                  <a:pt x="271733" y="1298258"/>
                </a:lnTo>
                <a:lnTo>
                  <a:pt x="283725" y="1309345"/>
                </a:lnTo>
                <a:lnTo>
                  <a:pt x="284067" y="1318695"/>
                </a:lnTo>
                <a:lnTo>
                  <a:pt x="272994" y="1330692"/>
                </a:lnTo>
                <a:lnTo>
                  <a:pt x="263635" y="1331034"/>
                </a:lnTo>
                <a:lnTo>
                  <a:pt x="256862" y="1324761"/>
                </a:lnTo>
                <a:close/>
              </a:path>
              <a:path w="5142230" h="2300604">
                <a:moveTo>
                  <a:pt x="79106" y="659234"/>
                </a:moveTo>
                <a:lnTo>
                  <a:pt x="74054" y="653827"/>
                </a:lnTo>
                <a:lnTo>
                  <a:pt x="72850" y="651756"/>
                </a:lnTo>
                <a:lnTo>
                  <a:pt x="70262" y="641655"/>
                </a:lnTo>
                <a:lnTo>
                  <a:pt x="74829" y="633836"/>
                </a:lnTo>
                <a:lnTo>
                  <a:pt x="82545" y="631833"/>
                </a:lnTo>
                <a:lnTo>
                  <a:pt x="90208" y="629870"/>
                </a:lnTo>
                <a:lnTo>
                  <a:pt x="98036" y="634437"/>
                </a:lnTo>
                <a:lnTo>
                  <a:pt x="101997" y="649821"/>
                </a:lnTo>
                <a:lnTo>
                  <a:pt x="97435" y="657644"/>
                </a:lnTo>
                <a:lnTo>
                  <a:pt x="84431" y="661025"/>
                </a:lnTo>
                <a:lnTo>
                  <a:pt x="79106" y="659234"/>
                </a:lnTo>
                <a:close/>
              </a:path>
              <a:path w="5142230" h="2300604">
                <a:moveTo>
                  <a:pt x="349840" y="1143662"/>
                </a:moveTo>
                <a:lnTo>
                  <a:pt x="343964" y="1137371"/>
                </a:lnTo>
                <a:lnTo>
                  <a:pt x="343827" y="1128926"/>
                </a:lnTo>
                <a:lnTo>
                  <a:pt x="348883" y="1123381"/>
                </a:lnTo>
                <a:lnTo>
                  <a:pt x="354275" y="1117522"/>
                </a:lnTo>
                <a:lnTo>
                  <a:pt x="363355" y="1117075"/>
                </a:lnTo>
                <a:lnTo>
                  <a:pt x="375076" y="1127766"/>
                </a:lnTo>
                <a:lnTo>
                  <a:pt x="375523" y="1136846"/>
                </a:lnTo>
                <a:lnTo>
                  <a:pt x="370130" y="1142705"/>
                </a:lnTo>
                <a:lnTo>
                  <a:pt x="364832" y="1148567"/>
                </a:lnTo>
                <a:lnTo>
                  <a:pt x="355743" y="1149013"/>
                </a:lnTo>
                <a:lnTo>
                  <a:pt x="349840" y="1143662"/>
                </a:lnTo>
                <a:close/>
              </a:path>
              <a:path w="5142230" h="2300604">
                <a:moveTo>
                  <a:pt x="404434" y="1190374"/>
                </a:moveTo>
                <a:lnTo>
                  <a:pt x="398132" y="1183627"/>
                </a:lnTo>
                <a:lnTo>
                  <a:pt x="397750" y="1175790"/>
                </a:lnTo>
                <a:lnTo>
                  <a:pt x="402243" y="1170141"/>
                </a:lnTo>
                <a:lnTo>
                  <a:pt x="407268" y="1163986"/>
                </a:lnTo>
                <a:lnTo>
                  <a:pt x="416313" y="1163014"/>
                </a:lnTo>
                <a:lnTo>
                  <a:pt x="428680" y="1172929"/>
                </a:lnTo>
                <a:lnTo>
                  <a:pt x="429647" y="1181979"/>
                </a:lnTo>
                <a:lnTo>
                  <a:pt x="424667" y="1188183"/>
                </a:lnTo>
                <a:lnTo>
                  <a:pt x="419638" y="1194333"/>
                </a:lnTo>
                <a:lnTo>
                  <a:pt x="410638" y="1195353"/>
                </a:lnTo>
                <a:lnTo>
                  <a:pt x="404434" y="1190374"/>
                </a:lnTo>
                <a:close/>
              </a:path>
              <a:path w="5142230" h="2300604">
                <a:moveTo>
                  <a:pt x="1610909" y="2133801"/>
                </a:moveTo>
                <a:lnTo>
                  <a:pt x="1605811" y="2128344"/>
                </a:lnTo>
                <a:lnTo>
                  <a:pt x="1604733" y="2126603"/>
                </a:lnTo>
                <a:lnTo>
                  <a:pt x="1601516" y="2117099"/>
                </a:lnTo>
                <a:lnTo>
                  <a:pt x="1605575" y="2108933"/>
                </a:lnTo>
                <a:lnTo>
                  <a:pt x="1613073" y="2106403"/>
                </a:lnTo>
                <a:lnTo>
                  <a:pt x="1620615" y="2103822"/>
                </a:lnTo>
                <a:lnTo>
                  <a:pt x="1628786" y="2107877"/>
                </a:lnTo>
                <a:lnTo>
                  <a:pt x="1633851" y="2122878"/>
                </a:lnTo>
                <a:lnTo>
                  <a:pt x="1629796" y="2131049"/>
                </a:lnTo>
                <a:lnTo>
                  <a:pt x="1616753" y="2135463"/>
                </a:lnTo>
                <a:lnTo>
                  <a:pt x="1610909" y="2133801"/>
                </a:lnTo>
                <a:close/>
              </a:path>
              <a:path w="5142230" h="2300604">
                <a:moveTo>
                  <a:pt x="303766" y="1099326"/>
                </a:moveTo>
                <a:lnTo>
                  <a:pt x="292788" y="1087574"/>
                </a:lnTo>
                <a:lnTo>
                  <a:pt x="292996" y="1078707"/>
                </a:lnTo>
                <a:lnTo>
                  <a:pt x="298654" y="1073239"/>
                </a:lnTo>
                <a:lnTo>
                  <a:pt x="304416" y="1067765"/>
                </a:lnTo>
                <a:lnTo>
                  <a:pt x="313619" y="1067940"/>
                </a:lnTo>
                <a:lnTo>
                  <a:pt x="318991" y="1073690"/>
                </a:lnTo>
                <a:lnTo>
                  <a:pt x="324463" y="1079353"/>
                </a:lnTo>
                <a:lnTo>
                  <a:pt x="324290" y="1088463"/>
                </a:lnTo>
                <a:lnTo>
                  <a:pt x="318291" y="1094260"/>
                </a:lnTo>
                <a:lnTo>
                  <a:pt x="312872" y="1099495"/>
                </a:lnTo>
                <a:lnTo>
                  <a:pt x="303766" y="1099326"/>
                </a:lnTo>
                <a:close/>
              </a:path>
              <a:path w="5142230" h="2300604">
                <a:moveTo>
                  <a:pt x="1552720" y="2005728"/>
                </a:moveTo>
                <a:lnTo>
                  <a:pt x="1547527" y="2000169"/>
                </a:lnTo>
                <a:lnTo>
                  <a:pt x="1546896" y="1999298"/>
                </a:lnTo>
                <a:lnTo>
                  <a:pt x="1546313" y="1998381"/>
                </a:lnTo>
                <a:lnTo>
                  <a:pt x="1542346" y="1991495"/>
                </a:lnTo>
                <a:lnTo>
                  <a:pt x="1544628" y="1982697"/>
                </a:lnTo>
                <a:lnTo>
                  <a:pt x="1551514" y="1978730"/>
                </a:lnTo>
                <a:lnTo>
                  <a:pt x="1558350" y="1974709"/>
                </a:lnTo>
                <a:lnTo>
                  <a:pt x="1567153" y="1976996"/>
                </a:lnTo>
                <a:lnTo>
                  <a:pt x="1575136" y="1990723"/>
                </a:lnTo>
                <a:lnTo>
                  <a:pt x="1572854" y="1999520"/>
                </a:lnTo>
                <a:lnTo>
                  <a:pt x="1566013" y="2003536"/>
                </a:lnTo>
                <a:lnTo>
                  <a:pt x="1560085" y="2006965"/>
                </a:lnTo>
                <a:lnTo>
                  <a:pt x="1552720" y="2005728"/>
                </a:lnTo>
                <a:close/>
              </a:path>
              <a:path w="5142230" h="2300604">
                <a:moveTo>
                  <a:pt x="121260" y="795264"/>
                </a:moveTo>
                <a:lnTo>
                  <a:pt x="116163" y="789808"/>
                </a:lnTo>
                <a:lnTo>
                  <a:pt x="115132" y="788215"/>
                </a:lnTo>
                <a:lnTo>
                  <a:pt x="114487" y="786351"/>
                </a:lnTo>
                <a:lnTo>
                  <a:pt x="111715" y="778888"/>
                </a:lnTo>
                <a:lnTo>
                  <a:pt x="115589" y="770621"/>
                </a:lnTo>
                <a:lnTo>
                  <a:pt x="122999" y="767899"/>
                </a:lnTo>
                <a:lnTo>
                  <a:pt x="130503" y="765180"/>
                </a:lnTo>
                <a:lnTo>
                  <a:pt x="138729" y="769001"/>
                </a:lnTo>
                <a:lnTo>
                  <a:pt x="144170" y="783916"/>
                </a:lnTo>
                <a:lnTo>
                  <a:pt x="140345" y="792146"/>
                </a:lnTo>
                <a:lnTo>
                  <a:pt x="132891" y="794909"/>
                </a:lnTo>
                <a:lnTo>
                  <a:pt x="127293" y="796942"/>
                </a:lnTo>
                <a:lnTo>
                  <a:pt x="121260" y="795264"/>
                </a:lnTo>
                <a:close/>
              </a:path>
              <a:path w="5142230" h="2300604">
                <a:moveTo>
                  <a:pt x="1585102" y="2068250"/>
                </a:moveTo>
                <a:lnTo>
                  <a:pt x="1579955" y="2062740"/>
                </a:lnTo>
                <a:lnTo>
                  <a:pt x="1579094" y="2061526"/>
                </a:lnTo>
                <a:lnTo>
                  <a:pt x="1578441" y="2060044"/>
                </a:lnTo>
                <a:lnTo>
                  <a:pt x="1575098" y="2052849"/>
                </a:lnTo>
                <a:lnTo>
                  <a:pt x="1578269" y="2044318"/>
                </a:lnTo>
                <a:lnTo>
                  <a:pt x="1585505" y="2041019"/>
                </a:lnTo>
                <a:lnTo>
                  <a:pt x="1592705" y="2037681"/>
                </a:lnTo>
                <a:lnTo>
                  <a:pt x="1601232" y="2040846"/>
                </a:lnTo>
                <a:lnTo>
                  <a:pt x="1607873" y="2055287"/>
                </a:lnTo>
                <a:lnTo>
                  <a:pt x="1604699" y="2063813"/>
                </a:lnTo>
                <a:lnTo>
                  <a:pt x="1597458" y="2067108"/>
                </a:lnTo>
                <a:lnTo>
                  <a:pt x="1591707" y="2069749"/>
                </a:lnTo>
                <a:lnTo>
                  <a:pt x="1585102" y="2068250"/>
                </a:lnTo>
                <a:close/>
              </a:path>
              <a:path w="5142230" h="2300604">
                <a:moveTo>
                  <a:pt x="460023" y="1232678"/>
                </a:moveTo>
                <a:lnTo>
                  <a:pt x="454785" y="1227070"/>
                </a:lnTo>
                <a:lnTo>
                  <a:pt x="454196" y="1219402"/>
                </a:lnTo>
                <a:lnTo>
                  <a:pt x="462916" y="1207330"/>
                </a:lnTo>
                <a:lnTo>
                  <a:pt x="471888" y="1205889"/>
                </a:lnTo>
                <a:lnTo>
                  <a:pt x="484790" y="1215203"/>
                </a:lnTo>
                <a:lnTo>
                  <a:pt x="486231" y="1224175"/>
                </a:lnTo>
                <a:lnTo>
                  <a:pt x="481569" y="1230621"/>
                </a:lnTo>
                <a:lnTo>
                  <a:pt x="476871" y="1237028"/>
                </a:lnTo>
                <a:lnTo>
                  <a:pt x="467895" y="1238464"/>
                </a:lnTo>
                <a:lnTo>
                  <a:pt x="461494" y="1233861"/>
                </a:lnTo>
                <a:lnTo>
                  <a:pt x="460023" y="1232678"/>
                </a:lnTo>
                <a:close/>
              </a:path>
              <a:path w="5142230" h="2300604">
                <a:moveTo>
                  <a:pt x="1471413" y="1890833"/>
                </a:moveTo>
                <a:lnTo>
                  <a:pt x="1465719" y="1884738"/>
                </a:lnTo>
                <a:lnTo>
                  <a:pt x="1460641" y="1878715"/>
                </a:lnTo>
                <a:lnTo>
                  <a:pt x="1461375" y="1869629"/>
                </a:lnTo>
                <a:lnTo>
                  <a:pt x="1472404" y="1860321"/>
                </a:lnTo>
                <a:lnTo>
                  <a:pt x="1473527" y="1859373"/>
                </a:lnTo>
                <a:lnTo>
                  <a:pt x="1482564" y="1860153"/>
                </a:lnTo>
                <a:lnTo>
                  <a:pt x="1492816" y="1872300"/>
                </a:lnTo>
                <a:lnTo>
                  <a:pt x="1492041" y="1881342"/>
                </a:lnTo>
                <a:lnTo>
                  <a:pt x="1481001" y="1890637"/>
                </a:lnTo>
                <a:lnTo>
                  <a:pt x="1480079" y="1891411"/>
                </a:lnTo>
                <a:lnTo>
                  <a:pt x="1471413" y="1890833"/>
                </a:lnTo>
                <a:close/>
              </a:path>
              <a:path w="5142230" h="2300604">
                <a:moveTo>
                  <a:pt x="764923" y="1415182"/>
                </a:moveTo>
                <a:lnTo>
                  <a:pt x="759776" y="1409672"/>
                </a:lnTo>
                <a:lnTo>
                  <a:pt x="758725" y="1403074"/>
                </a:lnTo>
                <a:lnTo>
                  <a:pt x="761604" y="1397554"/>
                </a:lnTo>
                <a:lnTo>
                  <a:pt x="765338" y="1390506"/>
                </a:lnTo>
                <a:lnTo>
                  <a:pt x="773974" y="1387825"/>
                </a:lnTo>
                <a:lnTo>
                  <a:pt x="788029" y="1395149"/>
                </a:lnTo>
                <a:lnTo>
                  <a:pt x="790755" y="1403834"/>
                </a:lnTo>
                <a:lnTo>
                  <a:pt x="787111" y="1410881"/>
                </a:lnTo>
                <a:lnTo>
                  <a:pt x="783382" y="1417935"/>
                </a:lnTo>
                <a:lnTo>
                  <a:pt x="774746" y="1420615"/>
                </a:lnTo>
                <a:lnTo>
                  <a:pt x="767694" y="1416976"/>
                </a:lnTo>
                <a:lnTo>
                  <a:pt x="766206" y="1416165"/>
                </a:lnTo>
                <a:lnTo>
                  <a:pt x="764923" y="1415182"/>
                </a:lnTo>
                <a:close/>
              </a:path>
              <a:path w="5142230" h="2300604">
                <a:moveTo>
                  <a:pt x="256492" y="1045602"/>
                </a:moveTo>
                <a:lnTo>
                  <a:pt x="250571" y="1039264"/>
                </a:lnTo>
                <a:lnTo>
                  <a:pt x="245684" y="1033045"/>
                </a:lnTo>
                <a:lnTo>
                  <a:pt x="246751" y="1024022"/>
                </a:lnTo>
                <a:lnTo>
                  <a:pt x="252910" y="1019081"/>
                </a:lnTo>
                <a:lnTo>
                  <a:pt x="259173" y="1014153"/>
                </a:lnTo>
                <a:lnTo>
                  <a:pt x="268201" y="1015216"/>
                </a:lnTo>
                <a:lnTo>
                  <a:pt x="278021" y="1027683"/>
                </a:lnTo>
                <a:lnTo>
                  <a:pt x="276958" y="1036711"/>
                </a:lnTo>
                <a:lnTo>
                  <a:pt x="270795" y="1041647"/>
                </a:lnTo>
                <a:lnTo>
                  <a:pt x="264829" y="1046306"/>
                </a:lnTo>
                <a:lnTo>
                  <a:pt x="256492" y="1045602"/>
                </a:lnTo>
                <a:close/>
              </a:path>
              <a:path w="5142230" h="2300604">
                <a:moveTo>
                  <a:pt x="640049" y="1347194"/>
                </a:moveTo>
                <a:lnTo>
                  <a:pt x="634907" y="1341689"/>
                </a:lnTo>
                <a:lnTo>
                  <a:pt x="633907" y="1334852"/>
                </a:lnTo>
                <a:lnTo>
                  <a:pt x="637122" y="1329301"/>
                </a:lnTo>
                <a:lnTo>
                  <a:pt x="641041" y="1322353"/>
                </a:lnTo>
                <a:lnTo>
                  <a:pt x="649803" y="1320003"/>
                </a:lnTo>
                <a:lnTo>
                  <a:pt x="656710" y="1323878"/>
                </a:lnTo>
                <a:lnTo>
                  <a:pt x="663610" y="1327842"/>
                </a:lnTo>
                <a:lnTo>
                  <a:pt x="666004" y="1336563"/>
                </a:lnTo>
                <a:lnTo>
                  <a:pt x="662085" y="1343511"/>
                </a:lnTo>
                <a:lnTo>
                  <a:pt x="658169" y="1350365"/>
                </a:lnTo>
                <a:lnTo>
                  <a:pt x="649400" y="1352804"/>
                </a:lnTo>
                <a:lnTo>
                  <a:pt x="642495" y="1348845"/>
                </a:lnTo>
                <a:lnTo>
                  <a:pt x="641202" y="1348135"/>
                </a:lnTo>
                <a:lnTo>
                  <a:pt x="640049" y="1347194"/>
                </a:lnTo>
                <a:close/>
              </a:path>
              <a:path w="5142230" h="2300604">
                <a:moveTo>
                  <a:pt x="1200231" y="1655473"/>
                </a:moveTo>
                <a:lnTo>
                  <a:pt x="1194203" y="1649020"/>
                </a:lnTo>
                <a:lnTo>
                  <a:pt x="1193425" y="1641833"/>
                </a:lnTo>
                <a:lnTo>
                  <a:pt x="1197204" y="1636202"/>
                </a:lnTo>
                <a:lnTo>
                  <a:pt x="1201585" y="1629553"/>
                </a:lnTo>
                <a:lnTo>
                  <a:pt x="1210521" y="1627780"/>
                </a:lnTo>
                <a:lnTo>
                  <a:pt x="1223725" y="1636539"/>
                </a:lnTo>
                <a:lnTo>
                  <a:pt x="1225498" y="1645474"/>
                </a:lnTo>
                <a:lnTo>
                  <a:pt x="1221166" y="1652078"/>
                </a:lnTo>
                <a:lnTo>
                  <a:pt x="1216740" y="1658678"/>
                </a:lnTo>
                <a:lnTo>
                  <a:pt x="1207849" y="1660500"/>
                </a:lnTo>
                <a:lnTo>
                  <a:pt x="1200231" y="1655473"/>
                </a:lnTo>
                <a:close/>
              </a:path>
              <a:path w="5142230" h="2300604">
                <a:moveTo>
                  <a:pt x="578728" y="1311168"/>
                </a:moveTo>
                <a:lnTo>
                  <a:pt x="573581" y="1305658"/>
                </a:lnTo>
                <a:lnTo>
                  <a:pt x="572685" y="1298551"/>
                </a:lnTo>
                <a:lnTo>
                  <a:pt x="576165" y="1292892"/>
                </a:lnTo>
                <a:lnTo>
                  <a:pt x="580188" y="1286144"/>
                </a:lnTo>
                <a:lnTo>
                  <a:pt x="588817" y="1284052"/>
                </a:lnTo>
                <a:lnTo>
                  <a:pt x="589047" y="1283996"/>
                </a:lnTo>
                <a:lnTo>
                  <a:pt x="602599" y="1292247"/>
                </a:lnTo>
                <a:lnTo>
                  <a:pt x="604747" y="1301105"/>
                </a:lnTo>
                <a:lnTo>
                  <a:pt x="600651" y="1307854"/>
                </a:lnTo>
                <a:lnTo>
                  <a:pt x="596492" y="1314652"/>
                </a:lnTo>
                <a:lnTo>
                  <a:pt x="587742" y="1316809"/>
                </a:lnTo>
                <a:lnTo>
                  <a:pt x="580894" y="1312705"/>
                </a:lnTo>
                <a:lnTo>
                  <a:pt x="579780" y="1312001"/>
                </a:lnTo>
                <a:lnTo>
                  <a:pt x="578728" y="1311168"/>
                </a:lnTo>
                <a:close/>
              </a:path>
              <a:path w="5142230" h="2300604">
                <a:moveTo>
                  <a:pt x="1139703" y="1616778"/>
                </a:moveTo>
                <a:lnTo>
                  <a:pt x="1134506" y="1611214"/>
                </a:lnTo>
                <a:lnTo>
                  <a:pt x="1133665" y="1604156"/>
                </a:lnTo>
                <a:lnTo>
                  <a:pt x="1137104" y="1598453"/>
                </a:lnTo>
                <a:lnTo>
                  <a:pt x="1141289" y="1591790"/>
                </a:lnTo>
                <a:lnTo>
                  <a:pt x="1149841" y="1589704"/>
                </a:lnTo>
                <a:lnTo>
                  <a:pt x="1150064" y="1589650"/>
                </a:lnTo>
                <a:lnTo>
                  <a:pt x="1163616" y="1597900"/>
                </a:lnTo>
                <a:lnTo>
                  <a:pt x="1165769" y="1606755"/>
                </a:lnTo>
                <a:lnTo>
                  <a:pt x="1161574" y="1613504"/>
                </a:lnTo>
                <a:lnTo>
                  <a:pt x="1157477" y="1620262"/>
                </a:lnTo>
                <a:lnTo>
                  <a:pt x="1148623" y="1622416"/>
                </a:lnTo>
                <a:lnTo>
                  <a:pt x="1141870" y="1618315"/>
                </a:lnTo>
                <a:lnTo>
                  <a:pt x="1140715" y="1617567"/>
                </a:lnTo>
                <a:lnTo>
                  <a:pt x="1139703" y="1616778"/>
                </a:lnTo>
                <a:close/>
              </a:path>
              <a:path w="5142230" h="2300604">
                <a:moveTo>
                  <a:pt x="1078660" y="1580756"/>
                </a:moveTo>
                <a:lnTo>
                  <a:pt x="1073558" y="1575295"/>
                </a:lnTo>
                <a:lnTo>
                  <a:pt x="1072518" y="1568414"/>
                </a:lnTo>
                <a:lnTo>
                  <a:pt x="1079693" y="1555959"/>
                </a:lnTo>
                <a:lnTo>
                  <a:pt x="1088462" y="1553519"/>
                </a:lnTo>
                <a:lnTo>
                  <a:pt x="1102216" y="1561399"/>
                </a:lnTo>
                <a:lnTo>
                  <a:pt x="1104655" y="1570169"/>
                </a:lnTo>
                <a:lnTo>
                  <a:pt x="1096726" y="1583968"/>
                </a:lnTo>
                <a:lnTo>
                  <a:pt x="1088001" y="1586357"/>
                </a:lnTo>
                <a:lnTo>
                  <a:pt x="1081057" y="1582443"/>
                </a:lnTo>
                <a:lnTo>
                  <a:pt x="1079808" y="1581692"/>
                </a:lnTo>
                <a:lnTo>
                  <a:pt x="1078660" y="1580756"/>
                </a:lnTo>
                <a:close/>
              </a:path>
              <a:path w="5142230" h="2300604">
                <a:moveTo>
                  <a:pt x="1257512" y="1695091"/>
                </a:moveTo>
                <a:lnTo>
                  <a:pt x="1252278" y="1689488"/>
                </a:lnTo>
                <a:lnTo>
                  <a:pt x="1251689" y="1681820"/>
                </a:lnTo>
                <a:lnTo>
                  <a:pt x="1255846" y="1676202"/>
                </a:lnTo>
                <a:lnTo>
                  <a:pt x="1260504" y="1669751"/>
                </a:lnTo>
                <a:lnTo>
                  <a:pt x="1269475" y="1668310"/>
                </a:lnTo>
                <a:lnTo>
                  <a:pt x="1282328" y="1677670"/>
                </a:lnTo>
                <a:lnTo>
                  <a:pt x="1283721" y="1686687"/>
                </a:lnTo>
                <a:lnTo>
                  <a:pt x="1279013" y="1693085"/>
                </a:lnTo>
                <a:lnTo>
                  <a:pt x="1274405" y="1699490"/>
                </a:lnTo>
                <a:lnTo>
                  <a:pt x="1265438" y="1700936"/>
                </a:lnTo>
                <a:lnTo>
                  <a:pt x="1258987" y="1696279"/>
                </a:lnTo>
                <a:lnTo>
                  <a:pt x="1257512" y="1695091"/>
                </a:lnTo>
                <a:close/>
              </a:path>
              <a:path w="5142230" h="2300604">
                <a:moveTo>
                  <a:pt x="1629704" y="2201719"/>
                </a:moveTo>
                <a:lnTo>
                  <a:pt x="1624644" y="2196301"/>
                </a:lnTo>
                <a:lnTo>
                  <a:pt x="1623351" y="2194039"/>
                </a:lnTo>
                <a:lnTo>
                  <a:pt x="1622778" y="2191470"/>
                </a:lnTo>
                <a:lnTo>
                  <a:pt x="1621111" y="2183723"/>
                </a:lnTo>
                <a:lnTo>
                  <a:pt x="1625948" y="2175999"/>
                </a:lnTo>
                <a:lnTo>
                  <a:pt x="1633705" y="2174332"/>
                </a:lnTo>
                <a:lnTo>
                  <a:pt x="1641456" y="2172561"/>
                </a:lnTo>
                <a:lnTo>
                  <a:pt x="1649131" y="2177453"/>
                </a:lnTo>
                <a:lnTo>
                  <a:pt x="1652613" y="2192910"/>
                </a:lnTo>
                <a:lnTo>
                  <a:pt x="1647725" y="2200581"/>
                </a:lnTo>
                <a:lnTo>
                  <a:pt x="1639974" y="2202352"/>
                </a:lnTo>
                <a:lnTo>
                  <a:pt x="1634832" y="2203494"/>
                </a:lnTo>
                <a:lnTo>
                  <a:pt x="1629704" y="2201719"/>
                </a:lnTo>
                <a:close/>
              </a:path>
              <a:path w="5142230" h="2300604">
                <a:moveTo>
                  <a:pt x="1368203" y="1784454"/>
                </a:moveTo>
                <a:lnTo>
                  <a:pt x="1362277" y="1778110"/>
                </a:lnTo>
                <a:lnTo>
                  <a:pt x="1362141" y="1769755"/>
                </a:lnTo>
                <a:lnTo>
                  <a:pt x="1367147" y="1764165"/>
                </a:lnTo>
                <a:lnTo>
                  <a:pt x="1372494" y="1758257"/>
                </a:lnTo>
                <a:lnTo>
                  <a:pt x="1381573" y="1757811"/>
                </a:lnTo>
                <a:lnTo>
                  <a:pt x="1393344" y="1768456"/>
                </a:lnTo>
                <a:lnTo>
                  <a:pt x="1393839" y="1777490"/>
                </a:lnTo>
                <a:lnTo>
                  <a:pt x="1383189" y="1789256"/>
                </a:lnTo>
                <a:lnTo>
                  <a:pt x="1374111" y="1789801"/>
                </a:lnTo>
                <a:lnTo>
                  <a:pt x="1368203" y="1784454"/>
                </a:lnTo>
                <a:close/>
              </a:path>
              <a:path w="5142230" h="2300604">
                <a:moveTo>
                  <a:pt x="215010" y="987404"/>
                </a:moveTo>
                <a:lnTo>
                  <a:pt x="209122" y="981102"/>
                </a:lnTo>
                <a:lnTo>
                  <a:pt x="208623" y="980372"/>
                </a:lnTo>
                <a:lnTo>
                  <a:pt x="204367" y="973665"/>
                </a:lnTo>
                <a:lnTo>
                  <a:pt x="206279" y="964765"/>
                </a:lnTo>
                <a:lnTo>
                  <a:pt x="212982" y="960504"/>
                </a:lnTo>
                <a:lnTo>
                  <a:pt x="219648" y="956203"/>
                </a:lnTo>
                <a:lnTo>
                  <a:pt x="228504" y="958157"/>
                </a:lnTo>
                <a:lnTo>
                  <a:pt x="237110" y="971485"/>
                </a:lnTo>
                <a:lnTo>
                  <a:pt x="235158" y="980430"/>
                </a:lnTo>
                <a:lnTo>
                  <a:pt x="228446" y="984682"/>
                </a:lnTo>
                <a:lnTo>
                  <a:pt x="222609" y="988501"/>
                </a:lnTo>
                <a:lnTo>
                  <a:pt x="215010" y="987404"/>
                </a:lnTo>
                <a:close/>
              </a:path>
              <a:path w="5142230" h="2300604">
                <a:moveTo>
                  <a:pt x="1314248" y="1738524"/>
                </a:moveTo>
                <a:lnTo>
                  <a:pt x="1308508" y="1732380"/>
                </a:lnTo>
                <a:lnTo>
                  <a:pt x="1308072" y="1724387"/>
                </a:lnTo>
                <a:lnTo>
                  <a:pt x="1312651" y="1718731"/>
                </a:lnTo>
                <a:lnTo>
                  <a:pt x="1317586" y="1712578"/>
                </a:lnTo>
                <a:lnTo>
                  <a:pt x="1326636" y="1711611"/>
                </a:lnTo>
                <a:lnTo>
                  <a:pt x="1338993" y="1721516"/>
                </a:lnTo>
                <a:lnTo>
                  <a:pt x="1339964" y="1730571"/>
                </a:lnTo>
                <a:lnTo>
                  <a:pt x="1330055" y="1742933"/>
                </a:lnTo>
                <a:lnTo>
                  <a:pt x="1321005" y="1743900"/>
                </a:lnTo>
                <a:lnTo>
                  <a:pt x="1314801" y="1738921"/>
                </a:lnTo>
                <a:lnTo>
                  <a:pt x="1314248" y="1738524"/>
                </a:lnTo>
                <a:close/>
              </a:path>
              <a:path w="5142230" h="2300604">
                <a:moveTo>
                  <a:pt x="178857" y="925734"/>
                </a:moveTo>
                <a:lnTo>
                  <a:pt x="173660" y="920170"/>
                </a:lnTo>
                <a:lnTo>
                  <a:pt x="172941" y="919117"/>
                </a:lnTo>
                <a:lnTo>
                  <a:pt x="168638" y="910982"/>
                </a:lnTo>
                <a:lnTo>
                  <a:pt x="171348" y="902251"/>
                </a:lnTo>
                <a:lnTo>
                  <a:pt x="185333" y="894838"/>
                </a:lnTo>
                <a:lnTo>
                  <a:pt x="194074" y="897548"/>
                </a:lnTo>
                <a:lnTo>
                  <a:pt x="201433" y="911584"/>
                </a:lnTo>
                <a:lnTo>
                  <a:pt x="198772" y="920279"/>
                </a:lnTo>
                <a:lnTo>
                  <a:pt x="185892" y="927106"/>
                </a:lnTo>
                <a:lnTo>
                  <a:pt x="178857" y="925734"/>
                </a:lnTo>
                <a:close/>
              </a:path>
              <a:path w="5142230" h="2300604">
                <a:moveTo>
                  <a:pt x="827963" y="1447868"/>
                </a:moveTo>
                <a:lnTo>
                  <a:pt x="822866" y="1442412"/>
                </a:lnTo>
                <a:lnTo>
                  <a:pt x="821767" y="1435859"/>
                </a:lnTo>
                <a:lnTo>
                  <a:pt x="824646" y="1430339"/>
                </a:lnTo>
                <a:lnTo>
                  <a:pt x="828240" y="1423239"/>
                </a:lnTo>
                <a:lnTo>
                  <a:pt x="836925" y="1420513"/>
                </a:lnTo>
                <a:lnTo>
                  <a:pt x="851029" y="1427791"/>
                </a:lnTo>
                <a:lnTo>
                  <a:pt x="853803" y="1436430"/>
                </a:lnTo>
                <a:lnTo>
                  <a:pt x="846520" y="1450530"/>
                </a:lnTo>
                <a:lnTo>
                  <a:pt x="838047" y="1453286"/>
                </a:lnTo>
                <a:lnTo>
                  <a:pt x="837837" y="1453355"/>
                </a:lnTo>
                <a:lnTo>
                  <a:pt x="830785" y="1449715"/>
                </a:lnTo>
                <a:lnTo>
                  <a:pt x="829297" y="1448905"/>
                </a:lnTo>
                <a:lnTo>
                  <a:pt x="827963" y="1447868"/>
                </a:lnTo>
                <a:close/>
              </a:path>
              <a:path w="5142230" h="2300604">
                <a:moveTo>
                  <a:pt x="1514708" y="1946563"/>
                </a:moveTo>
                <a:lnTo>
                  <a:pt x="1508501" y="1939918"/>
                </a:lnTo>
                <a:lnTo>
                  <a:pt x="1503911" y="1933441"/>
                </a:lnTo>
                <a:lnTo>
                  <a:pt x="1505440" y="1924424"/>
                </a:lnTo>
                <a:lnTo>
                  <a:pt x="1511879" y="1919879"/>
                </a:lnTo>
                <a:lnTo>
                  <a:pt x="1518316" y="1915236"/>
                </a:lnTo>
                <a:lnTo>
                  <a:pt x="1527328" y="1916770"/>
                </a:lnTo>
                <a:lnTo>
                  <a:pt x="1536561" y="1929685"/>
                </a:lnTo>
                <a:lnTo>
                  <a:pt x="1534986" y="1938653"/>
                </a:lnTo>
                <a:lnTo>
                  <a:pt x="1528499" y="1943243"/>
                </a:lnTo>
                <a:lnTo>
                  <a:pt x="1522600" y="1947484"/>
                </a:lnTo>
                <a:lnTo>
                  <a:pt x="1514708" y="1946563"/>
                </a:lnTo>
                <a:close/>
              </a:path>
              <a:path w="5142230" h="2300604">
                <a:moveTo>
                  <a:pt x="62488" y="590031"/>
                </a:moveTo>
                <a:lnTo>
                  <a:pt x="57432" y="584618"/>
                </a:lnTo>
                <a:lnTo>
                  <a:pt x="56185" y="582404"/>
                </a:lnTo>
                <a:lnTo>
                  <a:pt x="55615" y="579741"/>
                </a:lnTo>
                <a:lnTo>
                  <a:pt x="53894" y="572034"/>
                </a:lnTo>
                <a:lnTo>
                  <a:pt x="58782" y="564364"/>
                </a:lnTo>
                <a:lnTo>
                  <a:pt x="74289" y="560926"/>
                </a:lnTo>
                <a:lnTo>
                  <a:pt x="81960" y="565814"/>
                </a:lnTo>
                <a:lnTo>
                  <a:pt x="83632" y="573566"/>
                </a:lnTo>
                <a:lnTo>
                  <a:pt x="85398" y="581321"/>
                </a:lnTo>
                <a:lnTo>
                  <a:pt x="80510" y="588992"/>
                </a:lnTo>
                <a:lnTo>
                  <a:pt x="67567" y="591851"/>
                </a:lnTo>
                <a:lnTo>
                  <a:pt x="62488" y="590031"/>
                </a:lnTo>
                <a:close/>
              </a:path>
              <a:path w="5142230" h="2300604">
                <a:moveTo>
                  <a:pt x="891109" y="1480373"/>
                </a:moveTo>
                <a:lnTo>
                  <a:pt x="885967" y="1474868"/>
                </a:lnTo>
                <a:lnTo>
                  <a:pt x="884913" y="1468364"/>
                </a:lnTo>
                <a:lnTo>
                  <a:pt x="887742" y="1462791"/>
                </a:lnTo>
                <a:lnTo>
                  <a:pt x="891386" y="1455744"/>
                </a:lnTo>
                <a:lnTo>
                  <a:pt x="900066" y="1453013"/>
                </a:lnTo>
                <a:lnTo>
                  <a:pt x="914129" y="1460247"/>
                </a:lnTo>
                <a:lnTo>
                  <a:pt x="916949" y="1468936"/>
                </a:lnTo>
                <a:lnTo>
                  <a:pt x="909666" y="1483035"/>
                </a:lnTo>
                <a:lnTo>
                  <a:pt x="901127" y="1485721"/>
                </a:lnTo>
                <a:lnTo>
                  <a:pt x="900986" y="1485765"/>
                </a:lnTo>
                <a:lnTo>
                  <a:pt x="893881" y="1482167"/>
                </a:lnTo>
                <a:lnTo>
                  <a:pt x="892402" y="1481366"/>
                </a:lnTo>
                <a:lnTo>
                  <a:pt x="891109" y="1480373"/>
                </a:lnTo>
                <a:close/>
              </a:path>
              <a:path w="5142230" h="2300604">
                <a:moveTo>
                  <a:pt x="147857" y="861465"/>
                </a:moveTo>
                <a:lnTo>
                  <a:pt x="142709" y="855955"/>
                </a:lnTo>
                <a:lnTo>
                  <a:pt x="141811" y="854602"/>
                </a:lnTo>
                <a:lnTo>
                  <a:pt x="137952" y="845789"/>
                </a:lnTo>
                <a:lnTo>
                  <a:pt x="141267" y="837305"/>
                </a:lnTo>
                <a:lnTo>
                  <a:pt x="155833" y="831003"/>
                </a:lnTo>
                <a:lnTo>
                  <a:pt x="164313" y="834313"/>
                </a:lnTo>
                <a:lnTo>
                  <a:pt x="170664" y="848834"/>
                </a:lnTo>
                <a:lnTo>
                  <a:pt x="167349" y="857318"/>
                </a:lnTo>
                <a:lnTo>
                  <a:pt x="160071" y="860464"/>
                </a:lnTo>
                <a:lnTo>
                  <a:pt x="154363" y="862966"/>
                </a:lnTo>
                <a:lnTo>
                  <a:pt x="147857" y="861465"/>
                </a:lnTo>
                <a:close/>
              </a:path>
              <a:path w="5142230" h="2300604">
                <a:moveTo>
                  <a:pt x="1641169" y="2271271"/>
                </a:moveTo>
                <a:lnTo>
                  <a:pt x="1636159" y="2265907"/>
                </a:lnTo>
                <a:lnTo>
                  <a:pt x="1634791" y="2263076"/>
                </a:lnTo>
                <a:lnTo>
                  <a:pt x="1633466" y="2252078"/>
                </a:lnTo>
                <a:lnTo>
                  <a:pt x="1639138" y="2244953"/>
                </a:lnTo>
                <a:lnTo>
                  <a:pt x="1647007" y="2243994"/>
                </a:lnTo>
                <a:lnTo>
                  <a:pt x="1654922" y="2243083"/>
                </a:lnTo>
                <a:lnTo>
                  <a:pt x="1662042" y="2248750"/>
                </a:lnTo>
                <a:lnTo>
                  <a:pt x="1662912" y="2256621"/>
                </a:lnTo>
                <a:lnTo>
                  <a:pt x="1663872" y="2264490"/>
                </a:lnTo>
                <a:lnTo>
                  <a:pt x="1658200" y="2271615"/>
                </a:lnTo>
                <a:lnTo>
                  <a:pt x="1650331" y="2272574"/>
                </a:lnTo>
                <a:lnTo>
                  <a:pt x="1645593" y="2273074"/>
                </a:lnTo>
                <a:lnTo>
                  <a:pt x="1641169" y="2271271"/>
                </a:lnTo>
                <a:close/>
              </a:path>
              <a:path w="5142230" h="2300604">
                <a:moveTo>
                  <a:pt x="1418673" y="1832910"/>
                </a:moveTo>
                <a:lnTo>
                  <a:pt x="1413207" y="1827059"/>
                </a:lnTo>
                <a:lnTo>
                  <a:pt x="1413364" y="1818137"/>
                </a:lnTo>
                <a:lnTo>
                  <a:pt x="1418937" y="1812666"/>
                </a:lnTo>
                <a:lnTo>
                  <a:pt x="1419417" y="1812202"/>
                </a:lnTo>
                <a:lnTo>
                  <a:pt x="1424648" y="1807148"/>
                </a:lnTo>
                <a:lnTo>
                  <a:pt x="1433757" y="1807222"/>
                </a:lnTo>
                <a:lnTo>
                  <a:pt x="1444838" y="1818594"/>
                </a:lnTo>
                <a:lnTo>
                  <a:pt x="1444768" y="1827708"/>
                </a:lnTo>
                <a:lnTo>
                  <a:pt x="1444288" y="1828172"/>
                </a:lnTo>
                <a:lnTo>
                  <a:pt x="1439057" y="1833226"/>
                </a:lnTo>
                <a:lnTo>
                  <a:pt x="1433386" y="1838788"/>
                </a:lnTo>
                <a:lnTo>
                  <a:pt x="1424236" y="1838670"/>
                </a:lnTo>
                <a:lnTo>
                  <a:pt x="1418673" y="1832910"/>
                </a:lnTo>
                <a:close/>
              </a:path>
              <a:path w="5142230" h="2300604">
                <a:moveTo>
                  <a:pt x="1016710" y="1546403"/>
                </a:moveTo>
                <a:lnTo>
                  <a:pt x="1011563" y="1540893"/>
                </a:lnTo>
                <a:lnTo>
                  <a:pt x="1010516" y="1534201"/>
                </a:lnTo>
                <a:lnTo>
                  <a:pt x="1017317" y="1521639"/>
                </a:lnTo>
                <a:lnTo>
                  <a:pt x="1026044" y="1519056"/>
                </a:lnTo>
                <a:lnTo>
                  <a:pt x="1040044" y="1526614"/>
                </a:lnTo>
                <a:lnTo>
                  <a:pt x="1042627" y="1535341"/>
                </a:lnTo>
                <a:lnTo>
                  <a:pt x="1038802" y="1542293"/>
                </a:lnTo>
                <a:lnTo>
                  <a:pt x="1035023" y="1549293"/>
                </a:lnTo>
                <a:lnTo>
                  <a:pt x="1026296" y="1551875"/>
                </a:lnTo>
                <a:lnTo>
                  <a:pt x="1019296" y="1548096"/>
                </a:lnTo>
                <a:lnTo>
                  <a:pt x="1017953" y="1547342"/>
                </a:lnTo>
                <a:lnTo>
                  <a:pt x="1016710" y="1546403"/>
                </a:lnTo>
                <a:close/>
              </a:path>
              <a:path w="5142230" h="2300604">
                <a:moveTo>
                  <a:pt x="954065" y="1513065"/>
                </a:moveTo>
                <a:lnTo>
                  <a:pt x="948963" y="1507604"/>
                </a:lnTo>
                <a:lnTo>
                  <a:pt x="947867" y="1500958"/>
                </a:lnTo>
                <a:lnTo>
                  <a:pt x="950742" y="1495433"/>
                </a:lnTo>
                <a:lnTo>
                  <a:pt x="954480" y="1488389"/>
                </a:lnTo>
                <a:lnTo>
                  <a:pt x="963165" y="1485663"/>
                </a:lnTo>
                <a:lnTo>
                  <a:pt x="977217" y="1493081"/>
                </a:lnTo>
                <a:lnTo>
                  <a:pt x="979942" y="1501766"/>
                </a:lnTo>
                <a:lnTo>
                  <a:pt x="972568" y="1515768"/>
                </a:lnTo>
                <a:lnTo>
                  <a:pt x="963888" y="1518498"/>
                </a:lnTo>
                <a:lnTo>
                  <a:pt x="956832" y="1514854"/>
                </a:lnTo>
                <a:lnTo>
                  <a:pt x="955353" y="1514053"/>
                </a:lnTo>
                <a:lnTo>
                  <a:pt x="954065" y="1513065"/>
                </a:lnTo>
                <a:close/>
              </a:path>
              <a:path w="5142230" h="2300604">
                <a:moveTo>
                  <a:pt x="98542" y="727741"/>
                </a:moveTo>
                <a:lnTo>
                  <a:pt x="93486" y="722329"/>
                </a:lnTo>
                <a:lnTo>
                  <a:pt x="92370" y="720449"/>
                </a:lnTo>
                <a:lnTo>
                  <a:pt x="91636" y="718295"/>
                </a:lnTo>
                <a:lnTo>
                  <a:pt x="89351" y="710669"/>
                </a:lnTo>
                <a:lnTo>
                  <a:pt x="93637" y="702647"/>
                </a:lnTo>
                <a:lnTo>
                  <a:pt x="101174" y="700354"/>
                </a:lnTo>
                <a:lnTo>
                  <a:pt x="108760" y="698016"/>
                </a:lnTo>
                <a:lnTo>
                  <a:pt x="116781" y="702302"/>
                </a:lnTo>
                <a:lnTo>
                  <a:pt x="121453" y="717469"/>
                </a:lnTo>
                <a:lnTo>
                  <a:pt x="117172" y="725495"/>
                </a:lnTo>
                <a:lnTo>
                  <a:pt x="109635" y="727788"/>
                </a:lnTo>
                <a:lnTo>
                  <a:pt x="104195" y="729491"/>
                </a:lnTo>
                <a:lnTo>
                  <a:pt x="98542" y="727741"/>
                </a:lnTo>
                <a:close/>
              </a:path>
              <a:path w="5142230" h="2300604">
                <a:moveTo>
                  <a:pt x="0" y="168350"/>
                </a:moveTo>
                <a:lnTo>
                  <a:pt x="0" y="141614"/>
                </a:lnTo>
                <a:lnTo>
                  <a:pt x="5778" y="140978"/>
                </a:lnTo>
                <a:lnTo>
                  <a:pt x="13685" y="140157"/>
                </a:lnTo>
                <a:lnTo>
                  <a:pt x="20766" y="145879"/>
                </a:lnTo>
                <a:lnTo>
                  <a:pt x="22443" y="161652"/>
                </a:lnTo>
                <a:lnTo>
                  <a:pt x="16730" y="168732"/>
                </a:lnTo>
                <a:lnTo>
                  <a:pt x="8818" y="169549"/>
                </a:lnTo>
                <a:lnTo>
                  <a:pt x="4175" y="170052"/>
                </a:lnTo>
                <a:lnTo>
                  <a:pt x="0" y="168350"/>
                </a:lnTo>
                <a:close/>
              </a:path>
              <a:path w="5142230" h="2300604">
                <a:moveTo>
                  <a:pt x="518599" y="1273095"/>
                </a:moveTo>
                <a:lnTo>
                  <a:pt x="513411" y="1267542"/>
                </a:lnTo>
                <a:lnTo>
                  <a:pt x="512616" y="1260239"/>
                </a:lnTo>
                <a:lnTo>
                  <a:pt x="520736" y="1247916"/>
                </a:lnTo>
                <a:lnTo>
                  <a:pt x="529626" y="1246094"/>
                </a:lnTo>
                <a:lnTo>
                  <a:pt x="542869" y="1254806"/>
                </a:lnTo>
                <a:lnTo>
                  <a:pt x="544741" y="1263750"/>
                </a:lnTo>
                <a:lnTo>
                  <a:pt x="536033" y="1276998"/>
                </a:lnTo>
                <a:lnTo>
                  <a:pt x="527089" y="1278861"/>
                </a:lnTo>
                <a:lnTo>
                  <a:pt x="519476" y="1273838"/>
                </a:lnTo>
                <a:lnTo>
                  <a:pt x="518599" y="1273095"/>
                </a:lnTo>
                <a:close/>
              </a:path>
              <a:path w="5142230" h="2300604">
                <a:moveTo>
                  <a:pt x="35944" y="450284"/>
                </a:moveTo>
                <a:lnTo>
                  <a:pt x="30934" y="444920"/>
                </a:lnTo>
                <a:lnTo>
                  <a:pt x="29606" y="442325"/>
                </a:lnTo>
                <a:lnTo>
                  <a:pt x="29091" y="439428"/>
                </a:lnTo>
                <a:lnTo>
                  <a:pt x="27894" y="431598"/>
                </a:lnTo>
                <a:lnTo>
                  <a:pt x="33198" y="424178"/>
                </a:lnTo>
                <a:lnTo>
                  <a:pt x="48862" y="421689"/>
                </a:lnTo>
                <a:lnTo>
                  <a:pt x="56229" y="427034"/>
                </a:lnTo>
                <a:lnTo>
                  <a:pt x="58770" y="442657"/>
                </a:lnTo>
                <a:lnTo>
                  <a:pt x="53416" y="450024"/>
                </a:lnTo>
                <a:lnTo>
                  <a:pt x="45587" y="451320"/>
                </a:lnTo>
                <a:lnTo>
                  <a:pt x="40651" y="452096"/>
                </a:lnTo>
                <a:lnTo>
                  <a:pt x="35944" y="450284"/>
                </a:lnTo>
                <a:close/>
              </a:path>
              <a:path w="5142230" h="2300604">
                <a:moveTo>
                  <a:pt x="48242" y="520336"/>
                </a:moveTo>
                <a:lnTo>
                  <a:pt x="43186" y="514924"/>
                </a:lnTo>
                <a:lnTo>
                  <a:pt x="41852" y="512518"/>
                </a:lnTo>
                <a:lnTo>
                  <a:pt x="41379" y="509764"/>
                </a:lnTo>
                <a:lnTo>
                  <a:pt x="39899" y="501924"/>
                </a:lnTo>
                <a:lnTo>
                  <a:pt x="45063" y="494452"/>
                </a:lnTo>
                <a:lnTo>
                  <a:pt x="60649" y="491489"/>
                </a:lnTo>
                <a:lnTo>
                  <a:pt x="68121" y="496653"/>
                </a:lnTo>
                <a:lnTo>
                  <a:pt x="69650" y="504447"/>
                </a:lnTo>
                <a:lnTo>
                  <a:pt x="71084" y="512238"/>
                </a:lnTo>
                <a:lnTo>
                  <a:pt x="65965" y="519759"/>
                </a:lnTo>
                <a:lnTo>
                  <a:pt x="58174" y="521194"/>
                </a:lnTo>
                <a:lnTo>
                  <a:pt x="53137" y="522155"/>
                </a:lnTo>
                <a:lnTo>
                  <a:pt x="48242" y="520336"/>
                </a:lnTo>
                <a:close/>
              </a:path>
              <a:path w="5142230" h="2300604">
                <a:moveTo>
                  <a:pt x="0" y="99052"/>
                </a:moveTo>
                <a:lnTo>
                  <a:pt x="0" y="70198"/>
                </a:lnTo>
                <a:lnTo>
                  <a:pt x="6223" y="69513"/>
                </a:lnTo>
                <a:lnTo>
                  <a:pt x="13303" y="75235"/>
                </a:lnTo>
                <a:lnTo>
                  <a:pt x="14981" y="91008"/>
                </a:lnTo>
                <a:lnTo>
                  <a:pt x="9268" y="98089"/>
                </a:lnTo>
                <a:lnTo>
                  <a:pt x="0" y="99052"/>
                </a:lnTo>
                <a:close/>
              </a:path>
              <a:path w="5142230" h="2300604">
                <a:moveTo>
                  <a:pt x="0" y="27599"/>
                </a:moveTo>
                <a:lnTo>
                  <a:pt x="0" y="0"/>
                </a:lnTo>
                <a:lnTo>
                  <a:pt x="5701" y="4539"/>
                </a:lnTo>
                <a:lnTo>
                  <a:pt x="7477" y="20321"/>
                </a:lnTo>
                <a:lnTo>
                  <a:pt x="1760" y="27396"/>
                </a:lnTo>
                <a:lnTo>
                  <a:pt x="0" y="27599"/>
                </a:lnTo>
                <a:close/>
              </a:path>
              <a:path w="5142230" h="2300604">
                <a:moveTo>
                  <a:pt x="25308" y="379957"/>
                </a:moveTo>
                <a:lnTo>
                  <a:pt x="20298" y="374593"/>
                </a:lnTo>
                <a:lnTo>
                  <a:pt x="18924" y="371950"/>
                </a:lnTo>
                <a:lnTo>
                  <a:pt x="17407" y="361040"/>
                </a:lnTo>
                <a:lnTo>
                  <a:pt x="22848" y="353766"/>
                </a:lnTo>
                <a:lnTo>
                  <a:pt x="30724" y="352618"/>
                </a:lnTo>
                <a:lnTo>
                  <a:pt x="38597" y="351564"/>
                </a:lnTo>
                <a:lnTo>
                  <a:pt x="45866" y="357000"/>
                </a:lnTo>
                <a:lnTo>
                  <a:pt x="46924" y="364877"/>
                </a:lnTo>
                <a:lnTo>
                  <a:pt x="48073" y="372753"/>
                </a:lnTo>
                <a:lnTo>
                  <a:pt x="42586" y="379978"/>
                </a:lnTo>
                <a:lnTo>
                  <a:pt x="34706" y="381122"/>
                </a:lnTo>
                <a:lnTo>
                  <a:pt x="29921" y="381766"/>
                </a:lnTo>
                <a:lnTo>
                  <a:pt x="25308" y="379957"/>
                </a:lnTo>
                <a:close/>
              </a:path>
              <a:path w="5142230" h="2300604">
                <a:moveTo>
                  <a:pt x="702186" y="1381747"/>
                </a:moveTo>
                <a:lnTo>
                  <a:pt x="697080" y="1376281"/>
                </a:lnTo>
                <a:lnTo>
                  <a:pt x="696038" y="1369593"/>
                </a:lnTo>
                <a:lnTo>
                  <a:pt x="702834" y="1357026"/>
                </a:lnTo>
                <a:lnTo>
                  <a:pt x="711566" y="1354448"/>
                </a:lnTo>
                <a:lnTo>
                  <a:pt x="718516" y="1358174"/>
                </a:lnTo>
                <a:lnTo>
                  <a:pt x="725472" y="1362003"/>
                </a:lnTo>
                <a:lnTo>
                  <a:pt x="728103" y="1370685"/>
                </a:lnTo>
                <a:lnTo>
                  <a:pt x="720545" y="1384685"/>
                </a:lnTo>
                <a:lnTo>
                  <a:pt x="711813" y="1387263"/>
                </a:lnTo>
                <a:lnTo>
                  <a:pt x="704818" y="1383489"/>
                </a:lnTo>
                <a:lnTo>
                  <a:pt x="703429" y="1382686"/>
                </a:lnTo>
                <a:lnTo>
                  <a:pt x="702186" y="1381747"/>
                </a:lnTo>
                <a:close/>
              </a:path>
              <a:path w="5142230" h="2300604">
                <a:moveTo>
                  <a:pt x="15900" y="309478"/>
                </a:moveTo>
                <a:lnTo>
                  <a:pt x="10894" y="304120"/>
                </a:lnTo>
                <a:lnTo>
                  <a:pt x="9568" y="301332"/>
                </a:lnTo>
                <a:lnTo>
                  <a:pt x="9113" y="298205"/>
                </a:lnTo>
                <a:lnTo>
                  <a:pt x="8153" y="290336"/>
                </a:lnTo>
                <a:lnTo>
                  <a:pt x="13779" y="283162"/>
                </a:lnTo>
                <a:lnTo>
                  <a:pt x="21649" y="282203"/>
                </a:lnTo>
                <a:lnTo>
                  <a:pt x="29473" y="281194"/>
                </a:lnTo>
                <a:lnTo>
                  <a:pt x="36695" y="286775"/>
                </a:lnTo>
                <a:lnTo>
                  <a:pt x="38659" y="302563"/>
                </a:lnTo>
                <a:lnTo>
                  <a:pt x="33082" y="309690"/>
                </a:lnTo>
                <a:lnTo>
                  <a:pt x="20423" y="311289"/>
                </a:lnTo>
                <a:lnTo>
                  <a:pt x="15900" y="309478"/>
                </a:lnTo>
                <a:close/>
              </a:path>
              <a:path w="5142230" h="2300604">
                <a:moveTo>
                  <a:pt x="7542" y="238951"/>
                </a:moveTo>
                <a:lnTo>
                  <a:pt x="2486" y="233538"/>
                </a:lnTo>
                <a:lnTo>
                  <a:pt x="1119" y="230706"/>
                </a:lnTo>
                <a:lnTo>
                  <a:pt x="0" y="219613"/>
                </a:lnTo>
                <a:lnTo>
                  <a:pt x="5563" y="212493"/>
                </a:lnTo>
                <a:lnTo>
                  <a:pt x="13429" y="211628"/>
                </a:lnTo>
                <a:lnTo>
                  <a:pt x="21344" y="210717"/>
                </a:lnTo>
                <a:lnTo>
                  <a:pt x="28468" y="216389"/>
                </a:lnTo>
                <a:lnTo>
                  <a:pt x="30240" y="232165"/>
                </a:lnTo>
                <a:lnTo>
                  <a:pt x="24573" y="239294"/>
                </a:lnTo>
                <a:lnTo>
                  <a:pt x="16658" y="240205"/>
                </a:lnTo>
                <a:lnTo>
                  <a:pt x="12014" y="240708"/>
                </a:lnTo>
                <a:lnTo>
                  <a:pt x="7542" y="238951"/>
                </a:lnTo>
                <a:close/>
              </a:path>
              <a:path w="5142230" h="2300604">
                <a:moveTo>
                  <a:pt x="1599470" y="1622560"/>
                </a:moveTo>
                <a:lnTo>
                  <a:pt x="1593714" y="1616399"/>
                </a:lnTo>
                <a:lnTo>
                  <a:pt x="1593124" y="1609121"/>
                </a:lnTo>
                <a:lnTo>
                  <a:pt x="1597045" y="1603641"/>
                </a:lnTo>
                <a:lnTo>
                  <a:pt x="1601549" y="1597417"/>
                </a:lnTo>
                <a:lnTo>
                  <a:pt x="1610286" y="1595920"/>
                </a:lnTo>
                <a:lnTo>
                  <a:pt x="1622820" y="1604939"/>
                </a:lnTo>
                <a:lnTo>
                  <a:pt x="1624227" y="1613678"/>
                </a:lnTo>
                <a:lnTo>
                  <a:pt x="1619719" y="1619898"/>
                </a:lnTo>
                <a:lnTo>
                  <a:pt x="1615257" y="1626166"/>
                </a:lnTo>
                <a:lnTo>
                  <a:pt x="1606523" y="1627569"/>
                </a:lnTo>
                <a:lnTo>
                  <a:pt x="1599470" y="1622560"/>
                </a:lnTo>
                <a:close/>
              </a:path>
              <a:path w="5142230" h="2300604">
                <a:moveTo>
                  <a:pt x="964734" y="1307783"/>
                </a:moveTo>
                <a:lnTo>
                  <a:pt x="959815" y="1302517"/>
                </a:lnTo>
                <a:lnTo>
                  <a:pt x="958599" y="1296622"/>
                </a:lnTo>
                <a:lnTo>
                  <a:pt x="963971" y="1284289"/>
                </a:lnTo>
                <a:lnTo>
                  <a:pt x="972205" y="1281081"/>
                </a:lnTo>
                <a:lnTo>
                  <a:pt x="986254" y="1287224"/>
                </a:lnTo>
                <a:lnTo>
                  <a:pt x="989561" y="1295457"/>
                </a:lnTo>
                <a:lnTo>
                  <a:pt x="986443" y="1302479"/>
                </a:lnTo>
                <a:lnTo>
                  <a:pt x="983365" y="1309546"/>
                </a:lnTo>
                <a:lnTo>
                  <a:pt x="975140" y="1312764"/>
                </a:lnTo>
                <a:lnTo>
                  <a:pt x="968069" y="1309691"/>
                </a:lnTo>
                <a:lnTo>
                  <a:pt x="966254" y="1308921"/>
                </a:lnTo>
                <a:lnTo>
                  <a:pt x="964734" y="1307783"/>
                </a:lnTo>
                <a:close/>
              </a:path>
              <a:path w="5142230" h="2300604">
                <a:moveTo>
                  <a:pt x="1095201" y="1363872"/>
                </a:moveTo>
                <a:lnTo>
                  <a:pt x="1090282" y="1358605"/>
                </a:lnTo>
                <a:lnTo>
                  <a:pt x="1089017" y="1352756"/>
                </a:lnTo>
                <a:lnTo>
                  <a:pt x="1091272" y="1347545"/>
                </a:lnTo>
                <a:lnTo>
                  <a:pt x="1094295" y="1340420"/>
                </a:lnTo>
                <a:lnTo>
                  <a:pt x="1102528" y="1337112"/>
                </a:lnTo>
                <a:lnTo>
                  <a:pt x="1109599" y="1340186"/>
                </a:lnTo>
                <a:lnTo>
                  <a:pt x="1116678" y="1343169"/>
                </a:lnTo>
                <a:lnTo>
                  <a:pt x="1119917" y="1351231"/>
                </a:lnTo>
                <a:lnTo>
                  <a:pt x="1116908" y="1358468"/>
                </a:lnTo>
                <a:lnTo>
                  <a:pt x="1113933" y="1365548"/>
                </a:lnTo>
                <a:lnTo>
                  <a:pt x="1105701" y="1368855"/>
                </a:lnTo>
                <a:lnTo>
                  <a:pt x="1098630" y="1365782"/>
                </a:lnTo>
                <a:lnTo>
                  <a:pt x="1096815" y="1365012"/>
                </a:lnTo>
                <a:lnTo>
                  <a:pt x="1095201" y="1363872"/>
                </a:lnTo>
                <a:close/>
              </a:path>
              <a:path w="5142230" h="2300604">
                <a:moveTo>
                  <a:pt x="1891611" y="2016224"/>
                </a:moveTo>
                <a:lnTo>
                  <a:pt x="1886692" y="2010958"/>
                </a:lnTo>
                <a:lnTo>
                  <a:pt x="1885579" y="2008985"/>
                </a:lnTo>
                <a:lnTo>
                  <a:pt x="1882836" y="1999402"/>
                </a:lnTo>
                <a:lnTo>
                  <a:pt x="1887153" y="1991708"/>
                </a:lnTo>
                <a:lnTo>
                  <a:pt x="1894549" y="1989557"/>
                </a:lnTo>
                <a:lnTo>
                  <a:pt x="1901981" y="1987444"/>
                </a:lnTo>
                <a:lnTo>
                  <a:pt x="1909675" y="1991771"/>
                </a:lnTo>
                <a:lnTo>
                  <a:pt x="1913885" y="2006639"/>
                </a:lnTo>
                <a:lnTo>
                  <a:pt x="1909568" y="2014333"/>
                </a:lnTo>
                <a:lnTo>
                  <a:pt x="1896931" y="2017911"/>
                </a:lnTo>
                <a:lnTo>
                  <a:pt x="1891611" y="2016224"/>
                </a:lnTo>
                <a:close/>
              </a:path>
              <a:path w="5142230" h="2300604">
                <a:moveTo>
                  <a:pt x="1655175" y="1665477"/>
                </a:moveTo>
                <a:lnTo>
                  <a:pt x="1649611" y="1659521"/>
                </a:lnTo>
                <a:lnTo>
                  <a:pt x="1649323" y="1651686"/>
                </a:lnTo>
                <a:lnTo>
                  <a:pt x="1653851" y="1646270"/>
                </a:lnTo>
                <a:lnTo>
                  <a:pt x="1658775" y="1640300"/>
                </a:lnTo>
                <a:lnTo>
                  <a:pt x="1667536" y="1639512"/>
                </a:lnTo>
                <a:lnTo>
                  <a:pt x="1679376" y="1649353"/>
                </a:lnTo>
                <a:lnTo>
                  <a:pt x="1680209" y="1658162"/>
                </a:lnTo>
                <a:lnTo>
                  <a:pt x="1675244" y="1664088"/>
                </a:lnTo>
                <a:lnTo>
                  <a:pt x="1670364" y="1670007"/>
                </a:lnTo>
                <a:lnTo>
                  <a:pt x="1661514" y="1670796"/>
                </a:lnTo>
                <a:lnTo>
                  <a:pt x="1655175" y="1665477"/>
                </a:lnTo>
                <a:close/>
              </a:path>
              <a:path w="5142230" h="2300604">
                <a:moveTo>
                  <a:pt x="1869100" y="1949412"/>
                </a:moveTo>
                <a:lnTo>
                  <a:pt x="1864135" y="1944097"/>
                </a:lnTo>
                <a:lnTo>
                  <a:pt x="1863191" y="1942696"/>
                </a:lnTo>
                <a:lnTo>
                  <a:pt x="1862540" y="1941021"/>
                </a:lnTo>
                <a:lnTo>
                  <a:pt x="1859669" y="1933842"/>
                </a:lnTo>
                <a:lnTo>
                  <a:pt x="1863155" y="1925746"/>
                </a:lnTo>
                <a:lnTo>
                  <a:pt x="1870285" y="1922920"/>
                </a:lnTo>
                <a:lnTo>
                  <a:pt x="1877419" y="1920000"/>
                </a:lnTo>
                <a:lnTo>
                  <a:pt x="1885515" y="1923486"/>
                </a:lnTo>
                <a:lnTo>
                  <a:pt x="1888435" y="1930620"/>
                </a:lnTo>
                <a:lnTo>
                  <a:pt x="1891256" y="1937745"/>
                </a:lnTo>
                <a:lnTo>
                  <a:pt x="1887816" y="1945890"/>
                </a:lnTo>
                <a:lnTo>
                  <a:pt x="1880685" y="1948716"/>
                </a:lnTo>
                <a:lnTo>
                  <a:pt x="1875185" y="1950941"/>
                </a:lnTo>
                <a:lnTo>
                  <a:pt x="1869100" y="1949412"/>
                </a:lnTo>
                <a:close/>
              </a:path>
              <a:path w="5142230" h="2300604">
                <a:moveTo>
                  <a:pt x="336437" y="872143"/>
                </a:moveTo>
                <a:lnTo>
                  <a:pt x="330733" y="866037"/>
                </a:lnTo>
                <a:lnTo>
                  <a:pt x="326063" y="858986"/>
                </a:lnTo>
                <a:lnTo>
                  <a:pt x="327822" y="850312"/>
                </a:lnTo>
                <a:lnTo>
                  <a:pt x="340665" y="841774"/>
                </a:lnTo>
                <a:lnTo>
                  <a:pt x="349344" y="843538"/>
                </a:lnTo>
                <a:lnTo>
                  <a:pt x="357828" y="856432"/>
                </a:lnTo>
                <a:lnTo>
                  <a:pt x="356069" y="865106"/>
                </a:lnTo>
                <a:lnTo>
                  <a:pt x="349599" y="869323"/>
                </a:lnTo>
                <a:lnTo>
                  <a:pt x="343851" y="873140"/>
                </a:lnTo>
                <a:lnTo>
                  <a:pt x="336437" y="872143"/>
                </a:lnTo>
                <a:close/>
              </a:path>
              <a:path w="5142230" h="2300604">
                <a:moveTo>
                  <a:pt x="586213" y="1112056"/>
                </a:moveTo>
                <a:lnTo>
                  <a:pt x="581203" y="1106693"/>
                </a:lnTo>
                <a:lnTo>
                  <a:pt x="580357" y="1099630"/>
                </a:lnTo>
                <a:lnTo>
                  <a:pt x="583942" y="1094181"/>
                </a:lnTo>
                <a:lnTo>
                  <a:pt x="588172" y="1087664"/>
                </a:lnTo>
                <a:lnTo>
                  <a:pt x="596784" y="1085837"/>
                </a:lnTo>
                <a:lnTo>
                  <a:pt x="603251" y="1090023"/>
                </a:lnTo>
                <a:lnTo>
                  <a:pt x="609714" y="1094303"/>
                </a:lnTo>
                <a:lnTo>
                  <a:pt x="611546" y="1102910"/>
                </a:lnTo>
                <a:lnTo>
                  <a:pt x="607360" y="1109377"/>
                </a:lnTo>
                <a:lnTo>
                  <a:pt x="603129" y="1115795"/>
                </a:lnTo>
                <a:lnTo>
                  <a:pt x="594521" y="1117626"/>
                </a:lnTo>
                <a:lnTo>
                  <a:pt x="588055" y="1113441"/>
                </a:lnTo>
                <a:lnTo>
                  <a:pt x="587085" y="1112794"/>
                </a:lnTo>
                <a:lnTo>
                  <a:pt x="586213" y="1112056"/>
                </a:lnTo>
                <a:close/>
              </a:path>
              <a:path w="5142230" h="2300604">
                <a:moveTo>
                  <a:pt x="1540119" y="1582584"/>
                </a:moveTo>
                <a:lnTo>
                  <a:pt x="1535109" y="1577220"/>
                </a:lnTo>
                <a:lnTo>
                  <a:pt x="1534260" y="1570251"/>
                </a:lnTo>
                <a:lnTo>
                  <a:pt x="1537473" y="1565090"/>
                </a:lnTo>
                <a:lnTo>
                  <a:pt x="1541611" y="1558572"/>
                </a:lnTo>
                <a:lnTo>
                  <a:pt x="1541796" y="1558281"/>
                </a:lnTo>
                <a:lnTo>
                  <a:pt x="1550361" y="1556306"/>
                </a:lnTo>
                <a:lnTo>
                  <a:pt x="1563396" y="1564492"/>
                </a:lnTo>
                <a:lnTo>
                  <a:pt x="1565416" y="1573106"/>
                </a:lnTo>
                <a:lnTo>
                  <a:pt x="1561460" y="1579331"/>
                </a:lnTo>
                <a:lnTo>
                  <a:pt x="1557359" y="1585888"/>
                </a:lnTo>
                <a:lnTo>
                  <a:pt x="1557176" y="1586181"/>
                </a:lnTo>
                <a:lnTo>
                  <a:pt x="1548570" y="1588112"/>
                </a:lnTo>
                <a:lnTo>
                  <a:pt x="1542100" y="1584020"/>
                </a:lnTo>
                <a:lnTo>
                  <a:pt x="1541032" y="1583365"/>
                </a:lnTo>
                <a:lnTo>
                  <a:pt x="1540119" y="1582584"/>
                </a:lnTo>
                <a:close/>
              </a:path>
              <a:path w="5142230" h="2300604">
                <a:moveTo>
                  <a:pt x="708462" y="1184761"/>
                </a:moveTo>
                <a:lnTo>
                  <a:pt x="703501" y="1179451"/>
                </a:lnTo>
                <a:lnTo>
                  <a:pt x="702497" y="1172902"/>
                </a:lnTo>
                <a:lnTo>
                  <a:pt x="705418" y="1167525"/>
                </a:lnTo>
                <a:lnTo>
                  <a:pt x="709142" y="1160759"/>
                </a:lnTo>
                <a:lnTo>
                  <a:pt x="717583" y="1158261"/>
                </a:lnTo>
                <a:lnTo>
                  <a:pt x="731118" y="1165614"/>
                </a:lnTo>
                <a:lnTo>
                  <a:pt x="733616" y="1174056"/>
                </a:lnTo>
                <a:lnTo>
                  <a:pt x="729933" y="1180865"/>
                </a:lnTo>
                <a:lnTo>
                  <a:pt x="726262" y="1187590"/>
                </a:lnTo>
                <a:lnTo>
                  <a:pt x="717768" y="1190129"/>
                </a:lnTo>
                <a:lnTo>
                  <a:pt x="711052" y="1186459"/>
                </a:lnTo>
                <a:lnTo>
                  <a:pt x="709704" y="1185700"/>
                </a:lnTo>
                <a:lnTo>
                  <a:pt x="708462" y="1184761"/>
                </a:lnTo>
                <a:close/>
              </a:path>
              <a:path w="5142230" h="2300604">
                <a:moveTo>
                  <a:pt x="1479274" y="1546286"/>
                </a:moveTo>
                <a:lnTo>
                  <a:pt x="1474309" y="1540971"/>
                </a:lnTo>
                <a:lnTo>
                  <a:pt x="1473356" y="1534282"/>
                </a:lnTo>
                <a:lnTo>
                  <a:pt x="1476416" y="1528858"/>
                </a:lnTo>
                <a:lnTo>
                  <a:pt x="1480284" y="1522149"/>
                </a:lnTo>
                <a:lnTo>
                  <a:pt x="1488813" y="1519843"/>
                </a:lnTo>
                <a:lnTo>
                  <a:pt x="1502146" y="1527467"/>
                </a:lnTo>
                <a:lnTo>
                  <a:pt x="1504502" y="1536050"/>
                </a:lnTo>
                <a:lnTo>
                  <a:pt x="1496872" y="1549387"/>
                </a:lnTo>
                <a:lnTo>
                  <a:pt x="1488343" y="1551693"/>
                </a:lnTo>
                <a:lnTo>
                  <a:pt x="1481626" y="1547924"/>
                </a:lnTo>
                <a:lnTo>
                  <a:pt x="1480377" y="1547173"/>
                </a:lnTo>
                <a:lnTo>
                  <a:pt x="1479274" y="1546286"/>
                </a:lnTo>
                <a:close/>
              </a:path>
              <a:path w="5142230" h="2300604">
                <a:moveTo>
                  <a:pt x="107330" y="129752"/>
                </a:moveTo>
                <a:lnTo>
                  <a:pt x="102411" y="124486"/>
                </a:lnTo>
                <a:lnTo>
                  <a:pt x="101170" y="121984"/>
                </a:lnTo>
                <a:lnTo>
                  <a:pt x="100656" y="119186"/>
                </a:lnTo>
                <a:lnTo>
                  <a:pt x="99452" y="111545"/>
                </a:lnTo>
                <a:lnTo>
                  <a:pt x="104604" y="104450"/>
                </a:lnTo>
                <a:lnTo>
                  <a:pt x="119796" y="101945"/>
                </a:lnTo>
                <a:lnTo>
                  <a:pt x="126985" y="107100"/>
                </a:lnTo>
                <a:lnTo>
                  <a:pt x="129490" y="122292"/>
                </a:lnTo>
                <a:lnTo>
                  <a:pt x="124290" y="129433"/>
                </a:lnTo>
                <a:lnTo>
                  <a:pt x="112104" y="131441"/>
                </a:lnTo>
                <a:lnTo>
                  <a:pt x="111946" y="131467"/>
                </a:lnTo>
                <a:lnTo>
                  <a:pt x="107330" y="129752"/>
                </a:lnTo>
                <a:close/>
              </a:path>
              <a:path w="5142230" h="2300604">
                <a:moveTo>
                  <a:pt x="1417171" y="1512258"/>
                </a:moveTo>
                <a:lnTo>
                  <a:pt x="1412206" y="1506943"/>
                </a:lnTo>
                <a:lnTo>
                  <a:pt x="1411150" y="1500534"/>
                </a:lnTo>
                <a:lnTo>
                  <a:pt x="1417556" y="1488331"/>
                </a:lnTo>
                <a:lnTo>
                  <a:pt x="1426005" y="1485744"/>
                </a:lnTo>
                <a:lnTo>
                  <a:pt x="1439641" y="1492912"/>
                </a:lnTo>
                <a:lnTo>
                  <a:pt x="1442233" y="1501356"/>
                </a:lnTo>
                <a:lnTo>
                  <a:pt x="1435061" y="1514987"/>
                </a:lnTo>
                <a:lnTo>
                  <a:pt x="1426621" y="1517584"/>
                </a:lnTo>
                <a:lnTo>
                  <a:pt x="1418365" y="1513243"/>
                </a:lnTo>
                <a:lnTo>
                  <a:pt x="1417171" y="1512258"/>
                </a:lnTo>
                <a:close/>
              </a:path>
              <a:path w="5142230" h="2300604">
                <a:moveTo>
                  <a:pt x="528120" y="1072448"/>
                </a:moveTo>
                <a:lnTo>
                  <a:pt x="522369" y="1066292"/>
                </a:lnTo>
                <a:lnTo>
                  <a:pt x="521783" y="1059018"/>
                </a:lnTo>
                <a:lnTo>
                  <a:pt x="525748" y="1053488"/>
                </a:lnTo>
                <a:lnTo>
                  <a:pt x="530256" y="1047268"/>
                </a:lnTo>
                <a:lnTo>
                  <a:pt x="538991" y="1045866"/>
                </a:lnTo>
                <a:lnTo>
                  <a:pt x="551479" y="1054836"/>
                </a:lnTo>
                <a:lnTo>
                  <a:pt x="552877" y="1063566"/>
                </a:lnTo>
                <a:lnTo>
                  <a:pt x="548414" y="1069834"/>
                </a:lnTo>
                <a:lnTo>
                  <a:pt x="543911" y="1076059"/>
                </a:lnTo>
                <a:lnTo>
                  <a:pt x="535172" y="1077456"/>
                </a:lnTo>
                <a:lnTo>
                  <a:pt x="528120" y="1072448"/>
                </a:lnTo>
                <a:close/>
              </a:path>
              <a:path w="5142230" h="2300604">
                <a:moveTo>
                  <a:pt x="1225417" y="1420376"/>
                </a:moveTo>
                <a:lnTo>
                  <a:pt x="1220453" y="1415061"/>
                </a:lnTo>
                <a:lnTo>
                  <a:pt x="1219286" y="1409120"/>
                </a:lnTo>
                <a:lnTo>
                  <a:pt x="1224752" y="1396791"/>
                </a:lnTo>
                <a:lnTo>
                  <a:pt x="1232986" y="1393583"/>
                </a:lnTo>
                <a:lnTo>
                  <a:pt x="1247077" y="1399869"/>
                </a:lnTo>
                <a:lnTo>
                  <a:pt x="1250241" y="1408144"/>
                </a:lnTo>
                <a:lnTo>
                  <a:pt x="1243999" y="1422184"/>
                </a:lnTo>
                <a:lnTo>
                  <a:pt x="1235724" y="1425349"/>
                </a:lnTo>
                <a:lnTo>
                  <a:pt x="1228702" y="1422230"/>
                </a:lnTo>
                <a:lnTo>
                  <a:pt x="1226940" y="1421419"/>
                </a:lnTo>
                <a:lnTo>
                  <a:pt x="1225417" y="1420376"/>
                </a:lnTo>
                <a:close/>
              </a:path>
              <a:path w="5142230" h="2300604">
                <a:moveTo>
                  <a:pt x="425246" y="983927"/>
                </a:moveTo>
                <a:lnTo>
                  <a:pt x="414633" y="972565"/>
                </a:lnTo>
                <a:lnTo>
                  <a:pt x="414929" y="963889"/>
                </a:lnTo>
                <a:lnTo>
                  <a:pt x="420396" y="958599"/>
                </a:lnTo>
                <a:lnTo>
                  <a:pt x="425954" y="953307"/>
                </a:lnTo>
                <a:lnTo>
                  <a:pt x="435013" y="953524"/>
                </a:lnTo>
                <a:lnTo>
                  <a:pt x="445446" y="964692"/>
                </a:lnTo>
                <a:lnTo>
                  <a:pt x="445242" y="973466"/>
                </a:lnTo>
                <a:lnTo>
                  <a:pt x="439438" y="978982"/>
                </a:lnTo>
                <a:lnTo>
                  <a:pt x="434069" y="984085"/>
                </a:lnTo>
                <a:lnTo>
                  <a:pt x="425246" y="983927"/>
                </a:lnTo>
                <a:close/>
              </a:path>
              <a:path w="5142230" h="2300604">
                <a:moveTo>
                  <a:pt x="130983" y="269826"/>
                </a:moveTo>
                <a:lnTo>
                  <a:pt x="126063" y="264560"/>
                </a:lnTo>
                <a:lnTo>
                  <a:pt x="124770" y="262198"/>
                </a:lnTo>
                <a:lnTo>
                  <a:pt x="122955" y="251849"/>
                </a:lnTo>
                <a:lnTo>
                  <a:pt x="128015" y="244657"/>
                </a:lnTo>
                <a:lnTo>
                  <a:pt x="135569" y="243261"/>
                </a:lnTo>
                <a:lnTo>
                  <a:pt x="143169" y="241915"/>
                </a:lnTo>
                <a:lnTo>
                  <a:pt x="150455" y="246978"/>
                </a:lnTo>
                <a:lnTo>
                  <a:pt x="153082" y="262008"/>
                </a:lnTo>
                <a:lnTo>
                  <a:pt x="149371" y="267517"/>
                </a:lnTo>
                <a:lnTo>
                  <a:pt x="148088" y="269370"/>
                </a:lnTo>
                <a:lnTo>
                  <a:pt x="140563" y="270697"/>
                </a:lnTo>
                <a:lnTo>
                  <a:pt x="135644" y="271590"/>
                </a:lnTo>
                <a:lnTo>
                  <a:pt x="130983" y="269826"/>
                </a:lnTo>
                <a:close/>
              </a:path>
              <a:path w="5142230" h="2300604">
                <a:moveTo>
                  <a:pt x="143947" y="339713"/>
                </a:moveTo>
                <a:lnTo>
                  <a:pt x="139073" y="334495"/>
                </a:lnTo>
                <a:lnTo>
                  <a:pt x="137825" y="332182"/>
                </a:lnTo>
                <a:lnTo>
                  <a:pt x="135819" y="321921"/>
                </a:lnTo>
                <a:lnTo>
                  <a:pt x="140788" y="314631"/>
                </a:lnTo>
                <a:lnTo>
                  <a:pt x="155902" y="311652"/>
                </a:lnTo>
                <a:lnTo>
                  <a:pt x="163241" y="316576"/>
                </a:lnTo>
                <a:lnTo>
                  <a:pt x="164681" y="324178"/>
                </a:lnTo>
                <a:lnTo>
                  <a:pt x="166171" y="331735"/>
                </a:lnTo>
                <a:lnTo>
                  <a:pt x="161202" y="339025"/>
                </a:lnTo>
                <a:lnTo>
                  <a:pt x="153645" y="340515"/>
                </a:lnTo>
                <a:lnTo>
                  <a:pt x="148751" y="341434"/>
                </a:lnTo>
                <a:lnTo>
                  <a:pt x="143947" y="339713"/>
                </a:lnTo>
                <a:close/>
              </a:path>
              <a:path w="5142230" h="2300604">
                <a:moveTo>
                  <a:pt x="646636" y="1149662"/>
                </a:moveTo>
                <a:lnTo>
                  <a:pt x="641621" y="1144293"/>
                </a:lnTo>
                <a:lnTo>
                  <a:pt x="640771" y="1137518"/>
                </a:lnTo>
                <a:lnTo>
                  <a:pt x="647838" y="1125437"/>
                </a:lnTo>
                <a:lnTo>
                  <a:pt x="656532" y="1123209"/>
                </a:lnTo>
                <a:lnTo>
                  <a:pt x="656665" y="1123352"/>
                </a:lnTo>
                <a:lnTo>
                  <a:pt x="669691" y="1131138"/>
                </a:lnTo>
                <a:lnTo>
                  <a:pt x="671903" y="1139664"/>
                </a:lnTo>
                <a:lnTo>
                  <a:pt x="663994" y="1152896"/>
                </a:lnTo>
                <a:lnTo>
                  <a:pt x="655468" y="1155108"/>
                </a:lnTo>
                <a:lnTo>
                  <a:pt x="648851" y="1151153"/>
                </a:lnTo>
                <a:lnTo>
                  <a:pt x="647693" y="1150500"/>
                </a:lnTo>
                <a:lnTo>
                  <a:pt x="646636" y="1149662"/>
                </a:lnTo>
                <a:close/>
              </a:path>
              <a:path w="5142230" h="2300604">
                <a:moveTo>
                  <a:pt x="1160436" y="1391868"/>
                </a:moveTo>
                <a:lnTo>
                  <a:pt x="1155471" y="1386554"/>
                </a:lnTo>
                <a:lnTo>
                  <a:pt x="1154301" y="1380707"/>
                </a:lnTo>
                <a:lnTo>
                  <a:pt x="1156510" y="1375448"/>
                </a:lnTo>
                <a:lnTo>
                  <a:pt x="1159583" y="1368376"/>
                </a:lnTo>
                <a:lnTo>
                  <a:pt x="1167808" y="1365158"/>
                </a:lnTo>
                <a:lnTo>
                  <a:pt x="1181958" y="1371215"/>
                </a:lnTo>
                <a:lnTo>
                  <a:pt x="1185172" y="1379445"/>
                </a:lnTo>
                <a:lnTo>
                  <a:pt x="1182140" y="1386560"/>
                </a:lnTo>
                <a:lnTo>
                  <a:pt x="1179115" y="1393585"/>
                </a:lnTo>
                <a:lnTo>
                  <a:pt x="1170890" y="1396804"/>
                </a:lnTo>
                <a:lnTo>
                  <a:pt x="1163811" y="1393820"/>
                </a:lnTo>
                <a:lnTo>
                  <a:pt x="1161955" y="1393006"/>
                </a:lnTo>
                <a:lnTo>
                  <a:pt x="1160436" y="1391868"/>
                </a:lnTo>
                <a:close/>
              </a:path>
              <a:path w="5142230" h="2300604">
                <a:moveTo>
                  <a:pt x="118869" y="199775"/>
                </a:moveTo>
                <a:lnTo>
                  <a:pt x="114000" y="194562"/>
                </a:lnTo>
                <a:lnTo>
                  <a:pt x="112714" y="192111"/>
                </a:lnTo>
                <a:lnTo>
                  <a:pt x="110939" y="181707"/>
                </a:lnTo>
                <a:lnTo>
                  <a:pt x="116098" y="174522"/>
                </a:lnTo>
                <a:lnTo>
                  <a:pt x="131286" y="172013"/>
                </a:lnTo>
                <a:lnTo>
                  <a:pt x="138483" y="177078"/>
                </a:lnTo>
                <a:lnTo>
                  <a:pt x="141033" y="192319"/>
                </a:lnTo>
                <a:lnTo>
                  <a:pt x="135923" y="199458"/>
                </a:lnTo>
                <a:lnTo>
                  <a:pt x="128282" y="200761"/>
                </a:lnTo>
                <a:lnTo>
                  <a:pt x="123688" y="201512"/>
                </a:lnTo>
                <a:lnTo>
                  <a:pt x="123530" y="201538"/>
                </a:lnTo>
                <a:lnTo>
                  <a:pt x="118869" y="199775"/>
                </a:lnTo>
                <a:close/>
              </a:path>
              <a:path w="5142230" h="2300604">
                <a:moveTo>
                  <a:pt x="1353964" y="1480176"/>
                </a:moveTo>
                <a:lnTo>
                  <a:pt x="1348999" y="1474861"/>
                </a:lnTo>
                <a:lnTo>
                  <a:pt x="1347936" y="1468640"/>
                </a:lnTo>
                <a:lnTo>
                  <a:pt x="1350525" y="1463299"/>
                </a:lnTo>
                <a:lnTo>
                  <a:pt x="1353924" y="1456381"/>
                </a:lnTo>
                <a:lnTo>
                  <a:pt x="1362329" y="1453551"/>
                </a:lnTo>
                <a:lnTo>
                  <a:pt x="1376166" y="1460348"/>
                </a:lnTo>
                <a:lnTo>
                  <a:pt x="1378950" y="1468705"/>
                </a:lnTo>
                <a:lnTo>
                  <a:pt x="1372202" y="1482496"/>
                </a:lnTo>
                <a:lnTo>
                  <a:pt x="1363842" y="1485375"/>
                </a:lnTo>
                <a:lnTo>
                  <a:pt x="1356924" y="1481976"/>
                </a:lnTo>
                <a:lnTo>
                  <a:pt x="1355346" y="1481167"/>
                </a:lnTo>
                <a:lnTo>
                  <a:pt x="1353964" y="1480176"/>
                </a:lnTo>
                <a:close/>
              </a:path>
              <a:path w="5142230" h="2300604">
                <a:moveTo>
                  <a:pt x="1289991" y="1449621"/>
                </a:moveTo>
                <a:lnTo>
                  <a:pt x="1285077" y="1444359"/>
                </a:lnTo>
                <a:lnTo>
                  <a:pt x="1283867" y="1438275"/>
                </a:lnTo>
                <a:lnTo>
                  <a:pt x="1289573" y="1426006"/>
                </a:lnTo>
                <a:lnTo>
                  <a:pt x="1297890" y="1422985"/>
                </a:lnTo>
                <a:lnTo>
                  <a:pt x="1311880" y="1429456"/>
                </a:lnTo>
                <a:lnTo>
                  <a:pt x="1314897" y="1437769"/>
                </a:lnTo>
                <a:lnTo>
                  <a:pt x="1308384" y="1451715"/>
                </a:lnTo>
                <a:lnTo>
                  <a:pt x="1300112" y="1454785"/>
                </a:lnTo>
                <a:lnTo>
                  <a:pt x="1293142" y="1451526"/>
                </a:lnTo>
                <a:lnTo>
                  <a:pt x="1291465" y="1450709"/>
                </a:lnTo>
                <a:lnTo>
                  <a:pt x="1289991" y="1449621"/>
                </a:lnTo>
                <a:close/>
              </a:path>
              <a:path w="5142230" h="2300604">
                <a:moveTo>
                  <a:pt x="95836" y="59680"/>
                </a:moveTo>
                <a:lnTo>
                  <a:pt x="90917" y="54414"/>
                </a:lnTo>
                <a:lnTo>
                  <a:pt x="89631" y="51962"/>
                </a:lnTo>
                <a:lnTo>
                  <a:pt x="89207" y="49162"/>
                </a:lnTo>
                <a:lnTo>
                  <a:pt x="87955" y="41566"/>
                </a:lnTo>
                <a:lnTo>
                  <a:pt x="93064" y="34328"/>
                </a:lnTo>
                <a:lnTo>
                  <a:pt x="108256" y="31824"/>
                </a:lnTo>
                <a:lnTo>
                  <a:pt x="115445" y="36978"/>
                </a:lnTo>
                <a:lnTo>
                  <a:pt x="117950" y="52171"/>
                </a:lnTo>
                <a:lnTo>
                  <a:pt x="112790" y="59355"/>
                </a:lnTo>
                <a:lnTo>
                  <a:pt x="100605" y="61364"/>
                </a:lnTo>
                <a:lnTo>
                  <a:pt x="100447" y="61390"/>
                </a:lnTo>
                <a:lnTo>
                  <a:pt x="95836" y="59680"/>
                </a:lnTo>
                <a:close/>
              </a:path>
              <a:path w="5142230" h="2300604">
                <a:moveTo>
                  <a:pt x="1839448" y="1885609"/>
                </a:moveTo>
                <a:lnTo>
                  <a:pt x="1834442" y="1880250"/>
                </a:lnTo>
                <a:lnTo>
                  <a:pt x="1833720" y="1879282"/>
                </a:lnTo>
                <a:lnTo>
                  <a:pt x="1829550" y="1871397"/>
                </a:lnTo>
                <a:lnTo>
                  <a:pt x="1832052" y="1862933"/>
                </a:lnTo>
                <a:lnTo>
                  <a:pt x="1838885" y="1859299"/>
                </a:lnTo>
                <a:lnTo>
                  <a:pt x="1845618" y="1855657"/>
                </a:lnTo>
                <a:lnTo>
                  <a:pt x="1854119" y="1858207"/>
                </a:lnTo>
                <a:lnTo>
                  <a:pt x="1857716" y="1864991"/>
                </a:lnTo>
                <a:lnTo>
                  <a:pt x="1861404" y="1871773"/>
                </a:lnTo>
                <a:lnTo>
                  <a:pt x="1858803" y="1880230"/>
                </a:lnTo>
                <a:lnTo>
                  <a:pt x="1852069" y="1883872"/>
                </a:lnTo>
                <a:lnTo>
                  <a:pt x="1846347" y="1886934"/>
                </a:lnTo>
                <a:lnTo>
                  <a:pt x="1839448" y="1885609"/>
                </a:lnTo>
                <a:close/>
              </a:path>
              <a:path w="5142230" h="2300604">
                <a:moveTo>
                  <a:pt x="1803230" y="1825530"/>
                </a:moveTo>
                <a:lnTo>
                  <a:pt x="1797062" y="1818927"/>
                </a:lnTo>
                <a:lnTo>
                  <a:pt x="1792747" y="1812549"/>
                </a:lnTo>
                <a:lnTo>
                  <a:pt x="1794317" y="1803868"/>
                </a:lnTo>
                <a:lnTo>
                  <a:pt x="1800696" y="1799553"/>
                </a:lnTo>
                <a:lnTo>
                  <a:pt x="1807029" y="1795190"/>
                </a:lnTo>
                <a:lnTo>
                  <a:pt x="1815755" y="1796809"/>
                </a:lnTo>
                <a:lnTo>
                  <a:pt x="1824429" y="1809515"/>
                </a:lnTo>
                <a:lnTo>
                  <a:pt x="1822818" y="1818152"/>
                </a:lnTo>
                <a:lnTo>
                  <a:pt x="1816485" y="1822515"/>
                </a:lnTo>
                <a:lnTo>
                  <a:pt x="1810680" y="1826468"/>
                </a:lnTo>
                <a:lnTo>
                  <a:pt x="1803230" y="1825530"/>
                </a:lnTo>
                <a:close/>
              </a:path>
              <a:path w="5142230" h="2300604">
                <a:moveTo>
                  <a:pt x="1918610" y="2225664"/>
                </a:moveTo>
                <a:lnTo>
                  <a:pt x="1913741" y="2220451"/>
                </a:lnTo>
                <a:lnTo>
                  <a:pt x="1912339" y="2217094"/>
                </a:lnTo>
                <a:lnTo>
                  <a:pt x="1912326" y="2213463"/>
                </a:lnTo>
                <a:lnTo>
                  <a:pt x="1912253" y="2205761"/>
                </a:lnTo>
                <a:lnTo>
                  <a:pt x="1918510" y="2199459"/>
                </a:lnTo>
                <a:lnTo>
                  <a:pt x="1926205" y="2199485"/>
                </a:lnTo>
                <a:lnTo>
                  <a:pt x="1933907" y="2199421"/>
                </a:lnTo>
                <a:lnTo>
                  <a:pt x="1940163" y="2205630"/>
                </a:lnTo>
                <a:lnTo>
                  <a:pt x="1940232" y="2213327"/>
                </a:lnTo>
                <a:lnTo>
                  <a:pt x="1940247" y="2221065"/>
                </a:lnTo>
                <a:lnTo>
                  <a:pt x="1934043" y="2227327"/>
                </a:lnTo>
                <a:lnTo>
                  <a:pt x="1922287" y="2227351"/>
                </a:lnTo>
                <a:lnTo>
                  <a:pt x="1918610" y="2225664"/>
                </a:lnTo>
                <a:close/>
              </a:path>
              <a:path w="5142230" h="2300604">
                <a:moveTo>
                  <a:pt x="266879" y="747539"/>
                </a:moveTo>
                <a:lnTo>
                  <a:pt x="261914" y="742224"/>
                </a:lnTo>
                <a:lnTo>
                  <a:pt x="261058" y="741015"/>
                </a:lnTo>
                <a:lnTo>
                  <a:pt x="257188" y="732669"/>
                </a:lnTo>
                <a:lnTo>
                  <a:pt x="260208" y="724368"/>
                </a:lnTo>
                <a:lnTo>
                  <a:pt x="267163" y="721159"/>
                </a:lnTo>
                <a:lnTo>
                  <a:pt x="274121" y="717855"/>
                </a:lnTo>
                <a:lnTo>
                  <a:pt x="282421" y="720876"/>
                </a:lnTo>
                <a:lnTo>
                  <a:pt x="288976" y="734832"/>
                </a:lnTo>
                <a:lnTo>
                  <a:pt x="285960" y="743137"/>
                </a:lnTo>
                <a:lnTo>
                  <a:pt x="273344" y="748987"/>
                </a:lnTo>
                <a:lnTo>
                  <a:pt x="266879" y="747539"/>
                </a:lnTo>
                <a:close/>
              </a:path>
              <a:path w="5142230" h="2300604">
                <a:moveTo>
                  <a:pt x="174528" y="478601"/>
                </a:moveTo>
                <a:lnTo>
                  <a:pt x="169613" y="473340"/>
                </a:lnTo>
                <a:lnTo>
                  <a:pt x="168503" y="471272"/>
                </a:lnTo>
                <a:lnTo>
                  <a:pt x="167873" y="468838"/>
                </a:lnTo>
                <a:lnTo>
                  <a:pt x="166007" y="461367"/>
                </a:lnTo>
                <a:lnTo>
                  <a:pt x="170488" y="453946"/>
                </a:lnTo>
                <a:lnTo>
                  <a:pt x="185507" y="450082"/>
                </a:lnTo>
                <a:lnTo>
                  <a:pt x="193097" y="454689"/>
                </a:lnTo>
                <a:lnTo>
                  <a:pt x="196791" y="469591"/>
                </a:lnTo>
                <a:lnTo>
                  <a:pt x="192307" y="477106"/>
                </a:lnTo>
                <a:lnTo>
                  <a:pt x="184809" y="479050"/>
                </a:lnTo>
                <a:lnTo>
                  <a:pt x="179663" y="480286"/>
                </a:lnTo>
                <a:lnTo>
                  <a:pt x="174528" y="478601"/>
                </a:lnTo>
                <a:close/>
              </a:path>
              <a:path w="5142230" h="2300604">
                <a:moveTo>
                  <a:pt x="1915825" y="2155042"/>
                </a:moveTo>
                <a:lnTo>
                  <a:pt x="1910947" y="2149820"/>
                </a:lnTo>
                <a:lnTo>
                  <a:pt x="1909583" y="2146894"/>
                </a:lnTo>
                <a:lnTo>
                  <a:pt x="1909320" y="2143679"/>
                </a:lnTo>
                <a:lnTo>
                  <a:pt x="1908632" y="2136003"/>
                </a:lnTo>
                <a:lnTo>
                  <a:pt x="1914390" y="2129264"/>
                </a:lnTo>
                <a:lnTo>
                  <a:pt x="1929729" y="2127992"/>
                </a:lnTo>
                <a:lnTo>
                  <a:pt x="1936471" y="2133646"/>
                </a:lnTo>
                <a:lnTo>
                  <a:pt x="1937748" y="2148990"/>
                </a:lnTo>
                <a:lnTo>
                  <a:pt x="1932040" y="2155783"/>
                </a:lnTo>
                <a:lnTo>
                  <a:pt x="1919920" y="2156787"/>
                </a:lnTo>
                <a:lnTo>
                  <a:pt x="1915825" y="2155042"/>
                </a:lnTo>
                <a:close/>
              </a:path>
              <a:path w="5142230" h="2300604">
                <a:moveTo>
                  <a:pt x="835296" y="1249082"/>
                </a:moveTo>
                <a:lnTo>
                  <a:pt x="830336" y="1243772"/>
                </a:lnTo>
                <a:lnTo>
                  <a:pt x="829221" y="1237691"/>
                </a:lnTo>
                <a:lnTo>
                  <a:pt x="831716" y="1232347"/>
                </a:lnTo>
                <a:lnTo>
                  <a:pt x="835069" y="1225379"/>
                </a:lnTo>
                <a:lnTo>
                  <a:pt x="843338" y="1222403"/>
                </a:lnTo>
                <a:lnTo>
                  <a:pt x="857275" y="1229015"/>
                </a:lnTo>
                <a:lnTo>
                  <a:pt x="860203" y="1237329"/>
                </a:lnTo>
                <a:lnTo>
                  <a:pt x="856944" y="1244300"/>
                </a:lnTo>
                <a:lnTo>
                  <a:pt x="853640" y="1251221"/>
                </a:lnTo>
                <a:lnTo>
                  <a:pt x="845322" y="1254243"/>
                </a:lnTo>
                <a:lnTo>
                  <a:pt x="838355" y="1250890"/>
                </a:lnTo>
                <a:lnTo>
                  <a:pt x="836729" y="1250127"/>
                </a:lnTo>
                <a:lnTo>
                  <a:pt x="835296" y="1249082"/>
                </a:lnTo>
                <a:close/>
              </a:path>
              <a:path w="5142230" h="2300604">
                <a:moveTo>
                  <a:pt x="193011" y="547358"/>
                </a:moveTo>
                <a:lnTo>
                  <a:pt x="188092" y="542092"/>
                </a:lnTo>
                <a:lnTo>
                  <a:pt x="186979" y="540119"/>
                </a:lnTo>
                <a:lnTo>
                  <a:pt x="186339" y="537968"/>
                </a:lnTo>
                <a:lnTo>
                  <a:pt x="184236" y="530536"/>
                </a:lnTo>
                <a:lnTo>
                  <a:pt x="188459" y="522838"/>
                </a:lnTo>
                <a:lnTo>
                  <a:pt x="195900" y="520736"/>
                </a:lnTo>
                <a:lnTo>
                  <a:pt x="203291" y="518580"/>
                </a:lnTo>
                <a:lnTo>
                  <a:pt x="211030" y="522856"/>
                </a:lnTo>
                <a:lnTo>
                  <a:pt x="213186" y="530247"/>
                </a:lnTo>
                <a:lnTo>
                  <a:pt x="215248" y="537635"/>
                </a:lnTo>
                <a:lnTo>
                  <a:pt x="210971" y="545373"/>
                </a:lnTo>
                <a:lnTo>
                  <a:pt x="203576" y="547524"/>
                </a:lnTo>
                <a:lnTo>
                  <a:pt x="198384" y="549005"/>
                </a:lnTo>
                <a:lnTo>
                  <a:pt x="193011" y="547358"/>
                </a:lnTo>
                <a:close/>
              </a:path>
              <a:path w="5142230" h="2300604">
                <a:moveTo>
                  <a:pt x="1760498" y="1769621"/>
                </a:moveTo>
                <a:lnTo>
                  <a:pt x="1754898" y="1763626"/>
                </a:lnTo>
                <a:lnTo>
                  <a:pt x="1749899" y="1757786"/>
                </a:lnTo>
                <a:lnTo>
                  <a:pt x="1750628" y="1748987"/>
                </a:lnTo>
                <a:lnTo>
                  <a:pt x="1755480" y="1744896"/>
                </a:lnTo>
                <a:lnTo>
                  <a:pt x="1761326" y="1739913"/>
                </a:lnTo>
                <a:lnTo>
                  <a:pt x="1762392" y="1739002"/>
                </a:lnTo>
                <a:lnTo>
                  <a:pt x="1771191" y="1739721"/>
                </a:lnTo>
                <a:lnTo>
                  <a:pt x="1781133" y="1751536"/>
                </a:lnTo>
                <a:lnTo>
                  <a:pt x="1780408" y="1760340"/>
                </a:lnTo>
                <a:lnTo>
                  <a:pt x="1775602" y="1764382"/>
                </a:lnTo>
                <a:lnTo>
                  <a:pt x="1769698" y="1769402"/>
                </a:lnTo>
                <a:lnTo>
                  <a:pt x="1768834" y="1770138"/>
                </a:lnTo>
                <a:lnTo>
                  <a:pt x="1760498" y="1769621"/>
                </a:lnTo>
                <a:close/>
              </a:path>
              <a:path w="5142230" h="2300604">
                <a:moveTo>
                  <a:pt x="238655" y="682137"/>
                </a:moveTo>
                <a:lnTo>
                  <a:pt x="233690" y="676823"/>
                </a:lnTo>
                <a:lnTo>
                  <a:pt x="232795" y="675376"/>
                </a:lnTo>
                <a:lnTo>
                  <a:pt x="229272" y="666522"/>
                </a:lnTo>
                <a:lnTo>
                  <a:pt x="232807" y="658381"/>
                </a:lnTo>
                <a:lnTo>
                  <a:pt x="239983" y="655604"/>
                </a:lnTo>
                <a:lnTo>
                  <a:pt x="247109" y="652773"/>
                </a:lnTo>
                <a:lnTo>
                  <a:pt x="255204" y="656259"/>
                </a:lnTo>
                <a:lnTo>
                  <a:pt x="260858" y="670619"/>
                </a:lnTo>
                <a:lnTo>
                  <a:pt x="257372" y="678714"/>
                </a:lnTo>
                <a:lnTo>
                  <a:pt x="250191" y="681487"/>
                </a:lnTo>
                <a:lnTo>
                  <a:pt x="244691" y="683712"/>
                </a:lnTo>
                <a:lnTo>
                  <a:pt x="238655" y="682137"/>
                </a:lnTo>
                <a:close/>
              </a:path>
              <a:path w="5142230" h="2300604">
                <a:moveTo>
                  <a:pt x="1707437" y="1712624"/>
                </a:moveTo>
                <a:lnTo>
                  <a:pt x="1701975" y="1706778"/>
                </a:lnTo>
                <a:lnTo>
                  <a:pt x="1701977" y="1698276"/>
                </a:lnTo>
                <a:lnTo>
                  <a:pt x="1707304" y="1692933"/>
                </a:lnTo>
                <a:lnTo>
                  <a:pt x="1712684" y="1687451"/>
                </a:lnTo>
                <a:lnTo>
                  <a:pt x="1721472" y="1687378"/>
                </a:lnTo>
                <a:lnTo>
                  <a:pt x="1732482" y="1698186"/>
                </a:lnTo>
                <a:lnTo>
                  <a:pt x="1732556" y="1706964"/>
                </a:lnTo>
                <a:lnTo>
                  <a:pt x="1721752" y="1717979"/>
                </a:lnTo>
                <a:lnTo>
                  <a:pt x="1712964" y="1718053"/>
                </a:lnTo>
                <a:lnTo>
                  <a:pt x="1707437" y="1712624"/>
                </a:lnTo>
                <a:close/>
              </a:path>
              <a:path w="5142230" h="2300604">
                <a:moveTo>
                  <a:pt x="771448" y="1217780"/>
                </a:moveTo>
                <a:lnTo>
                  <a:pt x="766488" y="1212470"/>
                </a:lnTo>
                <a:lnTo>
                  <a:pt x="765412" y="1206137"/>
                </a:lnTo>
                <a:lnTo>
                  <a:pt x="768112" y="1200817"/>
                </a:lnTo>
                <a:lnTo>
                  <a:pt x="771556" y="1193948"/>
                </a:lnTo>
                <a:lnTo>
                  <a:pt x="779954" y="1191207"/>
                </a:lnTo>
                <a:lnTo>
                  <a:pt x="793743" y="1198149"/>
                </a:lnTo>
                <a:lnTo>
                  <a:pt x="796479" y="1206551"/>
                </a:lnTo>
                <a:lnTo>
                  <a:pt x="793030" y="1213416"/>
                </a:lnTo>
                <a:lnTo>
                  <a:pt x="789545" y="1220242"/>
                </a:lnTo>
                <a:lnTo>
                  <a:pt x="781189" y="1223026"/>
                </a:lnTo>
                <a:lnTo>
                  <a:pt x="772782" y="1218817"/>
                </a:lnTo>
                <a:lnTo>
                  <a:pt x="771448" y="1217780"/>
                </a:lnTo>
                <a:close/>
              </a:path>
              <a:path w="5142230" h="2300604">
                <a:moveTo>
                  <a:pt x="1916157" y="2296347"/>
                </a:moveTo>
                <a:lnTo>
                  <a:pt x="1911283" y="2291130"/>
                </a:lnTo>
                <a:lnTo>
                  <a:pt x="1909850" y="2287446"/>
                </a:lnTo>
                <a:lnTo>
                  <a:pt x="1910083" y="2283394"/>
                </a:lnTo>
                <a:lnTo>
                  <a:pt x="1910580" y="2275716"/>
                </a:lnTo>
                <a:lnTo>
                  <a:pt x="1916495" y="2270514"/>
                </a:lnTo>
                <a:lnTo>
                  <a:pt x="1917247" y="2269853"/>
                </a:lnTo>
                <a:lnTo>
                  <a:pt x="1924927" y="2270449"/>
                </a:lnTo>
                <a:lnTo>
                  <a:pt x="1932605" y="2270947"/>
                </a:lnTo>
                <a:lnTo>
                  <a:pt x="1938418" y="2277560"/>
                </a:lnTo>
                <a:lnTo>
                  <a:pt x="1937423" y="2292917"/>
                </a:lnTo>
                <a:lnTo>
                  <a:pt x="1931507" y="2298117"/>
                </a:lnTo>
                <a:lnTo>
                  <a:pt x="1930805" y="2298734"/>
                </a:lnTo>
                <a:lnTo>
                  <a:pt x="1923127" y="2298237"/>
                </a:lnTo>
                <a:lnTo>
                  <a:pt x="1919406" y="2297969"/>
                </a:lnTo>
                <a:lnTo>
                  <a:pt x="1916157" y="2296347"/>
                </a:lnTo>
                <a:close/>
              </a:path>
              <a:path w="5142230" h="2300604">
                <a:moveTo>
                  <a:pt x="158336" y="409364"/>
                </a:moveTo>
                <a:lnTo>
                  <a:pt x="153457" y="404142"/>
                </a:lnTo>
                <a:lnTo>
                  <a:pt x="152264" y="401887"/>
                </a:lnTo>
                <a:lnTo>
                  <a:pt x="151686" y="399314"/>
                </a:lnTo>
                <a:lnTo>
                  <a:pt x="150058" y="391804"/>
                </a:lnTo>
                <a:lnTo>
                  <a:pt x="154842" y="384413"/>
                </a:lnTo>
                <a:lnTo>
                  <a:pt x="162356" y="382781"/>
                </a:lnTo>
                <a:lnTo>
                  <a:pt x="169825" y="381099"/>
                </a:lnTo>
                <a:lnTo>
                  <a:pt x="177310" y="385886"/>
                </a:lnTo>
                <a:lnTo>
                  <a:pt x="180576" y="400916"/>
                </a:lnTo>
                <a:lnTo>
                  <a:pt x="175784" y="408396"/>
                </a:lnTo>
                <a:lnTo>
                  <a:pt x="168274" y="410033"/>
                </a:lnTo>
                <a:lnTo>
                  <a:pt x="163324" y="411087"/>
                </a:lnTo>
                <a:lnTo>
                  <a:pt x="158336" y="409364"/>
                </a:lnTo>
                <a:close/>
              </a:path>
              <a:path w="5142230" h="2300604">
                <a:moveTo>
                  <a:pt x="214258" y="615261"/>
                </a:moveTo>
                <a:lnTo>
                  <a:pt x="209288" y="609941"/>
                </a:lnTo>
                <a:lnTo>
                  <a:pt x="208264" y="608259"/>
                </a:lnTo>
                <a:lnTo>
                  <a:pt x="207574" y="606347"/>
                </a:lnTo>
                <a:lnTo>
                  <a:pt x="205132" y="599040"/>
                </a:lnTo>
                <a:lnTo>
                  <a:pt x="209037" y="591101"/>
                </a:lnTo>
                <a:lnTo>
                  <a:pt x="223650" y="586216"/>
                </a:lnTo>
                <a:lnTo>
                  <a:pt x="231590" y="590121"/>
                </a:lnTo>
                <a:lnTo>
                  <a:pt x="236474" y="604734"/>
                </a:lnTo>
                <a:lnTo>
                  <a:pt x="232523" y="612625"/>
                </a:lnTo>
                <a:lnTo>
                  <a:pt x="225262" y="615116"/>
                </a:lnTo>
                <a:lnTo>
                  <a:pt x="219868" y="616868"/>
                </a:lnTo>
                <a:lnTo>
                  <a:pt x="214258" y="615261"/>
                </a:lnTo>
                <a:close/>
              </a:path>
              <a:path w="5142230" h="2300604">
                <a:moveTo>
                  <a:pt x="378265" y="929920"/>
                </a:moveTo>
                <a:lnTo>
                  <a:pt x="372572" y="923825"/>
                </a:lnTo>
                <a:lnTo>
                  <a:pt x="367825" y="917767"/>
                </a:lnTo>
                <a:lnTo>
                  <a:pt x="368833" y="908973"/>
                </a:lnTo>
                <a:lnTo>
                  <a:pt x="374896" y="904222"/>
                </a:lnTo>
                <a:lnTo>
                  <a:pt x="380913" y="899423"/>
                </a:lnTo>
                <a:lnTo>
                  <a:pt x="389654" y="900471"/>
                </a:lnTo>
                <a:lnTo>
                  <a:pt x="399257" y="912511"/>
                </a:lnTo>
                <a:lnTo>
                  <a:pt x="398250" y="921305"/>
                </a:lnTo>
                <a:lnTo>
                  <a:pt x="392232" y="926104"/>
                </a:lnTo>
                <a:lnTo>
                  <a:pt x="386413" y="930627"/>
                </a:lnTo>
                <a:lnTo>
                  <a:pt x="378265" y="929920"/>
                </a:lnTo>
                <a:close/>
              </a:path>
              <a:path w="5142230" h="2300604">
                <a:moveTo>
                  <a:pt x="899811" y="1278947"/>
                </a:moveTo>
                <a:lnTo>
                  <a:pt x="894846" y="1273632"/>
                </a:lnTo>
                <a:lnTo>
                  <a:pt x="893679" y="1267691"/>
                </a:lnTo>
                <a:lnTo>
                  <a:pt x="896032" y="1262390"/>
                </a:lnTo>
                <a:lnTo>
                  <a:pt x="899240" y="1255365"/>
                </a:lnTo>
                <a:lnTo>
                  <a:pt x="907466" y="1252246"/>
                </a:lnTo>
                <a:lnTo>
                  <a:pt x="921513" y="1258583"/>
                </a:lnTo>
                <a:lnTo>
                  <a:pt x="924677" y="1266858"/>
                </a:lnTo>
                <a:lnTo>
                  <a:pt x="921464" y="1273877"/>
                </a:lnTo>
                <a:lnTo>
                  <a:pt x="918341" y="1280895"/>
                </a:lnTo>
                <a:lnTo>
                  <a:pt x="910025" y="1284016"/>
                </a:lnTo>
                <a:lnTo>
                  <a:pt x="901285" y="1280036"/>
                </a:lnTo>
                <a:lnTo>
                  <a:pt x="899811" y="1278947"/>
                </a:lnTo>
                <a:close/>
              </a:path>
              <a:path w="5142230" h="2300604">
                <a:moveTo>
                  <a:pt x="1029914" y="1336014"/>
                </a:moveTo>
                <a:lnTo>
                  <a:pt x="1024949" y="1330700"/>
                </a:lnTo>
                <a:lnTo>
                  <a:pt x="1023779" y="1324853"/>
                </a:lnTo>
                <a:lnTo>
                  <a:pt x="1025984" y="1319589"/>
                </a:lnTo>
                <a:lnTo>
                  <a:pt x="1029057" y="1312517"/>
                </a:lnTo>
                <a:lnTo>
                  <a:pt x="1037241" y="1309255"/>
                </a:lnTo>
                <a:lnTo>
                  <a:pt x="1044320" y="1312239"/>
                </a:lnTo>
                <a:lnTo>
                  <a:pt x="1051391" y="1315312"/>
                </a:lnTo>
                <a:lnTo>
                  <a:pt x="1054653" y="1323496"/>
                </a:lnTo>
                <a:lnTo>
                  <a:pt x="1051674" y="1330571"/>
                </a:lnTo>
                <a:lnTo>
                  <a:pt x="1048596" y="1337637"/>
                </a:lnTo>
                <a:lnTo>
                  <a:pt x="1040413" y="1340899"/>
                </a:lnTo>
                <a:lnTo>
                  <a:pt x="1033343" y="1337925"/>
                </a:lnTo>
                <a:lnTo>
                  <a:pt x="1031478" y="1337102"/>
                </a:lnTo>
                <a:lnTo>
                  <a:pt x="1029914" y="1336014"/>
                </a:lnTo>
                <a:close/>
              </a:path>
              <a:path w="5142230" h="2300604">
                <a:moveTo>
                  <a:pt x="1907016" y="2085009"/>
                </a:moveTo>
                <a:lnTo>
                  <a:pt x="1902146" y="2079797"/>
                </a:lnTo>
                <a:lnTo>
                  <a:pt x="1900861" y="2077345"/>
                </a:lnTo>
                <a:lnTo>
                  <a:pt x="1899037" y="2066987"/>
                </a:lnTo>
                <a:lnTo>
                  <a:pt x="1904151" y="2059754"/>
                </a:lnTo>
                <a:lnTo>
                  <a:pt x="1911701" y="2058453"/>
                </a:lnTo>
                <a:lnTo>
                  <a:pt x="1919301" y="2057106"/>
                </a:lnTo>
                <a:lnTo>
                  <a:pt x="1926542" y="2062121"/>
                </a:lnTo>
                <a:lnTo>
                  <a:pt x="1929164" y="2077146"/>
                </a:lnTo>
                <a:lnTo>
                  <a:pt x="1925488" y="2082594"/>
                </a:lnTo>
                <a:lnTo>
                  <a:pt x="1924126" y="2084558"/>
                </a:lnTo>
                <a:lnTo>
                  <a:pt x="1916683" y="2085876"/>
                </a:lnTo>
                <a:lnTo>
                  <a:pt x="1911725" y="2086727"/>
                </a:lnTo>
                <a:lnTo>
                  <a:pt x="1907016" y="2085009"/>
                </a:lnTo>
                <a:close/>
              </a:path>
              <a:path w="5142230" h="2300604">
                <a:moveTo>
                  <a:pt x="299320" y="811102"/>
                </a:moveTo>
                <a:lnTo>
                  <a:pt x="294264" y="805689"/>
                </a:lnTo>
                <a:lnTo>
                  <a:pt x="293587" y="804769"/>
                </a:lnTo>
                <a:lnTo>
                  <a:pt x="293003" y="803753"/>
                </a:lnTo>
                <a:lnTo>
                  <a:pt x="289271" y="797022"/>
                </a:lnTo>
                <a:lnTo>
                  <a:pt x="291733" y="788513"/>
                </a:lnTo>
                <a:lnTo>
                  <a:pt x="305206" y="781041"/>
                </a:lnTo>
                <a:lnTo>
                  <a:pt x="313714" y="783502"/>
                </a:lnTo>
                <a:lnTo>
                  <a:pt x="321138" y="797021"/>
                </a:lnTo>
                <a:lnTo>
                  <a:pt x="318725" y="805483"/>
                </a:lnTo>
                <a:lnTo>
                  <a:pt x="306263" y="812377"/>
                </a:lnTo>
                <a:lnTo>
                  <a:pt x="299320" y="811102"/>
                </a:lnTo>
                <a:close/>
              </a:path>
              <a:path w="5142230" h="2300604">
                <a:moveTo>
                  <a:pt x="472222" y="1028250"/>
                </a:moveTo>
                <a:lnTo>
                  <a:pt x="466385" y="1022002"/>
                </a:lnTo>
                <a:lnTo>
                  <a:pt x="466094" y="1013968"/>
                </a:lnTo>
                <a:lnTo>
                  <a:pt x="475871" y="1002735"/>
                </a:lnTo>
                <a:lnTo>
                  <a:pt x="484724" y="1002144"/>
                </a:lnTo>
                <a:lnTo>
                  <a:pt x="496325" y="1012217"/>
                </a:lnTo>
                <a:lnTo>
                  <a:pt x="496921" y="1021065"/>
                </a:lnTo>
                <a:lnTo>
                  <a:pt x="486848" y="1032666"/>
                </a:lnTo>
                <a:lnTo>
                  <a:pt x="478045" y="1033311"/>
                </a:lnTo>
                <a:lnTo>
                  <a:pt x="472222" y="1028250"/>
                </a:lnTo>
                <a:close/>
              </a:path>
              <a:path w="5142230" h="2300604">
                <a:moveTo>
                  <a:pt x="1630612" y="1403907"/>
                </a:moveTo>
                <a:lnTo>
                  <a:pt x="1625783" y="1398738"/>
                </a:lnTo>
                <a:lnTo>
                  <a:pt x="1624658" y="1392841"/>
                </a:lnTo>
                <a:lnTo>
                  <a:pt x="1627008" y="1387733"/>
                </a:lnTo>
                <a:lnTo>
                  <a:pt x="1630166" y="1380948"/>
                </a:lnTo>
                <a:lnTo>
                  <a:pt x="1638197" y="1378011"/>
                </a:lnTo>
                <a:lnTo>
                  <a:pt x="1651816" y="1384281"/>
                </a:lnTo>
                <a:lnTo>
                  <a:pt x="1654748" y="1392308"/>
                </a:lnTo>
                <a:lnTo>
                  <a:pt x="1648437" y="1405883"/>
                </a:lnTo>
                <a:lnTo>
                  <a:pt x="1640406" y="1408820"/>
                </a:lnTo>
                <a:lnTo>
                  <a:pt x="1631994" y="1404898"/>
                </a:lnTo>
                <a:lnTo>
                  <a:pt x="1630612" y="1403907"/>
                </a:lnTo>
                <a:close/>
              </a:path>
              <a:path w="5142230" h="2300604">
                <a:moveTo>
                  <a:pt x="1757282" y="1467367"/>
                </a:moveTo>
                <a:lnTo>
                  <a:pt x="1752413" y="1462155"/>
                </a:lnTo>
                <a:lnTo>
                  <a:pt x="1751447" y="1455843"/>
                </a:lnTo>
                <a:lnTo>
                  <a:pt x="1757891" y="1444071"/>
                </a:lnTo>
                <a:lnTo>
                  <a:pt x="1766140" y="1441661"/>
                </a:lnTo>
                <a:lnTo>
                  <a:pt x="1779210" y="1448810"/>
                </a:lnTo>
                <a:lnTo>
                  <a:pt x="1781620" y="1457059"/>
                </a:lnTo>
                <a:lnTo>
                  <a:pt x="1774467" y="1470124"/>
                </a:lnTo>
                <a:lnTo>
                  <a:pt x="1766218" y="1472534"/>
                </a:lnTo>
                <a:lnTo>
                  <a:pt x="1758389" y="1468260"/>
                </a:lnTo>
                <a:lnTo>
                  <a:pt x="1757282" y="1467367"/>
                </a:lnTo>
                <a:close/>
              </a:path>
              <a:path w="5142230" h="2300604">
                <a:moveTo>
                  <a:pt x="1936726" y="1582629"/>
                </a:moveTo>
                <a:lnTo>
                  <a:pt x="1930785" y="1576270"/>
                </a:lnTo>
                <a:lnTo>
                  <a:pt x="1930341" y="1568952"/>
                </a:lnTo>
                <a:lnTo>
                  <a:pt x="1939271" y="1557789"/>
                </a:lnTo>
                <a:lnTo>
                  <a:pt x="1947755" y="1556803"/>
                </a:lnTo>
                <a:lnTo>
                  <a:pt x="1959423" y="1566165"/>
                </a:lnTo>
                <a:lnTo>
                  <a:pt x="1960413" y="1574654"/>
                </a:lnTo>
                <a:lnTo>
                  <a:pt x="1951046" y="1586327"/>
                </a:lnTo>
                <a:lnTo>
                  <a:pt x="1942557" y="1587308"/>
                </a:lnTo>
                <a:lnTo>
                  <a:pt x="1936726" y="1582629"/>
                </a:lnTo>
                <a:close/>
              </a:path>
              <a:path w="5142230" h="2300604">
                <a:moveTo>
                  <a:pt x="1818691" y="1502509"/>
                </a:moveTo>
                <a:lnTo>
                  <a:pt x="1813862" y="1497341"/>
                </a:lnTo>
                <a:lnTo>
                  <a:pt x="1813001" y="1490749"/>
                </a:lnTo>
                <a:lnTo>
                  <a:pt x="1816152" y="1485423"/>
                </a:lnTo>
                <a:lnTo>
                  <a:pt x="1820056" y="1479045"/>
                </a:lnTo>
                <a:lnTo>
                  <a:pt x="1828193" y="1477004"/>
                </a:lnTo>
                <a:lnTo>
                  <a:pt x="1828341" y="1476967"/>
                </a:lnTo>
                <a:lnTo>
                  <a:pt x="1841109" y="1484672"/>
                </a:lnTo>
                <a:lnTo>
                  <a:pt x="1843134" y="1492998"/>
                </a:lnTo>
                <a:lnTo>
                  <a:pt x="1839333" y="1499388"/>
                </a:lnTo>
                <a:lnTo>
                  <a:pt x="1835474" y="1505814"/>
                </a:lnTo>
                <a:lnTo>
                  <a:pt x="1827144" y="1507844"/>
                </a:lnTo>
                <a:lnTo>
                  <a:pt x="1820812" y="1503998"/>
                </a:lnTo>
                <a:lnTo>
                  <a:pt x="1819654" y="1503345"/>
                </a:lnTo>
                <a:lnTo>
                  <a:pt x="1818691" y="1502509"/>
                </a:lnTo>
                <a:close/>
              </a:path>
              <a:path w="5142230" h="2300604">
                <a:moveTo>
                  <a:pt x="1878538" y="1540378"/>
                </a:moveTo>
                <a:lnTo>
                  <a:pt x="1873619" y="1535112"/>
                </a:lnTo>
                <a:lnTo>
                  <a:pt x="1872910" y="1528196"/>
                </a:lnTo>
                <a:lnTo>
                  <a:pt x="1880568" y="1516649"/>
                </a:lnTo>
                <a:lnTo>
                  <a:pt x="1888985" y="1515005"/>
                </a:lnTo>
                <a:lnTo>
                  <a:pt x="1901402" y="1523311"/>
                </a:lnTo>
                <a:lnTo>
                  <a:pt x="1903095" y="1531673"/>
                </a:lnTo>
                <a:lnTo>
                  <a:pt x="1898965" y="1537906"/>
                </a:lnTo>
                <a:lnTo>
                  <a:pt x="1894789" y="1544090"/>
                </a:lnTo>
                <a:lnTo>
                  <a:pt x="1886422" y="1545788"/>
                </a:lnTo>
                <a:lnTo>
                  <a:pt x="1880189" y="1541657"/>
                </a:lnTo>
                <a:lnTo>
                  <a:pt x="1879314" y="1541014"/>
                </a:lnTo>
                <a:lnTo>
                  <a:pt x="1878538" y="1540378"/>
                </a:lnTo>
                <a:close/>
              </a:path>
              <a:path w="5142230" h="2300604">
                <a:moveTo>
                  <a:pt x="1036159" y="1170568"/>
                </a:moveTo>
                <a:lnTo>
                  <a:pt x="1031377" y="1165449"/>
                </a:lnTo>
                <a:lnTo>
                  <a:pt x="1030197" y="1159885"/>
                </a:lnTo>
                <a:lnTo>
                  <a:pt x="1032162" y="1154853"/>
                </a:lnTo>
                <a:lnTo>
                  <a:pt x="1034995" y="1147915"/>
                </a:lnTo>
                <a:lnTo>
                  <a:pt x="1042846" y="1144590"/>
                </a:lnTo>
                <a:lnTo>
                  <a:pt x="1056684" y="1150117"/>
                </a:lnTo>
                <a:lnTo>
                  <a:pt x="1060045" y="1158016"/>
                </a:lnTo>
                <a:lnTo>
                  <a:pt x="1057266" y="1164914"/>
                </a:lnTo>
                <a:lnTo>
                  <a:pt x="1054527" y="1171855"/>
                </a:lnTo>
                <a:lnTo>
                  <a:pt x="1046623" y="1175221"/>
                </a:lnTo>
                <a:lnTo>
                  <a:pt x="1037822" y="1171664"/>
                </a:lnTo>
                <a:lnTo>
                  <a:pt x="1036159" y="1170568"/>
                </a:lnTo>
                <a:close/>
              </a:path>
              <a:path w="5142230" h="2300604">
                <a:moveTo>
                  <a:pt x="1694477" y="1434543"/>
                </a:moveTo>
                <a:lnTo>
                  <a:pt x="1689654" y="1429380"/>
                </a:lnTo>
                <a:lnTo>
                  <a:pt x="1688616" y="1423284"/>
                </a:lnTo>
                <a:lnTo>
                  <a:pt x="1691216" y="1418150"/>
                </a:lnTo>
                <a:lnTo>
                  <a:pt x="1694560" y="1411465"/>
                </a:lnTo>
                <a:lnTo>
                  <a:pt x="1702679" y="1408720"/>
                </a:lnTo>
                <a:lnTo>
                  <a:pt x="1715999" y="1415453"/>
                </a:lnTo>
                <a:lnTo>
                  <a:pt x="1718744" y="1423572"/>
                </a:lnTo>
                <a:lnTo>
                  <a:pt x="1712052" y="1436936"/>
                </a:lnTo>
                <a:lnTo>
                  <a:pt x="1703888" y="1439632"/>
                </a:lnTo>
                <a:lnTo>
                  <a:pt x="1697208" y="1436293"/>
                </a:lnTo>
                <a:lnTo>
                  <a:pt x="1695770" y="1435536"/>
                </a:lnTo>
                <a:lnTo>
                  <a:pt x="1694477" y="1434543"/>
                </a:lnTo>
                <a:close/>
              </a:path>
              <a:path w="5142230" h="2300604">
                <a:moveTo>
                  <a:pt x="1168679" y="1221817"/>
                </a:moveTo>
                <a:lnTo>
                  <a:pt x="1163896" y="1216697"/>
                </a:lnTo>
                <a:lnTo>
                  <a:pt x="1162665" y="1211273"/>
                </a:lnTo>
                <a:lnTo>
                  <a:pt x="1164528" y="1206328"/>
                </a:lnTo>
                <a:lnTo>
                  <a:pt x="1167126" y="1199335"/>
                </a:lnTo>
                <a:lnTo>
                  <a:pt x="1174947" y="1195782"/>
                </a:lnTo>
                <a:lnTo>
                  <a:pt x="1188930" y="1201073"/>
                </a:lnTo>
                <a:lnTo>
                  <a:pt x="1192442" y="1208840"/>
                </a:lnTo>
                <a:lnTo>
                  <a:pt x="1187245" y="1222826"/>
                </a:lnTo>
                <a:lnTo>
                  <a:pt x="1179429" y="1226384"/>
                </a:lnTo>
                <a:lnTo>
                  <a:pt x="1172436" y="1223786"/>
                </a:lnTo>
                <a:lnTo>
                  <a:pt x="1170387" y="1222961"/>
                </a:lnTo>
                <a:lnTo>
                  <a:pt x="1168679" y="1221817"/>
                </a:lnTo>
                <a:close/>
              </a:path>
              <a:path w="5142230" h="2300604">
                <a:moveTo>
                  <a:pt x="1368256" y="1296073"/>
                </a:moveTo>
                <a:lnTo>
                  <a:pt x="1363473" y="1290953"/>
                </a:lnTo>
                <a:lnTo>
                  <a:pt x="1362287" y="1285578"/>
                </a:lnTo>
                <a:lnTo>
                  <a:pt x="1364109" y="1280588"/>
                </a:lnTo>
                <a:lnTo>
                  <a:pt x="1366802" y="1273599"/>
                </a:lnTo>
                <a:lnTo>
                  <a:pt x="1374570" y="1270086"/>
                </a:lnTo>
                <a:lnTo>
                  <a:pt x="1381563" y="1272685"/>
                </a:lnTo>
                <a:lnTo>
                  <a:pt x="1388548" y="1275373"/>
                </a:lnTo>
                <a:lnTo>
                  <a:pt x="1392065" y="1283145"/>
                </a:lnTo>
                <a:lnTo>
                  <a:pt x="1389466" y="1290138"/>
                </a:lnTo>
                <a:lnTo>
                  <a:pt x="1386773" y="1297128"/>
                </a:lnTo>
                <a:lnTo>
                  <a:pt x="1379001" y="1300635"/>
                </a:lnTo>
                <a:lnTo>
                  <a:pt x="1372008" y="1298037"/>
                </a:lnTo>
                <a:lnTo>
                  <a:pt x="1370005" y="1297260"/>
                </a:lnTo>
                <a:lnTo>
                  <a:pt x="1368256" y="1296073"/>
                </a:lnTo>
                <a:close/>
              </a:path>
              <a:path w="5142230" h="2300604">
                <a:moveTo>
                  <a:pt x="1102265" y="1196565"/>
                </a:moveTo>
                <a:lnTo>
                  <a:pt x="1097482" y="1191445"/>
                </a:lnTo>
                <a:lnTo>
                  <a:pt x="1096246" y="1186017"/>
                </a:lnTo>
                <a:lnTo>
                  <a:pt x="1098216" y="1180990"/>
                </a:lnTo>
                <a:lnTo>
                  <a:pt x="1100860" y="1174045"/>
                </a:lnTo>
                <a:lnTo>
                  <a:pt x="1108722" y="1170536"/>
                </a:lnTo>
                <a:lnTo>
                  <a:pt x="1122652" y="1175967"/>
                </a:lnTo>
                <a:lnTo>
                  <a:pt x="1126116" y="1183780"/>
                </a:lnTo>
                <a:lnTo>
                  <a:pt x="1123423" y="1190770"/>
                </a:lnTo>
                <a:lnTo>
                  <a:pt x="1120734" y="1197666"/>
                </a:lnTo>
                <a:lnTo>
                  <a:pt x="1112921" y="1201129"/>
                </a:lnTo>
                <a:lnTo>
                  <a:pt x="1103973" y="1197709"/>
                </a:lnTo>
                <a:lnTo>
                  <a:pt x="1102265" y="1196565"/>
                </a:lnTo>
                <a:close/>
              </a:path>
              <a:path w="5142230" h="2300604">
                <a:moveTo>
                  <a:pt x="1565832" y="1375028"/>
                </a:moveTo>
                <a:lnTo>
                  <a:pt x="1561044" y="1369904"/>
                </a:lnTo>
                <a:lnTo>
                  <a:pt x="1559921" y="1364205"/>
                </a:lnTo>
                <a:lnTo>
                  <a:pt x="1562078" y="1359085"/>
                </a:lnTo>
                <a:lnTo>
                  <a:pt x="1565092" y="1352244"/>
                </a:lnTo>
                <a:lnTo>
                  <a:pt x="1572994" y="1349071"/>
                </a:lnTo>
                <a:lnTo>
                  <a:pt x="1586720" y="1354967"/>
                </a:lnTo>
                <a:lnTo>
                  <a:pt x="1589895" y="1362959"/>
                </a:lnTo>
                <a:lnTo>
                  <a:pt x="1586922" y="1369845"/>
                </a:lnTo>
                <a:lnTo>
                  <a:pt x="1583998" y="1376685"/>
                </a:lnTo>
                <a:lnTo>
                  <a:pt x="1576006" y="1379860"/>
                </a:lnTo>
                <a:lnTo>
                  <a:pt x="1569120" y="1376887"/>
                </a:lnTo>
                <a:lnTo>
                  <a:pt x="1567400" y="1376120"/>
                </a:lnTo>
                <a:lnTo>
                  <a:pt x="1565832" y="1375028"/>
                </a:lnTo>
                <a:close/>
              </a:path>
              <a:path w="5142230" h="2300604">
                <a:moveTo>
                  <a:pt x="1235252" y="1246555"/>
                </a:moveTo>
                <a:lnTo>
                  <a:pt x="1230470" y="1241435"/>
                </a:lnTo>
                <a:lnTo>
                  <a:pt x="1229186" y="1236151"/>
                </a:lnTo>
                <a:lnTo>
                  <a:pt x="1231004" y="1231157"/>
                </a:lnTo>
                <a:lnTo>
                  <a:pt x="1233602" y="1224164"/>
                </a:lnTo>
                <a:lnTo>
                  <a:pt x="1241377" y="1220562"/>
                </a:lnTo>
                <a:lnTo>
                  <a:pt x="1248416" y="1223209"/>
                </a:lnTo>
                <a:lnTo>
                  <a:pt x="1255458" y="1225762"/>
                </a:lnTo>
                <a:lnTo>
                  <a:pt x="1258970" y="1233529"/>
                </a:lnTo>
                <a:lnTo>
                  <a:pt x="1256417" y="1240571"/>
                </a:lnTo>
                <a:lnTo>
                  <a:pt x="1253819" y="1247564"/>
                </a:lnTo>
                <a:lnTo>
                  <a:pt x="1246002" y="1251122"/>
                </a:lnTo>
                <a:lnTo>
                  <a:pt x="1239009" y="1248524"/>
                </a:lnTo>
                <a:lnTo>
                  <a:pt x="1236957" y="1247793"/>
                </a:lnTo>
                <a:lnTo>
                  <a:pt x="1235252" y="1246555"/>
                </a:lnTo>
                <a:close/>
              </a:path>
              <a:path w="5142230" h="2300604">
                <a:moveTo>
                  <a:pt x="1301780" y="1271244"/>
                </a:moveTo>
                <a:lnTo>
                  <a:pt x="1296997" y="1266124"/>
                </a:lnTo>
                <a:lnTo>
                  <a:pt x="1295763" y="1260794"/>
                </a:lnTo>
                <a:lnTo>
                  <a:pt x="1297585" y="1255805"/>
                </a:lnTo>
                <a:lnTo>
                  <a:pt x="1300232" y="1248766"/>
                </a:lnTo>
                <a:lnTo>
                  <a:pt x="1308000" y="1245254"/>
                </a:lnTo>
                <a:lnTo>
                  <a:pt x="1322034" y="1250405"/>
                </a:lnTo>
                <a:lnTo>
                  <a:pt x="1325592" y="1258222"/>
                </a:lnTo>
                <a:lnTo>
                  <a:pt x="1320395" y="1272208"/>
                </a:lnTo>
                <a:lnTo>
                  <a:pt x="1312574" y="1275761"/>
                </a:lnTo>
                <a:lnTo>
                  <a:pt x="1305581" y="1273162"/>
                </a:lnTo>
                <a:lnTo>
                  <a:pt x="1303529" y="1272431"/>
                </a:lnTo>
                <a:lnTo>
                  <a:pt x="1301780" y="1271244"/>
                </a:lnTo>
                <a:close/>
              </a:path>
              <a:path w="5142230" h="2300604">
                <a:moveTo>
                  <a:pt x="1434568" y="1321411"/>
                </a:moveTo>
                <a:lnTo>
                  <a:pt x="1429790" y="1316296"/>
                </a:lnTo>
                <a:lnTo>
                  <a:pt x="1428554" y="1310867"/>
                </a:lnTo>
                <a:lnTo>
                  <a:pt x="1430524" y="1305840"/>
                </a:lnTo>
                <a:lnTo>
                  <a:pt x="1433216" y="1298850"/>
                </a:lnTo>
                <a:lnTo>
                  <a:pt x="1441075" y="1295435"/>
                </a:lnTo>
                <a:lnTo>
                  <a:pt x="1455006" y="1300867"/>
                </a:lnTo>
                <a:lnTo>
                  <a:pt x="1458421" y="1308725"/>
                </a:lnTo>
                <a:lnTo>
                  <a:pt x="1455682" y="1315666"/>
                </a:lnTo>
                <a:lnTo>
                  <a:pt x="1452985" y="1322651"/>
                </a:lnTo>
                <a:lnTo>
                  <a:pt x="1445131" y="1326071"/>
                </a:lnTo>
                <a:lnTo>
                  <a:pt x="1438190" y="1323332"/>
                </a:lnTo>
                <a:lnTo>
                  <a:pt x="1436232" y="1322605"/>
                </a:lnTo>
                <a:lnTo>
                  <a:pt x="1434568" y="1321411"/>
                </a:lnTo>
                <a:close/>
              </a:path>
              <a:path w="5142230" h="2300604">
                <a:moveTo>
                  <a:pt x="1500434" y="1347640"/>
                </a:moveTo>
                <a:lnTo>
                  <a:pt x="1495647" y="1342515"/>
                </a:lnTo>
                <a:lnTo>
                  <a:pt x="1494472" y="1336956"/>
                </a:lnTo>
                <a:lnTo>
                  <a:pt x="1499360" y="1324985"/>
                </a:lnTo>
                <a:lnTo>
                  <a:pt x="1507220" y="1321669"/>
                </a:lnTo>
                <a:lnTo>
                  <a:pt x="1521091" y="1327330"/>
                </a:lnTo>
                <a:lnTo>
                  <a:pt x="1524367" y="1335236"/>
                </a:lnTo>
                <a:lnTo>
                  <a:pt x="1521583" y="1342128"/>
                </a:lnTo>
                <a:lnTo>
                  <a:pt x="1518750" y="1349066"/>
                </a:lnTo>
                <a:lnTo>
                  <a:pt x="1510850" y="1352338"/>
                </a:lnTo>
                <a:lnTo>
                  <a:pt x="1502048" y="1348780"/>
                </a:lnTo>
                <a:lnTo>
                  <a:pt x="1500434" y="1347640"/>
                </a:lnTo>
                <a:close/>
              </a:path>
              <a:path w="5142230" h="2300604">
                <a:moveTo>
                  <a:pt x="2167440" y="2080518"/>
                </a:moveTo>
                <a:lnTo>
                  <a:pt x="2162703" y="2075447"/>
                </a:lnTo>
                <a:lnTo>
                  <a:pt x="2161344" y="2072233"/>
                </a:lnTo>
                <a:lnTo>
                  <a:pt x="2161298" y="2061236"/>
                </a:lnTo>
                <a:lnTo>
                  <a:pt x="2167312" y="2055162"/>
                </a:lnTo>
                <a:lnTo>
                  <a:pt x="2182227" y="2055098"/>
                </a:lnTo>
                <a:lnTo>
                  <a:pt x="2188306" y="2061117"/>
                </a:lnTo>
                <a:lnTo>
                  <a:pt x="2188360" y="2076032"/>
                </a:lnTo>
                <a:lnTo>
                  <a:pt x="2182351" y="2082111"/>
                </a:lnTo>
                <a:lnTo>
                  <a:pt x="2170972" y="2082149"/>
                </a:lnTo>
                <a:lnTo>
                  <a:pt x="2167440" y="2080518"/>
                </a:lnTo>
                <a:close/>
              </a:path>
              <a:path w="5142230" h="2300604">
                <a:moveTo>
                  <a:pt x="2147217" y="2291702"/>
                </a:moveTo>
                <a:lnTo>
                  <a:pt x="2142530" y="2286684"/>
                </a:lnTo>
                <a:lnTo>
                  <a:pt x="2141117" y="2282435"/>
                </a:lnTo>
                <a:lnTo>
                  <a:pt x="2141826" y="2278111"/>
                </a:lnTo>
                <a:lnTo>
                  <a:pt x="2143162" y="2270744"/>
                </a:lnTo>
                <a:lnTo>
                  <a:pt x="2150129" y="2265788"/>
                </a:lnTo>
                <a:lnTo>
                  <a:pt x="2157500" y="2267130"/>
                </a:lnTo>
                <a:lnTo>
                  <a:pt x="2164865" y="2268367"/>
                </a:lnTo>
                <a:lnTo>
                  <a:pt x="2169777" y="2275384"/>
                </a:lnTo>
                <a:lnTo>
                  <a:pt x="2168535" y="2282754"/>
                </a:lnTo>
                <a:lnTo>
                  <a:pt x="2167242" y="2290070"/>
                </a:lnTo>
                <a:lnTo>
                  <a:pt x="2160231" y="2295076"/>
                </a:lnTo>
                <a:lnTo>
                  <a:pt x="2152860" y="2293735"/>
                </a:lnTo>
                <a:lnTo>
                  <a:pt x="2149860" y="2293260"/>
                </a:lnTo>
                <a:lnTo>
                  <a:pt x="2147217" y="2291702"/>
                </a:lnTo>
                <a:close/>
              </a:path>
              <a:path w="5142230" h="2300604">
                <a:moveTo>
                  <a:pt x="841046" y="1084473"/>
                </a:moveTo>
                <a:lnTo>
                  <a:pt x="836263" y="1079353"/>
                </a:lnTo>
                <a:lnTo>
                  <a:pt x="835193" y="1073321"/>
                </a:lnTo>
                <a:lnTo>
                  <a:pt x="841029" y="1061387"/>
                </a:lnTo>
                <a:lnTo>
                  <a:pt x="849102" y="1058593"/>
                </a:lnTo>
                <a:lnTo>
                  <a:pt x="862520" y="1065235"/>
                </a:lnTo>
                <a:lnTo>
                  <a:pt x="865314" y="1073308"/>
                </a:lnTo>
                <a:lnTo>
                  <a:pt x="862016" y="1080041"/>
                </a:lnTo>
                <a:lnTo>
                  <a:pt x="858721" y="1086680"/>
                </a:lnTo>
                <a:lnTo>
                  <a:pt x="850648" y="1089474"/>
                </a:lnTo>
                <a:lnTo>
                  <a:pt x="843910" y="1086171"/>
                </a:lnTo>
                <a:lnTo>
                  <a:pt x="842428" y="1085465"/>
                </a:lnTo>
                <a:lnTo>
                  <a:pt x="841046" y="1084473"/>
                </a:lnTo>
                <a:close/>
              </a:path>
              <a:path w="5142230" h="2300604">
                <a:moveTo>
                  <a:pt x="2113868" y="1805587"/>
                </a:moveTo>
                <a:lnTo>
                  <a:pt x="2109035" y="1800413"/>
                </a:lnTo>
                <a:lnTo>
                  <a:pt x="2108232" y="1799163"/>
                </a:lnTo>
                <a:lnTo>
                  <a:pt x="2104494" y="1790958"/>
                </a:lnTo>
                <a:lnTo>
                  <a:pt x="2107555" y="1782994"/>
                </a:lnTo>
                <a:lnTo>
                  <a:pt x="2121172" y="1776849"/>
                </a:lnTo>
                <a:lnTo>
                  <a:pt x="2129190" y="1779860"/>
                </a:lnTo>
                <a:lnTo>
                  <a:pt x="2135336" y="1793476"/>
                </a:lnTo>
                <a:lnTo>
                  <a:pt x="2132271" y="1801535"/>
                </a:lnTo>
                <a:lnTo>
                  <a:pt x="2125417" y="1804559"/>
                </a:lnTo>
                <a:lnTo>
                  <a:pt x="2120051" y="1807025"/>
                </a:lnTo>
                <a:lnTo>
                  <a:pt x="2113868" y="1805587"/>
                </a:lnTo>
                <a:close/>
              </a:path>
              <a:path w="5142230" h="2300604">
                <a:moveTo>
                  <a:pt x="2081297" y="1743449"/>
                </a:moveTo>
                <a:lnTo>
                  <a:pt x="2075727" y="1737487"/>
                </a:lnTo>
                <a:lnTo>
                  <a:pt x="2071293" y="1730297"/>
                </a:lnTo>
                <a:lnTo>
                  <a:pt x="2073277" y="1721961"/>
                </a:lnTo>
                <a:lnTo>
                  <a:pt x="2079693" y="1718077"/>
                </a:lnTo>
                <a:lnTo>
                  <a:pt x="2086009" y="1714185"/>
                </a:lnTo>
                <a:lnTo>
                  <a:pt x="2094345" y="1716168"/>
                </a:lnTo>
                <a:lnTo>
                  <a:pt x="2102171" y="1728846"/>
                </a:lnTo>
                <a:lnTo>
                  <a:pt x="2100187" y="1737182"/>
                </a:lnTo>
                <a:lnTo>
                  <a:pt x="2093826" y="1741124"/>
                </a:lnTo>
                <a:lnTo>
                  <a:pt x="2088230" y="1744517"/>
                </a:lnTo>
                <a:lnTo>
                  <a:pt x="2081297" y="1743449"/>
                </a:lnTo>
                <a:close/>
              </a:path>
              <a:path w="5142230" h="2300604">
                <a:moveTo>
                  <a:pt x="409304" y="735690"/>
                </a:moveTo>
                <a:lnTo>
                  <a:pt x="403641" y="729628"/>
                </a:lnTo>
                <a:lnTo>
                  <a:pt x="403153" y="728715"/>
                </a:lnTo>
                <a:lnTo>
                  <a:pt x="399354" y="722302"/>
                </a:lnTo>
                <a:lnTo>
                  <a:pt x="401576" y="714026"/>
                </a:lnTo>
                <a:lnTo>
                  <a:pt x="407979" y="710226"/>
                </a:lnTo>
                <a:lnTo>
                  <a:pt x="414433" y="706480"/>
                </a:lnTo>
                <a:lnTo>
                  <a:pt x="422767" y="708657"/>
                </a:lnTo>
                <a:lnTo>
                  <a:pt x="430254" y="721560"/>
                </a:lnTo>
                <a:lnTo>
                  <a:pt x="428090" y="729799"/>
                </a:lnTo>
                <a:lnTo>
                  <a:pt x="421628" y="733635"/>
                </a:lnTo>
                <a:lnTo>
                  <a:pt x="416047" y="736849"/>
                </a:lnTo>
                <a:lnTo>
                  <a:pt x="409304" y="735690"/>
                </a:lnTo>
                <a:close/>
              </a:path>
              <a:path w="5142230" h="2300604">
                <a:moveTo>
                  <a:pt x="301553" y="472260"/>
                </a:moveTo>
                <a:lnTo>
                  <a:pt x="296766" y="467135"/>
                </a:lnTo>
                <a:lnTo>
                  <a:pt x="295696" y="465404"/>
                </a:lnTo>
                <a:lnTo>
                  <a:pt x="295104" y="463401"/>
                </a:lnTo>
                <a:lnTo>
                  <a:pt x="292892" y="456244"/>
                </a:lnTo>
                <a:lnTo>
                  <a:pt x="296928" y="448639"/>
                </a:lnTo>
                <a:lnTo>
                  <a:pt x="311193" y="444262"/>
                </a:lnTo>
                <a:lnTo>
                  <a:pt x="318752" y="448249"/>
                </a:lnTo>
                <a:lnTo>
                  <a:pt x="323175" y="462563"/>
                </a:lnTo>
                <a:lnTo>
                  <a:pt x="319188" y="470122"/>
                </a:lnTo>
                <a:lnTo>
                  <a:pt x="306926" y="473906"/>
                </a:lnTo>
                <a:lnTo>
                  <a:pt x="301553" y="472260"/>
                </a:lnTo>
                <a:close/>
              </a:path>
              <a:path w="5142230" h="2300604">
                <a:moveTo>
                  <a:pt x="2157961" y="2221683"/>
                </a:moveTo>
                <a:lnTo>
                  <a:pt x="2153224" y="2216612"/>
                </a:lnTo>
                <a:lnTo>
                  <a:pt x="2151752" y="2212690"/>
                </a:lnTo>
                <a:lnTo>
                  <a:pt x="2153185" y="2201125"/>
                </a:lnTo>
                <a:lnTo>
                  <a:pt x="2159973" y="2195880"/>
                </a:lnTo>
                <a:lnTo>
                  <a:pt x="2167396" y="2196789"/>
                </a:lnTo>
                <a:lnTo>
                  <a:pt x="2174780" y="2197753"/>
                </a:lnTo>
                <a:lnTo>
                  <a:pt x="2180074" y="2204496"/>
                </a:lnTo>
                <a:lnTo>
                  <a:pt x="2179115" y="2211875"/>
                </a:lnTo>
                <a:lnTo>
                  <a:pt x="2178201" y="2219303"/>
                </a:lnTo>
                <a:lnTo>
                  <a:pt x="2171408" y="2224543"/>
                </a:lnTo>
                <a:lnTo>
                  <a:pt x="2164030" y="2223683"/>
                </a:lnTo>
                <a:lnTo>
                  <a:pt x="2160788" y="2223242"/>
                </a:lnTo>
                <a:lnTo>
                  <a:pt x="2157961" y="2221683"/>
                </a:lnTo>
                <a:close/>
              </a:path>
              <a:path w="5142230" h="2300604">
                <a:moveTo>
                  <a:pt x="2155178" y="1939930"/>
                </a:moveTo>
                <a:lnTo>
                  <a:pt x="2150400" y="1934816"/>
                </a:lnTo>
                <a:lnTo>
                  <a:pt x="2149198" y="1932551"/>
                </a:lnTo>
                <a:lnTo>
                  <a:pt x="2148677" y="1929942"/>
                </a:lnTo>
                <a:lnTo>
                  <a:pt x="2147317" y="1922620"/>
                </a:lnTo>
                <a:lnTo>
                  <a:pt x="2152141" y="1915566"/>
                </a:lnTo>
                <a:lnTo>
                  <a:pt x="2159461" y="1914116"/>
                </a:lnTo>
                <a:lnTo>
                  <a:pt x="2166772" y="1912755"/>
                </a:lnTo>
                <a:lnTo>
                  <a:pt x="2173880" y="1917529"/>
                </a:lnTo>
                <a:lnTo>
                  <a:pt x="2176688" y="1932264"/>
                </a:lnTo>
                <a:lnTo>
                  <a:pt x="2171868" y="1939323"/>
                </a:lnTo>
                <a:lnTo>
                  <a:pt x="2159752" y="1941602"/>
                </a:lnTo>
                <a:lnTo>
                  <a:pt x="2155178" y="1939930"/>
                </a:lnTo>
                <a:close/>
              </a:path>
              <a:path w="5142230" h="2300604">
                <a:moveTo>
                  <a:pt x="2138484" y="1871428"/>
                </a:moveTo>
                <a:lnTo>
                  <a:pt x="2133747" y="1866357"/>
                </a:lnTo>
                <a:lnTo>
                  <a:pt x="2132632" y="1864577"/>
                </a:lnTo>
                <a:lnTo>
                  <a:pt x="2132039" y="1862574"/>
                </a:lnTo>
                <a:lnTo>
                  <a:pt x="2129828" y="1855417"/>
                </a:lnTo>
                <a:lnTo>
                  <a:pt x="2133815" y="1847857"/>
                </a:lnTo>
                <a:lnTo>
                  <a:pt x="2148075" y="1843475"/>
                </a:lnTo>
                <a:lnTo>
                  <a:pt x="2155683" y="1847417"/>
                </a:lnTo>
                <a:lnTo>
                  <a:pt x="2160065" y="1861686"/>
                </a:lnTo>
                <a:lnTo>
                  <a:pt x="2156078" y="1869246"/>
                </a:lnTo>
                <a:lnTo>
                  <a:pt x="2148962" y="1871501"/>
                </a:lnTo>
                <a:lnTo>
                  <a:pt x="2143862" y="1873079"/>
                </a:lnTo>
                <a:lnTo>
                  <a:pt x="2138484" y="1871428"/>
                </a:lnTo>
                <a:close/>
              </a:path>
              <a:path w="5142230" h="2300604">
                <a:moveTo>
                  <a:pt x="263301" y="335325"/>
                </a:moveTo>
                <a:lnTo>
                  <a:pt x="258518" y="330205"/>
                </a:lnTo>
                <a:lnTo>
                  <a:pt x="257405" y="328231"/>
                </a:lnTo>
                <a:lnTo>
                  <a:pt x="254991" y="318707"/>
                </a:lnTo>
                <a:lnTo>
                  <a:pt x="259422" y="311331"/>
                </a:lnTo>
                <a:lnTo>
                  <a:pt x="273820" y="307683"/>
                </a:lnTo>
                <a:lnTo>
                  <a:pt x="281183" y="312045"/>
                </a:lnTo>
                <a:lnTo>
                  <a:pt x="284845" y="326522"/>
                </a:lnTo>
                <a:lnTo>
                  <a:pt x="280487" y="333880"/>
                </a:lnTo>
                <a:lnTo>
                  <a:pt x="268296" y="336958"/>
                </a:lnTo>
                <a:lnTo>
                  <a:pt x="263301" y="335325"/>
                </a:lnTo>
                <a:close/>
              </a:path>
              <a:path w="5142230" h="2300604">
                <a:moveTo>
                  <a:pt x="970518" y="1143407"/>
                </a:moveTo>
                <a:lnTo>
                  <a:pt x="965690" y="1138239"/>
                </a:lnTo>
                <a:lnTo>
                  <a:pt x="964509" y="1132576"/>
                </a:lnTo>
                <a:lnTo>
                  <a:pt x="966622" y="1127507"/>
                </a:lnTo>
                <a:lnTo>
                  <a:pt x="969546" y="1120667"/>
                </a:lnTo>
                <a:lnTo>
                  <a:pt x="977492" y="1117443"/>
                </a:lnTo>
                <a:lnTo>
                  <a:pt x="991267" y="1123294"/>
                </a:lnTo>
                <a:lnTo>
                  <a:pt x="994420" y="1131068"/>
                </a:lnTo>
                <a:lnTo>
                  <a:pt x="988642" y="1144921"/>
                </a:lnTo>
                <a:lnTo>
                  <a:pt x="980696" y="1148144"/>
                </a:lnTo>
                <a:lnTo>
                  <a:pt x="971992" y="1144496"/>
                </a:lnTo>
                <a:lnTo>
                  <a:pt x="970518" y="1143407"/>
                </a:lnTo>
                <a:close/>
              </a:path>
              <a:path w="5142230" h="2300604">
                <a:moveTo>
                  <a:pt x="495291" y="849828"/>
                </a:moveTo>
                <a:lnTo>
                  <a:pt x="484997" y="838808"/>
                </a:lnTo>
                <a:lnTo>
                  <a:pt x="485380" y="830323"/>
                </a:lnTo>
                <a:lnTo>
                  <a:pt x="496159" y="820162"/>
                </a:lnTo>
                <a:lnTo>
                  <a:pt x="504835" y="820458"/>
                </a:lnTo>
                <a:lnTo>
                  <a:pt x="514988" y="831326"/>
                </a:lnTo>
                <a:lnTo>
                  <a:pt x="514704" y="839819"/>
                </a:lnTo>
                <a:lnTo>
                  <a:pt x="503827" y="850071"/>
                </a:lnTo>
                <a:lnTo>
                  <a:pt x="495291" y="849828"/>
                </a:lnTo>
                <a:close/>
              </a:path>
              <a:path w="5142230" h="2300604">
                <a:moveTo>
                  <a:pt x="715579" y="1017414"/>
                </a:moveTo>
                <a:lnTo>
                  <a:pt x="710751" y="1012245"/>
                </a:lnTo>
                <a:lnTo>
                  <a:pt x="709840" y="1005699"/>
                </a:lnTo>
                <a:lnTo>
                  <a:pt x="716707" y="993989"/>
                </a:lnTo>
                <a:lnTo>
                  <a:pt x="724991" y="991811"/>
                </a:lnTo>
                <a:lnTo>
                  <a:pt x="737863" y="999336"/>
                </a:lnTo>
                <a:lnTo>
                  <a:pt x="740036" y="1007624"/>
                </a:lnTo>
                <a:lnTo>
                  <a:pt x="732517" y="1020492"/>
                </a:lnTo>
                <a:lnTo>
                  <a:pt x="724274" y="1022714"/>
                </a:lnTo>
                <a:lnTo>
                  <a:pt x="717790" y="1018901"/>
                </a:lnTo>
                <a:lnTo>
                  <a:pt x="716636" y="1018252"/>
                </a:lnTo>
                <a:lnTo>
                  <a:pt x="715579" y="1017414"/>
                </a:lnTo>
                <a:close/>
              </a:path>
              <a:path w="5142230" h="2300604">
                <a:moveTo>
                  <a:pt x="281546" y="404022"/>
                </a:moveTo>
                <a:lnTo>
                  <a:pt x="276809" y="398951"/>
                </a:lnTo>
                <a:lnTo>
                  <a:pt x="275692" y="397072"/>
                </a:lnTo>
                <a:lnTo>
                  <a:pt x="275106" y="394880"/>
                </a:lnTo>
                <a:lnTo>
                  <a:pt x="273086" y="387635"/>
                </a:lnTo>
                <a:lnTo>
                  <a:pt x="277304" y="380226"/>
                </a:lnTo>
                <a:lnTo>
                  <a:pt x="284500" y="378252"/>
                </a:lnTo>
                <a:lnTo>
                  <a:pt x="291646" y="376224"/>
                </a:lnTo>
                <a:lnTo>
                  <a:pt x="299150" y="380445"/>
                </a:lnTo>
                <a:lnTo>
                  <a:pt x="303098" y="394837"/>
                </a:lnTo>
                <a:lnTo>
                  <a:pt x="298930" y="402300"/>
                </a:lnTo>
                <a:lnTo>
                  <a:pt x="291734" y="404274"/>
                </a:lnTo>
                <a:lnTo>
                  <a:pt x="286681" y="405707"/>
                </a:lnTo>
                <a:lnTo>
                  <a:pt x="281546" y="404022"/>
                </a:lnTo>
                <a:close/>
              </a:path>
              <a:path w="5142230" h="2300604">
                <a:moveTo>
                  <a:pt x="542062" y="894617"/>
                </a:moveTo>
                <a:lnTo>
                  <a:pt x="536408" y="888565"/>
                </a:lnTo>
                <a:lnTo>
                  <a:pt x="536254" y="880775"/>
                </a:lnTo>
                <a:lnTo>
                  <a:pt x="540918" y="875505"/>
                </a:lnTo>
                <a:lnTo>
                  <a:pt x="545830" y="869912"/>
                </a:lnTo>
                <a:lnTo>
                  <a:pt x="554346" y="869353"/>
                </a:lnTo>
                <a:lnTo>
                  <a:pt x="565528" y="879270"/>
                </a:lnTo>
                <a:lnTo>
                  <a:pt x="566088" y="887786"/>
                </a:lnTo>
                <a:lnTo>
                  <a:pt x="556216" y="899017"/>
                </a:lnTo>
                <a:lnTo>
                  <a:pt x="547649" y="899523"/>
                </a:lnTo>
                <a:lnTo>
                  <a:pt x="542062" y="894617"/>
                </a:lnTo>
                <a:close/>
              </a:path>
              <a:path w="5142230" h="2300604">
                <a:moveTo>
                  <a:pt x="323796" y="539861"/>
                </a:moveTo>
                <a:lnTo>
                  <a:pt x="319018" y="534746"/>
                </a:lnTo>
                <a:lnTo>
                  <a:pt x="317987" y="533153"/>
                </a:lnTo>
                <a:lnTo>
                  <a:pt x="314890" y="524267"/>
                </a:lnTo>
                <a:lnTo>
                  <a:pt x="318646" y="516558"/>
                </a:lnTo>
                <a:lnTo>
                  <a:pt x="325669" y="514106"/>
                </a:lnTo>
                <a:lnTo>
                  <a:pt x="332810" y="511584"/>
                </a:lnTo>
                <a:lnTo>
                  <a:pt x="340446" y="515360"/>
                </a:lnTo>
                <a:lnTo>
                  <a:pt x="345354" y="529411"/>
                </a:lnTo>
                <a:lnTo>
                  <a:pt x="341644" y="537169"/>
                </a:lnTo>
                <a:lnTo>
                  <a:pt x="334575" y="539572"/>
                </a:lnTo>
                <a:lnTo>
                  <a:pt x="329366" y="541425"/>
                </a:lnTo>
                <a:lnTo>
                  <a:pt x="323796" y="539861"/>
                </a:lnTo>
                <a:close/>
              </a:path>
              <a:path w="5142230" h="2300604">
                <a:moveTo>
                  <a:pt x="214700" y="127784"/>
                </a:moveTo>
                <a:lnTo>
                  <a:pt x="209967" y="122718"/>
                </a:lnTo>
                <a:lnTo>
                  <a:pt x="208812" y="120602"/>
                </a:lnTo>
                <a:lnTo>
                  <a:pt x="208235" y="118127"/>
                </a:lnTo>
                <a:lnTo>
                  <a:pt x="206642" y="110850"/>
                </a:lnTo>
                <a:lnTo>
                  <a:pt x="211226" y="103636"/>
                </a:lnTo>
                <a:lnTo>
                  <a:pt x="218458" y="101994"/>
                </a:lnTo>
                <a:lnTo>
                  <a:pt x="225788" y="100360"/>
                </a:lnTo>
                <a:lnTo>
                  <a:pt x="232997" y="104949"/>
                </a:lnTo>
                <a:lnTo>
                  <a:pt x="236278" y="119507"/>
                </a:lnTo>
                <a:lnTo>
                  <a:pt x="231686" y="126809"/>
                </a:lnTo>
                <a:lnTo>
                  <a:pt x="219557" y="129465"/>
                </a:lnTo>
                <a:lnTo>
                  <a:pt x="214700" y="127784"/>
                </a:lnTo>
                <a:close/>
              </a:path>
              <a:path w="5142230" h="2300604">
                <a:moveTo>
                  <a:pt x="655055" y="979994"/>
                </a:moveTo>
                <a:lnTo>
                  <a:pt x="650136" y="974728"/>
                </a:lnTo>
                <a:lnTo>
                  <a:pt x="649424" y="967905"/>
                </a:lnTo>
                <a:lnTo>
                  <a:pt x="656996" y="956266"/>
                </a:lnTo>
                <a:lnTo>
                  <a:pt x="665363" y="954568"/>
                </a:lnTo>
                <a:lnTo>
                  <a:pt x="677872" y="962779"/>
                </a:lnTo>
                <a:lnTo>
                  <a:pt x="679623" y="971105"/>
                </a:lnTo>
                <a:lnTo>
                  <a:pt x="675538" y="977386"/>
                </a:lnTo>
                <a:lnTo>
                  <a:pt x="671408" y="983619"/>
                </a:lnTo>
                <a:lnTo>
                  <a:pt x="663033" y="985406"/>
                </a:lnTo>
                <a:lnTo>
                  <a:pt x="655877" y="980678"/>
                </a:lnTo>
                <a:lnTo>
                  <a:pt x="655055" y="979994"/>
                </a:lnTo>
                <a:close/>
              </a:path>
              <a:path w="5142230" h="2300604">
                <a:moveTo>
                  <a:pt x="2164938" y="2151247"/>
                </a:moveTo>
                <a:lnTo>
                  <a:pt x="2160201" y="2146176"/>
                </a:lnTo>
                <a:lnTo>
                  <a:pt x="2158814" y="2142541"/>
                </a:lnTo>
                <a:lnTo>
                  <a:pt x="2159040" y="2138678"/>
                </a:lnTo>
                <a:lnTo>
                  <a:pt x="2159531" y="2131188"/>
                </a:lnTo>
                <a:lnTo>
                  <a:pt x="2165292" y="2126212"/>
                </a:lnTo>
                <a:lnTo>
                  <a:pt x="2166000" y="2125601"/>
                </a:lnTo>
                <a:lnTo>
                  <a:pt x="2173439" y="2126039"/>
                </a:lnTo>
                <a:lnTo>
                  <a:pt x="2180885" y="2126580"/>
                </a:lnTo>
                <a:lnTo>
                  <a:pt x="2186520" y="2133004"/>
                </a:lnTo>
                <a:lnTo>
                  <a:pt x="2185537" y="2147884"/>
                </a:lnTo>
                <a:lnTo>
                  <a:pt x="2179817" y="2152904"/>
                </a:lnTo>
                <a:lnTo>
                  <a:pt x="2179065" y="2153565"/>
                </a:lnTo>
                <a:lnTo>
                  <a:pt x="2171674" y="2153082"/>
                </a:lnTo>
                <a:lnTo>
                  <a:pt x="2168043" y="2152812"/>
                </a:lnTo>
                <a:lnTo>
                  <a:pt x="2164938" y="2151247"/>
                </a:lnTo>
                <a:close/>
              </a:path>
              <a:path w="5142230" h="2300604">
                <a:moveTo>
                  <a:pt x="2040896" y="1686028"/>
                </a:moveTo>
                <a:lnTo>
                  <a:pt x="2035334" y="1680074"/>
                </a:lnTo>
                <a:lnTo>
                  <a:pt x="2030664" y="1674292"/>
                </a:lnTo>
                <a:lnTo>
                  <a:pt x="2031567" y="1665778"/>
                </a:lnTo>
                <a:lnTo>
                  <a:pt x="2037438" y="1661116"/>
                </a:lnTo>
                <a:lnTo>
                  <a:pt x="2043215" y="1656450"/>
                </a:lnTo>
                <a:lnTo>
                  <a:pt x="2051734" y="1657358"/>
                </a:lnTo>
                <a:lnTo>
                  <a:pt x="2061063" y="1669006"/>
                </a:lnTo>
                <a:lnTo>
                  <a:pt x="2060155" y="1677515"/>
                </a:lnTo>
                <a:lnTo>
                  <a:pt x="2050101" y="1685618"/>
                </a:lnTo>
                <a:lnTo>
                  <a:pt x="2048796" y="1686665"/>
                </a:lnTo>
                <a:lnTo>
                  <a:pt x="2040896" y="1686028"/>
                </a:lnTo>
                <a:close/>
              </a:path>
              <a:path w="5142230" h="2300604">
                <a:moveTo>
                  <a:pt x="230283" y="197151"/>
                </a:moveTo>
                <a:lnTo>
                  <a:pt x="225501" y="192031"/>
                </a:lnTo>
                <a:lnTo>
                  <a:pt x="224341" y="189910"/>
                </a:lnTo>
                <a:lnTo>
                  <a:pt x="222170" y="180158"/>
                </a:lnTo>
                <a:lnTo>
                  <a:pt x="226764" y="172954"/>
                </a:lnTo>
                <a:lnTo>
                  <a:pt x="233995" y="171312"/>
                </a:lnTo>
                <a:lnTo>
                  <a:pt x="241276" y="169624"/>
                </a:lnTo>
                <a:lnTo>
                  <a:pt x="248529" y="174163"/>
                </a:lnTo>
                <a:lnTo>
                  <a:pt x="251860" y="188774"/>
                </a:lnTo>
                <a:lnTo>
                  <a:pt x="247271" y="195983"/>
                </a:lnTo>
                <a:lnTo>
                  <a:pt x="239991" y="197670"/>
                </a:lnTo>
                <a:lnTo>
                  <a:pt x="235139" y="198733"/>
                </a:lnTo>
                <a:lnTo>
                  <a:pt x="230283" y="197151"/>
                </a:lnTo>
                <a:close/>
              </a:path>
              <a:path w="5142230" h="2300604">
                <a:moveTo>
                  <a:pt x="905347" y="1114794"/>
                </a:moveTo>
                <a:lnTo>
                  <a:pt x="900569" y="1109679"/>
                </a:lnTo>
                <a:lnTo>
                  <a:pt x="899444" y="1103881"/>
                </a:lnTo>
                <a:lnTo>
                  <a:pt x="901744" y="1098719"/>
                </a:lnTo>
                <a:lnTo>
                  <a:pt x="904857" y="1091886"/>
                </a:lnTo>
                <a:lnTo>
                  <a:pt x="912842" y="1088900"/>
                </a:lnTo>
                <a:lnTo>
                  <a:pt x="926460" y="1095071"/>
                </a:lnTo>
                <a:lnTo>
                  <a:pt x="929496" y="1103110"/>
                </a:lnTo>
                <a:lnTo>
                  <a:pt x="926432" y="1109899"/>
                </a:lnTo>
                <a:lnTo>
                  <a:pt x="923320" y="1116733"/>
                </a:lnTo>
                <a:lnTo>
                  <a:pt x="915329" y="1119713"/>
                </a:lnTo>
                <a:lnTo>
                  <a:pt x="908496" y="1116601"/>
                </a:lnTo>
                <a:lnTo>
                  <a:pt x="906820" y="1115883"/>
                </a:lnTo>
                <a:lnTo>
                  <a:pt x="905347" y="1114794"/>
                </a:lnTo>
                <a:close/>
              </a:path>
              <a:path w="5142230" h="2300604">
                <a:moveTo>
                  <a:pt x="376614" y="672057"/>
                </a:moveTo>
                <a:lnTo>
                  <a:pt x="371786" y="666888"/>
                </a:lnTo>
                <a:lnTo>
                  <a:pt x="370930" y="665679"/>
                </a:lnTo>
                <a:lnTo>
                  <a:pt x="370363" y="664290"/>
                </a:lnTo>
                <a:lnTo>
                  <a:pt x="367242" y="657528"/>
                </a:lnTo>
                <a:lnTo>
                  <a:pt x="370253" y="649510"/>
                </a:lnTo>
                <a:lnTo>
                  <a:pt x="377016" y="646388"/>
                </a:lnTo>
                <a:lnTo>
                  <a:pt x="383824" y="643315"/>
                </a:lnTo>
                <a:lnTo>
                  <a:pt x="391796" y="646278"/>
                </a:lnTo>
                <a:lnTo>
                  <a:pt x="394963" y="653089"/>
                </a:lnTo>
                <a:lnTo>
                  <a:pt x="398036" y="659898"/>
                </a:lnTo>
                <a:lnTo>
                  <a:pt x="395025" y="667915"/>
                </a:lnTo>
                <a:lnTo>
                  <a:pt x="388217" y="670988"/>
                </a:lnTo>
                <a:lnTo>
                  <a:pt x="382845" y="673449"/>
                </a:lnTo>
                <a:lnTo>
                  <a:pt x="376614" y="672057"/>
                </a:lnTo>
                <a:close/>
              </a:path>
              <a:path w="5142230" h="2300604">
                <a:moveTo>
                  <a:pt x="246340" y="266341"/>
                </a:moveTo>
                <a:lnTo>
                  <a:pt x="241557" y="261221"/>
                </a:lnTo>
                <a:lnTo>
                  <a:pt x="240443" y="259148"/>
                </a:lnTo>
                <a:lnTo>
                  <a:pt x="238131" y="249538"/>
                </a:lnTo>
                <a:lnTo>
                  <a:pt x="242411" y="242585"/>
                </a:lnTo>
                <a:lnTo>
                  <a:pt x="242629" y="242232"/>
                </a:lnTo>
                <a:lnTo>
                  <a:pt x="249909" y="240544"/>
                </a:lnTo>
                <a:lnTo>
                  <a:pt x="257139" y="238803"/>
                </a:lnTo>
                <a:lnTo>
                  <a:pt x="264450" y="243305"/>
                </a:lnTo>
                <a:lnTo>
                  <a:pt x="266187" y="250540"/>
                </a:lnTo>
                <a:lnTo>
                  <a:pt x="267874" y="257820"/>
                </a:lnTo>
                <a:lnTo>
                  <a:pt x="263638" y="264722"/>
                </a:lnTo>
                <a:lnTo>
                  <a:pt x="263421" y="265076"/>
                </a:lnTo>
                <a:lnTo>
                  <a:pt x="256142" y="266863"/>
                </a:lnTo>
                <a:lnTo>
                  <a:pt x="251242" y="267971"/>
                </a:lnTo>
                <a:lnTo>
                  <a:pt x="246340" y="266341"/>
                </a:lnTo>
                <a:close/>
              </a:path>
              <a:path w="5142230" h="2300604">
                <a:moveTo>
                  <a:pt x="449092" y="795193"/>
                </a:moveTo>
                <a:lnTo>
                  <a:pt x="443397" y="789097"/>
                </a:lnTo>
                <a:lnTo>
                  <a:pt x="438926" y="783138"/>
                </a:lnTo>
                <a:lnTo>
                  <a:pt x="440113" y="774633"/>
                </a:lnTo>
                <a:lnTo>
                  <a:pt x="446026" y="770113"/>
                </a:lnTo>
                <a:lnTo>
                  <a:pt x="451985" y="765642"/>
                </a:lnTo>
                <a:lnTo>
                  <a:pt x="460490" y="766829"/>
                </a:lnTo>
                <a:lnTo>
                  <a:pt x="469480" y="778701"/>
                </a:lnTo>
                <a:lnTo>
                  <a:pt x="468294" y="787206"/>
                </a:lnTo>
                <a:lnTo>
                  <a:pt x="462381" y="791725"/>
                </a:lnTo>
                <a:lnTo>
                  <a:pt x="456808" y="795926"/>
                </a:lnTo>
                <a:lnTo>
                  <a:pt x="449092" y="795193"/>
                </a:lnTo>
                <a:close/>
              </a:path>
              <a:path w="5142230" h="2300604">
                <a:moveTo>
                  <a:pt x="777749" y="1052100"/>
                </a:moveTo>
                <a:lnTo>
                  <a:pt x="772921" y="1046931"/>
                </a:lnTo>
                <a:lnTo>
                  <a:pt x="771911" y="1040670"/>
                </a:lnTo>
                <a:lnTo>
                  <a:pt x="774686" y="1035430"/>
                </a:lnTo>
                <a:lnTo>
                  <a:pt x="778210" y="1028841"/>
                </a:lnTo>
                <a:lnTo>
                  <a:pt x="786373" y="1026338"/>
                </a:lnTo>
                <a:lnTo>
                  <a:pt x="799589" y="1033350"/>
                </a:lnTo>
                <a:lnTo>
                  <a:pt x="802097" y="1041509"/>
                </a:lnTo>
                <a:lnTo>
                  <a:pt x="798613" y="1048141"/>
                </a:lnTo>
                <a:lnTo>
                  <a:pt x="795085" y="1054725"/>
                </a:lnTo>
                <a:lnTo>
                  <a:pt x="786881" y="1057184"/>
                </a:lnTo>
                <a:lnTo>
                  <a:pt x="780289" y="1053744"/>
                </a:lnTo>
                <a:lnTo>
                  <a:pt x="778950" y="1052995"/>
                </a:lnTo>
                <a:lnTo>
                  <a:pt x="777749" y="1052100"/>
                </a:lnTo>
                <a:close/>
              </a:path>
              <a:path w="5142230" h="2300604">
                <a:moveTo>
                  <a:pt x="348676" y="606570"/>
                </a:moveTo>
                <a:lnTo>
                  <a:pt x="343843" y="601397"/>
                </a:lnTo>
                <a:lnTo>
                  <a:pt x="342899" y="599996"/>
                </a:lnTo>
                <a:lnTo>
                  <a:pt x="342298" y="598375"/>
                </a:lnTo>
                <a:lnTo>
                  <a:pt x="339560" y="591436"/>
                </a:lnTo>
                <a:lnTo>
                  <a:pt x="342897" y="583571"/>
                </a:lnTo>
                <a:lnTo>
                  <a:pt x="356823" y="578050"/>
                </a:lnTo>
                <a:lnTo>
                  <a:pt x="364684" y="581480"/>
                </a:lnTo>
                <a:lnTo>
                  <a:pt x="370160" y="595357"/>
                </a:lnTo>
                <a:lnTo>
                  <a:pt x="366778" y="603174"/>
                </a:lnTo>
                <a:lnTo>
                  <a:pt x="359840" y="605912"/>
                </a:lnTo>
                <a:lnTo>
                  <a:pt x="354527" y="608044"/>
                </a:lnTo>
                <a:lnTo>
                  <a:pt x="348676" y="606570"/>
                </a:lnTo>
                <a:close/>
              </a:path>
              <a:path w="5142230" h="2300604">
                <a:moveTo>
                  <a:pt x="2164503" y="2009929"/>
                </a:moveTo>
                <a:lnTo>
                  <a:pt x="2159766" y="2004858"/>
                </a:lnTo>
                <a:lnTo>
                  <a:pt x="2158449" y="2002080"/>
                </a:lnTo>
                <a:lnTo>
                  <a:pt x="2157534" y="1991521"/>
                </a:lnTo>
                <a:lnTo>
                  <a:pt x="2162998" y="1984956"/>
                </a:lnTo>
                <a:lnTo>
                  <a:pt x="2170476" y="1984262"/>
                </a:lnTo>
                <a:lnTo>
                  <a:pt x="2177914" y="1983623"/>
                </a:lnTo>
                <a:lnTo>
                  <a:pt x="2184426" y="1989127"/>
                </a:lnTo>
                <a:lnTo>
                  <a:pt x="2185812" y="2004003"/>
                </a:lnTo>
                <a:lnTo>
                  <a:pt x="2180250" y="2010560"/>
                </a:lnTo>
                <a:lnTo>
                  <a:pt x="2168507" y="2011576"/>
                </a:lnTo>
                <a:lnTo>
                  <a:pt x="2164503" y="2009929"/>
                </a:lnTo>
                <a:close/>
              </a:path>
              <a:path w="5142230" h="2300604">
                <a:moveTo>
                  <a:pt x="597274" y="939546"/>
                </a:moveTo>
                <a:lnTo>
                  <a:pt x="591757" y="933641"/>
                </a:lnTo>
                <a:lnTo>
                  <a:pt x="591305" y="926412"/>
                </a:lnTo>
                <a:lnTo>
                  <a:pt x="595309" y="921120"/>
                </a:lnTo>
                <a:lnTo>
                  <a:pt x="599762" y="915134"/>
                </a:lnTo>
                <a:lnTo>
                  <a:pt x="608252" y="913959"/>
                </a:lnTo>
                <a:lnTo>
                  <a:pt x="620170" y="922905"/>
                </a:lnTo>
                <a:lnTo>
                  <a:pt x="621398" y="931355"/>
                </a:lnTo>
                <a:lnTo>
                  <a:pt x="616892" y="937381"/>
                </a:lnTo>
                <a:lnTo>
                  <a:pt x="612394" y="943318"/>
                </a:lnTo>
                <a:lnTo>
                  <a:pt x="603949" y="944542"/>
                </a:lnTo>
                <a:lnTo>
                  <a:pt x="597971" y="940000"/>
                </a:lnTo>
                <a:lnTo>
                  <a:pt x="597274" y="939546"/>
                </a:lnTo>
                <a:close/>
              </a:path>
              <a:path w="5142230" h="2300604">
                <a:moveTo>
                  <a:pt x="1988788" y="1628684"/>
                </a:moveTo>
                <a:lnTo>
                  <a:pt x="1983504" y="1623027"/>
                </a:lnTo>
                <a:lnTo>
                  <a:pt x="1983545" y="1614762"/>
                </a:lnTo>
                <a:lnTo>
                  <a:pt x="1988637" y="1609559"/>
                </a:lnTo>
                <a:lnTo>
                  <a:pt x="1993916" y="1604262"/>
                </a:lnTo>
                <a:lnTo>
                  <a:pt x="2002462" y="1604222"/>
                </a:lnTo>
                <a:lnTo>
                  <a:pt x="2013102" y="1614635"/>
                </a:lnTo>
                <a:lnTo>
                  <a:pt x="2013188" y="1623231"/>
                </a:lnTo>
                <a:lnTo>
                  <a:pt x="2007909" y="1628527"/>
                </a:lnTo>
                <a:lnTo>
                  <a:pt x="2002675" y="1633873"/>
                </a:lnTo>
                <a:lnTo>
                  <a:pt x="1994129" y="1633912"/>
                </a:lnTo>
                <a:lnTo>
                  <a:pt x="1988788" y="1628684"/>
                </a:lnTo>
                <a:close/>
              </a:path>
              <a:path w="5142230" h="2300604">
                <a:moveTo>
                  <a:pt x="1200954" y="1087754"/>
                </a:moveTo>
                <a:lnTo>
                  <a:pt x="1196308" y="1082781"/>
                </a:lnTo>
                <a:lnTo>
                  <a:pt x="1195067" y="1077640"/>
                </a:lnTo>
                <a:lnTo>
                  <a:pt x="1199286" y="1066028"/>
                </a:lnTo>
                <a:lnTo>
                  <a:pt x="1206865" y="1062509"/>
                </a:lnTo>
                <a:lnTo>
                  <a:pt x="1220476" y="1067500"/>
                </a:lnTo>
                <a:lnTo>
                  <a:pt x="1223954" y="1075035"/>
                </a:lnTo>
                <a:lnTo>
                  <a:pt x="1218958" y="1088650"/>
                </a:lnTo>
                <a:lnTo>
                  <a:pt x="1211423" y="1092119"/>
                </a:lnTo>
                <a:lnTo>
                  <a:pt x="1202658" y="1088893"/>
                </a:lnTo>
                <a:lnTo>
                  <a:pt x="1200954" y="1087754"/>
                </a:lnTo>
                <a:close/>
              </a:path>
              <a:path w="5142230" h="2300604">
                <a:moveTo>
                  <a:pt x="2407019" y="2061239"/>
                </a:moveTo>
                <a:lnTo>
                  <a:pt x="2402419" y="2056315"/>
                </a:lnTo>
                <a:lnTo>
                  <a:pt x="2401032" y="2052679"/>
                </a:lnTo>
                <a:lnTo>
                  <a:pt x="2402121" y="2041627"/>
                </a:lnTo>
                <a:lnTo>
                  <a:pt x="2407100" y="2037476"/>
                </a:lnTo>
                <a:lnTo>
                  <a:pt x="2408486" y="2036320"/>
                </a:lnTo>
                <a:lnTo>
                  <a:pt x="2422932" y="2037709"/>
                </a:lnTo>
                <a:lnTo>
                  <a:pt x="2428186" y="2044115"/>
                </a:lnTo>
                <a:lnTo>
                  <a:pt x="2427520" y="2051320"/>
                </a:lnTo>
                <a:lnTo>
                  <a:pt x="2426756" y="2058517"/>
                </a:lnTo>
                <a:lnTo>
                  <a:pt x="2421777" y="2062668"/>
                </a:lnTo>
                <a:lnTo>
                  <a:pt x="2420391" y="2063824"/>
                </a:lnTo>
                <a:lnTo>
                  <a:pt x="2413189" y="2063054"/>
                </a:lnTo>
                <a:lnTo>
                  <a:pt x="2409895" y="2062753"/>
                </a:lnTo>
                <a:lnTo>
                  <a:pt x="2407019" y="2061239"/>
                </a:lnTo>
                <a:close/>
              </a:path>
              <a:path w="5142230" h="2300604">
                <a:moveTo>
                  <a:pt x="331900" y="168791"/>
                </a:moveTo>
                <a:lnTo>
                  <a:pt x="327299" y="163866"/>
                </a:lnTo>
                <a:lnTo>
                  <a:pt x="326228" y="162036"/>
                </a:lnTo>
                <a:lnTo>
                  <a:pt x="323607" y="153071"/>
                </a:lnTo>
                <a:lnTo>
                  <a:pt x="327629" y="145843"/>
                </a:lnTo>
                <a:lnTo>
                  <a:pt x="341553" y="141785"/>
                </a:lnTo>
                <a:lnTo>
                  <a:pt x="348780" y="145808"/>
                </a:lnTo>
                <a:lnTo>
                  <a:pt x="352839" y="159731"/>
                </a:lnTo>
                <a:lnTo>
                  <a:pt x="348816" y="166959"/>
                </a:lnTo>
                <a:lnTo>
                  <a:pt x="341850" y="168983"/>
                </a:lnTo>
                <a:lnTo>
                  <a:pt x="336944" y="170379"/>
                </a:lnTo>
                <a:lnTo>
                  <a:pt x="331900" y="168791"/>
                </a:lnTo>
                <a:close/>
              </a:path>
              <a:path w="5142230" h="2300604">
                <a:moveTo>
                  <a:pt x="1335238" y="1134342"/>
                </a:moveTo>
                <a:lnTo>
                  <a:pt x="1330592" y="1129368"/>
                </a:lnTo>
                <a:lnTo>
                  <a:pt x="1329344" y="1124416"/>
                </a:lnTo>
                <a:lnTo>
                  <a:pt x="1330874" y="1119700"/>
                </a:lnTo>
                <a:lnTo>
                  <a:pt x="1333066" y="1113054"/>
                </a:lnTo>
                <a:lnTo>
                  <a:pt x="1333137" y="1112837"/>
                </a:lnTo>
                <a:lnTo>
                  <a:pt x="1340580" y="1109172"/>
                </a:lnTo>
                <a:lnTo>
                  <a:pt x="1354301" y="1113694"/>
                </a:lnTo>
                <a:lnTo>
                  <a:pt x="1358014" y="1121091"/>
                </a:lnTo>
                <a:lnTo>
                  <a:pt x="1355751" y="1127954"/>
                </a:lnTo>
                <a:lnTo>
                  <a:pt x="1353511" y="1134646"/>
                </a:lnTo>
                <a:lnTo>
                  <a:pt x="1353439" y="1134862"/>
                </a:lnTo>
                <a:lnTo>
                  <a:pt x="1346046" y="1138581"/>
                </a:lnTo>
                <a:lnTo>
                  <a:pt x="1339184" y="1136317"/>
                </a:lnTo>
                <a:lnTo>
                  <a:pt x="1337037" y="1135583"/>
                </a:lnTo>
                <a:lnTo>
                  <a:pt x="1335238" y="1134342"/>
                </a:lnTo>
                <a:close/>
              </a:path>
              <a:path w="5142230" h="2300604">
                <a:moveTo>
                  <a:pt x="543604" y="694324"/>
                </a:moveTo>
                <a:lnTo>
                  <a:pt x="538035" y="688362"/>
                </a:lnTo>
                <a:lnTo>
                  <a:pt x="533701" y="682550"/>
                </a:lnTo>
                <a:lnTo>
                  <a:pt x="534878" y="674328"/>
                </a:lnTo>
                <a:lnTo>
                  <a:pt x="546454" y="665705"/>
                </a:lnTo>
                <a:lnTo>
                  <a:pt x="554676" y="666882"/>
                </a:lnTo>
                <a:lnTo>
                  <a:pt x="563344" y="678507"/>
                </a:lnTo>
                <a:lnTo>
                  <a:pt x="562118" y="686675"/>
                </a:lnTo>
                <a:lnTo>
                  <a:pt x="556355" y="691063"/>
                </a:lnTo>
                <a:lnTo>
                  <a:pt x="550928" y="695028"/>
                </a:lnTo>
                <a:lnTo>
                  <a:pt x="543604" y="694324"/>
                </a:lnTo>
                <a:close/>
              </a:path>
              <a:path w="5142230" h="2300604">
                <a:moveTo>
                  <a:pt x="937934" y="979892"/>
                </a:moveTo>
                <a:lnTo>
                  <a:pt x="933288" y="974919"/>
                </a:lnTo>
                <a:lnTo>
                  <a:pt x="932213" y="969175"/>
                </a:lnTo>
                <a:lnTo>
                  <a:pt x="934548" y="964245"/>
                </a:lnTo>
                <a:lnTo>
                  <a:pt x="937511" y="957642"/>
                </a:lnTo>
                <a:lnTo>
                  <a:pt x="945355" y="954798"/>
                </a:lnTo>
                <a:lnTo>
                  <a:pt x="958463" y="960815"/>
                </a:lnTo>
                <a:lnTo>
                  <a:pt x="961361" y="968609"/>
                </a:lnTo>
                <a:lnTo>
                  <a:pt x="955291" y="981758"/>
                </a:lnTo>
                <a:lnTo>
                  <a:pt x="947497" y="984656"/>
                </a:lnTo>
                <a:lnTo>
                  <a:pt x="939317" y="980884"/>
                </a:lnTo>
                <a:lnTo>
                  <a:pt x="937934" y="979892"/>
                </a:lnTo>
                <a:close/>
              </a:path>
              <a:path w="5142230" h="2300604">
                <a:moveTo>
                  <a:pt x="2286217" y="1597924"/>
                </a:moveTo>
                <a:lnTo>
                  <a:pt x="2281070" y="1592414"/>
                </a:lnTo>
                <a:lnTo>
                  <a:pt x="2276346" y="1586966"/>
                </a:lnTo>
                <a:lnTo>
                  <a:pt x="2276911" y="1578676"/>
                </a:lnTo>
                <a:lnTo>
                  <a:pt x="2287101" y="1569840"/>
                </a:lnTo>
                <a:lnTo>
                  <a:pt x="2287808" y="1569228"/>
                </a:lnTo>
                <a:lnTo>
                  <a:pt x="2296093" y="1569788"/>
                </a:lnTo>
                <a:lnTo>
                  <a:pt x="2305587" y="1580733"/>
                </a:lnTo>
                <a:lnTo>
                  <a:pt x="2304981" y="1588979"/>
                </a:lnTo>
                <a:lnTo>
                  <a:pt x="2299578" y="1593752"/>
                </a:lnTo>
                <a:lnTo>
                  <a:pt x="2294833" y="1597861"/>
                </a:lnTo>
                <a:lnTo>
                  <a:pt x="2294227" y="1598386"/>
                </a:lnTo>
                <a:lnTo>
                  <a:pt x="2286217" y="1597924"/>
                </a:lnTo>
                <a:close/>
              </a:path>
              <a:path w="5142230" h="2300604">
                <a:moveTo>
                  <a:pt x="589551" y="749081"/>
                </a:moveTo>
                <a:lnTo>
                  <a:pt x="579667" y="738500"/>
                </a:lnTo>
                <a:lnTo>
                  <a:pt x="579901" y="730246"/>
                </a:lnTo>
                <a:lnTo>
                  <a:pt x="590432" y="720308"/>
                </a:lnTo>
                <a:lnTo>
                  <a:pt x="598830" y="720599"/>
                </a:lnTo>
                <a:lnTo>
                  <a:pt x="608623" y="731082"/>
                </a:lnTo>
                <a:lnTo>
                  <a:pt x="608435" y="739384"/>
                </a:lnTo>
                <a:lnTo>
                  <a:pt x="597854" y="749269"/>
                </a:lnTo>
                <a:lnTo>
                  <a:pt x="589551" y="749081"/>
                </a:lnTo>
                <a:close/>
              </a:path>
              <a:path w="5142230" h="2300604">
                <a:moveTo>
                  <a:pt x="1267892" y="1111513"/>
                </a:moveTo>
                <a:lnTo>
                  <a:pt x="1263291" y="1106588"/>
                </a:lnTo>
                <a:lnTo>
                  <a:pt x="1262042" y="1101537"/>
                </a:lnTo>
                <a:lnTo>
                  <a:pt x="1266028" y="1089969"/>
                </a:lnTo>
                <a:lnTo>
                  <a:pt x="1273516" y="1086353"/>
                </a:lnTo>
                <a:lnTo>
                  <a:pt x="1280326" y="1088657"/>
                </a:lnTo>
                <a:lnTo>
                  <a:pt x="1287141" y="1091065"/>
                </a:lnTo>
                <a:lnTo>
                  <a:pt x="1290806" y="1098508"/>
                </a:lnTo>
                <a:lnTo>
                  <a:pt x="1288448" y="1105367"/>
                </a:lnTo>
                <a:lnTo>
                  <a:pt x="1286045" y="1112178"/>
                </a:lnTo>
                <a:lnTo>
                  <a:pt x="1278651" y="1115798"/>
                </a:lnTo>
                <a:lnTo>
                  <a:pt x="1271792" y="1113440"/>
                </a:lnTo>
                <a:lnTo>
                  <a:pt x="1269690" y="1112754"/>
                </a:lnTo>
                <a:lnTo>
                  <a:pt x="1267892" y="1111513"/>
                </a:lnTo>
                <a:close/>
              </a:path>
              <a:path w="5142230" h="2300604">
                <a:moveTo>
                  <a:pt x="2411552" y="1990631"/>
                </a:moveTo>
                <a:lnTo>
                  <a:pt x="2406997" y="1985755"/>
                </a:lnTo>
                <a:lnTo>
                  <a:pt x="2405648" y="1982356"/>
                </a:lnTo>
                <a:lnTo>
                  <a:pt x="2405867" y="1971643"/>
                </a:lnTo>
                <a:lnTo>
                  <a:pt x="2411873" y="1965951"/>
                </a:lnTo>
                <a:lnTo>
                  <a:pt x="2419133" y="1966099"/>
                </a:lnTo>
                <a:lnTo>
                  <a:pt x="2426350" y="1966298"/>
                </a:lnTo>
                <a:lnTo>
                  <a:pt x="2432095" y="1972253"/>
                </a:lnTo>
                <a:lnTo>
                  <a:pt x="2431947" y="1979523"/>
                </a:lnTo>
                <a:lnTo>
                  <a:pt x="2431744" y="1986734"/>
                </a:lnTo>
                <a:lnTo>
                  <a:pt x="2425748" y="1992436"/>
                </a:lnTo>
                <a:lnTo>
                  <a:pt x="2414846" y="1992202"/>
                </a:lnTo>
                <a:lnTo>
                  <a:pt x="2411552" y="1990631"/>
                </a:lnTo>
                <a:close/>
              </a:path>
              <a:path w="5142230" h="2300604">
                <a:moveTo>
                  <a:pt x="1402652" y="1156559"/>
                </a:moveTo>
                <a:lnTo>
                  <a:pt x="1398052" y="1151634"/>
                </a:lnTo>
                <a:lnTo>
                  <a:pt x="1396800" y="1146677"/>
                </a:lnTo>
                <a:lnTo>
                  <a:pt x="1400597" y="1135103"/>
                </a:lnTo>
                <a:lnTo>
                  <a:pt x="1407949" y="1131340"/>
                </a:lnTo>
                <a:lnTo>
                  <a:pt x="1414860" y="1133558"/>
                </a:lnTo>
                <a:lnTo>
                  <a:pt x="1421723" y="1135822"/>
                </a:lnTo>
                <a:lnTo>
                  <a:pt x="1425485" y="1143173"/>
                </a:lnTo>
                <a:lnTo>
                  <a:pt x="1423267" y="1150085"/>
                </a:lnTo>
                <a:lnTo>
                  <a:pt x="1421004" y="1156947"/>
                </a:lnTo>
                <a:lnTo>
                  <a:pt x="1413604" y="1160755"/>
                </a:lnTo>
                <a:lnTo>
                  <a:pt x="1406737" y="1158487"/>
                </a:lnTo>
                <a:lnTo>
                  <a:pt x="1404546" y="1157803"/>
                </a:lnTo>
                <a:lnTo>
                  <a:pt x="1402652" y="1156559"/>
                </a:lnTo>
                <a:close/>
              </a:path>
              <a:path w="5142230" h="2300604">
                <a:moveTo>
                  <a:pt x="414605" y="440795"/>
                </a:moveTo>
                <a:lnTo>
                  <a:pt x="409959" y="435822"/>
                </a:lnTo>
                <a:lnTo>
                  <a:pt x="409019" y="434326"/>
                </a:lnTo>
                <a:lnTo>
                  <a:pt x="405958" y="425771"/>
                </a:lnTo>
                <a:lnTo>
                  <a:pt x="409519" y="418245"/>
                </a:lnTo>
                <a:lnTo>
                  <a:pt x="416305" y="415832"/>
                </a:lnTo>
                <a:lnTo>
                  <a:pt x="423140" y="413374"/>
                </a:lnTo>
                <a:lnTo>
                  <a:pt x="430616" y="416881"/>
                </a:lnTo>
                <a:lnTo>
                  <a:pt x="435533" y="430550"/>
                </a:lnTo>
                <a:lnTo>
                  <a:pt x="431931" y="438033"/>
                </a:lnTo>
                <a:lnTo>
                  <a:pt x="425141" y="440441"/>
                </a:lnTo>
                <a:lnTo>
                  <a:pt x="420030" y="442302"/>
                </a:lnTo>
                <a:lnTo>
                  <a:pt x="414605" y="440795"/>
                </a:lnTo>
                <a:close/>
              </a:path>
              <a:path w="5142230" h="2300604">
                <a:moveTo>
                  <a:pt x="440245" y="507242"/>
                </a:moveTo>
                <a:lnTo>
                  <a:pt x="435598" y="502269"/>
                </a:lnTo>
                <a:lnTo>
                  <a:pt x="434700" y="500916"/>
                </a:lnTo>
                <a:lnTo>
                  <a:pt x="434137" y="499433"/>
                </a:lnTo>
                <a:lnTo>
                  <a:pt x="431344" y="492729"/>
                </a:lnTo>
                <a:lnTo>
                  <a:pt x="434531" y="485095"/>
                </a:lnTo>
                <a:lnTo>
                  <a:pt x="447891" y="479554"/>
                </a:lnTo>
                <a:lnTo>
                  <a:pt x="455573" y="482696"/>
                </a:lnTo>
                <a:lnTo>
                  <a:pt x="461061" y="496096"/>
                </a:lnTo>
                <a:lnTo>
                  <a:pt x="457879" y="503735"/>
                </a:lnTo>
                <a:lnTo>
                  <a:pt x="451223" y="506483"/>
                </a:lnTo>
                <a:lnTo>
                  <a:pt x="446181" y="508612"/>
                </a:lnTo>
                <a:lnTo>
                  <a:pt x="446050" y="508667"/>
                </a:lnTo>
                <a:lnTo>
                  <a:pt x="440245" y="507242"/>
                </a:lnTo>
                <a:close/>
              </a:path>
              <a:path w="5142230" h="2300604">
                <a:moveTo>
                  <a:pt x="2361954" y="1715457"/>
                </a:moveTo>
                <a:lnTo>
                  <a:pt x="2357257" y="1710430"/>
                </a:lnTo>
                <a:lnTo>
                  <a:pt x="2356493" y="1709318"/>
                </a:lnTo>
                <a:lnTo>
                  <a:pt x="2352848" y="1701410"/>
                </a:lnTo>
                <a:lnTo>
                  <a:pt x="2355751" y="1693667"/>
                </a:lnTo>
                <a:lnTo>
                  <a:pt x="2362276" y="1690584"/>
                </a:lnTo>
                <a:lnTo>
                  <a:pt x="2368852" y="1687555"/>
                </a:lnTo>
                <a:lnTo>
                  <a:pt x="2376679" y="1690461"/>
                </a:lnTo>
                <a:lnTo>
                  <a:pt x="2382752" y="1703608"/>
                </a:lnTo>
                <a:lnTo>
                  <a:pt x="2379844" y="1711345"/>
                </a:lnTo>
                <a:lnTo>
                  <a:pt x="2367992" y="1716839"/>
                </a:lnTo>
                <a:lnTo>
                  <a:pt x="2361954" y="1715457"/>
                </a:lnTo>
                <a:close/>
              </a:path>
              <a:path w="5142230" h="2300604">
                <a:moveTo>
                  <a:pt x="1002956" y="1008737"/>
                </a:moveTo>
                <a:lnTo>
                  <a:pt x="998310" y="1003763"/>
                </a:lnTo>
                <a:lnTo>
                  <a:pt x="997176" y="998248"/>
                </a:lnTo>
                <a:lnTo>
                  <a:pt x="1002101" y="986708"/>
                </a:lnTo>
                <a:lnTo>
                  <a:pt x="1009807" y="983618"/>
                </a:lnTo>
                <a:lnTo>
                  <a:pt x="1023116" y="989264"/>
                </a:lnTo>
                <a:lnTo>
                  <a:pt x="1026157" y="997016"/>
                </a:lnTo>
                <a:lnTo>
                  <a:pt x="1020511" y="1010326"/>
                </a:lnTo>
                <a:lnTo>
                  <a:pt x="1012805" y="1013415"/>
                </a:lnTo>
                <a:lnTo>
                  <a:pt x="1004430" y="1009825"/>
                </a:lnTo>
                <a:lnTo>
                  <a:pt x="1002956" y="1008737"/>
                </a:lnTo>
                <a:close/>
              </a:path>
              <a:path w="5142230" h="2300604">
                <a:moveTo>
                  <a:pt x="469661" y="572161"/>
                </a:moveTo>
                <a:lnTo>
                  <a:pt x="464973" y="567143"/>
                </a:lnTo>
                <a:lnTo>
                  <a:pt x="464206" y="566126"/>
                </a:lnTo>
                <a:lnTo>
                  <a:pt x="460456" y="558397"/>
                </a:lnTo>
                <a:lnTo>
                  <a:pt x="463083" y="550555"/>
                </a:lnTo>
                <a:lnTo>
                  <a:pt x="469612" y="547379"/>
                </a:lnTo>
                <a:lnTo>
                  <a:pt x="475783" y="544308"/>
                </a:lnTo>
                <a:lnTo>
                  <a:pt x="476095" y="544153"/>
                </a:lnTo>
                <a:lnTo>
                  <a:pt x="483934" y="546875"/>
                </a:lnTo>
                <a:lnTo>
                  <a:pt x="487159" y="553358"/>
                </a:lnTo>
                <a:lnTo>
                  <a:pt x="490290" y="559838"/>
                </a:lnTo>
                <a:lnTo>
                  <a:pt x="487663" y="567679"/>
                </a:lnTo>
                <a:lnTo>
                  <a:pt x="481134" y="570856"/>
                </a:lnTo>
                <a:lnTo>
                  <a:pt x="475851" y="573509"/>
                </a:lnTo>
                <a:lnTo>
                  <a:pt x="469661" y="572161"/>
                </a:lnTo>
                <a:close/>
              </a:path>
              <a:path w="5142230" h="2300604">
                <a:moveTo>
                  <a:pt x="2386619" y="1781253"/>
                </a:moveTo>
                <a:lnTo>
                  <a:pt x="2382018" y="1776328"/>
                </a:lnTo>
                <a:lnTo>
                  <a:pt x="2380998" y="1774551"/>
                </a:lnTo>
                <a:lnTo>
                  <a:pt x="2380400" y="1772543"/>
                </a:lnTo>
                <a:lnTo>
                  <a:pt x="2378278" y="1765678"/>
                </a:lnTo>
                <a:lnTo>
                  <a:pt x="2382205" y="1758347"/>
                </a:lnTo>
                <a:lnTo>
                  <a:pt x="2389126" y="1756274"/>
                </a:lnTo>
                <a:lnTo>
                  <a:pt x="2396041" y="1754097"/>
                </a:lnTo>
                <a:lnTo>
                  <a:pt x="2403371" y="1758034"/>
                </a:lnTo>
                <a:lnTo>
                  <a:pt x="2407567" y="1771910"/>
                </a:lnTo>
                <a:lnTo>
                  <a:pt x="2403640" y="1779240"/>
                </a:lnTo>
                <a:lnTo>
                  <a:pt x="2391806" y="1782798"/>
                </a:lnTo>
                <a:lnTo>
                  <a:pt x="2386619" y="1781253"/>
                </a:lnTo>
                <a:close/>
              </a:path>
              <a:path w="5142230" h="2300604">
                <a:moveTo>
                  <a:pt x="2369447" y="2270468"/>
                </a:moveTo>
                <a:lnTo>
                  <a:pt x="2364851" y="2265548"/>
                </a:lnTo>
                <a:lnTo>
                  <a:pt x="2363539" y="2261113"/>
                </a:lnTo>
                <a:lnTo>
                  <a:pt x="2366287" y="2249588"/>
                </a:lnTo>
                <a:lnTo>
                  <a:pt x="2373374" y="2245250"/>
                </a:lnTo>
                <a:lnTo>
                  <a:pt x="2380396" y="2247000"/>
                </a:lnTo>
                <a:lnTo>
                  <a:pt x="2387426" y="2248660"/>
                </a:lnTo>
                <a:lnTo>
                  <a:pt x="2391760" y="2255743"/>
                </a:lnTo>
                <a:lnTo>
                  <a:pt x="2388359" y="2269795"/>
                </a:lnTo>
                <a:lnTo>
                  <a:pt x="2381271" y="2274133"/>
                </a:lnTo>
                <a:lnTo>
                  <a:pt x="2371666" y="2271866"/>
                </a:lnTo>
                <a:lnTo>
                  <a:pt x="2369447" y="2270468"/>
                </a:lnTo>
                <a:close/>
              </a:path>
              <a:path w="5142230" h="2300604">
                <a:moveTo>
                  <a:pt x="2385073" y="2201276"/>
                </a:moveTo>
                <a:lnTo>
                  <a:pt x="2380468" y="2196346"/>
                </a:lnTo>
                <a:lnTo>
                  <a:pt x="2379108" y="2192056"/>
                </a:lnTo>
                <a:lnTo>
                  <a:pt x="2379978" y="2187709"/>
                </a:lnTo>
                <a:lnTo>
                  <a:pt x="2381427" y="2180658"/>
                </a:lnTo>
                <a:lnTo>
                  <a:pt x="2388386" y="2176085"/>
                </a:lnTo>
                <a:lnTo>
                  <a:pt x="2402543" y="2179021"/>
                </a:lnTo>
                <a:lnTo>
                  <a:pt x="2407120" y="2185876"/>
                </a:lnTo>
                <a:lnTo>
                  <a:pt x="2405650" y="2193002"/>
                </a:lnTo>
                <a:lnTo>
                  <a:pt x="2404234" y="2200087"/>
                </a:lnTo>
                <a:lnTo>
                  <a:pt x="2397275" y="2204661"/>
                </a:lnTo>
                <a:lnTo>
                  <a:pt x="2390195" y="2203240"/>
                </a:lnTo>
                <a:lnTo>
                  <a:pt x="2387435" y="2202631"/>
                </a:lnTo>
                <a:lnTo>
                  <a:pt x="2385073" y="2201276"/>
                </a:lnTo>
                <a:close/>
              </a:path>
              <a:path w="5142230" h="2300604">
                <a:moveTo>
                  <a:pt x="503693" y="634885"/>
                </a:moveTo>
                <a:lnTo>
                  <a:pt x="498951" y="629809"/>
                </a:lnTo>
                <a:lnTo>
                  <a:pt x="498415" y="629040"/>
                </a:lnTo>
                <a:lnTo>
                  <a:pt x="494217" y="622005"/>
                </a:lnTo>
                <a:lnTo>
                  <a:pt x="496236" y="614001"/>
                </a:lnTo>
                <a:lnTo>
                  <a:pt x="502403" y="610240"/>
                </a:lnTo>
                <a:lnTo>
                  <a:pt x="508619" y="606533"/>
                </a:lnTo>
                <a:lnTo>
                  <a:pt x="516673" y="608606"/>
                </a:lnTo>
                <a:lnTo>
                  <a:pt x="524135" y="620993"/>
                </a:lnTo>
                <a:lnTo>
                  <a:pt x="522067" y="629043"/>
                </a:lnTo>
                <a:lnTo>
                  <a:pt x="515851" y="632750"/>
                </a:lnTo>
                <a:lnTo>
                  <a:pt x="510500" y="636014"/>
                </a:lnTo>
                <a:lnTo>
                  <a:pt x="503693" y="634885"/>
                </a:lnTo>
                <a:close/>
              </a:path>
              <a:path w="5142230" h="2300604">
                <a:moveTo>
                  <a:pt x="2328416" y="1653947"/>
                </a:moveTo>
                <a:lnTo>
                  <a:pt x="2323075" y="1648229"/>
                </a:lnTo>
                <a:lnTo>
                  <a:pt x="2318674" y="1641466"/>
                </a:lnTo>
                <a:lnTo>
                  <a:pt x="2320414" y="1633358"/>
                </a:lnTo>
                <a:lnTo>
                  <a:pt x="2332530" y="1625508"/>
                </a:lnTo>
                <a:lnTo>
                  <a:pt x="2340643" y="1627253"/>
                </a:lnTo>
                <a:lnTo>
                  <a:pt x="2348492" y="1639369"/>
                </a:lnTo>
                <a:lnTo>
                  <a:pt x="2346794" y="1647521"/>
                </a:lnTo>
                <a:lnTo>
                  <a:pt x="2335309" y="1654972"/>
                </a:lnTo>
                <a:lnTo>
                  <a:pt x="2328416" y="1653947"/>
                </a:lnTo>
                <a:close/>
              </a:path>
              <a:path w="5142230" h="2300604">
                <a:moveTo>
                  <a:pt x="1134446" y="1062499"/>
                </a:moveTo>
                <a:lnTo>
                  <a:pt x="1129800" y="1057526"/>
                </a:lnTo>
                <a:lnTo>
                  <a:pt x="1128611" y="1052245"/>
                </a:lnTo>
                <a:lnTo>
                  <a:pt x="1130569" y="1047402"/>
                </a:lnTo>
                <a:lnTo>
                  <a:pt x="1133207" y="1040646"/>
                </a:lnTo>
                <a:lnTo>
                  <a:pt x="1140779" y="1037316"/>
                </a:lnTo>
                <a:lnTo>
                  <a:pt x="1147531" y="1039949"/>
                </a:lnTo>
                <a:lnTo>
                  <a:pt x="1154237" y="1042632"/>
                </a:lnTo>
                <a:lnTo>
                  <a:pt x="1157572" y="1050209"/>
                </a:lnTo>
                <a:lnTo>
                  <a:pt x="1152297" y="1063721"/>
                </a:lnTo>
                <a:lnTo>
                  <a:pt x="1144674" y="1066997"/>
                </a:lnTo>
                <a:lnTo>
                  <a:pt x="1136055" y="1063635"/>
                </a:lnTo>
                <a:lnTo>
                  <a:pt x="1134446" y="1062499"/>
                </a:lnTo>
                <a:close/>
              </a:path>
              <a:path w="5142230" h="2300604">
                <a:moveTo>
                  <a:pt x="351338" y="237104"/>
                </a:moveTo>
                <a:lnTo>
                  <a:pt x="346692" y="232130"/>
                </a:lnTo>
                <a:lnTo>
                  <a:pt x="345621" y="230300"/>
                </a:lnTo>
                <a:lnTo>
                  <a:pt x="345028" y="228297"/>
                </a:lnTo>
                <a:lnTo>
                  <a:pt x="343048" y="221290"/>
                </a:lnTo>
                <a:lnTo>
                  <a:pt x="347071" y="214062"/>
                </a:lnTo>
                <a:lnTo>
                  <a:pt x="354078" y="212082"/>
                </a:lnTo>
                <a:lnTo>
                  <a:pt x="361037" y="210147"/>
                </a:lnTo>
                <a:lnTo>
                  <a:pt x="368264" y="214170"/>
                </a:lnTo>
                <a:lnTo>
                  <a:pt x="372228" y="228090"/>
                </a:lnTo>
                <a:lnTo>
                  <a:pt x="368205" y="235317"/>
                </a:lnTo>
                <a:lnTo>
                  <a:pt x="361198" y="237298"/>
                </a:lnTo>
                <a:lnTo>
                  <a:pt x="356337" y="238643"/>
                </a:lnTo>
                <a:lnTo>
                  <a:pt x="351338" y="237104"/>
                </a:lnTo>
                <a:close/>
              </a:path>
              <a:path w="5142230" h="2300604">
                <a:moveTo>
                  <a:pt x="2410464" y="1919968"/>
                </a:moveTo>
                <a:lnTo>
                  <a:pt x="2405859" y="1915039"/>
                </a:lnTo>
                <a:lnTo>
                  <a:pt x="2404590" y="1912215"/>
                </a:lnTo>
                <a:lnTo>
                  <a:pt x="2404409" y="1909088"/>
                </a:lnTo>
                <a:lnTo>
                  <a:pt x="2403903" y="1901900"/>
                </a:lnTo>
                <a:lnTo>
                  <a:pt x="2409403" y="1895667"/>
                </a:lnTo>
                <a:lnTo>
                  <a:pt x="2416641" y="1895205"/>
                </a:lnTo>
                <a:lnTo>
                  <a:pt x="2423835" y="1894694"/>
                </a:lnTo>
                <a:lnTo>
                  <a:pt x="2430068" y="1900194"/>
                </a:lnTo>
                <a:lnTo>
                  <a:pt x="2430530" y="1907433"/>
                </a:lnTo>
                <a:lnTo>
                  <a:pt x="2431040" y="1914626"/>
                </a:lnTo>
                <a:lnTo>
                  <a:pt x="2425540" y="1920859"/>
                </a:lnTo>
                <a:lnTo>
                  <a:pt x="2414234" y="1921560"/>
                </a:lnTo>
                <a:lnTo>
                  <a:pt x="2410464" y="1919968"/>
                </a:lnTo>
                <a:close/>
              </a:path>
              <a:path w="5142230" h="2300604">
                <a:moveTo>
                  <a:pt x="391826" y="373402"/>
                </a:moveTo>
                <a:lnTo>
                  <a:pt x="387180" y="368429"/>
                </a:lnTo>
                <a:lnTo>
                  <a:pt x="386156" y="366746"/>
                </a:lnTo>
                <a:lnTo>
                  <a:pt x="385560" y="364838"/>
                </a:lnTo>
                <a:lnTo>
                  <a:pt x="383340" y="357964"/>
                </a:lnTo>
                <a:lnTo>
                  <a:pt x="387127" y="350582"/>
                </a:lnTo>
                <a:lnTo>
                  <a:pt x="394051" y="348414"/>
                </a:lnTo>
                <a:lnTo>
                  <a:pt x="400644" y="346284"/>
                </a:lnTo>
                <a:lnTo>
                  <a:pt x="400924" y="346194"/>
                </a:lnTo>
                <a:lnTo>
                  <a:pt x="408302" y="349985"/>
                </a:lnTo>
                <a:lnTo>
                  <a:pt x="410523" y="356859"/>
                </a:lnTo>
                <a:lnTo>
                  <a:pt x="412695" y="363779"/>
                </a:lnTo>
                <a:lnTo>
                  <a:pt x="408898" y="371151"/>
                </a:lnTo>
                <a:lnTo>
                  <a:pt x="402025" y="373372"/>
                </a:lnTo>
                <a:lnTo>
                  <a:pt x="397019" y="374953"/>
                </a:lnTo>
                <a:lnTo>
                  <a:pt x="391826" y="373402"/>
                </a:lnTo>
                <a:close/>
              </a:path>
              <a:path w="5142230" h="2300604">
                <a:moveTo>
                  <a:pt x="1068496" y="1036083"/>
                </a:moveTo>
                <a:lnTo>
                  <a:pt x="1063850" y="1031110"/>
                </a:lnTo>
                <a:lnTo>
                  <a:pt x="1062664" y="1025734"/>
                </a:lnTo>
                <a:lnTo>
                  <a:pt x="1067445" y="1014137"/>
                </a:lnTo>
                <a:lnTo>
                  <a:pt x="1075064" y="1010955"/>
                </a:lnTo>
                <a:lnTo>
                  <a:pt x="1081771" y="1013638"/>
                </a:lnTo>
                <a:lnTo>
                  <a:pt x="1088429" y="1016367"/>
                </a:lnTo>
                <a:lnTo>
                  <a:pt x="1091662" y="1024031"/>
                </a:lnTo>
                <a:lnTo>
                  <a:pt x="1088974" y="1030733"/>
                </a:lnTo>
                <a:lnTo>
                  <a:pt x="1086250" y="1037396"/>
                </a:lnTo>
                <a:lnTo>
                  <a:pt x="1078586" y="1040628"/>
                </a:lnTo>
                <a:lnTo>
                  <a:pt x="1071879" y="1037945"/>
                </a:lnTo>
                <a:lnTo>
                  <a:pt x="1070064" y="1037175"/>
                </a:lnTo>
                <a:lnTo>
                  <a:pt x="1068496" y="1036083"/>
                </a:lnTo>
                <a:close/>
              </a:path>
              <a:path w="5142230" h="2300604">
                <a:moveTo>
                  <a:pt x="2402559" y="1849829"/>
                </a:moveTo>
                <a:lnTo>
                  <a:pt x="2397959" y="1844904"/>
                </a:lnTo>
                <a:lnTo>
                  <a:pt x="2396711" y="1842591"/>
                </a:lnTo>
                <a:lnTo>
                  <a:pt x="2396285" y="1839985"/>
                </a:lnTo>
                <a:lnTo>
                  <a:pt x="2395063" y="1832909"/>
                </a:lnTo>
                <a:lnTo>
                  <a:pt x="2399827" y="1826084"/>
                </a:lnTo>
                <a:lnTo>
                  <a:pt x="2406997" y="1824865"/>
                </a:lnTo>
                <a:lnTo>
                  <a:pt x="2414117" y="1823592"/>
                </a:lnTo>
                <a:lnTo>
                  <a:pt x="2420898" y="1828406"/>
                </a:lnTo>
                <a:lnTo>
                  <a:pt x="2423340" y="1842652"/>
                </a:lnTo>
                <a:lnTo>
                  <a:pt x="2418571" y="1849472"/>
                </a:lnTo>
                <a:lnTo>
                  <a:pt x="2411612" y="1850625"/>
                </a:lnTo>
                <a:lnTo>
                  <a:pt x="2406974" y="1851427"/>
                </a:lnTo>
                <a:lnTo>
                  <a:pt x="2403958" y="1850349"/>
                </a:lnTo>
                <a:lnTo>
                  <a:pt x="2402559" y="1849829"/>
                </a:lnTo>
                <a:close/>
              </a:path>
              <a:path w="5142230" h="2300604">
                <a:moveTo>
                  <a:pt x="370968" y="305329"/>
                </a:moveTo>
                <a:lnTo>
                  <a:pt x="366368" y="300404"/>
                </a:lnTo>
                <a:lnTo>
                  <a:pt x="365294" y="298668"/>
                </a:lnTo>
                <a:lnTo>
                  <a:pt x="364750" y="296620"/>
                </a:lnTo>
                <a:lnTo>
                  <a:pt x="362672" y="289703"/>
                </a:lnTo>
                <a:lnTo>
                  <a:pt x="366649" y="282427"/>
                </a:lnTo>
                <a:lnTo>
                  <a:pt x="373565" y="280349"/>
                </a:lnTo>
                <a:lnTo>
                  <a:pt x="380527" y="278320"/>
                </a:lnTo>
                <a:lnTo>
                  <a:pt x="387803" y="282297"/>
                </a:lnTo>
                <a:lnTo>
                  <a:pt x="389881" y="289213"/>
                </a:lnTo>
                <a:lnTo>
                  <a:pt x="391910" y="296175"/>
                </a:lnTo>
                <a:lnTo>
                  <a:pt x="387933" y="303452"/>
                </a:lnTo>
                <a:lnTo>
                  <a:pt x="380972" y="305481"/>
                </a:lnTo>
                <a:lnTo>
                  <a:pt x="376058" y="306966"/>
                </a:lnTo>
                <a:lnTo>
                  <a:pt x="370968" y="305329"/>
                </a:lnTo>
                <a:close/>
              </a:path>
              <a:path w="5142230" h="2300604">
                <a:moveTo>
                  <a:pt x="2397831" y="2131458"/>
                </a:moveTo>
                <a:lnTo>
                  <a:pt x="2393276" y="2126582"/>
                </a:lnTo>
                <a:lnTo>
                  <a:pt x="2391907" y="2122574"/>
                </a:lnTo>
                <a:lnTo>
                  <a:pt x="2392515" y="2118436"/>
                </a:lnTo>
                <a:lnTo>
                  <a:pt x="2393653" y="2111346"/>
                </a:lnTo>
                <a:lnTo>
                  <a:pt x="2400387" y="2106434"/>
                </a:lnTo>
                <a:lnTo>
                  <a:pt x="2414665" y="2108619"/>
                </a:lnTo>
                <a:lnTo>
                  <a:pt x="2419528" y="2115390"/>
                </a:lnTo>
                <a:lnTo>
                  <a:pt x="2418390" y="2122480"/>
                </a:lnTo>
                <a:lnTo>
                  <a:pt x="2417297" y="2129618"/>
                </a:lnTo>
                <a:lnTo>
                  <a:pt x="2410621" y="2134494"/>
                </a:lnTo>
                <a:lnTo>
                  <a:pt x="2403478" y="2133397"/>
                </a:lnTo>
                <a:lnTo>
                  <a:pt x="2400428" y="2132967"/>
                </a:lnTo>
                <a:lnTo>
                  <a:pt x="2397831" y="2131458"/>
                </a:lnTo>
                <a:close/>
              </a:path>
              <a:path w="5142230" h="2300604">
                <a:moveTo>
                  <a:pt x="1870302" y="1323264"/>
                </a:moveTo>
                <a:lnTo>
                  <a:pt x="1865656" y="1318291"/>
                </a:lnTo>
                <a:lnTo>
                  <a:pt x="1864566" y="1312725"/>
                </a:lnTo>
                <a:lnTo>
                  <a:pt x="1869585" y="1301188"/>
                </a:lnTo>
                <a:lnTo>
                  <a:pt x="1877337" y="1298147"/>
                </a:lnTo>
                <a:lnTo>
                  <a:pt x="1890599" y="1303938"/>
                </a:lnTo>
                <a:lnTo>
                  <a:pt x="1893594" y="1311641"/>
                </a:lnTo>
                <a:lnTo>
                  <a:pt x="1890726" y="1318247"/>
                </a:lnTo>
                <a:lnTo>
                  <a:pt x="1887804" y="1324894"/>
                </a:lnTo>
                <a:lnTo>
                  <a:pt x="1880101" y="1327889"/>
                </a:lnTo>
                <a:lnTo>
                  <a:pt x="1873451" y="1325071"/>
                </a:lnTo>
                <a:lnTo>
                  <a:pt x="1871725" y="1324299"/>
                </a:lnTo>
                <a:lnTo>
                  <a:pt x="1870302" y="1323264"/>
                </a:lnTo>
                <a:close/>
              </a:path>
              <a:path w="5142230" h="2300604">
                <a:moveTo>
                  <a:pt x="2232372" y="1543216"/>
                </a:moveTo>
                <a:lnTo>
                  <a:pt x="2226896" y="1537355"/>
                </a:lnTo>
                <a:lnTo>
                  <a:pt x="2226737" y="1529853"/>
                </a:lnTo>
                <a:lnTo>
                  <a:pt x="2231255" y="1524719"/>
                </a:lnTo>
                <a:lnTo>
                  <a:pt x="2236061" y="1519308"/>
                </a:lnTo>
                <a:lnTo>
                  <a:pt x="2244386" y="1518836"/>
                </a:lnTo>
                <a:lnTo>
                  <a:pt x="2255200" y="1528457"/>
                </a:lnTo>
                <a:lnTo>
                  <a:pt x="2255626" y="1536733"/>
                </a:lnTo>
                <a:lnTo>
                  <a:pt x="2246010" y="1547552"/>
                </a:lnTo>
                <a:lnTo>
                  <a:pt x="2237779" y="1548027"/>
                </a:lnTo>
                <a:lnTo>
                  <a:pt x="2232372" y="1543216"/>
                </a:lnTo>
                <a:close/>
              </a:path>
              <a:path w="5142230" h="2300604">
                <a:moveTo>
                  <a:pt x="1738832" y="1270305"/>
                </a:moveTo>
                <a:lnTo>
                  <a:pt x="1734186" y="1265331"/>
                </a:lnTo>
                <a:lnTo>
                  <a:pt x="1732993" y="1260145"/>
                </a:lnTo>
                <a:lnTo>
                  <a:pt x="1737348" y="1248580"/>
                </a:lnTo>
                <a:lnTo>
                  <a:pt x="1744882" y="1245112"/>
                </a:lnTo>
                <a:lnTo>
                  <a:pt x="1758400" y="1250199"/>
                </a:lnTo>
                <a:lnTo>
                  <a:pt x="1761873" y="1257729"/>
                </a:lnTo>
                <a:lnTo>
                  <a:pt x="1759281" y="1264533"/>
                </a:lnTo>
                <a:lnTo>
                  <a:pt x="1756779" y="1271336"/>
                </a:lnTo>
                <a:lnTo>
                  <a:pt x="1749256" y="1274720"/>
                </a:lnTo>
                <a:lnTo>
                  <a:pt x="1740491" y="1271494"/>
                </a:lnTo>
                <a:lnTo>
                  <a:pt x="1738832" y="1270305"/>
                </a:lnTo>
                <a:close/>
              </a:path>
              <a:path w="5142230" h="2300604">
                <a:moveTo>
                  <a:pt x="1934734" y="1352650"/>
                </a:moveTo>
                <a:lnTo>
                  <a:pt x="1930088" y="1347677"/>
                </a:lnTo>
                <a:lnTo>
                  <a:pt x="1929053" y="1341877"/>
                </a:lnTo>
                <a:lnTo>
                  <a:pt x="1931446" y="1336912"/>
                </a:lnTo>
                <a:lnTo>
                  <a:pt x="1934549" y="1330361"/>
                </a:lnTo>
                <a:lnTo>
                  <a:pt x="1942385" y="1327606"/>
                </a:lnTo>
                <a:lnTo>
                  <a:pt x="1955438" y="1333857"/>
                </a:lnTo>
                <a:lnTo>
                  <a:pt x="1958188" y="1341689"/>
                </a:lnTo>
                <a:lnTo>
                  <a:pt x="1955044" y="1348196"/>
                </a:lnTo>
                <a:lnTo>
                  <a:pt x="1951937" y="1354742"/>
                </a:lnTo>
                <a:lnTo>
                  <a:pt x="1944101" y="1357496"/>
                </a:lnTo>
                <a:lnTo>
                  <a:pt x="1936117" y="1353641"/>
                </a:lnTo>
                <a:lnTo>
                  <a:pt x="1934734" y="1352650"/>
                </a:lnTo>
                <a:close/>
              </a:path>
              <a:path w="5142230" h="2300604">
                <a:moveTo>
                  <a:pt x="1804946" y="1295919"/>
                </a:moveTo>
                <a:lnTo>
                  <a:pt x="1800299" y="1290946"/>
                </a:lnTo>
                <a:lnTo>
                  <a:pt x="1799118" y="1285576"/>
                </a:lnTo>
                <a:lnTo>
                  <a:pt x="1803755" y="1274021"/>
                </a:lnTo>
                <a:lnTo>
                  <a:pt x="1811424" y="1270793"/>
                </a:lnTo>
                <a:lnTo>
                  <a:pt x="1824837" y="1276159"/>
                </a:lnTo>
                <a:lnTo>
                  <a:pt x="1828119" y="1283777"/>
                </a:lnTo>
                <a:lnTo>
                  <a:pt x="1825382" y="1290525"/>
                </a:lnTo>
                <a:lnTo>
                  <a:pt x="1822699" y="1297232"/>
                </a:lnTo>
                <a:lnTo>
                  <a:pt x="1815040" y="1300469"/>
                </a:lnTo>
                <a:lnTo>
                  <a:pt x="1808333" y="1297786"/>
                </a:lnTo>
                <a:lnTo>
                  <a:pt x="1806518" y="1297016"/>
                </a:lnTo>
                <a:lnTo>
                  <a:pt x="1804946" y="1295919"/>
                </a:lnTo>
                <a:close/>
              </a:path>
              <a:path w="5142230" h="2300604">
                <a:moveTo>
                  <a:pt x="750088" y="878607"/>
                </a:moveTo>
                <a:lnTo>
                  <a:pt x="745356" y="873541"/>
                </a:lnTo>
                <a:lnTo>
                  <a:pt x="744634" y="867002"/>
                </a:lnTo>
                <a:lnTo>
                  <a:pt x="751816" y="855727"/>
                </a:lnTo>
                <a:lnTo>
                  <a:pt x="759944" y="853969"/>
                </a:lnTo>
                <a:lnTo>
                  <a:pt x="772098" y="861799"/>
                </a:lnTo>
                <a:lnTo>
                  <a:pt x="773900" y="869886"/>
                </a:lnTo>
                <a:lnTo>
                  <a:pt x="770006" y="875980"/>
                </a:lnTo>
                <a:lnTo>
                  <a:pt x="766026" y="882081"/>
                </a:lnTo>
                <a:lnTo>
                  <a:pt x="757988" y="883838"/>
                </a:lnTo>
                <a:lnTo>
                  <a:pt x="751884" y="879943"/>
                </a:lnTo>
                <a:lnTo>
                  <a:pt x="750919" y="879301"/>
                </a:lnTo>
                <a:lnTo>
                  <a:pt x="750088" y="878607"/>
                </a:lnTo>
                <a:close/>
              </a:path>
              <a:path w="5142230" h="2300604">
                <a:moveTo>
                  <a:pt x="692017" y="838631"/>
                </a:moveTo>
                <a:lnTo>
                  <a:pt x="686672" y="832910"/>
                </a:lnTo>
                <a:lnTo>
                  <a:pt x="686170" y="825922"/>
                </a:lnTo>
                <a:lnTo>
                  <a:pt x="689975" y="820806"/>
                </a:lnTo>
                <a:lnTo>
                  <a:pt x="694286" y="814962"/>
                </a:lnTo>
                <a:lnTo>
                  <a:pt x="702493" y="813778"/>
                </a:lnTo>
                <a:lnTo>
                  <a:pt x="714097" y="822388"/>
                </a:lnTo>
                <a:lnTo>
                  <a:pt x="715327" y="830644"/>
                </a:lnTo>
                <a:lnTo>
                  <a:pt x="711024" y="836399"/>
                </a:lnTo>
                <a:lnTo>
                  <a:pt x="706713" y="842243"/>
                </a:lnTo>
                <a:lnTo>
                  <a:pt x="698510" y="843432"/>
                </a:lnTo>
                <a:lnTo>
                  <a:pt x="692661" y="839125"/>
                </a:lnTo>
                <a:lnTo>
                  <a:pt x="692017" y="838631"/>
                </a:lnTo>
                <a:close/>
              </a:path>
              <a:path w="5142230" h="2300604">
                <a:moveTo>
                  <a:pt x="2059749" y="1419128"/>
                </a:moveTo>
                <a:lnTo>
                  <a:pt x="2055011" y="1414057"/>
                </a:lnTo>
                <a:lnTo>
                  <a:pt x="2054184" y="1407698"/>
                </a:lnTo>
                <a:lnTo>
                  <a:pt x="2060944" y="1396361"/>
                </a:lnTo>
                <a:lnTo>
                  <a:pt x="2069070" y="1394308"/>
                </a:lnTo>
                <a:lnTo>
                  <a:pt x="2069203" y="1394450"/>
                </a:lnTo>
                <a:lnTo>
                  <a:pt x="2081391" y="1401731"/>
                </a:lnTo>
                <a:lnTo>
                  <a:pt x="2083484" y="1409738"/>
                </a:lnTo>
                <a:lnTo>
                  <a:pt x="2079731" y="1415984"/>
                </a:lnTo>
                <a:lnTo>
                  <a:pt x="2076075" y="1422138"/>
                </a:lnTo>
                <a:lnTo>
                  <a:pt x="2067978" y="1424223"/>
                </a:lnTo>
                <a:lnTo>
                  <a:pt x="2060710" y="1419864"/>
                </a:lnTo>
                <a:lnTo>
                  <a:pt x="2059749" y="1419128"/>
                </a:lnTo>
                <a:close/>
              </a:path>
              <a:path w="5142230" h="2300604">
                <a:moveTo>
                  <a:pt x="636605" y="793879"/>
                </a:moveTo>
                <a:lnTo>
                  <a:pt x="631132" y="788021"/>
                </a:lnTo>
                <a:lnTo>
                  <a:pt x="630871" y="780508"/>
                </a:lnTo>
                <a:lnTo>
                  <a:pt x="635394" y="775379"/>
                </a:lnTo>
                <a:lnTo>
                  <a:pt x="640204" y="769972"/>
                </a:lnTo>
                <a:lnTo>
                  <a:pt x="648438" y="769402"/>
                </a:lnTo>
                <a:lnTo>
                  <a:pt x="659301" y="778978"/>
                </a:lnTo>
                <a:lnTo>
                  <a:pt x="659822" y="787257"/>
                </a:lnTo>
                <a:lnTo>
                  <a:pt x="650340" y="798123"/>
                </a:lnTo>
                <a:lnTo>
                  <a:pt x="642061" y="798644"/>
                </a:lnTo>
                <a:lnTo>
                  <a:pt x="636605" y="793879"/>
                </a:lnTo>
                <a:close/>
              </a:path>
              <a:path w="5142230" h="2300604">
                <a:moveTo>
                  <a:pt x="2177624" y="1498392"/>
                </a:moveTo>
                <a:lnTo>
                  <a:pt x="2172284" y="1492676"/>
                </a:lnTo>
                <a:lnTo>
                  <a:pt x="2171826" y="1485637"/>
                </a:lnTo>
                <a:lnTo>
                  <a:pt x="2180176" y="1474733"/>
                </a:lnTo>
                <a:lnTo>
                  <a:pt x="2188376" y="1473638"/>
                </a:lnTo>
                <a:lnTo>
                  <a:pt x="2199883" y="1482438"/>
                </a:lnTo>
                <a:lnTo>
                  <a:pt x="2200973" y="1490642"/>
                </a:lnTo>
                <a:lnTo>
                  <a:pt x="2192174" y="1502140"/>
                </a:lnTo>
                <a:lnTo>
                  <a:pt x="2183969" y="1503230"/>
                </a:lnTo>
                <a:lnTo>
                  <a:pt x="2177624" y="1498392"/>
                </a:lnTo>
                <a:close/>
              </a:path>
              <a:path w="5142230" h="2300604">
                <a:moveTo>
                  <a:pt x="1997992" y="1384494"/>
                </a:moveTo>
                <a:lnTo>
                  <a:pt x="1993305" y="1379476"/>
                </a:lnTo>
                <a:lnTo>
                  <a:pt x="1992326" y="1373442"/>
                </a:lnTo>
                <a:lnTo>
                  <a:pt x="1998428" y="1361989"/>
                </a:lnTo>
                <a:lnTo>
                  <a:pt x="2006349" y="1359521"/>
                </a:lnTo>
                <a:lnTo>
                  <a:pt x="2012751" y="1362954"/>
                </a:lnTo>
                <a:lnTo>
                  <a:pt x="2019198" y="1366336"/>
                </a:lnTo>
                <a:lnTo>
                  <a:pt x="2021568" y="1374249"/>
                </a:lnTo>
                <a:lnTo>
                  <a:pt x="2018190" y="1380701"/>
                </a:lnTo>
                <a:lnTo>
                  <a:pt x="2014806" y="1387049"/>
                </a:lnTo>
                <a:lnTo>
                  <a:pt x="2006840" y="1389468"/>
                </a:lnTo>
                <a:lnTo>
                  <a:pt x="2000492" y="1386094"/>
                </a:lnTo>
                <a:lnTo>
                  <a:pt x="1999144" y="1385335"/>
                </a:lnTo>
                <a:lnTo>
                  <a:pt x="1997992" y="1384494"/>
                </a:lnTo>
                <a:close/>
              </a:path>
              <a:path w="5142230" h="2300604">
                <a:moveTo>
                  <a:pt x="2119602" y="1456808"/>
                </a:moveTo>
                <a:lnTo>
                  <a:pt x="2114865" y="1451737"/>
                </a:lnTo>
                <a:lnTo>
                  <a:pt x="2114150" y="1445009"/>
                </a:lnTo>
                <a:lnTo>
                  <a:pt x="2117631" y="1439840"/>
                </a:lnTo>
                <a:lnTo>
                  <a:pt x="2121660" y="1433793"/>
                </a:lnTo>
                <a:lnTo>
                  <a:pt x="2129782" y="1432223"/>
                </a:lnTo>
                <a:lnTo>
                  <a:pt x="2135785" y="1436304"/>
                </a:lnTo>
                <a:lnTo>
                  <a:pt x="2141787" y="1440285"/>
                </a:lnTo>
                <a:lnTo>
                  <a:pt x="2143397" y="1448460"/>
                </a:lnTo>
                <a:lnTo>
                  <a:pt x="2139366" y="1454408"/>
                </a:lnTo>
                <a:lnTo>
                  <a:pt x="2135336" y="1460455"/>
                </a:lnTo>
                <a:lnTo>
                  <a:pt x="2127210" y="1462020"/>
                </a:lnTo>
                <a:lnTo>
                  <a:pt x="2121208" y="1458039"/>
                </a:lnTo>
                <a:lnTo>
                  <a:pt x="2120383" y="1457449"/>
                </a:lnTo>
                <a:lnTo>
                  <a:pt x="2119602" y="1456808"/>
                </a:lnTo>
                <a:close/>
              </a:path>
              <a:path w="5142230" h="2300604">
                <a:moveTo>
                  <a:pt x="873889" y="948967"/>
                </a:moveTo>
                <a:lnTo>
                  <a:pt x="869198" y="943944"/>
                </a:lnTo>
                <a:lnTo>
                  <a:pt x="868219" y="938010"/>
                </a:lnTo>
                <a:lnTo>
                  <a:pt x="874039" y="926547"/>
                </a:lnTo>
                <a:lnTo>
                  <a:pt x="881917" y="923935"/>
                </a:lnTo>
                <a:lnTo>
                  <a:pt x="894772" y="930463"/>
                </a:lnTo>
                <a:lnTo>
                  <a:pt x="897384" y="938342"/>
                </a:lnTo>
                <a:lnTo>
                  <a:pt x="894141" y="944841"/>
                </a:lnTo>
                <a:lnTo>
                  <a:pt x="890902" y="951245"/>
                </a:lnTo>
                <a:lnTo>
                  <a:pt x="883023" y="953857"/>
                </a:lnTo>
                <a:lnTo>
                  <a:pt x="875132" y="949906"/>
                </a:lnTo>
                <a:lnTo>
                  <a:pt x="873889" y="948967"/>
                </a:lnTo>
                <a:close/>
              </a:path>
              <a:path w="5142230" h="2300604">
                <a:moveTo>
                  <a:pt x="1537730" y="1200477"/>
                </a:moveTo>
                <a:lnTo>
                  <a:pt x="1533134" y="1195558"/>
                </a:lnTo>
                <a:lnTo>
                  <a:pt x="1531887" y="1190605"/>
                </a:lnTo>
                <a:lnTo>
                  <a:pt x="1533412" y="1185884"/>
                </a:lnTo>
                <a:lnTo>
                  <a:pt x="1535675" y="1179021"/>
                </a:lnTo>
                <a:lnTo>
                  <a:pt x="1543077" y="1175313"/>
                </a:lnTo>
                <a:lnTo>
                  <a:pt x="1549939" y="1177576"/>
                </a:lnTo>
                <a:lnTo>
                  <a:pt x="1556846" y="1179789"/>
                </a:lnTo>
                <a:lnTo>
                  <a:pt x="1560565" y="1187191"/>
                </a:lnTo>
                <a:lnTo>
                  <a:pt x="1558347" y="1194102"/>
                </a:lnTo>
                <a:lnTo>
                  <a:pt x="1556107" y="1200893"/>
                </a:lnTo>
                <a:lnTo>
                  <a:pt x="1548638" y="1204725"/>
                </a:lnTo>
                <a:lnTo>
                  <a:pt x="1541775" y="1202461"/>
                </a:lnTo>
                <a:lnTo>
                  <a:pt x="1539628" y="1201727"/>
                </a:lnTo>
                <a:lnTo>
                  <a:pt x="1537730" y="1200477"/>
                </a:lnTo>
                <a:close/>
              </a:path>
              <a:path w="5142230" h="2300604">
                <a:moveTo>
                  <a:pt x="1605094" y="1222934"/>
                </a:moveTo>
                <a:lnTo>
                  <a:pt x="1600494" y="1218009"/>
                </a:lnTo>
                <a:lnTo>
                  <a:pt x="1599200" y="1213008"/>
                </a:lnTo>
                <a:lnTo>
                  <a:pt x="1600779" y="1208246"/>
                </a:lnTo>
                <a:lnTo>
                  <a:pt x="1603137" y="1201387"/>
                </a:lnTo>
                <a:lnTo>
                  <a:pt x="1610579" y="1197721"/>
                </a:lnTo>
                <a:lnTo>
                  <a:pt x="1617438" y="1200079"/>
                </a:lnTo>
                <a:lnTo>
                  <a:pt x="1624301" y="1202343"/>
                </a:lnTo>
                <a:lnTo>
                  <a:pt x="1627962" y="1209780"/>
                </a:lnTo>
                <a:lnTo>
                  <a:pt x="1625608" y="1216645"/>
                </a:lnTo>
                <a:lnTo>
                  <a:pt x="1623345" y="1223508"/>
                </a:lnTo>
                <a:lnTo>
                  <a:pt x="1615898" y="1227168"/>
                </a:lnTo>
                <a:lnTo>
                  <a:pt x="1608990" y="1224855"/>
                </a:lnTo>
                <a:lnTo>
                  <a:pt x="1606889" y="1224170"/>
                </a:lnTo>
                <a:lnTo>
                  <a:pt x="1605094" y="1222934"/>
                </a:lnTo>
                <a:close/>
              </a:path>
              <a:path w="5142230" h="2300604">
                <a:moveTo>
                  <a:pt x="1672140" y="1246125"/>
                </a:moveTo>
                <a:lnTo>
                  <a:pt x="1667494" y="1241151"/>
                </a:lnTo>
                <a:lnTo>
                  <a:pt x="1666303" y="1236064"/>
                </a:lnTo>
                <a:lnTo>
                  <a:pt x="1670379" y="1224495"/>
                </a:lnTo>
                <a:lnTo>
                  <a:pt x="1677867" y="1220879"/>
                </a:lnTo>
                <a:lnTo>
                  <a:pt x="1691530" y="1225729"/>
                </a:lnTo>
                <a:lnTo>
                  <a:pt x="1695105" y="1233173"/>
                </a:lnTo>
                <a:lnTo>
                  <a:pt x="1692653" y="1240030"/>
                </a:lnTo>
                <a:lnTo>
                  <a:pt x="1690249" y="1246840"/>
                </a:lnTo>
                <a:lnTo>
                  <a:pt x="1682810" y="1250411"/>
                </a:lnTo>
                <a:lnTo>
                  <a:pt x="1675951" y="1248053"/>
                </a:lnTo>
                <a:lnTo>
                  <a:pt x="1673898" y="1247322"/>
                </a:lnTo>
                <a:lnTo>
                  <a:pt x="1672140" y="1246125"/>
                </a:lnTo>
                <a:close/>
              </a:path>
              <a:path w="5142230" h="2300604">
                <a:moveTo>
                  <a:pt x="811106" y="915383"/>
                </a:moveTo>
                <a:lnTo>
                  <a:pt x="806419" y="910366"/>
                </a:lnTo>
                <a:lnTo>
                  <a:pt x="805499" y="904103"/>
                </a:lnTo>
                <a:lnTo>
                  <a:pt x="808362" y="899054"/>
                </a:lnTo>
                <a:lnTo>
                  <a:pt x="811975" y="892757"/>
                </a:lnTo>
                <a:lnTo>
                  <a:pt x="819935" y="890526"/>
                </a:lnTo>
                <a:lnTo>
                  <a:pt x="826236" y="894045"/>
                </a:lnTo>
                <a:lnTo>
                  <a:pt x="832529" y="897653"/>
                </a:lnTo>
                <a:lnTo>
                  <a:pt x="834765" y="905618"/>
                </a:lnTo>
                <a:lnTo>
                  <a:pt x="831245" y="911919"/>
                </a:lnTo>
                <a:lnTo>
                  <a:pt x="827627" y="918212"/>
                </a:lnTo>
                <a:lnTo>
                  <a:pt x="819672" y="920448"/>
                </a:lnTo>
                <a:lnTo>
                  <a:pt x="812168" y="916227"/>
                </a:lnTo>
                <a:lnTo>
                  <a:pt x="811106" y="915383"/>
                </a:lnTo>
                <a:close/>
              </a:path>
              <a:path w="5142230" h="2300604">
                <a:moveTo>
                  <a:pt x="1470261" y="1178494"/>
                </a:moveTo>
                <a:lnTo>
                  <a:pt x="1465615" y="1173521"/>
                </a:lnTo>
                <a:lnTo>
                  <a:pt x="1464318" y="1168614"/>
                </a:lnTo>
                <a:lnTo>
                  <a:pt x="1465898" y="1163952"/>
                </a:lnTo>
                <a:lnTo>
                  <a:pt x="1468116" y="1157040"/>
                </a:lnTo>
                <a:lnTo>
                  <a:pt x="1475511" y="1153227"/>
                </a:lnTo>
                <a:lnTo>
                  <a:pt x="1482379" y="1155496"/>
                </a:lnTo>
                <a:lnTo>
                  <a:pt x="1489290" y="1157714"/>
                </a:lnTo>
                <a:lnTo>
                  <a:pt x="1493049" y="1165159"/>
                </a:lnTo>
                <a:lnTo>
                  <a:pt x="1490786" y="1172022"/>
                </a:lnTo>
                <a:lnTo>
                  <a:pt x="1488568" y="1178933"/>
                </a:lnTo>
                <a:lnTo>
                  <a:pt x="1481171" y="1182647"/>
                </a:lnTo>
                <a:lnTo>
                  <a:pt x="1474260" y="1180429"/>
                </a:lnTo>
                <a:lnTo>
                  <a:pt x="1472113" y="1179695"/>
                </a:lnTo>
                <a:lnTo>
                  <a:pt x="1470261" y="1178494"/>
                </a:lnTo>
                <a:close/>
              </a:path>
              <a:path w="5142230" h="2300604">
                <a:moveTo>
                  <a:pt x="2633656" y="1760769"/>
                </a:moveTo>
                <a:lnTo>
                  <a:pt x="2629197" y="1755996"/>
                </a:lnTo>
                <a:lnTo>
                  <a:pt x="2628085" y="1753829"/>
                </a:lnTo>
                <a:lnTo>
                  <a:pt x="2627629" y="1751288"/>
                </a:lnTo>
                <a:lnTo>
                  <a:pt x="2626325" y="1744516"/>
                </a:lnTo>
                <a:lnTo>
                  <a:pt x="2630846" y="1737918"/>
                </a:lnTo>
                <a:lnTo>
                  <a:pt x="2644631" y="1735277"/>
                </a:lnTo>
                <a:lnTo>
                  <a:pt x="2651269" y="1739841"/>
                </a:lnTo>
                <a:lnTo>
                  <a:pt x="2652503" y="1746733"/>
                </a:lnTo>
                <a:lnTo>
                  <a:pt x="2653826" y="1753624"/>
                </a:lnTo>
                <a:lnTo>
                  <a:pt x="2649301" y="1760216"/>
                </a:lnTo>
                <a:lnTo>
                  <a:pt x="2637996" y="1762385"/>
                </a:lnTo>
                <a:lnTo>
                  <a:pt x="2633656" y="1760769"/>
                </a:lnTo>
                <a:close/>
              </a:path>
              <a:path w="5142230" h="2300604">
                <a:moveTo>
                  <a:pt x="1688207" y="1108494"/>
                </a:moveTo>
                <a:lnTo>
                  <a:pt x="1683743" y="1103715"/>
                </a:lnTo>
                <a:lnTo>
                  <a:pt x="1682478" y="1099136"/>
                </a:lnTo>
                <a:lnTo>
                  <a:pt x="1683814" y="1094701"/>
                </a:lnTo>
                <a:lnTo>
                  <a:pt x="1685743" y="1087968"/>
                </a:lnTo>
                <a:lnTo>
                  <a:pt x="1692814" y="1084102"/>
                </a:lnTo>
                <a:lnTo>
                  <a:pt x="1699544" y="1086125"/>
                </a:lnTo>
                <a:lnTo>
                  <a:pt x="1706276" y="1088053"/>
                </a:lnTo>
                <a:lnTo>
                  <a:pt x="1710097" y="1095076"/>
                </a:lnTo>
                <a:lnTo>
                  <a:pt x="1706145" y="1108538"/>
                </a:lnTo>
                <a:lnTo>
                  <a:pt x="1699123" y="1112359"/>
                </a:lnTo>
                <a:lnTo>
                  <a:pt x="1690146" y="1109787"/>
                </a:lnTo>
                <a:lnTo>
                  <a:pt x="1688207" y="1108494"/>
                </a:lnTo>
                <a:close/>
              </a:path>
              <a:path w="5142230" h="2300604">
                <a:moveTo>
                  <a:pt x="2402603" y="1413047"/>
                </a:moveTo>
                <a:lnTo>
                  <a:pt x="2396934" y="1406979"/>
                </a:lnTo>
                <a:lnTo>
                  <a:pt x="2396472" y="1400229"/>
                </a:lnTo>
                <a:lnTo>
                  <a:pt x="2400328" y="1395266"/>
                </a:lnTo>
                <a:lnTo>
                  <a:pt x="2404572" y="1389741"/>
                </a:lnTo>
                <a:lnTo>
                  <a:pt x="2412539" y="1388690"/>
                </a:lnTo>
                <a:lnTo>
                  <a:pt x="2423630" y="1397239"/>
                </a:lnTo>
                <a:lnTo>
                  <a:pt x="2424676" y="1405202"/>
                </a:lnTo>
                <a:lnTo>
                  <a:pt x="2416136" y="1416293"/>
                </a:lnTo>
                <a:lnTo>
                  <a:pt x="2408169" y="1417344"/>
                </a:lnTo>
                <a:lnTo>
                  <a:pt x="2402603" y="1413047"/>
                </a:lnTo>
                <a:close/>
              </a:path>
              <a:path w="5142230" h="2300604">
                <a:moveTo>
                  <a:pt x="2598730" y="2180737"/>
                </a:moveTo>
                <a:lnTo>
                  <a:pt x="2594316" y="2176013"/>
                </a:lnTo>
                <a:lnTo>
                  <a:pt x="2593004" y="2171577"/>
                </a:lnTo>
                <a:lnTo>
                  <a:pt x="2595887" y="2160392"/>
                </a:lnTo>
                <a:lnTo>
                  <a:pt x="2602699" y="2156443"/>
                </a:lnTo>
                <a:lnTo>
                  <a:pt x="2616394" y="2159863"/>
                </a:lnTo>
                <a:lnTo>
                  <a:pt x="2620455" y="2166752"/>
                </a:lnTo>
                <a:lnTo>
                  <a:pt x="2618702" y="2173380"/>
                </a:lnTo>
                <a:lnTo>
                  <a:pt x="2616923" y="2180370"/>
                </a:lnTo>
                <a:lnTo>
                  <a:pt x="2610034" y="2184432"/>
                </a:lnTo>
                <a:lnTo>
                  <a:pt x="2600817" y="2181993"/>
                </a:lnTo>
                <a:lnTo>
                  <a:pt x="2598730" y="2180737"/>
                </a:lnTo>
                <a:close/>
              </a:path>
              <a:path w="5142230" h="2300604">
                <a:moveTo>
                  <a:pt x="1018746" y="872177"/>
                </a:moveTo>
                <a:lnTo>
                  <a:pt x="1014232" y="867345"/>
                </a:lnTo>
                <a:lnTo>
                  <a:pt x="1013192" y="861834"/>
                </a:lnTo>
                <a:lnTo>
                  <a:pt x="1015438" y="857005"/>
                </a:lnTo>
                <a:lnTo>
                  <a:pt x="1018440" y="850639"/>
                </a:lnTo>
                <a:lnTo>
                  <a:pt x="1025945" y="847921"/>
                </a:lnTo>
                <a:lnTo>
                  <a:pt x="1038626" y="853871"/>
                </a:lnTo>
                <a:lnTo>
                  <a:pt x="1041394" y="861429"/>
                </a:lnTo>
                <a:lnTo>
                  <a:pt x="1035439" y="874115"/>
                </a:lnTo>
                <a:lnTo>
                  <a:pt x="1027935" y="876833"/>
                </a:lnTo>
                <a:lnTo>
                  <a:pt x="1021565" y="873827"/>
                </a:lnTo>
                <a:lnTo>
                  <a:pt x="1020029" y="873161"/>
                </a:lnTo>
                <a:lnTo>
                  <a:pt x="1018746" y="872177"/>
                </a:lnTo>
                <a:close/>
              </a:path>
              <a:path w="5142230" h="2300604">
                <a:moveTo>
                  <a:pt x="2615387" y="2111769"/>
                </a:moveTo>
                <a:lnTo>
                  <a:pt x="2610969" y="2107040"/>
                </a:lnTo>
                <a:lnTo>
                  <a:pt x="2609691" y="2102837"/>
                </a:lnTo>
                <a:lnTo>
                  <a:pt x="2612050" y="2091776"/>
                </a:lnTo>
                <a:lnTo>
                  <a:pt x="2618855" y="2087428"/>
                </a:lnTo>
                <a:lnTo>
                  <a:pt x="2625653" y="2088939"/>
                </a:lnTo>
                <a:lnTo>
                  <a:pt x="2632496" y="2090399"/>
                </a:lnTo>
                <a:lnTo>
                  <a:pt x="2636839" y="2097199"/>
                </a:lnTo>
                <a:lnTo>
                  <a:pt x="2635333" y="2103993"/>
                </a:lnTo>
                <a:lnTo>
                  <a:pt x="2633878" y="2110841"/>
                </a:lnTo>
                <a:lnTo>
                  <a:pt x="2627073" y="2115189"/>
                </a:lnTo>
                <a:lnTo>
                  <a:pt x="2620279" y="2113683"/>
                </a:lnTo>
                <a:lnTo>
                  <a:pt x="2617654" y="2113121"/>
                </a:lnTo>
                <a:lnTo>
                  <a:pt x="2615387" y="2111769"/>
                </a:lnTo>
                <a:close/>
              </a:path>
              <a:path w="5142230" h="2300604">
                <a:moveTo>
                  <a:pt x="2638792" y="1972023"/>
                </a:moveTo>
                <a:lnTo>
                  <a:pt x="2634373" y="1967293"/>
                </a:lnTo>
                <a:lnTo>
                  <a:pt x="2633032" y="1963707"/>
                </a:lnTo>
                <a:lnTo>
                  <a:pt x="2634102" y="1952928"/>
                </a:lnTo>
                <a:lnTo>
                  <a:pt x="2640363" y="1947900"/>
                </a:lnTo>
                <a:lnTo>
                  <a:pt x="2654289" y="1949319"/>
                </a:lnTo>
                <a:lnTo>
                  <a:pt x="2659365" y="1955534"/>
                </a:lnTo>
                <a:lnTo>
                  <a:pt x="2657947" y="1969460"/>
                </a:lnTo>
                <a:lnTo>
                  <a:pt x="2653182" y="1973352"/>
                </a:lnTo>
                <a:lnTo>
                  <a:pt x="2651731" y="1974536"/>
                </a:lnTo>
                <a:lnTo>
                  <a:pt x="2644723" y="1973778"/>
                </a:lnTo>
                <a:lnTo>
                  <a:pt x="2641527" y="1973485"/>
                </a:lnTo>
                <a:lnTo>
                  <a:pt x="2638792" y="1972023"/>
                </a:lnTo>
                <a:close/>
              </a:path>
              <a:path w="5142230" h="2300604">
                <a:moveTo>
                  <a:pt x="2642321" y="1830746"/>
                </a:moveTo>
                <a:lnTo>
                  <a:pt x="2637907" y="1826021"/>
                </a:lnTo>
                <a:lnTo>
                  <a:pt x="2636677" y="1823335"/>
                </a:lnTo>
                <a:lnTo>
                  <a:pt x="2635931" y="1813348"/>
                </a:lnTo>
                <a:lnTo>
                  <a:pt x="2641190" y="1807249"/>
                </a:lnTo>
                <a:lnTo>
                  <a:pt x="2648146" y="1806777"/>
                </a:lnTo>
                <a:lnTo>
                  <a:pt x="2655146" y="1806255"/>
                </a:lnTo>
                <a:lnTo>
                  <a:pt x="2661197" y="1811560"/>
                </a:lnTo>
                <a:lnTo>
                  <a:pt x="2661719" y="1818570"/>
                </a:lnTo>
                <a:lnTo>
                  <a:pt x="2662185" y="1825520"/>
                </a:lnTo>
                <a:lnTo>
                  <a:pt x="2656980" y="1831580"/>
                </a:lnTo>
                <a:lnTo>
                  <a:pt x="2649975" y="1832097"/>
                </a:lnTo>
                <a:lnTo>
                  <a:pt x="2646001" y="1832339"/>
                </a:lnTo>
                <a:lnTo>
                  <a:pt x="2642321" y="1830746"/>
                </a:lnTo>
                <a:close/>
              </a:path>
              <a:path w="5142230" h="2300604">
                <a:moveTo>
                  <a:pt x="1756348" y="1128654"/>
                </a:moveTo>
                <a:lnTo>
                  <a:pt x="1751889" y="1123880"/>
                </a:lnTo>
                <a:lnTo>
                  <a:pt x="1750583" y="1119256"/>
                </a:lnTo>
                <a:lnTo>
                  <a:pt x="1751963" y="1114771"/>
                </a:lnTo>
                <a:lnTo>
                  <a:pt x="1753932" y="1108083"/>
                </a:lnTo>
                <a:lnTo>
                  <a:pt x="1760960" y="1104267"/>
                </a:lnTo>
                <a:lnTo>
                  <a:pt x="1774373" y="1108264"/>
                </a:lnTo>
                <a:lnTo>
                  <a:pt x="1778239" y="1115335"/>
                </a:lnTo>
                <a:lnTo>
                  <a:pt x="1776216" y="1122065"/>
                </a:lnTo>
                <a:lnTo>
                  <a:pt x="1774242" y="1128748"/>
                </a:lnTo>
                <a:lnTo>
                  <a:pt x="1767174" y="1132521"/>
                </a:lnTo>
                <a:lnTo>
                  <a:pt x="1760441" y="1130592"/>
                </a:lnTo>
                <a:lnTo>
                  <a:pt x="1758246" y="1129903"/>
                </a:lnTo>
                <a:lnTo>
                  <a:pt x="1756348" y="1128654"/>
                </a:lnTo>
                <a:close/>
              </a:path>
              <a:path w="5142230" h="2300604">
                <a:moveTo>
                  <a:pt x="1484194" y="1046692"/>
                </a:moveTo>
                <a:lnTo>
                  <a:pt x="1479730" y="1041914"/>
                </a:lnTo>
                <a:lnTo>
                  <a:pt x="1478476" y="1037150"/>
                </a:lnTo>
                <a:lnTo>
                  <a:pt x="1479994" y="1032618"/>
                </a:lnTo>
                <a:lnTo>
                  <a:pt x="1482162" y="1025945"/>
                </a:lnTo>
                <a:lnTo>
                  <a:pt x="1489272" y="1022316"/>
                </a:lnTo>
                <a:lnTo>
                  <a:pt x="1502581" y="1026593"/>
                </a:lnTo>
                <a:lnTo>
                  <a:pt x="1506256" y="1033752"/>
                </a:lnTo>
                <a:lnTo>
                  <a:pt x="1501930" y="1047107"/>
                </a:lnTo>
                <a:lnTo>
                  <a:pt x="1494815" y="1050731"/>
                </a:lnTo>
                <a:lnTo>
                  <a:pt x="1486037" y="1047883"/>
                </a:lnTo>
                <a:lnTo>
                  <a:pt x="1484194" y="1046692"/>
                </a:lnTo>
                <a:close/>
              </a:path>
              <a:path w="5142230" h="2300604">
                <a:moveTo>
                  <a:pt x="2629037" y="2042222"/>
                </a:moveTo>
                <a:lnTo>
                  <a:pt x="2624574" y="2037444"/>
                </a:lnTo>
                <a:lnTo>
                  <a:pt x="2623291" y="2033529"/>
                </a:lnTo>
                <a:lnTo>
                  <a:pt x="2623944" y="2029439"/>
                </a:lnTo>
                <a:lnTo>
                  <a:pt x="2625122" y="2022587"/>
                </a:lnTo>
                <a:lnTo>
                  <a:pt x="2631612" y="2017902"/>
                </a:lnTo>
                <a:lnTo>
                  <a:pt x="2645460" y="2020215"/>
                </a:lnTo>
                <a:lnTo>
                  <a:pt x="2650100" y="2026746"/>
                </a:lnTo>
                <a:lnTo>
                  <a:pt x="2647832" y="2040544"/>
                </a:lnTo>
                <a:lnTo>
                  <a:pt x="2641301" y="2045184"/>
                </a:lnTo>
                <a:lnTo>
                  <a:pt x="2631489" y="2043576"/>
                </a:lnTo>
                <a:lnTo>
                  <a:pt x="2629037" y="2042222"/>
                </a:lnTo>
                <a:close/>
              </a:path>
              <a:path w="5142230" h="2300604">
                <a:moveTo>
                  <a:pt x="2589992" y="1627620"/>
                </a:moveTo>
                <a:lnTo>
                  <a:pt x="2585437" y="1622744"/>
                </a:lnTo>
                <a:lnTo>
                  <a:pt x="2584763" y="1621730"/>
                </a:lnTo>
                <a:lnTo>
                  <a:pt x="2584183" y="1620619"/>
                </a:lnTo>
                <a:lnTo>
                  <a:pt x="2581049" y="1614333"/>
                </a:lnTo>
                <a:lnTo>
                  <a:pt x="2583617" y="1606720"/>
                </a:lnTo>
                <a:lnTo>
                  <a:pt x="2589814" y="1603580"/>
                </a:lnTo>
                <a:lnTo>
                  <a:pt x="2595985" y="1600509"/>
                </a:lnTo>
                <a:lnTo>
                  <a:pt x="2603717" y="1603019"/>
                </a:lnTo>
                <a:lnTo>
                  <a:pt x="2606810" y="1609261"/>
                </a:lnTo>
                <a:lnTo>
                  <a:pt x="2609992" y="1615502"/>
                </a:lnTo>
                <a:lnTo>
                  <a:pt x="2607424" y="1623115"/>
                </a:lnTo>
                <a:lnTo>
                  <a:pt x="2601227" y="1626256"/>
                </a:lnTo>
                <a:lnTo>
                  <a:pt x="2596041" y="1628817"/>
                </a:lnTo>
                <a:lnTo>
                  <a:pt x="2589992" y="1627620"/>
                </a:lnTo>
                <a:close/>
              </a:path>
              <a:path w="5142230" h="2300604">
                <a:moveTo>
                  <a:pt x="2157295" y="1270386"/>
                </a:moveTo>
                <a:lnTo>
                  <a:pt x="2152786" y="1265559"/>
                </a:lnTo>
                <a:lnTo>
                  <a:pt x="2151743" y="1260141"/>
                </a:lnTo>
                <a:lnTo>
                  <a:pt x="2153890" y="1255304"/>
                </a:lnTo>
                <a:lnTo>
                  <a:pt x="2156798" y="1248936"/>
                </a:lnTo>
                <a:lnTo>
                  <a:pt x="2164260" y="1246074"/>
                </a:lnTo>
                <a:lnTo>
                  <a:pt x="2170629" y="1248982"/>
                </a:lnTo>
                <a:lnTo>
                  <a:pt x="2177042" y="1251839"/>
                </a:lnTo>
                <a:lnTo>
                  <a:pt x="2179859" y="1259351"/>
                </a:lnTo>
                <a:lnTo>
                  <a:pt x="2176997" y="1265769"/>
                </a:lnTo>
                <a:lnTo>
                  <a:pt x="2174085" y="1272133"/>
                </a:lnTo>
                <a:lnTo>
                  <a:pt x="2166577" y="1274946"/>
                </a:lnTo>
                <a:lnTo>
                  <a:pt x="2158678" y="1271377"/>
                </a:lnTo>
                <a:lnTo>
                  <a:pt x="2157295" y="1270386"/>
                </a:lnTo>
                <a:close/>
              </a:path>
              <a:path w="5142230" h="2300604">
                <a:moveTo>
                  <a:pt x="1149398" y="928366"/>
                </a:moveTo>
                <a:lnTo>
                  <a:pt x="1144934" y="923588"/>
                </a:lnTo>
                <a:lnTo>
                  <a:pt x="1143741" y="918401"/>
                </a:lnTo>
                <a:lnTo>
                  <a:pt x="1145644" y="913693"/>
                </a:lnTo>
                <a:lnTo>
                  <a:pt x="1148182" y="907222"/>
                </a:lnTo>
                <a:lnTo>
                  <a:pt x="1155563" y="903980"/>
                </a:lnTo>
                <a:lnTo>
                  <a:pt x="1168605" y="909145"/>
                </a:lnTo>
                <a:lnTo>
                  <a:pt x="1171749" y="916517"/>
                </a:lnTo>
                <a:lnTo>
                  <a:pt x="1166588" y="929565"/>
                </a:lnTo>
                <a:lnTo>
                  <a:pt x="1159252" y="932757"/>
                </a:lnTo>
                <a:lnTo>
                  <a:pt x="1152735" y="930179"/>
                </a:lnTo>
                <a:lnTo>
                  <a:pt x="1150961" y="929453"/>
                </a:lnTo>
                <a:lnTo>
                  <a:pt x="1149398" y="928366"/>
                </a:lnTo>
                <a:close/>
              </a:path>
              <a:path w="5142230" h="2300604">
                <a:moveTo>
                  <a:pt x="1620059" y="1088423"/>
                </a:moveTo>
                <a:lnTo>
                  <a:pt x="1615640" y="1083694"/>
                </a:lnTo>
                <a:lnTo>
                  <a:pt x="1614334" y="1079070"/>
                </a:lnTo>
                <a:lnTo>
                  <a:pt x="1615710" y="1074580"/>
                </a:lnTo>
                <a:lnTo>
                  <a:pt x="1617643" y="1067852"/>
                </a:lnTo>
                <a:lnTo>
                  <a:pt x="1624707" y="1064075"/>
                </a:lnTo>
                <a:lnTo>
                  <a:pt x="1631444" y="1066009"/>
                </a:lnTo>
                <a:lnTo>
                  <a:pt x="1638173" y="1068032"/>
                </a:lnTo>
                <a:lnTo>
                  <a:pt x="1641994" y="1075054"/>
                </a:lnTo>
                <a:lnTo>
                  <a:pt x="1639967" y="1081779"/>
                </a:lnTo>
                <a:lnTo>
                  <a:pt x="1637997" y="1088467"/>
                </a:lnTo>
                <a:lnTo>
                  <a:pt x="1630921" y="1092329"/>
                </a:lnTo>
                <a:lnTo>
                  <a:pt x="1624242" y="1090360"/>
                </a:lnTo>
                <a:lnTo>
                  <a:pt x="1621998" y="1089717"/>
                </a:lnTo>
                <a:lnTo>
                  <a:pt x="1620059" y="1088423"/>
                </a:lnTo>
                <a:close/>
              </a:path>
              <a:path w="5142230" h="2300604">
                <a:moveTo>
                  <a:pt x="1083659" y="901296"/>
                </a:moveTo>
                <a:lnTo>
                  <a:pt x="1079150" y="896469"/>
                </a:lnTo>
                <a:lnTo>
                  <a:pt x="1078055" y="891192"/>
                </a:lnTo>
                <a:lnTo>
                  <a:pt x="1080108" y="886352"/>
                </a:lnTo>
                <a:lnTo>
                  <a:pt x="1082876" y="879931"/>
                </a:lnTo>
                <a:lnTo>
                  <a:pt x="1090295" y="876926"/>
                </a:lnTo>
                <a:lnTo>
                  <a:pt x="1103132" y="882457"/>
                </a:lnTo>
                <a:lnTo>
                  <a:pt x="1106116" y="889757"/>
                </a:lnTo>
                <a:lnTo>
                  <a:pt x="1100652" y="902772"/>
                </a:lnTo>
                <a:lnTo>
                  <a:pt x="1093227" y="905772"/>
                </a:lnTo>
                <a:lnTo>
                  <a:pt x="1085087" y="902336"/>
                </a:lnTo>
                <a:lnTo>
                  <a:pt x="1083659" y="901296"/>
                </a:lnTo>
                <a:close/>
              </a:path>
              <a:path w="5142230" h="2300604">
                <a:moveTo>
                  <a:pt x="2283625" y="1334264"/>
                </a:moveTo>
                <a:lnTo>
                  <a:pt x="2279116" y="1329437"/>
                </a:lnTo>
                <a:lnTo>
                  <a:pt x="2278190" y="1323363"/>
                </a:lnTo>
                <a:lnTo>
                  <a:pt x="2281049" y="1318409"/>
                </a:lnTo>
                <a:lnTo>
                  <a:pt x="2284509" y="1312337"/>
                </a:lnTo>
                <a:lnTo>
                  <a:pt x="2292281" y="1310199"/>
                </a:lnTo>
                <a:lnTo>
                  <a:pt x="2298345" y="1313757"/>
                </a:lnTo>
                <a:lnTo>
                  <a:pt x="2304411" y="1317221"/>
                </a:lnTo>
                <a:lnTo>
                  <a:pt x="2306504" y="1324936"/>
                </a:lnTo>
                <a:lnTo>
                  <a:pt x="2299576" y="1337069"/>
                </a:lnTo>
                <a:lnTo>
                  <a:pt x="2291813" y="1339217"/>
                </a:lnTo>
                <a:lnTo>
                  <a:pt x="2285746" y="1335753"/>
                </a:lnTo>
                <a:lnTo>
                  <a:pt x="2284633" y="1335049"/>
                </a:lnTo>
                <a:lnTo>
                  <a:pt x="2283625" y="1334264"/>
                </a:lnTo>
                <a:close/>
              </a:path>
              <a:path w="5142230" h="2300604">
                <a:moveTo>
                  <a:pt x="1416883" y="1024195"/>
                </a:moveTo>
                <a:lnTo>
                  <a:pt x="1412374" y="1019368"/>
                </a:lnTo>
                <a:lnTo>
                  <a:pt x="1411164" y="1014554"/>
                </a:lnTo>
                <a:lnTo>
                  <a:pt x="1412740" y="1009986"/>
                </a:lnTo>
                <a:lnTo>
                  <a:pt x="1414949" y="1003357"/>
                </a:lnTo>
                <a:lnTo>
                  <a:pt x="1422100" y="999772"/>
                </a:lnTo>
                <a:lnTo>
                  <a:pt x="1435408" y="1004242"/>
                </a:lnTo>
                <a:lnTo>
                  <a:pt x="1438935" y="1011439"/>
                </a:lnTo>
                <a:lnTo>
                  <a:pt x="1436726" y="1018068"/>
                </a:lnTo>
                <a:lnTo>
                  <a:pt x="1434469" y="1024742"/>
                </a:lnTo>
                <a:lnTo>
                  <a:pt x="1427272" y="1028278"/>
                </a:lnTo>
                <a:lnTo>
                  <a:pt x="1420639" y="1026065"/>
                </a:lnTo>
                <a:lnTo>
                  <a:pt x="1418591" y="1025339"/>
                </a:lnTo>
                <a:lnTo>
                  <a:pt x="1416883" y="1024195"/>
                </a:lnTo>
                <a:close/>
              </a:path>
              <a:path w="5142230" h="2300604">
                <a:moveTo>
                  <a:pt x="2616482" y="1692632"/>
                </a:moveTo>
                <a:lnTo>
                  <a:pt x="2611968" y="1687800"/>
                </a:lnTo>
                <a:lnTo>
                  <a:pt x="2611036" y="1686215"/>
                </a:lnTo>
                <a:lnTo>
                  <a:pt x="2610482" y="1684450"/>
                </a:lnTo>
                <a:lnTo>
                  <a:pt x="2608255" y="1677765"/>
                </a:lnTo>
                <a:lnTo>
                  <a:pt x="2611897" y="1670618"/>
                </a:lnTo>
                <a:lnTo>
                  <a:pt x="2625170" y="1666255"/>
                </a:lnTo>
                <a:lnTo>
                  <a:pt x="2632365" y="1669851"/>
                </a:lnTo>
                <a:lnTo>
                  <a:pt x="2636728" y="1683124"/>
                </a:lnTo>
                <a:lnTo>
                  <a:pt x="2633082" y="1690266"/>
                </a:lnTo>
                <a:lnTo>
                  <a:pt x="2621574" y="1694076"/>
                </a:lnTo>
                <a:lnTo>
                  <a:pt x="2616482" y="1692632"/>
                </a:lnTo>
                <a:close/>
              </a:path>
              <a:path w="5142230" h="2300604">
                <a:moveTo>
                  <a:pt x="2510154" y="1512539"/>
                </a:moveTo>
                <a:lnTo>
                  <a:pt x="2505285" y="1507326"/>
                </a:lnTo>
                <a:lnTo>
                  <a:pt x="2500600" y="1502115"/>
                </a:lnTo>
                <a:lnTo>
                  <a:pt x="2501061" y="1494106"/>
                </a:lnTo>
                <a:lnTo>
                  <a:pt x="2511087" y="1485093"/>
                </a:lnTo>
                <a:lnTo>
                  <a:pt x="2511434" y="1484781"/>
                </a:lnTo>
                <a:lnTo>
                  <a:pt x="2519443" y="1485143"/>
                </a:lnTo>
                <a:lnTo>
                  <a:pt x="2528818" y="1495570"/>
                </a:lnTo>
                <a:lnTo>
                  <a:pt x="2528402" y="1503628"/>
                </a:lnTo>
                <a:lnTo>
                  <a:pt x="2518376" y="1512640"/>
                </a:lnTo>
                <a:lnTo>
                  <a:pt x="2518078" y="1512908"/>
                </a:lnTo>
                <a:lnTo>
                  <a:pt x="2510154" y="1512539"/>
                </a:lnTo>
                <a:close/>
              </a:path>
              <a:path w="5142230" h="2300604">
                <a:moveTo>
                  <a:pt x="1891972" y="1170519"/>
                </a:moveTo>
                <a:lnTo>
                  <a:pt x="1887509" y="1165740"/>
                </a:lnTo>
                <a:lnTo>
                  <a:pt x="1886259" y="1160981"/>
                </a:lnTo>
                <a:lnTo>
                  <a:pt x="1889954" y="1149786"/>
                </a:lnTo>
                <a:lnTo>
                  <a:pt x="1897056" y="1146147"/>
                </a:lnTo>
                <a:lnTo>
                  <a:pt x="1910365" y="1150424"/>
                </a:lnTo>
                <a:lnTo>
                  <a:pt x="1913991" y="1157629"/>
                </a:lnTo>
                <a:lnTo>
                  <a:pt x="1911877" y="1164261"/>
                </a:lnTo>
                <a:lnTo>
                  <a:pt x="1909714" y="1170938"/>
                </a:lnTo>
                <a:lnTo>
                  <a:pt x="1902554" y="1174613"/>
                </a:lnTo>
                <a:lnTo>
                  <a:pt x="1893776" y="1171765"/>
                </a:lnTo>
                <a:lnTo>
                  <a:pt x="1891972" y="1170519"/>
                </a:lnTo>
                <a:close/>
              </a:path>
              <a:path w="5142230" h="2300604">
                <a:moveTo>
                  <a:pt x="1959288" y="1193020"/>
                </a:moveTo>
                <a:lnTo>
                  <a:pt x="1954824" y="1188242"/>
                </a:lnTo>
                <a:lnTo>
                  <a:pt x="1953617" y="1183334"/>
                </a:lnTo>
                <a:lnTo>
                  <a:pt x="1957496" y="1172140"/>
                </a:lnTo>
                <a:lnTo>
                  <a:pt x="1964693" y="1168603"/>
                </a:lnTo>
                <a:lnTo>
                  <a:pt x="1977899" y="1173160"/>
                </a:lnTo>
                <a:lnTo>
                  <a:pt x="1981430" y="1180362"/>
                </a:lnTo>
                <a:lnTo>
                  <a:pt x="1976873" y="1193567"/>
                </a:lnTo>
                <a:lnTo>
                  <a:pt x="1969676" y="1197104"/>
                </a:lnTo>
                <a:lnTo>
                  <a:pt x="1960995" y="1194164"/>
                </a:lnTo>
                <a:lnTo>
                  <a:pt x="1959288" y="1193020"/>
                </a:lnTo>
                <a:close/>
              </a:path>
              <a:path w="5142230" h="2300604">
                <a:moveTo>
                  <a:pt x="2343928" y="1371252"/>
                </a:moveTo>
                <a:lnTo>
                  <a:pt x="2339327" y="1366327"/>
                </a:lnTo>
                <a:lnTo>
                  <a:pt x="2338692" y="1359881"/>
                </a:lnTo>
                <a:lnTo>
                  <a:pt x="2345813" y="1349029"/>
                </a:lnTo>
                <a:lnTo>
                  <a:pt x="2353704" y="1347409"/>
                </a:lnTo>
                <a:lnTo>
                  <a:pt x="2359525" y="1351294"/>
                </a:lnTo>
                <a:lnTo>
                  <a:pt x="2365386" y="1355124"/>
                </a:lnTo>
                <a:lnTo>
                  <a:pt x="2366965" y="1362972"/>
                </a:lnTo>
                <a:lnTo>
                  <a:pt x="2359295" y="1374702"/>
                </a:lnTo>
                <a:lnTo>
                  <a:pt x="2351403" y="1376322"/>
                </a:lnTo>
                <a:lnTo>
                  <a:pt x="2345582" y="1372437"/>
                </a:lnTo>
                <a:lnTo>
                  <a:pt x="2344709" y="1371893"/>
                </a:lnTo>
                <a:lnTo>
                  <a:pt x="2343928" y="1371252"/>
                </a:lnTo>
                <a:close/>
              </a:path>
              <a:path w="5142230" h="2300604">
                <a:moveTo>
                  <a:pt x="2643598" y="1901415"/>
                </a:moveTo>
                <a:lnTo>
                  <a:pt x="2639184" y="1896690"/>
                </a:lnTo>
                <a:lnTo>
                  <a:pt x="2637873" y="1893429"/>
                </a:lnTo>
                <a:lnTo>
                  <a:pt x="2637945" y="1890085"/>
                </a:lnTo>
                <a:lnTo>
                  <a:pt x="2638137" y="1883058"/>
                </a:lnTo>
                <a:lnTo>
                  <a:pt x="2643939" y="1877538"/>
                </a:lnTo>
                <a:lnTo>
                  <a:pt x="2650971" y="1877735"/>
                </a:lnTo>
                <a:lnTo>
                  <a:pt x="2658046" y="1877880"/>
                </a:lnTo>
                <a:lnTo>
                  <a:pt x="2663463" y="1883679"/>
                </a:lnTo>
                <a:lnTo>
                  <a:pt x="2663320" y="1890661"/>
                </a:lnTo>
                <a:lnTo>
                  <a:pt x="2663128" y="1897689"/>
                </a:lnTo>
                <a:lnTo>
                  <a:pt x="2657327" y="1903209"/>
                </a:lnTo>
                <a:lnTo>
                  <a:pt x="2646802" y="1902987"/>
                </a:lnTo>
                <a:lnTo>
                  <a:pt x="2643598" y="1901415"/>
                </a:lnTo>
                <a:close/>
              </a:path>
              <a:path w="5142230" h="2300604">
                <a:moveTo>
                  <a:pt x="1824248" y="1149240"/>
                </a:moveTo>
                <a:lnTo>
                  <a:pt x="1819784" y="1144461"/>
                </a:lnTo>
                <a:lnTo>
                  <a:pt x="1818575" y="1139746"/>
                </a:lnTo>
                <a:lnTo>
                  <a:pt x="1822019" y="1128576"/>
                </a:lnTo>
                <a:lnTo>
                  <a:pt x="1829092" y="1124809"/>
                </a:lnTo>
                <a:lnTo>
                  <a:pt x="1842453" y="1128946"/>
                </a:lnTo>
                <a:lnTo>
                  <a:pt x="1846221" y="1136009"/>
                </a:lnTo>
                <a:lnTo>
                  <a:pt x="1844157" y="1142694"/>
                </a:lnTo>
                <a:lnTo>
                  <a:pt x="1842134" y="1149424"/>
                </a:lnTo>
                <a:lnTo>
                  <a:pt x="1835015" y="1153142"/>
                </a:lnTo>
                <a:lnTo>
                  <a:pt x="1828339" y="1151079"/>
                </a:lnTo>
                <a:lnTo>
                  <a:pt x="1826095" y="1150436"/>
                </a:lnTo>
                <a:lnTo>
                  <a:pt x="1824248" y="1149240"/>
                </a:lnTo>
                <a:close/>
              </a:path>
              <a:path w="5142230" h="2300604">
                <a:moveTo>
                  <a:pt x="1215757" y="953852"/>
                </a:moveTo>
                <a:lnTo>
                  <a:pt x="1211293" y="949074"/>
                </a:lnTo>
                <a:lnTo>
                  <a:pt x="1210094" y="944076"/>
                </a:lnTo>
                <a:lnTo>
                  <a:pt x="1211812" y="939366"/>
                </a:lnTo>
                <a:lnTo>
                  <a:pt x="1214255" y="932793"/>
                </a:lnTo>
                <a:lnTo>
                  <a:pt x="1221544" y="929453"/>
                </a:lnTo>
                <a:lnTo>
                  <a:pt x="1234691" y="934338"/>
                </a:lnTo>
                <a:lnTo>
                  <a:pt x="1238031" y="941628"/>
                </a:lnTo>
                <a:lnTo>
                  <a:pt x="1233146" y="954775"/>
                </a:lnTo>
                <a:lnTo>
                  <a:pt x="1225856" y="958114"/>
                </a:lnTo>
                <a:lnTo>
                  <a:pt x="1219283" y="955672"/>
                </a:lnTo>
                <a:lnTo>
                  <a:pt x="1217370" y="954993"/>
                </a:lnTo>
                <a:lnTo>
                  <a:pt x="1215757" y="953852"/>
                </a:lnTo>
                <a:close/>
              </a:path>
              <a:path w="5142230" h="2300604">
                <a:moveTo>
                  <a:pt x="1282538" y="978031"/>
                </a:moveTo>
                <a:lnTo>
                  <a:pt x="1278074" y="973252"/>
                </a:lnTo>
                <a:lnTo>
                  <a:pt x="1276872" y="968349"/>
                </a:lnTo>
                <a:lnTo>
                  <a:pt x="1278493" y="963730"/>
                </a:lnTo>
                <a:lnTo>
                  <a:pt x="1280841" y="957153"/>
                </a:lnTo>
                <a:lnTo>
                  <a:pt x="1288088" y="953671"/>
                </a:lnTo>
                <a:lnTo>
                  <a:pt x="1294665" y="956019"/>
                </a:lnTo>
                <a:lnTo>
                  <a:pt x="1301290" y="958322"/>
                </a:lnTo>
                <a:lnTo>
                  <a:pt x="1304720" y="965609"/>
                </a:lnTo>
                <a:lnTo>
                  <a:pt x="1302371" y="972186"/>
                </a:lnTo>
                <a:lnTo>
                  <a:pt x="1300073" y="978816"/>
                </a:lnTo>
                <a:lnTo>
                  <a:pt x="1292829" y="982205"/>
                </a:lnTo>
                <a:lnTo>
                  <a:pt x="1286204" y="979902"/>
                </a:lnTo>
                <a:lnTo>
                  <a:pt x="1284246" y="979175"/>
                </a:lnTo>
                <a:lnTo>
                  <a:pt x="1282538" y="978031"/>
                </a:lnTo>
                <a:close/>
              </a:path>
              <a:path w="5142230" h="2300604">
                <a:moveTo>
                  <a:pt x="2555982" y="2300034"/>
                </a:moveTo>
                <a:lnTo>
                  <a:pt x="2557125" y="2296406"/>
                </a:lnTo>
                <a:lnTo>
                  <a:pt x="2564193" y="2292634"/>
                </a:lnTo>
                <a:lnTo>
                  <a:pt x="2577595" y="2296815"/>
                </a:lnTo>
                <a:lnTo>
                  <a:pt x="2579280" y="2300034"/>
                </a:lnTo>
                <a:lnTo>
                  <a:pt x="2555982" y="2300034"/>
                </a:lnTo>
                <a:close/>
              </a:path>
              <a:path w="5142230" h="2300604">
                <a:moveTo>
                  <a:pt x="2456212" y="1457922"/>
                </a:moveTo>
                <a:lnTo>
                  <a:pt x="2450969" y="1452310"/>
                </a:lnTo>
                <a:lnTo>
                  <a:pt x="2450895" y="1444900"/>
                </a:lnTo>
                <a:lnTo>
                  <a:pt x="2455358" y="1440001"/>
                </a:lnTo>
                <a:lnTo>
                  <a:pt x="2460114" y="1434828"/>
                </a:lnTo>
                <a:lnTo>
                  <a:pt x="2468108" y="1434491"/>
                </a:lnTo>
                <a:lnTo>
                  <a:pt x="2478452" y="1443903"/>
                </a:lnTo>
                <a:lnTo>
                  <a:pt x="2478840" y="1451942"/>
                </a:lnTo>
                <a:lnTo>
                  <a:pt x="2469378" y="1462242"/>
                </a:lnTo>
                <a:lnTo>
                  <a:pt x="2461339" y="1462629"/>
                </a:lnTo>
                <a:lnTo>
                  <a:pt x="2456212" y="1457922"/>
                </a:lnTo>
                <a:close/>
              </a:path>
              <a:path w="5142230" h="2300604">
                <a:moveTo>
                  <a:pt x="2092103" y="1242532"/>
                </a:moveTo>
                <a:lnTo>
                  <a:pt x="2087639" y="1237753"/>
                </a:lnTo>
                <a:lnTo>
                  <a:pt x="2086495" y="1232521"/>
                </a:lnTo>
                <a:lnTo>
                  <a:pt x="2088450" y="1227773"/>
                </a:lnTo>
                <a:lnTo>
                  <a:pt x="2091078" y="1221300"/>
                </a:lnTo>
                <a:lnTo>
                  <a:pt x="2098501" y="1218201"/>
                </a:lnTo>
                <a:lnTo>
                  <a:pt x="2111442" y="1223452"/>
                </a:lnTo>
                <a:lnTo>
                  <a:pt x="2114546" y="1230880"/>
                </a:lnTo>
                <a:lnTo>
                  <a:pt x="2109290" y="1243825"/>
                </a:lnTo>
                <a:lnTo>
                  <a:pt x="2101867" y="1246924"/>
                </a:lnTo>
                <a:lnTo>
                  <a:pt x="2095394" y="1244296"/>
                </a:lnTo>
                <a:lnTo>
                  <a:pt x="2093670" y="1243624"/>
                </a:lnTo>
                <a:lnTo>
                  <a:pt x="2092103" y="1242532"/>
                </a:lnTo>
                <a:close/>
              </a:path>
              <a:path w="5142230" h="2300604">
                <a:moveTo>
                  <a:pt x="2221266" y="1300842"/>
                </a:moveTo>
                <a:lnTo>
                  <a:pt x="2216711" y="1295966"/>
                </a:lnTo>
                <a:lnTo>
                  <a:pt x="2215767" y="1290264"/>
                </a:lnTo>
                <a:lnTo>
                  <a:pt x="2218201" y="1285342"/>
                </a:lnTo>
                <a:lnTo>
                  <a:pt x="2221344" y="1279128"/>
                </a:lnTo>
                <a:lnTo>
                  <a:pt x="2228982" y="1276650"/>
                </a:lnTo>
                <a:lnTo>
                  <a:pt x="2235250" y="1279743"/>
                </a:lnTo>
                <a:lnTo>
                  <a:pt x="2241510" y="1282926"/>
                </a:lnTo>
                <a:lnTo>
                  <a:pt x="2243993" y="1290568"/>
                </a:lnTo>
                <a:lnTo>
                  <a:pt x="2240801" y="1296828"/>
                </a:lnTo>
                <a:lnTo>
                  <a:pt x="2237667" y="1303052"/>
                </a:lnTo>
                <a:lnTo>
                  <a:pt x="2230075" y="1305579"/>
                </a:lnTo>
                <a:lnTo>
                  <a:pt x="2223810" y="1302392"/>
                </a:lnTo>
                <a:lnTo>
                  <a:pt x="2222463" y="1301732"/>
                </a:lnTo>
                <a:lnTo>
                  <a:pt x="2221266" y="1300842"/>
                </a:lnTo>
                <a:close/>
              </a:path>
              <a:path w="5142230" h="2300604">
                <a:moveTo>
                  <a:pt x="2026028" y="1216862"/>
                </a:moveTo>
                <a:lnTo>
                  <a:pt x="2021564" y="1212084"/>
                </a:lnTo>
                <a:lnTo>
                  <a:pt x="2020419" y="1207045"/>
                </a:lnTo>
                <a:lnTo>
                  <a:pt x="2022178" y="1202379"/>
                </a:lnTo>
                <a:lnTo>
                  <a:pt x="2024576" y="1195856"/>
                </a:lnTo>
                <a:lnTo>
                  <a:pt x="2031915" y="1192471"/>
                </a:lnTo>
                <a:lnTo>
                  <a:pt x="2038439" y="1194959"/>
                </a:lnTo>
                <a:lnTo>
                  <a:pt x="2045013" y="1197402"/>
                </a:lnTo>
                <a:lnTo>
                  <a:pt x="2048353" y="1204691"/>
                </a:lnTo>
                <a:lnTo>
                  <a:pt x="2043467" y="1217838"/>
                </a:lnTo>
                <a:lnTo>
                  <a:pt x="2036128" y="1221124"/>
                </a:lnTo>
                <a:lnTo>
                  <a:pt x="2029604" y="1218735"/>
                </a:lnTo>
                <a:lnTo>
                  <a:pt x="2027695" y="1217962"/>
                </a:lnTo>
                <a:lnTo>
                  <a:pt x="2026028" y="1216862"/>
                </a:lnTo>
                <a:close/>
              </a:path>
              <a:path w="5142230" h="2300604">
                <a:moveTo>
                  <a:pt x="1349631" y="1001370"/>
                </a:moveTo>
                <a:lnTo>
                  <a:pt x="1345167" y="996591"/>
                </a:lnTo>
                <a:lnTo>
                  <a:pt x="1343916" y="991733"/>
                </a:lnTo>
                <a:lnTo>
                  <a:pt x="1347786" y="980530"/>
                </a:lnTo>
                <a:lnTo>
                  <a:pt x="1354992" y="977003"/>
                </a:lnTo>
                <a:lnTo>
                  <a:pt x="1368246" y="981514"/>
                </a:lnTo>
                <a:lnTo>
                  <a:pt x="1371778" y="988716"/>
                </a:lnTo>
                <a:lnTo>
                  <a:pt x="1369475" y="995342"/>
                </a:lnTo>
                <a:lnTo>
                  <a:pt x="1367267" y="1001970"/>
                </a:lnTo>
                <a:lnTo>
                  <a:pt x="1360017" y="1005547"/>
                </a:lnTo>
                <a:lnTo>
                  <a:pt x="1351384" y="1002563"/>
                </a:lnTo>
                <a:lnTo>
                  <a:pt x="1349631" y="1001370"/>
                </a:lnTo>
                <a:close/>
              </a:path>
              <a:path w="5142230" h="2300604">
                <a:moveTo>
                  <a:pt x="1552017" y="1067979"/>
                </a:moveTo>
                <a:lnTo>
                  <a:pt x="1547554" y="1063200"/>
                </a:lnTo>
                <a:lnTo>
                  <a:pt x="1546296" y="1058531"/>
                </a:lnTo>
                <a:lnTo>
                  <a:pt x="1549740" y="1047360"/>
                </a:lnTo>
                <a:lnTo>
                  <a:pt x="1556813" y="1043593"/>
                </a:lnTo>
                <a:lnTo>
                  <a:pt x="1563494" y="1045662"/>
                </a:lnTo>
                <a:lnTo>
                  <a:pt x="1570223" y="1047685"/>
                </a:lnTo>
                <a:lnTo>
                  <a:pt x="1573942" y="1054794"/>
                </a:lnTo>
                <a:lnTo>
                  <a:pt x="1571923" y="1061528"/>
                </a:lnTo>
                <a:lnTo>
                  <a:pt x="1569904" y="1068163"/>
                </a:lnTo>
                <a:lnTo>
                  <a:pt x="1562787" y="1071981"/>
                </a:lnTo>
                <a:lnTo>
                  <a:pt x="1553911" y="1069224"/>
                </a:lnTo>
                <a:lnTo>
                  <a:pt x="1552017" y="1067979"/>
                </a:lnTo>
                <a:close/>
              </a:path>
              <a:path w="5142230" h="2300604">
                <a:moveTo>
                  <a:pt x="2554282" y="1567303"/>
                </a:moveTo>
                <a:lnTo>
                  <a:pt x="2548811" y="1561447"/>
                </a:lnTo>
                <a:lnTo>
                  <a:pt x="2544806" y="1555692"/>
                </a:lnTo>
                <a:lnTo>
                  <a:pt x="2546157" y="1547755"/>
                </a:lnTo>
                <a:lnTo>
                  <a:pt x="2551916" y="1543754"/>
                </a:lnTo>
                <a:lnTo>
                  <a:pt x="2557620" y="1539695"/>
                </a:lnTo>
                <a:lnTo>
                  <a:pt x="2565503" y="1541096"/>
                </a:lnTo>
                <a:lnTo>
                  <a:pt x="2573564" y="1552559"/>
                </a:lnTo>
                <a:lnTo>
                  <a:pt x="2572167" y="1560448"/>
                </a:lnTo>
                <a:lnTo>
                  <a:pt x="2561229" y="1568191"/>
                </a:lnTo>
                <a:lnTo>
                  <a:pt x="2554282" y="1567303"/>
                </a:lnTo>
                <a:close/>
              </a:path>
              <a:path w="5142230" h="2300604">
                <a:moveTo>
                  <a:pt x="2579785" y="2249113"/>
                </a:moveTo>
                <a:lnTo>
                  <a:pt x="2575367" y="2244383"/>
                </a:lnTo>
                <a:lnTo>
                  <a:pt x="2574111" y="2239813"/>
                </a:lnTo>
                <a:lnTo>
                  <a:pt x="2577321" y="2228587"/>
                </a:lnTo>
                <a:lnTo>
                  <a:pt x="2584397" y="2224726"/>
                </a:lnTo>
                <a:lnTo>
                  <a:pt x="2597813" y="2228629"/>
                </a:lnTo>
                <a:lnTo>
                  <a:pt x="2601680" y="2235700"/>
                </a:lnTo>
                <a:lnTo>
                  <a:pt x="2599751" y="2242433"/>
                </a:lnTo>
                <a:lnTo>
                  <a:pt x="2597777" y="2249116"/>
                </a:lnTo>
                <a:lnTo>
                  <a:pt x="2590799" y="2252986"/>
                </a:lnTo>
                <a:lnTo>
                  <a:pt x="2584067" y="2251058"/>
                </a:lnTo>
                <a:lnTo>
                  <a:pt x="2581777" y="2250366"/>
                </a:lnTo>
                <a:lnTo>
                  <a:pt x="2579785" y="2249113"/>
                </a:lnTo>
                <a:close/>
              </a:path>
              <a:path w="5142230" h="2300604">
                <a:moveTo>
                  <a:pt x="773880" y="729012"/>
                </a:moveTo>
                <a:lnTo>
                  <a:pt x="768723" y="723492"/>
                </a:lnTo>
                <a:lnTo>
                  <a:pt x="768304" y="716689"/>
                </a:lnTo>
                <a:lnTo>
                  <a:pt x="772015" y="711670"/>
                </a:lnTo>
                <a:lnTo>
                  <a:pt x="776218" y="706100"/>
                </a:lnTo>
                <a:lnTo>
                  <a:pt x="784233" y="705004"/>
                </a:lnTo>
                <a:lnTo>
                  <a:pt x="795367" y="713404"/>
                </a:lnTo>
                <a:lnTo>
                  <a:pt x="796517" y="721379"/>
                </a:lnTo>
                <a:lnTo>
                  <a:pt x="788064" y="732563"/>
                </a:lnTo>
                <a:lnTo>
                  <a:pt x="780093" y="733708"/>
                </a:lnTo>
                <a:lnTo>
                  <a:pt x="773880" y="729012"/>
                </a:lnTo>
                <a:close/>
              </a:path>
              <a:path w="5142230" h="2300604">
                <a:moveTo>
                  <a:pt x="719177" y="682867"/>
                </a:moveTo>
                <a:lnTo>
                  <a:pt x="714075" y="677406"/>
                </a:lnTo>
                <a:lnTo>
                  <a:pt x="714049" y="669852"/>
                </a:lnTo>
                <a:lnTo>
                  <a:pt x="723403" y="659826"/>
                </a:lnTo>
                <a:lnTo>
                  <a:pt x="731394" y="659584"/>
                </a:lnTo>
                <a:lnTo>
                  <a:pt x="741642" y="669186"/>
                </a:lnTo>
                <a:lnTo>
                  <a:pt x="741890" y="677173"/>
                </a:lnTo>
                <a:lnTo>
                  <a:pt x="732336" y="687375"/>
                </a:lnTo>
                <a:lnTo>
                  <a:pt x="724301" y="687668"/>
                </a:lnTo>
                <a:lnTo>
                  <a:pt x="719177" y="682867"/>
                </a:lnTo>
                <a:close/>
              </a:path>
              <a:path w="5142230" h="2300604">
                <a:moveTo>
                  <a:pt x="630266" y="579773"/>
                </a:moveTo>
                <a:lnTo>
                  <a:pt x="624688" y="573802"/>
                </a:lnTo>
                <a:lnTo>
                  <a:pt x="620634" y="568094"/>
                </a:lnTo>
                <a:lnTo>
                  <a:pt x="621990" y="560161"/>
                </a:lnTo>
                <a:lnTo>
                  <a:pt x="627700" y="556206"/>
                </a:lnTo>
                <a:lnTo>
                  <a:pt x="633453" y="552101"/>
                </a:lnTo>
                <a:lnTo>
                  <a:pt x="641336" y="553502"/>
                </a:lnTo>
                <a:lnTo>
                  <a:pt x="649404" y="564876"/>
                </a:lnTo>
                <a:lnTo>
                  <a:pt x="648048" y="572808"/>
                </a:lnTo>
                <a:lnTo>
                  <a:pt x="637115" y="580556"/>
                </a:lnTo>
                <a:lnTo>
                  <a:pt x="630266" y="579773"/>
                </a:lnTo>
                <a:close/>
              </a:path>
              <a:path w="5142230" h="2300604">
                <a:moveTo>
                  <a:pt x="591372" y="519860"/>
                </a:moveTo>
                <a:lnTo>
                  <a:pt x="586070" y="514184"/>
                </a:lnTo>
                <a:lnTo>
                  <a:pt x="582059" y="507348"/>
                </a:lnTo>
                <a:lnTo>
                  <a:pt x="584067" y="499528"/>
                </a:lnTo>
                <a:lnTo>
                  <a:pt x="596163" y="492438"/>
                </a:lnTo>
                <a:lnTo>
                  <a:pt x="603884" y="494448"/>
                </a:lnTo>
                <a:lnTo>
                  <a:pt x="607408" y="500469"/>
                </a:lnTo>
                <a:lnTo>
                  <a:pt x="611023" y="506488"/>
                </a:lnTo>
                <a:lnTo>
                  <a:pt x="609063" y="514263"/>
                </a:lnTo>
                <a:lnTo>
                  <a:pt x="597743" y="520912"/>
                </a:lnTo>
                <a:lnTo>
                  <a:pt x="591372" y="519860"/>
                </a:lnTo>
                <a:close/>
              </a:path>
              <a:path w="5142230" h="2300604">
                <a:moveTo>
                  <a:pt x="674128" y="636013"/>
                </a:moveTo>
                <a:lnTo>
                  <a:pt x="669163" y="630698"/>
                </a:lnTo>
                <a:lnTo>
                  <a:pt x="664571" y="625391"/>
                </a:lnTo>
                <a:lnTo>
                  <a:pt x="665132" y="617389"/>
                </a:lnTo>
                <a:lnTo>
                  <a:pt x="674978" y="608869"/>
                </a:lnTo>
                <a:lnTo>
                  <a:pt x="675736" y="608214"/>
                </a:lnTo>
                <a:lnTo>
                  <a:pt x="683788" y="608818"/>
                </a:lnTo>
                <a:lnTo>
                  <a:pt x="692910" y="619463"/>
                </a:lnTo>
                <a:lnTo>
                  <a:pt x="692309" y="627421"/>
                </a:lnTo>
                <a:lnTo>
                  <a:pt x="682457" y="635936"/>
                </a:lnTo>
                <a:lnTo>
                  <a:pt x="681851" y="636460"/>
                </a:lnTo>
                <a:lnTo>
                  <a:pt x="674128" y="636013"/>
                </a:lnTo>
                <a:close/>
              </a:path>
              <a:path w="5142230" h="2300604">
                <a:moveTo>
                  <a:pt x="557090" y="457259"/>
                </a:moveTo>
                <a:lnTo>
                  <a:pt x="552535" y="452383"/>
                </a:lnTo>
                <a:lnTo>
                  <a:pt x="551813" y="451414"/>
                </a:lnTo>
                <a:lnTo>
                  <a:pt x="551232" y="450304"/>
                </a:lnTo>
                <a:lnTo>
                  <a:pt x="548140" y="444061"/>
                </a:lnTo>
                <a:lnTo>
                  <a:pt x="550622" y="436455"/>
                </a:lnTo>
                <a:lnTo>
                  <a:pt x="556497" y="433458"/>
                </a:lnTo>
                <a:lnTo>
                  <a:pt x="563159" y="430131"/>
                </a:lnTo>
                <a:lnTo>
                  <a:pt x="570766" y="432604"/>
                </a:lnTo>
                <a:lnTo>
                  <a:pt x="576980" y="444926"/>
                </a:lnTo>
                <a:lnTo>
                  <a:pt x="577114" y="445069"/>
                </a:lnTo>
                <a:lnTo>
                  <a:pt x="574522" y="452753"/>
                </a:lnTo>
                <a:lnTo>
                  <a:pt x="563185" y="458505"/>
                </a:lnTo>
                <a:lnTo>
                  <a:pt x="557090" y="457259"/>
                </a:lnTo>
                <a:close/>
              </a:path>
              <a:path w="5142230" h="2300604">
                <a:moveTo>
                  <a:pt x="526659" y="392915"/>
                </a:moveTo>
                <a:lnTo>
                  <a:pt x="522149" y="388088"/>
                </a:lnTo>
                <a:lnTo>
                  <a:pt x="521342" y="386833"/>
                </a:lnTo>
                <a:lnTo>
                  <a:pt x="517969" y="379117"/>
                </a:lnTo>
                <a:lnTo>
                  <a:pt x="520817" y="371609"/>
                </a:lnTo>
                <a:lnTo>
                  <a:pt x="527243" y="368811"/>
                </a:lnTo>
                <a:lnTo>
                  <a:pt x="533619" y="365959"/>
                </a:lnTo>
                <a:lnTo>
                  <a:pt x="541119" y="368905"/>
                </a:lnTo>
                <a:lnTo>
                  <a:pt x="546774" y="381703"/>
                </a:lnTo>
                <a:lnTo>
                  <a:pt x="543876" y="389158"/>
                </a:lnTo>
                <a:lnTo>
                  <a:pt x="537500" y="392009"/>
                </a:lnTo>
                <a:lnTo>
                  <a:pt x="532422" y="394197"/>
                </a:lnTo>
                <a:lnTo>
                  <a:pt x="526659" y="392915"/>
                </a:lnTo>
                <a:close/>
              </a:path>
              <a:path w="5142230" h="2300604">
                <a:moveTo>
                  <a:pt x="892476" y="806507"/>
                </a:moveTo>
                <a:lnTo>
                  <a:pt x="887967" y="801680"/>
                </a:lnTo>
                <a:lnTo>
                  <a:pt x="887089" y="795560"/>
                </a:lnTo>
                <a:lnTo>
                  <a:pt x="889949" y="790606"/>
                </a:lnTo>
                <a:lnTo>
                  <a:pt x="893459" y="784588"/>
                </a:lnTo>
                <a:lnTo>
                  <a:pt x="901178" y="782490"/>
                </a:lnTo>
                <a:lnTo>
                  <a:pt x="913308" y="789512"/>
                </a:lnTo>
                <a:lnTo>
                  <a:pt x="915401" y="797227"/>
                </a:lnTo>
                <a:lnTo>
                  <a:pt x="911888" y="803339"/>
                </a:lnTo>
                <a:lnTo>
                  <a:pt x="908383" y="809362"/>
                </a:lnTo>
                <a:lnTo>
                  <a:pt x="900664" y="811459"/>
                </a:lnTo>
                <a:lnTo>
                  <a:pt x="894547" y="807942"/>
                </a:lnTo>
                <a:lnTo>
                  <a:pt x="893488" y="807297"/>
                </a:lnTo>
                <a:lnTo>
                  <a:pt x="892476" y="806507"/>
                </a:lnTo>
                <a:close/>
              </a:path>
              <a:path w="5142230" h="2300604">
                <a:moveTo>
                  <a:pt x="954945" y="840731"/>
                </a:moveTo>
                <a:lnTo>
                  <a:pt x="950390" y="835855"/>
                </a:lnTo>
                <a:lnTo>
                  <a:pt x="949406" y="830109"/>
                </a:lnTo>
                <a:lnTo>
                  <a:pt x="951979" y="825240"/>
                </a:lnTo>
                <a:lnTo>
                  <a:pt x="955171" y="818980"/>
                </a:lnTo>
                <a:lnTo>
                  <a:pt x="962855" y="816550"/>
                </a:lnTo>
                <a:lnTo>
                  <a:pt x="975287" y="823016"/>
                </a:lnTo>
                <a:lnTo>
                  <a:pt x="977671" y="830651"/>
                </a:lnTo>
                <a:lnTo>
                  <a:pt x="971253" y="843038"/>
                </a:lnTo>
                <a:lnTo>
                  <a:pt x="963756" y="845470"/>
                </a:lnTo>
                <a:lnTo>
                  <a:pt x="963615" y="845516"/>
                </a:lnTo>
                <a:lnTo>
                  <a:pt x="957399" y="842283"/>
                </a:lnTo>
                <a:lnTo>
                  <a:pt x="956048" y="841618"/>
                </a:lnTo>
                <a:lnTo>
                  <a:pt x="954945" y="840731"/>
                </a:lnTo>
                <a:close/>
              </a:path>
              <a:path w="5142230" h="2300604">
                <a:moveTo>
                  <a:pt x="499007" y="327344"/>
                </a:moveTo>
                <a:lnTo>
                  <a:pt x="494543" y="322565"/>
                </a:lnTo>
                <a:lnTo>
                  <a:pt x="493645" y="321213"/>
                </a:lnTo>
                <a:lnTo>
                  <a:pt x="493077" y="319725"/>
                </a:lnTo>
                <a:lnTo>
                  <a:pt x="490466" y="313216"/>
                </a:lnTo>
                <a:lnTo>
                  <a:pt x="493602" y="305821"/>
                </a:lnTo>
                <a:lnTo>
                  <a:pt x="506616" y="300594"/>
                </a:lnTo>
                <a:lnTo>
                  <a:pt x="513972" y="303776"/>
                </a:lnTo>
                <a:lnTo>
                  <a:pt x="516583" y="310285"/>
                </a:lnTo>
                <a:lnTo>
                  <a:pt x="519243" y="316749"/>
                </a:lnTo>
                <a:lnTo>
                  <a:pt x="516061" y="324095"/>
                </a:lnTo>
                <a:lnTo>
                  <a:pt x="509602" y="326760"/>
                </a:lnTo>
                <a:lnTo>
                  <a:pt x="504846" y="328609"/>
                </a:lnTo>
                <a:lnTo>
                  <a:pt x="504578" y="328713"/>
                </a:lnTo>
                <a:lnTo>
                  <a:pt x="499007" y="327344"/>
                </a:lnTo>
                <a:close/>
              </a:path>
              <a:path w="5142230" h="2300604">
                <a:moveTo>
                  <a:pt x="831852" y="769272"/>
                </a:moveTo>
                <a:lnTo>
                  <a:pt x="827251" y="764347"/>
                </a:lnTo>
                <a:lnTo>
                  <a:pt x="826572" y="757951"/>
                </a:lnTo>
                <a:lnTo>
                  <a:pt x="829763" y="752961"/>
                </a:lnTo>
                <a:lnTo>
                  <a:pt x="833598" y="747096"/>
                </a:lnTo>
                <a:lnTo>
                  <a:pt x="841445" y="745427"/>
                </a:lnTo>
                <a:lnTo>
                  <a:pt x="853224" y="753051"/>
                </a:lnTo>
                <a:lnTo>
                  <a:pt x="854839" y="760938"/>
                </a:lnTo>
                <a:lnTo>
                  <a:pt x="847169" y="772669"/>
                </a:lnTo>
                <a:lnTo>
                  <a:pt x="839376" y="774296"/>
                </a:lnTo>
                <a:lnTo>
                  <a:pt x="833511" y="770462"/>
                </a:lnTo>
                <a:lnTo>
                  <a:pt x="832628" y="769908"/>
                </a:lnTo>
                <a:lnTo>
                  <a:pt x="831852" y="769272"/>
                </a:lnTo>
                <a:close/>
              </a:path>
              <a:path w="5142230" h="2300604">
                <a:moveTo>
                  <a:pt x="473169" y="261173"/>
                </a:moveTo>
                <a:lnTo>
                  <a:pt x="468655" y="256341"/>
                </a:lnTo>
                <a:lnTo>
                  <a:pt x="467811" y="254948"/>
                </a:lnTo>
                <a:lnTo>
                  <a:pt x="467250" y="253371"/>
                </a:lnTo>
                <a:lnTo>
                  <a:pt x="464688" y="246816"/>
                </a:lnTo>
                <a:lnTo>
                  <a:pt x="468005" y="239517"/>
                </a:lnTo>
                <a:lnTo>
                  <a:pt x="474557" y="237049"/>
                </a:lnTo>
                <a:lnTo>
                  <a:pt x="481112" y="234487"/>
                </a:lnTo>
                <a:lnTo>
                  <a:pt x="488411" y="237804"/>
                </a:lnTo>
                <a:lnTo>
                  <a:pt x="490874" y="244351"/>
                </a:lnTo>
                <a:lnTo>
                  <a:pt x="493396" y="250862"/>
                </a:lnTo>
                <a:lnTo>
                  <a:pt x="490124" y="258210"/>
                </a:lnTo>
                <a:lnTo>
                  <a:pt x="483568" y="260673"/>
                </a:lnTo>
                <a:lnTo>
                  <a:pt x="478598" y="262585"/>
                </a:lnTo>
                <a:lnTo>
                  <a:pt x="473169" y="261173"/>
                </a:lnTo>
                <a:close/>
              </a:path>
              <a:path w="5142230" h="2300604">
                <a:moveTo>
                  <a:pt x="2790634" y="2174056"/>
                </a:moveTo>
                <a:lnTo>
                  <a:pt x="2786347" y="2169467"/>
                </a:lnTo>
                <a:lnTo>
                  <a:pt x="2785132" y="2164941"/>
                </a:lnTo>
                <a:lnTo>
                  <a:pt x="2786412" y="2160641"/>
                </a:lnTo>
                <a:lnTo>
                  <a:pt x="2788384" y="2154151"/>
                </a:lnTo>
                <a:lnTo>
                  <a:pt x="2795207" y="2150507"/>
                </a:lnTo>
                <a:lnTo>
                  <a:pt x="2808201" y="2154349"/>
                </a:lnTo>
                <a:lnTo>
                  <a:pt x="2811844" y="2161181"/>
                </a:lnTo>
                <a:lnTo>
                  <a:pt x="2808003" y="2174175"/>
                </a:lnTo>
                <a:lnTo>
                  <a:pt x="2801175" y="2177813"/>
                </a:lnTo>
                <a:lnTo>
                  <a:pt x="2792481" y="2175252"/>
                </a:lnTo>
                <a:lnTo>
                  <a:pt x="2790634" y="2174056"/>
                </a:lnTo>
                <a:close/>
              </a:path>
              <a:path w="5142230" h="2300604">
                <a:moveTo>
                  <a:pt x="1972510" y="1056841"/>
                </a:moveTo>
                <a:lnTo>
                  <a:pt x="1968233" y="1052263"/>
                </a:lnTo>
                <a:lnTo>
                  <a:pt x="1967015" y="1047831"/>
                </a:lnTo>
                <a:lnTo>
                  <a:pt x="1968200" y="1043528"/>
                </a:lnTo>
                <a:lnTo>
                  <a:pt x="1970074" y="1037029"/>
                </a:lnTo>
                <a:lnTo>
                  <a:pt x="1976904" y="1033296"/>
                </a:lnTo>
                <a:lnTo>
                  <a:pt x="1989901" y="1037043"/>
                </a:lnTo>
                <a:lnTo>
                  <a:pt x="1993633" y="1043775"/>
                </a:lnTo>
                <a:lnTo>
                  <a:pt x="1991759" y="1050273"/>
                </a:lnTo>
                <a:lnTo>
                  <a:pt x="1989936" y="1056825"/>
                </a:lnTo>
                <a:lnTo>
                  <a:pt x="1983105" y="1060558"/>
                </a:lnTo>
                <a:lnTo>
                  <a:pt x="1976607" y="1058685"/>
                </a:lnTo>
                <a:lnTo>
                  <a:pt x="1974408" y="1058091"/>
                </a:lnTo>
                <a:lnTo>
                  <a:pt x="1972510" y="1056841"/>
                </a:lnTo>
                <a:close/>
              </a:path>
              <a:path w="5142230" h="2300604">
                <a:moveTo>
                  <a:pt x="2769579" y="2241835"/>
                </a:moveTo>
                <a:lnTo>
                  <a:pt x="2765257" y="2237208"/>
                </a:lnTo>
                <a:lnTo>
                  <a:pt x="2764091" y="2232636"/>
                </a:lnTo>
                <a:lnTo>
                  <a:pt x="2765463" y="2228241"/>
                </a:lnTo>
                <a:lnTo>
                  <a:pt x="2767526" y="2221848"/>
                </a:lnTo>
                <a:lnTo>
                  <a:pt x="2774395" y="2218253"/>
                </a:lnTo>
                <a:lnTo>
                  <a:pt x="2787338" y="2222333"/>
                </a:lnTo>
                <a:lnTo>
                  <a:pt x="2790879" y="2229252"/>
                </a:lnTo>
                <a:lnTo>
                  <a:pt x="2788817" y="2235744"/>
                </a:lnTo>
                <a:lnTo>
                  <a:pt x="2786754" y="2242137"/>
                </a:lnTo>
                <a:lnTo>
                  <a:pt x="2779885" y="2245732"/>
                </a:lnTo>
                <a:lnTo>
                  <a:pt x="2773437" y="2243619"/>
                </a:lnTo>
                <a:lnTo>
                  <a:pt x="2771386" y="2242987"/>
                </a:lnTo>
                <a:lnTo>
                  <a:pt x="2769579" y="2241835"/>
                </a:lnTo>
                <a:close/>
              </a:path>
              <a:path w="5142230" h="2300604">
                <a:moveTo>
                  <a:pt x="2620878" y="1334503"/>
                </a:moveTo>
                <a:lnTo>
                  <a:pt x="2615858" y="1329129"/>
                </a:lnTo>
                <a:lnTo>
                  <a:pt x="2615437" y="1322521"/>
                </a:lnTo>
                <a:lnTo>
                  <a:pt x="2619183" y="1317733"/>
                </a:lnTo>
                <a:lnTo>
                  <a:pt x="2623289" y="1312354"/>
                </a:lnTo>
                <a:lnTo>
                  <a:pt x="2631014" y="1311338"/>
                </a:lnTo>
                <a:lnTo>
                  <a:pt x="2641733" y="1319587"/>
                </a:lnTo>
                <a:lnTo>
                  <a:pt x="2642745" y="1327316"/>
                </a:lnTo>
                <a:lnTo>
                  <a:pt x="2634455" y="1337992"/>
                </a:lnTo>
                <a:lnTo>
                  <a:pt x="2626771" y="1339052"/>
                </a:lnTo>
                <a:lnTo>
                  <a:pt x="2621436" y="1334905"/>
                </a:lnTo>
                <a:lnTo>
                  <a:pt x="2620878" y="1334503"/>
                </a:lnTo>
                <a:close/>
              </a:path>
              <a:path w="5142230" h="2300604">
                <a:moveTo>
                  <a:pt x="1835947" y="1017588"/>
                </a:moveTo>
                <a:lnTo>
                  <a:pt x="1831670" y="1013009"/>
                </a:lnTo>
                <a:lnTo>
                  <a:pt x="1830452" y="1008578"/>
                </a:lnTo>
                <a:lnTo>
                  <a:pt x="1831731" y="1004278"/>
                </a:lnTo>
                <a:lnTo>
                  <a:pt x="1833605" y="997779"/>
                </a:lnTo>
                <a:lnTo>
                  <a:pt x="1840436" y="994046"/>
                </a:lnTo>
                <a:lnTo>
                  <a:pt x="1846929" y="995915"/>
                </a:lnTo>
                <a:lnTo>
                  <a:pt x="1853383" y="997839"/>
                </a:lnTo>
                <a:lnTo>
                  <a:pt x="1857112" y="1004665"/>
                </a:lnTo>
                <a:lnTo>
                  <a:pt x="1855238" y="1011163"/>
                </a:lnTo>
                <a:lnTo>
                  <a:pt x="1853324" y="1017618"/>
                </a:lnTo>
                <a:lnTo>
                  <a:pt x="1846493" y="1021351"/>
                </a:lnTo>
                <a:lnTo>
                  <a:pt x="1839995" y="1019477"/>
                </a:lnTo>
                <a:lnTo>
                  <a:pt x="1837845" y="1018838"/>
                </a:lnTo>
                <a:lnTo>
                  <a:pt x="1835947" y="1017588"/>
                </a:lnTo>
                <a:close/>
              </a:path>
              <a:path w="5142230" h="2300604">
                <a:moveTo>
                  <a:pt x="2562614" y="1293247"/>
                </a:moveTo>
                <a:lnTo>
                  <a:pt x="2558196" y="1288517"/>
                </a:lnTo>
                <a:lnTo>
                  <a:pt x="2557559" y="1282263"/>
                </a:lnTo>
                <a:lnTo>
                  <a:pt x="2560695" y="1277508"/>
                </a:lnTo>
                <a:lnTo>
                  <a:pt x="2564384" y="1271779"/>
                </a:lnTo>
                <a:lnTo>
                  <a:pt x="2571985" y="1270239"/>
                </a:lnTo>
                <a:lnTo>
                  <a:pt x="2583352" y="1277618"/>
                </a:lnTo>
                <a:lnTo>
                  <a:pt x="2584931" y="1285173"/>
                </a:lnTo>
                <a:lnTo>
                  <a:pt x="2581197" y="1290853"/>
                </a:lnTo>
                <a:lnTo>
                  <a:pt x="2577557" y="1296536"/>
                </a:lnTo>
                <a:lnTo>
                  <a:pt x="2569907" y="1298121"/>
                </a:lnTo>
                <a:lnTo>
                  <a:pt x="2564273" y="1294436"/>
                </a:lnTo>
                <a:lnTo>
                  <a:pt x="2563390" y="1293882"/>
                </a:lnTo>
                <a:lnTo>
                  <a:pt x="2562614" y="1293247"/>
                </a:lnTo>
                <a:close/>
              </a:path>
              <a:path w="5142230" h="2300604">
                <a:moveTo>
                  <a:pt x="2851833" y="1897456"/>
                </a:moveTo>
                <a:lnTo>
                  <a:pt x="2847556" y="1892877"/>
                </a:lnTo>
                <a:lnTo>
                  <a:pt x="2846252" y="1889429"/>
                </a:lnTo>
                <a:lnTo>
                  <a:pt x="2846615" y="1885712"/>
                </a:lnTo>
                <a:lnTo>
                  <a:pt x="2847367" y="1878991"/>
                </a:lnTo>
                <a:lnTo>
                  <a:pt x="2853433" y="1874146"/>
                </a:lnTo>
                <a:lnTo>
                  <a:pt x="2866883" y="1875543"/>
                </a:lnTo>
                <a:lnTo>
                  <a:pt x="2871728" y="1881609"/>
                </a:lnTo>
                <a:lnTo>
                  <a:pt x="2870980" y="1888335"/>
                </a:lnTo>
                <a:lnTo>
                  <a:pt x="2870277" y="1895109"/>
                </a:lnTo>
                <a:lnTo>
                  <a:pt x="2864216" y="1899959"/>
                </a:lnTo>
                <a:lnTo>
                  <a:pt x="2857490" y="1899211"/>
                </a:lnTo>
                <a:lnTo>
                  <a:pt x="2854474" y="1898915"/>
                </a:lnTo>
                <a:lnTo>
                  <a:pt x="2851833" y="1897456"/>
                </a:lnTo>
                <a:close/>
              </a:path>
              <a:path w="5142230" h="2300604">
                <a:moveTo>
                  <a:pt x="1767959" y="997103"/>
                </a:moveTo>
                <a:lnTo>
                  <a:pt x="1763632" y="992471"/>
                </a:lnTo>
                <a:lnTo>
                  <a:pt x="1762462" y="987993"/>
                </a:lnTo>
                <a:lnTo>
                  <a:pt x="1763745" y="983599"/>
                </a:lnTo>
                <a:lnTo>
                  <a:pt x="1765758" y="977153"/>
                </a:lnTo>
                <a:lnTo>
                  <a:pt x="1772581" y="973509"/>
                </a:lnTo>
                <a:lnTo>
                  <a:pt x="1779081" y="975482"/>
                </a:lnTo>
                <a:lnTo>
                  <a:pt x="1785528" y="977495"/>
                </a:lnTo>
                <a:lnTo>
                  <a:pt x="1789166" y="984323"/>
                </a:lnTo>
                <a:lnTo>
                  <a:pt x="1787199" y="990818"/>
                </a:lnTo>
                <a:lnTo>
                  <a:pt x="1785185" y="997264"/>
                </a:lnTo>
                <a:lnTo>
                  <a:pt x="1778357" y="1000903"/>
                </a:lnTo>
                <a:lnTo>
                  <a:pt x="1771862" y="998935"/>
                </a:lnTo>
                <a:lnTo>
                  <a:pt x="1769761" y="998250"/>
                </a:lnTo>
                <a:lnTo>
                  <a:pt x="1767959" y="997103"/>
                </a:lnTo>
                <a:close/>
              </a:path>
              <a:path w="5142230" h="2300604">
                <a:moveTo>
                  <a:pt x="2742156" y="2300034"/>
                </a:moveTo>
                <a:lnTo>
                  <a:pt x="2743628" y="2295673"/>
                </a:lnTo>
                <a:lnTo>
                  <a:pt x="2745731" y="2289225"/>
                </a:lnTo>
                <a:lnTo>
                  <a:pt x="2752605" y="2285734"/>
                </a:lnTo>
                <a:lnTo>
                  <a:pt x="2765492" y="2289949"/>
                </a:lnTo>
                <a:lnTo>
                  <a:pt x="2768984" y="2296913"/>
                </a:lnTo>
                <a:lnTo>
                  <a:pt x="2767960" y="2300034"/>
                </a:lnTo>
                <a:lnTo>
                  <a:pt x="2742156" y="2300034"/>
                </a:lnTo>
                <a:close/>
              </a:path>
              <a:path w="5142230" h="2300604">
                <a:moveTo>
                  <a:pt x="1904253" y="1037338"/>
                </a:moveTo>
                <a:lnTo>
                  <a:pt x="1899926" y="1032706"/>
                </a:lnTo>
                <a:lnTo>
                  <a:pt x="1898659" y="1028320"/>
                </a:lnTo>
                <a:lnTo>
                  <a:pt x="1899933" y="1024015"/>
                </a:lnTo>
                <a:lnTo>
                  <a:pt x="1901807" y="1017517"/>
                </a:lnTo>
                <a:lnTo>
                  <a:pt x="1908597" y="1013740"/>
                </a:lnTo>
                <a:lnTo>
                  <a:pt x="1921589" y="1017482"/>
                </a:lnTo>
                <a:lnTo>
                  <a:pt x="1925375" y="1024272"/>
                </a:lnTo>
                <a:lnTo>
                  <a:pt x="1921628" y="1037269"/>
                </a:lnTo>
                <a:lnTo>
                  <a:pt x="1914843" y="1041050"/>
                </a:lnTo>
                <a:lnTo>
                  <a:pt x="1906101" y="1038534"/>
                </a:lnTo>
                <a:lnTo>
                  <a:pt x="1904253" y="1037338"/>
                </a:lnTo>
                <a:close/>
              </a:path>
              <a:path w="5142230" h="2300604">
                <a:moveTo>
                  <a:pt x="2841610" y="1967544"/>
                </a:moveTo>
                <a:lnTo>
                  <a:pt x="2837333" y="1962966"/>
                </a:lnTo>
                <a:lnTo>
                  <a:pt x="2836042" y="1959140"/>
                </a:lnTo>
                <a:lnTo>
                  <a:pt x="2837914" y="1948535"/>
                </a:lnTo>
                <a:lnTo>
                  <a:pt x="2844255" y="1944081"/>
                </a:lnTo>
                <a:lnTo>
                  <a:pt x="2850914" y="1945248"/>
                </a:lnTo>
                <a:lnTo>
                  <a:pt x="2857631" y="1946378"/>
                </a:lnTo>
                <a:lnTo>
                  <a:pt x="2862041" y="1952760"/>
                </a:lnTo>
                <a:lnTo>
                  <a:pt x="2859699" y="1966088"/>
                </a:lnTo>
                <a:lnTo>
                  <a:pt x="2853362" y="1970546"/>
                </a:lnTo>
                <a:lnTo>
                  <a:pt x="2843976" y="1968904"/>
                </a:lnTo>
                <a:lnTo>
                  <a:pt x="2841610" y="1967544"/>
                </a:lnTo>
                <a:close/>
              </a:path>
              <a:path w="5142230" h="2300604">
                <a:moveTo>
                  <a:pt x="2502103" y="1256719"/>
                </a:moveTo>
                <a:lnTo>
                  <a:pt x="2497689" y="1251994"/>
                </a:lnTo>
                <a:lnTo>
                  <a:pt x="2496847" y="1246206"/>
                </a:lnTo>
                <a:lnTo>
                  <a:pt x="2502825" y="1235499"/>
                </a:lnTo>
                <a:lnTo>
                  <a:pt x="2510307" y="1233441"/>
                </a:lnTo>
                <a:lnTo>
                  <a:pt x="2522126" y="1240032"/>
                </a:lnTo>
                <a:lnTo>
                  <a:pt x="2524230" y="1247563"/>
                </a:lnTo>
                <a:lnTo>
                  <a:pt x="2520867" y="1253444"/>
                </a:lnTo>
                <a:lnTo>
                  <a:pt x="2517593" y="1259324"/>
                </a:lnTo>
                <a:lnTo>
                  <a:pt x="2510111" y="1261382"/>
                </a:lnTo>
                <a:lnTo>
                  <a:pt x="2503073" y="1257465"/>
                </a:lnTo>
                <a:lnTo>
                  <a:pt x="2502103" y="1256719"/>
                </a:lnTo>
                <a:close/>
              </a:path>
              <a:path w="5142230" h="2300604">
                <a:moveTo>
                  <a:pt x="2309717" y="1166897"/>
                </a:moveTo>
                <a:lnTo>
                  <a:pt x="2305390" y="1162265"/>
                </a:lnTo>
                <a:lnTo>
                  <a:pt x="2304232" y="1157311"/>
                </a:lnTo>
                <a:lnTo>
                  <a:pt x="2305997" y="1152750"/>
                </a:lnTo>
                <a:lnTo>
                  <a:pt x="2308519" y="1146457"/>
                </a:lnTo>
                <a:lnTo>
                  <a:pt x="2315615" y="1143399"/>
                </a:lnTo>
                <a:lnTo>
                  <a:pt x="2328237" y="1148309"/>
                </a:lnTo>
                <a:lnTo>
                  <a:pt x="2331305" y="1155405"/>
                </a:lnTo>
                <a:lnTo>
                  <a:pt x="2326345" y="1167983"/>
                </a:lnTo>
                <a:lnTo>
                  <a:pt x="2319246" y="1171136"/>
                </a:lnTo>
                <a:lnTo>
                  <a:pt x="2312910" y="1168654"/>
                </a:lnTo>
                <a:lnTo>
                  <a:pt x="2311145" y="1167937"/>
                </a:lnTo>
                <a:lnTo>
                  <a:pt x="2309717" y="1166897"/>
                </a:lnTo>
                <a:close/>
              </a:path>
              <a:path w="5142230" h="2300604">
                <a:moveTo>
                  <a:pt x="854234" y="619341"/>
                </a:moveTo>
                <a:lnTo>
                  <a:pt x="848841" y="613568"/>
                </a:lnTo>
                <a:lnTo>
                  <a:pt x="848468" y="606913"/>
                </a:lnTo>
                <a:lnTo>
                  <a:pt x="856600" y="596850"/>
                </a:lnTo>
                <a:lnTo>
                  <a:pt x="864328" y="596032"/>
                </a:lnTo>
                <a:lnTo>
                  <a:pt x="874893" y="604507"/>
                </a:lnTo>
                <a:lnTo>
                  <a:pt x="875720" y="612235"/>
                </a:lnTo>
                <a:lnTo>
                  <a:pt x="867195" y="622756"/>
                </a:lnTo>
                <a:lnTo>
                  <a:pt x="859472" y="623579"/>
                </a:lnTo>
                <a:lnTo>
                  <a:pt x="854234" y="619341"/>
                </a:lnTo>
                <a:close/>
              </a:path>
              <a:path w="5142230" h="2300604">
                <a:moveTo>
                  <a:pt x="1162563" y="792615"/>
                </a:moveTo>
                <a:lnTo>
                  <a:pt x="1158232" y="787978"/>
                </a:lnTo>
                <a:lnTo>
                  <a:pt x="1157184" y="782848"/>
                </a:lnTo>
                <a:lnTo>
                  <a:pt x="1161754" y="772004"/>
                </a:lnTo>
                <a:lnTo>
                  <a:pt x="1168982" y="769087"/>
                </a:lnTo>
                <a:lnTo>
                  <a:pt x="1181407" y="774372"/>
                </a:lnTo>
                <a:lnTo>
                  <a:pt x="1184324" y="781600"/>
                </a:lnTo>
                <a:lnTo>
                  <a:pt x="1181657" y="787835"/>
                </a:lnTo>
                <a:lnTo>
                  <a:pt x="1179039" y="794025"/>
                </a:lnTo>
                <a:lnTo>
                  <a:pt x="1171811" y="796942"/>
                </a:lnTo>
                <a:lnTo>
                  <a:pt x="1165621" y="794324"/>
                </a:lnTo>
                <a:lnTo>
                  <a:pt x="1163995" y="793560"/>
                </a:lnTo>
                <a:lnTo>
                  <a:pt x="1162563" y="792615"/>
                </a:lnTo>
                <a:close/>
              </a:path>
              <a:path w="5142230" h="2300604">
                <a:moveTo>
                  <a:pt x="800140" y="571796"/>
                </a:moveTo>
                <a:lnTo>
                  <a:pt x="795271" y="566583"/>
                </a:lnTo>
                <a:lnTo>
                  <a:pt x="795242" y="559123"/>
                </a:lnTo>
                <a:lnTo>
                  <a:pt x="804490" y="549571"/>
                </a:lnTo>
                <a:lnTo>
                  <a:pt x="812239" y="549363"/>
                </a:lnTo>
                <a:lnTo>
                  <a:pt x="821969" y="558801"/>
                </a:lnTo>
                <a:lnTo>
                  <a:pt x="822182" y="566555"/>
                </a:lnTo>
                <a:lnTo>
                  <a:pt x="812739" y="576290"/>
                </a:lnTo>
                <a:lnTo>
                  <a:pt x="805038" y="576452"/>
                </a:lnTo>
                <a:lnTo>
                  <a:pt x="800140" y="571796"/>
                </a:lnTo>
                <a:close/>
              </a:path>
              <a:path w="5142230" h="2300604">
                <a:moveTo>
                  <a:pt x="2243285" y="1142018"/>
                </a:moveTo>
                <a:lnTo>
                  <a:pt x="2238963" y="1137391"/>
                </a:lnTo>
                <a:lnTo>
                  <a:pt x="2237806" y="1132536"/>
                </a:lnTo>
                <a:lnTo>
                  <a:pt x="2239416" y="1128101"/>
                </a:lnTo>
                <a:lnTo>
                  <a:pt x="2241668" y="1121715"/>
                </a:lnTo>
                <a:lnTo>
                  <a:pt x="2248720" y="1118414"/>
                </a:lnTo>
                <a:lnTo>
                  <a:pt x="2261454" y="1122955"/>
                </a:lnTo>
                <a:lnTo>
                  <a:pt x="2264750" y="1130002"/>
                </a:lnTo>
                <a:lnTo>
                  <a:pt x="2262461" y="1136349"/>
                </a:lnTo>
                <a:lnTo>
                  <a:pt x="2260214" y="1142741"/>
                </a:lnTo>
                <a:lnTo>
                  <a:pt x="2253157" y="1146036"/>
                </a:lnTo>
                <a:lnTo>
                  <a:pt x="2244907" y="1143069"/>
                </a:lnTo>
                <a:lnTo>
                  <a:pt x="2243285" y="1142018"/>
                </a:lnTo>
                <a:close/>
              </a:path>
              <a:path w="5142230" h="2300604">
                <a:moveTo>
                  <a:pt x="911287" y="661647"/>
                </a:moveTo>
                <a:lnTo>
                  <a:pt x="906171" y="656171"/>
                </a:lnTo>
                <a:lnTo>
                  <a:pt x="905548" y="649933"/>
                </a:lnTo>
                <a:lnTo>
                  <a:pt x="912653" y="639552"/>
                </a:lnTo>
                <a:lnTo>
                  <a:pt x="920255" y="638111"/>
                </a:lnTo>
                <a:lnTo>
                  <a:pt x="925882" y="641886"/>
                </a:lnTo>
                <a:lnTo>
                  <a:pt x="931468" y="645716"/>
                </a:lnTo>
                <a:lnTo>
                  <a:pt x="932909" y="653319"/>
                </a:lnTo>
                <a:lnTo>
                  <a:pt x="929079" y="658896"/>
                </a:lnTo>
                <a:lnTo>
                  <a:pt x="925304" y="664532"/>
                </a:lnTo>
                <a:lnTo>
                  <a:pt x="917702" y="665973"/>
                </a:lnTo>
                <a:lnTo>
                  <a:pt x="912071" y="662193"/>
                </a:lnTo>
                <a:lnTo>
                  <a:pt x="911287" y="661647"/>
                </a:lnTo>
                <a:close/>
              </a:path>
              <a:path w="5142230" h="2300604">
                <a:moveTo>
                  <a:pt x="970916" y="698990"/>
                </a:moveTo>
                <a:lnTo>
                  <a:pt x="966543" y="694309"/>
                </a:lnTo>
                <a:lnTo>
                  <a:pt x="965705" y="688426"/>
                </a:lnTo>
                <a:lnTo>
                  <a:pt x="968513" y="683612"/>
                </a:lnTo>
                <a:lnTo>
                  <a:pt x="971876" y="677731"/>
                </a:lnTo>
                <a:lnTo>
                  <a:pt x="979355" y="675766"/>
                </a:lnTo>
                <a:lnTo>
                  <a:pt x="985236" y="679130"/>
                </a:lnTo>
                <a:lnTo>
                  <a:pt x="991068" y="682538"/>
                </a:lnTo>
                <a:lnTo>
                  <a:pt x="993078" y="690066"/>
                </a:lnTo>
                <a:lnTo>
                  <a:pt x="989665" y="695893"/>
                </a:lnTo>
                <a:lnTo>
                  <a:pt x="986306" y="701779"/>
                </a:lnTo>
                <a:lnTo>
                  <a:pt x="978774" y="703784"/>
                </a:lnTo>
                <a:lnTo>
                  <a:pt x="971882" y="699731"/>
                </a:lnTo>
                <a:lnTo>
                  <a:pt x="970916" y="698990"/>
                </a:lnTo>
                <a:close/>
              </a:path>
              <a:path w="5142230" h="2300604">
                <a:moveTo>
                  <a:pt x="1228351" y="819639"/>
                </a:moveTo>
                <a:lnTo>
                  <a:pt x="1224019" y="815002"/>
                </a:lnTo>
                <a:lnTo>
                  <a:pt x="1222919" y="810012"/>
                </a:lnTo>
                <a:lnTo>
                  <a:pt x="1224675" y="805441"/>
                </a:lnTo>
                <a:lnTo>
                  <a:pt x="1227207" y="799158"/>
                </a:lnTo>
                <a:lnTo>
                  <a:pt x="1234293" y="796090"/>
                </a:lnTo>
                <a:lnTo>
                  <a:pt x="1246920" y="801005"/>
                </a:lnTo>
                <a:lnTo>
                  <a:pt x="1249985" y="808195"/>
                </a:lnTo>
                <a:lnTo>
                  <a:pt x="1247506" y="814437"/>
                </a:lnTo>
                <a:lnTo>
                  <a:pt x="1244974" y="820719"/>
                </a:lnTo>
                <a:lnTo>
                  <a:pt x="1237888" y="823788"/>
                </a:lnTo>
                <a:lnTo>
                  <a:pt x="1231597" y="821355"/>
                </a:lnTo>
                <a:lnTo>
                  <a:pt x="1229828" y="820633"/>
                </a:lnTo>
                <a:lnTo>
                  <a:pt x="1228351" y="819639"/>
                </a:lnTo>
                <a:close/>
              </a:path>
              <a:path w="5142230" h="2300604">
                <a:moveTo>
                  <a:pt x="1033538" y="732888"/>
                </a:moveTo>
                <a:lnTo>
                  <a:pt x="1029165" y="728207"/>
                </a:lnTo>
                <a:lnTo>
                  <a:pt x="1028256" y="722640"/>
                </a:lnTo>
                <a:lnTo>
                  <a:pt x="1033639" y="711884"/>
                </a:lnTo>
                <a:lnTo>
                  <a:pt x="1041044" y="709449"/>
                </a:lnTo>
                <a:lnTo>
                  <a:pt x="1053112" y="715525"/>
                </a:lnTo>
                <a:lnTo>
                  <a:pt x="1055551" y="722926"/>
                </a:lnTo>
                <a:lnTo>
                  <a:pt x="1049426" y="735039"/>
                </a:lnTo>
                <a:lnTo>
                  <a:pt x="1042074" y="737433"/>
                </a:lnTo>
                <a:lnTo>
                  <a:pt x="1034689" y="733730"/>
                </a:lnTo>
                <a:lnTo>
                  <a:pt x="1033538" y="732888"/>
                </a:lnTo>
                <a:close/>
              </a:path>
              <a:path w="5142230" h="2300604">
                <a:moveTo>
                  <a:pt x="1097595" y="763730"/>
                </a:moveTo>
                <a:lnTo>
                  <a:pt x="1093263" y="759093"/>
                </a:lnTo>
                <a:lnTo>
                  <a:pt x="1092217" y="753770"/>
                </a:lnTo>
                <a:lnTo>
                  <a:pt x="1094358" y="749122"/>
                </a:lnTo>
                <a:lnTo>
                  <a:pt x="1097215" y="742992"/>
                </a:lnTo>
                <a:lnTo>
                  <a:pt x="1104482" y="740312"/>
                </a:lnTo>
                <a:lnTo>
                  <a:pt x="1110617" y="743165"/>
                </a:lnTo>
                <a:lnTo>
                  <a:pt x="1116800" y="745972"/>
                </a:lnTo>
                <a:lnTo>
                  <a:pt x="1119475" y="753234"/>
                </a:lnTo>
                <a:lnTo>
                  <a:pt x="1113774" y="765508"/>
                </a:lnTo>
                <a:lnTo>
                  <a:pt x="1106553" y="768236"/>
                </a:lnTo>
                <a:lnTo>
                  <a:pt x="1100370" y="765429"/>
                </a:lnTo>
                <a:lnTo>
                  <a:pt x="1098883" y="764718"/>
                </a:lnTo>
                <a:lnTo>
                  <a:pt x="1097595" y="763730"/>
                </a:lnTo>
                <a:close/>
              </a:path>
              <a:path w="5142230" h="2300604">
                <a:moveTo>
                  <a:pt x="2439400" y="1223809"/>
                </a:moveTo>
                <a:lnTo>
                  <a:pt x="2435027" y="1219128"/>
                </a:lnTo>
                <a:lnTo>
                  <a:pt x="2434123" y="1213663"/>
                </a:lnTo>
                <a:lnTo>
                  <a:pt x="2439404" y="1202895"/>
                </a:lnTo>
                <a:lnTo>
                  <a:pt x="2446754" y="1200402"/>
                </a:lnTo>
                <a:lnTo>
                  <a:pt x="2458878" y="1206343"/>
                </a:lnTo>
                <a:lnTo>
                  <a:pt x="2461362" y="1213693"/>
                </a:lnTo>
                <a:lnTo>
                  <a:pt x="2455377" y="1225859"/>
                </a:lnTo>
                <a:lnTo>
                  <a:pt x="2448026" y="1228351"/>
                </a:lnTo>
                <a:lnTo>
                  <a:pt x="2441985" y="1225403"/>
                </a:lnTo>
                <a:lnTo>
                  <a:pt x="2440593" y="1224694"/>
                </a:lnTo>
                <a:lnTo>
                  <a:pt x="2439400" y="1223809"/>
                </a:lnTo>
                <a:close/>
              </a:path>
              <a:path w="5142230" h="2300604">
                <a:moveTo>
                  <a:pt x="1361644" y="868978"/>
                </a:moveTo>
                <a:lnTo>
                  <a:pt x="1357312" y="864341"/>
                </a:lnTo>
                <a:lnTo>
                  <a:pt x="1356108" y="859631"/>
                </a:lnTo>
                <a:lnTo>
                  <a:pt x="1357722" y="855201"/>
                </a:lnTo>
                <a:lnTo>
                  <a:pt x="1359924" y="848761"/>
                </a:lnTo>
                <a:lnTo>
                  <a:pt x="1366931" y="845412"/>
                </a:lnTo>
                <a:lnTo>
                  <a:pt x="1379668" y="849858"/>
                </a:lnTo>
                <a:lnTo>
                  <a:pt x="1383066" y="856819"/>
                </a:lnTo>
                <a:lnTo>
                  <a:pt x="1380864" y="863259"/>
                </a:lnTo>
                <a:lnTo>
                  <a:pt x="1378616" y="869650"/>
                </a:lnTo>
                <a:lnTo>
                  <a:pt x="1371610" y="873000"/>
                </a:lnTo>
                <a:lnTo>
                  <a:pt x="1363257" y="870119"/>
                </a:lnTo>
                <a:lnTo>
                  <a:pt x="1361644" y="868978"/>
                </a:lnTo>
                <a:close/>
              </a:path>
              <a:path w="5142230" h="2300604">
                <a:moveTo>
                  <a:pt x="2827447" y="2037032"/>
                </a:moveTo>
                <a:lnTo>
                  <a:pt x="2823166" y="2032448"/>
                </a:lnTo>
                <a:lnTo>
                  <a:pt x="2821938" y="2028299"/>
                </a:lnTo>
                <a:lnTo>
                  <a:pt x="2822834" y="2024175"/>
                </a:lnTo>
                <a:lnTo>
                  <a:pt x="2824328" y="2017565"/>
                </a:lnTo>
                <a:lnTo>
                  <a:pt x="2830894" y="2013450"/>
                </a:lnTo>
                <a:lnTo>
                  <a:pt x="2844105" y="2016449"/>
                </a:lnTo>
                <a:lnTo>
                  <a:pt x="2848220" y="2023005"/>
                </a:lnTo>
                <a:lnTo>
                  <a:pt x="2845226" y="2036221"/>
                </a:lnTo>
                <a:lnTo>
                  <a:pt x="2838660" y="2040336"/>
                </a:lnTo>
                <a:lnTo>
                  <a:pt x="2829623" y="2038286"/>
                </a:lnTo>
                <a:lnTo>
                  <a:pt x="2827447" y="2037032"/>
                </a:lnTo>
                <a:close/>
              </a:path>
              <a:path w="5142230" h="2300604">
                <a:moveTo>
                  <a:pt x="2810187" y="2105842"/>
                </a:moveTo>
                <a:lnTo>
                  <a:pt x="2805905" y="2101259"/>
                </a:lnTo>
                <a:lnTo>
                  <a:pt x="2804684" y="2096921"/>
                </a:lnTo>
                <a:lnTo>
                  <a:pt x="2807549" y="2086109"/>
                </a:lnTo>
                <a:lnTo>
                  <a:pt x="2813995" y="2082452"/>
                </a:lnTo>
                <a:lnTo>
                  <a:pt x="2814293" y="2082283"/>
                </a:lnTo>
                <a:lnTo>
                  <a:pt x="2820839" y="2084012"/>
                </a:lnTo>
                <a:lnTo>
                  <a:pt x="2827345" y="2085796"/>
                </a:lnTo>
                <a:lnTo>
                  <a:pt x="2831220" y="2092485"/>
                </a:lnTo>
                <a:lnTo>
                  <a:pt x="2829491" y="2099040"/>
                </a:lnTo>
                <a:lnTo>
                  <a:pt x="2827712" y="2105542"/>
                </a:lnTo>
                <a:lnTo>
                  <a:pt x="2821314" y="2109250"/>
                </a:lnTo>
                <a:lnTo>
                  <a:pt x="2821018" y="2109421"/>
                </a:lnTo>
                <a:lnTo>
                  <a:pt x="2812174" y="2107090"/>
                </a:lnTo>
                <a:lnTo>
                  <a:pt x="2810187" y="2105842"/>
                </a:lnTo>
                <a:close/>
              </a:path>
              <a:path w="5142230" h="2300604">
                <a:moveTo>
                  <a:pt x="633675" y="349222"/>
                </a:moveTo>
                <a:lnTo>
                  <a:pt x="628513" y="343696"/>
                </a:lnTo>
                <a:lnTo>
                  <a:pt x="628020" y="342777"/>
                </a:lnTo>
                <a:lnTo>
                  <a:pt x="624731" y="336911"/>
                </a:lnTo>
                <a:lnTo>
                  <a:pt x="626828" y="329381"/>
                </a:lnTo>
                <a:lnTo>
                  <a:pt x="632746" y="326136"/>
                </a:lnTo>
                <a:lnTo>
                  <a:pt x="638666" y="322797"/>
                </a:lnTo>
                <a:lnTo>
                  <a:pt x="646101" y="324891"/>
                </a:lnTo>
                <a:lnTo>
                  <a:pt x="649440" y="330812"/>
                </a:lnTo>
                <a:lnTo>
                  <a:pt x="652685" y="336729"/>
                </a:lnTo>
                <a:lnTo>
                  <a:pt x="650636" y="344213"/>
                </a:lnTo>
                <a:lnTo>
                  <a:pt x="644670" y="347503"/>
                </a:lnTo>
                <a:lnTo>
                  <a:pt x="639712" y="350309"/>
                </a:lnTo>
                <a:lnTo>
                  <a:pt x="633675" y="349222"/>
                </a:lnTo>
                <a:close/>
              </a:path>
              <a:path w="5142230" h="2300604">
                <a:moveTo>
                  <a:pt x="2040719" y="1076682"/>
                </a:moveTo>
                <a:lnTo>
                  <a:pt x="2036391" y="1072050"/>
                </a:lnTo>
                <a:lnTo>
                  <a:pt x="2035173" y="1067618"/>
                </a:lnTo>
                <a:lnTo>
                  <a:pt x="2038370" y="1056770"/>
                </a:lnTo>
                <a:lnTo>
                  <a:pt x="2045202" y="1053136"/>
                </a:lnTo>
                <a:lnTo>
                  <a:pt x="2051652" y="1055055"/>
                </a:lnTo>
                <a:lnTo>
                  <a:pt x="2058146" y="1056923"/>
                </a:lnTo>
                <a:lnTo>
                  <a:pt x="2061883" y="1063759"/>
                </a:lnTo>
                <a:lnTo>
                  <a:pt x="2059916" y="1070254"/>
                </a:lnTo>
                <a:lnTo>
                  <a:pt x="2058042" y="1076753"/>
                </a:lnTo>
                <a:lnTo>
                  <a:pt x="2051260" y="1080440"/>
                </a:lnTo>
                <a:lnTo>
                  <a:pt x="2042566" y="1077878"/>
                </a:lnTo>
                <a:lnTo>
                  <a:pt x="2040719" y="1076682"/>
                </a:lnTo>
                <a:close/>
              </a:path>
              <a:path w="5142230" h="2300604">
                <a:moveTo>
                  <a:pt x="1294757" y="844980"/>
                </a:moveTo>
                <a:lnTo>
                  <a:pt x="1290435" y="840353"/>
                </a:lnTo>
                <a:lnTo>
                  <a:pt x="1289278" y="835498"/>
                </a:lnTo>
                <a:lnTo>
                  <a:pt x="1293283" y="824635"/>
                </a:lnTo>
                <a:lnTo>
                  <a:pt x="1300332" y="821428"/>
                </a:lnTo>
                <a:lnTo>
                  <a:pt x="1306674" y="823721"/>
                </a:lnTo>
                <a:lnTo>
                  <a:pt x="1313013" y="826109"/>
                </a:lnTo>
                <a:lnTo>
                  <a:pt x="1316269" y="833112"/>
                </a:lnTo>
                <a:lnTo>
                  <a:pt x="1311585" y="845888"/>
                </a:lnTo>
                <a:lnTo>
                  <a:pt x="1304536" y="849095"/>
                </a:lnTo>
                <a:lnTo>
                  <a:pt x="1296330" y="846077"/>
                </a:lnTo>
                <a:lnTo>
                  <a:pt x="1294757" y="844980"/>
                </a:lnTo>
                <a:close/>
              </a:path>
              <a:path w="5142230" h="2300604">
                <a:moveTo>
                  <a:pt x="670161" y="410370"/>
                </a:moveTo>
                <a:lnTo>
                  <a:pt x="665138" y="404993"/>
                </a:lnTo>
                <a:lnTo>
                  <a:pt x="661053" y="398665"/>
                </a:lnTo>
                <a:lnTo>
                  <a:pt x="662732" y="391079"/>
                </a:lnTo>
                <a:lnTo>
                  <a:pt x="668473" y="387450"/>
                </a:lnTo>
                <a:lnTo>
                  <a:pt x="674165" y="383768"/>
                </a:lnTo>
                <a:lnTo>
                  <a:pt x="681756" y="385443"/>
                </a:lnTo>
                <a:lnTo>
                  <a:pt x="689013" y="396926"/>
                </a:lnTo>
                <a:lnTo>
                  <a:pt x="687297" y="404473"/>
                </a:lnTo>
                <a:lnTo>
                  <a:pt x="676577" y="411373"/>
                </a:lnTo>
                <a:lnTo>
                  <a:pt x="670161" y="410370"/>
                </a:lnTo>
                <a:close/>
              </a:path>
              <a:path w="5142230" h="2300604">
                <a:moveTo>
                  <a:pt x="600253" y="286271"/>
                </a:moveTo>
                <a:lnTo>
                  <a:pt x="595830" y="281537"/>
                </a:lnTo>
                <a:lnTo>
                  <a:pt x="595158" y="280621"/>
                </a:lnTo>
                <a:lnTo>
                  <a:pt x="591578" y="273465"/>
                </a:lnTo>
                <a:lnTo>
                  <a:pt x="594046" y="266137"/>
                </a:lnTo>
                <a:lnTo>
                  <a:pt x="599680" y="263273"/>
                </a:lnTo>
                <a:lnTo>
                  <a:pt x="606026" y="260097"/>
                </a:lnTo>
                <a:lnTo>
                  <a:pt x="613478" y="262503"/>
                </a:lnTo>
                <a:lnTo>
                  <a:pt x="619577" y="274602"/>
                </a:lnTo>
                <a:lnTo>
                  <a:pt x="617113" y="281935"/>
                </a:lnTo>
                <a:lnTo>
                  <a:pt x="611475" y="284795"/>
                </a:lnTo>
                <a:lnTo>
                  <a:pt x="606114" y="287462"/>
                </a:lnTo>
                <a:lnTo>
                  <a:pt x="600253" y="286271"/>
                </a:lnTo>
                <a:close/>
              </a:path>
              <a:path w="5142230" h="2300604">
                <a:moveTo>
                  <a:pt x="2176190" y="1118872"/>
                </a:moveTo>
                <a:lnTo>
                  <a:pt x="2171904" y="1114284"/>
                </a:lnTo>
                <a:lnTo>
                  <a:pt x="2170746" y="1109623"/>
                </a:lnTo>
                <a:lnTo>
                  <a:pt x="2172171" y="1105186"/>
                </a:lnTo>
                <a:lnTo>
                  <a:pt x="2174252" y="1099008"/>
                </a:lnTo>
                <a:lnTo>
                  <a:pt x="2174325" y="1098792"/>
                </a:lnTo>
                <a:lnTo>
                  <a:pt x="2181289" y="1095299"/>
                </a:lnTo>
                <a:lnTo>
                  <a:pt x="2187679" y="1097448"/>
                </a:lnTo>
                <a:lnTo>
                  <a:pt x="2194126" y="1099560"/>
                </a:lnTo>
                <a:lnTo>
                  <a:pt x="2197569" y="1106471"/>
                </a:lnTo>
                <a:lnTo>
                  <a:pt x="2195466" y="1112919"/>
                </a:lnTo>
                <a:lnTo>
                  <a:pt x="2193337" y="1119144"/>
                </a:lnTo>
                <a:lnTo>
                  <a:pt x="2193264" y="1119359"/>
                </a:lnTo>
                <a:lnTo>
                  <a:pt x="2186348" y="1122806"/>
                </a:lnTo>
                <a:lnTo>
                  <a:pt x="2179900" y="1120693"/>
                </a:lnTo>
                <a:lnTo>
                  <a:pt x="2177898" y="1120016"/>
                </a:lnTo>
                <a:lnTo>
                  <a:pt x="2176190" y="1118872"/>
                </a:lnTo>
                <a:close/>
              </a:path>
              <a:path w="5142230" h="2300604">
                <a:moveTo>
                  <a:pt x="710549" y="469146"/>
                </a:moveTo>
                <a:lnTo>
                  <a:pt x="705349" y="463580"/>
                </a:lnTo>
                <a:lnTo>
                  <a:pt x="701285" y="458154"/>
                </a:lnTo>
                <a:lnTo>
                  <a:pt x="702491" y="450453"/>
                </a:lnTo>
                <a:lnTo>
                  <a:pt x="707914" y="446483"/>
                </a:lnTo>
                <a:lnTo>
                  <a:pt x="713340" y="442419"/>
                </a:lnTo>
                <a:lnTo>
                  <a:pt x="720996" y="443576"/>
                </a:lnTo>
                <a:lnTo>
                  <a:pt x="729075" y="454473"/>
                </a:lnTo>
                <a:lnTo>
                  <a:pt x="727918" y="462129"/>
                </a:lnTo>
                <a:lnTo>
                  <a:pt x="722492" y="466193"/>
                </a:lnTo>
                <a:lnTo>
                  <a:pt x="717456" y="469893"/>
                </a:lnTo>
                <a:lnTo>
                  <a:pt x="710549" y="469146"/>
                </a:lnTo>
                <a:close/>
              </a:path>
              <a:path w="5142230" h="2300604">
                <a:moveTo>
                  <a:pt x="2108614" y="1097263"/>
                </a:moveTo>
                <a:lnTo>
                  <a:pt x="2104286" y="1092631"/>
                </a:lnTo>
                <a:lnTo>
                  <a:pt x="2103120" y="1088059"/>
                </a:lnTo>
                <a:lnTo>
                  <a:pt x="2104444" y="1083709"/>
                </a:lnTo>
                <a:lnTo>
                  <a:pt x="2106457" y="1077263"/>
                </a:lnTo>
                <a:lnTo>
                  <a:pt x="2113330" y="1073673"/>
                </a:lnTo>
                <a:lnTo>
                  <a:pt x="2119830" y="1075646"/>
                </a:lnTo>
                <a:lnTo>
                  <a:pt x="2126276" y="1077659"/>
                </a:lnTo>
                <a:lnTo>
                  <a:pt x="2129866" y="1084532"/>
                </a:lnTo>
                <a:lnTo>
                  <a:pt x="2127899" y="1091027"/>
                </a:lnTo>
                <a:lnTo>
                  <a:pt x="2125885" y="1097474"/>
                </a:lnTo>
                <a:lnTo>
                  <a:pt x="2119012" y="1101064"/>
                </a:lnTo>
                <a:lnTo>
                  <a:pt x="2112517" y="1099096"/>
                </a:lnTo>
                <a:lnTo>
                  <a:pt x="2110416" y="1098411"/>
                </a:lnTo>
                <a:lnTo>
                  <a:pt x="2108614" y="1097263"/>
                </a:lnTo>
                <a:close/>
              </a:path>
              <a:path w="5142230" h="2300604">
                <a:moveTo>
                  <a:pt x="755193" y="524756"/>
                </a:moveTo>
                <a:lnTo>
                  <a:pt x="750415" y="519641"/>
                </a:lnTo>
                <a:lnTo>
                  <a:pt x="745960" y="514580"/>
                </a:lnTo>
                <a:lnTo>
                  <a:pt x="746461" y="506807"/>
                </a:lnTo>
                <a:lnTo>
                  <a:pt x="751617" y="502356"/>
                </a:lnTo>
                <a:lnTo>
                  <a:pt x="756077" y="498431"/>
                </a:lnTo>
                <a:lnTo>
                  <a:pt x="756678" y="497902"/>
                </a:lnTo>
                <a:lnTo>
                  <a:pt x="764397" y="498443"/>
                </a:lnTo>
                <a:lnTo>
                  <a:pt x="773356" y="508619"/>
                </a:lnTo>
                <a:lnTo>
                  <a:pt x="772810" y="516343"/>
                </a:lnTo>
                <a:lnTo>
                  <a:pt x="763237" y="524765"/>
                </a:lnTo>
                <a:lnTo>
                  <a:pt x="762736" y="525206"/>
                </a:lnTo>
                <a:lnTo>
                  <a:pt x="755193" y="524756"/>
                </a:lnTo>
                <a:close/>
              </a:path>
              <a:path w="5142230" h="2300604">
                <a:moveTo>
                  <a:pt x="2855843" y="1756204"/>
                </a:moveTo>
                <a:lnTo>
                  <a:pt x="2851557" y="1751616"/>
                </a:lnTo>
                <a:lnTo>
                  <a:pt x="2850323" y="1749024"/>
                </a:lnTo>
                <a:lnTo>
                  <a:pt x="2849707" y="1739373"/>
                </a:lnTo>
                <a:lnTo>
                  <a:pt x="2854821" y="1733509"/>
                </a:lnTo>
                <a:lnTo>
                  <a:pt x="2861540" y="1733076"/>
                </a:lnTo>
                <a:lnTo>
                  <a:pt x="2868303" y="1732594"/>
                </a:lnTo>
                <a:lnTo>
                  <a:pt x="2874131" y="1737659"/>
                </a:lnTo>
                <a:lnTo>
                  <a:pt x="2875086" y="1751194"/>
                </a:lnTo>
                <a:lnTo>
                  <a:pt x="2870025" y="1757017"/>
                </a:lnTo>
                <a:lnTo>
                  <a:pt x="2863254" y="1757490"/>
                </a:lnTo>
                <a:lnTo>
                  <a:pt x="2859374" y="1757736"/>
                </a:lnTo>
                <a:lnTo>
                  <a:pt x="2855843" y="1756204"/>
                </a:lnTo>
                <a:close/>
              </a:path>
              <a:path w="5142230" h="2300604">
                <a:moveTo>
                  <a:pt x="2727878" y="1435262"/>
                </a:moveTo>
                <a:lnTo>
                  <a:pt x="2722998" y="1430038"/>
                </a:lnTo>
                <a:lnTo>
                  <a:pt x="2718597" y="1424936"/>
                </a:lnTo>
                <a:lnTo>
                  <a:pt x="2719143" y="1417212"/>
                </a:lnTo>
                <a:lnTo>
                  <a:pt x="2728648" y="1409010"/>
                </a:lnTo>
                <a:lnTo>
                  <a:pt x="2729406" y="1408356"/>
                </a:lnTo>
                <a:lnTo>
                  <a:pt x="2737175" y="1408951"/>
                </a:lnTo>
                <a:lnTo>
                  <a:pt x="2745979" y="1419254"/>
                </a:lnTo>
                <a:lnTo>
                  <a:pt x="2745391" y="1426934"/>
                </a:lnTo>
                <a:lnTo>
                  <a:pt x="2735878" y="1435126"/>
                </a:lnTo>
                <a:lnTo>
                  <a:pt x="2735271" y="1435649"/>
                </a:lnTo>
                <a:lnTo>
                  <a:pt x="2727878" y="1435262"/>
                </a:lnTo>
                <a:close/>
              </a:path>
              <a:path w="5142230" h="2300604">
                <a:moveTo>
                  <a:pt x="2674706" y="1380005"/>
                </a:moveTo>
                <a:lnTo>
                  <a:pt x="2669746" y="1374695"/>
                </a:lnTo>
                <a:lnTo>
                  <a:pt x="2669665" y="1367374"/>
                </a:lnTo>
                <a:lnTo>
                  <a:pt x="2674116" y="1362659"/>
                </a:lnTo>
                <a:lnTo>
                  <a:pt x="2678677" y="1357668"/>
                </a:lnTo>
                <a:lnTo>
                  <a:pt x="2686480" y="1357419"/>
                </a:lnTo>
                <a:lnTo>
                  <a:pt x="2696359" y="1366626"/>
                </a:lnTo>
                <a:lnTo>
                  <a:pt x="2696613" y="1374424"/>
                </a:lnTo>
                <a:lnTo>
                  <a:pt x="2687405" y="1384313"/>
                </a:lnTo>
                <a:lnTo>
                  <a:pt x="2679648" y="1384610"/>
                </a:lnTo>
                <a:lnTo>
                  <a:pt x="2674706" y="1380005"/>
                </a:lnTo>
                <a:close/>
              </a:path>
              <a:path w="5142230" h="2300604">
                <a:moveTo>
                  <a:pt x="2830526" y="1617868"/>
                </a:moveTo>
                <a:lnTo>
                  <a:pt x="2826195" y="1613231"/>
                </a:lnTo>
                <a:lnTo>
                  <a:pt x="2825262" y="1611646"/>
                </a:lnTo>
                <a:lnTo>
                  <a:pt x="2824708" y="1609880"/>
                </a:lnTo>
                <a:lnTo>
                  <a:pt x="2822614" y="1603436"/>
                </a:lnTo>
                <a:lnTo>
                  <a:pt x="2826148" y="1596564"/>
                </a:lnTo>
                <a:lnTo>
                  <a:pt x="2832597" y="1594475"/>
                </a:lnTo>
                <a:lnTo>
                  <a:pt x="2839087" y="1592430"/>
                </a:lnTo>
                <a:lnTo>
                  <a:pt x="2845949" y="1595963"/>
                </a:lnTo>
                <a:lnTo>
                  <a:pt x="2848043" y="1602408"/>
                </a:lnTo>
                <a:lnTo>
                  <a:pt x="2850088" y="1608898"/>
                </a:lnTo>
                <a:lnTo>
                  <a:pt x="2846555" y="1615770"/>
                </a:lnTo>
                <a:lnTo>
                  <a:pt x="2840060" y="1617810"/>
                </a:lnTo>
                <a:lnTo>
                  <a:pt x="2835434" y="1619309"/>
                </a:lnTo>
                <a:lnTo>
                  <a:pt x="2830526" y="1617868"/>
                </a:lnTo>
                <a:close/>
              </a:path>
              <a:path w="5142230" h="2300604">
                <a:moveTo>
                  <a:pt x="1496460" y="913790"/>
                </a:moveTo>
                <a:lnTo>
                  <a:pt x="1492133" y="909157"/>
                </a:lnTo>
                <a:lnTo>
                  <a:pt x="1490966" y="904586"/>
                </a:lnTo>
                <a:lnTo>
                  <a:pt x="1494405" y="893703"/>
                </a:lnTo>
                <a:lnTo>
                  <a:pt x="1501275" y="890207"/>
                </a:lnTo>
                <a:lnTo>
                  <a:pt x="1514214" y="894283"/>
                </a:lnTo>
                <a:lnTo>
                  <a:pt x="1517755" y="901201"/>
                </a:lnTo>
                <a:lnTo>
                  <a:pt x="1515691" y="907594"/>
                </a:lnTo>
                <a:lnTo>
                  <a:pt x="1513629" y="914086"/>
                </a:lnTo>
                <a:lnTo>
                  <a:pt x="1506761" y="917681"/>
                </a:lnTo>
                <a:lnTo>
                  <a:pt x="1500317" y="915573"/>
                </a:lnTo>
                <a:lnTo>
                  <a:pt x="1498257" y="914932"/>
                </a:lnTo>
                <a:lnTo>
                  <a:pt x="1496460" y="913790"/>
                </a:lnTo>
                <a:close/>
              </a:path>
              <a:path w="5142230" h="2300604">
                <a:moveTo>
                  <a:pt x="1632078" y="955843"/>
                </a:moveTo>
                <a:lnTo>
                  <a:pt x="1627792" y="951255"/>
                </a:lnTo>
                <a:lnTo>
                  <a:pt x="1626581" y="946733"/>
                </a:lnTo>
                <a:lnTo>
                  <a:pt x="1629877" y="935893"/>
                </a:lnTo>
                <a:lnTo>
                  <a:pt x="1636700" y="932249"/>
                </a:lnTo>
                <a:lnTo>
                  <a:pt x="1649695" y="936190"/>
                </a:lnTo>
                <a:lnTo>
                  <a:pt x="1653334" y="943017"/>
                </a:lnTo>
                <a:lnTo>
                  <a:pt x="1649398" y="956008"/>
                </a:lnTo>
                <a:lnTo>
                  <a:pt x="1642571" y="959646"/>
                </a:lnTo>
                <a:lnTo>
                  <a:pt x="1633926" y="957039"/>
                </a:lnTo>
                <a:lnTo>
                  <a:pt x="1632078" y="955843"/>
                </a:lnTo>
                <a:close/>
              </a:path>
              <a:path w="5142230" h="2300604">
                <a:moveTo>
                  <a:pt x="2375124" y="1194003"/>
                </a:moveTo>
                <a:lnTo>
                  <a:pt x="2370796" y="1189371"/>
                </a:lnTo>
                <a:lnTo>
                  <a:pt x="2369747" y="1184142"/>
                </a:lnTo>
                <a:lnTo>
                  <a:pt x="2371740" y="1179532"/>
                </a:lnTo>
                <a:lnTo>
                  <a:pt x="2374458" y="1173350"/>
                </a:lnTo>
                <a:lnTo>
                  <a:pt x="2381682" y="1170527"/>
                </a:lnTo>
                <a:lnTo>
                  <a:pt x="2387914" y="1173289"/>
                </a:lnTo>
                <a:lnTo>
                  <a:pt x="2394150" y="1175956"/>
                </a:lnTo>
                <a:lnTo>
                  <a:pt x="2396973" y="1183181"/>
                </a:lnTo>
                <a:lnTo>
                  <a:pt x="2394207" y="1189408"/>
                </a:lnTo>
                <a:lnTo>
                  <a:pt x="2391498" y="1195599"/>
                </a:lnTo>
                <a:lnTo>
                  <a:pt x="2384274" y="1198422"/>
                </a:lnTo>
                <a:lnTo>
                  <a:pt x="2378083" y="1195704"/>
                </a:lnTo>
                <a:lnTo>
                  <a:pt x="2376506" y="1194995"/>
                </a:lnTo>
                <a:lnTo>
                  <a:pt x="2375124" y="1194003"/>
                </a:lnTo>
                <a:close/>
              </a:path>
              <a:path w="5142230" h="2300604">
                <a:moveTo>
                  <a:pt x="1564238" y="935028"/>
                </a:moveTo>
                <a:lnTo>
                  <a:pt x="1559906" y="930391"/>
                </a:lnTo>
                <a:lnTo>
                  <a:pt x="1558696" y="925869"/>
                </a:lnTo>
                <a:lnTo>
                  <a:pt x="1560019" y="921519"/>
                </a:lnTo>
                <a:lnTo>
                  <a:pt x="1562033" y="915073"/>
                </a:lnTo>
                <a:lnTo>
                  <a:pt x="1568959" y="911442"/>
                </a:lnTo>
                <a:lnTo>
                  <a:pt x="1581852" y="915469"/>
                </a:lnTo>
                <a:lnTo>
                  <a:pt x="1585486" y="922291"/>
                </a:lnTo>
                <a:lnTo>
                  <a:pt x="1583473" y="928738"/>
                </a:lnTo>
                <a:lnTo>
                  <a:pt x="1581510" y="935238"/>
                </a:lnTo>
                <a:lnTo>
                  <a:pt x="1574588" y="938873"/>
                </a:lnTo>
                <a:lnTo>
                  <a:pt x="1568141" y="936860"/>
                </a:lnTo>
                <a:lnTo>
                  <a:pt x="1566040" y="936175"/>
                </a:lnTo>
                <a:lnTo>
                  <a:pt x="1564238" y="935028"/>
                </a:lnTo>
                <a:close/>
              </a:path>
              <a:path w="5142230" h="2300604">
                <a:moveTo>
                  <a:pt x="2770303" y="1491331"/>
                </a:moveTo>
                <a:lnTo>
                  <a:pt x="2765288" y="1485962"/>
                </a:lnTo>
                <a:lnTo>
                  <a:pt x="2764930" y="1485384"/>
                </a:lnTo>
                <a:lnTo>
                  <a:pt x="2761203" y="1479733"/>
                </a:lnTo>
                <a:lnTo>
                  <a:pt x="2762734" y="1472085"/>
                </a:lnTo>
                <a:lnTo>
                  <a:pt x="2774034" y="1464633"/>
                </a:lnTo>
                <a:lnTo>
                  <a:pt x="2781629" y="1466214"/>
                </a:lnTo>
                <a:lnTo>
                  <a:pt x="2789081" y="1477514"/>
                </a:lnTo>
                <a:lnTo>
                  <a:pt x="2787549" y="1485063"/>
                </a:lnTo>
                <a:lnTo>
                  <a:pt x="2781899" y="1488789"/>
                </a:lnTo>
                <a:lnTo>
                  <a:pt x="2776832" y="1492162"/>
                </a:lnTo>
                <a:lnTo>
                  <a:pt x="2770303" y="1491331"/>
                </a:lnTo>
                <a:close/>
              </a:path>
              <a:path w="5142230" h="2300604">
                <a:moveTo>
                  <a:pt x="2804758" y="1552455"/>
                </a:moveTo>
                <a:lnTo>
                  <a:pt x="2800385" y="1547774"/>
                </a:lnTo>
                <a:lnTo>
                  <a:pt x="2799707" y="1546755"/>
                </a:lnTo>
                <a:lnTo>
                  <a:pt x="2796228" y="1539513"/>
                </a:lnTo>
                <a:lnTo>
                  <a:pt x="2798791" y="1532188"/>
                </a:lnTo>
                <a:lnTo>
                  <a:pt x="2810979" y="1526272"/>
                </a:lnTo>
                <a:lnTo>
                  <a:pt x="2818300" y="1528929"/>
                </a:lnTo>
                <a:lnTo>
                  <a:pt x="2824166" y="1541073"/>
                </a:lnTo>
                <a:lnTo>
                  <a:pt x="2821603" y="1548397"/>
                </a:lnTo>
                <a:lnTo>
                  <a:pt x="2815507" y="1551353"/>
                </a:lnTo>
                <a:lnTo>
                  <a:pt x="2810516" y="1553732"/>
                </a:lnTo>
                <a:lnTo>
                  <a:pt x="2804758" y="1552455"/>
                </a:lnTo>
                <a:close/>
              </a:path>
              <a:path w="5142230" h="2300604">
                <a:moveTo>
                  <a:pt x="1428896" y="891803"/>
                </a:moveTo>
                <a:lnTo>
                  <a:pt x="1424614" y="887220"/>
                </a:lnTo>
                <a:lnTo>
                  <a:pt x="1423402" y="882599"/>
                </a:lnTo>
                <a:lnTo>
                  <a:pt x="1424828" y="878163"/>
                </a:lnTo>
                <a:lnTo>
                  <a:pt x="1426928" y="871907"/>
                </a:lnTo>
                <a:lnTo>
                  <a:pt x="1426977" y="871764"/>
                </a:lnTo>
                <a:lnTo>
                  <a:pt x="1433900" y="868227"/>
                </a:lnTo>
                <a:lnTo>
                  <a:pt x="1446783" y="872537"/>
                </a:lnTo>
                <a:lnTo>
                  <a:pt x="1450230" y="879452"/>
                </a:lnTo>
                <a:lnTo>
                  <a:pt x="1448122" y="885896"/>
                </a:lnTo>
                <a:lnTo>
                  <a:pt x="1446018" y="892146"/>
                </a:lnTo>
                <a:lnTo>
                  <a:pt x="1445969" y="892290"/>
                </a:lnTo>
                <a:lnTo>
                  <a:pt x="1439099" y="895786"/>
                </a:lnTo>
                <a:lnTo>
                  <a:pt x="1432656" y="893678"/>
                </a:lnTo>
                <a:lnTo>
                  <a:pt x="1430649" y="892996"/>
                </a:lnTo>
                <a:lnTo>
                  <a:pt x="1428896" y="891803"/>
                </a:lnTo>
                <a:close/>
              </a:path>
              <a:path w="5142230" h="2300604">
                <a:moveTo>
                  <a:pt x="1700019" y="976473"/>
                </a:moveTo>
                <a:lnTo>
                  <a:pt x="1695691" y="971841"/>
                </a:lnTo>
                <a:lnTo>
                  <a:pt x="1694522" y="967363"/>
                </a:lnTo>
                <a:lnTo>
                  <a:pt x="1697818" y="956523"/>
                </a:lnTo>
                <a:lnTo>
                  <a:pt x="1704641" y="952879"/>
                </a:lnTo>
                <a:lnTo>
                  <a:pt x="1717586" y="956766"/>
                </a:lnTo>
                <a:lnTo>
                  <a:pt x="1721275" y="963647"/>
                </a:lnTo>
                <a:lnTo>
                  <a:pt x="1719307" y="970142"/>
                </a:lnTo>
                <a:lnTo>
                  <a:pt x="1717293" y="976589"/>
                </a:lnTo>
                <a:lnTo>
                  <a:pt x="1710466" y="980228"/>
                </a:lnTo>
                <a:lnTo>
                  <a:pt x="1701866" y="977669"/>
                </a:lnTo>
                <a:lnTo>
                  <a:pt x="1700019" y="976473"/>
                </a:lnTo>
                <a:close/>
              </a:path>
              <a:path w="5142230" h="2300604">
                <a:moveTo>
                  <a:pt x="2847366" y="1686234"/>
                </a:moveTo>
                <a:lnTo>
                  <a:pt x="2843080" y="1681646"/>
                </a:lnTo>
                <a:lnTo>
                  <a:pt x="2841978" y="1679488"/>
                </a:lnTo>
                <a:lnTo>
                  <a:pt x="2841524" y="1677047"/>
                </a:lnTo>
                <a:lnTo>
                  <a:pt x="2840337" y="1670400"/>
                </a:lnTo>
                <a:lnTo>
                  <a:pt x="2844669" y="1664091"/>
                </a:lnTo>
                <a:lnTo>
                  <a:pt x="2857972" y="1661616"/>
                </a:lnTo>
                <a:lnTo>
                  <a:pt x="2864388" y="1666041"/>
                </a:lnTo>
                <a:lnTo>
                  <a:pt x="2865668" y="1672689"/>
                </a:lnTo>
                <a:lnTo>
                  <a:pt x="2866862" y="1679344"/>
                </a:lnTo>
                <a:lnTo>
                  <a:pt x="2862442" y="1685756"/>
                </a:lnTo>
                <a:lnTo>
                  <a:pt x="2855793" y="1686946"/>
                </a:lnTo>
                <a:lnTo>
                  <a:pt x="2851512" y="1687739"/>
                </a:lnTo>
                <a:lnTo>
                  <a:pt x="2847366" y="1686234"/>
                </a:lnTo>
                <a:close/>
              </a:path>
              <a:path w="5142230" h="2300604">
                <a:moveTo>
                  <a:pt x="2856931" y="1826867"/>
                </a:moveTo>
                <a:lnTo>
                  <a:pt x="2852649" y="1822283"/>
                </a:lnTo>
                <a:lnTo>
                  <a:pt x="2851382" y="1819167"/>
                </a:lnTo>
                <a:lnTo>
                  <a:pt x="2851499" y="1815871"/>
                </a:lnTo>
                <a:lnTo>
                  <a:pt x="2851681" y="1809126"/>
                </a:lnTo>
                <a:lnTo>
                  <a:pt x="2857287" y="1803788"/>
                </a:lnTo>
                <a:lnTo>
                  <a:pt x="2870876" y="1804161"/>
                </a:lnTo>
                <a:lnTo>
                  <a:pt x="2876155" y="1809813"/>
                </a:lnTo>
                <a:lnTo>
                  <a:pt x="2875795" y="1823307"/>
                </a:lnTo>
                <a:lnTo>
                  <a:pt x="2870131" y="1828680"/>
                </a:lnTo>
                <a:lnTo>
                  <a:pt x="2859995" y="1828387"/>
                </a:lnTo>
                <a:lnTo>
                  <a:pt x="2856931" y="1826867"/>
                </a:lnTo>
                <a:close/>
              </a:path>
              <a:path w="5142230" h="2300604">
                <a:moveTo>
                  <a:pt x="1571334" y="812425"/>
                </a:moveTo>
                <a:lnTo>
                  <a:pt x="1567193" y="807993"/>
                </a:lnTo>
                <a:lnTo>
                  <a:pt x="1566013" y="803699"/>
                </a:lnTo>
                <a:lnTo>
                  <a:pt x="1567196" y="799590"/>
                </a:lnTo>
                <a:lnTo>
                  <a:pt x="1568969" y="793277"/>
                </a:lnTo>
                <a:lnTo>
                  <a:pt x="1575513" y="789628"/>
                </a:lnTo>
                <a:lnTo>
                  <a:pt x="1588090" y="793219"/>
                </a:lnTo>
                <a:lnTo>
                  <a:pt x="1591739" y="799764"/>
                </a:lnTo>
                <a:lnTo>
                  <a:pt x="1589966" y="806077"/>
                </a:lnTo>
                <a:lnTo>
                  <a:pt x="1588148" y="812341"/>
                </a:lnTo>
                <a:lnTo>
                  <a:pt x="1581603" y="815990"/>
                </a:lnTo>
                <a:lnTo>
                  <a:pt x="1575339" y="814171"/>
                </a:lnTo>
                <a:lnTo>
                  <a:pt x="1573136" y="813572"/>
                </a:lnTo>
                <a:lnTo>
                  <a:pt x="1571334" y="812425"/>
                </a:lnTo>
                <a:close/>
              </a:path>
              <a:path w="5142230" h="2300604">
                <a:moveTo>
                  <a:pt x="3050528" y="1761981"/>
                </a:moveTo>
                <a:lnTo>
                  <a:pt x="3046383" y="1757544"/>
                </a:lnTo>
                <a:lnTo>
                  <a:pt x="3045119" y="1754432"/>
                </a:lnTo>
                <a:lnTo>
                  <a:pt x="3045326" y="1751134"/>
                </a:lnTo>
                <a:lnTo>
                  <a:pt x="3045686" y="1744580"/>
                </a:lnTo>
                <a:lnTo>
                  <a:pt x="3050896" y="1739893"/>
                </a:lnTo>
                <a:lnTo>
                  <a:pt x="3051243" y="1739581"/>
                </a:lnTo>
                <a:lnTo>
                  <a:pt x="3057747" y="1739896"/>
                </a:lnTo>
                <a:lnTo>
                  <a:pt x="3064297" y="1740261"/>
                </a:lnTo>
                <a:lnTo>
                  <a:pt x="3069296" y="1745808"/>
                </a:lnTo>
                <a:lnTo>
                  <a:pt x="3068936" y="1752363"/>
                </a:lnTo>
                <a:lnTo>
                  <a:pt x="3068616" y="1758862"/>
                </a:lnTo>
                <a:lnTo>
                  <a:pt x="3063019" y="1763917"/>
                </a:lnTo>
                <a:lnTo>
                  <a:pt x="3056515" y="1763601"/>
                </a:lnTo>
                <a:lnTo>
                  <a:pt x="3053307" y="1763393"/>
                </a:lnTo>
                <a:lnTo>
                  <a:pt x="3050528" y="1761981"/>
                </a:lnTo>
                <a:close/>
              </a:path>
              <a:path w="5142230" h="2300604">
                <a:moveTo>
                  <a:pt x="738191" y="316243"/>
                </a:moveTo>
                <a:lnTo>
                  <a:pt x="732888" y="310567"/>
                </a:lnTo>
                <a:lnTo>
                  <a:pt x="729245" y="305103"/>
                </a:lnTo>
                <a:lnTo>
                  <a:pt x="730680" y="297745"/>
                </a:lnTo>
                <a:lnTo>
                  <a:pt x="741549" y="290514"/>
                </a:lnTo>
                <a:lnTo>
                  <a:pt x="748912" y="291945"/>
                </a:lnTo>
                <a:lnTo>
                  <a:pt x="756187" y="302763"/>
                </a:lnTo>
                <a:lnTo>
                  <a:pt x="754761" y="310131"/>
                </a:lnTo>
                <a:lnTo>
                  <a:pt x="749298" y="313764"/>
                </a:lnTo>
                <a:lnTo>
                  <a:pt x="744422" y="317049"/>
                </a:lnTo>
                <a:lnTo>
                  <a:pt x="738191" y="316243"/>
                </a:lnTo>
                <a:close/>
              </a:path>
              <a:path w="5142230" h="2300604">
                <a:moveTo>
                  <a:pt x="1503193" y="792265"/>
                </a:moveTo>
                <a:lnTo>
                  <a:pt x="1499048" y="787828"/>
                </a:lnTo>
                <a:lnTo>
                  <a:pt x="1497871" y="783440"/>
                </a:lnTo>
                <a:lnTo>
                  <a:pt x="1501064" y="772978"/>
                </a:lnTo>
                <a:lnTo>
                  <a:pt x="1507651" y="769473"/>
                </a:lnTo>
                <a:lnTo>
                  <a:pt x="1520168" y="773293"/>
                </a:lnTo>
                <a:lnTo>
                  <a:pt x="1523674" y="779880"/>
                </a:lnTo>
                <a:lnTo>
                  <a:pt x="1519848" y="792402"/>
                </a:lnTo>
                <a:lnTo>
                  <a:pt x="1513261" y="795908"/>
                </a:lnTo>
                <a:lnTo>
                  <a:pt x="1507005" y="794000"/>
                </a:lnTo>
                <a:lnTo>
                  <a:pt x="1504995" y="793412"/>
                </a:lnTo>
                <a:lnTo>
                  <a:pt x="1503193" y="792265"/>
                </a:lnTo>
                <a:close/>
              </a:path>
              <a:path w="5142230" h="2300604">
                <a:moveTo>
                  <a:pt x="1435375" y="770790"/>
                </a:moveTo>
                <a:lnTo>
                  <a:pt x="1431230" y="766352"/>
                </a:lnTo>
                <a:lnTo>
                  <a:pt x="1430061" y="761875"/>
                </a:lnTo>
                <a:lnTo>
                  <a:pt x="1431480" y="757627"/>
                </a:lnTo>
                <a:lnTo>
                  <a:pt x="1433484" y="751464"/>
                </a:lnTo>
                <a:lnTo>
                  <a:pt x="1440162" y="748056"/>
                </a:lnTo>
                <a:lnTo>
                  <a:pt x="1446371" y="750108"/>
                </a:lnTo>
                <a:lnTo>
                  <a:pt x="1452624" y="752110"/>
                </a:lnTo>
                <a:lnTo>
                  <a:pt x="1456037" y="758793"/>
                </a:lnTo>
                <a:lnTo>
                  <a:pt x="1451927" y="771207"/>
                </a:lnTo>
                <a:lnTo>
                  <a:pt x="1445254" y="774619"/>
                </a:lnTo>
                <a:lnTo>
                  <a:pt x="1437083" y="771934"/>
                </a:lnTo>
                <a:lnTo>
                  <a:pt x="1435375" y="770790"/>
                </a:lnTo>
                <a:close/>
              </a:path>
              <a:path w="5142230" h="2300604">
                <a:moveTo>
                  <a:pt x="2525213" y="1089680"/>
                </a:moveTo>
                <a:lnTo>
                  <a:pt x="2521023" y="1085194"/>
                </a:lnTo>
                <a:lnTo>
                  <a:pt x="2519912" y="1080388"/>
                </a:lnTo>
                <a:lnTo>
                  <a:pt x="2521710" y="1075960"/>
                </a:lnTo>
                <a:lnTo>
                  <a:pt x="2524088" y="1069904"/>
                </a:lnTo>
                <a:lnTo>
                  <a:pt x="2530987" y="1066928"/>
                </a:lnTo>
                <a:lnTo>
                  <a:pt x="2543101" y="1071783"/>
                </a:lnTo>
                <a:lnTo>
                  <a:pt x="2546072" y="1078677"/>
                </a:lnTo>
                <a:lnTo>
                  <a:pt x="2543694" y="1084734"/>
                </a:lnTo>
                <a:lnTo>
                  <a:pt x="2541222" y="1090787"/>
                </a:lnTo>
                <a:lnTo>
                  <a:pt x="2534323" y="1093762"/>
                </a:lnTo>
                <a:lnTo>
                  <a:pt x="2528320" y="1091344"/>
                </a:lnTo>
                <a:lnTo>
                  <a:pt x="2526596" y="1090671"/>
                </a:lnTo>
                <a:lnTo>
                  <a:pt x="2525213" y="1089680"/>
                </a:lnTo>
                <a:close/>
              </a:path>
              <a:path w="5142230" h="2300604">
                <a:moveTo>
                  <a:pt x="2977733" y="1422389"/>
                </a:moveTo>
                <a:lnTo>
                  <a:pt x="2972804" y="1417113"/>
                </a:lnTo>
                <a:lnTo>
                  <a:pt x="2972404" y="1416391"/>
                </a:lnTo>
                <a:lnTo>
                  <a:pt x="2969055" y="1410753"/>
                </a:lnTo>
                <a:lnTo>
                  <a:pt x="2970860" y="1403497"/>
                </a:lnTo>
                <a:lnTo>
                  <a:pt x="2976497" y="1400149"/>
                </a:lnTo>
                <a:lnTo>
                  <a:pt x="2982089" y="1396751"/>
                </a:lnTo>
                <a:lnTo>
                  <a:pt x="2989341" y="1398551"/>
                </a:lnTo>
                <a:lnTo>
                  <a:pt x="2992690" y="1404188"/>
                </a:lnTo>
                <a:lnTo>
                  <a:pt x="2996092" y="1409785"/>
                </a:lnTo>
                <a:lnTo>
                  <a:pt x="2994234" y="1417082"/>
                </a:lnTo>
                <a:lnTo>
                  <a:pt x="2983779" y="1423387"/>
                </a:lnTo>
                <a:lnTo>
                  <a:pt x="2977733" y="1422389"/>
                </a:lnTo>
                <a:close/>
              </a:path>
              <a:path w="5142230" h="2300604">
                <a:moveTo>
                  <a:pt x="3032434" y="1902427"/>
                </a:moveTo>
                <a:lnTo>
                  <a:pt x="3028289" y="1897990"/>
                </a:lnTo>
                <a:lnTo>
                  <a:pt x="3027048" y="1894218"/>
                </a:lnTo>
                <a:lnTo>
                  <a:pt x="3027790" y="1890321"/>
                </a:lnTo>
                <a:lnTo>
                  <a:pt x="3029050" y="1883948"/>
                </a:lnTo>
                <a:lnTo>
                  <a:pt x="3035237" y="1879721"/>
                </a:lnTo>
                <a:lnTo>
                  <a:pt x="3048090" y="1882141"/>
                </a:lnTo>
                <a:lnTo>
                  <a:pt x="3052264" y="1888368"/>
                </a:lnTo>
                <a:lnTo>
                  <a:pt x="3049843" y="1901221"/>
                </a:lnTo>
                <a:lnTo>
                  <a:pt x="3043616" y="1905405"/>
                </a:lnTo>
                <a:lnTo>
                  <a:pt x="3037238" y="1904149"/>
                </a:lnTo>
                <a:lnTo>
                  <a:pt x="3034651" y="1903726"/>
                </a:lnTo>
                <a:lnTo>
                  <a:pt x="3032434" y="1902427"/>
                </a:lnTo>
                <a:close/>
              </a:path>
              <a:path w="5142230" h="2300604">
                <a:moveTo>
                  <a:pt x="3031908" y="1551736"/>
                </a:moveTo>
                <a:lnTo>
                  <a:pt x="3027762" y="1547299"/>
                </a:lnTo>
                <a:lnTo>
                  <a:pt x="3026783" y="1545566"/>
                </a:lnTo>
                <a:lnTo>
                  <a:pt x="3026231" y="1543607"/>
                </a:lnTo>
                <a:lnTo>
                  <a:pt x="3024561" y="1537323"/>
                </a:lnTo>
                <a:lnTo>
                  <a:pt x="3028370" y="1530844"/>
                </a:lnTo>
                <a:lnTo>
                  <a:pt x="3040947" y="1527495"/>
                </a:lnTo>
                <a:lnTo>
                  <a:pt x="3047476" y="1531258"/>
                </a:lnTo>
                <a:lnTo>
                  <a:pt x="3049101" y="1537592"/>
                </a:lnTo>
                <a:lnTo>
                  <a:pt x="3050771" y="1543876"/>
                </a:lnTo>
                <a:lnTo>
                  <a:pt x="3047057" y="1550359"/>
                </a:lnTo>
                <a:lnTo>
                  <a:pt x="3036339" y="1553157"/>
                </a:lnTo>
                <a:lnTo>
                  <a:pt x="3031908" y="1551736"/>
                </a:lnTo>
                <a:close/>
              </a:path>
              <a:path w="5142230" h="2300604">
                <a:moveTo>
                  <a:pt x="2458842" y="1064572"/>
                </a:moveTo>
                <a:lnTo>
                  <a:pt x="2454651" y="1060086"/>
                </a:lnTo>
                <a:lnTo>
                  <a:pt x="2453533" y="1055468"/>
                </a:lnTo>
                <a:lnTo>
                  <a:pt x="2455145" y="1051133"/>
                </a:lnTo>
                <a:lnTo>
                  <a:pt x="2457337" y="1044976"/>
                </a:lnTo>
                <a:lnTo>
                  <a:pt x="2464144" y="1041803"/>
                </a:lnTo>
                <a:lnTo>
                  <a:pt x="2470301" y="1043996"/>
                </a:lnTo>
                <a:lnTo>
                  <a:pt x="2476414" y="1046239"/>
                </a:lnTo>
                <a:lnTo>
                  <a:pt x="2479581" y="1053050"/>
                </a:lnTo>
                <a:lnTo>
                  <a:pt x="2477339" y="1059154"/>
                </a:lnTo>
                <a:lnTo>
                  <a:pt x="2475151" y="1065316"/>
                </a:lnTo>
                <a:lnTo>
                  <a:pt x="2468339" y="1068483"/>
                </a:lnTo>
                <a:lnTo>
                  <a:pt x="2462231" y="1066245"/>
                </a:lnTo>
                <a:lnTo>
                  <a:pt x="2460364" y="1065615"/>
                </a:lnTo>
                <a:lnTo>
                  <a:pt x="2458842" y="1064572"/>
                </a:lnTo>
                <a:close/>
              </a:path>
              <a:path w="5142230" h="2300604">
                <a:moveTo>
                  <a:pt x="2324266" y="1019627"/>
                </a:moveTo>
                <a:lnTo>
                  <a:pt x="2320116" y="1015185"/>
                </a:lnTo>
                <a:lnTo>
                  <a:pt x="2318948" y="1010806"/>
                </a:lnTo>
                <a:lnTo>
                  <a:pt x="2322231" y="1000343"/>
                </a:lnTo>
                <a:lnTo>
                  <a:pt x="2328819" y="996838"/>
                </a:lnTo>
                <a:lnTo>
                  <a:pt x="2341337" y="1000757"/>
                </a:lnTo>
                <a:lnTo>
                  <a:pt x="2344789" y="1007385"/>
                </a:lnTo>
                <a:lnTo>
                  <a:pt x="2342836" y="1013602"/>
                </a:lnTo>
                <a:lnTo>
                  <a:pt x="2340923" y="1019863"/>
                </a:lnTo>
                <a:lnTo>
                  <a:pt x="2334290" y="1023320"/>
                </a:lnTo>
                <a:lnTo>
                  <a:pt x="2325969" y="1020766"/>
                </a:lnTo>
                <a:lnTo>
                  <a:pt x="2324266" y="1019627"/>
                </a:lnTo>
                <a:close/>
              </a:path>
              <a:path w="5142230" h="2300604">
                <a:moveTo>
                  <a:pt x="1639756" y="831518"/>
                </a:moveTo>
                <a:lnTo>
                  <a:pt x="1635611" y="827081"/>
                </a:lnTo>
                <a:lnTo>
                  <a:pt x="1634432" y="822886"/>
                </a:lnTo>
                <a:lnTo>
                  <a:pt x="1635557" y="818813"/>
                </a:lnTo>
                <a:lnTo>
                  <a:pt x="1637236" y="812497"/>
                </a:lnTo>
                <a:lnTo>
                  <a:pt x="1643788" y="808759"/>
                </a:lnTo>
                <a:lnTo>
                  <a:pt x="1650056" y="810483"/>
                </a:lnTo>
                <a:lnTo>
                  <a:pt x="1656372" y="812161"/>
                </a:lnTo>
                <a:lnTo>
                  <a:pt x="1660110" y="818704"/>
                </a:lnTo>
                <a:lnTo>
                  <a:pt x="1656663" y="831338"/>
                </a:lnTo>
                <a:lnTo>
                  <a:pt x="1650518" y="834827"/>
                </a:lnTo>
                <a:lnTo>
                  <a:pt x="1650160" y="835031"/>
                </a:lnTo>
                <a:lnTo>
                  <a:pt x="1641649" y="832763"/>
                </a:lnTo>
                <a:lnTo>
                  <a:pt x="1639756" y="831518"/>
                </a:lnTo>
                <a:close/>
              </a:path>
              <a:path w="5142230" h="2300604">
                <a:moveTo>
                  <a:pt x="1107235" y="634468"/>
                </a:moveTo>
                <a:lnTo>
                  <a:pt x="1102999" y="629933"/>
                </a:lnTo>
                <a:lnTo>
                  <a:pt x="1102099" y="624473"/>
                </a:lnTo>
                <a:lnTo>
                  <a:pt x="1104568" y="619883"/>
                </a:lnTo>
                <a:lnTo>
                  <a:pt x="1107645" y="614087"/>
                </a:lnTo>
                <a:lnTo>
                  <a:pt x="1114848" y="611924"/>
                </a:lnTo>
                <a:lnTo>
                  <a:pt x="1120591" y="615042"/>
                </a:lnTo>
                <a:lnTo>
                  <a:pt x="1126346" y="618075"/>
                </a:lnTo>
                <a:lnTo>
                  <a:pt x="1128509" y="625278"/>
                </a:lnTo>
                <a:lnTo>
                  <a:pt x="1125476" y="631024"/>
                </a:lnTo>
                <a:lnTo>
                  <a:pt x="1122358" y="636776"/>
                </a:lnTo>
                <a:lnTo>
                  <a:pt x="1115201" y="638988"/>
                </a:lnTo>
                <a:lnTo>
                  <a:pt x="1109453" y="635865"/>
                </a:lnTo>
                <a:lnTo>
                  <a:pt x="1108247" y="635257"/>
                </a:lnTo>
                <a:lnTo>
                  <a:pt x="1107235" y="634468"/>
                </a:lnTo>
                <a:close/>
              </a:path>
              <a:path w="5142230" h="2300604">
                <a:moveTo>
                  <a:pt x="2391786" y="1041370"/>
                </a:moveTo>
                <a:lnTo>
                  <a:pt x="2387646" y="1036938"/>
                </a:lnTo>
                <a:lnTo>
                  <a:pt x="2386525" y="1032415"/>
                </a:lnTo>
                <a:lnTo>
                  <a:pt x="2387899" y="1028119"/>
                </a:lnTo>
                <a:lnTo>
                  <a:pt x="2389948" y="1022102"/>
                </a:lnTo>
                <a:lnTo>
                  <a:pt x="2389997" y="1021958"/>
                </a:lnTo>
                <a:lnTo>
                  <a:pt x="2396670" y="1018546"/>
                </a:lnTo>
                <a:lnTo>
                  <a:pt x="2409090" y="1022750"/>
                </a:lnTo>
                <a:lnTo>
                  <a:pt x="2412452" y="1029379"/>
                </a:lnTo>
                <a:lnTo>
                  <a:pt x="2408390" y="1041648"/>
                </a:lnTo>
                <a:lnTo>
                  <a:pt x="2408343" y="1041792"/>
                </a:lnTo>
                <a:lnTo>
                  <a:pt x="2401623" y="1045156"/>
                </a:lnTo>
                <a:lnTo>
                  <a:pt x="2393449" y="1042466"/>
                </a:lnTo>
                <a:lnTo>
                  <a:pt x="2391786" y="1041370"/>
                </a:lnTo>
                <a:close/>
              </a:path>
              <a:path w="5142230" h="2300604">
                <a:moveTo>
                  <a:pt x="1301371" y="722937"/>
                </a:moveTo>
                <a:lnTo>
                  <a:pt x="1297226" y="718500"/>
                </a:lnTo>
                <a:lnTo>
                  <a:pt x="1296115" y="713694"/>
                </a:lnTo>
                <a:lnTo>
                  <a:pt x="1300201" y="703211"/>
                </a:lnTo>
                <a:lnTo>
                  <a:pt x="1307055" y="700187"/>
                </a:lnTo>
                <a:lnTo>
                  <a:pt x="1319213" y="704991"/>
                </a:lnTo>
                <a:lnTo>
                  <a:pt x="1322233" y="711840"/>
                </a:lnTo>
                <a:lnTo>
                  <a:pt x="1319860" y="717901"/>
                </a:lnTo>
                <a:lnTo>
                  <a:pt x="1317527" y="724006"/>
                </a:lnTo>
                <a:lnTo>
                  <a:pt x="1310628" y="726982"/>
                </a:lnTo>
                <a:lnTo>
                  <a:pt x="1302799" y="723977"/>
                </a:lnTo>
                <a:lnTo>
                  <a:pt x="1301371" y="722937"/>
                </a:lnTo>
                <a:close/>
              </a:path>
              <a:path w="5142230" h="2300604">
                <a:moveTo>
                  <a:pt x="1045408" y="599269"/>
                </a:moveTo>
                <a:lnTo>
                  <a:pt x="1041126" y="594686"/>
                </a:lnTo>
                <a:lnTo>
                  <a:pt x="1040330" y="588946"/>
                </a:lnTo>
                <a:lnTo>
                  <a:pt x="1046534" y="578677"/>
                </a:lnTo>
                <a:lnTo>
                  <a:pt x="1053818" y="576895"/>
                </a:lnTo>
                <a:lnTo>
                  <a:pt x="1059367" y="580294"/>
                </a:lnTo>
                <a:lnTo>
                  <a:pt x="1064965" y="583647"/>
                </a:lnTo>
                <a:lnTo>
                  <a:pt x="1066807" y="590799"/>
                </a:lnTo>
                <a:lnTo>
                  <a:pt x="1060040" y="602128"/>
                </a:lnTo>
                <a:lnTo>
                  <a:pt x="1052757" y="603910"/>
                </a:lnTo>
                <a:lnTo>
                  <a:pt x="1047158" y="600556"/>
                </a:lnTo>
                <a:lnTo>
                  <a:pt x="1046235" y="599958"/>
                </a:lnTo>
                <a:lnTo>
                  <a:pt x="1045408" y="599269"/>
                </a:lnTo>
                <a:close/>
              </a:path>
              <a:path w="5142230" h="2300604">
                <a:moveTo>
                  <a:pt x="827245" y="427506"/>
                </a:moveTo>
                <a:lnTo>
                  <a:pt x="818317" y="417949"/>
                </a:lnTo>
                <a:lnTo>
                  <a:pt x="818522" y="410545"/>
                </a:lnTo>
                <a:lnTo>
                  <a:pt x="828033" y="401568"/>
                </a:lnTo>
                <a:lnTo>
                  <a:pt x="835622" y="401774"/>
                </a:lnTo>
                <a:lnTo>
                  <a:pt x="844464" y="411239"/>
                </a:lnTo>
                <a:lnTo>
                  <a:pt x="844251" y="418733"/>
                </a:lnTo>
                <a:lnTo>
                  <a:pt x="834744" y="427714"/>
                </a:lnTo>
                <a:lnTo>
                  <a:pt x="827245" y="427506"/>
                </a:lnTo>
                <a:close/>
              </a:path>
              <a:path w="5142230" h="2300604">
                <a:moveTo>
                  <a:pt x="3009386" y="1485108"/>
                </a:moveTo>
                <a:lnTo>
                  <a:pt x="3005154" y="1480578"/>
                </a:lnTo>
                <a:lnTo>
                  <a:pt x="3004438" y="1479420"/>
                </a:lnTo>
                <a:lnTo>
                  <a:pt x="3003864" y="1478121"/>
                </a:lnTo>
                <a:lnTo>
                  <a:pt x="3001331" y="1472087"/>
                </a:lnTo>
                <a:lnTo>
                  <a:pt x="3004123" y="1465105"/>
                </a:lnTo>
                <a:lnTo>
                  <a:pt x="3016143" y="1460085"/>
                </a:lnTo>
                <a:lnTo>
                  <a:pt x="3023125" y="1462867"/>
                </a:lnTo>
                <a:lnTo>
                  <a:pt x="3028195" y="1474942"/>
                </a:lnTo>
                <a:lnTo>
                  <a:pt x="3025363" y="1481879"/>
                </a:lnTo>
                <a:lnTo>
                  <a:pt x="3019377" y="1484367"/>
                </a:lnTo>
                <a:lnTo>
                  <a:pt x="3014677" y="1486374"/>
                </a:lnTo>
                <a:lnTo>
                  <a:pt x="3009386" y="1485108"/>
                </a:lnTo>
                <a:close/>
              </a:path>
              <a:path w="5142230" h="2300604">
                <a:moveTo>
                  <a:pt x="780306" y="373643"/>
                </a:moveTo>
                <a:lnTo>
                  <a:pt x="775528" y="368528"/>
                </a:lnTo>
                <a:lnTo>
                  <a:pt x="771495" y="363429"/>
                </a:lnTo>
                <a:lnTo>
                  <a:pt x="772274" y="355954"/>
                </a:lnTo>
                <a:lnTo>
                  <a:pt x="777368" y="351926"/>
                </a:lnTo>
                <a:lnTo>
                  <a:pt x="782465" y="347803"/>
                </a:lnTo>
                <a:lnTo>
                  <a:pt x="789896" y="348623"/>
                </a:lnTo>
                <a:lnTo>
                  <a:pt x="794019" y="353720"/>
                </a:lnTo>
                <a:lnTo>
                  <a:pt x="798047" y="358814"/>
                </a:lnTo>
                <a:lnTo>
                  <a:pt x="797273" y="366294"/>
                </a:lnTo>
                <a:lnTo>
                  <a:pt x="792130" y="370368"/>
                </a:lnTo>
                <a:lnTo>
                  <a:pt x="788477" y="373299"/>
                </a:lnTo>
                <a:lnTo>
                  <a:pt x="787277" y="374263"/>
                </a:lnTo>
                <a:lnTo>
                  <a:pt x="780306" y="373643"/>
                </a:lnTo>
                <a:close/>
              </a:path>
              <a:path w="5142230" h="2300604">
                <a:moveTo>
                  <a:pt x="928466" y="518951"/>
                </a:moveTo>
                <a:lnTo>
                  <a:pt x="923728" y="513880"/>
                </a:lnTo>
                <a:lnTo>
                  <a:pt x="923335" y="507398"/>
                </a:lnTo>
                <a:lnTo>
                  <a:pt x="926989" y="502707"/>
                </a:lnTo>
                <a:lnTo>
                  <a:pt x="931035" y="497558"/>
                </a:lnTo>
                <a:lnTo>
                  <a:pt x="938430" y="496676"/>
                </a:lnTo>
                <a:lnTo>
                  <a:pt x="948729" y="504769"/>
                </a:lnTo>
                <a:lnTo>
                  <a:pt x="949652" y="512208"/>
                </a:lnTo>
                <a:lnTo>
                  <a:pt x="945610" y="517362"/>
                </a:lnTo>
                <a:lnTo>
                  <a:pt x="941513" y="522459"/>
                </a:lnTo>
                <a:lnTo>
                  <a:pt x="934123" y="523345"/>
                </a:lnTo>
                <a:lnTo>
                  <a:pt x="928973" y="519298"/>
                </a:lnTo>
                <a:lnTo>
                  <a:pt x="928466" y="518951"/>
                </a:lnTo>
                <a:close/>
              </a:path>
              <a:path w="5142230" h="2300604">
                <a:moveTo>
                  <a:pt x="2256374" y="998951"/>
                </a:moveTo>
                <a:lnTo>
                  <a:pt x="2252229" y="994514"/>
                </a:lnTo>
                <a:lnTo>
                  <a:pt x="2251003" y="990171"/>
                </a:lnTo>
                <a:lnTo>
                  <a:pt x="2254148" y="979755"/>
                </a:lnTo>
                <a:lnTo>
                  <a:pt x="2260738" y="976156"/>
                </a:lnTo>
                <a:lnTo>
                  <a:pt x="2266995" y="978064"/>
                </a:lnTo>
                <a:lnTo>
                  <a:pt x="2273263" y="979887"/>
                </a:lnTo>
                <a:lnTo>
                  <a:pt x="2276814" y="986523"/>
                </a:lnTo>
                <a:lnTo>
                  <a:pt x="2274946" y="992733"/>
                </a:lnTo>
                <a:lnTo>
                  <a:pt x="2273079" y="999043"/>
                </a:lnTo>
                <a:lnTo>
                  <a:pt x="2266496" y="1002553"/>
                </a:lnTo>
                <a:lnTo>
                  <a:pt x="2260232" y="1000735"/>
                </a:lnTo>
                <a:lnTo>
                  <a:pt x="2258176" y="1000098"/>
                </a:lnTo>
                <a:lnTo>
                  <a:pt x="2256374" y="998951"/>
                </a:lnTo>
                <a:close/>
              </a:path>
              <a:path w="5142230" h="2300604">
                <a:moveTo>
                  <a:pt x="986084" y="561276"/>
                </a:moveTo>
                <a:lnTo>
                  <a:pt x="981151" y="555995"/>
                </a:lnTo>
                <a:lnTo>
                  <a:pt x="980567" y="549994"/>
                </a:lnTo>
                <a:lnTo>
                  <a:pt x="983794" y="545336"/>
                </a:lnTo>
                <a:lnTo>
                  <a:pt x="987473" y="539890"/>
                </a:lnTo>
                <a:lnTo>
                  <a:pt x="994835" y="538583"/>
                </a:lnTo>
                <a:lnTo>
                  <a:pt x="1000231" y="542208"/>
                </a:lnTo>
                <a:lnTo>
                  <a:pt x="1005632" y="545937"/>
                </a:lnTo>
                <a:lnTo>
                  <a:pt x="1006985" y="553348"/>
                </a:lnTo>
                <a:lnTo>
                  <a:pt x="999580" y="564091"/>
                </a:lnTo>
                <a:lnTo>
                  <a:pt x="992268" y="565452"/>
                </a:lnTo>
                <a:lnTo>
                  <a:pt x="986084" y="561276"/>
                </a:lnTo>
                <a:close/>
              </a:path>
              <a:path w="5142230" h="2300604">
                <a:moveTo>
                  <a:pt x="874129" y="473003"/>
                </a:moveTo>
                <a:lnTo>
                  <a:pt x="869254" y="467784"/>
                </a:lnTo>
                <a:lnTo>
                  <a:pt x="869117" y="460893"/>
                </a:lnTo>
                <a:lnTo>
                  <a:pt x="873332" y="456315"/>
                </a:lnTo>
                <a:lnTo>
                  <a:pt x="877698" y="451507"/>
                </a:lnTo>
                <a:lnTo>
                  <a:pt x="885166" y="451095"/>
                </a:lnTo>
                <a:lnTo>
                  <a:pt x="894833" y="459880"/>
                </a:lnTo>
                <a:lnTo>
                  <a:pt x="895186" y="467393"/>
                </a:lnTo>
                <a:lnTo>
                  <a:pt x="886411" y="477060"/>
                </a:lnTo>
                <a:lnTo>
                  <a:pt x="878983" y="477417"/>
                </a:lnTo>
                <a:lnTo>
                  <a:pt x="874129" y="473003"/>
                </a:lnTo>
                <a:close/>
              </a:path>
              <a:path w="5142230" h="2300604">
                <a:moveTo>
                  <a:pt x="1368081" y="747821"/>
                </a:moveTo>
                <a:lnTo>
                  <a:pt x="1363890" y="743335"/>
                </a:lnTo>
                <a:lnTo>
                  <a:pt x="1362773" y="738718"/>
                </a:lnTo>
                <a:lnTo>
                  <a:pt x="1364335" y="734428"/>
                </a:lnTo>
                <a:lnTo>
                  <a:pt x="1366528" y="728271"/>
                </a:lnTo>
                <a:lnTo>
                  <a:pt x="1373294" y="725055"/>
                </a:lnTo>
                <a:lnTo>
                  <a:pt x="1385608" y="729439"/>
                </a:lnTo>
                <a:lnTo>
                  <a:pt x="1388778" y="736157"/>
                </a:lnTo>
                <a:lnTo>
                  <a:pt x="1386631" y="742363"/>
                </a:lnTo>
                <a:lnTo>
                  <a:pt x="1384439" y="748520"/>
                </a:lnTo>
                <a:lnTo>
                  <a:pt x="1377668" y="751731"/>
                </a:lnTo>
                <a:lnTo>
                  <a:pt x="1371516" y="749543"/>
                </a:lnTo>
                <a:lnTo>
                  <a:pt x="1369698" y="748868"/>
                </a:lnTo>
                <a:lnTo>
                  <a:pt x="1368081" y="747821"/>
                </a:lnTo>
                <a:close/>
              </a:path>
              <a:path w="5142230" h="2300604">
                <a:moveTo>
                  <a:pt x="2051913" y="939211"/>
                </a:moveTo>
                <a:lnTo>
                  <a:pt x="2047768" y="934774"/>
                </a:lnTo>
                <a:lnTo>
                  <a:pt x="2046584" y="930575"/>
                </a:lnTo>
                <a:lnTo>
                  <a:pt x="2049446" y="920149"/>
                </a:lnTo>
                <a:lnTo>
                  <a:pt x="2055945" y="916452"/>
                </a:lnTo>
                <a:lnTo>
                  <a:pt x="2068571" y="919997"/>
                </a:lnTo>
                <a:lnTo>
                  <a:pt x="2072268" y="926497"/>
                </a:lnTo>
                <a:lnTo>
                  <a:pt x="2068771" y="939077"/>
                </a:lnTo>
                <a:lnTo>
                  <a:pt x="2062267" y="942769"/>
                </a:lnTo>
                <a:lnTo>
                  <a:pt x="2055959" y="941001"/>
                </a:lnTo>
                <a:lnTo>
                  <a:pt x="2053760" y="940407"/>
                </a:lnTo>
                <a:lnTo>
                  <a:pt x="2051913" y="939211"/>
                </a:lnTo>
                <a:close/>
              </a:path>
              <a:path w="5142230" h="2300604">
                <a:moveTo>
                  <a:pt x="3045460" y="1620982"/>
                </a:moveTo>
                <a:lnTo>
                  <a:pt x="3041315" y="1616545"/>
                </a:lnTo>
                <a:lnTo>
                  <a:pt x="3040207" y="1614284"/>
                </a:lnTo>
                <a:lnTo>
                  <a:pt x="3039824" y="1611820"/>
                </a:lnTo>
                <a:lnTo>
                  <a:pt x="3038910" y="1605369"/>
                </a:lnTo>
                <a:lnTo>
                  <a:pt x="3043412" y="1599338"/>
                </a:lnTo>
                <a:lnTo>
                  <a:pt x="3049909" y="1598473"/>
                </a:lnTo>
                <a:lnTo>
                  <a:pt x="3056409" y="1597514"/>
                </a:lnTo>
                <a:lnTo>
                  <a:pt x="3062341" y="1602007"/>
                </a:lnTo>
                <a:lnTo>
                  <a:pt x="3064218" y="1614964"/>
                </a:lnTo>
                <a:lnTo>
                  <a:pt x="3059671" y="1620947"/>
                </a:lnTo>
                <a:lnTo>
                  <a:pt x="3053215" y="1621855"/>
                </a:lnTo>
                <a:lnTo>
                  <a:pt x="3049233" y="1622480"/>
                </a:lnTo>
                <a:lnTo>
                  <a:pt x="3045460" y="1620982"/>
                </a:lnTo>
                <a:close/>
              </a:path>
              <a:path w="5142230" h="2300604">
                <a:moveTo>
                  <a:pt x="2913101" y="2300034"/>
                </a:moveTo>
                <a:lnTo>
                  <a:pt x="2915179" y="2293010"/>
                </a:lnTo>
                <a:lnTo>
                  <a:pt x="2921766" y="2289504"/>
                </a:lnTo>
                <a:lnTo>
                  <a:pt x="2934299" y="2293146"/>
                </a:lnTo>
                <a:lnTo>
                  <a:pt x="2937850" y="2299782"/>
                </a:lnTo>
                <a:lnTo>
                  <a:pt x="2937776" y="2300034"/>
                </a:lnTo>
                <a:lnTo>
                  <a:pt x="2913101" y="2300034"/>
                </a:lnTo>
                <a:close/>
              </a:path>
              <a:path w="5142230" h="2300604">
                <a:moveTo>
                  <a:pt x="2833945" y="1260843"/>
                </a:moveTo>
                <a:lnTo>
                  <a:pt x="2829208" y="1255772"/>
                </a:lnTo>
                <a:lnTo>
                  <a:pt x="2828912" y="1249200"/>
                </a:lnTo>
                <a:lnTo>
                  <a:pt x="2832660" y="1244512"/>
                </a:lnTo>
                <a:lnTo>
                  <a:pt x="2836797" y="1239460"/>
                </a:lnTo>
                <a:lnTo>
                  <a:pt x="2844189" y="1238673"/>
                </a:lnTo>
                <a:lnTo>
                  <a:pt x="2854388" y="1246951"/>
                </a:lnTo>
                <a:lnTo>
                  <a:pt x="2855126" y="1254388"/>
                </a:lnTo>
                <a:lnTo>
                  <a:pt x="2851029" y="1259484"/>
                </a:lnTo>
                <a:lnTo>
                  <a:pt x="2846892" y="1264537"/>
                </a:lnTo>
                <a:lnTo>
                  <a:pt x="2839455" y="1265275"/>
                </a:lnTo>
                <a:lnTo>
                  <a:pt x="2834407" y="1261142"/>
                </a:lnTo>
                <a:lnTo>
                  <a:pt x="2833945" y="1260843"/>
                </a:lnTo>
                <a:close/>
              </a:path>
              <a:path w="5142230" h="2300604">
                <a:moveTo>
                  <a:pt x="2938035" y="2244265"/>
                </a:moveTo>
                <a:lnTo>
                  <a:pt x="2933890" y="2239827"/>
                </a:lnTo>
                <a:lnTo>
                  <a:pt x="2932722" y="2235449"/>
                </a:lnTo>
                <a:lnTo>
                  <a:pt x="2933994" y="2231239"/>
                </a:lnTo>
                <a:lnTo>
                  <a:pt x="2935956" y="2225032"/>
                </a:lnTo>
                <a:lnTo>
                  <a:pt x="2942543" y="2221526"/>
                </a:lnTo>
                <a:lnTo>
                  <a:pt x="2955061" y="2225347"/>
                </a:lnTo>
                <a:lnTo>
                  <a:pt x="2958517" y="2231979"/>
                </a:lnTo>
                <a:lnTo>
                  <a:pt x="2954697" y="2244506"/>
                </a:lnTo>
                <a:lnTo>
                  <a:pt x="2948064" y="2247963"/>
                </a:lnTo>
                <a:lnTo>
                  <a:pt x="2939748" y="2245413"/>
                </a:lnTo>
                <a:lnTo>
                  <a:pt x="2938035" y="2244265"/>
                </a:lnTo>
                <a:close/>
              </a:path>
              <a:path w="5142230" h="2300604">
                <a:moveTo>
                  <a:pt x="3051370" y="1691332"/>
                </a:moveTo>
                <a:lnTo>
                  <a:pt x="3047225" y="1686895"/>
                </a:lnTo>
                <a:lnTo>
                  <a:pt x="3046043" y="1684164"/>
                </a:lnTo>
                <a:lnTo>
                  <a:pt x="3045954" y="1681234"/>
                </a:lnTo>
                <a:lnTo>
                  <a:pt x="3045708" y="1674715"/>
                </a:lnTo>
                <a:lnTo>
                  <a:pt x="3050805" y="1669223"/>
                </a:lnTo>
                <a:lnTo>
                  <a:pt x="3063847" y="1668718"/>
                </a:lnTo>
                <a:lnTo>
                  <a:pt x="3069339" y="1673815"/>
                </a:lnTo>
                <a:lnTo>
                  <a:pt x="3069844" y="1686867"/>
                </a:lnTo>
                <a:lnTo>
                  <a:pt x="3064747" y="1692359"/>
                </a:lnTo>
                <a:lnTo>
                  <a:pt x="3058219" y="1692604"/>
                </a:lnTo>
                <a:lnTo>
                  <a:pt x="3054630" y="1692770"/>
                </a:lnTo>
                <a:lnTo>
                  <a:pt x="3051370" y="1691332"/>
                </a:lnTo>
                <a:close/>
              </a:path>
              <a:path w="5142230" h="2300604">
                <a:moveTo>
                  <a:pt x="1777085" y="867681"/>
                </a:moveTo>
                <a:lnTo>
                  <a:pt x="1772940" y="863244"/>
                </a:lnTo>
                <a:lnTo>
                  <a:pt x="1771712" y="859095"/>
                </a:lnTo>
                <a:lnTo>
                  <a:pt x="1772695" y="855064"/>
                </a:lnTo>
                <a:lnTo>
                  <a:pt x="1774373" y="848748"/>
                </a:lnTo>
                <a:lnTo>
                  <a:pt x="1780835" y="844912"/>
                </a:lnTo>
                <a:lnTo>
                  <a:pt x="1793470" y="848175"/>
                </a:lnTo>
                <a:lnTo>
                  <a:pt x="1797260" y="854578"/>
                </a:lnTo>
                <a:lnTo>
                  <a:pt x="1794043" y="867263"/>
                </a:lnTo>
                <a:lnTo>
                  <a:pt x="1787650" y="871073"/>
                </a:lnTo>
                <a:lnTo>
                  <a:pt x="1781226" y="869475"/>
                </a:lnTo>
                <a:lnTo>
                  <a:pt x="1779027" y="868881"/>
                </a:lnTo>
                <a:lnTo>
                  <a:pt x="1777085" y="867681"/>
                </a:lnTo>
                <a:close/>
              </a:path>
              <a:path w="5142230" h="2300604">
                <a:moveTo>
                  <a:pt x="2959089" y="2176485"/>
                </a:moveTo>
                <a:lnTo>
                  <a:pt x="2954944" y="2172048"/>
                </a:lnTo>
                <a:lnTo>
                  <a:pt x="2953771" y="2167664"/>
                </a:lnTo>
                <a:lnTo>
                  <a:pt x="2955048" y="2163459"/>
                </a:lnTo>
                <a:lnTo>
                  <a:pt x="2957001" y="2157242"/>
                </a:lnTo>
                <a:lnTo>
                  <a:pt x="2963637" y="2153691"/>
                </a:lnTo>
                <a:lnTo>
                  <a:pt x="2969854" y="2155654"/>
                </a:lnTo>
                <a:lnTo>
                  <a:pt x="2976115" y="2157567"/>
                </a:lnTo>
                <a:lnTo>
                  <a:pt x="2979617" y="2164248"/>
                </a:lnTo>
                <a:lnTo>
                  <a:pt x="2977659" y="2170460"/>
                </a:lnTo>
                <a:lnTo>
                  <a:pt x="2975742" y="2176716"/>
                </a:lnTo>
                <a:lnTo>
                  <a:pt x="2969109" y="2180173"/>
                </a:lnTo>
                <a:lnTo>
                  <a:pt x="2960797" y="2177629"/>
                </a:lnTo>
                <a:lnTo>
                  <a:pt x="2959089" y="2176485"/>
                </a:lnTo>
                <a:close/>
              </a:path>
              <a:path w="5142230" h="2300604">
                <a:moveTo>
                  <a:pt x="1983381" y="920686"/>
                </a:moveTo>
                <a:lnTo>
                  <a:pt x="1979236" y="916248"/>
                </a:lnTo>
                <a:lnTo>
                  <a:pt x="1978054" y="912148"/>
                </a:lnTo>
                <a:lnTo>
                  <a:pt x="1980817" y="901714"/>
                </a:lnTo>
                <a:lnTo>
                  <a:pt x="1987270" y="897969"/>
                </a:lnTo>
                <a:lnTo>
                  <a:pt x="1999903" y="901325"/>
                </a:lnTo>
                <a:lnTo>
                  <a:pt x="2003649" y="907779"/>
                </a:lnTo>
                <a:lnTo>
                  <a:pt x="2000292" y="920411"/>
                </a:lnTo>
                <a:lnTo>
                  <a:pt x="1994075" y="924020"/>
                </a:lnTo>
                <a:lnTo>
                  <a:pt x="1993838" y="924157"/>
                </a:lnTo>
                <a:lnTo>
                  <a:pt x="1985323" y="921885"/>
                </a:lnTo>
                <a:lnTo>
                  <a:pt x="1983381" y="920686"/>
                </a:lnTo>
                <a:close/>
              </a:path>
              <a:path w="5142230" h="2300604">
                <a:moveTo>
                  <a:pt x="1914684" y="902862"/>
                </a:moveTo>
                <a:lnTo>
                  <a:pt x="1910494" y="898377"/>
                </a:lnTo>
                <a:lnTo>
                  <a:pt x="1909307" y="894271"/>
                </a:lnTo>
                <a:lnTo>
                  <a:pt x="1911980" y="883839"/>
                </a:lnTo>
                <a:lnTo>
                  <a:pt x="1918433" y="880093"/>
                </a:lnTo>
                <a:lnTo>
                  <a:pt x="1931118" y="883311"/>
                </a:lnTo>
                <a:lnTo>
                  <a:pt x="1934958" y="889767"/>
                </a:lnTo>
                <a:lnTo>
                  <a:pt x="1933300" y="896007"/>
                </a:lnTo>
                <a:lnTo>
                  <a:pt x="1931647" y="902448"/>
                </a:lnTo>
                <a:lnTo>
                  <a:pt x="1925234" y="906238"/>
                </a:lnTo>
                <a:lnTo>
                  <a:pt x="1918994" y="904641"/>
                </a:lnTo>
                <a:lnTo>
                  <a:pt x="1916626" y="904062"/>
                </a:lnTo>
                <a:lnTo>
                  <a:pt x="1914684" y="902862"/>
                </a:lnTo>
                <a:close/>
              </a:path>
              <a:path w="5142230" h="2300604">
                <a:moveTo>
                  <a:pt x="1845882" y="885220"/>
                </a:moveTo>
                <a:lnTo>
                  <a:pt x="1841741" y="880788"/>
                </a:lnTo>
                <a:lnTo>
                  <a:pt x="1840510" y="876733"/>
                </a:lnTo>
                <a:lnTo>
                  <a:pt x="1843179" y="866296"/>
                </a:lnTo>
                <a:lnTo>
                  <a:pt x="1849587" y="862501"/>
                </a:lnTo>
                <a:lnTo>
                  <a:pt x="1862271" y="865718"/>
                </a:lnTo>
                <a:lnTo>
                  <a:pt x="1866111" y="872175"/>
                </a:lnTo>
                <a:lnTo>
                  <a:pt x="1862844" y="884806"/>
                </a:lnTo>
                <a:lnTo>
                  <a:pt x="1856441" y="888605"/>
                </a:lnTo>
                <a:lnTo>
                  <a:pt x="1850121" y="887021"/>
                </a:lnTo>
                <a:lnTo>
                  <a:pt x="1847828" y="886424"/>
                </a:lnTo>
                <a:lnTo>
                  <a:pt x="1845882" y="885220"/>
                </a:lnTo>
                <a:close/>
              </a:path>
              <a:path w="5142230" h="2300604">
                <a:moveTo>
                  <a:pt x="2716842" y="1180939"/>
                </a:moveTo>
                <a:lnTo>
                  <a:pt x="2712611" y="1176410"/>
                </a:lnTo>
                <a:lnTo>
                  <a:pt x="2711766" y="1170716"/>
                </a:lnTo>
                <a:lnTo>
                  <a:pt x="2714424" y="1166132"/>
                </a:lnTo>
                <a:lnTo>
                  <a:pt x="2717732" y="1160486"/>
                </a:lnTo>
                <a:lnTo>
                  <a:pt x="2724973" y="1158560"/>
                </a:lnTo>
                <a:lnTo>
                  <a:pt x="2736266" y="1165077"/>
                </a:lnTo>
                <a:lnTo>
                  <a:pt x="2738191" y="1172319"/>
                </a:lnTo>
                <a:lnTo>
                  <a:pt x="2734888" y="1177970"/>
                </a:lnTo>
                <a:lnTo>
                  <a:pt x="2731625" y="1183666"/>
                </a:lnTo>
                <a:lnTo>
                  <a:pt x="2724428" y="1185541"/>
                </a:lnTo>
                <a:lnTo>
                  <a:pt x="2718737" y="1182283"/>
                </a:lnTo>
                <a:lnTo>
                  <a:pt x="2717714" y="1181677"/>
                </a:lnTo>
                <a:lnTo>
                  <a:pt x="2716842" y="1180939"/>
                </a:lnTo>
                <a:close/>
              </a:path>
              <a:path w="5142230" h="2300604">
                <a:moveTo>
                  <a:pt x="2654535" y="1147377"/>
                </a:moveTo>
                <a:lnTo>
                  <a:pt x="2650303" y="1142847"/>
                </a:lnTo>
                <a:lnTo>
                  <a:pt x="2649446" y="1137531"/>
                </a:lnTo>
                <a:lnTo>
                  <a:pt x="2651673" y="1132975"/>
                </a:lnTo>
                <a:lnTo>
                  <a:pt x="2654705" y="1127130"/>
                </a:lnTo>
                <a:lnTo>
                  <a:pt x="2661775" y="1124826"/>
                </a:lnTo>
                <a:lnTo>
                  <a:pt x="2673472" y="1130700"/>
                </a:lnTo>
                <a:lnTo>
                  <a:pt x="2675780" y="1137766"/>
                </a:lnTo>
                <a:lnTo>
                  <a:pt x="2669901" y="1149458"/>
                </a:lnTo>
                <a:lnTo>
                  <a:pt x="2662787" y="1151812"/>
                </a:lnTo>
                <a:lnTo>
                  <a:pt x="2656943" y="1148880"/>
                </a:lnTo>
                <a:lnTo>
                  <a:pt x="2655686" y="1148219"/>
                </a:lnTo>
                <a:lnTo>
                  <a:pt x="2654535" y="1147377"/>
                </a:lnTo>
                <a:close/>
              </a:path>
              <a:path w="5142230" h="2300604">
                <a:moveTo>
                  <a:pt x="3043834" y="1832426"/>
                </a:moveTo>
                <a:lnTo>
                  <a:pt x="3039734" y="1828037"/>
                </a:lnTo>
                <a:lnTo>
                  <a:pt x="3038484" y="1824549"/>
                </a:lnTo>
                <a:lnTo>
                  <a:pt x="3039720" y="1814436"/>
                </a:lnTo>
                <a:lnTo>
                  <a:pt x="3045687" y="1809876"/>
                </a:lnTo>
                <a:lnTo>
                  <a:pt x="3052175" y="1810663"/>
                </a:lnTo>
                <a:lnTo>
                  <a:pt x="3058656" y="1811540"/>
                </a:lnTo>
                <a:lnTo>
                  <a:pt x="3063274" y="1817461"/>
                </a:lnTo>
                <a:lnTo>
                  <a:pt x="3062392" y="1823946"/>
                </a:lnTo>
                <a:lnTo>
                  <a:pt x="3061605" y="1830434"/>
                </a:lnTo>
                <a:lnTo>
                  <a:pt x="3055638" y="1834995"/>
                </a:lnTo>
                <a:lnTo>
                  <a:pt x="3049105" y="1834158"/>
                </a:lnTo>
                <a:lnTo>
                  <a:pt x="3046285" y="1833779"/>
                </a:lnTo>
                <a:lnTo>
                  <a:pt x="3043834" y="1832426"/>
                </a:lnTo>
                <a:close/>
              </a:path>
              <a:path w="5142230" h="2300604">
                <a:moveTo>
                  <a:pt x="2776748" y="1218480"/>
                </a:moveTo>
                <a:lnTo>
                  <a:pt x="2772471" y="1213902"/>
                </a:lnTo>
                <a:lnTo>
                  <a:pt x="2771876" y="1207791"/>
                </a:lnTo>
                <a:lnTo>
                  <a:pt x="2778683" y="1197679"/>
                </a:lnTo>
                <a:lnTo>
                  <a:pt x="2786053" y="1196283"/>
                </a:lnTo>
                <a:lnTo>
                  <a:pt x="2796845" y="1203632"/>
                </a:lnTo>
                <a:lnTo>
                  <a:pt x="2798247" y="1210998"/>
                </a:lnTo>
                <a:lnTo>
                  <a:pt x="2794621" y="1216402"/>
                </a:lnTo>
                <a:lnTo>
                  <a:pt x="2790897" y="1221799"/>
                </a:lnTo>
                <a:lnTo>
                  <a:pt x="2783573" y="1223245"/>
                </a:lnTo>
                <a:lnTo>
                  <a:pt x="2777438" y="1219023"/>
                </a:lnTo>
                <a:lnTo>
                  <a:pt x="2776748" y="1218480"/>
                </a:lnTo>
                <a:close/>
              </a:path>
              <a:path w="5142230" h="2300604">
                <a:moveTo>
                  <a:pt x="2886405" y="1307714"/>
                </a:moveTo>
                <a:lnTo>
                  <a:pt x="2881754" y="1302736"/>
                </a:lnTo>
                <a:lnTo>
                  <a:pt x="2881813" y="1295467"/>
                </a:lnTo>
                <a:lnTo>
                  <a:pt x="2886313" y="1290999"/>
                </a:lnTo>
                <a:lnTo>
                  <a:pt x="2890909" y="1286340"/>
                </a:lnTo>
                <a:lnTo>
                  <a:pt x="2898369" y="1286311"/>
                </a:lnTo>
                <a:lnTo>
                  <a:pt x="2907687" y="1295503"/>
                </a:lnTo>
                <a:lnTo>
                  <a:pt x="2907668" y="1303009"/>
                </a:lnTo>
                <a:lnTo>
                  <a:pt x="2898524" y="1312281"/>
                </a:lnTo>
                <a:lnTo>
                  <a:pt x="2890965" y="1312302"/>
                </a:lnTo>
                <a:lnTo>
                  <a:pt x="2886405" y="1307714"/>
                </a:lnTo>
                <a:close/>
              </a:path>
              <a:path w="5142230" h="2300604">
                <a:moveTo>
                  <a:pt x="1170721" y="666555"/>
                </a:moveTo>
                <a:lnTo>
                  <a:pt x="1166535" y="662074"/>
                </a:lnTo>
                <a:lnTo>
                  <a:pt x="1165531" y="656894"/>
                </a:lnTo>
                <a:lnTo>
                  <a:pt x="1167669" y="652340"/>
                </a:lnTo>
                <a:lnTo>
                  <a:pt x="1170512" y="646488"/>
                </a:lnTo>
                <a:lnTo>
                  <a:pt x="1177538" y="643942"/>
                </a:lnTo>
                <a:lnTo>
                  <a:pt x="1189384" y="649585"/>
                </a:lnTo>
                <a:lnTo>
                  <a:pt x="1191882" y="656657"/>
                </a:lnTo>
                <a:lnTo>
                  <a:pt x="1189080" y="662553"/>
                </a:lnTo>
                <a:lnTo>
                  <a:pt x="1186242" y="668410"/>
                </a:lnTo>
                <a:lnTo>
                  <a:pt x="1179170" y="670907"/>
                </a:lnTo>
                <a:lnTo>
                  <a:pt x="1173269" y="668110"/>
                </a:lnTo>
                <a:lnTo>
                  <a:pt x="1171922" y="667450"/>
                </a:lnTo>
                <a:lnTo>
                  <a:pt x="1170721" y="666555"/>
                </a:lnTo>
                <a:close/>
              </a:path>
              <a:path w="5142230" h="2300604">
                <a:moveTo>
                  <a:pt x="2188275" y="978835"/>
                </a:moveTo>
                <a:lnTo>
                  <a:pt x="2184129" y="974398"/>
                </a:lnTo>
                <a:lnTo>
                  <a:pt x="2182954" y="970109"/>
                </a:lnTo>
                <a:lnTo>
                  <a:pt x="2184131" y="965895"/>
                </a:lnTo>
                <a:lnTo>
                  <a:pt x="2185999" y="959685"/>
                </a:lnTo>
                <a:lnTo>
                  <a:pt x="2192585" y="956080"/>
                </a:lnTo>
                <a:lnTo>
                  <a:pt x="2205118" y="959722"/>
                </a:lnTo>
                <a:lnTo>
                  <a:pt x="2208713" y="966307"/>
                </a:lnTo>
                <a:lnTo>
                  <a:pt x="2206846" y="972617"/>
                </a:lnTo>
                <a:lnTo>
                  <a:pt x="2205028" y="978881"/>
                </a:lnTo>
                <a:lnTo>
                  <a:pt x="2198442" y="982486"/>
                </a:lnTo>
                <a:lnTo>
                  <a:pt x="2192132" y="980619"/>
                </a:lnTo>
                <a:lnTo>
                  <a:pt x="2190077" y="979982"/>
                </a:lnTo>
                <a:lnTo>
                  <a:pt x="2188275" y="978835"/>
                </a:lnTo>
                <a:close/>
              </a:path>
              <a:path w="5142230" h="2300604">
                <a:moveTo>
                  <a:pt x="1235486" y="696004"/>
                </a:moveTo>
                <a:lnTo>
                  <a:pt x="1231296" y="691518"/>
                </a:lnTo>
                <a:lnTo>
                  <a:pt x="1230285" y="686526"/>
                </a:lnTo>
                <a:lnTo>
                  <a:pt x="1232231" y="682061"/>
                </a:lnTo>
                <a:lnTo>
                  <a:pt x="1234749" y="676056"/>
                </a:lnTo>
                <a:lnTo>
                  <a:pt x="1241732" y="673268"/>
                </a:lnTo>
                <a:lnTo>
                  <a:pt x="1247737" y="675885"/>
                </a:lnTo>
                <a:lnTo>
                  <a:pt x="1253742" y="678402"/>
                </a:lnTo>
                <a:lnTo>
                  <a:pt x="1256457" y="685219"/>
                </a:lnTo>
                <a:lnTo>
                  <a:pt x="1253909" y="691386"/>
                </a:lnTo>
                <a:lnTo>
                  <a:pt x="1251347" y="697441"/>
                </a:lnTo>
                <a:lnTo>
                  <a:pt x="1244408" y="700179"/>
                </a:lnTo>
                <a:lnTo>
                  <a:pt x="1236823" y="696946"/>
                </a:lnTo>
                <a:lnTo>
                  <a:pt x="1235486" y="696004"/>
                </a:lnTo>
                <a:close/>
              </a:path>
              <a:path w="5142230" h="2300604">
                <a:moveTo>
                  <a:pt x="3017375" y="1971738"/>
                </a:moveTo>
                <a:lnTo>
                  <a:pt x="3013185" y="1967252"/>
                </a:lnTo>
                <a:lnTo>
                  <a:pt x="3011995" y="1963241"/>
                </a:lnTo>
                <a:lnTo>
                  <a:pt x="3012933" y="1959260"/>
                </a:lnTo>
                <a:lnTo>
                  <a:pt x="3014471" y="1952892"/>
                </a:lnTo>
                <a:lnTo>
                  <a:pt x="3020837" y="1948954"/>
                </a:lnTo>
                <a:lnTo>
                  <a:pt x="3033578" y="1952036"/>
                </a:lnTo>
                <a:lnTo>
                  <a:pt x="3037511" y="1958397"/>
                </a:lnTo>
                <a:lnTo>
                  <a:pt x="3035972" y="1964765"/>
                </a:lnTo>
                <a:lnTo>
                  <a:pt x="3034483" y="1971088"/>
                </a:lnTo>
                <a:lnTo>
                  <a:pt x="3028121" y="1975031"/>
                </a:lnTo>
                <a:lnTo>
                  <a:pt x="3021749" y="1973487"/>
                </a:lnTo>
                <a:lnTo>
                  <a:pt x="3019412" y="1972940"/>
                </a:lnTo>
                <a:lnTo>
                  <a:pt x="3017375" y="1971738"/>
                </a:lnTo>
                <a:close/>
              </a:path>
              <a:path w="5142230" h="2300604">
                <a:moveTo>
                  <a:pt x="2590562" y="1117114"/>
                </a:moveTo>
                <a:lnTo>
                  <a:pt x="2586367" y="1112624"/>
                </a:lnTo>
                <a:lnTo>
                  <a:pt x="2585315" y="1107588"/>
                </a:lnTo>
                <a:lnTo>
                  <a:pt x="2589968" y="1097125"/>
                </a:lnTo>
                <a:lnTo>
                  <a:pt x="2596952" y="1094435"/>
                </a:lnTo>
                <a:lnTo>
                  <a:pt x="2608902" y="1099799"/>
                </a:lnTo>
                <a:lnTo>
                  <a:pt x="2611591" y="1106783"/>
                </a:lnTo>
                <a:lnTo>
                  <a:pt x="2606272" y="1118683"/>
                </a:lnTo>
                <a:lnTo>
                  <a:pt x="2599288" y="1121372"/>
                </a:lnTo>
                <a:lnTo>
                  <a:pt x="2593340" y="1118720"/>
                </a:lnTo>
                <a:lnTo>
                  <a:pt x="2591805" y="1118054"/>
                </a:lnTo>
                <a:lnTo>
                  <a:pt x="2590562" y="1117114"/>
                </a:lnTo>
                <a:close/>
              </a:path>
              <a:path w="5142230" h="2300604">
                <a:moveTo>
                  <a:pt x="1708388" y="849858"/>
                </a:moveTo>
                <a:lnTo>
                  <a:pt x="1704243" y="845421"/>
                </a:lnTo>
                <a:lnTo>
                  <a:pt x="1703015" y="841272"/>
                </a:lnTo>
                <a:lnTo>
                  <a:pt x="1704046" y="837195"/>
                </a:lnTo>
                <a:lnTo>
                  <a:pt x="1705725" y="830879"/>
                </a:lnTo>
                <a:lnTo>
                  <a:pt x="1712050" y="827191"/>
                </a:lnTo>
                <a:lnTo>
                  <a:pt x="1712227" y="827088"/>
                </a:lnTo>
                <a:lnTo>
                  <a:pt x="1724819" y="830401"/>
                </a:lnTo>
                <a:lnTo>
                  <a:pt x="1728606" y="836898"/>
                </a:lnTo>
                <a:lnTo>
                  <a:pt x="1725347" y="849539"/>
                </a:lnTo>
                <a:lnTo>
                  <a:pt x="1719022" y="853227"/>
                </a:lnTo>
                <a:lnTo>
                  <a:pt x="1718845" y="853330"/>
                </a:lnTo>
                <a:lnTo>
                  <a:pt x="1712529" y="851652"/>
                </a:lnTo>
                <a:lnTo>
                  <a:pt x="1710282" y="851103"/>
                </a:lnTo>
                <a:lnTo>
                  <a:pt x="1708388" y="849858"/>
                </a:lnTo>
                <a:close/>
              </a:path>
              <a:path w="5142230" h="2300604">
                <a:moveTo>
                  <a:pt x="2979854" y="2108591"/>
                </a:moveTo>
                <a:lnTo>
                  <a:pt x="2975714" y="2104159"/>
                </a:lnTo>
                <a:lnTo>
                  <a:pt x="2974488" y="2099817"/>
                </a:lnTo>
                <a:lnTo>
                  <a:pt x="2977628" y="2089396"/>
                </a:lnTo>
                <a:lnTo>
                  <a:pt x="2984218" y="2085796"/>
                </a:lnTo>
                <a:lnTo>
                  <a:pt x="2990484" y="2087714"/>
                </a:lnTo>
                <a:lnTo>
                  <a:pt x="2996748" y="2089532"/>
                </a:lnTo>
                <a:lnTo>
                  <a:pt x="3000299" y="2096168"/>
                </a:lnTo>
                <a:lnTo>
                  <a:pt x="2998481" y="2102432"/>
                </a:lnTo>
                <a:lnTo>
                  <a:pt x="2996568" y="2108693"/>
                </a:lnTo>
                <a:lnTo>
                  <a:pt x="2990026" y="2112247"/>
                </a:lnTo>
                <a:lnTo>
                  <a:pt x="2983717" y="2110380"/>
                </a:lnTo>
                <a:lnTo>
                  <a:pt x="2981661" y="2109743"/>
                </a:lnTo>
                <a:lnTo>
                  <a:pt x="2979854" y="2108591"/>
                </a:lnTo>
                <a:close/>
              </a:path>
              <a:path w="5142230" h="2300604">
                <a:moveTo>
                  <a:pt x="2999552" y="2040435"/>
                </a:moveTo>
                <a:lnTo>
                  <a:pt x="2995362" y="2035949"/>
                </a:lnTo>
                <a:lnTo>
                  <a:pt x="2994183" y="2031754"/>
                </a:lnTo>
                <a:lnTo>
                  <a:pt x="2995361" y="2027640"/>
                </a:lnTo>
                <a:lnTo>
                  <a:pt x="2997035" y="2021319"/>
                </a:lnTo>
                <a:lnTo>
                  <a:pt x="3003117" y="2017859"/>
                </a:lnTo>
                <a:lnTo>
                  <a:pt x="3003534" y="2017622"/>
                </a:lnTo>
                <a:lnTo>
                  <a:pt x="3016168" y="2021078"/>
                </a:lnTo>
                <a:lnTo>
                  <a:pt x="3019911" y="2027626"/>
                </a:lnTo>
                <a:lnTo>
                  <a:pt x="3018133" y="2033934"/>
                </a:lnTo>
                <a:lnTo>
                  <a:pt x="3016409" y="2040201"/>
                </a:lnTo>
                <a:lnTo>
                  <a:pt x="3010328" y="2043661"/>
                </a:lnTo>
                <a:lnTo>
                  <a:pt x="3009910" y="2043899"/>
                </a:lnTo>
                <a:lnTo>
                  <a:pt x="3001444" y="2041580"/>
                </a:lnTo>
                <a:lnTo>
                  <a:pt x="2999552" y="2040435"/>
                </a:lnTo>
                <a:close/>
              </a:path>
              <a:path w="5142230" h="2300604">
                <a:moveTo>
                  <a:pt x="2120126" y="958765"/>
                </a:moveTo>
                <a:lnTo>
                  <a:pt x="2115981" y="954327"/>
                </a:lnTo>
                <a:lnTo>
                  <a:pt x="2114760" y="949990"/>
                </a:lnTo>
                <a:lnTo>
                  <a:pt x="2117900" y="939569"/>
                </a:lnTo>
                <a:lnTo>
                  <a:pt x="2124490" y="935969"/>
                </a:lnTo>
                <a:lnTo>
                  <a:pt x="2130751" y="937882"/>
                </a:lnTo>
                <a:lnTo>
                  <a:pt x="2137011" y="939695"/>
                </a:lnTo>
                <a:lnTo>
                  <a:pt x="2140615" y="946290"/>
                </a:lnTo>
                <a:lnTo>
                  <a:pt x="2138702" y="952551"/>
                </a:lnTo>
                <a:lnTo>
                  <a:pt x="2136884" y="958816"/>
                </a:lnTo>
                <a:lnTo>
                  <a:pt x="2130293" y="962415"/>
                </a:lnTo>
                <a:lnTo>
                  <a:pt x="2123984" y="960548"/>
                </a:lnTo>
                <a:lnTo>
                  <a:pt x="2121924" y="959907"/>
                </a:lnTo>
                <a:lnTo>
                  <a:pt x="2120126" y="958765"/>
                </a:lnTo>
                <a:close/>
              </a:path>
              <a:path w="5142230" h="2300604">
                <a:moveTo>
                  <a:pt x="2937622" y="1364594"/>
                </a:moveTo>
                <a:lnTo>
                  <a:pt x="2932798" y="1359430"/>
                </a:lnTo>
                <a:lnTo>
                  <a:pt x="2928720" y="1354282"/>
                </a:lnTo>
                <a:lnTo>
                  <a:pt x="2929593" y="1346810"/>
                </a:lnTo>
                <a:lnTo>
                  <a:pt x="2939830" y="1338708"/>
                </a:lnTo>
                <a:lnTo>
                  <a:pt x="2947261" y="1339528"/>
                </a:lnTo>
                <a:lnTo>
                  <a:pt x="2955408" y="1349813"/>
                </a:lnTo>
                <a:lnTo>
                  <a:pt x="2954539" y="1357191"/>
                </a:lnTo>
                <a:lnTo>
                  <a:pt x="2949446" y="1361318"/>
                </a:lnTo>
                <a:lnTo>
                  <a:pt x="2944547" y="1365164"/>
                </a:lnTo>
                <a:lnTo>
                  <a:pt x="2937622" y="1364594"/>
                </a:lnTo>
                <a:close/>
              </a:path>
              <a:path w="5142230" h="2300604">
                <a:moveTo>
                  <a:pt x="1125074" y="498733"/>
                </a:moveTo>
                <a:lnTo>
                  <a:pt x="1121020" y="494394"/>
                </a:lnTo>
                <a:lnTo>
                  <a:pt x="1120211" y="489031"/>
                </a:lnTo>
                <a:lnTo>
                  <a:pt x="1122580" y="484627"/>
                </a:lnTo>
                <a:lnTo>
                  <a:pt x="1125647" y="479114"/>
                </a:lnTo>
                <a:lnTo>
                  <a:pt x="1132563" y="477036"/>
                </a:lnTo>
                <a:lnTo>
                  <a:pt x="1138077" y="480103"/>
                </a:lnTo>
                <a:lnTo>
                  <a:pt x="1143639" y="483125"/>
                </a:lnTo>
                <a:lnTo>
                  <a:pt x="1145623" y="490038"/>
                </a:lnTo>
                <a:lnTo>
                  <a:pt x="1142601" y="495600"/>
                </a:lnTo>
                <a:lnTo>
                  <a:pt x="1139578" y="501063"/>
                </a:lnTo>
                <a:lnTo>
                  <a:pt x="1132661" y="503141"/>
                </a:lnTo>
                <a:lnTo>
                  <a:pt x="1126040" y="499474"/>
                </a:lnTo>
                <a:lnTo>
                  <a:pt x="1125074" y="498733"/>
                </a:lnTo>
                <a:close/>
              </a:path>
              <a:path w="5142230" h="2300604">
                <a:moveTo>
                  <a:pt x="1518493" y="663002"/>
                </a:moveTo>
                <a:lnTo>
                  <a:pt x="1514490" y="658716"/>
                </a:lnTo>
                <a:lnTo>
                  <a:pt x="1513355" y="654471"/>
                </a:lnTo>
                <a:lnTo>
                  <a:pt x="1516625" y="644385"/>
                </a:lnTo>
                <a:lnTo>
                  <a:pt x="1523017" y="641062"/>
                </a:lnTo>
                <a:lnTo>
                  <a:pt x="1535023" y="644921"/>
                </a:lnTo>
                <a:lnTo>
                  <a:pt x="1538342" y="651309"/>
                </a:lnTo>
                <a:lnTo>
                  <a:pt x="1536395" y="657337"/>
                </a:lnTo>
                <a:lnTo>
                  <a:pt x="1534492" y="663315"/>
                </a:lnTo>
                <a:lnTo>
                  <a:pt x="1528100" y="666638"/>
                </a:lnTo>
                <a:lnTo>
                  <a:pt x="1522076" y="664687"/>
                </a:lnTo>
                <a:lnTo>
                  <a:pt x="1520156" y="664097"/>
                </a:lnTo>
                <a:lnTo>
                  <a:pt x="1518493" y="663002"/>
                </a:lnTo>
                <a:close/>
              </a:path>
              <a:path w="5142230" h="2300604">
                <a:moveTo>
                  <a:pt x="1586471" y="684063"/>
                </a:moveTo>
                <a:lnTo>
                  <a:pt x="1582463" y="679772"/>
                </a:lnTo>
                <a:lnTo>
                  <a:pt x="1581325" y="675621"/>
                </a:lnTo>
                <a:lnTo>
                  <a:pt x="1584317" y="665530"/>
                </a:lnTo>
                <a:lnTo>
                  <a:pt x="1590666" y="662064"/>
                </a:lnTo>
                <a:lnTo>
                  <a:pt x="1596693" y="663922"/>
                </a:lnTo>
                <a:lnTo>
                  <a:pt x="1602723" y="665685"/>
                </a:lnTo>
                <a:lnTo>
                  <a:pt x="1606189" y="672035"/>
                </a:lnTo>
                <a:lnTo>
                  <a:pt x="1602569" y="684091"/>
                </a:lnTo>
                <a:lnTo>
                  <a:pt x="1596219" y="687558"/>
                </a:lnTo>
                <a:lnTo>
                  <a:pt x="1588175" y="685202"/>
                </a:lnTo>
                <a:lnTo>
                  <a:pt x="1586471" y="684063"/>
                </a:lnTo>
                <a:close/>
              </a:path>
              <a:path w="5142230" h="2300604">
                <a:moveTo>
                  <a:pt x="3092527" y="2261656"/>
                </a:moveTo>
                <a:lnTo>
                  <a:pt x="3088518" y="2257365"/>
                </a:lnTo>
                <a:lnTo>
                  <a:pt x="3087373" y="2253696"/>
                </a:lnTo>
                <a:lnTo>
                  <a:pt x="3089361" y="2243703"/>
                </a:lnTo>
                <a:lnTo>
                  <a:pt x="3095403" y="2239712"/>
                </a:lnTo>
                <a:lnTo>
                  <a:pt x="3101539" y="2241002"/>
                </a:lnTo>
                <a:lnTo>
                  <a:pt x="3107732" y="2242256"/>
                </a:lnTo>
                <a:lnTo>
                  <a:pt x="3111724" y="2248288"/>
                </a:lnTo>
                <a:lnTo>
                  <a:pt x="3109233" y="2260577"/>
                </a:lnTo>
                <a:lnTo>
                  <a:pt x="3103191" y="2264569"/>
                </a:lnTo>
                <a:lnTo>
                  <a:pt x="3097052" y="2263373"/>
                </a:lnTo>
                <a:lnTo>
                  <a:pt x="3094662" y="2262867"/>
                </a:lnTo>
                <a:lnTo>
                  <a:pt x="3092527" y="2261656"/>
                </a:lnTo>
                <a:close/>
              </a:path>
              <a:path w="5142230" h="2300604">
                <a:moveTo>
                  <a:pt x="1188158" y="531661"/>
                </a:moveTo>
                <a:lnTo>
                  <a:pt x="1184104" y="527322"/>
                </a:lnTo>
                <a:lnTo>
                  <a:pt x="1183191" y="522239"/>
                </a:lnTo>
                <a:lnTo>
                  <a:pt x="1188159" y="512211"/>
                </a:lnTo>
                <a:lnTo>
                  <a:pt x="1194987" y="509941"/>
                </a:lnTo>
                <a:lnTo>
                  <a:pt x="1200649" y="512679"/>
                </a:lnTo>
                <a:lnTo>
                  <a:pt x="1206317" y="515520"/>
                </a:lnTo>
                <a:lnTo>
                  <a:pt x="1208586" y="522348"/>
                </a:lnTo>
                <a:lnTo>
                  <a:pt x="1205844" y="528014"/>
                </a:lnTo>
                <a:lnTo>
                  <a:pt x="1203003" y="533673"/>
                </a:lnTo>
                <a:lnTo>
                  <a:pt x="1196179" y="535947"/>
                </a:lnTo>
                <a:lnTo>
                  <a:pt x="1190513" y="533205"/>
                </a:lnTo>
                <a:lnTo>
                  <a:pt x="1189261" y="532549"/>
                </a:lnTo>
                <a:lnTo>
                  <a:pt x="1188158" y="531661"/>
                </a:lnTo>
                <a:close/>
              </a:path>
              <a:path w="5142230" h="2300604">
                <a:moveTo>
                  <a:pt x="3101466" y="1247430"/>
                </a:moveTo>
                <a:lnTo>
                  <a:pt x="3097003" y="1242652"/>
                </a:lnTo>
                <a:lnTo>
                  <a:pt x="3092817" y="1237878"/>
                </a:lnTo>
                <a:lnTo>
                  <a:pt x="3093397" y="1230679"/>
                </a:lnTo>
                <a:lnTo>
                  <a:pt x="3097504" y="1227158"/>
                </a:lnTo>
                <a:lnTo>
                  <a:pt x="3102225" y="1223024"/>
                </a:lnTo>
                <a:lnTo>
                  <a:pt x="3102927" y="1222407"/>
                </a:lnTo>
                <a:lnTo>
                  <a:pt x="3110135" y="1222987"/>
                </a:lnTo>
                <a:lnTo>
                  <a:pt x="3114263" y="1227797"/>
                </a:lnTo>
                <a:lnTo>
                  <a:pt x="3118403" y="1232522"/>
                </a:lnTo>
                <a:lnTo>
                  <a:pt x="3117823" y="1239721"/>
                </a:lnTo>
                <a:lnTo>
                  <a:pt x="3113716" y="1243242"/>
                </a:lnTo>
                <a:lnTo>
                  <a:pt x="3108991" y="1247372"/>
                </a:lnTo>
                <a:lnTo>
                  <a:pt x="3108439" y="1247856"/>
                </a:lnTo>
                <a:lnTo>
                  <a:pt x="3101466" y="1247430"/>
                </a:lnTo>
                <a:close/>
              </a:path>
              <a:path w="5142230" h="2300604">
                <a:moveTo>
                  <a:pt x="1451044" y="640552"/>
                </a:moveTo>
                <a:lnTo>
                  <a:pt x="1446986" y="636208"/>
                </a:lnTo>
                <a:lnTo>
                  <a:pt x="1445912" y="631833"/>
                </a:lnTo>
                <a:lnTo>
                  <a:pt x="1449371" y="621753"/>
                </a:lnTo>
                <a:lnTo>
                  <a:pt x="1455900" y="618576"/>
                </a:lnTo>
                <a:lnTo>
                  <a:pt x="1467797" y="622711"/>
                </a:lnTo>
                <a:lnTo>
                  <a:pt x="1470929" y="629191"/>
                </a:lnTo>
                <a:lnTo>
                  <a:pt x="1468886" y="635117"/>
                </a:lnTo>
                <a:lnTo>
                  <a:pt x="1466840" y="641137"/>
                </a:lnTo>
                <a:lnTo>
                  <a:pt x="1460355" y="644264"/>
                </a:lnTo>
                <a:lnTo>
                  <a:pt x="1454388" y="642177"/>
                </a:lnTo>
                <a:lnTo>
                  <a:pt x="1452567" y="641595"/>
                </a:lnTo>
                <a:lnTo>
                  <a:pt x="1451044" y="640552"/>
                </a:lnTo>
                <a:close/>
              </a:path>
              <a:path w="5142230" h="2300604">
                <a:moveTo>
                  <a:pt x="3107970" y="2192269"/>
                </a:moveTo>
                <a:lnTo>
                  <a:pt x="3103962" y="2187978"/>
                </a:lnTo>
                <a:lnTo>
                  <a:pt x="3102819" y="2184115"/>
                </a:lnTo>
                <a:lnTo>
                  <a:pt x="3105233" y="2174090"/>
                </a:lnTo>
                <a:lnTo>
                  <a:pt x="3111408" y="2170339"/>
                </a:lnTo>
                <a:lnTo>
                  <a:pt x="3123676" y="2173306"/>
                </a:lnTo>
                <a:lnTo>
                  <a:pt x="3127431" y="2179477"/>
                </a:lnTo>
                <a:lnTo>
                  <a:pt x="3125899" y="2185656"/>
                </a:lnTo>
                <a:lnTo>
                  <a:pt x="3124416" y="2191790"/>
                </a:lnTo>
                <a:lnTo>
                  <a:pt x="3118245" y="2195546"/>
                </a:lnTo>
                <a:lnTo>
                  <a:pt x="3109912" y="2193468"/>
                </a:lnTo>
                <a:lnTo>
                  <a:pt x="3107970" y="2192269"/>
                </a:lnTo>
                <a:close/>
              </a:path>
              <a:path w="5142230" h="2300604">
                <a:moveTo>
                  <a:pt x="891050" y="339413"/>
                </a:moveTo>
                <a:lnTo>
                  <a:pt x="886165" y="334184"/>
                </a:lnTo>
                <a:lnTo>
                  <a:pt x="885963" y="327811"/>
                </a:lnTo>
                <a:lnTo>
                  <a:pt x="889709" y="323317"/>
                </a:lnTo>
                <a:lnTo>
                  <a:pt x="893791" y="318498"/>
                </a:lnTo>
                <a:lnTo>
                  <a:pt x="900939" y="317939"/>
                </a:lnTo>
                <a:lnTo>
                  <a:pt x="905757" y="322022"/>
                </a:lnTo>
                <a:lnTo>
                  <a:pt x="910624" y="326058"/>
                </a:lnTo>
                <a:lnTo>
                  <a:pt x="911180" y="333300"/>
                </a:lnTo>
                <a:lnTo>
                  <a:pt x="903064" y="342891"/>
                </a:lnTo>
                <a:lnTo>
                  <a:pt x="895863" y="343491"/>
                </a:lnTo>
                <a:lnTo>
                  <a:pt x="891050" y="339413"/>
                </a:lnTo>
                <a:close/>
              </a:path>
              <a:path w="5142230" h="2300604">
                <a:moveTo>
                  <a:pt x="3178484" y="1364771"/>
                </a:moveTo>
                <a:lnTo>
                  <a:pt x="3174380" y="1360378"/>
                </a:lnTo>
                <a:lnTo>
                  <a:pt x="3173703" y="1359458"/>
                </a:lnTo>
                <a:lnTo>
                  <a:pt x="3173173" y="1358401"/>
                </a:lnTo>
                <a:lnTo>
                  <a:pt x="3170492" y="1352697"/>
                </a:lnTo>
                <a:lnTo>
                  <a:pt x="3172796" y="1345878"/>
                </a:lnTo>
                <a:lnTo>
                  <a:pt x="3178555" y="1343147"/>
                </a:lnTo>
                <a:lnTo>
                  <a:pt x="3184218" y="1340413"/>
                </a:lnTo>
                <a:lnTo>
                  <a:pt x="3191029" y="1342816"/>
                </a:lnTo>
                <a:lnTo>
                  <a:pt x="3193768" y="1348485"/>
                </a:lnTo>
                <a:lnTo>
                  <a:pt x="3196449" y="1354189"/>
                </a:lnTo>
                <a:lnTo>
                  <a:pt x="3194045" y="1361000"/>
                </a:lnTo>
                <a:lnTo>
                  <a:pt x="3188386" y="1363739"/>
                </a:lnTo>
                <a:lnTo>
                  <a:pt x="3183774" y="1365938"/>
                </a:lnTo>
                <a:lnTo>
                  <a:pt x="3178484" y="1364771"/>
                </a:lnTo>
                <a:close/>
              </a:path>
              <a:path w="5142230" h="2300604">
                <a:moveTo>
                  <a:pt x="1063493" y="463114"/>
                </a:moveTo>
                <a:lnTo>
                  <a:pt x="1059398" y="458730"/>
                </a:lnTo>
                <a:lnTo>
                  <a:pt x="1058644" y="453134"/>
                </a:lnTo>
                <a:lnTo>
                  <a:pt x="1061433" y="448592"/>
                </a:lnTo>
                <a:lnTo>
                  <a:pt x="1064766" y="443266"/>
                </a:lnTo>
                <a:lnTo>
                  <a:pt x="1071536" y="441618"/>
                </a:lnTo>
                <a:lnTo>
                  <a:pt x="1071685" y="441582"/>
                </a:lnTo>
                <a:lnTo>
                  <a:pt x="1077102" y="444839"/>
                </a:lnTo>
                <a:lnTo>
                  <a:pt x="1082466" y="448138"/>
                </a:lnTo>
                <a:lnTo>
                  <a:pt x="1084164" y="455135"/>
                </a:lnTo>
                <a:lnTo>
                  <a:pt x="1080865" y="460499"/>
                </a:lnTo>
                <a:lnTo>
                  <a:pt x="1077608" y="465907"/>
                </a:lnTo>
                <a:lnTo>
                  <a:pt x="1070615" y="467610"/>
                </a:lnTo>
                <a:lnTo>
                  <a:pt x="1065202" y="464357"/>
                </a:lnTo>
                <a:lnTo>
                  <a:pt x="1064278" y="463759"/>
                </a:lnTo>
                <a:lnTo>
                  <a:pt x="1063493" y="463114"/>
                </a:lnTo>
                <a:close/>
              </a:path>
              <a:path w="5142230" h="2300604">
                <a:moveTo>
                  <a:pt x="1003624" y="424635"/>
                </a:moveTo>
                <a:lnTo>
                  <a:pt x="999524" y="420246"/>
                </a:lnTo>
                <a:lnTo>
                  <a:pt x="998923" y="414325"/>
                </a:lnTo>
                <a:lnTo>
                  <a:pt x="1005485" y="404634"/>
                </a:lnTo>
                <a:lnTo>
                  <a:pt x="1012612" y="403271"/>
                </a:lnTo>
                <a:lnTo>
                  <a:pt x="1023041" y="410330"/>
                </a:lnTo>
                <a:lnTo>
                  <a:pt x="1024399" y="417453"/>
                </a:lnTo>
                <a:lnTo>
                  <a:pt x="1017345" y="427887"/>
                </a:lnTo>
                <a:lnTo>
                  <a:pt x="1010266" y="429204"/>
                </a:lnTo>
                <a:lnTo>
                  <a:pt x="1004313" y="425177"/>
                </a:lnTo>
                <a:lnTo>
                  <a:pt x="1003624" y="424635"/>
                </a:lnTo>
                <a:close/>
              </a:path>
              <a:path w="5142230" h="2300604">
                <a:moveTo>
                  <a:pt x="946842" y="384084"/>
                </a:moveTo>
                <a:lnTo>
                  <a:pt x="941674" y="378553"/>
                </a:lnTo>
                <a:lnTo>
                  <a:pt x="941285" y="372565"/>
                </a:lnTo>
                <a:lnTo>
                  <a:pt x="948500" y="363085"/>
                </a:lnTo>
                <a:lnTo>
                  <a:pt x="955615" y="362100"/>
                </a:lnTo>
                <a:lnTo>
                  <a:pt x="960632" y="365906"/>
                </a:lnTo>
                <a:lnTo>
                  <a:pt x="965697" y="369666"/>
                </a:lnTo>
                <a:lnTo>
                  <a:pt x="966679" y="376876"/>
                </a:lnTo>
                <a:lnTo>
                  <a:pt x="959067" y="386908"/>
                </a:lnTo>
                <a:lnTo>
                  <a:pt x="951907" y="387845"/>
                </a:lnTo>
                <a:lnTo>
                  <a:pt x="946842" y="384084"/>
                </a:lnTo>
                <a:close/>
              </a:path>
              <a:path w="5142230" h="2300604">
                <a:moveTo>
                  <a:pt x="3143943" y="1303555"/>
                </a:moveTo>
                <a:lnTo>
                  <a:pt x="3139287" y="1298571"/>
                </a:lnTo>
                <a:lnTo>
                  <a:pt x="3138975" y="1298041"/>
                </a:lnTo>
                <a:lnTo>
                  <a:pt x="3135425" y="1292774"/>
                </a:lnTo>
                <a:lnTo>
                  <a:pt x="3136936" y="1285692"/>
                </a:lnTo>
                <a:lnTo>
                  <a:pt x="3142158" y="1282193"/>
                </a:lnTo>
                <a:lnTo>
                  <a:pt x="3147422" y="1278737"/>
                </a:lnTo>
                <a:lnTo>
                  <a:pt x="3154502" y="1280158"/>
                </a:lnTo>
                <a:lnTo>
                  <a:pt x="3161459" y="1290734"/>
                </a:lnTo>
                <a:lnTo>
                  <a:pt x="3159993" y="1297765"/>
                </a:lnTo>
                <a:lnTo>
                  <a:pt x="3154775" y="1301270"/>
                </a:lnTo>
                <a:lnTo>
                  <a:pt x="3149991" y="1304360"/>
                </a:lnTo>
                <a:lnTo>
                  <a:pt x="3143943" y="1303555"/>
                </a:lnTo>
                <a:close/>
              </a:path>
              <a:path w="5142230" h="2300604">
                <a:moveTo>
                  <a:pt x="1654724" y="703853"/>
                </a:moveTo>
                <a:lnTo>
                  <a:pt x="1650715" y="699563"/>
                </a:lnTo>
                <a:lnTo>
                  <a:pt x="1649627" y="695466"/>
                </a:lnTo>
                <a:lnTo>
                  <a:pt x="1650708" y="691442"/>
                </a:lnTo>
                <a:lnTo>
                  <a:pt x="1652377" y="685409"/>
                </a:lnTo>
                <a:lnTo>
                  <a:pt x="1658681" y="681894"/>
                </a:lnTo>
                <a:lnTo>
                  <a:pt x="1664760" y="683612"/>
                </a:lnTo>
                <a:lnTo>
                  <a:pt x="1670838" y="685230"/>
                </a:lnTo>
                <a:lnTo>
                  <a:pt x="1674398" y="691583"/>
                </a:lnTo>
                <a:lnTo>
                  <a:pt x="1671012" y="703695"/>
                </a:lnTo>
                <a:lnTo>
                  <a:pt x="1664663" y="707260"/>
                </a:lnTo>
                <a:lnTo>
                  <a:pt x="1658585" y="705543"/>
                </a:lnTo>
                <a:lnTo>
                  <a:pt x="1656526" y="705001"/>
                </a:lnTo>
                <a:lnTo>
                  <a:pt x="1654724" y="703853"/>
                </a:lnTo>
                <a:close/>
              </a:path>
              <a:path w="5142230" h="2300604">
                <a:moveTo>
                  <a:pt x="3125748" y="2123523"/>
                </a:moveTo>
                <a:lnTo>
                  <a:pt x="3121740" y="2119232"/>
                </a:lnTo>
                <a:lnTo>
                  <a:pt x="3120598" y="2115176"/>
                </a:lnTo>
                <a:lnTo>
                  <a:pt x="3123353" y="2105124"/>
                </a:lnTo>
                <a:lnTo>
                  <a:pt x="3129254" y="2101764"/>
                </a:lnTo>
                <a:lnTo>
                  <a:pt x="3129611" y="2101561"/>
                </a:lnTo>
                <a:lnTo>
                  <a:pt x="3135693" y="2103184"/>
                </a:lnTo>
                <a:lnTo>
                  <a:pt x="3141768" y="2104897"/>
                </a:lnTo>
                <a:lnTo>
                  <a:pt x="3145331" y="2111155"/>
                </a:lnTo>
                <a:lnTo>
                  <a:pt x="3143708" y="2117237"/>
                </a:lnTo>
                <a:lnTo>
                  <a:pt x="3142039" y="2123271"/>
                </a:lnTo>
                <a:lnTo>
                  <a:pt x="3135732" y="2126880"/>
                </a:lnTo>
                <a:lnTo>
                  <a:pt x="3129703" y="2125216"/>
                </a:lnTo>
                <a:lnTo>
                  <a:pt x="3127546" y="2124666"/>
                </a:lnTo>
                <a:lnTo>
                  <a:pt x="3125748" y="2123523"/>
                </a:lnTo>
                <a:close/>
              </a:path>
              <a:path w="5142230" h="2300604">
                <a:moveTo>
                  <a:pt x="1929960" y="774453"/>
                </a:moveTo>
                <a:lnTo>
                  <a:pt x="1925952" y="770162"/>
                </a:lnTo>
                <a:lnTo>
                  <a:pt x="1924763" y="766250"/>
                </a:lnTo>
                <a:lnTo>
                  <a:pt x="1925744" y="762413"/>
                </a:lnTo>
                <a:lnTo>
                  <a:pt x="1927177" y="756225"/>
                </a:lnTo>
                <a:lnTo>
                  <a:pt x="1933352" y="752474"/>
                </a:lnTo>
                <a:lnTo>
                  <a:pt x="1945620" y="755441"/>
                </a:lnTo>
                <a:lnTo>
                  <a:pt x="1949376" y="761612"/>
                </a:lnTo>
                <a:lnTo>
                  <a:pt x="1947892" y="767746"/>
                </a:lnTo>
                <a:lnTo>
                  <a:pt x="1946458" y="773834"/>
                </a:lnTo>
                <a:lnTo>
                  <a:pt x="1940287" y="777590"/>
                </a:lnTo>
                <a:lnTo>
                  <a:pt x="1934153" y="776106"/>
                </a:lnTo>
                <a:lnTo>
                  <a:pt x="1931857" y="775603"/>
                </a:lnTo>
                <a:lnTo>
                  <a:pt x="1929960" y="774453"/>
                </a:lnTo>
                <a:close/>
              </a:path>
              <a:path w="5142230" h="2300604">
                <a:moveTo>
                  <a:pt x="3164245" y="1986835"/>
                </a:moveTo>
                <a:lnTo>
                  <a:pt x="3160241" y="1982549"/>
                </a:lnTo>
                <a:lnTo>
                  <a:pt x="3159103" y="1978399"/>
                </a:lnTo>
                <a:lnTo>
                  <a:pt x="3161944" y="1968440"/>
                </a:lnTo>
                <a:lnTo>
                  <a:pt x="3168252" y="1964830"/>
                </a:lnTo>
                <a:lnTo>
                  <a:pt x="3174286" y="1966598"/>
                </a:lnTo>
                <a:lnTo>
                  <a:pt x="3180368" y="1968222"/>
                </a:lnTo>
                <a:lnTo>
                  <a:pt x="3183924" y="1974570"/>
                </a:lnTo>
                <a:lnTo>
                  <a:pt x="3180494" y="1986732"/>
                </a:lnTo>
                <a:lnTo>
                  <a:pt x="3174185" y="1990242"/>
                </a:lnTo>
                <a:lnTo>
                  <a:pt x="3168111" y="1988529"/>
                </a:lnTo>
                <a:lnTo>
                  <a:pt x="3166052" y="1987987"/>
                </a:lnTo>
                <a:lnTo>
                  <a:pt x="3164245" y="1986835"/>
                </a:lnTo>
                <a:close/>
              </a:path>
              <a:path w="5142230" h="2300604">
                <a:moveTo>
                  <a:pt x="3183005" y="1918359"/>
                </a:moveTo>
                <a:lnTo>
                  <a:pt x="3179001" y="1914073"/>
                </a:lnTo>
                <a:lnTo>
                  <a:pt x="3177816" y="1910067"/>
                </a:lnTo>
                <a:lnTo>
                  <a:pt x="3178831" y="1906365"/>
                </a:lnTo>
                <a:lnTo>
                  <a:pt x="3180423" y="1900053"/>
                </a:lnTo>
                <a:lnTo>
                  <a:pt x="3186680" y="1896390"/>
                </a:lnTo>
                <a:lnTo>
                  <a:pt x="3192766" y="1898018"/>
                </a:lnTo>
                <a:lnTo>
                  <a:pt x="3198897" y="1899596"/>
                </a:lnTo>
                <a:lnTo>
                  <a:pt x="3202510" y="1905809"/>
                </a:lnTo>
                <a:lnTo>
                  <a:pt x="3199353" y="1917971"/>
                </a:lnTo>
                <a:lnTo>
                  <a:pt x="3193273" y="1921530"/>
                </a:lnTo>
                <a:lnTo>
                  <a:pt x="3193095" y="1921634"/>
                </a:lnTo>
                <a:lnTo>
                  <a:pt x="3184812" y="1919511"/>
                </a:lnTo>
                <a:lnTo>
                  <a:pt x="3183005" y="1918359"/>
                </a:lnTo>
                <a:close/>
              </a:path>
              <a:path w="5142230" h="2300604">
                <a:moveTo>
                  <a:pt x="3144836" y="2055105"/>
                </a:moveTo>
                <a:lnTo>
                  <a:pt x="3140828" y="2050814"/>
                </a:lnTo>
                <a:lnTo>
                  <a:pt x="3139735" y="2046713"/>
                </a:lnTo>
                <a:lnTo>
                  <a:pt x="3142584" y="2036664"/>
                </a:lnTo>
                <a:lnTo>
                  <a:pt x="3148884" y="2033144"/>
                </a:lnTo>
                <a:lnTo>
                  <a:pt x="3154967" y="2034867"/>
                </a:lnTo>
                <a:lnTo>
                  <a:pt x="3160997" y="2036630"/>
                </a:lnTo>
                <a:lnTo>
                  <a:pt x="3164507" y="2042929"/>
                </a:lnTo>
                <a:lnTo>
                  <a:pt x="3162794" y="2049013"/>
                </a:lnTo>
                <a:lnTo>
                  <a:pt x="3161027" y="2055038"/>
                </a:lnTo>
                <a:lnTo>
                  <a:pt x="3154723" y="2058553"/>
                </a:lnTo>
                <a:lnTo>
                  <a:pt x="3148697" y="2056795"/>
                </a:lnTo>
                <a:lnTo>
                  <a:pt x="3146634" y="2056248"/>
                </a:lnTo>
                <a:lnTo>
                  <a:pt x="3144836" y="2055105"/>
                </a:lnTo>
                <a:close/>
              </a:path>
              <a:path w="5142230" h="2300604">
                <a:moveTo>
                  <a:pt x="1998985" y="790965"/>
                </a:moveTo>
                <a:lnTo>
                  <a:pt x="1994972" y="786670"/>
                </a:lnTo>
                <a:lnTo>
                  <a:pt x="1993788" y="782763"/>
                </a:lnTo>
                <a:lnTo>
                  <a:pt x="1996207" y="772742"/>
                </a:lnTo>
                <a:lnTo>
                  <a:pt x="2002377" y="768987"/>
                </a:lnTo>
                <a:lnTo>
                  <a:pt x="2014600" y="771905"/>
                </a:lnTo>
                <a:lnTo>
                  <a:pt x="2018355" y="778076"/>
                </a:lnTo>
                <a:lnTo>
                  <a:pt x="2016920" y="784164"/>
                </a:lnTo>
                <a:lnTo>
                  <a:pt x="2015437" y="790298"/>
                </a:lnTo>
                <a:lnTo>
                  <a:pt x="2009312" y="794102"/>
                </a:lnTo>
                <a:lnTo>
                  <a:pt x="2003219" y="792663"/>
                </a:lnTo>
                <a:lnTo>
                  <a:pt x="2000931" y="792070"/>
                </a:lnTo>
                <a:lnTo>
                  <a:pt x="1998985" y="790965"/>
                </a:lnTo>
                <a:close/>
              </a:path>
              <a:path w="5142230" h="2300604">
                <a:moveTo>
                  <a:pt x="2067963" y="807330"/>
                </a:moveTo>
                <a:lnTo>
                  <a:pt x="2064005" y="803093"/>
                </a:lnTo>
                <a:lnTo>
                  <a:pt x="2063609" y="801789"/>
                </a:lnTo>
                <a:lnTo>
                  <a:pt x="2062834" y="799102"/>
                </a:lnTo>
                <a:lnTo>
                  <a:pt x="2063698" y="795335"/>
                </a:lnTo>
                <a:lnTo>
                  <a:pt x="2065181" y="789201"/>
                </a:lnTo>
                <a:lnTo>
                  <a:pt x="2071357" y="785450"/>
                </a:lnTo>
                <a:lnTo>
                  <a:pt x="2077489" y="786835"/>
                </a:lnTo>
                <a:lnTo>
                  <a:pt x="2083623" y="788318"/>
                </a:lnTo>
                <a:lnTo>
                  <a:pt x="2087383" y="794494"/>
                </a:lnTo>
                <a:lnTo>
                  <a:pt x="2085900" y="800628"/>
                </a:lnTo>
                <a:lnTo>
                  <a:pt x="2084511" y="806765"/>
                </a:lnTo>
                <a:lnTo>
                  <a:pt x="2078340" y="810520"/>
                </a:lnTo>
                <a:lnTo>
                  <a:pt x="2072157" y="809082"/>
                </a:lnTo>
                <a:lnTo>
                  <a:pt x="2069910" y="808534"/>
                </a:lnTo>
                <a:lnTo>
                  <a:pt x="2067963" y="807330"/>
                </a:lnTo>
                <a:close/>
              </a:path>
              <a:path w="5142230" h="2300604">
                <a:moveTo>
                  <a:pt x="3214199" y="1780011"/>
                </a:moveTo>
                <a:lnTo>
                  <a:pt x="3210236" y="1775768"/>
                </a:lnTo>
                <a:lnTo>
                  <a:pt x="3208993" y="1772190"/>
                </a:lnTo>
                <a:lnTo>
                  <a:pt x="3209684" y="1768531"/>
                </a:lnTo>
                <a:lnTo>
                  <a:pt x="3210789" y="1762285"/>
                </a:lnTo>
                <a:lnTo>
                  <a:pt x="3216694" y="1758148"/>
                </a:lnTo>
                <a:lnTo>
                  <a:pt x="3222890" y="1759208"/>
                </a:lnTo>
                <a:lnTo>
                  <a:pt x="3229082" y="1760363"/>
                </a:lnTo>
                <a:lnTo>
                  <a:pt x="3233225" y="1766264"/>
                </a:lnTo>
                <a:lnTo>
                  <a:pt x="3232159" y="1772455"/>
                </a:lnTo>
                <a:lnTo>
                  <a:pt x="3231055" y="1778701"/>
                </a:lnTo>
                <a:lnTo>
                  <a:pt x="3225149" y="1782838"/>
                </a:lnTo>
                <a:lnTo>
                  <a:pt x="3216379" y="1781270"/>
                </a:lnTo>
                <a:lnTo>
                  <a:pt x="3214199" y="1780011"/>
                </a:lnTo>
                <a:close/>
              </a:path>
              <a:path w="5142230" h="2300604">
                <a:moveTo>
                  <a:pt x="2274610" y="858363"/>
                </a:moveTo>
                <a:lnTo>
                  <a:pt x="2270601" y="854072"/>
                </a:lnTo>
                <a:lnTo>
                  <a:pt x="2269466" y="850120"/>
                </a:lnTo>
                <a:lnTo>
                  <a:pt x="2272073" y="840106"/>
                </a:lnTo>
                <a:lnTo>
                  <a:pt x="2278157" y="836551"/>
                </a:lnTo>
                <a:lnTo>
                  <a:pt x="2278335" y="836448"/>
                </a:lnTo>
                <a:lnTo>
                  <a:pt x="2284415" y="837972"/>
                </a:lnTo>
                <a:lnTo>
                  <a:pt x="2290502" y="839600"/>
                </a:lnTo>
                <a:lnTo>
                  <a:pt x="2294160" y="845862"/>
                </a:lnTo>
                <a:lnTo>
                  <a:pt x="2292597" y="851716"/>
                </a:lnTo>
                <a:lnTo>
                  <a:pt x="2291007" y="858029"/>
                </a:lnTo>
                <a:lnTo>
                  <a:pt x="2284746" y="861687"/>
                </a:lnTo>
                <a:lnTo>
                  <a:pt x="2278781" y="860091"/>
                </a:lnTo>
                <a:lnTo>
                  <a:pt x="2276511" y="859518"/>
                </a:lnTo>
                <a:lnTo>
                  <a:pt x="2274610" y="858363"/>
                </a:lnTo>
                <a:close/>
              </a:path>
              <a:path w="5142230" h="2300604">
                <a:moveTo>
                  <a:pt x="2205859" y="840873"/>
                </a:moveTo>
                <a:lnTo>
                  <a:pt x="2201850" y="836582"/>
                </a:lnTo>
                <a:lnTo>
                  <a:pt x="2200662" y="832671"/>
                </a:lnTo>
                <a:lnTo>
                  <a:pt x="2203174" y="822653"/>
                </a:lnTo>
                <a:lnTo>
                  <a:pt x="2204816" y="821674"/>
                </a:lnTo>
                <a:lnTo>
                  <a:pt x="2209510" y="818977"/>
                </a:lnTo>
                <a:lnTo>
                  <a:pt x="2215476" y="820476"/>
                </a:lnTo>
                <a:lnTo>
                  <a:pt x="2221610" y="821959"/>
                </a:lnTo>
                <a:lnTo>
                  <a:pt x="2225316" y="828175"/>
                </a:lnTo>
                <a:lnTo>
                  <a:pt x="2223833" y="834309"/>
                </a:lnTo>
                <a:lnTo>
                  <a:pt x="2222304" y="840394"/>
                </a:lnTo>
                <a:lnTo>
                  <a:pt x="2216088" y="844101"/>
                </a:lnTo>
                <a:lnTo>
                  <a:pt x="2209954" y="842618"/>
                </a:lnTo>
                <a:lnTo>
                  <a:pt x="2207755" y="842024"/>
                </a:lnTo>
                <a:lnTo>
                  <a:pt x="2205859" y="840873"/>
                </a:lnTo>
                <a:close/>
              </a:path>
              <a:path w="5142230" h="2300604">
                <a:moveTo>
                  <a:pt x="2874965" y="1070847"/>
                </a:moveTo>
                <a:lnTo>
                  <a:pt x="2870870" y="1066463"/>
                </a:lnTo>
                <a:lnTo>
                  <a:pt x="2870061" y="1061101"/>
                </a:lnTo>
                <a:lnTo>
                  <a:pt x="2872475" y="1056746"/>
                </a:lnTo>
                <a:lnTo>
                  <a:pt x="2875497" y="1051183"/>
                </a:lnTo>
                <a:lnTo>
                  <a:pt x="2882459" y="1049154"/>
                </a:lnTo>
                <a:lnTo>
                  <a:pt x="2893489" y="1055195"/>
                </a:lnTo>
                <a:lnTo>
                  <a:pt x="2895567" y="1062111"/>
                </a:lnTo>
                <a:lnTo>
                  <a:pt x="2892500" y="1067625"/>
                </a:lnTo>
                <a:lnTo>
                  <a:pt x="2889478" y="1073187"/>
                </a:lnTo>
                <a:lnTo>
                  <a:pt x="2882512" y="1075211"/>
                </a:lnTo>
                <a:lnTo>
                  <a:pt x="2875936" y="1071593"/>
                </a:lnTo>
                <a:lnTo>
                  <a:pt x="2874965" y="1070847"/>
                </a:lnTo>
                <a:close/>
              </a:path>
              <a:path w="5142230" h="2300604">
                <a:moveTo>
                  <a:pt x="3199990" y="1849449"/>
                </a:moveTo>
                <a:lnTo>
                  <a:pt x="3195982" y="1845158"/>
                </a:lnTo>
                <a:lnTo>
                  <a:pt x="3194835" y="1841390"/>
                </a:lnTo>
                <a:lnTo>
                  <a:pt x="3197106" y="1831407"/>
                </a:lnTo>
                <a:lnTo>
                  <a:pt x="3203190" y="1827558"/>
                </a:lnTo>
                <a:lnTo>
                  <a:pt x="3215465" y="1830337"/>
                </a:lnTo>
                <a:lnTo>
                  <a:pt x="3219318" y="1836416"/>
                </a:lnTo>
                <a:lnTo>
                  <a:pt x="3217929" y="1842553"/>
                </a:lnTo>
                <a:lnTo>
                  <a:pt x="3216585" y="1848739"/>
                </a:lnTo>
                <a:lnTo>
                  <a:pt x="3210411" y="1852589"/>
                </a:lnTo>
                <a:lnTo>
                  <a:pt x="3201978" y="1850697"/>
                </a:lnTo>
                <a:lnTo>
                  <a:pt x="3199990" y="1849449"/>
                </a:lnTo>
                <a:close/>
              </a:path>
              <a:path w="5142230" h="2300604">
                <a:moveTo>
                  <a:pt x="3229799" y="1639437"/>
                </a:moveTo>
                <a:lnTo>
                  <a:pt x="3225836" y="1635195"/>
                </a:lnTo>
                <a:lnTo>
                  <a:pt x="3224617" y="1632228"/>
                </a:lnTo>
                <a:lnTo>
                  <a:pt x="3224767" y="1629163"/>
                </a:lnTo>
                <a:lnTo>
                  <a:pt x="3224982" y="1622844"/>
                </a:lnTo>
                <a:lnTo>
                  <a:pt x="3230293" y="1617972"/>
                </a:lnTo>
                <a:lnTo>
                  <a:pt x="3236468" y="1618131"/>
                </a:lnTo>
                <a:lnTo>
                  <a:pt x="3242881" y="1618350"/>
                </a:lnTo>
                <a:lnTo>
                  <a:pt x="3247755" y="1623567"/>
                </a:lnTo>
                <a:lnTo>
                  <a:pt x="3247330" y="1636209"/>
                </a:lnTo>
                <a:lnTo>
                  <a:pt x="3242063" y="1641129"/>
                </a:lnTo>
                <a:lnTo>
                  <a:pt x="3235790" y="1640963"/>
                </a:lnTo>
                <a:lnTo>
                  <a:pt x="3232632" y="1640808"/>
                </a:lnTo>
                <a:lnTo>
                  <a:pt x="3229799" y="1639437"/>
                </a:lnTo>
                <a:close/>
              </a:path>
              <a:path w="5142230" h="2300604">
                <a:moveTo>
                  <a:pt x="2936607" y="1107314"/>
                </a:moveTo>
                <a:lnTo>
                  <a:pt x="2931763" y="1102128"/>
                </a:lnTo>
                <a:lnTo>
                  <a:pt x="2931124" y="1096557"/>
                </a:lnTo>
                <a:lnTo>
                  <a:pt x="2937098" y="1087117"/>
                </a:lnTo>
                <a:lnTo>
                  <a:pt x="2937355" y="1086709"/>
                </a:lnTo>
                <a:lnTo>
                  <a:pt x="2944395" y="1085154"/>
                </a:lnTo>
                <a:lnTo>
                  <a:pt x="2949707" y="1088593"/>
                </a:lnTo>
                <a:lnTo>
                  <a:pt x="2955073" y="1091990"/>
                </a:lnTo>
                <a:lnTo>
                  <a:pt x="2956627" y="1099030"/>
                </a:lnTo>
                <a:lnTo>
                  <a:pt x="2953446" y="1103934"/>
                </a:lnTo>
                <a:lnTo>
                  <a:pt x="2950061" y="1109302"/>
                </a:lnTo>
                <a:lnTo>
                  <a:pt x="2949840" y="1109653"/>
                </a:lnTo>
                <a:lnTo>
                  <a:pt x="2942805" y="1111212"/>
                </a:lnTo>
                <a:lnTo>
                  <a:pt x="2937444" y="1107819"/>
                </a:lnTo>
                <a:lnTo>
                  <a:pt x="2936607" y="1107314"/>
                </a:lnTo>
                <a:close/>
              </a:path>
              <a:path w="5142230" h="2300604">
                <a:moveTo>
                  <a:pt x="2136895" y="823938"/>
                </a:moveTo>
                <a:lnTo>
                  <a:pt x="2132887" y="819647"/>
                </a:lnTo>
                <a:lnTo>
                  <a:pt x="2132506" y="818360"/>
                </a:lnTo>
                <a:lnTo>
                  <a:pt x="2131763" y="815707"/>
                </a:lnTo>
                <a:lnTo>
                  <a:pt x="2134162" y="805764"/>
                </a:lnTo>
                <a:lnTo>
                  <a:pt x="2140333" y="802008"/>
                </a:lnTo>
                <a:lnTo>
                  <a:pt x="2152601" y="804975"/>
                </a:lnTo>
                <a:lnTo>
                  <a:pt x="2156356" y="811146"/>
                </a:lnTo>
                <a:lnTo>
                  <a:pt x="2153385" y="823409"/>
                </a:lnTo>
                <a:lnTo>
                  <a:pt x="2147219" y="827169"/>
                </a:lnTo>
                <a:lnTo>
                  <a:pt x="2141035" y="825632"/>
                </a:lnTo>
                <a:lnTo>
                  <a:pt x="2138837" y="825137"/>
                </a:lnTo>
                <a:lnTo>
                  <a:pt x="2136895" y="823938"/>
                </a:lnTo>
                <a:close/>
              </a:path>
              <a:path w="5142230" h="2300604">
                <a:moveTo>
                  <a:pt x="2747167" y="1009992"/>
                </a:moveTo>
                <a:lnTo>
                  <a:pt x="2743109" y="1005647"/>
                </a:lnTo>
                <a:lnTo>
                  <a:pt x="2742138" y="1000893"/>
                </a:lnTo>
                <a:lnTo>
                  <a:pt x="2743889" y="996610"/>
                </a:lnTo>
                <a:lnTo>
                  <a:pt x="2746400" y="990794"/>
                </a:lnTo>
                <a:lnTo>
                  <a:pt x="2753056" y="988046"/>
                </a:lnTo>
                <a:lnTo>
                  <a:pt x="2759021" y="990619"/>
                </a:lnTo>
                <a:lnTo>
                  <a:pt x="2764695" y="992979"/>
                </a:lnTo>
                <a:lnTo>
                  <a:pt x="2767442" y="999635"/>
                </a:lnTo>
                <a:lnTo>
                  <a:pt x="2762514" y="1011269"/>
                </a:lnTo>
                <a:lnTo>
                  <a:pt x="2755854" y="1014012"/>
                </a:lnTo>
                <a:lnTo>
                  <a:pt x="2748500" y="1010929"/>
                </a:lnTo>
                <a:lnTo>
                  <a:pt x="2747167" y="1009992"/>
                </a:lnTo>
                <a:close/>
              </a:path>
              <a:path w="5142230" h="2300604">
                <a:moveTo>
                  <a:pt x="1723343" y="722571"/>
                </a:moveTo>
                <a:lnTo>
                  <a:pt x="1719335" y="718280"/>
                </a:lnTo>
                <a:lnTo>
                  <a:pt x="1718145" y="714269"/>
                </a:lnTo>
                <a:lnTo>
                  <a:pt x="1719182" y="710296"/>
                </a:lnTo>
                <a:lnTo>
                  <a:pt x="1720805" y="704214"/>
                </a:lnTo>
                <a:lnTo>
                  <a:pt x="1726825" y="700786"/>
                </a:lnTo>
                <a:lnTo>
                  <a:pt x="1727063" y="700651"/>
                </a:lnTo>
                <a:lnTo>
                  <a:pt x="1733145" y="702274"/>
                </a:lnTo>
                <a:lnTo>
                  <a:pt x="1739272" y="703847"/>
                </a:lnTo>
                <a:lnTo>
                  <a:pt x="1742840" y="710110"/>
                </a:lnTo>
                <a:lnTo>
                  <a:pt x="1741217" y="716192"/>
                </a:lnTo>
                <a:lnTo>
                  <a:pt x="1739642" y="722229"/>
                </a:lnTo>
                <a:lnTo>
                  <a:pt x="1733617" y="725749"/>
                </a:lnTo>
                <a:lnTo>
                  <a:pt x="1733380" y="725887"/>
                </a:lnTo>
                <a:lnTo>
                  <a:pt x="1727298" y="724263"/>
                </a:lnTo>
                <a:lnTo>
                  <a:pt x="1725141" y="723713"/>
                </a:lnTo>
                <a:lnTo>
                  <a:pt x="1723343" y="722571"/>
                </a:lnTo>
                <a:close/>
              </a:path>
              <a:path w="5142230" h="2300604">
                <a:moveTo>
                  <a:pt x="2811897" y="1038817"/>
                </a:moveTo>
                <a:lnTo>
                  <a:pt x="2807802" y="1034433"/>
                </a:lnTo>
                <a:lnTo>
                  <a:pt x="2806882" y="1029440"/>
                </a:lnTo>
                <a:lnTo>
                  <a:pt x="2808969" y="1025125"/>
                </a:lnTo>
                <a:lnTo>
                  <a:pt x="2811666" y="1019410"/>
                </a:lnTo>
                <a:lnTo>
                  <a:pt x="2818452" y="1016997"/>
                </a:lnTo>
                <a:lnTo>
                  <a:pt x="2829877" y="1022386"/>
                </a:lnTo>
                <a:lnTo>
                  <a:pt x="2832294" y="1029177"/>
                </a:lnTo>
                <a:lnTo>
                  <a:pt x="2829593" y="1034887"/>
                </a:lnTo>
                <a:lnTo>
                  <a:pt x="2826855" y="1040558"/>
                </a:lnTo>
                <a:lnTo>
                  <a:pt x="2820065" y="1042966"/>
                </a:lnTo>
                <a:lnTo>
                  <a:pt x="2813049" y="1039658"/>
                </a:lnTo>
                <a:lnTo>
                  <a:pt x="2811897" y="1038817"/>
                </a:lnTo>
                <a:close/>
              </a:path>
              <a:path w="5142230" h="2300604">
                <a:moveTo>
                  <a:pt x="1860945" y="757658"/>
                </a:moveTo>
                <a:lnTo>
                  <a:pt x="1856932" y="753362"/>
                </a:lnTo>
                <a:lnTo>
                  <a:pt x="1855842" y="749458"/>
                </a:lnTo>
                <a:lnTo>
                  <a:pt x="1858261" y="739438"/>
                </a:lnTo>
                <a:lnTo>
                  <a:pt x="1864477" y="735731"/>
                </a:lnTo>
                <a:lnTo>
                  <a:pt x="1870611" y="737214"/>
                </a:lnTo>
                <a:lnTo>
                  <a:pt x="1876696" y="738743"/>
                </a:lnTo>
                <a:lnTo>
                  <a:pt x="1880447" y="744909"/>
                </a:lnTo>
                <a:lnTo>
                  <a:pt x="1878923" y="750999"/>
                </a:lnTo>
                <a:lnTo>
                  <a:pt x="1877439" y="757133"/>
                </a:lnTo>
                <a:lnTo>
                  <a:pt x="1871264" y="760884"/>
                </a:lnTo>
                <a:lnTo>
                  <a:pt x="1862887" y="758857"/>
                </a:lnTo>
                <a:lnTo>
                  <a:pt x="1860945" y="757658"/>
                </a:lnTo>
                <a:close/>
              </a:path>
              <a:path w="5142230" h="2300604">
                <a:moveTo>
                  <a:pt x="3204200" y="1430225"/>
                </a:moveTo>
                <a:lnTo>
                  <a:pt x="3200191" y="1425934"/>
                </a:lnTo>
                <a:lnTo>
                  <a:pt x="3199345" y="1424441"/>
                </a:lnTo>
                <a:lnTo>
                  <a:pt x="3198838" y="1422824"/>
                </a:lnTo>
                <a:lnTo>
                  <a:pt x="3196871" y="1416808"/>
                </a:lnTo>
                <a:lnTo>
                  <a:pt x="3200201" y="1410402"/>
                </a:lnTo>
                <a:lnTo>
                  <a:pt x="3206172" y="1408486"/>
                </a:lnTo>
                <a:lnTo>
                  <a:pt x="3211907" y="1406610"/>
                </a:lnTo>
                <a:lnTo>
                  <a:pt x="3212187" y="1406519"/>
                </a:lnTo>
                <a:lnTo>
                  <a:pt x="3218589" y="1409852"/>
                </a:lnTo>
                <a:lnTo>
                  <a:pt x="3222477" y="1421834"/>
                </a:lnTo>
                <a:lnTo>
                  <a:pt x="3219189" y="1428285"/>
                </a:lnTo>
                <a:lnTo>
                  <a:pt x="3208828" y="1431562"/>
                </a:lnTo>
                <a:lnTo>
                  <a:pt x="3204200" y="1430225"/>
                </a:lnTo>
                <a:close/>
              </a:path>
              <a:path w="5142230" h="2300604">
                <a:moveTo>
                  <a:pt x="3220942" y="1498682"/>
                </a:moveTo>
                <a:lnTo>
                  <a:pt x="3216979" y="1494440"/>
                </a:lnTo>
                <a:lnTo>
                  <a:pt x="3215915" y="1492421"/>
                </a:lnTo>
                <a:lnTo>
                  <a:pt x="3215571" y="1490195"/>
                </a:lnTo>
                <a:lnTo>
                  <a:pt x="3214459" y="1484020"/>
                </a:lnTo>
                <a:lnTo>
                  <a:pt x="3218575" y="1478065"/>
                </a:lnTo>
                <a:lnTo>
                  <a:pt x="3230930" y="1475847"/>
                </a:lnTo>
                <a:lnTo>
                  <a:pt x="3236875" y="1479963"/>
                </a:lnTo>
                <a:lnTo>
                  <a:pt x="3239144" y="1492362"/>
                </a:lnTo>
                <a:lnTo>
                  <a:pt x="3234982" y="1498268"/>
                </a:lnTo>
                <a:lnTo>
                  <a:pt x="3228803" y="1499374"/>
                </a:lnTo>
                <a:lnTo>
                  <a:pt x="3224863" y="1500142"/>
                </a:lnTo>
                <a:lnTo>
                  <a:pt x="3220942" y="1498682"/>
                </a:lnTo>
                <a:close/>
              </a:path>
              <a:path w="5142230" h="2300604">
                <a:moveTo>
                  <a:pt x="1792086" y="740443"/>
                </a:moveTo>
                <a:lnTo>
                  <a:pt x="1788077" y="736152"/>
                </a:lnTo>
                <a:lnTo>
                  <a:pt x="1786933" y="732190"/>
                </a:lnTo>
                <a:lnTo>
                  <a:pt x="1789450" y="722177"/>
                </a:lnTo>
                <a:lnTo>
                  <a:pt x="1795666" y="718471"/>
                </a:lnTo>
                <a:lnTo>
                  <a:pt x="1807878" y="721572"/>
                </a:lnTo>
                <a:lnTo>
                  <a:pt x="1811584" y="727789"/>
                </a:lnTo>
                <a:lnTo>
                  <a:pt x="1810031" y="733848"/>
                </a:lnTo>
                <a:lnTo>
                  <a:pt x="1808482" y="740009"/>
                </a:lnTo>
                <a:lnTo>
                  <a:pt x="1802266" y="743716"/>
                </a:lnTo>
                <a:lnTo>
                  <a:pt x="1796296" y="742212"/>
                </a:lnTo>
                <a:lnTo>
                  <a:pt x="1793978" y="741588"/>
                </a:lnTo>
                <a:lnTo>
                  <a:pt x="1792086" y="740443"/>
                </a:lnTo>
                <a:close/>
              </a:path>
              <a:path w="5142230" h="2300604">
                <a:moveTo>
                  <a:pt x="3224516" y="1709925"/>
                </a:moveTo>
                <a:lnTo>
                  <a:pt x="3220553" y="1705683"/>
                </a:lnTo>
                <a:lnTo>
                  <a:pt x="3219346" y="1702436"/>
                </a:lnTo>
                <a:lnTo>
                  <a:pt x="3219699" y="1699002"/>
                </a:lnTo>
                <a:lnTo>
                  <a:pt x="3220431" y="1692748"/>
                </a:lnTo>
                <a:lnTo>
                  <a:pt x="3226062" y="1688219"/>
                </a:lnTo>
                <a:lnTo>
                  <a:pt x="3232311" y="1688946"/>
                </a:lnTo>
                <a:lnTo>
                  <a:pt x="3238568" y="1689584"/>
                </a:lnTo>
                <a:lnTo>
                  <a:pt x="3243098" y="1695214"/>
                </a:lnTo>
                <a:lnTo>
                  <a:pt x="3242411" y="1701517"/>
                </a:lnTo>
                <a:lnTo>
                  <a:pt x="3241683" y="1707776"/>
                </a:lnTo>
                <a:lnTo>
                  <a:pt x="3236053" y="1712305"/>
                </a:lnTo>
                <a:lnTo>
                  <a:pt x="3226976" y="1711288"/>
                </a:lnTo>
                <a:lnTo>
                  <a:pt x="3224516" y="1709925"/>
                </a:lnTo>
                <a:close/>
              </a:path>
              <a:path w="5142230" h="2300604">
                <a:moveTo>
                  <a:pt x="2994447" y="1147433"/>
                </a:moveTo>
                <a:lnTo>
                  <a:pt x="2989796" y="1142454"/>
                </a:lnTo>
                <a:lnTo>
                  <a:pt x="2989345" y="1136302"/>
                </a:lnTo>
                <a:lnTo>
                  <a:pt x="2992807" y="1131798"/>
                </a:lnTo>
                <a:lnTo>
                  <a:pt x="2996613" y="1126781"/>
                </a:lnTo>
                <a:lnTo>
                  <a:pt x="3003728" y="1125796"/>
                </a:lnTo>
                <a:lnTo>
                  <a:pt x="3013756" y="1133403"/>
                </a:lnTo>
                <a:lnTo>
                  <a:pt x="3014792" y="1140572"/>
                </a:lnTo>
                <a:lnTo>
                  <a:pt x="3007131" y="1150650"/>
                </a:lnTo>
                <a:lnTo>
                  <a:pt x="2999966" y="1151581"/>
                </a:lnTo>
                <a:lnTo>
                  <a:pt x="2994954" y="1147780"/>
                </a:lnTo>
                <a:lnTo>
                  <a:pt x="2994447" y="1147433"/>
                </a:lnTo>
                <a:close/>
              </a:path>
              <a:path w="5142230" h="2300604">
                <a:moveTo>
                  <a:pt x="3229088" y="1568787"/>
                </a:moveTo>
                <a:lnTo>
                  <a:pt x="3225075" y="1564491"/>
                </a:lnTo>
                <a:lnTo>
                  <a:pt x="3223930" y="1562092"/>
                </a:lnTo>
                <a:lnTo>
                  <a:pt x="3223793" y="1559306"/>
                </a:lnTo>
                <a:lnTo>
                  <a:pt x="3223394" y="1553014"/>
                </a:lnTo>
                <a:lnTo>
                  <a:pt x="3228155" y="1547653"/>
                </a:lnTo>
                <a:lnTo>
                  <a:pt x="3240736" y="1546849"/>
                </a:lnTo>
                <a:lnTo>
                  <a:pt x="3246143" y="1551659"/>
                </a:lnTo>
                <a:lnTo>
                  <a:pt x="3246896" y="1564195"/>
                </a:lnTo>
                <a:lnTo>
                  <a:pt x="3242185" y="1569610"/>
                </a:lnTo>
                <a:lnTo>
                  <a:pt x="3235842" y="1569956"/>
                </a:lnTo>
                <a:lnTo>
                  <a:pt x="3232340" y="1570215"/>
                </a:lnTo>
                <a:lnTo>
                  <a:pt x="3229088" y="1568787"/>
                </a:lnTo>
                <a:close/>
              </a:path>
              <a:path w="5142230" h="2300604">
                <a:moveTo>
                  <a:pt x="1384075" y="616367"/>
                </a:moveTo>
                <a:lnTo>
                  <a:pt x="1380066" y="612077"/>
                </a:lnTo>
                <a:lnTo>
                  <a:pt x="1378994" y="607508"/>
                </a:lnTo>
                <a:lnTo>
                  <a:pt x="1382785" y="597393"/>
                </a:lnTo>
                <a:lnTo>
                  <a:pt x="1389353" y="594453"/>
                </a:lnTo>
                <a:lnTo>
                  <a:pt x="1401146" y="598867"/>
                </a:lnTo>
                <a:lnTo>
                  <a:pt x="1404176" y="605433"/>
                </a:lnTo>
                <a:lnTo>
                  <a:pt x="1399717" y="617278"/>
                </a:lnTo>
                <a:lnTo>
                  <a:pt x="1393149" y="620217"/>
                </a:lnTo>
                <a:lnTo>
                  <a:pt x="1385551" y="617362"/>
                </a:lnTo>
                <a:lnTo>
                  <a:pt x="1384075" y="616367"/>
                </a:lnTo>
                <a:close/>
              </a:path>
              <a:path w="5142230" h="2300604">
                <a:moveTo>
                  <a:pt x="2343148" y="876700"/>
                </a:moveTo>
                <a:lnTo>
                  <a:pt x="2339144" y="872414"/>
                </a:lnTo>
                <a:lnTo>
                  <a:pt x="2338002" y="868358"/>
                </a:lnTo>
                <a:lnTo>
                  <a:pt x="2339134" y="864388"/>
                </a:lnTo>
                <a:lnTo>
                  <a:pt x="2340806" y="858261"/>
                </a:lnTo>
                <a:lnTo>
                  <a:pt x="2346685" y="854975"/>
                </a:lnTo>
                <a:lnTo>
                  <a:pt x="2347105" y="854741"/>
                </a:lnTo>
                <a:lnTo>
                  <a:pt x="2359271" y="858086"/>
                </a:lnTo>
                <a:lnTo>
                  <a:pt x="2362834" y="864345"/>
                </a:lnTo>
                <a:lnTo>
                  <a:pt x="2361117" y="870424"/>
                </a:lnTo>
                <a:lnTo>
                  <a:pt x="2359445" y="876551"/>
                </a:lnTo>
                <a:lnTo>
                  <a:pt x="2353603" y="879878"/>
                </a:lnTo>
                <a:lnTo>
                  <a:pt x="2353186" y="880115"/>
                </a:lnTo>
                <a:lnTo>
                  <a:pt x="2344998" y="877802"/>
                </a:lnTo>
                <a:lnTo>
                  <a:pt x="2343148" y="876700"/>
                </a:lnTo>
                <a:close/>
              </a:path>
              <a:path w="5142230" h="2300604">
                <a:moveTo>
                  <a:pt x="1252458" y="562176"/>
                </a:moveTo>
                <a:lnTo>
                  <a:pt x="1248404" y="557836"/>
                </a:lnTo>
                <a:lnTo>
                  <a:pt x="1247484" y="552942"/>
                </a:lnTo>
                <a:lnTo>
                  <a:pt x="1249427" y="548571"/>
                </a:lnTo>
                <a:lnTo>
                  <a:pt x="1252025" y="542848"/>
                </a:lnTo>
                <a:lnTo>
                  <a:pt x="1258773" y="540297"/>
                </a:lnTo>
                <a:lnTo>
                  <a:pt x="1264491" y="542899"/>
                </a:lnTo>
                <a:lnTo>
                  <a:pt x="1270258" y="545456"/>
                </a:lnTo>
                <a:lnTo>
                  <a:pt x="1272814" y="552199"/>
                </a:lnTo>
                <a:lnTo>
                  <a:pt x="1270257" y="557966"/>
                </a:lnTo>
                <a:lnTo>
                  <a:pt x="1267606" y="563730"/>
                </a:lnTo>
                <a:lnTo>
                  <a:pt x="1260863" y="566286"/>
                </a:lnTo>
                <a:lnTo>
                  <a:pt x="1253703" y="563021"/>
                </a:lnTo>
                <a:lnTo>
                  <a:pt x="1252458" y="562176"/>
                </a:lnTo>
                <a:close/>
              </a:path>
              <a:path w="5142230" h="2300604">
                <a:moveTo>
                  <a:pt x="2614564" y="959826"/>
                </a:moveTo>
                <a:lnTo>
                  <a:pt x="2610510" y="955487"/>
                </a:lnTo>
                <a:lnTo>
                  <a:pt x="2609431" y="951107"/>
                </a:lnTo>
                <a:lnTo>
                  <a:pt x="2610843" y="946948"/>
                </a:lnTo>
                <a:lnTo>
                  <a:pt x="2612890" y="941027"/>
                </a:lnTo>
                <a:lnTo>
                  <a:pt x="2619414" y="937845"/>
                </a:lnTo>
                <a:lnTo>
                  <a:pt x="2631312" y="941980"/>
                </a:lnTo>
                <a:lnTo>
                  <a:pt x="2634497" y="948419"/>
                </a:lnTo>
                <a:lnTo>
                  <a:pt x="2632405" y="954391"/>
                </a:lnTo>
                <a:lnTo>
                  <a:pt x="2630403" y="960361"/>
                </a:lnTo>
                <a:lnTo>
                  <a:pt x="2623879" y="963543"/>
                </a:lnTo>
                <a:lnTo>
                  <a:pt x="2617907" y="961451"/>
                </a:lnTo>
                <a:lnTo>
                  <a:pt x="2616086" y="960870"/>
                </a:lnTo>
                <a:lnTo>
                  <a:pt x="2614564" y="959826"/>
                </a:lnTo>
                <a:close/>
              </a:path>
              <a:path w="5142230" h="2300604">
                <a:moveTo>
                  <a:pt x="2547201" y="937469"/>
                </a:moveTo>
                <a:lnTo>
                  <a:pt x="2543193" y="933179"/>
                </a:lnTo>
                <a:lnTo>
                  <a:pt x="2542062" y="928938"/>
                </a:lnTo>
                <a:lnTo>
                  <a:pt x="2545328" y="918848"/>
                </a:lnTo>
                <a:lnTo>
                  <a:pt x="2551720" y="915524"/>
                </a:lnTo>
                <a:lnTo>
                  <a:pt x="2563726" y="919384"/>
                </a:lnTo>
                <a:lnTo>
                  <a:pt x="2567049" y="925776"/>
                </a:lnTo>
                <a:lnTo>
                  <a:pt x="2565098" y="931800"/>
                </a:lnTo>
                <a:lnTo>
                  <a:pt x="2563195" y="937778"/>
                </a:lnTo>
                <a:lnTo>
                  <a:pt x="2556803" y="941101"/>
                </a:lnTo>
                <a:lnTo>
                  <a:pt x="2550774" y="939144"/>
                </a:lnTo>
                <a:lnTo>
                  <a:pt x="2548863" y="938565"/>
                </a:lnTo>
                <a:lnTo>
                  <a:pt x="2547201" y="937469"/>
                </a:lnTo>
                <a:close/>
              </a:path>
              <a:path w="5142230" h="2300604">
                <a:moveTo>
                  <a:pt x="2681347" y="983811"/>
                </a:moveTo>
                <a:lnTo>
                  <a:pt x="2677297" y="979477"/>
                </a:lnTo>
                <a:lnTo>
                  <a:pt x="2676221" y="974903"/>
                </a:lnTo>
                <a:lnTo>
                  <a:pt x="2677825" y="970756"/>
                </a:lnTo>
                <a:lnTo>
                  <a:pt x="2680061" y="964841"/>
                </a:lnTo>
                <a:lnTo>
                  <a:pt x="2686579" y="961848"/>
                </a:lnTo>
                <a:lnTo>
                  <a:pt x="2698423" y="966316"/>
                </a:lnTo>
                <a:lnTo>
                  <a:pt x="2701362" y="972884"/>
                </a:lnTo>
                <a:lnTo>
                  <a:pt x="2699131" y="978803"/>
                </a:lnTo>
                <a:lnTo>
                  <a:pt x="2696948" y="984678"/>
                </a:lnTo>
                <a:lnTo>
                  <a:pt x="2690327" y="987658"/>
                </a:lnTo>
                <a:lnTo>
                  <a:pt x="2684453" y="985475"/>
                </a:lnTo>
                <a:lnTo>
                  <a:pt x="2682729" y="984803"/>
                </a:lnTo>
                <a:lnTo>
                  <a:pt x="2681347" y="983811"/>
                </a:lnTo>
                <a:close/>
              </a:path>
              <a:path w="5142230" h="2300604">
                <a:moveTo>
                  <a:pt x="3048517" y="1192607"/>
                </a:moveTo>
                <a:lnTo>
                  <a:pt x="3043917" y="1187682"/>
                </a:lnTo>
                <a:lnTo>
                  <a:pt x="3043816" y="1180928"/>
                </a:lnTo>
                <a:lnTo>
                  <a:pt x="3052204" y="1171823"/>
                </a:lnTo>
                <a:lnTo>
                  <a:pt x="3059436" y="1171550"/>
                </a:lnTo>
                <a:lnTo>
                  <a:pt x="3064006" y="1175855"/>
                </a:lnTo>
                <a:lnTo>
                  <a:pt x="3068633" y="1180125"/>
                </a:lnTo>
                <a:lnTo>
                  <a:pt x="3068907" y="1187357"/>
                </a:lnTo>
                <a:lnTo>
                  <a:pt x="3060377" y="1196603"/>
                </a:lnTo>
                <a:lnTo>
                  <a:pt x="3053145" y="1196876"/>
                </a:lnTo>
                <a:lnTo>
                  <a:pt x="3048517" y="1192607"/>
                </a:lnTo>
                <a:close/>
              </a:path>
              <a:path w="5142230" h="2300604">
                <a:moveTo>
                  <a:pt x="2411466" y="896073"/>
                </a:moveTo>
                <a:lnTo>
                  <a:pt x="2407453" y="891777"/>
                </a:lnTo>
                <a:lnTo>
                  <a:pt x="2406324" y="887636"/>
                </a:lnTo>
                <a:lnTo>
                  <a:pt x="2409263" y="877586"/>
                </a:lnTo>
                <a:lnTo>
                  <a:pt x="2415612" y="874120"/>
                </a:lnTo>
                <a:lnTo>
                  <a:pt x="2427668" y="877641"/>
                </a:lnTo>
                <a:lnTo>
                  <a:pt x="2431139" y="883996"/>
                </a:lnTo>
                <a:lnTo>
                  <a:pt x="2429376" y="890026"/>
                </a:lnTo>
                <a:lnTo>
                  <a:pt x="2427564" y="896102"/>
                </a:lnTo>
                <a:lnTo>
                  <a:pt x="2421214" y="899568"/>
                </a:lnTo>
                <a:lnTo>
                  <a:pt x="2413174" y="897217"/>
                </a:lnTo>
                <a:lnTo>
                  <a:pt x="2411466" y="896073"/>
                </a:lnTo>
                <a:close/>
              </a:path>
              <a:path w="5142230" h="2300604">
                <a:moveTo>
                  <a:pt x="1317829" y="590319"/>
                </a:moveTo>
                <a:lnTo>
                  <a:pt x="1313821" y="586028"/>
                </a:lnTo>
                <a:lnTo>
                  <a:pt x="1312801" y="581320"/>
                </a:lnTo>
                <a:lnTo>
                  <a:pt x="1316964" y="571212"/>
                </a:lnTo>
                <a:lnTo>
                  <a:pt x="1323579" y="568421"/>
                </a:lnTo>
                <a:lnTo>
                  <a:pt x="1329591" y="570849"/>
                </a:lnTo>
                <a:lnTo>
                  <a:pt x="1335265" y="573209"/>
                </a:lnTo>
                <a:lnTo>
                  <a:pt x="1338013" y="579864"/>
                </a:lnTo>
                <a:lnTo>
                  <a:pt x="1335686" y="585682"/>
                </a:lnTo>
                <a:lnTo>
                  <a:pt x="1333274" y="591506"/>
                </a:lnTo>
                <a:lnTo>
                  <a:pt x="1326569" y="594299"/>
                </a:lnTo>
                <a:lnTo>
                  <a:pt x="1320796" y="591931"/>
                </a:lnTo>
                <a:lnTo>
                  <a:pt x="1319212" y="591310"/>
                </a:lnTo>
                <a:lnTo>
                  <a:pt x="1317829" y="590319"/>
                </a:lnTo>
                <a:close/>
              </a:path>
              <a:path w="5142230" h="2300604">
                <a:moveTo>
                  <a:pt x="2479461" y="916369"/>
                </a:moveTo>
                <a:lnTo>
                  <a:pt x="2475457" y="912083"/>
                </a:lnTo>
                <a:lnTo>
                  <a:pt x="2474319" y="907933"/>
                </a:lnTo>
                <a:lnTo>
                  <a:pt x="2477400" y="897840"/>
                </a:lnTo>
                <a:lnTo>
                  <a:pt x="2483747" y="894468"/>
                </a:lnTo>
                <a:lnTo>
                  <a:pt x="2489781" y="896237"/>
                </a:lnTo>
                <a:lnTo>
                  <a:pt x="2495804" y="898089"/>
                </a:lnTo>
                <a:lnTo>
                  <a:pt x="2499221" y="904484"/>
                </a:lnTo>
                <a:lnTo>
                  <a:pt x="2495511" y="916543"/>
                </a:lnTo>
                <a:lnTo>
                  <a:pt x="2489160" y="919910"/>
                </a:lnTo>
                <a:lnTo>
                  <a:pt x="2483134" y="918152"/>
                </a:lnTo>
                <a:lnTo>
                  <a:pt x="2481168" y="917513"/>
                </a:lnTo>
                <a:lnTo>
                  <a:pt x="2479461" y="916369"/>
                </a:lnTo>
                <a:close/>
              </a:path>
              <a:path w="5142230" h="2300604">
                <a:moveTo>
                  <a:pt x="3351748" y="1389454"/>
                </a:moveTo>
                <a:lnTo>
                  <a:pt x="3347881" y="1385314"/>
                </a:lnTo>
                <a:lnTo>
                  <a:pt x="3346943" y="1383625"/>
                </a:lnTo>
                <a:lnTo>
                  <a:pt x="3346497" y="1381584"/>
                </a:lnTo>
                <a:lnTo>
                  <a:pt x="3345139" y="1375731"/>
                </a:lnTo>
                <a:lnTo>
                  <a:pt x="3348834" y="1369814"/>
                </a:lnTo>
                <a:lnTo>
                  <a:pt x="3354827" y="1368508"/>
                </a:lnTo>
                <a:lnTo>
                  <a:pt x="3360680" y="1367149"/>
                </a:lnTo>
                <a:lnTo>
                  <a:pt x="3366597" y="1370844"/>
                </a:lnTo>
                <a:lnTo>
                  <a:pt x="3369262" y="1382690"/>
                </a:lnTo>
                <a:lnTo>
                  <a:pt x="3365567" y="1388607"/>
                </a:lnTo>
                <a:lnTo>
                  <a:pt x="3355672" y="1390819"/>
                </a:lnTo>
                <a:lnTo>
                  <a:pt x="3351748" y="1389454"/>
                </a:lnTo>
                <a:close/>
              </a:path>
              <a:path w="5142230" h="2300604">
                <a:moveTo>
                  <a:pt x="2461083" y="779596"/>
                </a:moveTo>
                <a:lnTo>
                  <a:pt x="2457206" y="775447"/>
                </a:lnTo>
                <a:lnTo>
                  <a:pt x="2456162" y="771592"/>
                </a:lnTo>
                <a:lnTo>
                  <a:pt x="2457188" y="767803"/>
                </a:lnTo>
                <a:lnTo>
                  <a:pt x="2458706" y="761901"/>
                </a:lnTo>
                <a:lnTo>
                  <a:pt x="2464777" y="758430"/>
                </a:lnTo>
                <a:lnTo>
                  <a:pt x="2476473" y="761567"/>
                </a:lnTo>
                <a:lnTo>
                  <a:pt x="2479949" y="767633"/>
                </a:lnTo>
                <a:lnTo>
                  <a:pt x="2476812" y="779329"/>
                </a:lnTo>
                <a:lnTo>
                  <a:pt x="2471039" y="782630"/>
                </a:lnTo>
                <a:lnTo>
                  <a:pt x="2470741" y="782800"/>
                </a:lnTo>
                <a:lnTo>
                  <a:pt x="2462835" y="780690"/>
                </a:lnTo>
                <a:lnTo>
                  <a:pt x="2461083" y="779596"/>
                </a:lnTo>
                <a:close/>
              </a:path>
              <a:path w="5142230" h="2300604">
                <a:moveTo>
                  <a:pt x="3320309" y="1880501"/>
                </a:moveTo>
                <a:lnTo>
                  <a:pt x="3316483" y="1876405"/>
                </a:lnTo>
                <a:lnTo>
                  <a:pt x="3315326" y="1872821"/>
                </a:lnTo>
                <a:lnTo>
                  <a:pt x="3316067" y="1869215"/>
                </a:lnTo>
                <a:lnTo>
                  <a:pt x="3317212" y="1863306"/>
                </a:lnTo>
                <a:lnTo>
                  <a:pt x="3323009" y="1859443"/>
                </a:lnTo>
                <a:lnTo>
                  <a:pt x="3334919" y="1861831"/>
                </a:lnTo>
                <a:lnTo>
                  <a:pt x="3338777" y="1867623"/>
                </a:lnTo>
                <a:lnTo>
                  <a:pt x="3336393" y="1879538"/>
                </a:lnTo>
                <a:lnTo>
                  <a:pt x="3330645" y="1883355"/>
                </a:lnTo>
                <a:lnTo>
                  <a:pt x="3322346" y="1881704"/>
                </a:lnTo>
                <a:lnTo>
                  <a:pt x="3320309" y="1880501"/>
                </a:lnTo>
                <a:close/>
              </a:path>
              <a:path w="5142230" h="2300604">
                <a:moveTo>
                  <a:pt x="3277946" y="2300034"/>
                </a:moveTo>
                <a:lnTo>
                  <a:pt x="3277302" y="2299345"/>
                </a:lnTo>
                <a:lnTo>
                  <a:pt x="3276195" y="2297183"/>
                </a:lnTo>
                <a:lnTo>
                  <a:pt x="3275947" y="2294767"/>
                </a:lnTo>
                <a:lnTo>
                  <a:pt x="3275250" y="2288742"/>
                </a:lnTo>
                <a:lnTo>
                  <a:pt x="3279594" y="2283324"/>
                </a:lnTo>
                <a:lnTo>
                  <a:pt x="3291632" y="2281940"/>
                </a:lnTo>
                <a:lnTo>
                  <a:pt x="3297099" y="2286229"/>
                </a:lnTo>
                <a:lnTo>
                  <a:pt x="3298484" y="2298267"/>
                </a:lnTo>
                <a:lnTo>
                  <a:pt x="3297093" y="2300034"/>
                </a:lnTo>
                <a:lnTo>
                  <a:pt x="3277946" y="2300034"/>
                </a:lnTo>
                <a:close/>
              </a:path>
              <a:path w="5142230" h="2300604">
                <a:moveTo>
                  <a:pt x="1567199" y="549851"/>
                </a:moveTo>
                <a:lnTo>
                  <a:pt x="1563327" y="545706"/>
                </a:lnTo>
                <a:lnTo>
                  <a:pt x="1562285" y="541658"/>
                </a:lnTo>
                <a:lnTo>
                  <a:pt x="1563457" y="537732"/>
                </a:lnTo>
                <a:lnTo>
                  <a:pt x="1565259" y="531939"/>
                </a:lnTo>
                <a:lnTo>
                  <a:pt x="1571459" y="528704"/>
                </a:lnTo>
                <a:lnTo>
                  <a:pt x="1583040" y="532304"/>
                </a:lnTo>
                <a:lnTo>
                  <a:pt x="1586280" y="538509"/>
                </a:lnTo>
                <a:lnTo>
                  <a:pt x="1584432" y="544253"/>
                </a:lnTo>
                <a:lnTo>
                  <a:pt x="1582630" y="550045"/>
                </a:lnTo>
                <a:lnTo>
                  <a:pt x="1576524" y="553284"/>
                </a:lnTo>
                <a:lnTo>
                  <a:pt x="1568816" y="550897"/>
                </a:lnTo>
                <a:lnTo>
                  <a:pt x="1567199" y="549851"/>
                </a:lnTo>
                <a:close/>
              </a:path>
              <a:path w="5142230" h="2300604">
                <a:moveTo>
                  <a:pt x="3306602" y="1950184"/>
                </a:moveTo>
                <a:lnTo>
                  <a:pt x="3302776" y="1946088"/>
                </a:lnTo>
                <a:lnTo>
                  <a:pt x="3301620" y="1942602"/>
                </a:lnTo>
                <a:lnTo>
                  <a:pt x="3302357" y="1938992"/>
                </a:lnTo>
                <a:lnTo>
                  <a:pt x="3303461" y="1933039"/>
                </a:lnTo>
                <a:lnTo>
                  <a:pt x="3309208" y="1929122"/>
                </a:lnTo>
                <a:lnTo>
                  <a:pt x="3315170" y="1930227"/>
                </a:lnTo>
                <a:lnTo>
                  <a:pt x="3321125" y="1931421"/>
                </a:lnTo>
                <a:lnTo>
                  <a:pt x="3325032" y="1937167"/>
                </a:lnTo>
                <a:lnTo>
                  <a:pt x="3323932" y="1943125"/>
                </a:lnTo>
                <a:lnTo>
                  <a:pt x="3322743" y="1949085"/>
                </a:lnTo>
                <a:lnTo>
                  <a:pt x="3316987" y="1952992"/>
                </a:lnTo>
                <a:lnTo>
                  <a:pt x="3311034" y="1951897"/>
                </a:lnTo>
                <a:lnTo>
                  <a:pt x="3308639" y="1951386"/>
                </a:lnTo>
                <a:lnTo>
                  <a:pt x="3306602" y="1950184"/>
                </a:lnTo>
                <a:close/>
              </a:path>
              <a:path w="5142230" h="2300604">
                <a:moveTo>
                  <a:pt x="2529510" y="798401"/>
                </a:moveTo>
                <a:lnTo>
                  <a:pt x="2525638" y="794257"/>
                </a:lnTo>
                <a:lnTo>
                  <a:pt x="2524544" y="790348"/>
                </a:lnTo>
                <a:lnTo>
                  <a:pt x="2525614" y="786509"/>
                </a:lnTo>
                <a:lnTo>
                  <a:pt x="2527281" y="780669"/>
                </a:lnTo>
                <a:lnTo>
                  <a:pt x="2532818" y="777506"/>
                </a:lnTo>
                <a:lnTo>
                  <a:pt x="2533295" y="777234"/>
                </a:lnTo>
                <a:lnTo>
                  <a:pt x="2544988" y="780564"/>
                </a:lnTo>
                <a:lnTo>
                  <a:pt x="2548419" y="786582"/>
                </a:lnTo>
                <a:lnTo>
                  <a:pt x="2546752" y="792421"/>
                </a:lnTo>
                <a:lnTo>
                  <a:pt x="2545135" y="798315"/>
                </a:lnTo>
                <a:lnTo>
                  <a:pt x="2539071" y="801696"/>
                </a:lnTo>
                <a:lnTo>
                  <a:pt x="2531221" y="799451"/>
                </a:lnTo>
                <a:lnTo>
                  <a:pt x="2529510" y="798401"/>
                </a:lnTo>
                <a:close/>
              </a:path>
              <a:path w="5142230" h="2300604">
                <a:moveTo>
                  <a:pt x="1299661" y="454162"/>
                </a:moveTo>
                <a:lnTo>
                  <a:pt x="1295790" y="450017"/>
                </a:lnTo>
                <a:lnTo>
                  <a:pt x="1294808" y="445447"/>
                </a:lnTo>
                <a:lnTo>
                  <a:pt x="1296462" y="441353"/>
                </a:lnTo>
                <a:lnTo>
                  <a:pt x="1298778" y="435720"/>
                </a:lnTo>
                <a:lnTo>
                  <a:pt x="1305189" y="433101"/>
                </a:lnTo>
                <a:lnTo>
                  <a:pt x="1316415" y="437689"/>
                </a:lnTo>
                <a:lnTo>
                  <a:pt x="1319124" y="444108"/>
                </a:lnTo>
                <a:lnTo>
                  <a:pt x="1316807" y="449741"/>
                </a:lnTo>
                <a:lnTo>
                  <a:pt x="1314540" y="455329"/>
                </a:lnTo>
                <a:lnTo>
                  <a:pt x="1308072" y="457984"/>
                </a:lnTo>
                <a:lnTo>
                  <a:pt x="1302488" y="455721"/>
                </a:lnTo>
                <a:lnTo>
                  <a:pt x="1300953" y="455055"/>
                </a:lnTo>
                <a:lnTo>
                  <a:pt x="1299661" y="454162"/>
                </a:lnTo>
                <a:close/>
              </a:path>
              <a:path w="5142230" h="2300604">
                <a:moveTo>
                  <a:pt x="3277747" y="2161314"/>
                </a:moveTo>
                <a:lnTo>
                  <a:pt x="3273920" y="2157218"/>
                </a:lnTo>
                <a:lnTo>
                  <a:pt x="3272750" y="2154303"/>
                </a:lnTo>
                <a:lnTo>
                  <a:pt x="3272999" y="2151149"/>
                </a:lnTo>
                <a:lnTo>
                  <a:pt x="3273347" y="2145071"/>
                </a:lnTo>
                <a:lnTo>
                  <a:pt x="3278054" y="2140921"/>
                </a:lnTo>
                <a:lnTo>
                  <a:pt x="3278555" y="2140480"/>
                </a:lnTo>
                <a:lnTo>
                  <a:pt x="3284580" y="2140869"/>
                </a:lnTo>
                <a:lnTo>
                  <a:pt x="3290658" y="2141218"/>
                </a:lnTo>
                <a:lnTo>
                  <a:pt x="3295249" y="2146425"/>
                </a:lnTo>
                <a:lnTo>
                  <a:pt x="3294900" y="2152503"/>
                </a:lnTo>
                <a:lnTo>
                  <a:pt x="3294506" y="2158533"/>
                </a:lnTo>
                <a:lnTo>
                  <a:pt x="3289803" y="2162687"/>
                </a:lnTo>
                <a:lnTo>
                  <a:pt x="3289303" y="2163129"/>
                </a:lnTo>
                <a:lnTo>
                  <a:pt x="3280345" y="2162630"/>
                </a:lnTo>
                <a:lnTo>
                  <a:pt x="3277747" y="2161314"/>
                </a:lnTo>
                <a:close/>
              </a:path>
              <a:path w="5142230" h="2300604">
                <a:moveTo>
                  <a:pt x="1978629" y="660871"/>
                </a:moveTo>
                <a:lnTo>
                  <a:pt x="1974798" y="656770"/>
                </a:lnTo>
                <a:lnTo>
                  <a:pt x="1974433" y="655500"/>
                </a:lnTo>
                <a:lnTo>
                  <a:pt x="1973724" y="652884"/>
                </a:lnTo>
                <a:lnTo>
                  <a:pt x="1974633" y="649263"/>
                </a:lnTo>
                <a:lnTo>
                  <a:pt x="1976061" y="643363"/>
                </a:lnTo>
                <a:lnTo>
                  <a:pt x="1981991" y="639741"/>
                </a:lnTo>
                <a:lnTo>
                  <a:pt x="1993791" y="642598"/>
                </a:lnTo>
                <a:lnTo>
                  <a:pt x="1997364" y="648573"/>
                </a:lnTo>
                <a:lnTo>
                  <a:pt x="1995936" y="654473"/>
                </a:lnTo>
                <a:lnTo>
                  <a:pt x="1994557" y="660327"/>
                </a:lnTo>
                <a:lnTo>
                  <a:pt x="1988578" y="663995"/>
                </a:lnTo>
                <a:lnTo>
                  <a:pt x="1982727" y="662521"/>
                </a:lnTo>
                <a:lnTo>
                  <a:pt x="1980525" y="662021"/>
                </a:lnTo>
                <a:lnTo>
                  <a:pt x="1978629" y="660871"/>
                </a:lnTo>
                <a:close/>
              </a:path>
              <a:path w="5142230" h="2300604">
                <a:moveTo>
                  <a:pt x="3346914" y="1741053"/>
                </a:moveTo>
                <a:lnTo>
                  <a:pt x="3343038" y="1736903"/>
                </a:lnTo>
                <a:lnTo>
                  <a:pt x="3341878" y="1733512"/>
                </a:lnTo>
                <a:lnTo>
                  <a:pt x="3342522" y="1729998"/>
                </a:lnTo>
                <a:lnTo>
                  <a:pt x="3343527" y="1724036"/>
                </a:lnTo>
                <a:lnTo>
                  <a:pt x="3349142" y="1719979"/>
                </a:lnTo>
                <a:lnTo>
                  <a:pt x="3361106" y="1722033"/>
                </a:lnTo>
                <a:lnTo>
                  <a:pt x="3365163" y="1727648"/>
                </a:lnTo>
                <a:lnTo>
                  <a:pt x="3363154" y="1739670"/>
                </a:lnTo>
                <a:lnTo>
                  <a:pt x="3357489" y="1743674"/>
                </a:lnTo>
                <a:lnTo>
                  <a:pt x="3349044" y="1742258"/>
                </a:lnTo>
                <a:lnTo>
                  <a:pt x="3346914" y="1741053"/>
                </a:lnTo>
                <a:close/>
              </a:path>
              <a:path w="5142230" h="2300604">
                <a:moveTo>
                  <a:pt x="1234324" y="426251"/>
                </a:moveTo>
                <a:lnTo>
                  <a:pt x="1230412" y="422062"/>
                </a:lnTo>
                <a:lnTo>
                  <a:pt x="1229486" y="417357"/>
                </a:lnTo>
                <a:lnTo>
                  <a:pt x="1231369" y="413215"/>
                </a:lnTo>
                <a:lnTo>
                  <a:pt x="1233781" y="407684"/>
                </a:lnTo>
                <a:lnTo>
                  <a:pt x="1240287" y="405167"/>
                </a:lnTo>
                <a:lnTo>
                  <a:pt x="1245820" y="407669"/>
                </a:lnTo>
                <a:lnTo>
                  <a:pt x="1251401" y="410125"/>
                </a:lnTo>
                <a:lnTo>
                  <a:pt x="1253873" y="416582"/>
                </a:lnTo>
                <a:lnTo>
                  <a:pt x="1251417" y="422164"/>
                </a:lnTo>
                <a:lnTo>
                  <a:pt x="1249009" y="427700"/>
                </a:lnTo>
                <a:lnTo>
                  <a:pt x="1242499" y="430212"/>
                </a:lnTo>
                <a:lnTo>
                  <a:pt x="1235526" y="427146"/>
                </a:lnTo>
                <a:lnTo>
                  <a:pt x="1234324" y="426251"/>
                </a:lnTo>
                <a:close/>
              </a:path>
              <a:path w="5142230" h="2300604">
                <a:moveTo>
                  <a:pt x="1909711" y="643984"/>
                </a:moveTo>
                <a:lnTo>
                  <a:pt x="1905839" y="639840"/>
                </a:lnTo>
                <a:lnTo>
                  <a:pt x="1905441" y="638534"/>
                </a:lnTo>
                <a:lnTo>
                  <a:pt x="1904708" y="635990"/>
                </a:lnTo>
                <a:lnTo>
                  <a:pt x="1905684" y="632245"/>
                </a:lnTo>
                <a:lnTo>
                  <a:pt x="1907094" y="626423"/>
                </a:lnTo>
                <a:lnTo>
                  <a:pt x="1908677" y="625478"/>
                </a:lnTo>
                <a:lnTo>
                  <a:pt x="1913192" y="622883"/>
                </a:lnTo>
                <a:lnTo>
                  <a:pt x="1918974" y="624283"/>
                </a:lnTo>
                <a:lnTo>
                  <a:pt x="1924825" y="625757"/>
                </a:lnTo>
                <a:lnTo>
                  <a:pt x="1928447" y="631687"/>
                </a:lnTo>
                <a:lnTo>
                  <a:pt x="1926970" y="637632"/>
                </a:lnTo>
                <a:lnTo>
                  <a:pt x="1925491" y="643478"/>
                </a:lnTo>
                <a:lnTo>
                  <a:pt x="1919561" y="647100"/>
                </a:lnTo>
                <a:lnTo>
                  <a:pt x="1913665" y="645578"/>
                </a:lnTo>
                <a:lnTo>
                  <a:pt x="1911557" y="645081"/>
                </a:lnTo>
                <a:lnTo>
                  <a:pt x="1909711" y="643984"/>
                </a:lnTo>
                <a:close/>
              </a:path>
              <a:path w="5142230" h="2300604">
                <a:moveTo>
                  <a:pt x="3332247" y="1321757"/>
                </a:moveTo>
                <a:lnTo>
                  <a:pt x="3328329" y="1317563"/>
                </a:lnTo>
                <a:lnTo>
                  <a:pt x="3327571" y="1316263"/>
                </a:lnTo>
                <a:lnTo>
                  <a:pt x="3327053" y="1314829"/>
                </a:lnTo>
                <a:lnTo>
                  <a:pt x="3324929" y="1309134"/>
                </a:lnTo>
                <a:lnTo>
                  <a:pt x="3327928" y="1302863"/>
                </a:lnTo>
                <a:lnTo>
                  <a:pt x="3333668" y="1300797"/>
                </a:lnTo>
                <a:lnTo>
                  <a:pt x="3339305" y="1298718"/>
                </a:lnTo>
                <a:lnTo>
                  <a:pt x="3345629" y="1301676"/>
                </a:lnTo>
                <a:lnTo>
                  <a:pt x="3349774" y="1313053"/>
                </a:lnTo>
                <a:lnTo>
                  <a:pt x="3346821" y="1319373"/>
                </a:lnTo>
                <a:lnTo>
                  <a:pt x="3336832" y="1322952"/>
                </a:lnTo>
                <a:lnTo>
                  <a:pt x="3332247" y="1321757"/>
                </a:lnTo>
                <a:close/>
              </a:path>
              <a:path w="5142230" h="2300604">
                <a:moveTo>
                  <a:pt x="1703496" y="589992"/>
                </a:moveTo>
                <a:lnTo>
                  <a:pt x="1699670" y="585896"/>
                </a:lnTo>
                <a:lnTo>
                  <a:pt x="1698575" y="581987"/>
                </a:lnTo>
                <a:lnTo>
                  <a:pt x="1699650" y="578153"/>
                </a:lnTo>
                <a:lnTo>
                  <a:pt x="1701267" y="572259"/>
                </a:lnTo>
                <a:lnTo>
                  <a:pt x="1707330" y="568878"/>
                </a:lnTo>
                <a:lnTo>
                  <a:pt x="1719018" y="572104"/>
                </a:lnTo>
                <a:lnTo>
                  <a:pt x="1722404" y="578172"/>
                </a:lnTo>
                <a:lnTo>
                  <a:pt x="1720787" y="584065"/>
                </a:lnTo>
                <a:lnTo>
                  <a:pt x="1719169" y="589859"/>
                </a:lnTo>
                <a:lnTo>
                  <a:pt x="1713526" y="593007"/>
                </a:lnTo>
                <a:lnTo>
                  <a:pt x="1713106" y="593241"/>
                </a:lnTo>
                <a:lnTo>
                  <a:pt x="1707258" y="591673"/>
                </a:lnTo>
                <a:lnTo>
                  <a:pt x="1705252" y="591090"/>
                </a:lnTo>
                <a:lnTo>
                  <a:pt x="1703496" y="589992"/>
                </a:lnTo>
                <a:close/>
              </a:path>
              <a:path w="5142230" h="2300604">
                <a:moveTo>
                  <a:pt x="2732788" y="860882"/>
                </a:moveTo>
                <a:lnTo>
                  <a:pt x="2728962" y="856786"/>
                </a:lnTo>
                <a:lnTo>
                  <a:pt x="2727877" y="852594"/>
                </a:lnTo>
                <a:lnTo>
                  <a:pt x="2731188" y="842845"/>
                </a:lnTo>
                <a:lnTo>
                  <a:pt x="2737426" y="839748"/>
                </a:lnTo>
                <a:lnTo>
                  <a:pt x="2743117" y="841736"/>
                </a:lnTo>
                <a:lnTo>
                  <a:pt x="2748863" y="843683"/>
                </a:lnTo>
                <a:lnTo>
                  <a:pt x="2751955" y="849925"/>
                </a:lnTo>
                <a:lnTo>
                  <a:pt x="2748066" y="861402"/>
                </a:lnTo>
                <a:lnTo>
                  <a:pt x="2741828" y="864499"/>
                </a:lnTo>
                <a:lnTo>
                  <a:pt x="2736087" y="862557"/>
                </a:lnTo>
                <a:lnTo>
                  <a:pt x="2734315" y="861930"/>
                </a:lnTo>
                <a:lnTo>
                  <a:pt x="2732788" y="860882"/>
                </a:lnTo>
                <a:close/>
              </a:path>
              <a:path w="5142230" h="2300604">
                <a:moveTo>
                  <a:pt x="3267964" y="1196935"/>
                </a:moveTo>
                <a:lnTo>
                  <a:pt x="3263119" y="1191749"/>
                </a:lnTo>
                <a:lnTo>
                  <a:pt x="3259649" y="1186764"/>
                </a:lnTo>
                <a:lnTo>
                  <a:pt x="3260826" y="1179911"/>
                </a:lnTo>
                <a:lnTo>
                  <a:pt x="3270792" y="1172985"/>
                </a:lnTo>
                <a:lnTo>
                  <a:pt x="3277645" y="1174162"/>
                </a:lnTo>
                <a:lnTo>
                  <a:pt x="3284576" y="1184123"/>
                </a:lnTo>
                <a:lnTo>
                  <a:pt x="3283398" y="1190976"/>
                </a:lnTo>
                <a:lnTo>
                  <a:pt x="3278418" y="1194441"/>
                </a:lnTo>
                <a:lnTo>
                  <a:pt x="3273918" y="1197640"/>
                </a:lnTo>
                <a:lnTo>
                  <a:pt x="3267964" y="1196935"/>
                </a:lnTo>
                <a:close/>
              </a:path>
              <a:path w="5142230" h="2300604">
                <a:moveTo>
                  <a:pt x="2799687" y="884502"/>
                </a:moveTo>
                <a:lnTo>
                  <a:pt x="2795811" y="880353"/>
                </a:lnTo>
                <a:lnTo>
                  <a:pt x="2794778" y="876022"/>
                </a:lnTo>
                <a:lnTo>
                  <a:pt x="2796236" y="872011"/>
                </a:lnTo>
                <a:lnTo>
                  <a:pt x="2798372" y="866282"/>
                </a:lnTo>
                <a:lnTo>
                  <a:pt x="2804698" y="863377"/>
                </a:lnTo>
                <a:lnTo>
                  <a:pt x="2810391" y="865463"/>
                </a:lnTo>
                <a:lnTo>
                  <a:pt x="2816026" y="867586"/>
                </a:lnTo>
                <a:lnTo>
                  <a:pt x="2818980" y="873876"/>
                </a:lnTo>
                <a:lnTo>
                  <a:pt x="2816849" y="879610"/>
                </a:lnTo>
                <a:lnTo>
                  <a:pt x="2814767" y="885299"/>
                </a:lnTo>
                <a:lnTo>
                  <a:pt x="2808437" y="888199"/>
                </a:lnTo>
                <a:lnTo>
                  <a:pt x="2801070" y="885494"/>
                </a:lnTo>
                <a:lnTo>
                  <a:pt x="2799687" y="884502"/>
                </a:lnTo>
                <a:close/>
              </a:path>
              <a:path w="5142230" h="2300604">
                <a:moveTo>
                  <a:pt x="1635229" y="570479"/>
                </a:moveTo>
                <a:lnTo>
                  <a:pt x="1631362" y="566339"/>
                </a:lnTo>
                <a:lnTo>
                  <a:pt x="1630271" y="562336"/>
                </a:lnTo>
                <a:lnTo>
                  <a:pt x="1633102" y="552660"/>
                </a:lnTo>
                <a:lnTo>
                  <a:pt x="1639211" y="549328"/>
                </a:lnTo>
                <a:lnTo>
                  <a:pt x="1645056" y="550990"/>
                </a:lnTo>
                <a:lnTo>
                  <a:pt x="1650852" y="552698"/>
                </a:lnTo>
                <a:lnTo>
                  <a:pt x="1654185" y="558807"/>
                </a:lnTo>
                <a:lnTo>
                  <a:pt x="1650765" y="570493"/>
                </a:lnTo>
                <a:lnTo>
                  <a:pt x="1644656" y="573826"/>
                </a:lnTo>
                <a:lnTo>
                  <a:pt x="1636850" y="571530"/>
                </a:lnTo>
                <a:lnTo>
                  <a:pt x="1635229" y="570479"/>
                </a:lnTo>
                <a:close/>
              </a:path>
              <a:path w="5142230" h="2300604">
                <a:moveTo>
                  <a:pt x="3170185" y="1088355"/>
                </a:moveTo>
                <a:lnTo>
                  <a:pt x="3165624" y="1083473"/>
                </a:lnTo>
                <a:lnTo>
                  <a:pt x="3165467" y="1077147"/>
                </a:lnTo>
                <a:lnTo>
                  <a:pt x="3173279" y="1068306"/>
                </a:lnTo>
                <a:lnTo>
                  <a:pt x="3180227" y="1067924"/>
                </a:lnTo>
                <a:lnTo>
                  <a:pt x="3184770" y="1071908"/>
                </a:lnTo>
                <a:lnTo>
                  <a:pt x="3189305" y="1075981"/>
                </a:lnTo>
                <a:lnTo>
                  <a:pt x="3189731" y="1082888"/>
                </a:lnTo>
                <a:lnTo>
                  <a:pt x="3185704" y="1087472"/>
                </a:lnTo>
                <a:lnTo>
                  <a:pt x="3181680" y="1091961"/>
                </a:lnTo>
                <a:lnTo>
                  <a:pt x="3174679" y="1092384"/>
                </a:lnTo>
                <a:lnTo>
                  <a:pt x="3170185" y="1088355"/>
                </a:lnTo>
                <a:close/>
              </a:path>
              <a:path w="5142230" h="2300604">
                <a:moveTo>
                  <a:pt x="3304185" y="1257116"/>
                </a:moveTo>
                <a:lnTo>
                  <a:pt x="3300223" y="1252874"/>
                </a:lnTo>
                <a:lnTo>
                  <a:pt x="3299632" y="1252046"/>
                </a:lnTo>
                <a:lnTo>
                  <a:pt x="3296356" y="1245802"/>
                </a:lnTo>
                <a:lnTo>
                  <a:pt x="3298470" y="1239171"/>
                </a:lnTo>
                <a:lnTo>
                  <a:pt x="3303850" y="1236327"/>
                </a:lnTo>
                <a:lnTo>
                  <a:pt x="3309231" y="1233584"/>
                </a:lnTo>
                <a:lnTo>
                  <a:pt x="3315862" y="1235698"/>
                </a:lnTo>
                <a:lnTo>
                  <a:pt x="3321444" y="1246463"/>
                </a:lnTo>
                <a:lnTo>
                  <a:pt x="3319402" y="1252976"/>
                </a:lnTo>
                <a:lnTo>
                  <a:pt x="3309483" y="1258193"/>
                </a:lnTo>
                <a:lnTo>
                  <a:pt x="3304185" y="1257116"/>
                </a:lnTo>
                <a:close/>
              </a:path>
              <a:path w="5142230" h="2300604">
                <a:moveTo>
                  <a:pt x="3284126" y="2090533"/>
                </a:moveTo>
                <a:lnTo>
                  <a:pt x="3280254" y="2086388"/>
                </a:lnTo>
                <a:lnTo>
                  <a:pt x="3279134" y="2083234"/>
                </a:lnTo>
                <a:lnTo>
                  <a:pt x="3279533" y="2079849"/>
                </a:lnTo>
                <a:lnTo>
                  <a:pt x="3280304" y="2073832"/>
                </a:lnTo>
                <a:lnTo>
                  <a:pt x="3285785" y="2069534"/>
                </a:lnTo>
                <a:lnTo>
                  <a:pt x="3297817" y="2070977"/>
                </a:lnTo>
                <a:lnTo>
                  <a:pt x="3302115" y="2076458"/>
                </a:lnTo>
                <a:lnTo>
                  <a:pt x="3301344" y="2082475"/>
                </a:lnTo>
                <a:lnTo>
                  <a:pt x="3300618" y="2088540"/>
                </a:lnTo>
                <a:lnTo>
                  <a:pt x="3295186" y="2092793"/>
                </a:lnTo>
                <a:lnTo>
                  <a:pt x="3286445" y="2091745"/>
                </a:lnTo>
                <a:lnTo>
                  <a:pt x="3284126" y="2090533"/>
                </a:lnTo>
                <a:close/>
              </a:path>
              <a:path w="5142230" h="2300604">
                <a:moveTo>
                  <a:pt x="3363067" y="1459143"/>
                </a:moveTo>
                <a:lnTo>
                  <a:pt x="3359200" y="1455003"/>
                </a:lnTo>
                <a:lnTo>
                  <a:pt x="3358188" y="1452844"/>
                </a:lnTo>
                <a:lnTo>
                  <a:pt x="3357894" y="1450379"/>
                </a:lnTo>
                <a:lnTo>
                  <a:pt x="3357250" y="1444314"/>
                </a:lnTo>
                <a:lnTo>
                  <a:pt x="3361585" y="1438886"/>
                </a:lnTo>
                <a:lnTo>
                  <a:pt x="3367605" y="1438293"/>
                </a:lnTo>
                <a:lnTo>
                  <a:pt x="3373625" y="1437601"/>
                </a:lnTo>
                <a:lnTo>
                  <a:pt x="3379043" y="1441936"/>
                </a:lnTo>
                <a:lnTo>
                  <a:pt x="3379740" y="1447960"/>
                </a:lnTo>
                <a:lnTo>
                  <a:pt x="3380379" y="1454019"/>
                </a:lnTo>
                <a:lnTo>
                  <a:pt x="3376044" y="1459447"/>
                </a:lnTo>
                <a:lnTo>
                  <a:pt x="3370025" y="1460139"/>
                </a:lnTo>
                <a:lnTo>
                  <a:pt x="3366425" y="1460489"/>
                </a:lnTo>
                <a:lnTo>
                  <a:pt x="3363067" y="1459143"/>
                </a:lnTo>
                <a:close/>
              </a:path>
              <a:path w="5142230" h="2300604">
                <a:moveTo>
                  <a:pt x="1840809" y="626626"/>
                </a:moveTo>
                <a:lnTo>
                  <a:pt x="1836937" y="622482"/>
                </a:lnTo>
                <a:lnTo>
                  <a:pt x="1835840" y="618668"/>
                </a:lnTo>
                <a:lnTo>
                  <a:pt x="1838335" y="609023"/>
                </a:lnTo>
                <a:lnTo>
                  <a:pt x="1844315" y="605454"/>
                </a:lnTo>
                <a:lnTo>
                  <a:pt x="1856058" y="608446"/>
                </a:lnTo>
                <a:lnTo>
                  <a:pt x="1859583" y="614467"/>
                </a:lnTo>
                <a:lnTo>
                  <a:pt x="1856586" y="626215"/>
                </a:lnTo>
                <a:lnTo>
                  <a:pt x="1850615" y="629793"/>
                </a:lnTo>
                <a:lnTo>
                  <a:pt x="1844839" y="628301"/>
                </a:lnTo>
                <a:lnTo>
                  <a:pt x="1842611" y="627774"/>
                </a:lnTo>
                <a:lnTo>
                  <a:pt x="1840809" y="626626"/>
                </a:lnTo>
                <a:close/>
              </a:path>
              <a:path w="5142230" h="2300604">
                <a:moveTo>
                  <a:pt x="2665412" y="838902"/>
                </a:moveTo>
                <a:lnTo>
                  <a:pt x="2661545" y="834762"/>
                </a:lnTo>
                <a:lnTo>
                  <a:pt x="2660453" y="830660"/>
                </a:lnTo>
                <a:lnTo>
                  <a:pt x="2661724" y="826743"/>
                </a:lnTo>
                <a:lnTo>
                  <a:pt x="2663522" y="820945"/>
                </a:lnTo>
                <a:lnTo>
                  <a:pt x="2669678" y="817760"/>
                </a:lnTo>
                <a:lnTo>
                  <a:pt x="2681304" y="821409"/>
                </a:lnTo>
                <a:lnTo>
                  <a:pt x="2684494" y="827560"/>
                </a:lnTo>
                <a:lnTo>
                  <a:pt x="2682647" y="833403"/>
                </a:lnTo>
                <a:lnTo>
                  <a:pt x="2680845" y="839196"/>
                </a:lnTo>
                <a:lnTo>
                  <a:pt x="2674648" y="842337"/>
                </a:lnTo>
                <a:lnTo>
                  <a:pt x="2667034" y="839953"/>
                </a:lnTo>
                <a:lnTo>
                  <a:pt x="2665412" y="838902"/>
                </a:lnTo>
                <a:close/>
              </a:path>
              <a:path w="5142230" h="2300604">
                <a:moveTo>
                  <a:pt x="3294170" y="2020155"/>
                </a:moveTo>
                <a:lnTo>
                  <a:pt x="3290343" y="2016059"/>
                </a:lnTo>
                <a:lnTo>
                  <a:pt x="3289184" y="2012667"/>
                </a:lnTo>
                <a:lnTo>
                  <a:pt x="3289729" y="2009145"/>
                </a:lnTo>
                <a:lnTo>
                  <a:pt x="3290735" y="2003184"/>
                </a:lnTo>
                <a:lnTo>
                  <a:pt x="3296398" y="1999081"/>
                </a:lnTo>
                <a:lnTo>
                  <a:pt x="3308415" y="2001095"/>
                </a:lnTo>
                <a:lnTo>
                  <a:pt x="3312419" y="2006750"/>
                </a:lnTo>
                <a:lnTo>
                  <a:pt x="3311414" y="2012711"/>
                </a:lnTo>
                <a:lnTo>
                  <a:pt x="3310458" y="2018726"/>
                </a:lnTo>
                <a:lnTo>
                  <a:pt x="3304798" y="2022735"/>
                </a:lnTo>
                <a:lnTo>
                  <a:pt x="3296300" y="2021360"/>
                </a:lnTo>
                <a:lnTo>
                  <a:pt x="3294170" y="2020155"/>
                </a:lnTo>
                <a:close/>
              </a:path>
              <a:path w="5142230" h="2300604">
                <a:moveTo>
                  <a:pt x="3366945" y="1529664"/>
                </a:moveTo>
                <a:lnTo>
                  <a:pt x="3363124" y="1525573"/>
                </a:lnTo>
                <a:lnTo>
                  <a:pt x="3361980" y="1522980"/>
                </a:lnTo>
                <a:lnTo>
                  <a:pt x="3361986" y="1520153"/>
                </a:lnTo>
                <a:lnTo>
                  <a:pt x="3361958" y="1514062"/>
                </a:lnTo>
                <a:lnTo>
                  <a:pt x="3366801" y="1509081"/>
                </a:lnTo>
                <a:lnTo>
                  <a:pt x="3372842" y="1508998"/>
                </a:lnTo>
                <a:lnTo>
                  <a:pt x="3378933" y="1508969"/>
                </a:lnTo>
                <a:lnTo>
                  <a:pt x="3383914" y="1513813"/>
                </a:lnTo>
                <a:lnTo>
                  <a:pt x="3383943" y="1519904"/>
                </a:lnTo>
                <a:lnTo>
                  <a:pt x="3384020" y="1525949"/>
                </a:lnTo>
                <a:lnTo>
                  <a:pt x="3379181" y="1530935"/>
                </a:lnTo>
                <a:lnTo>
                  <a:pt x="3373090" y="1530964"/>
                </a:lnTo>
                <a:lnTo>
                  <a:pt x="3369877" y="1531043"/>
                </a:lnTo>
                <a:lnTo>
                  <a:pt x="3366945" y="1529664"/>
                </a:lnTo>
                <a:close/>
              </a:path>
              <a:path w="5142230" h="2300604">
                <a:moveTo>
                  <a:pt x="3115090" y="1044137"/>
                </a:moveTo>
                <a:lnTo>
                  <a:pt x="3110565" y="1039293"/>
                </a:lnTo>
                <a:lnTo>
                  <a:pt x="3110116" y="1033535"/>
                </a:lnTo>
                <a:lnTo>
                  <a:pt x="3116899" y="1024276"/>
                </a:lnTo>
                <a:lnTo>
                  <a:pt x="3123780" y="1023236"/>
                </a:lnTo>
                <a:lnTo>
                  <a:pt x="3133546" y="1030366"/>
                </a:lnTo>
                <a:lnTo>
                  <a:pt x="3134582" y="1037242"/>
                </a:lnTo>
                <a:lnTo>
                  <a:pt x="3131066" y="1042179"/>
                </a:lnTo>
                <a:lnTo>
                  <a:pt x="3127501" y="1047062"/>
                </a:lnTo>
                <a:lnTo>
                  <a:pt x="3120571" y="1048148"/>
                </a:lnTo>
                <a:lnTo>
                  <a:pt x="3115090" y="1044137"/>
                </a:lnTo>
                <a:close/>
              </a:path>
              <a:path w="5142230" h="2300604">
                <a:moveTo>
                  <a:pt x="2185794" y="710506"/>
                </a:moveTo>
                <a:lnTo>
                  <a:pt x="2181923" y="706361"/>
                </a:lnTo>
                <a:lnTo>
                  <a:pt x="2180822" y="702641"/>
                </a:lnTo>
                <a:lnTo>
                  <a:pt x="2181705" y="698894"/>
                </a:lnTo>
                <a:lnTo>
                  <a:pt x="2183133" y="692995"/>
                </a:lnTo>
                <a:lnTo>
                  <a:pt x="2189063" y="689372"/>
                </a:lnTo>
                <a:lnTo>
                  <a:pt x="2195007" y="690750"/>
                </a:lnTo>
                <a:lnTo>
                  <a:pt x="2200911" y="692183"/>
                </a:lnTo>
                <a:lnTo>
                  <a:pt x="2204534" y="698114"/>
                </a:lnTo>
                <a:lnTo>
                  <a:pt x="2201677" y="709913"/>
                </a:lnTo>
                <a:lnTo>
                  <a:pt x="2195747" y="713535"/>
                </a:lnTo>
                <a:lnTo>
                  <a:pt x="2189843" y="712102"/>
                </a:lnTo>
                <a:lnTo>
                  <a:pt x="2187645" y="711607"/>
                </a:lnTo>
                <a:lnTo>
                  <a:pt x="2185794" y="710506"/>
                </a:lnTo>
                <a:close/>
              </a:path>
              <a:path w="5142230" h="2300604">
                <a:moveTo>
                  <a:pt x="1106312" y="364775"/>
                </a:moveTo>
                <a:lnTo>
                  <a:pt x="1102390" y="360576"/>
                </a:lnTo>
                <a:lnTo>
                  <a:pt x="1101527" y="355548"/>
                </a:lnTo>
                <a:lnTo>
                  <a:pt x="1103795" y="351329"/>
                </a:lnTo>
                <a:lnTo>
                  <a:pt x="1106577" y="345900"/>
                </a:lnTo>
                <a:lnTo>
                  <a:pt x="1113205" y="343807"/>
                </a:lnTo>
                <a:lnTo>
                  <a:pt x="1118590" y="346639"/>
                </a:lnTo>
                <a:lnTo>
                  <a:pt x="1123969" y="349367"/>
                </a:lnTo>
                <a:lnTo>
                  <a:pt x="1126106" y="356054"/>
                </a:lnTo>
                <a:lnTo>
                  <a:pt x="1120453" y="366814"/>
                </a:lnTo>
                <a:lnTo>
                  <a:pt x="1114005" y="368905"/>
                </a:lnTo>
                <a:lnTo>
                  <a:pt x="1113865" y="368950"/>
                </a:lnTo>
                <a:lnTo>
                  <a:pt x="1107372" y="365519"/>
                </a:lnTo>
                <a:lnTo>
                  <a:pt x="1106312" y="364775"/>
                </a:lnTo>
                <a:close/>
              </a:path>
              <a:path w="5142230" h="2300604">
                <a:moveTo>
                  <a:pt x="2930754" y="938203"/>
                </a:moveTo>
                <a:lnTo>
                  <a:pt x="2926878" y="934054"/>
                </a:lnTo>
                <a:lnTo>
                  <a:pt x="2925907" y="929300"/>
                </a:lnTo>
                <a:lnTo>
                  <a:pt x="2930395" y="919638"/>
                </a:lnTo>
                <a:lnTo>
                  <a:pt x="2936898" y="917215"/>
                </a:lnTo>
                <a:lnTo>
                  <a:pt x="2942431" y="919717"/>
                </a:lnTo>
                <a:lnTo>
                  <a:pt x="2947915" y="922264"/>
                </a:lnTo>
                <a:lnTo>
                  <a:pt x="2950378" y="928811"/>
                </a:lnTo>
                <a:lnTo>
                  <a:pt x="2945235" y="939824"/>
                </a:lnTo>
                <a:lnTo>
                  <a:pt x="2938737" y="942252"/>
                </a:lnTo>
                <a:lnTo>
                  <a:pt x="2933253" y="939705"/>
                </a:lnTo>
                <a:lnTo>
                  <a:pt x="2931906" y="939045"/>
                </a:lnTo>
                <a:lnTo>
                  <a:pt x="2930754" y="938203"/>
                </a:lnTo>
                <a:close/>
              </a:path>
              <a:path w="5142230" h="2300604">
                <a:moveTo>
                  <a:pt x="3055778" y="1004398"/>
                </a:moveTo>
                <a:lnTo>
                  <a:pt x="3051861" y="1000205"/>
                </a:lnTo>
                <a:lnTo>
                  <a:pt x="3051195" y="994800"/>
                </a:lnTo>
                <a:lnTo>
                  <a:pt x="3053798" y="990451"/>
                </a:lnTo>
                <a:lnTo>
                  <a:pt x="3056991" y="985267"/>
                </a:lnTo>
                <a:lnTo>
                  <a:pt x="3063802" y="983663"/>
                </a:lnTo>
                <a:lnTo>
                  <a:pt x="3074113" y="990009"/>
                </a:lnTo>
                <a:lnTo>
                  <a:pt x="3075723" y="996815"/>
                </a:lnTo>
                <a:lnTo>
                  <a:pt x="3069372" y="1007122"/>
                </a:lnTo>
                <a:lnTo>
                  <a:pt x="3062570" y="1008736"/>
                </a:lnTo>
                <a:lnTo>
                  <a:pt x="3056555" y="1005033"/>
                </a:lnTo>
                <a:lnTo>
                  <a:pt x="3055778" y="1004398"/>
                </a:lnTo>
                <a:close/>
              </a:path>
              <a:path w="5142230" h="2300604">
                <a:moveTo>
                  <a:pt x="2392535" y="761542"/>
                </a:moveTo>
                <a:lnTo>
                  <a:pt x="2388663" y="757397"/>
                </a:lnTo>
                <a:lnTo>
                  <a:pt x="2387561" y="753578"/>
                </a:lnTo>
                <a:lnTo>
                  <a:pt x="2389967" y="743935"/>
                </a:lnTo>
                <a:lnTo>
                  <a:pt x="2395988" y="740410"/>
                </a:lnTo>
                <a:lnTo>
                  <a:pt x="2407740" y="743412"/>
                </a:lnTo>
                <a:lnTo>
                  <a:pt x="2411264" y="749433"/>
                </a:lnTo>
                <a:lnTo>
                  <a:pt x="2408268" y="761181"/>
                </a:lnTo>
                <a:lnTo>
                  <a:pt x="2402247" y="764705"/>
                </a:lnTo>
                <a:lnTo>
                  <a:pt x="2396391" y="763226"/>
                </a:lnTo>
                <a:lnTo>
                  <a:pt x="2394292" y="762640"/>
                </a:lnTo>
                <a:lnTo>
                  <a:pt x="2392535" y="761542"/>
                </a:lnTo>
                <a:close/>
              </a:path>
              <a:path w="5142230" h="2300604">
                <a:moveTo>
                  <a:pt x="2865760" y="910073"/>
                </a:moveTo>
                <a:lnTo>
                  <a:pt x="2861888" y="905928"/>
                </a:lnTo>
                <a:lnTo>
                  <a:pt x="2860857" y="901404"/>
                </a:lnTo>
                <a:lnTo>
                  <a:pt x="2862512" y="897310"/>
                </a:lnTo>
                <a:lnTo>
                  <a:pt x="2864874" y="891725"/>
                </a:lnTo>
                <a:lnTo>
                  <a:pt x="2871288" y="889012"/>
                </a:lnTo>
                <a:lnTo>
                  <a:pt x="2882514" y="893600"/>
                </a:lnTo>
                <a:lnTo>
                  <a:pt x="2885218" y="900014"/>
                </a:lnTo>
                <a:lnTo>
                  <a:pt x="2880590" y="911286"/>
                </a:lnTo>
                <a:lnTo>
                  <a:pt x="2874220" y="913949"/>
                </a:lnTo>
                <a:lnTo>
                  <a:pt x="2868582" y="911628"/>
                </a:lnTo>
                <a:lnTo>
                  <a:pt x="2867003" y="911012"/>
                </a:lnTo>
                <a:lnTo>
                  <a:pt x="2865760" y="910073"/>
                </a:lnTo>
                <a:close/>
              </a:path>
              <a:path w="5142230" h="2300604">
                <a:moveTo>
                  <a:pt x="3334151" y="1810866"/>
                </a:moveTo>
                <a:lnTo>
                  <a:pt x="3330275" y="1806717"/>
                </a:lnTo>
                <a:lnTo>
                  <a:pt x="3329119" y="1803231"/>
                </a:lnTo>
                <a:lnTo>
                  <a:pt x="3330960" y="1793668"/>
                </a:lnTo>
                <a:lnTo>
                  <a:pt x="3336757" y="1789805"/>
                </a:lnTo>
                <a:lnTo>
                  <a:pt x="3348670" y="1792099"/>
                </a:lnTo>
                <a:lnTo>
                  <a:pt x="3352581" y="1797850"/>
                </a:lnTo>
                <a:lnTo>
                  <a:pt x="3351387" y="1803805"/>
                </a:lnTo>
                <a:lnTo>
                  <a:pt x="3350237" y="1809709"/>
                </a:lnTo>
                <a:lnTo>
                  <a:pt x="3344486" y="1813621"/>
                </a:lnTo>
                <a:lnTo>
                  <a:pt x="3338533" y="1812526"/>
                </a:lnTo>
                <a:lnTo>
                  <a:pt x="3336188" y="1812069"/>
                </a:lnTo>
                <a:lnTo>
                  <a:pt x="3334151" y="1810866"/>
                </a:lnTo>
                <a:close/>
              </a:path>
              <a:path w="5142230" h="2300604">
                <a:moveTo>
                  <a:pt x="1772070" y="608660"/>
                </a:moveTo>
                <a:lnTo>
                  <a:pt x="1768198" y="604516"/>
                </a:lnTo>
                <a:lnTo>
                  <a:pt x="1767100" y="600702"/>
                </a:lnTo>
                <a:lnTo>
                  <a:pt x="1769694" y="591065"/>
                </a:lnTo>
                <a:lnTo>
                  <a:pt x="1775715" y="587540"/>
                </a:lnTo>
                <a:lnTo>
                  <a:pt x="1787411" y="590676"/>
                </a:lnTo>
                <a:lnTo>
                  <a:pt x="1790936" y="596698"/>
                </a:lnTo>
                <a:lnTo>
                  <a:pt x="1787799" y="608393"/>
                </a:lnTo>
                <a:lnTo>
                  <a:pt x="1781778" y="611918"/>
                </a:lnTo>
                <a:lnTo>
                  <a:pt x="1773872" y="609807"/>
                </a:lnTo>
                <a:lnTo>
                  <a:pt x="1772070" y="608660"/>
                </a:lnTo>
                <a:close/>
              </a:path>
              <a:path w="5142230" h="2300604">
                <a:moveTo>
                  <a:pt x="3364632" y="1600400"/>
                </a:moveTo>
                <a:lnTo>
                  <a:pt x="3360765" y="1596260"/>
                </a:lnTo>
                <a:lnTo>
                  <a:pt x="3359635" y="1593389"/>
                </a:lnTo>
                <a:lnTo>
                  <a:pt x="3360233" y="1584156"/>
                </a:lnTo>
                <a:lnTo>
                  <a:pt x="3364880" y="1580138"/>
                </a:lnTo>
                <a:lnTo>
                  <a:pt x="3365486" y="1579614"/>
                </a:lnTo>
                <a:lnTo>
                  <a:pt x="3371564" y="1579963"/>
                </a:lnTo>
                <a:lnTo>
                  <a:pt x="3377594" y="1580357"/>
                </a:lnTo>
                <a:lnTo>
                  <a:pt x="3382181" y="1585659"/>
                </a:lnTo>
                <a:lnTo>
                  <a:pt x="3381787" y="1591688"/>
                </a:lnTo>
                <a:lnTo>
                  <a:pt x="3381344" y="1597763"/>
                </a:lnTo>
                <a:lnTo>
                  <a:pt x="3376697" y="1601781"/>
                </a:lnTo>
                <a:lnTo>
                  <a:pt x="3376091" y="1602305"/>
                </a:lnTo>
                <a:lnTo>
                  <a:pt x="3367141" y="1601717"/>
                </a:lnTo>
                <a:lnTo>
                  <a:pt x="3364632" y="1600400"/>
                </a:lnTo>
                <a:close/>
              </a:path>
              <a:path w="5142230" h="2300604">
                <a:moveTo>
                  <a:pt x="2994274" y="969446"/>
                </a:moveTo>
                <a:lnTo>
                  <a:pt x="2990356" y="965253"/>
                </a:lnTo>
                <a:lnTo>
                  <a:pt x="2989583" y="960223"/>
                </a:lnTo>
                <a:lnTo>
                  <a:pt x="2991801" y="955950"/>
                </a:lnTo>
                <a:lnTo>
                  <a:pt x="2994633" y="950575"/>
                </a:lnTo>
                <a:lnTo>
                  <a:pt x="3001311" y="948536"/>
                </a:lnTo>
                <a:lnTo>
                  <a:pt x="3011977" y="954187"/>
                </a:lnTo>
                <a:lnTo>
                  <a:pt x="3014065" y="960820"/>
                </a:lnTo>
                <a:lnTo>
                  <a:pt x="3008411" y="971580"/>
                </a:lnTo>
                <a:lnTo>
                  <a:pt x="3001732" y="973619"/>
                </a:lnTo>
                <a:lnTo>
                  <a:pt x="2995281" y="970231"/>
                </a:lnTo>
                <a:lnTo>
                  <a:pt x="2994274" y="969446"/>
                </a:lnTo>
                <a:close/>
              </a:path>
              <a:path w="5142230" h="2300604">
                <a:moveTo>
                  <a:pt x="1499575" y="528094"/>
                </a:moveTo>
                <a:lnTo>
                  <a:pt x="1495708" y="523954"/>
                </a:lnTo>
                <a:lnTo>
                  <a:pt x="1494623" y="519763"/>
                </a:lnTo>
                <a:lnTo>
                  <a:pt x="1495938" y="515795"/>
                </a:lnTo>
                <a:lnTo>
                  <a:pt x="1497832" y="510197"/>
                </a:lnTo>
                <a:lnTo>
                  <a:pt x="1497881" y="510054"/>
                </a:lnTo>
                <a:lnTo>
                  <a:pt x="1504078" y="506913"/>
                </a:lnTo>
                <a:lnTo>
                  <a:pt x="1509818" y="508855"/>
                </a:lnTo>
                <a:lnTo>
                  <a:pt x="1515608" y="510752"/>
                </a:lnTo>
                <a:lnTo>
                  <a:pt x="1518700" y="516994"/>
                </a:lnTo>
                <a:lnTo>
                  <a:pt x="1516806" y="522689"/>
                </a:lnTo>
                <a:lnTo>
                  <a:pt x="1514957" y="528334"/>
                </a:lnTo>
                <a:lnTo>
                  <a:pt x="1514910" y="528479"/>
                </a:lnTo>
                <a:lnTo>
                  <a:pt x="1508667" y="531571"/>
                </a:lnTo>
                <a:lnTo>
                  <a:pt x="1502919" y="529718"/>
                </a:lnTo>
                <a:lnTo>
                  <a:pt x="1501146" y="529091"/>
                </a:lnTo>
                <a:lnTo>
                  <a:pt x="1499575" y="528094"/>
                </a:lnTo>
                <a:close/>
              </a:path>
              <a:path w="5142230" h="2300604">
                <a:moveTo>
                  <a:pt x="3276323" y="2232415"/>
                </a:moveTo>
                <a:lnTo>
                  <a:pt x="3272496" y="2228320"/>
                </a:lnTo>
                <a:lnTo>
                  <a:pt x="3271357" y="2225731"/>
                </a:lnTo>
                <a:lnTo>
                  <a:pt x="3271183" y="2216845"/>
                </a:lnTo>
                <a:lnTo>
                  <a:pt x="3276030" y="2211869"/>
                </a:lnTo>
                <a:lnTo>
                  <a:pt x="3282125" y="2211746"/>
                </a:lnTo>
                <a:lnTo>
                  <a:pt x="3288166" y="2211664"/>
                </a:lnTo>
                <a:lnTo>
                  <a:pt x="3293195" y="2216462"/>
                </a:lnTo>
                <a:lnTo>
                  <a:pt x="3293273" y="2222507"/>
                </a:lnTo>
                <a:lnTo>
                  <a:pt x="3293400" y="2228606"/>
                </a:lnTo>
                <a:lnTo>
                  <a:pt x="3288557" y="2233587"/>
                </a:lnTo>
                <a:lnTo>
                  <a:pt x="3282458" y="2233705"/>
                </a:lnTo>
                <a:lnTo>
                  <a:pt x="3279250" y="2233790"/>
                </a:lnTo>
                <a:lnTo>
                  <a:pt x="3276323" y="2232415"/>
                </a:lnTo>
                <a:close/>
              </a:path>
              <a:path w="5142230" h="2300604">
                <a:moveTo>
                  <a:pt x="3223933" y="1141884"/>
                </a:moveTo>
                <a:lnTo>
                  <a:pt x="3219742" y="1137398"/>
                </a:lnTo>
                <a:lnTo>
                  <a:pt x="3215695" y="1132869"/>
                </a:lnTo>
                <a:lnTo>
                  <a:pt x="3216022" y="1125889"/>
                </a:lnTo>
                <a:lnTo>
                  <a:pt x="3220257" y="1122114"/>
                </a:lnTo>
                <a:lnTo>
                  <a:pt x="3224989" y="1117795"/>
                </a:lnTo>
                <a:lnTo>
                  <a:pt x="3232006" y="1118171"/>
                </a:lnTo>
                <a:lnTo>
                  <a:pt x="3236012" y="1122656"/>
                </a:lnTo>
                <a:lnTo>
                  <a:pt x="3240113" y="1127045"/>
                </a:lnTo>
                <a:lnTo>
                  <a:pt x="3239772" y="1134109"/>
                </a:lnTo>
                <a:lnTo>
                  <a:pt x="3235248" y="1138162"/>
                </a:lnTo>
                <a:lnTo>
                  <a:pt x="3230814" y="1142212"/>
                </a:lnTo>
                <a:lnTo>
                  <a:pt x="3223933" y="1141884"/>
                </a:lnTo>
                <a:close/>
              </a:path>
              <a:path w="5142230" h="2300604">
                <a:moveTo>
                  <a:pt x="1365712" y="480392"/>
                </a:moveTo>
                <a:lnTo>
                  <a:pt x="1361795" y="476199"/>
                </a:lnTo>
                <a:lnTo>
                  <a:pt x="1360811" y="471822"/>
                </a:lnTo>
                <a:lnTo>
                  <a:pt x="1362318" y="467766"/>
                </a:lnTo>
                <a:lnTo>
                  <a:pt x="1364494" y="462081"/>
                </a:lnTo>
                <a:lnTo>
                  <a:pt x="1370865" y="459224"/>
                </a:lnTo>
                <a:lnTo>
                  <a:pt x="1382195" y="463533"/>
                </a:lnTo>
                <a:lnTo>
                  <a:pt x="1385047" y="469909"/>
                </a:lnTo>
                <a:lnTo>
                  <a:pt x="1380739" y="481230"/>
                </a:lnTo>
                <a:lnTo>
                  <a:pt x="1374367" y="484086"/>
                </a:lnTo>
                <a:lnTo>
                  <a:pt x="1368727" y="481959"/>
                </a:lnTo>
                <a:lnTo>
                  <a:pt x="1367098" y="481289"/>
                </a:lnTo>
                <a:lnTo>
                  <a:pt x="1365712" y="480392"/>
                </a:lnTo>
                <a:close/>
              </a:path>
              <a:path w="5142230" h="2300604">
                <a:moveTo>
                  <a:pt x="1169864" y="396444"/>
                </a:moveTo>
                <a:lnTo>
                  <a:pt x="1165947" y="392251"/>
                </a:lnTo>
                <a:lnTo>
                  <a:pt x="1165024" y="387451"/>
                </a:lnTo>
                <a:lnTo>
                  <a:pt x="1169692" y="377786"/>
                </a:lnTo>
                <a:lnTo>
                  <a:pt x="1176237" y="375506"/>
                </a:lnTo>
                <a:lnTo>
                  <a:pt x="1181726" y="378058"/>
                </a:lnTo>
                <a:lnTo>
                  <a:pt x="1187207" y="380700"/>
                </a:lnTo>
                <a:lnTo>
                  <a:pt x="1189531" y="387294"/>
                </a:lnTo>
                <a:lnTo>
                  <a:pt x="1184293" y="398205"/>
                </a:lnTo>
                <a:lnTo>
                  <a:pt x="1177703" y="400535"/>
                </a:lnTo>
                <a:lnTo>
                  <a:pt x="1172218" y="397888"/>
                </a:lnTo>
                <a:lnTo>
                  <a:pt x="1170967" y="397331"/>
                </a:lnTo>
                <a:lnTo>
                  <a:pt x="1169864" y="396444"/>
                </a:lnTo>
                <a:close/>
              </a:path>
              <a:path w="5142230" h="2300604">
                <a:moveTo>
                  <a:pt x="3357464" y="1670923"/>
                </a:moveTo>
                <a:lnTo>
                  <a:pt x="3353596" y="1666783"/>
                </a:lnTo>
                <a:lnTo>
                  <a:pt x="3352476" y="1663629"/>
                </a:lnTo>
                <a:lnTo>
                  <a:pt x="3353695" y="1654182"/>
                </a:lnTo>
                <a:lnTo>
                  <a:pt x="3359168" y="1649973"/>
                </a:lnTo>
                <a:lnTo>
                  <a:pt x="3365185" y="1650744"/>
                </a:lnTo>
                <a:lnTo>
                  <a:pt x="3371209" y="1651426"/>
                </a:lnTo>
                <a:lnTo>
                  <a:pt x="3375459" y="1656953"/>
                </a:lnTo>
                <a:lnTo>
                  <a:pt x="3373911" y="1668981"/>
                </a:lnTo>
                <a:lnTo>
                  <a:pt x="3368430" y="1673279"/>
                </a:lnTo>
                <a:lnTo>
                  <a:pt x="3362418" y="1672513"/>
                </a:lnTo>
                <a:lnTo>
                  <a:pt x="3359787" y="1672140"/>
                </a:lnTo>
                <a:lnTo>
                  <a:pt x="3357464" y="1670923"/>
                </a:lnTo>
                <a:close/>
              </a:path>
              <a:path w="5142230" h="2300604">
                <a:moveTo>
                  <a:pt x="1432386" y="504945"/>
                </a:moveTo>
                <a:lnTo>
                  <a:pt x="1428514" y="500800"/>
                </a:lnTo>
                <a:lnTo>
                  <a:pt x="1427433" y="496515"/>
                </a:lnTo>
                <a:lnTo>
                  <a:pt x="1428891" y="492504"/>
                </a:lnTo>
                <a:lnTo>
                  <a:pt x="1430879" y="486812"/>
                </a:lnTo>
                <a:lnTo>
                  <a:pt x="1437208" y="483813"/>
                </a:lnTo>
                <a:lnTo>
                  <a:pt x="1448593" y="487887"/>
                </a:lnTo>
                <a:lnTo>
                  <a:pt x="1451636" y="494175"/>
                </a:lnTo>
                <a:lnTo>
                  <a:pt x="1449550" y="499859"/>
                </a:lnTo>
                <a:lnTo>
                  <a:pt x="1447562" y="505551"/>
                </a:lnTo>
                <a:lnTo>
                  <a:pt x="1441279" y="508599"/>
                </a:lnTo>
                <a:lnTo>
                  <a:pt x="1435541" y="506563"/>
                </a:lnTo>
                <a:lnTo>
                  <a:pt x="1433863" y="505939"/>
                </a:lnTo>
                <a:lnTo>
                  <a:pt x="1432386" y="504945"/>
                </a:lnTo>
                <a:close/>
              </a:path>
              <a:path w="5142230" h="2300604">
                <a:moveTo>
                  <a:pt x="2047696" y="677526"/>
                </a:moveTo>
                <a:lnTo>
                  <a:pt x="2043824" y="673382"/>
                </a:lnTo>
                <a:lnTo>
                  <a:pt x="2042723" y="669662"/>
                </a:lnTo>
                <a:lnTo>
                  <a:pt x="2043602" y="665910"/>
                </a:lnTo>
                <a:lnTo>
                  <a:pt x="2045030" y="660010"/>
                </a:lnTo>
                <a:lnTo>
                  <a:pt x="2050960" y="656388"/>
                </a:lnTo>
                <a:lnTo>
                  <a:pt x="2062808" y="659199"/>
                </a:lnTo>
                <a:lnTo>
                  <a:pt x="2066430" y="665129"/>
                </a:lnTo>
                <a:lnTo>
                  <a:pt x="2063574" y="676929"/>
                </a:lnTo>
                <a:lnTo>
                  <a:pt x="2057644" y="680551"/>
                </a:lnTo>
                <a:lnTo>
                  <a:pt x="2051749" y="679128"/>
                </a:lnTo>
                <a:lnTo>
                  <a:pt x="2049542" y="678623"/>
                </a:lnTo>
                <a:lnTo>
                  <a:pt x="2047696" y="677526"/>
                </a:lnTo>
                <a:close/>
              </a:path>
              <a:path w="5142230" h="2300604">
                <a:moveTo>
                  <a:pt x="2254816" y="727112"/>
                </a:moveTo>
                <a:lnTo>
                  <a:pt x="2250990" y="723016"/>
                </a:lnTo>
                <a:lnTo>
                  <a:pt x="2249862" y="719170"/>
                </a:lnTo>
                <a:lnTo>
                  <a:pt x="2250726" y="715501"/>
                </a:lnTo>
                <a:lnTo>
                  <a:pt x="2252155" y="709601"/>
                </a:lnTo>
                <a:lnTo>
                  <a:pt x="2258130" y="706028"/>
                </a:lnTo>
                <a:lnTo>
                  <a:pt x="2269930" y="708884"/>
                </a:lnTo>
                <a:lnTo>
                  <a:pt x="2273552" y="714815"/>
                </a:lnTo>
                <a:lnTo>
                  <a:pt x="2270696" y="726614"/>
                </a:lnTo>
                <a:lnTo>
                  <a:pt x="2264671" y="730233"/>
                </a:lnTo>
                <a:lnTo>
                  <a:pt x="2258820" y="728759"/>
                </a:lnTo>
                <a:lnTo>
                  <a:pt x="2256664" y="728308"/>
                </a:lnTo>
                <a:lnTo>
                  <a:pt x="2254816" y="727112"/>
                </a:lnTo>
                <a:close/>
              </a:path>
              <a:path w="5142230" h="2300604">
                <a:moveTo>
                  <a:pt x="2323731" y="744093"/>
                </a:moveTo>
                <a:lnTo>
                  <a:pt x="2319859" y="739948"/>
                </a:lnTo>
                <a:lnTo>
                  <a:pt x="2318713" y="736180"/>
                </a:lnTo>
                <a:lnTo>
                  <a:pt x="2319709" y="732359"/>
                </a:lnTo>
                <a:lnTo>
                  <a:pt x="2321118" y="726536"/>
                </a:lnTo>
                <a:lnTo>
                  <a:pt x="2322699" y="725589"/>
                </a:lnTo>
                <a:lnTo>
                  <a:pt x="2327209" y="722989"/>
                </a:lnTo>
                <a:lnTo>
                  <a:pt x="2332986" y="724481"/>
                </a:lnTo>
                <a:lnTo>
                  <a:pt x="2338890" y="725914"/>
                </a:lnTo>
                <a:lnTo>
                  <a:pt x="2342463" y="731890"/>
                </a:lnTo>
                <a:lnTo>
                  <a:pt x="2340985" y="737736"/>
                </a:lnTo>
                <a:lnTo>
                  <a:pt x="2339557" y="743636"/>
                </a:lnTo>
                <a:lnTo>
                  <a:pt x="2333586" y="747214"/>
                </a:lnTo>
                <a:lnTo>
                  <a:pt x="2327681" y="745781"/>
                </a:lnTo>
                <a:lnTo>
                  <a:pt x="2325533" y="745240"/>
                </a:lnTo>
                <a:lnTo>
                  <a:pt x="2323731" y="744093"/>
                </a:lnTo>
                <a:close/>
              </a:path>
              <a:path w="5142230" h="2300604">
                <a:moveTo>
                  <a:pt x="2116770" y="693993"/>
                </a:moveTo>
                <a:lnTo>
                  <a:pt x="2112893" y="689844"/>
                </a:lnTo>
                <a:lnTo>
                  <a:pt x="2111797" y="686129"/>
                </a:lnTo>
                <a:lnTo>
                  <a:pt x="2112680" y="682382"/>
                </a:lnTo>
                <a:lnTo>
                  <a:pt x="2114108" y="676482"/>
                </a:lnTo>
                <a:lnTo>
                  <a:pt x="2120038" y="672860"/>
                </a:lnTo>
                <a:lnTo>
                  <a:pt x="2131792" y="675668"/>
                </a:lnTo>
                <a:lnTo>
                  <a:pt x="2135414" y="681598"/>
                </a:lnTo>
                <a:lnTo>
                  <a:pt x="2134080" y="687501"/>
                </a:lnTo>
                <a:lnTo>
                  <a:pt x="2132652" y="693401"/>
                </a:lnTo>
                <a:lnTo>
                  <a:pt x="2126722" y="697023"/>
                </a:lnTo>
                <a:lnTo>
                  <a:pt x="2120822" y="695595"/>
                </a:lnTo>
                <a:lnTo>
                  <a:pt x="2118666" y="695144"/>
                </a:lnTo>
                <a:lnTo>
                  <a:pt x="2116770" y="693993"/>
                </a:lnTo>
                <a:close/>
              </a:path>
              <a:path w="5142230" h="2300604">
                <a:moveTo>
                  <a:pt x="2597623" y="818140"/>
                </a:moveTo>
                <a:lnTo>
                  <a:pt x="2593751" y="813996"/>
                </a:lnTo>
                <a:lnTo>
                  <a:pt x="2592655" y="809988"/>
                </a:lnTo>
                <a:lnTo>
                  <a:pt x="2595540" y="800271"/>
                </a:lnTo>
                <a:lnTo>
                  <a:pt x="2601644" y="796934"/>
                </a:lnTo>
                <a:lnTo>
                  <a:pt x="2613327" y="800447"/>
                </a:lnTo>
                <a:lnTo>
                  <a:pt x="2616566" y="806553"/>
                </a:lnTo>
                <a:lnTo>
                  <a:pt x="2614858" y="812349"/>
                </a:lnTo>
                <a:lnTo>
                  <a:pt x="2613101" y="818190"/>
                </a:lnTo>
                <a:lnTo>
                  <a:pt x="2607045" y="821482"/>
                </a:lnTo>
                <a:lnTo>
                  <a:pt x="2601204" y="819726"/>
                </a:lnTo>
                <a:lnTo>
                  <a:pt x="2599239" y="819187"/>
                </a:lnTo>
                <a:lnTo>
                  <a:pt x="2597623" y="818140"/>
                </a:lnTo>
                <a:close/>
              </a:path>
              <a:path w="5142230" h="2300604">
                <a:moveTo>
                  <a:pt x="3449240" y="1659790"/>
                </a:moveTo>
                <a:lnTo>
                  <a:pt x="3445601" y="1655894"/>
                </a:lnTo>
                <a:lnTo>
                  <a:pt x="3444509" y="1653161"/>
                </a:lnTo>
                <a:lnTo>
                  <a:pt x="3444662" y="1650197"/>
                </a:lnTo>
                <a:lnTo>
                  <a:pt x="3444861" y="1644349"/>
                </a:lnTo>
                <a:lnTo>
                  <a:pt x="3449778" y="1639838"/>
                </a:lnTo>
                <a:lnTo>
                  <a:pt x="3461469" y="1640331"/>
                </a:lnTo>
                <a:lnTo>
                  <a:pt x="3465979" y="1645159"/>
                </a:lnTo>
                <a:lnTo>
                  <a:pt x="3465486" y="1656849"/>
                </a:lnTo>
                <a:lnTo>
                  <a:pt x="3460561" y="1661450"/>
                </a:lnTo>
                <a:lnTo>
                  <a:pt x="3454717" y="1661156"/>
                </a:lnTo>
                <a:lnTo>
                  <a:pt x="3451888" y="1661060"/>
                </a:lnTo>
                <a:lnTo>
                  <a:pt x="3449240" y="1659790"/>
                </a:lnTo>
                <a:close/>
              </a:path>
              <a:path w="5142230" h="2300604">
                <a:moveTo>
                  <a:pt x="3136969" y="917322"/>
                </a:moveTo>
                <a:lnTo>
                  <a:pt x="3132488" y="912525"/>
                </a:lnTo>
                <a:lnTo>
                  <a:pt x="3131873" y="907371"/>
                </a:lnTo>
                <a:lnTo>
                  <a:pt x="3134266" y="903578"/>
                </a:lnTo>
                <a:lnTo>
                  <a:pt x="3137449" y="898677"/>
                </a:lnTo>
                <a:lnTo>
                  <a:pt x="3137711" y="898274"/>
                </a:lnTo>
                <a:lnTo>
                  <a:pt x="3144228" y="896844"/>
                </a:lnTo>
                <a:lnTo>
                  <a:pt x="3149168" y="899981"/>
                </a:lnTo>
                <a:lnTo>
                  <a:pt x="3154068" y="903174"/>
                </a:lnTo>
                <a:lnTo>
                  <a:pt x="3155494" y="909686"/>
                </a:lnTo>
                <a:lnTo>
                  <a:pt x="3152573" y="914183"/>
                </a:lnTo>
                <a:lnTo>
                  <a:pt x="3149427" y="919124"/>
                </a:lnTo>
                <a:lnTo>
                  <a:pt x="3149168" y="919531"/>
                </a:lnTo>
                <a:lnTo>
                  <a:pt x="3142651" y="920961"/>
                </a:lnTo>
                <a:lnTo>
                  <a:pt x="3137751" y="917768"/>
                </a:lnTo>
                <a:lnTo>
                  <a:pt x="3136969" y="917322"/>
                </a:lnTo>
                <a:close/>
              </a:path>
              <a:path w="5142230" h="2300604">
                <a:moveTo>
                  <a:pt x="3300658" y="1058239"/>
                </a:moveTo>
                <a:lnTo>
                  <a:pt x="3296468" y="1053753"/>
                </a:lnTo>
                <a:lnTo>
                  <a:pt x="3292700" y="1049328"/>
                </a:lnTo>
                <a:lnTo>
                  <a:pt x="3293256" y="1042691"/>
                </a:lnTo>
                <a:lnTo>
                  <a:pt x="3301391" y="1035759"/>
                </a:lnTo>
                <a:lnTo>
                  <a:pt x="3302154" y="1035110"/>
                </a:lnTo>
                <a:lnTo>
                  <a:pt x="3308796" y="1035671"/>
                </a:lnTo>
                <a:lnTo>
                  <a:pt x="3316332" y="1044519"/>
                </a:lnTo>
                <a:lnTo>
                  <a:pt x="3315821" y="1051206"/>
                </a:lnTo>
                <a:lnTo>
                  <a:pt x="3307676" y="1058126"/>
                </a:lnTo>
                <a:lnTo>
                  <a:pt x="3307065" y="1058645"/>
                </a:lnTo>
                <a:lnTo>
                  <a:pt x="3300658" y="1058239"/>
                </a:lnTo>
                <a:close/>
              </a:path>
              <a:path w="5142230" h="2300604">
                <a:moveTo>
                  <a:pt x="3195068" y="958011"/>
                </a:moveTo>
                <a:lnTo>
                  <a:pt x="3190306" y="952914"/>
                </a:lnTo>
                <a:lnTo>
                  <a:pt x="3189954" y="947356"/>
                </a:lnTo>
                <a:lnTo>
                  <a:pt x="3193116" y="943215"/>
                </a:lnTo>
                <a:lnTo>
                  <a:pt x="3196721" y="938570"/>
                </a:lnTo>
                <a:lnTo>
                  <a:pt x="3203312" y="937708"/>
                </a:lnTo>
                <a:lnTo>
                  <a:pt x="3207953" y="941308"/>
                </a:lnTo>
                <a:lnTo>
                  <a:pt x="3212607" y="944823"/>
                </a:lnTo>
                <a:lnTo>
                  <a:pt x="3213415" y="951455"/>
                </a:lnTo>
                <a:lnTo>
                  <a:pt x="3209909" y="956109"/>
                </a:lnTo>
                <a:lnTo>
                  <a:pt x="3206349" y="960704"/>
                </a:lnTo>
                <a:lnTo>
                  <a:pt x="3199713" y="961615"/>
                </a:lnTo>
                <a:lnTo>
                  <a:pt x="3195068" y="958011"/>
                </a:lnTo>
                <a:close/>
              </a:path>
              <a:path w="5142230" h="2300604">
                <a:moveTo>
                  <a:pt x="3075327" y="880855"/>
                </a:moveTo>
                <a:lnTo>
                  <a:pt x="3071546" y="876808"/>
                </a:lnTo>
                <a:lnTo>
                  <a:pt x="3070770" y="871871"/>
                </a:lnTo>
                <a:lnTo>
                  <a:pt x="3075847" y="862645"/>
                </a:lnTo>
                <a:lnTo>
                  <a:pt x="3082290" y="860744"/>
                </a:lnTo>
                <a:lnTo>
                  <a:pt x="3087387" y="863562"/>
                </a:lnTo>
                <a:lnTo>
                  <a:pt x="3092533" y="866333"/>
                </a:lnTo>
                <a:lnTo>
                  <a:pt x="3094388" y="872718"/>
                </a:lnTo>
                <a:lnTo>
                  <a:pt x="3091621" y="877869"/>
                </a:lnTo>
                <a:lnTo>
                  <a:pt x="3088799" y="882961"/>
                </a:lnTo>
                <a:lnTo>
                  <a:pt x="3082366" y="884871"/>
                </a:lnTo>
                <a:lnTo>
                  <a:pt x="3077314" y="882103"/>
                </a:lnTo>
                <a:lnTo>
                  <a:pt x="3076247" y="881547"/>
                </a:lnTo>
                <a:lnTo>
                  <a:pt x="3075327" y="880855"/>
                </a:lnTo>
                <a:close/>
              </a:path>
              <a:path w="5142230" h="2300604">
                <a:moveTo>
                  <a:pt x="3452232" y="1517937"/>
                </a:moveTo>
                <a:lnTo>
                  <a:pt x="3448538" y="1513982"/>
                </a:lnTo>
                <a:lnTo>
                  <a:pt x="3447441" y="1511537"/>
                </a:lnTo>
                <a:lnTo>
                  <a:pt x="3447307" y="1502988"/>
                </a:lnTo>
                <a:lnTo>
                  <a:pt x="3451956" y="1498189"/>
                </a:lnTo>
                <a:lnTo>
                  <a:pt x="3457767" y="1498056"/>
                </a:lnTo>
                <a:lnTo>
                  <a:pt x="3463624" y="1497973"/>
                </a:lnTo>
                <a:lnTo>
                  <a:pt x="3468423" y="1502621"/>
                </a:lnTo>
                <a:lnTo>
                  <a:pt x="3468590" y="1514335"/>
                </a:lnTo>
                <a:lnTo>
                  <a:pt x="3463947" y="1519138"/>
                </a:lnTo>
                <a:lnTo>
                  <a:pt x="3458139" y="1519177"/>
                </a:lnTo>
                <a:lnTo>
                  <a:pt x="3455020" y="1519259"/>
                </a:lnTo>
                <a:lnTo>
                  <a:pt x="3452232" y="1517937"/>
                </a:lnTo>
                <a:close/>
              </a:path>
              <a:path w="5142230" h="2300604">
                <a:moveTo>
                  <a:pt x="3248381" y="1003254"/>
                </a:moveTo>
                <a:lnTo>
                  <a:pt x="3244095" y="998667"/>
                </a:lnTo>
                <a:lnTo>
                  <a:pt x="3244077" y="992391"/>
                </a:lnTo>
                <a:lnTo>
                  <a:pt x="3247896" y="988366"/>
                </a:lnTo>
                <a:lnTo>
                  <a:pt x="3251918" y="984070"/>
                </a:lnTo>
                <a:lnTo>
                  <a:pt x="3258581" y="983872"/>
                </a:lnTo>
                <a:lnTo>
                  <a:pt x="3262882" y="987890"/>
                </a:lnTo>
                <a:lnTo>
                  <a:pt x="3267089" y="991904"/>
                </a:lnTo>
                <a:lnTo>
                  <a:pt x="3267287" y="998567"/>
                </a:lnTo>
                <a:lnTo>
                  <a:pt x="3263318" y="1002823"/>
                </a:lnTo>
                <a:lnTo>
                  <a:pt x="3259299" y="1007025"/>
                </a:lnTo>
                <a:lnTo>
                  <a:pt x="3252587" y="1007268"/>
                </a:lnTo>
                <a:lnTo>
                  <a:pt x="3248381" y="1003254"/>
                </a:lnTo>
                <a:close/>
              </a:path>
              <a:path w="5142230" h="2300604">
                <a:moveTo>
                  <a:pt x="2947170" y="820691"/>
                </a:moveTo>
                <a:lnTo>
                  <a:pt x="2943431" y="816688"/>
                </a:lnTo>
                <a:lnTo>
                  <a:pt x="2942546" y="812319"/>
                </a:lnTo>
                <a:lnTo>
                  <a:pt x="2944139" y="808356"/>
                </a:lnTo>
                <a:lnTo>
                  <a:pt x="2946356" y="803007"/>
                </a:lnTo>
                <a:lnTo>
                  <a:pt x="2952534" y="800432"/>
                </a:lnTo>
                <a:lnTo>
                  <a:pt x="2963331" y="804854"/>
                </a:lnTo>
                <a:lnTo>
                  <a:pt x="2965911" y="811037"/>
                </a:lnTo>
                <a:lnTo>
                  <a:pt x="2963694" y="816386"/>
                </a:lnTo>
                <a:lnTo>
                  <a:pt x="2961478" y="821834"/>
                </a:lnTo>
                <a:lnTo>
                  <a:pt x="2955305" y="824414"/>
                </a:lnTo>
                <a:lnTo>
                  <a:pt x="2949906" y="822153"/>
                </a:lnTo>
                <a:lnTo>
                  <a:pt x="2948462" y="821584"/>
                </a:lnTo>
                <a:lnTo>
                  <a:pt x="2947170" y="820691"/>
                </a:lnTo>
                <a:close/>
              </a:path>
              <a:path w="5142230" h="2300604">
                <a:moveTo>
                  <a:pt x="3446212" y="1730737"/>
                </a:moveTo>
                <a:lnTo>
                  <a:pt x="3442527" y="1726792"/>
                </a:lnTo>
                <a:lnTo>
                  <a:pt x="3441391" y="1724110"/>
                </a:lnTo>
                <a:lnTo>
                  <a:pt x="3441539" y="1721141"/>
                </a:lnTo>
                <a:lnTo>
                  <a:pt x="3441728" y="1715577"/>
                </a:lnTo>
                <a:lnTo>
                  <a:pt x="3446749" y="1710786"/>
                </a:lnTo>
                <a:lnTo>
                  <a:pt x="3458351" y="1711280"/>
                </a:lnTo>
                <a:lnTo>
                  <a:pt x="3462860" y="1716107"/>
                </a:lnTo>
                <a:lnTo>
                  <a:pt x="3462658" y="1722049"/>
                </a:lnTo>
                <a:lnTo>
                  <a:pt x="3462360" y="1727888"/>
                </a:lnTo>
                <a:lnTo>
                  <a:pt x="3457438" y="1732394"/>
                </a:lnTo>
                <a:lnTo>
                  <a:pt x="3451640" y="1732149"/>
                </a:lnTo>
                <a:lnTo>
                  <a:pt x="3448770" y="1732009"/>
                </a:lnTo>
                <a:lnTo>
                  <a:pt x="3446212" y="1730737"/>
                </a:lnTo>
                <a:close/>
              </a:path>
              <a:path w="5142230" h="2300604">
                <a:moveTo>
                  <a:pt x="3012158" y="849010"/>
                </a:moveTo>
                <a:lnTo>
                  <a:pt x="3008373" y="844958"/>
                </a:lnTo>
                <a:lnTo>
                  <a:pt x="3007494" y="840400"/>
                </a:lnTo>
                <a:lnTo>
                  <a:pt x="3009379" y="836357"/>
                </a:lnTo>
                <a:lnTo>
                  <a:pt x="3011866" y="831103"/>
                </a:lnTo>
                <a:lnTo>
                  <a:pt x="3018133" y="828819"/>
                </a:lnTo>
                <a:lnTo>
                  <a:pt x="3023432" y="831265"/>
                </a:lnTo>
                <a:lnTo>
                  <a:pt x="3028682" y="833757"/>
                </a:lnTo>
                <a:lnTo>
                  <a:pt x="3030970" y="840019"/>
                </a:lnTo>
                <a:lnTo>
                  <a:pt x="3026073" y="850612"/>
                </a:lnTo>
                <a:lnTo>
                  <a:pt x="3019721" y="852902"/>
                </a:lnTo>
                <a:lnTo>
                  <a:pt x="3014467" y="850405"/>
                </a:lnTo>
                <a:lnTo>
                  <a:pt x="3013216" y="849848"/>
                </a:lnTo>
                <a:lnTo>
                  <a:pt x="3012158" y="849010"/>
                </a:lnTo>
                <a:close/>
              </a:path>
              <a:path w="5142230" h="2300604">
                <a:moveTo>
                  <a:pt x="3451659" y="1588873"/>
                </a:moveTo>
                <a:lnTo>
                  <a:pt x="3447965" y="1584919"/>
                </a:lnTo>
                <a:lnTo>
                  <a:pt x="3446880" y="1582194"/>
                </a:lnTo>
                <a:lnTo>
                  <a:pt x="3446925" y="1579407"/>
                </a:lnTo>
                <a:lnTo>
                  <a:pt x="3447124" y="1573560"/>
                </a:lnTo>
                <a:lnTo>
                  <a:pt x="3451954" y="1568956"/>
                </a:lnTo>
                <a:lnTo>
                  <a:pt x="3457761" y="1569111"/>
                </a:lnTo>
                <a:lnTo>
                  <a:pt x="3463699" y="1569213"/>
                </a:lnTo>
                <a:lnTo>
                  <a:pt x="3468210" y="1574042"/>
                </a:lnTo>
                <a:lnTo>
                  <a:pt x="3468060" y="1579843"/>
                </a:lnTo>
                <a:lnTo>
                  <a:pt x="3467955" y="1585694"/>
                </a:lnTo>
                <a:lnTo>
                  <a:pt x="3463129" y="1590303"/>
                </a:lnTo>
                <a:lnTo>
                  <a:pt x="3454307" y="1590144"/>
                </a:lnTo>
                <a:lnTo>
                  <a:pt x="3451659" y="1588873"/>
                </a:lnTo>
                <a:close/>
              </a:path>
              <a:path w="5142230" h="2300604">
                <a:moveTo>
                  <a:pt x="3449020" y="1447249"/>
                </a:moveTo>
                <a:lnTo>
                  <a:pt x="3445331" y="1443300"/>
                </a:lnTo>
                <a:lnTo>
                  <a:pt x="3444268" y="1441087"/>
                </a:lnTo>
                <a:lnTo>
                  <a:pt x="3443564" y="1432806"/>
                </a:lnTo>
                <a:lnTo>
                  <a:pt x="3447939" y="1427715"/>
                </a:lnTo>
                <a:lnTo>
                  <a:pt x="3453714" y="1427250"/>
                </a:lnTo>
                <a:lnTo>
                  <a:pt x="3459538" y="1426741"/>
                </a:lnTo>
                <a:lnTo>
                  <a:pt x="3464678" y="1431070"/>
                </a:lnTo>
                <a:lnTo>
                  <a:pt x="3465089" y="1436886"/>
                </a:lnTo>
                <a:lnTo>
                  <a:pt x="3465604" y="1442715"/>
                </a:lnTo>
                <a:lnTo>
                  <a:pt x="3461229" y="1447806"/>
                </a:lnTo>
                <a:lnTo>
                  <a:pt x="3455453" y="1448271"/>
                </a:lnTo>
                <a:lnTo>
                  <a:pt x="3452086" y="1448576"/>
                </a:lnTo>
                <a:lnTo>
                  <a:pt x="3449020" y="1447249"/>
                </a:lnTo>
                <a:close/>
              </a:path>
              <a:path w="5142230" h="2300604">
                <a:moveTo>
                  <a:pt x="2679934" y="725715"/>
                </a:moveTo>
                <a:lnTo>
                  <a:pt x="2676204" y="721722"/>
                </a:lnTo>
                <a:lnTo>
                  <a:pt x="2675204" y="717817"/>
                </a:lnTo>
                <a:lnTo>
                  <a:pt x="2676370" y="714080"/>
                </a:lnTo>
                <a:lnTo>
                  <a:pt x="2678067" y="708468"/>
                </a:lnTo>
                <a:lnTo>
                  <a:pt x="2684031" y="705371"/>
                </a:lnTo>
                <a:lnTo>
                  <a:pt x="2695143" y="708860"/>
                </a:lnTo>
                <a:lnTo>
                  <a:pt x="2698250" y="714824"/>
                </a:lnTo>
                <a:lnTo>
                  <a:pt x="2696502" y="720383"/>
                </a:lnTo>
                <a:lnTo>
                  <a:pt x="2694800" y="725891"/>
                </a:lnTo>
                <a:lnTo>
                  <a:pt x="2688845" y="728998"/>
                </a:lnTo>
                <a:lnTo>
                  <a:pt x="2683286" y="727250"/>
                </a:lnTo>
                <a:lnTo>
                  <a:pt x="2681510" y="726718"/>
                </a:lnTo>
                <a:lnTo>
                  <a:pt x="2679934" y="725715"/>
                </a:lnTo>
                <a:close/>
              </a:path>
              <a:path w="5142230" h="2300604">
                <a:moveTo>
                  <a:pt x="2747459" y="747464"/>
                </a:moveTo>
                <a:lnTo>
                  <a:pt x="2743729" y="743471"/>
                </a:lnTo>
                <a:lnTo>
                  <a:pt x="2742732" y="739471"/>
                </a:lnTo>
                <a:lnTo>
                  <a:pt x="2745789" y="730232"/>
                </a:lnTo>
                <a:lnTo>
                  <a:pt x="2745837" y="730088"/>
                </a:lnTo>
                <a:lnTo>
                  <a:pt x="2751788" y="727075"/>
                </a:lnTo>
                <a:lnTo>
                  <a:pt x="2762899" y="730758"/>
                </a:lnTo>
                <a:lnTo>
                  <a:pt x="2765858" y="736760"/>
                </a:lnTo>
                <a:lnTo>
                  <a:pt x="2764016" y="742315"/>
                </a:lnTo>
                <a:lnTo>
                  <a:pt x="2762271" y="747680"/>
                </a:lnTo>
                <a:lnTo>
                  <a:pt x="2762224" y="747825"/>
                </a:lnTo>
                <a:lnTo>
                  <a:pt x="2756222" y="750784"/>
                </a:lnTo>
                <a:lnTo>
                  <a:pt x="2750663" y="749037"/>
                </a:lnTo>
                <a:lnTo>
                  <a:pt x="2748936" y="748459"/>
                </a:lnTo>
                <a:lnTo>
                  <a:pt x="2747459" y="747464"/>
                </a:lnTo>
                <a:close/>
              </a:path>
              <a:path w="5142230" h="2300604">
                <a:moveTo>
                  <a:pt x="3406119" y="1240238"/>
                </a:moveTo>
                <a:lnTo>
                  <a:pt x="3402384" y="1236240"/>
                </a:lnTo>
                <a:lnTo>
                  <a:pt x="3401622" y="1235034"/>
                </a:lnTo>
                <a:lnTo>
                  <a:pt x="3401097" y="1233689"/>
                </a:lnTo>
                <a:lnTo>
                  <a:pt x="3399070" y="1228196"/>
                </a:lnTo>
                <a:lnTo>
                  <a:pt x="3401874" y="1222107"/>
                </a:lnTo>
                <a:lnTo>
                  <a:pt x="3407372" y="1220075"/>
                </a:lnTo>
                <a:lnTo>
                  <a:pt x="3412821" y="1218089"/>
                </a:lnTo>
                <a:lnTo>
                  <a:pt x="3418906" y="1220888"/>
                </a:lnTo>
                <a:lnTo>
                  <a:pt x="3422928" y="1231840"/>
                </a:lnTo>
                <a:lnTo>
                  <a:pt x="3420124" y="1237930"/>
                </a:lnTo>
                <a:lnTo>
                  <a:pt x="3410516" y="1241426"/>
                </a:lnTo>
                <a:lnTo>
                  <a:pt x="3406119" y="1240238"/>
                </a:lnTo>
                <a:close/>
              </a:path>
              <a:path w="5142230" h="2300604">
                <a:moveTo>
                  <a:pt x="1443827" y="403220"/>
                </a:moveTo>
                <a:lnTo>
                  <a:pt x="1440092" y="399222"/>
                </a:lnTo>
                <a:lnTo>
                  <a:pt x="1439136" y="395266"/>
                </a:lnTo>
                <a:lnTo>
                  <a:pt x="1442164" y="385898"/>
                </a:lnTo>
                <a:lnTo>
                  <a:pt x="1448107" y="382877"/>
                </a:lnTo>
                <a:lnTo>
                  <a:pt x="1459172" y="386511"/>
                </a:lnTo>
                <a:lnTo>
                  <a:pt x="1462229" y="392421"/>
                </a:lnTo>
                <a:lnTo>
                  <a:pt x="1458640" y="403535"/>
                </a:lnTo>
                <a:lnTo>
                  <a:pt x="1452684" y="406543"/>
                </a:lnTo>
                <a:lnTo>
                  <a:pt x="1447125" y="404796"/>
                </a:lnTo>
                <a:lnTo>
                  <a:pt x="1445398" y="404218"/>
                </a:lnTo>
                <a:lnTo>
                  <a:pt x="1443827" y="403220"/>
                </a:lnTo>
                <a:close/>
              </a:path>
              <a:path w="5142230" h="2300604">
                <a:moveTo>
                  <a:pt x="1579698" y="444763"/>
                </a:moveTo>
                <a:lnTo>
                  <a:pt x="1575959" y="440759"/>
                </a:lnTo>
                <a:lnTo>
                  <a:pt x="1574955" y="436948"/>
                </a:lnTo>
                <a:lnTo>
                  <a:pt x="1577634" y="427598"/>
                </a:lnTo>
                <a:lnTo>
                  <a:pt x="1583503" y="424398"/>
                </a:lnTo>
                <a:lnTo>
                  <a:pt x="1589113" y="426006"/>
                </a:lnTo>
                <a:lnTo>
                  <a:pt x="1594675" y="427658"/>
                </a:lnTo>
                <a:lnTo>
                  <a:pt x="1597928" y="433486"/>
                </a:lnTo>
                <a:lnTo>
                  <a:pt x="1594713" y="444707"/>
                </a:lnTo>
                <a:lnTo>
                  <a:pt x="1588845" y="447907"/>
                </a:lnTo>
                <a:lnTo>
                  <a:pt x="1581364" y="445764"/>
                </a:lnTo>
                <a:lnTo>
                  <a:pt x="1579698" y="444763"/>
                </a:lnTo>
                <a:close/>
              </a:path>
              <a:path w="5142230" h="2300604">
                <a:moveTo>
                  <a:pt x="1511602" y="424552"/>
                </a:moveTo>
                <a:lnTo>
                  <a:pt x="1507867" y="420554"/>
                </a:lnTo>
                <a:lnTo>
                  <a:pt x="1506862" y="416644"/>
                </a:lnTo>
                <a:lnTo>
                  <a:pt x="1508028" y="412907"/>
                </a:lnTo>
                <a:lnTo>
                  <a:pt x="1509685" y="407350"/>
                </a:lnTo>
                <a:lnTo>
                  <a:pt x="1515599" y="404199"/>
                </a:lnTo>
                <a:lnTo>
                  <a:pt x="1526768" y="407554"/>
                </a:lnTo>
                <a:lnTo>
                  <a:pt x="1529919" y="413468"/>
                </a:lnTo>
                <a:lnTo>
                  <a:pt x="1526516" y="424682"/>
                </a:lnTo>
                <a:lnTo>
                  <a:pt x="1520602" y="427833"/>
                </a:lnTo>
                <a:lnTo>
                  <a:pt x="1515043" y="426086"/>
                </a:lnTo>
                <a:lnTo>
                  <a:pt x="1513173" y="425550"/>
                </a:lnTo>
                <a:lnTo>
                  <a:pt x="1511602" y="424552"/>
                </a:lnTo>
                <a:close/>
              </a:path>
              <a:path w="5142230" h="2300604">
                <a:moveTo>
                  <a:pt x="2814565" y="770426"/>
                </a:moveTo>
                <a:lnTo>
                  <a:pt x="2810835" y="766433"/>
                </a:lnTo>
                <a:lnTo>
                  <a:pt x="2809836" y="762334"/>
                </a:lnTo>
                <a:lnTo>
                  <a:pt x="2811199" y="758514"/>
                </a:lnTo>
                <a:lnTo>
                  <a:pt x="2813134" y="752962"/>
                </a:lnTo>
                <a:lnTo>
                  <a:pt x="2819223" y="750096"/>
                </a:lnTo>
                <a:lnTo>
                  <a:pt x="2830188" y="754014"/>
                </a:lnTo>
                <a:lnTo>
                  <a:pt x="2833048" y="760008"/>
                </a:lnTo>
                <a:lnTo>
                  <a:pt x="2829185" y="771023"/>
                </a:lnTo>
                <a:lnTo>
                  <a:pt x="2823137" y="773933"/>
                </a:lnTo>
                <a:lnTo>
                  <a:pt x="2815996" y="771372"/>
                </a:lnTo>
                <a:lnTo>
                  <a:pt x="2814565" y="770426"/>
                </a:lnTo>
                <a:close/>
              </a:path>
              <a:path w="5142230" h="2300604">
                <a:moveTo>
                  <a:pt x="1854403" y="517138"/>
                </a:moveTo>
                <a:lnTo>
                  <a:pt x="1850668" y="513140"/>
                </a:lnTo>
                <a:lnTo>
                  <a:pt x="1850286" y="511852"/>
                </a:lnTo>
                <a:lnTo>
                  <a:pt x="1849628" y="509485"/>
                </a:lnTo>
                <a:lnTo>
                  <a:pt x="1850489" y="505910"/>
                </a:lnTo>
                <a:lnTo>
                  <a:pt x="1851903" y="500289"/>
                </a:lnTo>
                <a:lnTo>
                  <a:pt x="1857597" y="496805"/>
                </a:lnTo>
                <a:lnTo>
                  <a:pt x="1868928" y="499551"/>
                </a:lnTo>
                <a:lnTo>
                  <a:pt x="1872368" y="505286"/>
                </a:lnTo>
                <a:lnTo>
                  <a:pt x="1869622" y="516617"/>
                </a:lnTo>
                <a:lnTo>
                  <a:pt x="1863932" y="520106"/>
                </a:lnTo>
                <a:lnTo>
                  <a:pt x="1858267" y="518733"/>
                </a:lnTo>
                <a:lnTo>
                  <a:pt x="1856208" y="518191"/>
                </a:lnTo>
                <a:lnTo>
                  <a:pt x="1854403" y="517138"/>
                </a:lnTo>
                <a:close/>
              </a:path>
              <a:path w="5142230" h="2300604">
                <a:moveTo>
                  <a:pt x="2881156" y="794792"/>
                </a:moveTo>
                <a:lnTo>
                  <a:pt x="2877416" y="790788"/>
                </a:lnTo>
                <a:lnTo>
                  <a:pt x="2876479" y="786560"/>
                </a:lnTo>
                <a:lnTo>
                  <a:pt x="2877975" y="782687"/>
                </a:lnTo>
                <a:lnTo>
                  <a:pt x="2880007" y="777238"/>
                </a:lnTo>
                <a:lnTo>
                  <a:pt x="2886096" y="774471"/>
                </a:lnTo>
                <a:lnTo>
                  <a:pt x="2896998" y="778614"/>
                </a:lnTo>
                <a:lnTo>
                  <a:pt x="2899769" y="784709"/>
                </a:lnTo>
                <a:lnTo>
                  <a:pt x="2895621" y="795615"/>
                </a:lnTo>
                <a:lnTo>
                  <a:pt x="2889531" y="798381"/>
                </a:lnTo>
                <a:lnTo>
                  <a:pt x="2884072" y="796350"/>
                </a:lnTo>
                <a:lnTo>
                  <a:pt x="2882493" y="795734"/>
                </a:lnTo>
                <a:lnTo>
                  <a:pt x="2881156" y="794792"/>
                </a:lnTo>
                <a:close/>
              </a:path>
              <a:path w="5142230" h="2300604">
                <a:moveTo>
                  <a:pt x="1376471" y="380674"/>
                </a:moveTo>
                <a:lnTo>
                  <a:pt x="1372781" y="376725"/>
                </a:lnTo>
                <a:lnTo>
                  <a:pt x="1371788" y="372631"/>
                </a:lnTo>
                <a:lnTo>
                  <a:pt x="1373051" y="368803"/>
                </a:lnTo>
                <a:lnTo>
                  <a:pt x="1374987" y="363251"/>
                </a:lnTo>
                <a:lnTo>
                  <a:pt x="1380981" y="360381"/>
                </a:lnTo>
                <a:lnTo>
                  <a:pt x="1391994" y="364155"/>
                </a:lnTo>
                <a:lnTo>
                  <a:pt x="1394953" y="370157"/>
                </a:lnTo>
                <a:lnTo>
                  <a:pt x="1391134" y="381221"/>
                </a:lnTo>
                <a:lnTo>
                  <a:pt x="1385132" y="384179"/>
                </a:lnTo>
                <a:lnTo>
                  <a:pt x="1377943" y="381664"/>
                </a:lnTo>
                <a:lnTo>
                  <a:pt x="1376471" y="380674"/>
                </a:lnTo>
                <a:close/>
              </a:path>
              <a:path w="5142230" h="2300604">
                <a:moveTo>
                  <a:pt x="2130810" y="582343"/>
                </a:moveTo>
                <a:lnTo>
                  <a:pt x="2127120" y="578394"/>
                </a:lnTo>
                <a:lnTo>
                  <a:pt x="2126013" y="574863"/>
                </a:lnTo>
                <a:lnTo>
                  <a:pt x="2126848" y="571261"/>
                </a:lnTo>
                <a:lnTo>
                  <a:pt x="2128221" y="565595"/>
                </a:lnTo>
                <a:lnTo>
                  <a:pt x="2133865" y="562058"/>
                </a:lnTo>
                <a:lnTo>
                  <a:pt x="2139531" y="563431"/>
                </a:lnTo>
                <a:lnTo>
                  <a:pt x="2145200" y="564710"/>
                </a:lnTo>
                <a:lnTo>
                  <a:pt x="2148734" y="570448"/>
                </a:lnTo>
                <a:lnTo>
                  <a:pt x="2146078" y="581777"/>
                </a:lnTo>
                <a:lnTo>
                  <a:pt x="2140438" y="585320"/>
                </a:lnTo>
                <a:lnTo>
                  <a:pt x="2132616" y="583496"/>
                </a:lnTo>
                <a:lnTo>
                  <a:pt x="2130810" y="582343"/>
                </a:lnTo>
                <a:close/>
              </a:path>
              <a:path w="5142230" h="2300604">
                <a:moveTo>
                  <a:pt x="1785491" y="500063"/>
                </a:moveTo>
                <a:lnTo>
                  <a:pt x="1781756" y="496065"/>
                </a:lnTo>
                <a:lnTo>
                  <a:pt x="1780701" y="492394"/>
                </a:lnTo>
                <a:lnTo>
                  <a:pt x="1781626" y="488790"/>
                </a:lnTo>
                <a:lnTo>
                  <a:pt x="1782999" y="483124"/>
                </a:lnTo>
                <a:lnTo>
                  <a:pt x="1788775" y="479728"/>
                </a:lnTo>
                <a:lnTo>
                  <a:pt x="1794441" y="481101"/>
                </a:lnTo>
                <a:lnTo>
                  <a:pt x="1800108" y="482574"/>
                </a:lnTo>
                <a:lnTo>
                  <a:pt x="1803498" y="488255"/>
                </a:lnTo>
                <a:lnTo>
                  <a:pt x="1800662" y="499588"/>
                </a:lnTo>
                <a:lnTo>
                  <a:pt x="1794927" y="503028"/>
                </a:lnTo>
                <a:lnTo>
                  <a:pt x="1789379" y="501683"/>
                </a:lnTo>
                <a:lnTo>
                  <a:pt x="1787202" y="501113"/>
                </a:lnTo>
                <a:lnTo>
                  <a:pt x="1785491" y="500063"/>
                </a:lnTo>
                <a:close/>
              </a:path>
              <a:path w="5142230" h="2300604">
                <a:moveTo>
                  <a:pt x="2337892" y="631791"/>
                </a:moveTo>
                <a:lnTo>
                  <a:pt x="2334203" y="627842"/>
                </a:lnTo>
                <a:lnTo>
                  <a:pt x="2333147" y="624171"/>
                </a:lnTo>
                <a:lnTo>
                  <a:pt x="2335441" y="614896"/>
                </a:lnTo>
                <a:lnTo>
                  <a:pt x="2336963" y="613984"/>
                </a:lnTo>
                <a:lnTo>
                  <a:pt x="2341296" y="611487"/>
                </a:lnTo>
                <a:lnTo>
                  <a:pt x="2346793" y="612875"/>
                </a:lnTo>
                <a:lnTo>
                  <a:pt x="2352463" y="614253"/>
                </a:lnTo>
                <a:lnTo>
                  <a:pt x="2355949" y="620037"/>
                </a:lnTo>
                <a:lnTo>
                  <a:pt x="2354530" y="625654"/>
                </a:lnTo>
                <a:lnTo>
                  <a:pt x="2353157" y="631319"/>
                </a:lnTo>
                <a:lnTo>
                  <a:pt x="2347422" y="634759"/>
                </a:lnTo>
                <a:lnTo>
                  <a:pt x="2341756" y="633386"/>
                </a:lnTo>
                <a:lnTo>
                  <a:pt x="2339698" y="632844"/>
                </a:lnTo>
                <a:lnTo>
                  <a:pt x="2337892" y="631791"/>
                </a:lnTo>
                <a:close/>
              </a:path>
              <a:path w="5142230" h="2300604">
                <a:moveTo>
                  <a:pt x="2406748" y="649100"/>
                </a:moveTo>
                <a:lnTo>
                  <a:pt x="2403013" y="645102"/>
                </a:lnTo>
                <a:lnTo>
                  <a:pt x="2401953" y="641426"/>
                </a:lnTo>
                <a:lnTo>
                  <a:pt x="2404346" y="632160"/>
                </a:lnTo>
                <a:lnTo>
                  <a:pt x="2410086" y="628725"/>
                </a:lnTo>
                <a:lnTo>
                  <a:pt x="2421411" y="631660"/>
                </a:lnTo>
                <a:lnTo>
                  <a:pt x="2424805" y="637346"/>
                </a:lnTo>
                <a:lnTo>
                  <a:pt x="2423402" y="642980"/>
                </a:lnTo>
                <a:lnTo>
                  <a:pt x="2421916" y="648720"/>
                </a:lnTo>
                <a:lnTo>
                  <a:pt x="2416135" y="652111"/>
                </a:lnTo>
                <a:lnTo>
                  <a:pt x="2410638" y="650722"/>
                </a:lnTo>
                <a:lnTo>
                  <a:pt x="2408459" y="650150"/>
                </a:lnTo>
                <a:lnTo>
                  <a:pt x="2406748" y="649100"/>
                </a:lnTo>
                <a:close/>
              </a:path>
              <a:path w="5142230" h="2300604">
                <a:moveTo>
                  <a:pt x="2199943" y="598581"/>
                </a:moveTo>
                <a:lnTo>
                  <a:pt x="2196254" y="594631"/>
                </a:lnTo>
                <a:lnTo>
                  <a:pt x="2195101" y="591051"/>
                </a:lnTo>
                <a:lnTo>
                  <a:pt x="2195973" y="587489"/>
                </a:lnTo>
                <a:lnTo>
                  <a:pt x="2197305" y="581779"/>
                </a:lnTo>
                <a:lnTo>
                  <a:pt x="2202990" y="578285"/>
                </a:lnTo>
                <a:lnTo>
                  <a:pt x="2214329" y="580942"/>
                </a:lnTo>
                <a:lnTo>
                  <a:pt x="2217912" y="586635"/>
                </a:lnTo>
                <a:lnTo>
                  <a:pt x="2216539" y="592300"/>
                </a:lnTo>
                <a:lnTo>
                  <a:pt x="2215211" y="598015"/>
                </a:lnTo>
                <a:lnTo>
                  <a:pt x="2209522" y="601504"/>
                </a:lnTo>
                <a:lnTo>
                  <a:pt x="2201700" y="599679"/>
                </a:lnTo>
                <a:lnTo>
                  <a:pt x="2199943" y="598581"/>
                </a:lnTo>
                <a:close/>
              </a:path>
              <a:path w="5142230" h="2300604">
                <a:moveTo>
                  <a:pt x="3443422" y="1801745"/>
                </a:moveTo>
                <a:lnTo>
                  <a:pt x="3439732" y="1797795"/>
                </a:lnTo>
                <a:lnTo>
                  <a:pt x="3438690" y="1795116"/>
                </a:lnTo>
                <a:lnTo>
                  <a:pt x="3438988" y="1786344"/>
                </a:lnTo>
                <a:lnTo>
                  <a:pt x="3443860" y="1781785"/>
                </a:lnTo>
                <a:lnTo>
                  <a:pt x="3455555" y="1782183"/>
                </a:lnTo>
                <a:lnTo>
                  <a:pt x="3460064" y="1787010"/>
                </a:lnTo>
                <a:lnTo>
                  <a:pt x="3459671" y="1798710"/>
                </a:lnTo>
                <a:lnTo>
                  <a:pt x="3454795" y="1803265"/>
                </a:lnTo>
                <a:lnTo>
                  <a:pt x="3446069" y="1803015"/>
                </a:lnTo>
                <a:lnTo>
                  <a:pt x="3443422" y="1801745"/>
                </a:lnTo>
                <a:close/>
              </a:path>
              <a:path w="5142230" h="2300604">
                <a:moveTo>
                  <a:pt x="2612044" y="705139"/>
                </a:moveTo>
                <a:lnTo>
                  <a:pt x="2608354" y="701190"/>
                </a:lnTo>
                <a:lnTo>
                  <a:pt x="2607306" y="697330"/>
                </a:lnTo>
                <a:lnTo>
                  <a:pt x="2608373" y="693585"/>
                </a:lnTo>
                <a:lnTo>
                  <a:pt x="2610030" y="688028"/>
                </a:lnTo>
                <a:lnTo>
                  <a:pt x="2615898" y="684829"/>
                </a:lnTo>
                <a:lnTo>
                  <a:pt x="2627116" y="688137"/>
                </a:lnTo>
                <a:lnTo>
                  <a:pt x="2630315" y="694006"/>
                </a:lnTo>
                <a:lnTo>
                  <a:pt x="2628658" y="699563"/>
                </a:lnTo>
                <a:lnTo>
                  <a:pt x="2626956" y="705170"/>
                </a:lnTo>
                <a:lnTo>
                  <a:pt x="2621088" y="708369"/>
                </a:lnTo>
                <a:lnTo>
                  <a:pt x="2615526" y="706716"/>
                </a:lnTo>
                <a:lnTo>
                  <a:pt x="2613656" y="706181"/>
                </a:lnTo>
                <a:lnTo>
                  <a:pt x="2612044" y="705139"/>
                </a:lnTo>
                <a:close/>
              </a:path>
              <a:path w="5142230" h="2300604">
                <a:moveTo>
                  <a:pt x="3426767" y="1307695"/>
                </a:moveTo>
                <a:lnTo>
                  <a:pt x="3423073" y="1303741"/>
                </a:lnTo>
                <a:lnTo>
                  <a:pt x="3422140" y="1302156"/>
                </a:lnTo>
                <a:lnTo>
                  <a:pt x="3420267" y="1294775"/>
                </a:lnTo>
                <a:lnTo>
                  <a:pt x="3423721" y="1288991"/>
                </a:lnTo>
                <a:lnTo>
                  <a:pt x="3429340" y="1287577"/>
                </a:lnTo>
                <a:lnTo>
                  <a:pt x="3435003" y="1286113"/>
                </a:lnTo>
                <a:lnTo>
                  <a:pt x="3440741" y="1289519"/>
                </a:lnTo>
                <a:lnTo>
                  <a:pt x="3443660" y="1300854"/>
                </a:lnTo>
                <a:lnTo>
                  <a:pt x="3440165" y="1306594"/>
                </a:lnTo>
                <a:lnTo>
                  <a:pt x="3430640" y="1309007"/>
                </a:lnTo>
                <a:lnTo>
                  <a:pt x="3426767" y="1307695"/>
                </a:lnTo>
                <a:close/>
              </a:path>
              <a:path w="5142230" h="2300604">
                <a:moveTo>
                  <a:pt x="3440786" y="1376952"/>
                </a:moveTo>
                <a:lnTo>
                  <a:pt x="3437101" y="1373008"/>
                </a:lnTo>
                <a:lnTo>
                  <a:pt x="3436124" y="1371081"/>
                </a:lnTo>
                <a:lnTo>
                  <a:pt x="3434881" y="1363202"/>
                </a:lnTo>
                <a:lnTo>
                  <a:pt x="3438753" y="1357768"/>
                </a:lnTo>
                <a:lnTo>
                  <a:pt x="3444491" y="1356873"/>
                </a:lnTo>
                <a:lnTo>
                  <a:pt x="3450283" y="1355937"/>
                </a:lnTo>
                <a:lnTo>
                  <a:pt x="3455723" y="1359903"/>
                </a:lnTo>
                <a:lnTo>
                  <a:pt x="3457504" y="1371389"/>
                </a:lnTo>
                <a:lnTo>
                  <a:pt x="3453632" y="1376823"/>
                </a:lnTo>
                <a:lnTo>
                  <a:pt x="3444234" y="1378297"/>
                </a:lnTo>
                <a:lnTo>
                  <a:pt x="3440786" y="1376952"/>
                </a:lnTo>
                <a:close/>
              </a:path>
              <a:path w="5142230" h="2300604">
                <a:moveTo>
                  <a:pt x="2061679" y="566304"/>
                </a:moveTo>
                <a:lnTo>
                  <a:pt x="2057944" y="562306"/>
                </a:lnTo>
                <a:lnTo>
                  <a:pt x="2056885" y="558729"/>
                </a:lnTo>
                <a:lnTo>
                  <a:pt x="2059041" y="549502"/>
                </a:lnTo>
                <a:lnTo>
                  <a:pt x="2064680" y="545960"/>
                </a:lnTo>
                <a:lnTo>
                  <a:pt x="2076109" y="548615"/>
                </a:lnTo>
                <a:lnTo>
                  <a:pt x="2079597" y="554305"/>
                </a:lnTo>
                <a:lnTo>
                  <a:pt x="2078323" y="559978"/>
                </a:lnTo>
                <a:lnTo>
                  <a:pt x="2076950" y="565644"/>
                </a:lnTo>
                <a:lnTo>
                  <a:pt x="2071306" y="569181"/>
                </a:lnTo>
                <a:lnTo>
                  <a:pt x="2063484" y="567357"/>
                </a:lnTo>
                <a:lnTo>
                  <a:pt x="2061679" y="566304"/>
                </a:lnTo>
                <a:close/>
              </a:path>
              <a:path w="5142230" h="2300604">
                <a:moveTo>
                  <a:pt x="2268967" y="614994"/>
                </a:moveTo>
                <a:lnTo>
                  <a:pt x="2265282" y="611050"/>
                </a:lnTo>
                <a:lnTo>
                  <a:pt x="2264928" y="609889"/>
                </a:lnTo>
                <a:lnTo>
                  <a:pt x="2264197" y="607346"/>
                </a:lnTo>
                <a:lnTo>
                  <a:pt x="2266427" y="598200"/>
                </a:lnTo>
                <a:lnTo>
                  <a:pt x="2272117" y="594712"/>
                </a:lnTo>
                <a:lnTo>
                  <a:pt x="2283443" y="597453"/>
                </a:lnTo>
                <a:lnTo>
                  <a:pt x="2286932" y="603142"/>
                </a:lnTo>
                <a:lnTo>
                  <a:pt x="2284186" y="614474"/>
                </a:lnTo>
                <a:lnTo>
                  <a:pt x="2278501" y="617967"/>
                </a:lnTo>
                <a:lnTo>
                  <a:pt x="2272835" y="616594"/>
                </a:lnTo>
                <a:lnTo>
                  <a:pt x="2270769" y="616141"/>
                </a:lnTo>
                <a:lnTo>
                  <a:pt x="2268967" y="614994"/>
                </a:lnTo>
                <a:close/>
              </a:path>
              <a:path w="5142230" h="2300604">
                <a:moveTo>
                  <a:pt x="2475392" y="666964"/>
                </a:moveTo>
                <a:lnTo>
                  <a:pt x="2471703" y="663015"/>
                </a:lnTo>
                <a:lnTo>
                  <a:pt x="2470602" y="659295"/>
                </a:lnTo>
                <a:lnTo>
                  <a:pt x="2473096" y="649942"/>
                </a:lnTo>
                <a:lnTo>
                  <a:pt x="2478636" y="646782"/>
                </a:lnTo>
                <a:lnTo>
                  <a:pt x="2478874" y="646646"/>
                </a:lnTo>
                <a:lnTo>
                  <a:pt x="2484536" y="648113"/>
                </a:lnTo>
                <a:lnTo>
                  <a:pt x="2490150" y="649626"/>
                </a:lnTo>
                <a:lnTo>
                  <a:pt x="2493541" y="655407"/>
                </a:lnTo>
                <a:lnTo>
                  <a:pt x="2492025" y="661115"/>
                </a:lnTo>
                <a:lnTo>
                  <a:pt x="2490507" y="666723"/>
                </a:lnTo>
                <a:lnTo>
                  <a:pt x="2484730" y="670020"/>
                </a:lnTo>
                <a:lnTo>
                  <a:pt x="2479072" y="668558"/>
                </a:lnTo>
                <a:lnTo>
                  <a:pt x="2477103" y="668014"/>
                </a:lnTo>
                <a:lnTo>
                  <a:pt x="2475392" y="666964"/>
                </a:lnTo>
                <a:close/>
              </a:path>
              <a:path w="5142230" h="2300604">
                <a:moveTo>
                  <a:pt x="2543876" y="685634"/>
                </a:moveTo>
                <a:lnTo>
                  <a:pt x="2540137" y="681631"/>
                </a:lnTo>
                <a:lnTo>
                  <a:pt x="2539085" y="677866"/>
                </a:lnTo>
                <a:lnTo>
                  <a:pt x="2540112" y="674176"/>
                </a:lnTo>
                <a:lnTo>
                  <a:pt x="2541715" y="668561"/>
                </a:lnTo>
                <a:lnTo>
                  <a:pt x="2547075" y="665502"/>
                </a:lnTo>
                <a:lnTo>
                  <a:pt x="2547492" y="665264"/>
                </a:lnTo>
                <a:lnTo>
                  <a:pt x="2553151" y="666826"/>
                </a:lnTo>
                <a:lnTo>
                  <a:pt x="2558762" y="668433"/>
                </a:lnTo>
                <a:lnTo>
                  <a:pt x="2562014" y="674261"/>
                </a:lnTo>
                <a:lnTo>
                  <a:pt x="2560501" y="679874"/>
                </a:lnTo>
                <a:lnTo>
                  <a:pt x="2558894" y="685485"/>
                </a:lnTo>
                <a:lnTo>
                  <a:pt x="2553491" y="688498"/>
                </a:lnTo>
                <a:lnTo>
                  <a:pt x="2553071" y="688733"/>
                </a:lnTo>
                <a:lnTo>
                  <a:pt x="2545493" y="686681"/>
                </a:lnTo>
                <a:lnTo>
                  <a:pt x="2543876" y="685634"/>
                </a:lnTo>
                <a:close/>
              </a:path>
              <a:path w="5142230" h="2300604">
                <a:moveTo>
                  <a:pt x="3458416" y="2085229"/>
                </a:moveTo>
                <a:lnTo>
                  <a:pt x="3454726" y="2081280"/>
                </a:lnTo>
                <a:lnTo>
                  <a:pt x="3453745" y="2079448"/>
                </a:lnTo>
                <a:lnTo>
                  <a:pt x="3452360" y="2071611"/>
                </a:lnTo>
                <a:lnTo>
                  <a:pt x="3456182" y="2066123"/>
                </a:lnTo>
                <a:lnTo>
                  <a:pt x="3467677" y="2064060"/>
                </a:lnTo>
                <a:lnTo>
                  <a:pt x="3473169" y="2067886"/>
                </a:lnTo>
                <a:lnTo>
                  <a:pt x="3475233" y="2079381"/>
                </a:lnTo>
                <a:lnTo>
                  <a:pt x="3471411" y="2084869"/>
                </a:lnTo>
                <a:lnTo>
                  <a:pt x="3465660" y="2085849"/>
                </a:lnTo>
                <a:lnTo>
                  <a:pt x="3462002" y="2086527"/>
                </a:lnTo>
                <a:lnTo>
                  <a:pt x="3458416" y="2085229"/>
                </a:lnTo>
                <a:close/>
              </a:path>
              <a:path w="5142230" h="2300604">
                <a:moveTo>
                  <a:pt x="3474512" y="2154656"/>
                </a:moveTo>
                <a:lnTo>
                  <a:pt x="3470772" y="2150653"/>
                </a:lnTo>
                <a:lnTo>
                  <a:pt x="3469877" y="2149206"/>
                </a:lnTo>
                <a:lnTo>
                  <a:pt x="3467865" y="2141872"/>
                </a:lnTo>
                <a:lnTo>
                  <a:pt x="3471131" y="2136082"/>
                </a:lnTo>
                <a:lnTo>
                  <a:pt x="3482382" y="2132877"/>
                </a:lnTo>
                <a:lnTo>
                  <a:pt x="3488213" y="2136187"/>
                </a:lnTo>
                <a:lnTo>
                  <a:pt x="3491323" y="2147434"/>
                </a:lnTo>
                <a:lnTo>
                  <a:pt x="3488062" y="2153229"/>
                </a:lnTo>
                <a:lnTo>
                  <a:pt x="3482437" y="2154832"/>
                </a:lnTo>
                <a:lnTo>
                  <a:pt x="3478524" y="2155921"/>
                </a:lnTo>
                <a:lnTo>
                  <a:pt x="3474512" y="2154656"/>
                </a:lnTo>
                <a:close/>
              </a:path>
              <a:path w="5142230" h="2300604">
                <a:moveTo>
                  <a:pt x="3343188" y="1114517"/>
                </a:moveTo>
                <a:lnTo>
                  <a:pt x="3338435" y="1109430"/>
                </a:lnTo>
                <a:lnTo>
                  <a:pt x="3335204" y="1104504"/>
                </a:lnTo>
                <a:lnTo>
                  <a:pt x="3336511" y="1097987"/>
                </a:lnTo>
                <a:lnTo>
                  <a:pt x="3341338" y="1094747"/>
                </a:lnTo>
                <a:lnTo>
                  <a:pt x="3346268" y="1091521"/>
                </a:lnTo>
                <a:lnTo>
                  <a:pt x="3352781" y="1092823"/>
                </a:lnTo>
                <a:lnTo>
                  <a:pt x="3359252" y="1102585"/>
                </a:lnTo>
                <a:lnTo>
                  <a:pt x="3357944" y="1109102"/>
                </a:lnTo>
                <a:lnTo>
                  <a:pt x="3353060" y="1112378"/>
                </a:lnTo>
                <a:lnTo>
                  <a:pt x="3348713" y="1115251"/>
                </a:lnTo>
                <a:lnTo>
                  <a:pt x="3343188" y="1114517"/>
                </a:lnTo>
                <a:close/>
              </a:path>
              <a:path w="5142230" h="2300604">
                <a:moveTo>
                  <a:pt x="1923420" y="533740"/>
                </a:moveTo>
                <a:lnTo>
                  <a:pt x="1919735" y="529795"/>
                </a:lnTo>
                <a:lnTo>
                  <a:pt x="1918676" y="526218"/>
                </a:lnTo>
                <a:lnTo>
                  <a:pt x="1919507" y="522611"/>
                </a:lnTo>
                <a:lnTo>
                  <a:pt x="1920880" y="516946"/>
                </a:lnTo>
                <a:lnTo>
                  <a:pt x="1926570" y="513457"/>
                </a:lnTo>
                <a:lnTo>
                  <a:pt x="1937897" y="516198"/>
                </a:lnTo>
                <a:lnTo>
                  <a:pt x="1941385" y="521888"/>
                </a:lnTo>
                <a:lnTo>
                  <a:pt x="1940061" y="527508"/>
                </a:lnTo>
                <a:lnTo>
                  <a:pt x="1938688" y="533174"/>
                </a:lnTo>
                <a:lnTo>
                  <a:pt x="1932995" y="536757"/>
                </a:lnTo>
                <a:lnTo>
                  <a:pt x="1925222" y="534887"/>
                </a:lnTo>
                <a:lnTo>
                  <a:pt x="1923420" y="533740"/>
                </a:lnTo>
                <a:close/>
              </a:path>
              <a:path w="5142230" h="2300604">
                <a:moveTo>
                  <a:pt x="3442185" y="1872753"/>
                </a:moveTo>
                <a:lnTo>
                  <a:pt x="3438491" y="1868799"/>
                </a:lnTo>
                <a:lnTo>
                  <a:pt x="3437402" y="1866264"/>
                </a:lnTo>
                <a:lnTo>
                  <a:pt x="3437414" y="1857578"/>
                </a:lnTo>
                <a:lnTo>
                  <a:pt x="3442149" y="1852872"/>
                </a:lnTo>
                <a:lnTo>
                  <a:pt x="3447958" y="1852933"/>
                </a:lnTo>
                <a:lnTo>
                  <a:pt x="3453807" y="1852938"/>
                </a:lnTo>
                <a:lnTo>
                  <a:pt x="3458554" y="1857726"/>
                </a:lnTo>
                <a:lnTo>
                  <a:pt x="3458503" y="1863536"/>
                </a:lnTo>
                <a:lnTo>
                  <a:pt x="3458492" y="1869390"/>
                </a:lnTo>
                <a:lnTo>
                  <a:pt x="3453753" y="1874091"/>
                </a:lnTo>
                <a:lnTo>
                  <a:pt x="3444878" y="1874072"/>
                </a:lnTo>
                <a:lnTo>
                  <a:pt x="3442185" y="1872753"/>
                </a:lnTo>
                <a:close/>
              </a:path>
              <a:path w="5142230" h="2300604">
                <a:moveTo>
                  <a:pt x="3378204" y="1175461"/>
                </a:moveTo>
                <a:lnTo>
                  <a:pt x="3374424" y="1171413"/>
                </a:lnTo>
                <a:lnTo>
                  <a:pt x="3373882" y="1170541"/>
                </a:lnTo>
                <a:lnTo>
                  <a:pt x="3373398" y="1169632"/>
                </a:lnTo>
                <a:lnTo>
                  <a:pt x="3370791" y="1164397"/>
                </a:lnTo>
                <a:lnTo>
                  <a:pt x="3372896" y="1158048"/>
                </a:lnTo>
                <a:lnTo>
                  <a:pt x="3377769" y="1155641"/>
                </a:lnTo>
                <a:lnTo>
                  <a:pt x="3383271" y="1152831"/>
                </a:lnTo>
                <a:lnTo>
                  <a:pt x="3389619" y="1154935"/>
                </a:lnTo>
                <a:lnTo>
                  <a:pt x="3392275" y="1160124"/>
                </a:lnTo>
                <a:lnTo>
                  <a:pt x="3394774" y="1165145"/>
                </a:lnTo>
                <a:lnTo>
                  <a:pt x="3394902" y="1165282"/>
                </a:lnTo>
                <a:lnTo>
                  <a:pt x="3392778" y="1171708"/>
                </a:lnTo>
                <a:lnTo>
                  <a:pt x="3387960" y="1174174"/>
                </a:lnTo>
                <a:lnTo>
                  <a:pt x="3383268" y="1176483"/>
                </a:lnTo>
                <a:lnTo>
                  <a:pt x="3378204" y="1175461"/>
                </a:lnTo>
                <a:close/>
              </a:path>
              <a:path w="5142230" h="2300604">
                <a:moveTo>
                  <a:pt x="3443449" y="1943799"/>
                </a:moveTo>
                <a:lnTo>
                  <a:pt x="3439759" y="1939850"/>
                </a:lnTo>
                <a:lnTo>
                  <a:pt x="3438655" y="1937494"/>
                </a:lnTo>
                <a:lnTo>
                  <a:pt x="3438329" y="1929032"/>
                </a:lnTo>
                <a:lnTo>
                  <a:pt x="3442886" y="1924136"/>
                </a:lnTo>
                <a:lnTo>
                  <a:pt x="3454520" y="1923687"/>
                </a:lnTo>
                <a:lnTo>
                  <a:pt x="3459465" y="1928199"/>
                </a:lnTo>
                <a:lnTo>
                  <a:pt x="3459919" y="1939828"/>
                </a:lnTo>
                <a:lnTo>
                  <a:pt x="3455403" y="1944768"/>
                </a:lnTo>
                <a:lnTo>
                  <a:pt x="3449544" y="1945045"/>
                </a:lnTo>
                <a:lnTo>
                  <a:pt x="3446331" y="1945125"/>
                </a:lnTo>
                <a:lnTo>
                  <a:pt x="3443449" y="1943799"/>
                </a:lnTo>
                <a:close/>
              </a:path>
              <a:path w="5142230" h="2300604">
                <a:moveTo>
                  <a:pt x="1716697" y="482331"/>
                </a:moveTo>
                <a:lnTo>
                  <a:pt x="1713007" y="478381"/>
                </a:lnTo>
                <a:lnTo>
                  <a:pt x="1711906" y="474662"/>
                </a:lnTo>
                <a:lnTo>
                  <a:pt x="1712792" y="471211"/>
                </a:lnTo>
                <a:lnTo>
                  <a:pt x="1714344" y="465444"/>
                </a:lnTo>
                <a:lnTo>
                  <a:pt x="1719948" y="462157"/>
                </a:lnTo>
                <a:lnTo>
                  <a:pt x="1720125" y="462053"/>
                </a:lnTo>
                <a:lnTo>
                  <a:pt x="1731404" y="464939"/>
                </a:lnTo>
                <a:lnTo>
                  <a:pt x="1734796" y="470720"/>
                </a:lnTo>
                <a:lnTo>
                  <a:pt x="1733336" y="476195"/>
                </a:lnTo>
                <a:lnTo>
                  <a:pt x="1731861" y="482045"/>
                </a:lnTo>
                <a:lnTo>
                  <a:pt x="1726153" y="485319"/>
                </a:lnTo>
                <a:lnTo>
                  <a:pt x="1720418" y="483968"/>
                </a:lnTo>
                <a:lnTo>
                  <a:pt x="1718408" y="483381"/>
                </a:lnTo>
                <a:lnTo>
                  <a:pt x="1716697" y="482331"/>
                </a:lnTo>
                <a:close/>
              </a:path>
              <a:path w="5142230" h="2300604">
                <a:moveTo>
                  <a:pt x="3448487" y="2014780"/>
                </a:moveTo>
                <a:lnTo>
                  <a:pt x="3444757" y="2010787"/>
                </a:lnTo>
                <a:lnTo>
                  <a:pt x="3443741" y="2008722"/>
                </a:lnTo>
                <a:lnTo>
                  <a:pt x="3442884" y="2000474"/>
                </a:lnTo>
                <a:lnTo>
                  <a:pt x="3447173" y="1995290"/>
                </a:lnTo>
                <a:lnTo>
                  <a:pt x="3452951" y="1994731"/>
                </a:lnTo>
                <a:lnTo>
                  <a:pt x="3458774" y="1994122"/>
                </a:lnTo>
                <a:lnTo>
                  <a:pt x="3463917" y="1998357"/>
                </a:lnTo>
                <a:lnTo>
                  <a:pt x="3465130" y="2010017"/>
                </a:lnTo>
                <a:lnTo>
                  <a:pt x="3460895" y="2015160"/>
                </a:lnTo>
                <a:lnTo>
                  <a:pt x="3451657" y="2016121"/>
                </a:lnTo>
                <a:lnTo>
                  <a:pt x="3448487" y="2014780"/>
                </a:lnTo>
                <a:close/>
              </a:path>
              <a:path w="5142230" h="2300604">
                <a:moveTo>
                  <a:pt x="1992501" y="550117"/>
                </a:moveTo>
                <a:lnTo>
                  <a:pt x="1988812" y="546168"/>
                </a:lnTo>
                <a:lnTo>
                  <a:pt x="1987753" y="542591"/>
                </a:lnTo>
                <a:lnTo>
                  <a:pt x="1989908" y="533364"/>
                </a:lnTo>
                <a:lnTo>
                  <a:pt x="1995601" y="529781"/>
                </a:lnTo>
                <a:lnTo>
                  <a:pt x="2001267" y="531154"/>
                </a:lnTo>
                <a:lnTo>
                  <a:pt x="2006981" y="532482"/>
                </a:lnTo>
                <a:lnTo>
                  <a:pt x="2010470" y="538171"/>
                </a:lnTo>
                <a:lnTo>
                  <a:pt x="2009191" y="543840"/>
                </a:lnTo>
                <a:lnTo>
                  <a:pt x="2007818" y="549506"/>
                </a:lnTo>
                <a:lnTo>
                  <a:pt x="2002174" y="553043"/>
                </a:lnTo>
                <a:lnTo>
                  <a:pt x="1994352" y="551219"/>
                </a:lnTo>
                <a:lnTo>
                  <a:pt x="1992501" y="550117"/>
                </a:lnTo>
                <a:close/>
              </a:path>
              <a:path w="5142230" h="2300604">
                <a:moveTo>
                  <a:pt x="1648064" y="463991"/>
                </a:moveTo>
                <a:lnTo>
                  <a:pt x="1644329" y="459992"/>
                </a:lnTo>
                <a:lnTo>
                  <a:pt x="1643277" y="456227"/>
                </a:lnTo>
                <a:lnTo>
                  <a:pt x="1644341" y="452576"/>
                </a:lnTo>
                <a:lnTo>
                  <a:pt x="1645858" y="446967"/>
                </a:lnTo>
                <a:lnTo>
                  <a:pt x="1651328" y="443830"/>
                </a:lnTo>
                <a:lnTo>
                  <a:pt x="1651685" y="443625"/>
                </a:lnTo>
                <a:lnTo>
                  <a:pt x="1662957" y="446700"/>
                </a:lnTo>
                <a:lnTo>
                  <a:pt x="1666201" y="452518"/>
                </a:lnTo>
                <a:lnTo>
                  <a:pt x="1664688" y="458131"/>
                </a:lnTo>
                <a:lnTo>
                  <a:pt x="1663131" y="463795"/>
                </a:lnTo>
                <a:lnTo>
                  <a:pt x="1657707" y="466884"/>
                </a:lnTo>
                <a:lnTo>
                  <a:pt x="1657349" y="467087"/>
                </a:lnTo>
                <a:lnTo>
                  <a:pt x="1651690" y="465526"/>
                </a:lnTo>
                <a:lnTo>
                  <a:pt x="1649771" y="465036"/>
                </a:lnTo>
                <a:lnTo>
                  <a:pt x="1648064" y="463991"/>
                </a:lnTo>
                <a:close/>
              </a:path>
              <a:path w="5142230" h="2300604">
                <a:moveTo>
                  <a:pt x="1309631" y="356824"/>
                </a:moveTo>
                <a:lnTo>
                  <a:pt x="1305896" y="352826"/>
                </a:lnTo>
                <a:lnTo>
                  <a:pt x="1304906" y="348638"/>
                </a:lnTo>
                <a:lnTo>
                  <a:pt x="1306312" y="344767"/>
                </a:lnTo>
                <a:lnTo>
                  <a:pt x="1308339" y="339313"/>
                </a:lnTo>
                <a:lnTo>
                  <a:pt x="1314383" y="336497"/>
                </a:lnTo>
                <a:lnTo>
                  <a:pt x="1319838" y="338524"/>
                </a:lnTo>
                <a:lnTo>
                  <a:pt x="1325341" y="340505"/>
                </a:lnTo>
                <a:lnTo>
                  <a:pt x="1328153" y="346644"/>
                </a:lnTo>
                <a:lnTo>
                  <a:pt x="1324100" y="357553"/>
                </a:lnTo>
                <a:lnTo>
                  <a:pt x="1318056" y="360369"/>
                </a:lnTo>
                <a:lnTo>
                  <a:pt x="1312601" y="358342"/>
                </a:lnTo>
                <a:lnTo>
                  <a:pt x="1310968" y="357767"/>
                </a:lnTo>
                <a:lnTo>
                  <a:pt x="1309631" y="356824"/>
                </a:lnTo>
                <a:close/>
              </a:path>
              <a:path w="5142230" h="2300604">
                <a:moveTo>
                  <a:pt x="3527799" y="2286769"/>
                </a:moveTo>
                <a:lnTo>
                  <a:pt x="3524014" y="2282717"/>
                </a:lnTo>
                <a:lnTo>
                  <a:pt x="3523478" y="2281948"/>
                </a:lnTo>
                <a:lnTo>
                  <a:pt x="3523081" y="2281132"/>
                </a:lnTo>
                <a:lnTo>
                  <a:pt x="3520278" y="2275980"/>
                </a:lnTo>
                <a:lnTo>
                  <a:pt x="3522194" y="2269625"/>
                </a:lnTo>
                <a:lnTo>
                  <a:pt x="3532443" y="2264077"/>
                </a:lnTo>
                <a:lnTo>
                  <a:pt x="3538842" y="2265943"/>
                </a:lnTo>
                <a:lnTo>
                  <a:pt x="3544440" y="2276236"/>
                </a:lnTo>
                <a:lnTo>
                  <a:pt x="3542476" y="2282637"/>
                </a:lnTo>
                <a:lnTo>
                  <a:pt x="3537334" y="2285441"/>
                </a:lnTo>
                <a:lnTo>
                  <a:pt x="3533002" y="2287743"/>
                </a:lnTo>
                <a:lnTo>
                  <a:pt x="3527799" y="2286769"/>
                </a:lnTo>
                <a:close/>
              </a:path>
              <a:path w="5142230" h="2300604">
                <a:moveTo>
                  <a:pt x="3497517" y="2222194"/>
                </a:moveTo>
                <a:lnTo>
                  <a:pt x="3493736" y="2218147"/>
                </a:lnTo>
                <a:lnTo>
                  <a:pt x="3493017" y="2217083"/>
                </a:lnTo>
                <a:lnTo>
                  <a:pt x="3492493" y="2215838"/>
                </a:lnTo>
                <a:lnTo>
                  <a:pt x="3490314" y="2210377"/>
                </a:lnTo>
                <a:lnTo>
                  <a:pt x="3492982" y="2204241"/>
                </a:lnTo>
                <a:lnTo>
                  <a:pt x="3498385" y="2202107"/>
                </a:lnTo>
                <a:lnTo>
                  <a:pt x="3503800" y="2199889"/>
                </a:lnTo>
                <a:lnTo>
                  <a:pt x="3509941" y="2202552"/>
                </a:lnTo>
                <a:lnTo>
                  <a:pt x="3512164" y="2207963"/>
                </a:lnTo>
                <a:lnTo>
                  <a:pt x="3514294" y="2213370"/>
                </a:lnTo>
                <a:lnTo>
                  <a:pt x="3511630" y="2219511"/>
                </a:lnTo>
                <a:lnTo>
                  <a:pt x="3506263" y="2221684"/>
                </a:lnTo>
                <a:lnTo>
                  <a:pt x="3502320" y="2223230"/>
                </a:lnTo>
                <a:lnTo>
                  <a:pt x="3502053" y="2223335"/>
                </a:lnTo>
                <a:lnTo>
                  <a:pt x="3497517" y="2222194"/>
                </a:lnTo>
                <a:close/>
              </a:path>
              <a:path w="5142230" h="2300604">
                <a:moveTo>
                  <a:pt x="3828977" y="2245751"/>
                </a:moveTo>
                <a:lnTo>
                  <a:pt x="3825055" y="2241552"/>
                </a:lnTo>
                <a:lnTo>
                  <a:pt x="3825079" y="2235421"/>
                </a:lnTo>
                <a:lnTo>
                  <a:pt x="3828847" y="2231536"/>
                </a:lnTo>
                <a:lnTo>
                  <a:pt x="3832715" y="2227466"/>
                </a:lnTo>
                <a:lnTo>
                  <a:pt x="3839087" y="2227348"/>
                </a:lnTo>
                <a:lnTo>
                  <a:pt x="3843157" y="2231216"/>
                </a:lnTo>
                <a:lnTo>
                  <a:pt x="3847183" y="2235134"/>
                </a:lnTo>
                <a:lnTo>
                  <a:pt x="3847342" y="2241560"/>
                </a:lnTo>
                <a:lnTo>
                  <a:pt x="3843429" y="2245581"/>
                </a:lnTo>
                <a:lnTo>
                  <a:pt x="3839609" y="2249606"/>
                </a:lnTo>
                <a:lnTo>
                  <a:pt x="3833133" y="2249711"/>
                </a:lnTo>
                <a:lnTo>
                  <a:pt x="3828977" y="2245751"/>
                </a:lnTo>
                <a:close/>
              </a:path>
              <a:path w="5142230" h="2300604">
                <a:moveTo>
                  <a:pt x="3661108" y="2023434"/>
                </a:moveTo>
                <a:lnTo>
                  <a:pt x="3657423" y="2019489"/>
                </a:lnTo>
                <a:lnTo>
                  <a:pt x="3656929" y="2018764"/>
                </a:lnTo>
                <a:lnTo>
                  <a:pt x="3656531" y="2017948"/>
                </a:lnTo>
                <a:lnTo>
                  <a:pt x="3653910" y="2012992"/>
                </a:lnTo>
                <a:lnTo>
                  <a:pt x="3655775" y="2006875"/>
                </a:lnTo>
                <a:lnTo>
                  <a:pt x="3665674" y="2001637"/>
                </a:lnTo>
                <a:lnTo>
                  <a:pt x="3671795" y="2003498"/>
                </a:lnTo>
                <a:lnTo>
                  <a:pt x="3677074" y="2013450"/>
                </a:lnTo>
                <a:lnTo>
                  <a:pt x="3675173" y="2019527"/>
                </a:lnTo>
                <a:lnTo>
                  <a:pt x="3670217" y="2022139"/>
                </a:lnTo>
                <a:lnTo>
                  <a:pt x="3666086" y="2024364"/>
                </a:lnTo>
                <a:lnTo>
                  <a:pt x="3661108" y="2023434"/>
                </a:lnTo>
                <a:close/>
              </a:path>
              <a:path w="5142230" h="2300604">
                <a:moveTo>
                  <a:pt x="3480131" y="1266976"/>
                </a:moveTo>
                <a:lnTo>
                  <a:pt x="3476578" y="1263173"/>
                </a:lnTo>
                <a:lnTo>
                  <a:pt x="3475731" y="1261680"/>
                </a:lnTo>
                <a:lnTo>
                  <a:pt x="3475264" y="1260007"/>
                </a:lnTo>
                <a:lnTo>
                  <a:pt x="3473849" y="1254582"/>
                </a:lnTo>
                <a:lnTo>
                  <a:pt x="3477100" y="1249070"/>
                </a:lnTo>
                <a:lnTo>
                  <a:pt x="3482489" y="1247606"/>
                </a:lnTo>
                <a:lnTo>
                  <a:pt x="3487915" y="1246181"/>
                </a:lnTo>
                <a:lnTo>
                  <a:pt x="3493471" y="1249391"/>
                </a:lnTo>
                <a:lnTo>
                  <a:pt x="3496316" y="1260257"/>
                </a:lnTo>
                <a:lnTo>
                  <a:pt x="3493101" y="1265808"/>
                </a:lnTo>
                <a:lnTo>
                  <a:pt x="3487675" y="1267233"/>
                </a:lnTo>
                <a:lnTo>
                  <a:pt x="3483954" y="1268234"/>
                </a:lnTo>
                <a:lnTo>
                  <a:pt x="3480131" y="1266976"/>
                </a:lnTo>
                <a:close/>
              </a:path>
              <a:path w="5142230" h="2300604">
                <a:moveTo>
                  <a:pt x="3737854" y="2143514"/>
                </a:moveTo>
                <a:lnTo>
                  <a:pt x="3733567" y="2138925"/>
                </a:lnTo>
                <a:lnTo>
                  <a:pt x="3730225" y="2134468"/>
                </a:lnTo>
                <a:lnTo>
                  <a:pt x="3731050" y="2128118"/>
                </a:lnTo>
                <a:lnTo>
                  <a:pt x="3735556" y="2124731"/>
                </a:lnTo>
                <a:lnTo>
                  <a:pt x="3739968" y="2121340"/>
                </a:lnTo>
                <a:lnTo>
                  <a:pt x="3746358" y="2122219"/>
                </a:lnTo>
                <a:lnTo>
                  <a:pt x="3749749" y="2126630"/>
                </a:lnTo>
                <a:lnTo>
                  <a:pt x="3753136" y="2131136"/>
                </a:lnTo>
                <a:lnTo>
                  <a:pt x="3752217" y="2137483"/>
                </a:lnTo>
                <a:lnTo>
                  <a:pt x="3747805" y="2140873"/>
                </a:lnTo>
                <a:lnTo>
                  <a:pt x="3743637" y="2144036"/>
                </a:lnTo>
                <a:lnTo>
                  <a:pt x="3737854" y="2143514"/>
                </a:lnTo>
                <a:close/>
              </a:path>
              <a:path w="5142230" h="2300604">
                <a:moveTo>
                  <a:pt x="3697075" y="2085004"/>
                </a:moveTo>
                <a:lnTo>
                  <a:pt x="3692923" y="2080560"/>
                </a:lnTo>
                <a:lnTo>
                  <a:pt x="3692606" y="2080025"/>
                </a:lnTo>
                <a:lnTo>
                  <a:pt x="3689557" y="2075294"/>
                </a:lnTo>
                <a:lnTo>
                  <a:pt x="3690949" y="2069063"/>
                </a:lnTo>
                <a:lnTo>
                  <a:pt x="3700366" y="2063015"/>
                </a:lnTo>
                <a:lnTo>
                  <a:pt x="3706692" y="2064410"/>
                </a:lnTo>
                <a:lnTo>
                  <a:pt x="3709647" y="2069138"/>
                </a:lnTo>
                <a:lnTo>
                  <a:pt x="3712646" y="2073814"/>
                </a:lnTo>
                <a:lnTo>
                  <a:pt x="3711299" y="2080094"/>
                </a:lnTo>
                <a:lnTo>
                  <a:pt x="3706573" y="2083149"/>
                </a:lnTo>
                <a:lnTo>
                  <a:pt x="3702371" y="2085786"/>
                </a:lnTo>
                <a:lnTo>
                  <a:pt x="3697075" y="2085004"/>
                </a:lnTo>
                <a:close/>
              </a:path>
              <a:path w="5142230" h="2300604">
                <a:moveTo>
                  <a:pt x="3783182" y="2198488"/>
                </a:moveTo>
                <a:lnTo>
                  <a:pt x="3779265" y="2194295"/>
                </a:lnTo>
                <a:lnTo>
                  <a:pt x="3775536" y="2190108"/>
                </a:lnTo>
                <a:lnTo>
                  <a:pt x="3775898" y="2183652"/>
                </a:lnTo>
                <a:lnTo>
                  <a:pt x="3783924" y="2176507"/>
                </a:lnTo>
                <a:lnTo>
                  <a:pt x="3784223" y="2176241"/>
                </a:lnTo>
                <a:lnTo>
                  <a:pt x="3790637" y="2176558"/>
                </a:lnTo>
                <a:lnTo>
                  <a:pt x="3798094" y="2184932"/>
                </a:lnTo>
                <a:lnTo>
                  <a:pt x="3797777" y="2191337"/>
                </a:lnTo>
                <a:lnTo>
                  <a:pt x="3789752" y="2198483"/>
                </a:lnTo>
                <a:lnTo>
                  <a:pt x="3789452" y="2198749"/>
                </a:lnTo>
                <a:lnTo>
                  <a:pt x="3783182" y="2198488"/>
                </a:lnTo>
                <a:close/>
              </a:path>
              <a:path w="5142230" h="2300604">
                <a:moveTo>
                  <a:pt x="3460016" y="1199112"/>
                </a:moveTo>
                <a:lnTo>
                  <a:pt x="3456418" y="1195260"/>
                </a:lnTo>
                <a:lnTo>
                  <a:pt x="3455656" y="1194054"/>
                </a:lnTo>
                <a:lnTo>
                  <a:pt x="3453383" y="1187320"/>
                </a:lnTo>
                <a:lnTo>
                  <a:pt x="3456218" y="1181558"/>
                </a:lnTo>
                <a:lnTo>
                  <a:pt x="3466867" y="1178002"/>
                </a:lnTo>
                <a:lnTo>
                  <a:pt x="3472629" y="1180846"/>
                </a:lnTo>
                <a:lnTo>
                  <a:pt x="3476185" y="1191495"/>
                </a:lnTo>
                <a:lnTo>
                  <a:pt x="3473295" y="1197199"/>
                </a:lnTo>
                <a:lnTo>
                  <a:pt x="3468041" y="1199003"/>
                </a:lnTo>
                <a:lnTo>
                  <a:pt x="3464130" y="1200291"/>
                </a:lnTo>
                <a:lnTo>
                  <a:pt x="3460016" y="1199112"/>
                </a:lnTo>
                <a:close/>
              </a:path>
              <a:path w="5142230" h="2300604">
                <a:moveTo>
                  <a:pt x="3538526" y="1616568"/>
                </a:moveTo>
                <a:lnTo>
                  <a:pt x="3534969" y="1612760"/>
                </a:lnTo>
                <a:lnTo>
                  <a:pt x="3533997" y="1610938"/>
                </a:lnTo>
                <a:lnTo>
                  <a:pt x="3532834" y="1603340"/>
                </a:lnTo>
                <a:lnTo>
                  <a:pt x="3536651" y="1598140"/>
                </a:lnTo>
                <a:lnTo>
                  <a:pt x="3542152" y="1597284"/>
                </a:lnTo>
                <a:lnTo>
                  <a:pt x="3547706" y="1596387"/>
                </a:lnTo>
                <a:lnTo>
                  <a:pt x="3552862" y="1600245"/>
                </a:lnTo>
                <a:lnTo>
                  <a:pt x="3554615" y="1611309"/>
                </a:lnTo>
                <a:lnTo>
                  <a:pt x="3550757" y="1616465"/>
                </a:lnTo>
                <a:lnTo>
                  <a:pt x="3541829" y="1617856"/>
                </a:lnTo>
                <a:lnTo>
                  <a:pt x="3538526" y="1616568"/>
                </a:lnTo>
                <a:close/>
              </a:path>
              <a:path w="5142230" h="2300604">
                <a:moveTo>
                  <a:pt x="3630251" y="1959123"/>
                </a:moveTo>
                <a:lnTo>
                  <a:pt x="3626657" y="1955276"/>
                </a:lnTo>
                <a:lnTo>
                  <a:pt x="3625975" y="1954351"/>
                </a:lnTo>
                <a:lnTo>
                  <a:pt x="3623234" y="1947897"/>
                </a:lnTo>
                <a:lnTo>
                  <a:pt x="3625688" y="1942118"/>
                </a:lnTo>
                <a:lnTo>
                  <a:pt x="3635943" y="1937652"/>
                </a:lnTo>
                <a:lnTo>
                  <a:pt x="3641905" y="1940027"/>
                </a:lnTo>
                <a:lnTo>
                  <a:pt x="3646371" y="1950282"/>
                </a:lnTo>
                <a:lnTo>
                  <a:pt x="3643948" y="1956289"/>
                </a:lnTo>
                <a:lnTo>
                  <a:pt x="3638869" y="1958477"/>
                </a:lnTo>
                <a:lnTo>
                  <a:pt x="3634795" y="1960274"/>
                </a:lnTo>
                <a:lnTo>
                  <a:pt x="3630251" y="1959123"/>
                </a:lnTo>
                <a:close/>
              </a:path>
              <a:path w="5142230" h="2300604">
                <a:moveTo>
                  <a:pt x="3564930" y="1756263"/>
                </a:moveTo>
                <a:lnTo>
                  <a:pt x="3561331" y="1752411"/>
                </a:lnTo>
                <a:lnTo>
                  <a:pt x="3560439" y="1750870"/>
                </a:lnTo>
                <a:lnTo>
                  <a:pt x="3558797" y="1743638"/>
                </a:lnTo>
                <a:lnTo>
                  <a:pt x="3561937" y="1738594"/>
                </a:lnTo>
                <a:lnTo>
                  <a:pt x="3562193" y="1738183"/>
                </a:lnTo>
                <a:lnTo>
                  <a:pt x="3567666" y="1736906"/>
                </a:lnTo>
                <a:lnTo>
                  <a:pt x="3573089" y="1735674"/>
                </a:lnTo>
                <a:lnTo>
                  <a:pt x="3578540" y="1739065"/>
                </a:lnTo>
                <a:lnTo>
                  <a:pt x="3581053" y="1749967"/>
                </a:lnTo>
                <a:lnTo>
                  <a:pt x="3577913" y="1755011"/>
                </a:lnTo>
                <a:lnTo>
                  <a:pt x="3577658" y="1755422"/>
                </a:lnTo>
                <a:lnTo>
                  <a:pt x="3572185" y="1756699"/>
                </a:lnTo>
                <a:lnTo>
                  <a:pt x="3568565" y="1757515"/>
                </a:lnTo>
                <a:lnTo>
                  <a:pt x="3564930" y="1756263"/>
                </a:lnTo>
                <a:close/>
              </a:path>
              <a:path w="5142230" h="2300604">
                <a:moveTo>
                  <a:pt x="3582648" y="1825179"/>
                </a:moveTo>
                <a:lnTo>
                  <a:pt x="3579049" y="1821327"/>
                </a:lnTo>
                <a:lnTo>
                  <a:pt x="3578249" y="1819883"/>
                </a:lnTo>
                <a:lnTo>
                  <a:pt x="3576220" y="1812921"/>
                </a:lnTo>
                <a:lnTo>
                  <a:pt x="3579385" y="1807317"/>
                </a:lnTo>
                <a:lnTo>
                  <a:pt x="3584773" y="1805753"/>
                </a:lnTo>
                <a:lnTo>
                  <a:pt x="3590157" y="1804284"/>
                </a:lnTo>
                <a:lnTo>
                  <a:pt x="3595765" y="1807355"/>
                </a:lnTo>
                <a:lnTo>
                  <a:pt x="3598797" y="1818128"/>
                </a:lnTo>
                <a:lnTo>
                  <a:pt x="3595727" y="1823735"/>
                </a:lnTo>
                <a:lnTo>
                  <a:pt x="3586520" y="1826392"/>
                </a:lnTo>
                <a:lnTo>
                  <a:pt x="3582648" y="1825179"/>
                </a:lnTo>
                <a:close/>
              </a:path>
              <a:path w="5142230" h="2300604">
                <a:moveTo>
                  <a:pt x="3604278" y="1892905"/>
                </a:moveTo>
                <a:lnTo>
                  <a:pt x="3600679" y="1889053"/>
                </a:lnTo>
                <a:lnTo>
                  <a:pt x="3599918" y="1887847"/>
                </a:lnTo>
                <a:lnTo>
                  <a:pt x="3599397" y="1886508"/>
                </a:lnTo>
                <a:lnTo>
                  <a:pt x="3597543" y="1881199"/>
                </a:lnTo>
                <a:lnTo>
                  <a:pt x="3600342" y="1875398"/>
                </a:lnTo>
                <a:lnTo>
                  <a:pt x="3610895" y="1871740"/>
                </a:lnTo>
                <a:lnTo>
                  <a:pt x="3616660" y="1874490"/>
                </a:lnTo>
                <a:lnTo>
                  <a:pt x="3618554" y="1879743"/>
                </a:lnTo>
                <a:lnTo>
                  <a:pt x="3620408" y="1885051"/>
                </a:lnTo>
                <a:lnTo>
                  <a:pt x="3617613" y="1890857"/>
                </a:lnTo>
                <a:lnTo>
                  <a:pt x="3612359" y="1892661"/>
                </a:lnTo>
                <a:lnTo>
                  <a:pt x="3608392" y="1894084"/>
                </a:lnTo>
                <a:lnTo>
                  <a:pt x="3604278" y="1892905"/>
                </a:lnTo>
                <a:close/>
              </a:path>
              <a:path w="5142230" h="2300604">
                <a:moveTo>
                  <a:pt x="3509209" y="1405624"/>
                </a:moveTo>
                <a:lnTo>
                  <a:pt x="3505660" y="1401826"/>
                </a:lnTo>
                <a:lnTo>
                  <a:pt x="3504684" y="1399999"/>
                </a:lnTo>
                <a:lnTo>
                  <a:pt x="3503477" y="1392451"/>
                </a:lnTo>
                <a:lnTo>
                  <a:pt x="3507191" y="1387238"/>
                </a:lnTo>
                <a:lnTo>
                  <a:pt x="3518208" y="1385347"/>
                </a:lnTo>
                <a:lnTo>
                  <a:pt x="3523466" y="1389119"/>
                </a:lnTo>
                <a:lnTo>
                  <a:pt x="3524363" y="1394673"/>
                </a:lnTo>
                <a:lnTo>
                  <a:pt x="3525308" y="1400181"/>
                </a:lnTo>
                <a:lnTo>
                  <a:pt x="3521586" y="1405385"/>
                </a:lnTo>
                <a:lnTo>
                  <a:pt x="3516036" y="1406286"/>
                </a:lnTo>
                <a:lnTo>
                  <a:pt x="3512570" y="1406876"/>
                </a:lnTo>
                <a:lnTo>
                  <a:pt x="3509209" y="1405624"/>
                </a:lnTo>
                <a:close/>
              </a:path>
              <a:path w="5142230" h="2300604">
                <a:moveTo>
                  <a:pt x="3550393" y="1686649"/>
                </a:moveTo>
                <a:lnTo>
                  <a:pt x="3546845" y="1682850"/>
                </a:lnTo>
                <a:lnTo>
                  <a:pt x="3545960" y="1681121"/>
                </a:lnTo>
                <a:lnTo>
                  <a:pt x="3545532" y="1679002"/>
                </a:lnTo>
                <a:lnTo>
                  <a:pt x="3544555" y="1673556"/>
                </a:lnTo>
                <a:lnTo>
                  <a:pt x="3548188" y="1668355"/>
                </a:lnTo>
                <a:lnTo>
                  <a:pt x="3559207" y="1666271"/>
                </a:lnTo>
                <a:lnTo>
                  <a:pt x="3564468" y="1669948"/>
                </a:lnTo>
                <a:lnTo>
                  <a:pt x="3566503" y="1680923"/>
                </a:lnTo>
                <a:lnTo>
                  <a:pt x="3562876" y="1686229"/>
                </a:lnTo>
                <a:lnTo>
                  <a:pt x="3557364" y="1687268"/>
                </a:lnTo>
                <a:lnTo>
                  <a:pt x="3553849" y="1687904"/>
                </a:lnTo>
                <a:lnTo>
                  <a:pt x="3550393" y="1686649"/>
                </a:lnTo>
                <a:close/>
              </a:path>
              <a:path w="5142230" h="2300604">
                <a:moveTo>
                  <a:pt x="3496238" y="1335926"/>
                </a:moveTo>
                <a:lnTo>
                  <a:pt x="3492690" y="1332128"/>
                </a:lnTo>
                <a:lnTo>
                  <a:pt x="3491796" y="1330488"/>
                </a:lnTo>
                <a:lnTo>
                  <a:pt x="3491389" y="1328585"/>
                </a:lnTo>
                <a:lnTo>
                  <a:pt x="3490300" y="1323119"/>
                </a:lnTo>
                <a:lnTo>
                  <a:pt x="3493792" y="1317766"/>
                </a:lnTo>
                <a:lnTo>
                  <a:pt x="3499261" y="1316584"/>
                </a:lnTo>
                <a:lnTo>
                  <a:pt x="3504776" y="1315449"/>
                </a:lnTo>
                <a:lnTo>
                  <a:pt x="3510134" y="1318936"/>
                </a:lnTo>
                <a:lnTo>
                  <a:pt x="3512398" y="1329961"/>
                </a:lnTo>
                <a:lnTo>
                  <a:pt x="3508915" y="1335324"/>
                </a:lnTo>
                <a:lnTo>
                  <a:pt x="3499783" y="1337180"/>
                </a:lnTo>
                <a:lnTo>
                  <a:pt x="3496238" y="1335926"/>
                </a:lnTo>
                <a:close/>
              </a:path>
              <a:path w="5142230" h="2300604">
                <a:moveTo>
                  <a:pt x="3528599" y="1546218"/>
                </a:moveTo>
                <a:lnTo>
                  <a:pt x="3525046" y="1542415"/>
                </a:lnTo>
                <a:lnTo>
                  <a:pt x="3524117" y="1540443"/>
                </a:lnTo>
                <a:lnTo>
                  <a:pt x="3523818" y="1538266"/>
                </a:lnTo>
                <a:lnTo>
                  <a:pt x="3523110" y="1532718"/>
                </a:lnTo>
                <a:lnTo>
                  <a:pt x="3527059" y="1527660"/>
                </a:lnTo>
                <a:lnTo>
                  <a:pt x="3538154" y="1526243"/>
                </a:lnTo>
                <a:lnTo>
                  <a:pt x="3543257" y="1530142"/>
                </a:lnTo>
                <a:lnTo>
                  <a:pt x="3544678" y="1541242"/>
                </a:lnTo>
                <a:lnTo>
                  <a:pt x="3540775" y="1546350"/>
                </a:lnTo>
                <a:lnTo>
                  <a:pt x="3535133" y="1547054"/>
                </a:lnTo>
                <a:lnTo>
                  <a:pt x="3531813" y="1547508"/>
                </a:lnTo>
                <a:lnTo>
                  <a:pt x="3528599" y="1546218"/>
                </a:lnTo>
                <a:close/>
              </a:path>
              <a:path w="5142230" h="2300604">
                <a:moveTo>
                  <a:pt x="3519662" y="1475756"/>
                </a:moveTo>
                <a:lnTo>
                  <a:pt x="3516114" y="1471958"/>
                </a:lnTo>
                <a:lnTo>
                  <a:pt x="3515186" y="1470085"/>
                </a:lnTo>
                <a:lnTo>
                  <a:pt x="3514126" y="1462401"/>
                </a:lnTo>
                <a:lnTo>
                  <a:pt x="3517984" y="1457245"/>
                </a:lnTo>
                <a:lnTo>
                  <a:pt x="3523576" y="1456486"/>
                </a:lnTo>
                <a:lnTo>
                  <a:pt x="3529123" y="1455778"/>
                </a:lnTo>
                <a:lnTo>
                  <a:pt x="3534190" y="1459637"/>
                </a:lnTo>
                <a:lnTo>
                  <a:pt x="3534988" y="1465183"/>
                </a:lnTo>
                <a:lnTo>
                  <a:pt x="3535700" y="1470736"/>
                </a:lnTo>
                <a:lnTo>
                  <a:pt x="3531843" y="1475892"/>
                </a:lnTo>
                <a:lnTo>
                  <a:pt x="3522881" y="1477050"/>
                </a:lnTo>
                <a:lnTo>
                  <a:pt x="3519662" y="1475756"/>
                </a:lnTo>
                <a:close/>
              </a:path>
              <a:path w="5142230" h="2300604">
                <a:moveTo>
                  <a:pt x="1733628" y="396844"/>
                </a:moveTo>
                <a:lnTo>
                  <a:pt x="1730070" y="393036"/>
                </a:lnTo>
                <a:lnTo>
                  <a:pt x="1729059" y="389607"/>
                </a:lnTo>
                <a:lnTo>
                  <a:pt x="1729789" y="386186"/>
                </a:lnTo>
                <a:lnTo>
                  <a:pt x="1731107" y="380754"/>
                </a:lnTo>
                <a:lnTo>
                  <a:pt x="1736554" y="377300"/>
                </a:lnTo>
                <a:lnTo>
                  <a:pt x="1741990" y="378623"/>
                </a:lnTo>
                <a:lnTo>
                  <a:pt x="1747471" y="379895"/>
                </a:lnTo>
                <a:lnTo>
                  <a:pt x="1750826" y="385344"/>
                </a:lnTo>
                <a:lnTo>
                  <a:pt x="1749598" y="390774"/>
                </a:lnTo>
                <a:lnTo>
                  <a:pt x="1748330" y="396259"/>
                </a:lnTo>
                <a:lnTo>
                  <a:pt x="1742881" y="399614"/>
                </a:lnTo>
                <a:lnTo>
                  <a:pt x="1737401" y="398342"/>
                </a:lnTo>
                <a:lnTo>
                  <a:pt x="1735339" y="397894"/>
                </a:lnTo>
                <a:lnTo>
                  <a:pt x="1733628" y="396844"/>
                </a:lnTo>
                <a:close/>
              </a:path>
              <a:path w="5142230" h="2300604">
                <a:moveTo>
                  <a:pt x="3271601" y="899574"/>
                </a:moveTo>
                <a:lnTo>
                  <a:pt x="3267452" y="895132"/>
                </a:lnTo>
                <a:lnTo>
                  <a:pt x="3267369" y="889182"/>
                </a:lnTo>
                <a:lnTo>
                  <a:pt x="3274685" y="881078"/>
                </a:lnTo>
                <a:lnTo>
                  <a:pt x="3281069" y="880776"/>
                </a:lnTo>
                <a:lnTo>
                  <a:pt x="3289398" y="888327"/>
                </a:lnTo>
                <a:lnTo>
                  <a:pt x="3289706" y="894714"/>
                </a:lnTo>
                <a:lnTo>
                  <a:pt x="3282151" y="903049"/>
                </a:lnTo>
                <a:lnTo>
                  <a:pt x="3275722" y="903303"/>
                </a:lnTo>
                <a:lnTo>
                  <a:pt x="3271601" y="899574"/>
                </a:lnTo>
                <a:close/>
              </a:path>
              <a:path w="5142230" h="2300604">
                <a:moveTo>
                  <a:pt x="3157021" y="816409"/>
                </a:moveTo>
                <a:lnTo>
                  <a:pt x="3153377" y="812508"/>
                </a:lnTo>
                <a:lnTo>
                  <a:pt x="3152688" y="807665"/>
                </a:lnTo>
                <a:lnTo>
                  <a:pt x="3157807" y="798874"/>
                </a:lnTo>
                <a:lnTo>
                  <a:pt x="3164001" y="797196"/>
                </a:lnTo>
                <a:lnTo>
                  <a:pt x="3173718" y="802811"/>
                </a:lnTo>
                <a:lnTo>
                  <a:pt x="3175402" y="809009"/>
                </a:lnTo>
                <a:lnTo>
                  <a:pt x="3169732" y="818679"/>
                </a:lnTo>
                <a:lnTo>
                  <a:pt x="3163539" y="820355"/>
                </a:lnTo>
                <a:lnTo>
                  <a:pt x="3158724" y="817549"/>
                </a:lnTo>
                <a:lnTo>
                  <a:pt x="3157803" y="817049"/>
                </a:lnTo>
                <a:lnTo>
                  <a:pt x="3157021" y="816409"/>
                </a:lnTo>
                <a:close/>
              </a:path>
              <a:path w="5142230" h="2300604">
                <a:moveTo>
                  <a:pt x="3216885" y="855176"/>
                </a:moveTo>
                <a:lnTo>
                  <a:pt x="3212680" y="850675"/>
                </a:lnTo>
                <a:lnTo>
                  <a:pt x="3212212" y="845388"/>
                </a:lnTo>
                <a:lnTo>
                  <a:pt x="3218405" y="836863"/>
                </a:lnTo>
                <a:lnTo>
                  <a:pt x="3224760" y="835848"/>
                </a:lnTo>
                <a:lnTo>
                  <a:pt x="3233842" y="842440"/>
                </a:lnTo>
                <a:lnTo>
                  <a:pt x="3234808" y="848752"/>
                </a:lnTo>
                <a:lnTo>
                  <a:pt x="3231537" y="853268"/>
                </a:lnTo>
                <a:lnTo>
                  <a:pt x="3228266" y="857876"/>
                </a:lnTo>
                <a:lnTo>
                  <a:pt x="3221954" y="858842"/>
                </a:lnTo>
                <a:lnTo>
                  <a:pt x="3216885" y="855176"/>
                </a:lnTo>
                <a:close/>
              </a:path>
              <a:path w="5142230" h="2300604">
                <a:moveTo>
                  <a:pt x="3324430" y="953587"/>
                </a:moveTo>
                <a:lnTo>
                  <a:pt x="3320467" y="949345"/>
                </a:lnTo>
                <a:lnTo>
                  <a:pt x="3316786" y="945113"/>
                </a:lnTo>
                <a:lnTo>
                  <a:pt x="3317194" y="938706"/>
                </a:lnTo>
                <a:lnTo>
                  <a:pt x="3325101" y="931825"/>
                </a:lnTo>
                <a:lnTo>
                  <a:pt x="3325605" y="931387"/>
                </a:lnTo>
                <a:lnTo>
                  <a:pt x="3332018" y="931798"/>
                </a:lnTo>
                <a:lnTo>
                  <a:pt x="3335692" y="936027"/>
                </a:lnTo>
                <a:lnTo>
                  <a:pt x="3339423" y="940212"/>
                </a:lnTo>
                <a:lnTo>
                  <a:pt x="3338965" y="946666"/>
                </a:lnTo>
                <a:lnTo>
                  <a:pt x="3331056" y="953544"/>
                </a:lnTo>
                <a:lnTo>
                  <a:pt x="3330604" y="953938"/>
                </a:lnTo>
                <a:lnTo>
                  <a:pt x="3324430" y="953587"/>
                </a:lnTo>
                <a:close/>
              </a:path>
              <a:path w="5142230" h="2300604">
                <a:moveTo>
                  <a:pt x="3367779" y="1009279"/>
                </a:moveTo>
                <a:lnTo>
                  <a:pt x="3363297" y="1004481"/>
                </a:lnTo>
                <a:lnTo>
                  <a:pt x="3360057" y="999838"/>
                </a:lnTo>
                <a:lnTo>
                  <a:pt x="3361215" y="993551"/>
                </a:lnTo>
                <a:lnTo>
                  <a:pt x="3365809" y="990355"/>
                </a:lnTo>
                <a:lnTo>
                  <a:pt x="3370449" y="987208"/>
                </a:lnTo>
                <a:lnTo>
                  <a:pt x="3376780" y="988316"/>
                </a:lnTo>
                <a:lnTo>
                  <a:pt x="3379975" y="992910"/>
                </a:lnTo>
                <a:lnTo>
                  <a:pt x="3383122" y="997549"/>
                </a:lnTo>
                <a:lnTo>
                  <a:pt x="3381969" y="1003840"/>
                </a:lnTo>
                <a:lnTo>
                  <a:pt x="3373162" y="1009958"/>
                </a:lnTo>
                <a:lnTo>
                  <a:pt x="3367779" y="1009279"/>
                </a:lnTo>
                <a:close/>
              </a:path>
              <a:path w="5142230" h="2300604">
                <a:moveTo>
                  <a:pt x="2768082" y="646576"/>
                </a:moveTo>
                <a:lnTo>
                  <a:pt x="2764484" y="642724"/>
                </a:lnTo>
                <a:lnTo>
                  <a:pt x="2763525" y="638862"/>
                </a:lnTo>
                <a:lnTo>
                  <a:pt x="2764741" y="635179"/>
                </a:lnTo>
                <a:lnTo>
                  <a:pt x="2766568" y="629902"/>
                </a:lnTo>
                <a:lnTo>
                  <a:pt x="2772288" y="627033"/>
                </a:lnTo>
                <a:lnTo>
                  <a:pt x="2782926" y="630600"/>
                </a:lnTo>
                <a:lnTo>
                  <a:pt x="2785751" y="636361"/>
                </a:lnTo>
                <a:lnTo>
                  <a:pt x="2782179" y="647004"/>
                </a:lnTo>
                <a:lnTo>
                  <a:pt x="2776422" y="649834"/>
                </a:lnTo>
                <a:lnTo>
                  <a:pt x="2771101" y="648048"/>
                </a:lnTo>
                <a:lnTo>
                  <a:pt x="2769464" y="647468"/>
                </a:lnTo>
                <a:lnTo>
                  <a:pt x="2768082" y="646576"/>
                </a:lnTo>
                <a:close/>
              </a:path>
              <a:path w="5142230" h="2300604">
                <a:moveTo>
                  <a:pt x="1458433" y="325019"/>
                </a:moveTo>
                <a:lnTo>
                  <a:pt x="1454875" y="321210"/>
                </a:lnTo>
                <a:lnTo>
                  <a:pt x="1453825" y="317544"/>
                </a:lnTo>
                <a:lnTo>
                  <a:pt x="1456491" y="308571"/>
                </a:lnTo>
                <a:lnTo>
                  <a:pt x="1462114" y="305500"/>
                </a:lnTo>
                <a:lnTo>
                  <a:pt x="1467495" y="307057"/>
                </a:lnTo>
                <a:lnTo>
                  <a:pt x="1472868" y="308703"/>
                </a:lnTo>
                <a:lnTo>
                  <a:pt x="1475934" y="314331"/>
                </a:lnTo>
                <a:lnTo>
                  <a:pt x="1474382" y="319707"/>
                </a:lnTo>
                <a:lnTo>
                  <a:pt x="1472731" y="325076"/>
                </a:lnTo>
                <a:lnTo>
                  <a:pt x="1467107" y="328146"/>
                </a:lnTo>
                <a:lnTo>
                  <a:pt x="1461780" y="326549"/>
                </a:lnTo>
                <a:lnTo>
                  <a:pt x="1459910" y="326013"/>
                </a:lnTo>
                <a:lnTo>
                  <a:pt x="1458433" y="325019"/>
                </a:lnTo>
                <a:close/>
              </a:path>
              <a:path w="5142230" h="2300604">
                <a:moveTo>
                  <a:pt x="3031149" y="751555"/>
                </a:moveTo>
                <a:lnTo>
                  <a:pt x="3027551" y="747702"/>
                </a:lnTo>
                <a:lnTo>
                  <a:pt x="3026664" y="743235"/>
                </a:lnTo>
                <a:lnTo>
                  <a:pt x="3028538" y="739375"/>
                </a:lnTo>
                <a:lnTo>
                  <a:pt x="3030933" y="734316"/>
                </a:lnTo>
                <a:lnTo>
                  <a:pt x="3036955" y="732160"/>
                </a:lnTo>
                <a:lnTo>
                  <a:pt x="3047079" y="736938"/>
                </a:lnTo>
                <a:lnTo>
                  <a:pt x="3049235" y="742960"/>
                </a:lnTo>
                <a:lnTo>
                  <a:pt x="3044452" y="753088"/>
                </a:lnTo>
                <a:lnTo>
                  <a:pt x="3038431" y="755244"/>
                </a:lnTo>
                <a:lnTo>
                  <a:pt x="3033366" y="752853"/>
                </a:lnTo>
                <a:lnTo>
                  <a:pt x="3032161" y="752344"/>
                </a:lnTo>
                <a:lnTo>
                  <a:pt x="3031149" y="751555"/>
                </a:lnTo>
                <a:close/>
              </a:path>
              <a:path w="5142230" h="2300604">
                <a:moveTo>
                  <a:pt x="2966563" y="722395"/>
                </a:moveTo>
                <a:lnTo>
                  <a:pt x="2962964" y="718543"/>
                </a:lnTo>
                <a:lnTo>
                  <a:pt x="2962076" y="714268"/>
                </a:lnTo>
                <a:lnTo>
                  <a:pt x="2963717" y="710453"/>
                </a:lnTo>
                <a:lnTo>
                  <a:pt x="2965968" y="705336"/>
                </a:lnTo>
                <a:lnTo>
                  <a:pt x="2971946" y="702939"/>
                </a:lnTo>
                <a:lnTo>
                  <a:pt x="2977067" y="705195"/>
                </a:lnTo>
                <a:lnTo>
                  <a:pt x="2982228" y="707396"/>
                </a:lnTo>
                <a:lnTo>
                  <a:pt x="2984512" y="713165"/>
                </a:lnTo>
                <a:lnTo>
                  <a:pt x="2980168" y="723665"/>
                </a:lnTo>
                <a:lnTo>
                  <a:pt x="2974135" y="726004"/>
                </a:lnTo>
                <a:lnTo>
                  <a:pt x="2969023" y="723758"/>
                </a:lnTo>
                <a:lnTo>
                  <a:pt x="2967714" y="723236"/>
                </a:lnTo>
                <a:lnTo>
                  <a:pt x="2966563" y="722395"/>
                </a:lnTo>
                <a:close/>
              </a:path>
              <a:path w="5142230" h="2300604">
                <a:moveTo>
                  <a:pt x="2901107" y="695334"/>
                </a:moveTo>
                <a:lnTo>
                  <a:pt x="2897513" y="691487"/>
                </a:lnTo>
                <a:lnTo>
                  <a:pt x="2896613" y="687297"/>
                </a:lnTo>
                <a:lnTo>
                  <a:pt x="2898115" y="683529"/>
                </a:lnTo>
                <a:lnTo>
                  <a:pt x="2900127" y="678353"/>
                </a:lnTo>
                <a:lnTo>
                  <a:pt x="2906068" y="675817"/>
                </a:lnTo>
                <a:lnTo>
                  <a:pt x="2916506" y="679954"/>
                </a:lnTo>
                <a:lnTo>
                  <a:pt x="2918992" y="685840"/>
                </a:lnTo>
                <a:lnTo>
                  <a:pt x="2914865" y="696280"/>
                </a:lnTo>
                <a:lnTo>
                  <a:pt x="2909019" y="698819"/>
                </a:lnTo>
                <a:lnTo>
                  <a:pt x="2902358" y="696184"/>
                </a:lnTo>
                <a:lnTo>
                  <a:pt x="2901107" y="695334"/>
                </a:lnTo>
                <a:close/>
              </a:path>
              <a:path w="5142230" h="2300604">
                <a:moveTo>
                  <a:pt x="2834935" y="670048"/>
                </a:moveTo>
                <a:lnTo>
                  <a:pt x="2831336" y="666196"/>
                </a:lnTo>
                <a:lnTo>
                  <a:pt x="2830385" y="662246"/>
                </a:lnTo>
                <a:lnTo>
                  <a:pt x="2833661" y="653241"/>
                </a:lnTo>
                <a:lnTo>
                  <a:pt x="2839513" y="650513"/>
                </a:lnTo>
                <a:lnTo>
                  <a:pt x="2844734" y="652485"/>
                </a:lnTo>
                <a:lnTo>
                  <a:pt x="2850003" y="654411"/>
                </a:lnTo>
                <a:lnTo>
                  <a:pt x="2852685" y="660215"/>
                </a:lnTo>
                <a:lnTo>
                  <a:pt x="2848838" y="670758"/>
                </a:lnTo>
                <a:lnTo>
                  <a:pt x="2843029" y="673435"/>
                </a:lnTo>
                <a:lnTo>
                  <a:pt x="2836226" y="670942"/>
                </a:lnTo>
                <a:lnTo>
                  <a:pt x="2834935" y="670048"/>
                </a:lnTo>
                <a:close/>
              </a:path>
              <a:path w="5142230" h="2300604">
                <a:moveTo>
                  <a:pt x="1526740" y="344575"/>
                </a:moveTo>
                <a:lnTo>
                  <a:pt x="1523187" y="340772"/>
                </a:lnTo>
                <a:lnTo>
                  <a:pt x="1522129" y="337195"/>
                </a:lnTo>
                <a:lnTo>
                  <a:pt x="1524606" y="328215"/>
                </a:lnTo>
                <a:lnTo>
                  <a:pt x="1529828" y="325301"/>
                </a:lnTo>
                <a:lnTo>
                  <a:pt x="1530189" y="325101"/>
                </a:lnTo>
                <a:lnTo>
                  <a:pt x="1540993" y="328065"/>
                </a:lnTo>
                <a:lnTo>
                  <a:pt x="1544157" y="333602"/>
                </a:lnTo>
                <a:lnTo>
                  <a:pt x="1542650" y="339027"/>
                </a:lnTo>
                <a:lnTo>
                  <a:pt x="1541192" y="344406"/>
                </a:lnTo>
                <a:lnTo>
                  <a:pt x="1535607" y="347615"/>
                </a:lnTo>
                <a:lnTo>
                  <a:pt x="1528312" y="345573"/>
                </a:lnTo>
                <a:lnTo>
                  <a:pt x="1526740" y="344575"/>
                </a:lnTo>
                <a:close/>
              </a:path>
              <a:path w="5142230" h="2300604">
                <a:moveTo>
                  <a:pt x="3880751" y="2294722"/>
                </a:moveTo>
                <a:lnTo>
                  <a:pt x="3876692" y="2290378"/>
                </a:lnTo>
                <a:lnTo>
                  <a:pt x="3876615" y="2284332"/>
                </a:lnTo>
                <a:lnTo>
                  <a:pt x="3880341" y="2280404"/>
                </a:lnTo>
                <a:lnTo>
                  <a:pt x="3884164" y="2276285"/>
                </a:lnTo>
                <a:lnTo>
                  <a:pt x="3890590" y="2276126"/>
                </a:lnTo>
                <a:lnTo>
                  <a:pt x="3894660" y="2279994"/>
                </a:lnTo>
                <a:lnTo>
                  <a:pt x="3898733" y="2283768"/>
                </a:lnTo>
                <a:lnTo>
                  <a:pt x="3898887" y="2290189"/>
                </a:lnTo>
                <a:lnTo>
                  <a:pt x="3895069" y="2294313"/>
                </a:lnTo>
                <a:lnTo>
                  <a:pt x="3891250" y="2298337"/>
                </a:lnTo>
                <a:lnTo>
                  <a:pt x="3884821" y="2298591"/>
                </a:lnTo>
                <a:lnTo>
                  <a:pt x="3880751" y="2294722"/>
                </a:lnTo>
                <a:close/>
              </a:path>
              <a:path w="5142230" h="2300604">
                <a:moveTo>
                  <a:pt x="3404377" y="1069370"/>
                </a:moveTo>
                <a:lnTo>
                  <a:pt x="3400737" y="1065474"/>
                </a:lnTo>
                <a:lnTo>
                  <a:pt x="3400243" y="1064749"/>
                </a:lnTo>
                <a:lnTo>
                  <a:pt x="3399796" y="1063979"/>
                </a:lnTo>
                <a:lnTo>
                  <a:pt x="3397125" y="1059069"/>
                </a:lnTo>
                <a:lnTo>
                  <a:pt x="3398945" y="1052903"/>
                </a:lnTo>
                <a:lnTo>
                  <a:pt x="3408806" y="1047527"/>
                </a:lnTo>
                <a:lnTo>
                  <a:pt x="3414927" y="1049388"/>
                </a:lnTo>
                <a:lnTo>
                  <a:pt x="3420304" y="1059248"/>
                </a:lnTo>
                <a:lnTo>
                  <a:pt x="3418439" y="1065365"/>
                </a:lnTo>
                <a:lnTo>
                  <a:pt x="3413532" y="1068031"/>
                </a:lnTo>
                <a:lnTo>
                  <a:pt x="3409443" y="1070298"/>
                </a:lnTo>
                <a:lnTo>
                  <a:pt x="3404377" y="1069370"/>
                </a:lnTo>
                <a:close/>
              </a:path>
              <a:path w="5142230" h="2300604">
                <a:moveTo>
                  <a:pt x="3435027" y="1132970"/>
                </a:moveTo>
                <a:lnTo>
                  <a:pt x="3431429" y="1129118"/>
                </a:lnTo>
                <a:lnTo>
                  <a:pt x="3430751" y="1128099"/>
                </a:lnTo>
                <a:lnTo>
                  <a:pt x="3427956" y="1121686"/>
                </a:lnTo>
                <a:lnTo>
                  <a:pt x="3430415" y="1115912"/>
                </a:lnTo>
                <a:lnTo>
                  <a:pt x="3440756" y="1111539"/>
                </a:lnTo>
                <a:lnTo>
                  <a:pt x="3446719" y="1113913"/>
                </a:lnTo>
                <a:lnTo>
                  <a:pt x="3448951" y="1119042"/>
                </a:lnTo>
                <a:lnTo>
                  <a:pt x="3451134" y="1124215"/>
                </a:lnTo>
                <a:lnTo>
                  <a:pt x="3448718" y="1130134"/>
                </a:lnTo>
                <a:lnTo>
                  <a:pt x="3443588" y="1132360"/>
                </a:lnTo>
                <a:lnTo>
                  <a:pt x="3439522" y="1134068"/>
                </a:lnTo>
                <a:lnTo>
                  <a:pt x="3435027" y="1132970"/>
                </a:lnTo>
                <a:close/>
              </a:path>
              <a:path w="5142230" h="2300604">
                <a:moveTo>
                  <a:pt x="1802913" y="412657"/>
                </a:moveTo>
                <a:lnTo>
                  <a:pt x="1799360" y="408854"/>
                </a:lnTo>
                <a:lnTo>
                  <a:pt x="1798389" y="405469"/>
                </a:lnTo>
                <a:lnTo>
                  <a:pt x="1799165" y="402096"/>
                </a:lnTo>
                <a:lnTo>
                  <a:pt x="1800343" y="396613"/>
                </a:lnTo>
                <a:lnTo>
                  <a:pt x="1805795" y="393163"/>
                </a:lnTo>
                <a:lnTo>
                  <a:pt x="1816664" y="395610"/>
                </a:lnTo>
                <a:lnTo>
                  <a:pt x="1820163" y="401017"/>
                </a:lnTo>
                <a:lnTo>
                  <a:pt x="1818890" y="406497"/>
                </a:lnTo>
                <a:lnTo>
                  <a:pt x="1817712" y="411981"/>
                </a:lnTo>
                <a:lnTo>
                  <a:pt x="1812260" y="415430"/>
                </a:lnTo>
                <a:lnTo>
                  <a:pt x="1804718" y="413710"/>
                </a:lnTo>
                <a:lnTo>
                  <a:pt x="1802913" y="412657"/>
                </a:lnTo>
                <a:close/>
              </a:path>
              <a:path w="5142230" h="2300604">
                <a:moveTo>
                  <a:pt x="2358300" y="532921"/>
                </a:moveTo>
                <a:lnTo>
                  <a:pt x="2354747" y="529117"/>
                </a:lnTo>
                <a:lnTo>
                  <a:pt x="2353731" y="525684"/>
                </a:lnTo>
                <a:lnTo>
                  <a:pt x="2354510" y="522217"/>
                </a:lnTo>
                <a:lnTo>
                  <a:pt x="2355779" y="516831"/>
                </a:lnTo>
                <a:lnTo>
                  <a:pt x="2361227" y="513376"/>
                </a:lnTo>
                <a:lnTo>
                  <a:pt x="2366712" y="514654"/>
                </a:lnTo>
                <a:lnTo>
                  <a:pt x="2372143" y="515972"/>
                </a:lnTo>
                <a:lnTo>
                  <a:pt x="2375547" y="521375"/>
                </a:lnTo>
                <a:lnTo>
                  <a:pt x="2373002" y="532335"/>
                </a:lnTo>
                <a:lnTo>
                  <a:pt x="2367554" y="535691"/>
                </a:lnTo>
                <a:lnTo>
                  <a:pt x="2362073" y="534418"/>
                </a:lnTo>
                <a:lnTo>
                  <a:pt x="2360060" y="533925"/>
                </a:lnTo>
                <a:lnTo>
                  <a:pt x="2358300" y="532921"/>
                </a:lnTo>
                <a:close/>
              </a:path>
              <a:path w="5142230" h="2300604">
                <a:moveTo>
                  <a:pt x="2219806" y="501864"/>
                </a:moveTo>
                <a:lnTo>
                  <a:pt x="2216253" y="498060"/>
                </a:lnTo>
                <a:lnTo>
                  <a:pt x="2215188" y="494672"/>
                </a:lnTo>
                <a:lnTo>
                  <a:pt x="2215964" y="491300"/>
                </a:lnTo>
                <a:lnTo>
                  <a:pt x="2217142" y="485816"/>
                </a:lnTo>
                <a:lnTo>
                  <a:pt x="2222548" y="482318"/>
                </a:lnTo>
                <a:lnTo>
                  <a:pt x="2227983" y="483541"/>
                </a:lnTo>
                <a:lnTo>
                  <a:pt x="2233466" y="484719"/>
                </a:lnTo>
                <a:lnTo>
                  <a:pt x="2236965" y="490126"/>
                </a:lnTo>
                <a:lnTo>
                  <a:pt x="2234609" y="501093"/>
                </a:lnTo>
                <a:lnTo>
                  <a:pt x="2229157" y="504542"/>
                </a:lnTo>
                <a:lnTo>
                  <a:pt x="2221611" y="502916"/>
                </a:lnTo>
                <a:lnTo>
                  <a:pt x="2219806" y="501864"/>
                </a:lnTo>
                <a:close/>
              </a:path>
              <a:path w="5142230" h="2300604">
                <a:moveTo>
                  <a:pt x="2289110" y="517111"/>
                </a:moveTo>
                <a:lnTo>
                  <a:pt x="2285552" y="513303"/>
                </a:lnTo>
                <a:lnTo>
                  <a:pt x="2284538" y="509968"/>
                </a:lnTo>
                <a:lnTo>
                  <a:pt x="2285263" y="506542"/>
                </a:lnTo>
                <a:lnTo>
                  <a:pt x="2286540" y="501067"/>
                </a:lnTo>
                <a:lnTo>
                  <a:pt x="2291939" y="497658"/>
                </a:lnTo>
                <a:lnTo>
                  <a:pt x="2297427" y="498841"/>
                </a:lnTo>
                <a:lnTo>
                  <a:pt x="2302862" y="500064"/>
                </a:lnTo>
                <a:lnTo>
                  <a:pt x="2306311" y="505516"/>
                </a:lnTo>
                <a:lnTo>
                  <a:pt x="2305088" y="510951"/>
                </a:lnTo>
                <a:lnTo>
                  <a:pt x="2303909" y="516434"/>
                </a:lnTo>
                <a:lnTo>
                  <a:pt x="2298457" y="519884"/>
                </a:lnTo>
                <a:lnTo>
                  <a:pt x="2292977" y="518612"/>
                </a:lnTo>
                <a:lnTo>
                  <a:pt x="2290915" y="518164"/>
                </a:lnTo>
                <a:lnTo>
                  <a:pt x="2289110" y="517111"/>
                </a:lnTo>
                <a:close/>
              </a:path>
              <a:path w="5142230" h="2300604">
                <a:moveTo>
                  <a:pt x="2150398" y="486896"/>
                </a:moveTo>
                <a:lnTo>
                  <a:pt x="2146840" y="483088"/>
                </a:lnTo>
                <a:lnTo>
                  <a:pt x="2145777" y="479799"/>
                </a:lnTo>
                <a:lnTo>
                  <a:pt x="2146552" y="476426"/>
                </a:lnTo>
                <a:lnTo>
                  <a:pt x="2147680" y="470889"/>
                </a:lnTo>
                <a:lnTo>
                  <a:pt x="2153038" y="467436"/>
                </a:lnTo>
                <a:lnTo>
                  <a:pt x="2158526" y="468619"/>
                </a:lnTo>
                <a:lnTo>
                  <a:pt x="2164058" y="469752"/>
                </a:lnTo>
                <a:lnTo>
                  <a:pt x="2167552" y="475154"/>
                </a:lnTo>
                <a:lnTo>
                  <a:pt x="2165196" y="486120"/>
                </a:lnTo>
                <a:lnTo>
                  <a:pt x="2159794" y="489624"/>
                </a:lnTo>
                <a:lnTo>
                  <a:pt x="2152249" y="487998"/>
                </a:lnTo>
                <a:lnTo>
                  <a:pt x="2150398" y="486896"/>
                </a:lnTo>
                <a:close/>
              </a:path>
              <a:path w="5142230" h="2300604">
                <a:moveTo>
                  <a:pt x="2632858" y="604064"/>
                </a:moveTo>
                <a:lnTo>
                  <a:pt x="2629300" y="600255"/>
                </a:lnTo>
                <a:lnTo>
                  <a:pt x="2628298" y="596544"/>
                </a:lnTo>
                <a:lnTo>
                  <a:pt x="2629363" y="592992"/>
                </a:lnTo>
                <a:lnTo>
                  <a:pt x="2630915" y="587616"/>
                </a:lnTo>
                <a:lnTo>
                  <a:pt x="2636539" y="584545"/>
                </a:lnTo>
                <a:lnTo>
                  <a:pt x="2647296" y="587654"/>
                </a:lnTo>
                <a:lnTo>
                  <a:pt x="2650407" y="593331"/>
                </a:lnTo>
                <a:lnTo>
                  <a:pt x="2647204" y="604075"/>
                </a:lnTo>
                <a:lnTo>
                  <a:pt x="2641581" y="607146"/>
                </a:lnTo>
                <a:lnTo>
                  <a:pt x="2634429" y="605061"/>
                </a:lnTo>
                <a:lnTo>
                  <a:pt x="2632858" y="604064"/>
                </a:lnTo>
                <a:close/>
              </a:path>
              <a:path w="5142230" h="2300604">
                <a:moveTo>
                  <a:pt x="2564635" y="584793"/>
                </a:moveTo>
                <a:lnTo>
                  <a:pt x="2561082" y="580990"/>
                </a:lnTo>
                <a:lnTo>
                  <a:pt x="2560072" y="577368"/>
                </a:lnTo>
                <a:lnTo>
                  <a:pt x="2562501" y="568433"/>
                </a:lnTo>
                <a:lnTo>
                  <a:pt x="2567730" y="565429"/>
                </a:lnTo>
                <a:lnTo>
                  <a:pt x="2568086" y="565224"/>
                </a:lnTo>
                <a:lnTo>
                  <a:pt x="2578886" y="568184"/>
                </a:lnTo>
                <a:lnTo>
                  <a:pt x="2582095" y="573769"/>
                </a:lnTo>
                <a:lnTo>
                  <a:pt x="2580593" y="579199"/>
                </a:lnTo>
                <a:lnTo>
                  <a:pt x="2579135" y="584579"/>
                </a:lnTo>
                <a:lnTo>
                  <a:pt x="2573906" y="587583"/>
                </a:lnTo>
                <a:lnTo>
                  <a:pt x="2573550" y="587788"/>
                </a:lnTo>
                <a:lnTo>
                  <a:pt x="2566255" y="585745"/>
                </a:lnTo>
                <a:lnTo>
                  <a:pt x="2564635" y="584793"/>
                </a:lnTo>
                <a:close/>
              </a:path>
              <a:path w="5142230" h="2300604">
                <a:moveTo>
                  <a:pt x="2496139" y="566599"/>
                </a:moveTo>
                <a:lnTo>
                  <a:pt x="2492541" y="562747"/>
                </a:lnTo>
                <a:lnTo>
                  <a:pt x="2491528" y="559219"/>
                </a:lnTo>
                <a:lnTo>
                  <a:pt x="2492401" y="555755"/>
                </a:lnTo>
                <a:lnTo>
                  <a:pt x="2493813" y="550327"/>
                </a:lnTo>
                <a:lnTo>
                  <a:pt x="2499353" y="547069"/>
                </a:lnTo>
                <a:lnTo>
                  <a:pt x="2510210" y="549894"/>
                </a:lnTo>
                <a:lnTo>
                  <a:pt x="2513417" y="555380"/>
                </a:lnTo>
                <a:lnTo>
                  <a:pt x="2512123" y="560739"/>
                </a:lnTo>
                <a:lnTo>
                  <a:pt x="2510692" y="566245"/>
                </a:lnTo>
                <a:lnTo>
                  <a:pt x="2505211" y="569468"/>
                </a:lnTo>
                <a:lnTo>
                  <a:pt x="2499852" y="568130"/>
                </a:lnTo>
                <a:lnTo>
                  <a:pt x="2497805" y="567600"/>
                </a:lnTo>
                <a:lnTo>
                  <a:pt x="2496139" y="566599"/>
                </a:lnTo>
                <a:close/>
              </a:path>
              <a:path w="5142230" h="2300604">
                <a:moveTo>
                  <a:pt x="2427328" y="549339"/>
                </a:moveTo>
                <a:lnTo>
                  <a:pt x="2423771" y="545531"/>
                </a:lnTo>
                <a:lnTo>
                  <a:pt x="2422714" y="542053"/>
                </a:lnTo>
                <a:lnTo>
                  <a:pt x="2423587" y="538589"/>
                </a:lnTo>
                <a:lnTo>
                  <a:pt x="2424905" y="533158"/>
                </a:lnTo>
                <a:lnTo>
                  <a:pt x="2430399" y="529851"/>
                </a:lnTo>
                <a:lnTo>
                  <a:pt x="2441262" y="532487"/>
                </a:lnTo>
                <a:lnTo>
                  <a:pt x="2444618" y="537936"/>
                </a:lnTo>
                <a:lnTo>
                  <a:pt x="2443251" y="543413"/>
                </a:lnTo>
                <a:lnTo>
                  <a:pt x="2441933" y="548845"/>
                </a:lnTo>
                <a:lnTo>
                  <a:pt x="2436484" y="552200"/>
                </a:lnTo>
                <a:lnTo>
                  <a:pt x="2429039" y="550388"/>
                </a:lnTo>
                <a:lnTo>
                  <a:pt x="2427328" y="549339"/>
                </a:lnTo>
                <a:close/>
              </a:path>
              <a:path w="5142230" h="2300604">
                <a:moveTo>
                  <a:pt x="2700707" y="624596"/>
                </a:moveTo>
                <a:lnTo>
                  <a:pt x="2697154" y="620793"/>
                </a:lnTo>
                <a:lnTo>
                  <a:pt x="2696151" y="616982"/>
                </a:lnTo>
                <a:lnTo>
                  <a:pt x="2697265" y="613385"/>
                </a:lnTo>
                <a:lnTo>
                  <a:pt x="2698952" y="608055"/>
                </a:lnTo>
                <a:lnTo>
                  <a:pt x="2704676" y="605092"/>
                </a:lnTo>
                <a:lnTo>
                  <a:pt x="2710000" y="606784"/>
                </a:lnTo>
                <a:lnTo>
                  <a:pt x="2715373" y="608430"/>
                </a:lnTo>
                <a:lnTo>
                  <a:pt x="2718296" y="614100"/>
                </a:lnTo>
                <a:lnTo>
                  <a:pt x="2716645" y="619469"/>
                </a:lnTo>
                <a:lnTo>
                  <a:pt x="2714958" y="624798"/>
                </a:lnTo>
                <a:lnTo>
                  <a:pt x="2709239" y="627766"/>
                </a:lnTo>
                <a:lnTo>
                  <a:pt x="2703914" y="626074"/>
                </a:lnTo>
                <a:lnTo>
                  <a:pt x="2702179" y="625586"/>
                </a:lnTo>
                <a:lnTo>
                  <a:pt x="2700707" y="624596"/>
                </a:lnTo>
                <a:close/>
              </a:path>
              <a:path w="5142230" h="2300604">
                <a:moveTo>
                  <a:pt x="1664414" y="380325"/>
                </a:moveTo>
                <a:lnTo>
                  <a:pt x="1660861" y="376522"/>
                </a:lnTo>
                <a:lnTo>
                  <a:pt x="1659894" y="373043"/>
                </a:lnTo>
                <a:lnTo>
                  <a:pt x="1660673" y="369576"/>
                </a:lnTo>
                <a:lnTo>
                  <a:pt x="1661991" y="364144"/>
                </a:lnTo>
                <a:lnTo>
                  <a:pt x="1667534" y="360792"/>
                </a:lnTo>
                <a:lnTo>
                  <a:pt x="1678438" y="363472"/>
                </a:lnTo>
                <a:lnTo>
                  <a:pt x="1681744" y="368966"/>
                </a:lnTo>
                <a:lnTo>
                  <a:pt x="1680431" y="374403"/>
                </a:lnTo>
                <a:lnTo>
                  <a:pt x="1679064" y="379880"/>
                </a:lnTo>
                <a:lnTo>
                  <a:pt x="1673570" y="383186"/>
                </a:lnTo>
                <a:lnTo>
                  <a:pt x="1666125" y="381375"/>
                </a:lnTo>
                <a:lnTo>
                  <a:pt x="1664414" y="380325"/>
                </a:lnTo>
                <a:close/>
              </a:path>
              <a:path w="5142230" h="2300604">
                <a:moveTo>
                  <a:pt x="2080931" y="472257"/>
                </a:moveTo>
                <a:lnTo>
                  <a:pt x="2077378" y="468454"/>
                </a:lnTo>
                <a:lnTo>
                  <a:pt x="2076314" y="465066"/>
                </a:lnTo>
                <a:lnTo>
                  <a:pt x="2078219" y="456255"/>
                </a:lnTo>
                <a:lnTo>
                  <a:pt x="2083580" y="452708"/>
                </a:lnTo>
                <a:lnTo>
                  <a:pt x="2094546" y="455064"/>
                </a:lnTo>
                <a:lnTo>
                  <a:pt x="2097999" y="460422"/>
                </a:lnTo>
                <a:lnTo>
                  <a:pt x="2096915" y="465909"/>
                </a:lnTo>
                <a:lnTo>
                  <a:pt x="2095737" y="471392"/>
                </a:lnTo>
                <a:lnTo>
                  <a:pt x="2090331" y="474890"/>
                </a:lnTo>
                <a:lnTo>
                  <a:pt x="2082737" y="473310"/>
                </a:lnTo>
                <a:lnTo>
                  <a:pt x="2080931" y="472257"/>
                </a:lnTo>
                <a:close/>
              </a:path>
              <a:path w="5142230" h="2300604">
                <a:moveTo>
                  <a:pt x="1595418" y="362964"/>
                </a:moveTo>
                <a:lnTo>
                  <a:pt x="1591865" y="359161"/>
                </a:lnTo>
                <a:lnTo>
                  <a:pt x="1590852" y="355633"/>
                </a:lnTo>
                <a:lnTo>
                  <a:pt x="1593182" y="346690"/>
                </a:lnTo>
                <a:lnTo>
                  <a:pt x="1598609" y="343507"/>
                </a:lnTo>
                <a:lnTo>
                  <a:pt x="1609583" y="346262"/>
                </a:lnTo>
                <a:lnTo>
                  <a:pt x="1612841" y="351802"/>
                </a:lnTo>
                <a:lnTo>
                  <a:pt x="1611424" y="357030"/>
                </a:lnTo>
                <a:lnTo>
                  <a:pt x="1609971" y="362610"/>
                </a:lnTo>
                <a:lnTo>
                  <a:pt x="1604476" y="365916"/>
                </a:lnTo>
                <a:lnTo>
                  <a:pt x="1599169" y="364535"/>
                </a:lnTo>
                <a:lnTo>
                  <a:pt x="1597079" y="363960"/>
                </a:lnTo>
                <a:lnTo>
                  <a:pt x="1595418" y="362964"/>
                </a:lnTo>
                <a:close/>
              </a:path>
              <a:path w="5142230" h="2300604">
                <a:moveTo>
                  <a:pt x="2011419" y="457569"/>
                </a:moveTo>
                <a:lnTo>
                  <a:pt x="2007867" y="453766"/>
                </a:lnTo>
                <a:lnTo>
                  <a:pt x="2006798" y="450472"/>
                </a:lnTo>
                <a:lnTo>
                  <a:pt x="2007480" y="447096"/>
                </a:lnTo>
                <a:lnTo>
                  <a:pt x="2008658" y="441613"/>
                </a:lnTo>
                <a:lnTo>
                  <a:pt x="2014064" y="438115"/>
                </a:lnTo>
                <a:lnTo>
                  <a:pt x="2019498" y="439239"/>
                </a:lnTo>
                <a:lnTo>
                  <a:pt x="2024986" y="440422"/>
                </a:lnTo>
                <a:lnTo>
                  <a:pt x="2028533" y="445783"/>
                </a:lnTo>
                <a:lnTo>
                  <a:pt x="2026177" y="456750"/>
                </a:lnTo>
                <a:lnTo>
                  <a:pt x="2020816" y="460297"/>
                </a:lnTo>
                <a:lnTo>
                  <a:pt x="2015328" y="459114"/>
                </a:lnTo>
                <a:lnTo>
                  <a:pt x="2013225" y="458622"/>
                </a:lnTo>
                <a:lnTo>
                  <a:pt x="2011419" y="457569"/>
                </a:lnTo>
                <a:close/>
              </a:path>
              <a:path w="5142230" h="2300604">
                <a:moveTo>
                  <a:pt x="1872356" y="427956"/>
                </a:moveTo>
                <a:lnTo>
                  <a:pt x="1868804" y="424153"/>
                </a:lnTo>
                <a:lnTo>
                  <a:pt x="1867784" y="420814"/>
                </a:lnTo>
                <a:lnTo>
                  <a:pt x="1868560" y="417441"/>
                </a:lnTo>
                <a:lnTo>
                  <a:pt x="1869738" y="411958"/>
                </a:lnTo>
                <a:lnTo>
                  <a:pt x="1875145" y="408459"/>
                </a:lnTo>
                <a:lnTo>
                  <a:pt x="1880579" y="409683"/>
                </a:lnTo>
                <a:lnTo>
                  <a:pt x="1886063" y="410861"/>
                </a:lnTo>
                <a:lnTo>
                  <a:pt x="1889561" y="416267"/>
                </a:lnTo>
                <a:lnTo>
                  <a:pt x="1888337" y="421702"/>
                </a:lnTo>
                <a:lnTo>
                  <a:pt x="1887159" y="427186"/>
                </a:lnTo>
                <a:lnTo>
                  <a:pt x="1881753" y="430684"/>
                </a:lnTo>
                <a:lnTo>
                  <a:pt x="1874203" y="429053"/>
                </a:lnTo>
                <a:lnTo>
                  <a:pt x="1872356" y="427956"/>
                </a:lnTo>
                <a:close/>
              </a:path>
              <a:path w="5142230" h="2300604">
                <a:moveTo>
                  <a:pt x="1941908" y="442882"/>
                </a:moveTo>
                <a:lnTo>
                  <a:pt x="1938355" y="439078"/>
                </a:lnTo>
                <a:lnTo>
                  <a:pt x="1937287" y="435784"/>
                </a:lnTo>
                <a:lnTo>
                  <a:pt x="1939146" y="426925"/>
                </a:lnTo>
                <a:lnTo>
                  <a:pt x="1944553" y="423427"/>
                </a:lnTo>
                <a:lnTo>
                  <a:pt x="1955474" y="425734"/>
                </a:lnTo>
                <a:lnTo>
                  <a:pt x="1959021" y="431095"/>
                </a:lnTo>
                <a:lnTo>
                  <a:pt x="1956665" y="442062"/>
                </a:lnTo>
                <a:lnTo>
                  <a:pt x="1951258" y="445560"/>
                </a:lnTo>
                <a:lnTo>
                  <a:pt x="1945820" y="444431"/>
                </a:lnTo>
                <a:lnTo>
                  <a:pt x="1943713" y="443934"/>
                </a:lnTo>
                <a:lnTo>
                  <a:pt x="1941908" y="442882"/>
                </a:lnTo>
                <a:close/>
              </a:path>
              <a:path w="5142230" h="2300604">
                <a:moveTo>
                  <a:pt x="3094668" y="782798"/>
                </a:moveTo>
                <a:lnTo>
                  <a:pt x="3091070" y="778946"/>
                </a:lnTo>
                <a:lnTo>
                  <a:pt x="3090330" y="774341"/>
                </a:lnTo>
                <a:lnTo>
                  <a:pt x="3092301" y="770391"/>
                </a:lnTo>
                <a:lnTo>
                  <a:pt x="3094877" y="765427"/>
                </a:lnTo>
                <a:lnTo>
                  <a:pt x="3100987" y="763463"/>
                </a:lnTo>
                <a:lnTo>
                  <a:pt x="3105951" y="766040"/>
                </a:lnTo>
                <a:lnTo>
                  <a:pt x="3110961" y="768573"/>
                </a:lnTo>
                <a:lnTo>
                  <a:pt x="3112927" y="774681"/>
                </a:lnTo>
                <a:lnTo>
                  <a:pt x="3110400" y="779698"/>
                </a:lnTo>
                <a:lnTo>
                  <a:pt x="3107775" y="784707"/>
                </a:lnTo>
                <a:lnTo>
                  <a:pt x="3101784" y="786603"/>
                </a:lnTo>
                <a:lnTo>
                  <a:pt x="3095635" y="783539"/>
                </a:lnTo>
                <a:lnTo>
                  <a:pt x="3094668" y="782798"/>
                </a:lnTo>
                <a:close/>
              </a:path>
              <a:path w="5142230" h="2300604">
                <a:moveTo>
                  <a:pt x="1700059" y="319269"/>
                </a:moveTo>
                <a:lnTo>
                  <a:pt x="1696642" y="315612"/>
                </a:lnTo>
                <a:lnTo>
                  <a:pt x="1695668" y="312321"/>
                </a:lnTo>
                <a:lnTo>
                  <a:pt x="1697658" y="303797"/>
                </a:lnTo>
                <a:lnTo>
                  <a:pt x="1702866" y="300575"/>
                </a:lnTo>
                <a:lnTo>
                  <a:pt x="1713359" y="303010"/>
                </a:lnTo>
                <a:lnTo>
                  <a:pt x="1716580" y="308218"/>
                </a:lnTo>
                <a:lnTo>
                  <a:pt x="1714141" y="318705"/>
                </a:lnTo>
                <a:lnTo>
                  <a:pt x="1708889" y="321977"/>
                </a:lnTo>
                <a:lnTo>
                  <a:pt x="1703692" y="320715"/>
                </a:lnTo>
                <a:lnTo>
                  <a:pt x="1701724" y="320270"/>
                </a:lnTo>
                <a:lnTo>
                  <a:pt x="1700059" y="319269"/>
                </a:lnTo>
                <a:close/>
              </a:path>
              <a:path w="5142230" h="2300604">
                <a:moveTo>
                  <a:pt x="1838480" y="350933"/>
                </a:moveTo>
                <a:lnTo>
                  <a:pt x="1835064" y="347276"/>
                </a:lnTo>
                <a:lnTo>
                  <a:pt x="1834046" y="344035"/>
                </a:lnTo>
                <a:lnTo>
                  <a:pt x="1834819" y="340757"/>
                </a:lnTo>
                <a:lnTo>
                  <a:pt x="1835987" y="335557"/>
                </a:lnTo>
                <a:lnTo>
                  <a:pt x="1841194" y="332236"/>
                </a:lnTo>
                <a:lnTo>
                  <a:pt x="1851645" y="334626"/>
                </a:lnTo>
                <a:lnTo>
                  <a:pt x="1854911" y="339784"/>
                </a:lnTo>
                <a:lnTo>
                  <a:pt x="1853793" y="345038"/>
                </a:lnTo>
                <a:lnTo>
                  <a:pt x="1852624" y="350239"/>
                </a:lnTo>
                <a:lnTo>
                  <a:pt x="1847413" y="353555"/>
                </a:lnTo>
                <a:lnTo>
                  <a:pt x="1840199" y="351893"/>
                </a:lnTo>
                <a:lnTo>
                  <a:pt x="1838480" y="350933"/>
                </a:lnTo>
                <a:close/>
              </a:path>
              <a:path w="5142230" h="2300604">
                <a:moveTo>
                  <a:pt x="3518738" y="1206257"/>
                </a:moveTo>
                <a:lnTo>
                  <a:pt x="3515276" y="1202551"/>
                </a:lnTo>
                <a:lnTo>
                  <a:pt x="3514605" y="1201442"/>
                </a:lnTo>
                <a:lnTo>
                  <a:pt x="3514124" y="1200148"/>
                </a:lnTo>
                <a:lnTo>
                  <a:pt x="3512367" y="1195041"/>
                </a:lnTo>
                <a:lnTo>
                  <a:pt x="3515014" y="1189464"/>
                </a:lnTo>
                <a:lnTo>
                  <a:pt x="3525252" y="1185959"/>
                </a:lnTo>
                <a:lnTo>
                  <a:pt x="3530713" y="1188678"/>
                </a:lnTo>
                <a:lnTo>
                  <a:pt x="3534235" y="1198801"/>
                </a:lnTo>
                <a:lnTo>
                  <a:pt x="3531543" y="1204329"/>
                </a:lnTo>
                <a:lnTo>
                  <a:pt x="3522757" y="1207433"/>
                </a:lnTo>
                <a:lnTo>
                  <a:pt x="3518738" y="1206257"/>
                </a:lnTo>
                <a:close/>
              </a:path>
              <a:path w="5142230" h="2300604">
                <a:moveTo>
                  <a:pt x="3541184" y="1273586"/>
                </a:moveTo>
                <a:lnTo>
                  <a:pt x="3537722" y="1269880"/>
                </a:lnTo>
                <a:lnTo>
                  <a:pt x="3536960" y="1268674"/>
                </a:lnTo>
                <a:lnTo>
                  <a:pt x="3536537" y="1267244"/>
                </a:lnTo>
                <a:lnTo>
                  <a:pt x="3534865" y="1262131"/>
                </a:lnTo>
                <a:lnTo>
                  <a:pt x="3537700" y="1256661"/>
                </a:lnTo>
                <a:lnTo>
                  <a:pt x="3547632" y="1253413"/>
                </a:lnTo>
                <a:lnTo>
                  <a:pt x="3547912" y="1253322"/>
                </a:lnTo>
                <a:lnTo>
                  <a:pt x="3553431" y="1256200"/>
                </a:lnTo>
                <a:lnTo>
                  <a:pt x="3555009" y="1261310"/>
                </a:lnTo>
                <a:lnTo>
                  <a:pt x="3556672" y="1266414"/>
                </a:lnTo>
                <a:lnTo>
                  <a:pt x="3553846" y="1271893"/>
                </a:lnTo>
                <a:lnTo>
                  <a:pt x="3548734" y="1273555"/>
                </a:lnTo>
                <a:lnTo>
                  <a:pt x="3545059" y="1274705"/>
                </a:lnTo>
                <a:lnTo>
                  <a:pt x="3541184" y="1273586"/>
                </a:lnTo>
                <a:close/>
              </a:path>
              <a:path w="5142230" h="2300604">
                <a:moveTo>
                  <a:pt x="1977187" y="381435"/>
                </a:moveTo>
                <a:lnTo>
                  <a:pt x="1973771" y="377778"/>
                </a:lnTo>
                <a:lnTo>
                  <a:pt x="1972749" y="374533"/>
                </a:lnTo>
                <a:lnTo>
                  <a:pt x="1973472" y="371300"/>
                </a:lnTo>
                <a:lnTo>
                  <a:pt x="1974595" y="366051"/>
                </a:lnTo>
                <a:lnTo>
                  <a:pt x="1979802" y="362730"/>
                </a:lnTo>
                <a:lnTo>
                  <a:pt x="1985007" y="363903"/>
                </a:lnTo>
                <a:lnTo>
                  <a:pt x="1990257" y="365026"/>
                </a:lnTo>
                <a:lnTo>
                  <a:pt x="1993617" y="370187"/>
                </a:lnTo>
                <a:lnTo>
                  <a:pt x="1992494" y="375437"/>
                </a:lnTo>
                <a:lnTo>
                  <a:pt x="1991327" y="380736"/>
                </a:lnTo>
                <a:lnTo>
                  <a:pt x="1986160" y="384002"/>
                </a:lnTo>
                <a:lnTo>
                  <a:pt x="1980915" y="382884"/>
                </a:lnTo>
                <a:lnTo>
                  <a:pt x="1978898" y="382485"/>
                </a:lnTo>
                <a:lnTo>
                  <a:pt x="1977187" y="381435"/>
                </a:lnTo>
                <a:close/>
              </a:path>
              <a:path w="5142230" h="2300604">
                <a:moveTo>
                  <a:pt x="1769243" y="335268"/>
                </a:moveTo>
                <a:lnTo>
                  <a:pt x="1765826" y="331611"/>
                </a:lnTo>
                <a:lnTo>
                  <a:pt x="1764804" y="328365"/>
                </a:lnTo>
                <a:lnTo>
                  <a:pt x="1766793" y="319841"/>
                </a:lnTo>
                <a:lnTo>
                  <a:pt x="1771997" y="316614"/>
                </a:lnTo>
                <a:lnTo>
                  <a:pt x="1782444" y="319000"/>
                </a:lnTo>
                <a:lnTo>
                  <a:pt x="1785719" y="324168"/>
                </a:lnTo>
                <a:lnTo>
                  <a:pt x="1784502" y="329414"/>
                </a:lnTo>
                <a:lnTo>
                  <a:pt x="1783330" y="334708"/>
                </a:lnTo>
                <a:lnTo>
                  <a:pt x="1778122" y="337930"/>
                </a:lnTo>
                <a:lnTo>
                  <a:pt x="1770903" y="336264"/>
                </a:lnTo>
                <a:lnTo>
                  <a:pt x="1769243" y="335268"/>
                </a:lnTo>
                <a:close/>
              </a:path>
              <a:path w="5142230" h="2300604">
                <a:moveTo>
                  <a:pt x="1907781" y="366274"/>
                </a:moveTo>
                <a:lnTo>
                  <a:pt x="1904365" y="362617"/>
                </a:lnTo>
                <a:lnTo>
                  <a:pt x="1903393" y="359426"/>
                </a:lnTo>
                <a:lnTo>
                  <a:pt x="1905288" y="350898"/>
                </a:lnTo>
                <a:lnTo>
                  <a:pt x="1910446" y="347623"/>
                </a:lnTo>
                <a:lnTo>
                  <a:pt x="1920949" y="349873"/>
                </a:lnTo>
                <a:lnTo>
                  <a:pt x="1924261" y="355080"/>
                </a:lnTo>
                <a:lnTo>
                  <a:pt x="1921925" y="365580"/>
                </a:lnTo>
                <a:lnTo>
                  <a:pt x="1916763" y="368851"/>
                </a:lnTo>
                <a:lnTo>
                  <a:pt x="1911513" y="367728"/>
                </a:lnTo>
                <a:lnTo>
                  <a:pt x="1909546" y="367283"/>
                </a:lnTo>
                <a:lnTo>
                  <a:pt x="1907781" y="366274"/>
                </a:lnTo>
                <a:close/>
              </a:path>
              <a:path w="5142230" h="2300604">
                <a:moveTo>
                  <a:pt x="4267840" y="2283113"/>
                </a:moveTo>
                <a:lnTo>
                  <a:pt x="4263911" y="2278907"/>
                </a:lnTo>
                <a:lnTo>
                  <a:pt x="4263675" y="2273572"/>
                </a:lnTo>
                <a:lnTo>
                  <a:pt x="4266738" y="2269715"/>
                </a:lnTo>
                <a:lnTo>
                  <a:pt x="4270138" y="2265535"/>
                </a:lnTo>
                <a:lnTo>
                  <a:pt x="4276244" y="2264936"/>
                </a:lnTo>
                <a:lnTo>
                  <a:pt x="4284564" y="2271691"/>
                </a:lnTo>
                <a:lnTo>
                  <a:pt x="4285248" y="2277800"/>
                </a:lnTo>
                <a:lnTo>
                  <a:pt x="4278502" y="2286120"/>
                </a:lnTo>
                <a:lnTo>
                  <a:pt x="4272384" y="2286804"/>
                </a:lnTo>
                <a:lnTo>
                  <a:pt x="4267840" y="2283113"/>
                </a:lnTo>
                <a:close/>
              </a:path>
              <a:path w="5142230" h="2300604">
                <a:moveTo>
                  <a:pt x="3562436" y="1341300"/>
                </a:moveTo>
                <a:lnTo>
                  <a:pt x="3558975" y="1337594"/>
                </a:lnTo>
                <a:lnTo>
                  <a:pt x="3558262" y="1336343"/>
                </a:lnTo>
                <a:lnTo>
                  <a:pt x="3556215" y="1329753"/>
                </a:lnTo>
                <a:lnTo>
                  <a:pt x="3559091" y="1324328"/>
                </a:lnTo>
                <a:lnTo>
                  <a:pt x="3564201" y="1322760"/>
                </a:lnTo>
                <a:lnTo>
                  <a:pt x="3569354" y="1321141"/>
                </a:lnTo>
                <a:lnTo>
                  <a:pt x="3574780" y="1324017"/>
                </a:lnTo>
                <a:lnTo>
                  <a:pt x="3577926" y="1334227"/>
                </a:lnTo>
                <a:lnTo>
                  <a:pt x="3575096" y="1339701"/>
                </a:lnTo>
                <a:lnTo>
                  <a:pt x="3566268" y="1342469"/>
                </a:lnTo>
                <a:lnTo>
                  <a:pt x="3562436" y="1341300"/>
                </a:lnTo>
                <a:close/>
              </a:path>
              <a:path w="5142230" h="2300604">
                <a:moveTo>
                  <a:pt x="3193834" y="752791"/>
                </a:moveTo>
                <a:lnTo>
                  <a:pt x="3189722" y="748389"/>
                </a:lnTo>
                <a:lnTo>
                  <a:pt x="3189193" y="743622"/>
                </a:lnTo>
                <a:lnTo>
                  <a:pt x="3194259" y="735653"/>
                </a:lnTo>
                <a:lnTo>
                  <a:pt x="3194481" y="735304"/>
                </a:lnTo>
                <a:lnTo>
                  <a:pt x="3200517" y="733947"/>
                </a:lnTo>
                <a:lnTo>
                  <a:pt x="3205001" y="736890"/>
                </a:lnTo>
                <a:lnTo>
                  <a:pt x="3209530" y="739782"/>
                </a:lnTo>
                <a:lnTo>
                  <a:pt x="3210881" y="745824"/>
                </a:lnTo>
                <a:lnTo>
                  <a:pt x="3208166" y="749953"/>
                </a:lnTo>
                <a:lnTo>
                  <a:pt x="3205048" y="754825"/>
                </a:lnTo>
                <a:lnTo>
                  <a:pt x="3199060" y="756136"/>
                </a:lnTo>
                <a:lnTo>
                  <a:pt x="3193834" y="752791"/>
                </a:lnTo>
                <a:close/>
              </a:path>
              <a:path w="5142230" h="2300604">
                <a:moveTo>
                  <a:pt x="3252032" y="793489"/>
                </a:moveTo>
                <a:lnTo>
                  <a:pt x="3247591" y="788735"/>
                </a:lnTo>
                <a:lnTo>
                  <a:pt x="3247314" y="783651"/>
                </a:lnTo>
                <a:lnTo>
                  <a:pt x="3250229" y="779833"/>
                </a:lnTo>
                <a:lnTo>
                  <a:pt x="3253440" y="775546"/>
                </a:lnTo>
                <a:lnTo>
                  <a:pt x="3259556" y="774763"/>
                </a:lnTo>
                <a:lnTo>
                  <a:pt x="3263788" y="778023"/>
                </a:lnTo>
                <a:lnTo>
                  <a:pt x="3268070" y="781237"/>
                </a:lnTo>
                <a:lnTo>
                  <a:pt x="3268903" y="787307"/>
                </a:lnTo>
                <a:lnTo>
                  <a:pt x="3262428" y="795921"/>
                </a:lnTo>
                <a:lnTo>
                  <a:pt x="3256311" y="796705"/>
                </a:lnTo>
                <a:lnTo>
                  <a:pt x="3252032" y="793489"/>
                </a:lnTo>
                <a:close/>
              </a:path>
              <a:path w="5142230" h="2300604">
                <a:moveTo>
                  <a:pt x="3305058" y="838917"/>
                </a:moveTo>
                <a:lnTo>
                  <a:pt x="3301182" y="834767"/>
                </a:lnTo>
                <a:lnTo>
                  <a:pt x="3301198" y="828918"/>
                </a:lnTo>
                <a:lnTo>
                  <a:pt x="3304820" y="825169"/>
                </a:lnTo>
                <a:lnTo>
                  <a:pt x="3308492" y="821282"/>
                </a:lnTo>
                <a:lnTo>
                  <a:pt x="3314680" y="821163"/>
                </a:lnTo>
                <a:lnTo>
                  <a:pt x="3322400" y="828643"/>
                </a:lnTo>
                <a:lnTo>
                  <a:pt x="3322478" y="834788"/>
                </a:lnTo>
                <a:lnTo>
                  <a:pt x="3318806" y="838675"/>
                </a:lnTo>
                <a:lnTo>
                  <a:pt x="3315086" y="842516"/>
                </a:lnTo>
                <a:lnTo>
                  <a:pt x="3308898" y="842635"/>
                </a:lnTo>
                <a:lnTo>
                  <a:pt x="3305058" y="838917"/>
                </a:lnTo>
                <a:close/>
              </a:path>
              <a:path w="5142230" h="2300604">
                <a:moveTo>
                  <a:pt x="2871628" y="605912"/>
                </a:moveTo>
                <a:lnTo>
                  <a:pt x="2868212" y="602255"/>
                </a:lnTo>
                <a:lnTo>
                  <a:pt x="2867300" y="598542"/>
                </a:lnTo>
                <a:lnTo>
                  <a:pt x="2870089" y="590091"/>
                </a:lnTo>
                <a:lnTo>
                  <a:pt x="2870137" y="589947"/>
                </a:lnTo>
                <a:lnTo>
                  <a:pt x="2875711" y="587214"/>
                </a:lnTo>
                <a:lnTo>
                  <a:pt x="2885839" y="590628"/>
                </a:lnTo>
                <a:lnTo>
                  <a:pt x="2888580" y="596103"/>
                </a:lnTo>
                <a:lnTo>
                  <a:pt x="2885255" y="606131"/>
                </a:lnTo>
                <a:lnTo>
                  <a:pt x="2885207" y="606275"/>
                </a:lnTo>
                <a:lnTo>
                  <a:pt x="2879684" y="609061"/>
                </a:lnTo>
                <a:lnTo>
                  <a:pt x="2873014" y="606809"/>
                </a:lnTo>
                <a:lnTo>
                  <a:pt x="2871628" y="605912"/>
                </a:lnTo>
                <a:close/>
              </a:path>
              <a:path w="5142230" h="2300604">
                <a:moveTo>
                  <a:pt x="2804051" y="584303"/>
                </a:moveTo>
                <a:lnTo>
                  <a:pt x="2800635" y="580646"/>
                </a:lnTo>
                <a:lnTo>
                  <a:pt x="2799720" y="577027"/>
                </a:lnTo>
                <a:lnTo>
                  <a:pt x="2802324" y="568476"/>
                </a:lnTo>
                <a:lnTo>
                  <a:pt x="2807806" y="565547"/>
                </a:lnTo>
                <a:lnTo>
                  <a:pt x="2818083" y="568730"/>
                </a:lnTo>
                <a:lnTo>
                  <a:pt x="2820914" y="574203"/>
                </a:lnTo>
                <a:lnTo>
                  <a:pt x="2819376" y="579301"/>
                </a:lnTo>
                <a:lnTo>
                  <a:pt x="2817780" y="584435"/>
                </a:lnTo>
                <a:lnTo>
                  <a:pt x="2812352" y="587324"/>
                </a:lnTo>
                <a:lnTo>
                  <a:pt x="2805531" y="585203"/>
                </a:lnTo>
                <a:lnTo>
                  <a:pt x="2804051" y="584303"/>
                </a:lnTo>
                <a:close/>
              </a:path>
              <a:path w="5142230" h="2300604">
                <a:moveTo>
                  <a:pt x="3069282" y="683974"/>
                </a:moveTo>
                <a:lnTo>
                  <a:pt x="3065815" y="680263"/>
                </a:lnTo>
                <a:lnTo>
                  <a:pt x="3065063" y="676035"/>
                </a:lnTo>
                <a:lnTo>
                  <a:pt x="3069088" y="667444"/>
                </a:lnTo>
                <a:lnTo>
                  <a:pt x="3074914" y="665371"/>
                </a:lnTo>
                <a:lnTo>
                  <a:pt x="3079745" y="667707"/>
                </a:lnTo>
                <a:lnTo>
                  <a:pt x="3084623" y="669999"/>
                </a:lnTo>
                <a:lnTo>
                  <a:pt x="3086694" y="675834"/>
                </a:lnTo>
                <a:lnTo>
                  <a:pt x="3082022" y="685495"/>
                </a:lnTo>
                <a:lnTo>
                  <a:pt x="3076283" y="687560"/>
                </a:lnTo>
                <a:lnTo>
                  <a:pt x="3070247" y="684716"/>
                </a:lnTo>
                <a:lnTo>
                  <a:pt x="3069282" y="683974"/>
                </a:lnTo>
                <a:close/>
              </a:path>
              <a:path w="5142230" h="2300604">
                <a:moveTo>
                  <a:pt x="3943192" y="2006745"/>
                </a:moveTo>
                <a:lnTo>
                  <a:pt x="3939452" y="2002741"/>
                </a:lnTo>
                <a:lnTo>
                  <a:pt x="3939422" y="1996844"/>
                </a:lnTo>
                <a:lnTo>
                  <a:pt x="3943088" y="1993145"/>
                </a:lnTo>
                <a:lnTo>
                  <a:pt x="3946856" y="1989260"/>
                </a:lnTo>
                <a:lnTo>
                  <a:pt x="3952996" y="1989186"/>
                </a:lnTo>
                <a:lnTo>
                  <a:pt x="3960669" y="1996618"/>
                </a:lnTo>
                <a:lnTo>
                  <a:pt x="3960793" y="2002812"/>
                </a:lnTo>
                <a:lnTo>
                  <a:pt x="3957026" y="2006696"/>
                </a:lnTo>
                <a:lnTo>
                  <a:pt x="3953262" y="2010487"/>
                </a:lnTo>
                <a:lnTo>
                  <a:pt x="3947122" y="2010561"/>
                </a:lnTo>
                <a:lnTo>
                  <a:pt x="3943192" y="2006745"/>
                </a:lnTo>
                <a:close/>
              </a:path>
              <a:path w="5142230" h="2300604">
                <a:moveTo>
                  <a:pt x="3848804" y="1907366"/>
                </a:moveTo>
                <a:lnTo>
                  <a:pt x="3845018" y="1903314"/>
                </a:lnTo>
                <a:lnTo>
                  <a:pt x="3841480" y="1899233"/>
                </a:lnTo>
                <a:lnTo>
                  <a:pt x="3841877" y="1893109"/>
                </a:lnTo>
                <a:lnTo>
                  <a:pt x="3849445" y="1886548"/>
                </a:lnTo>
                <a:lnTo>
                  <a:pt x="3850001" y="1886068"/>
                </a:lnTo>
                <a:lnTo>
                  <a:pt x="3856165" y="1886509"/>
                </a:lnTo>
                <a:lnTo>
                  <a:pt x="3863211" y="1894638"/>
                </a:lnTo>
                <a:lnTo>
                  <a:pt x="3862719" y="1900758"/>
                </a:lnTo>
                <a:lnTo>
                  <a:pt x="3859233" y="1903771"/>
                </a:lnTo>
                <a:lnTo>
                  <a:pt x="3858677" y="1904251"/>
                </a:lnTo>
                <a:lnTo>
                  <a:pt x="3854739" y="1907757"/>
                </a:lnTo>
                <a:lnTo>
                  <a:pt x="3848804" y="1907366"/>
                </a:lnTo>
                <a:close/>
              </a:path>
              <a:path w="5142230" h="2300604">
                <a:moveTo>
                  <a:pt x="2392878" y="473948"/>
                </a:moveTo>
                <a:lnTo>
                  <a:pt x="2389461" y="470291"/>
                </a:lnTo>
                <a:lnTo>
                  <a:pt x="2389123" y="469146"/>
                </a:lnTo>
                <a:lnTo>
                  <a:pt x="2388506" y="466923"/>
                </a:lnTo>
                <a:lnTo>
                  <a:pt x="2390527" y="458529"/>
                </a:lnTo>
                <a:lnTo>
                  <a:pt x="2395731" y="455303"/>
                </a:lnTo>
                <a:lnTo>
                  <a:pt x="2400982" y="456525"/>
                </a:lnTo>
                <a:lnTo>
                  <a:pt x="2406179" y="457788"/>
                </a:lnTo>
                <a:lnTo>
                  <a:pt x="2409401" y="462996"/>
                </a:lnTo>
                <a:lnTo>
                  <a:pt x="2408184" y="468242"/>
                </a:lnTo>
                <a:lnTo>
                  <a:pt x="2406921" y="473439"/>
                </a:lnTo>
                <a:lnTo>
                  <a:pt x="2401713" y="476661"/>
                </a:lnTo>
                <a:lnTo>
                  <a:pt x="2396466" y="475444"/>
                </a:lnTo>
                <a:lnTo>
                  <a:pt x="2394548" y="474954"/>
                </a:lnTo>
                <a:lnTo>
                  <a:pt x="2392878" y="473948"/>
                </a:lnTo>
                <a:close/>
              </a:path>
              <a:path w="5142230" h="2300604">
                <a:moveTo>
                  <a:pt x="2667787" y="544588"/>
                </a:moveTo>
                <a:lnTo>
                  <a:pt x="2664371" y="540931"/>
                </a:lnTo>
                <a:lnTo>
                  <a:pt x="2663452" y="537406"/>
                </a:lnTo>
                <a:lnTo>
                  <a:pt x="2664367" y="533987"/>
                </a:lnTo>
                <a:lnTo>
                  <a:pt x="2665819" y="528895"/>
                </a:lnTo>
                <a:lnTo>
                  <a:pt x="2670790" y="526103"/>
                </a:lnTo>
                <a:lnTo>
                  <a:pt x="2671210" y="525868"/>
                </a:lnTo>
                <a:lnTo>
                  <a:pt x="2681546" y="528722"/>
                </a:lnTo>
                <a:lnTo>
                  <a:pt x="2684573" y="534112"/>
                </a:lnTo>
                <a:lnTo>
                  <a:pt x="2683076" y="539255"/>
                </a:lnTo>
                <a:lnTo>
                  <a:pt x="2681624" y="544445"/>
                </a:lnTo>
                <a:lnTo>
                  <a:pt x="2676229" y="547467"/>
                </a:lnTo>
                <a:lnTo>
                  <a:pt x="2671137" y="546024"/>
                </a:lnTo>
                <a:lnTo>
                  <a:pt x="2669313" y="545537"/>
                </a:lnTo>
                <a:lnTo>
                  <a:pt x="2667787" y="544588"/>
                </a:lnTo>
                <a:close/>
              </a:path>
              <a:path w="5142230" h="2300604">
                <a:moveTo>
                  <a:pt x="2530710" y="507815"/>
                </a:moveTo>
                <a:lnTo>
                  <a:pt x="2527344" y="504212"/>
                </a:lnTo>
                <a:lnTo>
                  <a:pt x="2526328" y="500778"/>
                </a:lnTo>
                <a:lnTo>
                  <a:pt x="2527194" y="497503"/>
                </a:lnTo>
                <a:lnTo>
                  <a:pt x="2528506" y="492260"/>
                </a:lnTo>
                <a:lnTo>
                  <a:pt x="2533801" y="489131"/>
                </a:lnTo>
                <a:lnTo>
                  <a:pt x="2538999" y="490493"/>
                </a:lnTo>
                <a:lnTo>
                  <a:pt x="2544242" y="491804"/>
                </a:lnTo>
                <a:lnTo>
                  <a:pt x="2547367" y="497104"/>
                </a:lnTo>
                <a:lnTo>
                  <a:pt x="2544652" y="507492"/>
                </a:lnTo>
                <a:lnTo>
                  <a:pt x="2539457" y="510630"/>
                </a:lnTo>
                <a:lnTo>
                  <a:pt x="2534321" y="509335"/>
                </a:lnTo>
                <a:lnTo>
                  <a:pt x="2532331" y="508866"/>
                </a:lnTo>
                <a:lnTo>
                  <a:pt x="2530710" y="507815"/>
                </a:lnTo>
                <a:close/>
              </a:path>
              <a:path w="5142230" h="2300604">
                <a:moveTo>
                  <a:pt x="2599360" y="525783"/>
                </a:moveTo>
                <a:lnTo>
                  <a:pt x="2595943" y="522126"/>
                </a:lnTo>
                <a:lnTo>
                  <a:pt x="2594968" y="518736"/>
                </a:lnTo>
                <a:lnTo>
                  <a:pt x="2597294" y="510181"/>
                </a:lnTo>
                <a:lnTo>
                  <a:pt x="2602402" y="507242"/>
                </a:lnTo>
                <a:lnTo>
                  <a:pt x="2602639" y="507105"/>
                </a:lnTo>
                <a:lnTo>
                  <a:pt x="2607780" y="508503"/>
                </a:lnTo>
                <a:lnTo>
                  <a:pt x="2612978" y="509865"/>
                </a:lnTo>
                <a:lnTo>
                  <a:pt x="2616049" y="515205"/>
                </a:lnTo>
                <a:lnTo>
                  <a:pt x="2614647" y="520350"/>
                </a:lnTo>
                <a:lnTo>
                  <a:pt x="2613294" y="525549"/>
                </a:lnTo>
                <a:lnTo>
                  <a:pt x="2607949" y="528625"/>
                </a:lnTo>
                <a:lnTo>
                  <a:pt x="2600931" y="526781"/>
                </a:lnTo>
                <a:lnTo>
                  <a:pt x="2599360" y="525783"/>
                </a:lnTo>
                <a:close/>
              </a:path>
              <a:path w="5142230" h="2300604">
                <a:moveTo>
                  <a:pt x="3896718" y="1960026"/>
                </a:moveTo>
                <a:lnTo>
                  <a:pt x="3889385" y="1952175"/>
                </a:lnTo>
                <a:lnTo>
                  <a:pt x="3889549" y="1946096"/>
                </a:lnTo>
                <a:lnTo>
                  <a:pt x="3893404" y="1942403"/>
                </a:lnTo>
                <a:lnTo>
                  <a:pt x="3897255" y="1938705"/>
                </a:lnTo>
                <a:lnTo>
                  <a:pt x="3903626" y="1938878"/>
                </a:lnTo>
                <a:lnTo>
                  <a:pt x="3910870" y="1946632"/>
                </a:lnTo>
                <a:lnTo>
                  <a:pt x="3910702" y="1952806"/>
                </a:lnTo>
                <a:lnTo>
                  <a:pt x="3902902" y="1960194"/>
                </a:lnTo>
                <a:lnTo>
                  <a:pt x="3896718" y="1960026"/>
                </a:lnTo>
                <a:close/>
              </a:path>
              <a:path w="5142230" h="2300604">
                <a:moveTo>
                  <a:pt x="3132392" y="716147"/>
                </a:moveTo>
                <a:lnTo>
                  <a:pt x="3128885" y="712392"/>
                </a:lnTo>
                <a:lnTo>
                  <a:pt x="3128141" y="707882"/>
                </a:lnTo>
                <a:lnTo>
                  <a:pt x="3130253" y="704083"/>
                </a:lnTo>
                <a:lnTo>
                  <a:pt x="3132819" y="699403"/>
                </a:lnTo>
                <a:lnTo>
                  <a:pt x="3138775" y="697665"/>
                </a:lnTo>
                <a:lnTo>
                  <a:pt x="3148187" y="702853"/>
                </a:lnTo>
                <a:lnTo>
                  <a:pt x="3149874" y="708764"/>
                </a:lnTo>
                <a:lnTo>
                  <a:pt x="3144690" y="718172"/>
                </a:lnTo>
                <a:lnTo>
                  <a:pt x="3138775" y="719854"/>
                </a:lnTo>
                <a:lnTo>
                  <a:pt x="3133170" y="716789"/>
                </a:lnTo>
                <a:lnTo>
                  <a:pt x="3132392" y="716147"/>
                </a:lnTo>
                <a:close/>
              </a:path>
              <a:path w="5142230" h="2300604">
                <a:moveTo>
                  <a:pt x="2461855" y="490605"/>
                </a:moveTo>
                <a:lnTo>
                  <a:pt x="2458439" y="486948"/>
                </a:lnTo>
                <a:lnTo>
                  <a:pt x="2457514" y="483612"/>
                </a:lnTo>
                <a:lnTo>
                  <a:pt x="2458286" y="480333"/>
                </a:lnTo>
                <a:lnTo>
                  <a:pt x="2459598" y="475091"/>
                </a:lnTo>
                <a:lnTo>
                  <a:pt x="2464852" y="471918"/>
                </a:lnTo>
                <a:lnTo>
                  <a:pt x="2470044" y="473175"/>
                </a:lnTo>
                <a:lnTo>
                  <a:pt x="2475292" y="474492"/>
                </a:lnTo>
                <a:lnTo>
                  <a:pt x="2478465" y="479746"/>
                </a:lnTo>
                <a:lnTo>
                  <a:pt x="2477198" y="484938"/>
                </a:lnTo>
                <a:lnTo>
                  <a:pt x="2475886" y="490181"/>
                </a:lnTo>
                <a:lnTo>
                  <a:pt x="2470632" y="493354"/>
                </a:lnTo>
                <a:lnTo>
                  <a:pt x="2465439" y="492096"/>
                </a:lnTo>
                <a:lnTo>
                  <a:pt x="2463521" y="491606"/>
                </a:lnTo>
                <a:lnTo>
                  <a:pt x="2461855" y="490605"/>
                </a:lnTo>
                <a:close/>
              </a:path>
              <a:path w="5142230" h="2300604">
                <a:moveTo>
                  <a:pt x="2736052" y="564002"/>
                </a:moveTo>
                <a:lnTo>
                  <a:pt x="2732636" y="560345"/>
                </a:lnTo>
                <a:lnTo>
                  <a:pt x="2731669" y="556865"/>
                </a:lnTo>
                <a:lnTo>
                  <a:pt x="2732636" y="553405"/>
                </a:lnTo>
                <a:lnTo>
                  <a:pt x="2734133" y="548263"/>
                </a:lnTo>
                <a:lnTo>
                  <a:pt x="2739569" y="545285"/>
                </a:lnTo>
                <a:lnTo>
                  <a:pt x="2749854" y="548279"/>
                </a:lnTo>
                <a:lnTo>
                  <a:pt x="2752827" y="553710"/>
                </a:lnTo>
                <a:lnTo>
                  <a:pt x="2749838" y="563999"/>
                </a:lnTo>
                <a:lnTo>
                  <a:pt x="2744450" y="566931"/>
                </a:lnTo>
                <a:lnTo>
                  <a:pt x="2739308" y="565434"/>
                </a:lnTo>
                <a:lnTo>
                  <a:pt x="2737578" y="564951"/>
                </a:lnTo>
                <a:lnTo>
                  <a:pt x="2736052" y="564002"/>
                </a:lnTo>
                <a:close/>
              </a:path>
              <a:path w="5142230" h="2300604">
                <a:moveTo>
                  <a:pt x="2115898" y="411551"/>
                </a:moveTo>
                <a:lnTo>
                  <a:pt x="2112482" y="407894"/>
                </a:lnTo>
                <a:lnTo>
                  <a:pt x="2111509" y="404702"/>
                </a:lnTo>
                <a:lnTo>
                  <a:pt x="2112233" y="401470"/>
                </a:lnTo>
                <a:lnTo>
                  <a:pt x="2113356" y="396220"/>
                </a:lnTo>
                <a:lnTo>
                  <a:pt x="2118563" y="392899"/>
                </a:lnTo>
                <a:lnTo>
                  <a:pt x="2123817" y="394027"/>
                </a:lnTo>
                <a:lnTo>
                  <a:pt x="2129017" y="395195"/>
                </a:lnTo>
                <a:lnTo>
                  <a:pt x="2132378" y="400357"/>
                </a:lnTo>
                <a:lnTo>
                  <a:pt x="2131255" y="405606"/>
                </a:lnTo>
                <a:lnTo>
                  <a:pt x="2130042" y="410857"/>
                </a:lnTo>
                <a:lnTo>
                  <a:pt x="2124879" y="414127"/>
                </a:lnTo>
                <a:lnTo>
                  <a:pt x="2119630" y="413004"/>
                </a:lnTo>
                <a:lnTo>
                  <a:pt x="2117662" y="412560"/>
                </a:lnTo>
                <a:lnTo>
                  <a:pt x="2115898" y="411551"/>
                </a:lnTo>
                <a:close/>
              </a:path>
              <a:path w="5142230" h="2300604">
                <a:moveTo>
                  <a:pt x="3494184" y="1139800"/>
                </a:moveTo>
                <a:lnTo>
                  <a:pt x="3490722" y="1136094"/>
                </a:lnTo>
                <a:lnTo>
                  <a:pt x="3490093" y="1135029"/>
                </a:lnTo>
                <a:lnTo>
                  <a:pt x="3489659" y="1133883"/>
                </a:lnTo>
                <a:lnTo>
                  <a:pt x="3487657" y="1128904"/>
                </a:lnTo>
                <a:lnTo>
                  <a:pt x="3490117" y="1123228"/>
                </a:lnTo>
                <a:lnTo>
                  <a:pt x="3495045" y="1121273"/>
                </a:lnTo>
                <a:lnTo>
                  <a:pt x="3500073" y="1119324"/>
                </a:lnTo>
                <a:lnTo>
                  <a:pt x="3505704" y="1121734"/>
                </a:lnTo>
                <a:lnTo>
                  <a:pt x="3507706" y="1126712"/>
                </a:lnTo>
                <a:lnTo>
                  <a:pt x="3509660" y="1131735"/>
                </a:lnTo>
                <a:lnTo>
                  <a:pt x="3507200" y="1137411"/>
                </a:lnTo>
                <a:lnTo>
                  <a:pt x="3502222" y="1139313"/>
                </a:lnTo>
                <a:lnTo>
                  <a:pt x="3498725" y="1140752"/>
                </a:lnTo>
                <a:lnTo>
                  <a:pt x="3498396" y="1140887"/>
                </a:lnTo>
                <a:lnTo>
                  <a:pt x="3494184" y="1139800"/>
                </a:lnTo>
                <a:close/>
              </a:path>
              <a:path w="5142230" h="2300604">
                <a:moveTo>
                  <a:pt x="2046542" y="396443"/>
                </a:moveTo>
                <a:lnTo>
                  <a:pt x="2043176" y="392840"/>
                </a:lnTo>
                <a:lnTo>
                  <a:pt x="2042105" y="389641"/>
                </a:lnTo>
                <a:lnTo>
                  <a:pt x="2044000" y="381113"/>
                </a:lnTo>
                <a:lnTo>
                  <a:pt x="2049158" y="377837"/>
                </a:lnTo>
                <a:lnTo>
                  <a:pt x="2059661" y="380088"/>
                </a:lnTo>
                <a:lnTo>
                  <a:pt x="2062973" y="385295"/>
                </a:lnTo>
                <a:lnTo>
                  <a:pt x="2061809" y="390500"/>
                </a:lnTo>
                <a:lnTo>
                  <a:pt x="2060686" y="395749"/>
                </a:lnTo>
                <a:lnTo>
                  <a:pt x="2055516" y="399109"/>
                </a:lnTo>
                <a:lnTo>
                  <a:pt x="2048258" y="397498"/>
                </a:lnTo>
                <a:lnTo>
                  <a:pt x="2046542" y="396443"/>
                </a:lnTo>
                <a:close/>
              </a:path>
              <a:path w="5142230" h="2300604">
                <a:moveTo>
                  <a:pt x="3605179" y="1476689"/>
                </a:moveTo>
                <a:lnTo>
                  <a:pt x="3601763" y="1473032"/>
                </a:lnTo>
                <a:lnTo>
                  <a:pt x="3601001" y="1471826"/>
                </a:lnTo>
                <a:lnTo>
                  <a:pt x="3598862" y="1465332"/>
                </a:lnTo>
                <a:lnTo>
                  <a:pt x="3601643" y="1459903"/>
                </a:lnTo>
                <a:lnTo>
                  <a:pt x="3606706" y="1458187"/>
                </a:lnTo>
                <a:lnTo>
                  <a:pt x="3611858" y="1456470"/>
                </a:lnTo>
                <a:lnTo>
                  <a:pt x="3617341" y="1459210"/>
                </a:lnTo>
                <a:lnTo>
                  <a:pt x="3620675" y="1469427"/>
                </a:lnTo>
                <a:lnTo>
                  <a:pt x="3617939" y="1474904"/>
                </a:lnTo>
                <a:lnTo>
                  <a:pt x="3612877" y="1476620"/>
                </a:lnTo>
                <a:lnTo>
                  <a:pt x="3609105" y="1477861"/>
                </a:lnTo>
                <a:lnTo>
                  <a:pt x="3605179" y="1476689"/>
                </a:lnTo>
                <a:close/>
              </a:path>
              <a:path w="5142230" h="2300604">
                <a:moveTo>
                  <a:pt x="2185255" y="426757"/>
                </a:moveTo>
                <a:lnTo>
                  <a:pt x="2181839" y="423100"/>
                </a:lnTo>
                <a:lnTo>
                  <a:pt x="2180862" y="419904"/>
                </a:lnTo>
                <a:lnTo>
                  <a:pt x="2181540" y="416622"/>
                </a:lnTo>
                <a:lnTo>
                  <a:pt x="2182709" y="411422"/>
                </a:lnTo>
                <a:lnTo>
                  <a:pt x="2187920" y="408106"/>
                </a:lnTo>
                <a:lnTo>
                  <a:pt x="2198419" y="410352"/>
                </a:lnTo>
                <a:lnTo>
                  <a:pt x="2201735" y="415563"/>
                </a:lnTo>
                <a:lnTo>
                  <a:pt x="2200513" y="420804"/>
                </a:lnTo>
                <a:lnTo>
                  <a:pt x="2199395" y="426058"/>
                </a:lnTo>
                <a:lnTo>
                  <a:pt x="2194179" y="429370"/>
                </a:lnTo>
                <a:lnTo>
                  <a:pt x="2188983" y="428206"/>
                </a:lnTo>
                <a:lnTo>
                  <a:pt x="2186967" y="427807"/>
                </a:lnTo>
                <a:lnTo>
                  <a:pt x="2185255" y="426757"/>
                </a:lnTo>
                <a:close/>
              </a:path>
              <a:path w="5142230" h="2300604">
                <a:moveTo>
                  <a:pt x="2323796" y="457863"/>
                </a:moveTo>
                <a:lnTo>
                  <a:pt x="2320379" y="454206"/>
                </a:lnTo>
                <a:lnTo>
                  <a:pt x="2319357" y="450961"/>
                </a:lnTo>
                <a:lnTo>
                  <a:pt x="2321346" y="442437"/>
                </a:lnTo>
                <a:lnTo>
                  <a:pt x="2326509" y="439166"/>
                </a:lnTo>
                <a:lnTo>
                  <a:pt x="2337001" y="441600"/>
                </a:lnTo>
                <a:lnTo>
                  <a:pt x="2340272" y="446763"/>
                </a:lnTo>
                <a:lnTo>
                  <a:pt x="2337833" y="457250"/>
                </a:lnTo>
                <a:lnTo>
                  <a:pt x="2332675" y="460526"/>
                </a:lnTo>
                <a:lnTo>
                  <a:pt x="2325461" y="458864"/>
                </a:lnTo>
                <a:lnTo>
                  <a:pt x="2323796" y="457863"/>
                </a:lnTo>
                <a:close/>
              </a:path>
              <a:path w="5142230" h="2300604">
                <a:moveTo>
                  <a:pt x="2254553" y="442193"/>
                </a:moveTo>
                <a:lnTo>
                  <a:pt x="2251137" y="438536"/>
                </a:lnTo>
                <a:lnTo>
                  <a:pt x="2250163" y="435246"/>
                </a:lnTo>
                <a:lnTo>
                  <a:pt x="2252058" y="426718"/>
                </a:lnTo>
                <a:lnTo>
                  <a:pt x="2257267" y="423496"/>
                </a:lnTo>
                <a:lnTo>
                  <a:pt x="2267762" y="425836"/>
                </a:lnTo>
                <a:lnTo>
                  <a:pt x="2271028" y="430994"/>
                </a:lnTo>
                <a:lnTo>
                  <a:pt x="2269815" y="436245"/>
                </a:lnTo>
                <a:lnTo>
                  <a:pt x="2268693" y="441494"/>
                </a:lnTo>
                <a:lnTo>
                  <a:pt x="2263481" y="444810"/>
                </a:lnTo>
                <a:lnTo>
                  <a:pt x="2256267" y="443148"/>
                </a:lnTo>
                <a:lnTo>
                  <a:pt x="2254553" y="442193"/>
                </a:lnTo>
                <a:close/>
              </a:path>
              <a:path w="5142230" h="2300604">
                <a:moveTo>
                  <a:pt x="3803607" y="1852434"/>
                </a:moveTo>
                <a:lnTo>
                  <a:pt x="3799547" y="1848089"/>
                </a:lnTo>
                <a:lnTo>
                  <a:pt x="3796244" y="1843869"/>
                </a:lnTo>
                <a:lnTo>
                  <a:pt x="3797023" y="1837763"/>
                </a:lnTo>
                <a:lnTo>
                  <a:pt x="3805458" y="1831153"/>
                </a:lnTo>
                <a:lnTo>
                  <a:pt x="3811569" y="1831927"/>
                </a:lnTo>
                <a:lnTo>
                  <a:pt x="3818224" y="1840420"/>
                </a:lnTo>
                <a:lnTo>
                  <a:pt x="3817445" y="1846526"/>
                </a:lnTo>
                <a:lnTo>
                  <a:pt x="3813180" y="1849780"/>
                </a:lnTo>
                <a:lnTo>
                  <a:pt x="3810356" y="1852036"/>
                </a:lnTo>
                <a:lnTo>
                  <a:pt x="3809206" y="1852954"/>
                </a:lnTo>
                <a:lnTo>
                  <a:pt x="3803607" y="1852434"/>
                </a:lnTo>
                <a:close/>
              </a:path>
              <a:path w="5142230" h="2300604">
                <a:moveTo>
                  <a:pt x="3656268" y="1609477"/>
                </a:moveTo>
                <a:lnTo>
                  <a:pt x="3652765" y="1605727"/>
                </a:lnTo>
                <a:lnTo>
                  <a:pt x="3652133" y="1604856"/>
                </a:lnTo>
                <a:lnTo>
                  <a:pt x="3651738" y="1603846"/>
                </a:lnTo>
                <a:lnTo>
                  <a:pt x="3649544" y="1598956"/>
                </a:lnTo>
                <a:lnTo>
                  <a:pt x="3651675" y="1593222"/>
                </a:lnTo>
                <a:lnTo>
                  <a:pt x="3656570" y="1591033"/>
                </a:lnTo>
                <a:lnTo>
                  <a:pt x="3661508" y="1588793"/>
                </a:lnTo>
                <a:lnTo>
                  <a:pt x="3667239" y="1591018"/>
                </a:lnTo>
                <a:lnTo>
                  <a:pt x="3671623" y="1600794"/>
                </a:lnTo>
                <a:lnTo>
                  <a:pt x="3669451" y="1606484"/>
                </a:lnTo>
                <a:lnTo>
                  <a:pt x="3664607" y="1608727"/>
                </a:lnTo>
                <a:lnTo>
                  <a:pt x="3660676" y="1610481"/>
                </a:lnTo>
                <a:lnTo>
                  <a:pt x="3656268" y="1609477"/>
                </a:lnTo>
                <a:close/>
              </a:path>
              <a:path w="5142230" h="2300604">
                <a:moveTo>
                  <a:pt x="4048544" y="2102904"/>
                </a:moveTo>
                <a:lnTo>
                  <a:pt x="4044442" y="2098513"/>
                </a:lnTo>
                <a:lnTo>
                  <a:pt x="4044258" y="2093038"/>
                </a:lnTo>
                <a:lnTo>
                  <a:pt x="4047550" y="2089231"/>
                </a:lnTo>
                <a:lnTo>
                  <a:pt x="4051082" y="2085192"/>
                </a:lnTo>
                <a:lnTo>
                  <a:pt x="4057239" y="2084746"/>
                </a:lnTo>
                <a:lnTo>
                  <a:pt x="4061269" y="2088277"/>
                </a:lnTo>
                <a:lnTo>
                  <a:pt x="4065352" y="2091768"/>
                </a:lnTo>
                <a:lnTo>
                  <a:pt x="4065758" y="2097872"/>
                </a:lnTo>
                <a:lnTo>
                  <a:pt x="4062271" y="2101960"/>
                </a:lnTo>
                <a:lnTo>
                  <a:pt x="4058735" y="2105994"/>
                </a:lnTo>
                <a:lnTo>
                  <a:pt x="4052582" y="2106445"/>
                </a:lnTo>
                <a:lnTo>
                  <a:pt x="4048544" y="2102904"/>
                </a:lnTo>
                <a:close/>
              </a:path>
              <a:path w="5142230" h="2300604">
                <a:moveTo>
                  <a:pt x="4157850" y="2194109"/>
                </a:moveTo>
                <a:lnTo>
                  <a:pt x="4153600" y="2189559"/>
                </a:lnTo>
                <a:lnTo>
                  <a:pt x="4153272" y="2184223"/>
                </a:lnTo>
                <a:lnTo>
                  <a:pt x="4159776" y="2176230"/>
                </a:lnTo>
                <a:lnTo>
                  <a:pt x="4165890" y="2175640"/>
                </a:lnTo>
                <a:lnTo>
                  <a:pt x="4170074" y="2178946"/>
                </a:lnTo>
                <a:lnTo>
                  <a:pt x="4174254" y="2182345"/>
                </a:lnTo>
                <a:lnTo>
                  <a:pt x="4174844" y="2188451"/>
                </a:lnTo>
                <a:lnTo>
                  <a:pt x="4171539" y="2192634"/>
                </a:lnTo>
                <a:lnTo>
                  <a:pt x="4168144" y="2196820"/>
                </a:lnTo>
                <a:lnTo>
                  <a:pt x="4161980" y="2197455"/>
                </a:lnTo>
                <a:lnTo>
                  <a:pt x="4157850" y="2194109"/>
                </a:lnTo>
                <a:close/>
              </a:path>
              <a:path w="5142230" h="2300604">
                <a:moveTo>
                  <a:pt x="3761427" y="1795064"/>
                </a:moveTo>
                <a:lnTo>
                  <a:pt x="3757181" y="1790519"/>
                </a:lnTo>
                <a:lnTo>
                  <a:pt x="3754168" y="1786121"/>
                </a:lnTo>
                <a:lnTo>
                  <a:pt x="3755225" y="1780019"/>
                </a:lnTo>
                <a:lnTo>
                  <a:pt x="3764067" y="1773942"/>
                </a:lnTo>
                <a:lnTo>
                  <a:pt x="3770124" y="1775050"/>
                </a:lnTo>
                <a:lnTo>
                  <a:pt x="3773137" y="1779449"/>
                </a:lnTo>
                <a:lnTo>
                  <a:pt x="3776240" y="1783846"/>
                </a:lnTo>
                <a:lnTo>
                  <a:pt x="3775137" y="1789898"/>
                </a:lnTo>
                <a:lnTo>
                  <a:pt x="3770695" y="1792962"/>
                </a:lnTo>
                <a:lnTo>
                  <a:pt x="3766724" y="1795749"/>
                </a:lnTo>
                <a:lnTo>
                  <a:pt x="3761427" y="1795064"/>
                </a:lnTo>
                <a:close/>
              </a:path>
              <a:path w="5142230" h="2300604">
                <a:moveTo>
                  <a:pt x="3628856" y="1543772"/>
                </a:moveTo>
                <a:lnTo>
                  <a:pt x="3625395" y="1540066"/>
                </a:lnTo>
                <a:lnTo>
                  <a:pt x="3624774" y="1539011"/>
                </a:lnTo>
                <a:lnTo>
                  <a:pt x="3624246" y="1537761"/>
                </a:lnTo>
                <a:lnTo>
                  <a:pt x="3622386" y="1532741"/>
                </a:lnTo>
                <a:lnTo>
                  <a:pt x="3624896" y="1527119"/>
                </a:lnTo>
                <a:lnTo>
                  <a:pt x="3629912" y="1525255"/>
                </a:lnTo>
                <a:lnTo>
                  <a:pt x="3634935" y="1523301"/>
                </a:lnTo>
                <a:lnTo>
                  <a:pt x="3640518" y="1525857"/>
                </a:lnTo>
                <a:lnTo>
                  <a:pt x="3644379" y="1535855"/>
                </a:lnTo>
                <a:lnTo>
                  <a:pt x="3641870" y="1541477"/>
                </a:lnTo>
                <a:lnTo>
                  <a:pt x="3633023" y="1544811"/>
                </a:lnTo>
                <a:lnTo>
                  <a:pt x="3628856" y="1543772"/>
                </a:lnTo>
                <a:close/>
              </a:path>
              <a:path w="5142230" h="2300604">
                <a:moveTo>
                  <a:pt x="3434917" y="1011356"/>
                </a:moveTo>
                <a:lnTo>
                  <a:pt x="3431405" y="1007596"/>
                </a:lnTo>
                <a:lnTo>
                  <a:pt x="3430956" y="1006920"/>
                </a:lnTo>
                <a:lnTo>
                  <a:pt x="3427983" y="1001489"/>
                </a:lnTo>
                <a:lnTo>
                  <a:pt x="3429644" y="995545"/>
                </a:lnTo>
                <a:lnTo>
                  <a:pt x="3439077" y="990394"/>
                </a:lnTo>
                <a:lnTo>
                  <a:pt x="3445014" y="992153"/>
                </a:lnTo>
                <a:lnTo>
                  <a:pt x="3450117" y="1001530"/>
                </a:lnTo>
                <a:lnTo>
                  <a:pt x="3448456" y="1007474"/>
                </a:lnTo>
                <a:lnTo>
                  <a:pt x="3439750" y="1012229"/>
                </a:lnTo>
                <a:lnTo>
                  <a:pt x="3434917" y="1011356"/>
                </a:lnTo>
                <a:close/>
              </a:path>
              <a:path w="5142230" h="2300604">
                <a:moveTo>
                  <a:pt x="3004544" y="655238"/>
                </a:moveTo>
                <a:lnTo>
                  <a:pt x="3001128" y="651581"/>
                </a:lnTo>
                <a:lnTo>
                  <a:pt x="3000269" y="647535"/>
                </a:lnTo>
                <a:lnTo>
                  <a:pt x="3001763" y="643856"/>
                </a:lnTo>
                <a:lnTo>
                  <a:pt x="3003819" y="638922"/>
                </a:lnTo>
                <a:lnTo>
                  <a:pt x="3009515" y="636614"/>
                </a:lnTo>
                <a:lnTo>
                  <a:pt x="3014598" y="638733"/>
                </a:lnTo>
                <a:lnTo>
                  <a:pt x="3019432" y="640682"/>
                </a:lnTo>
                <a:lnTo>
                  <a:pt x="3021785" y="646428"/>
                </a:lnTo>
                <a:lnTo>
                  <a:pt x="3017630" y="656345"/>
                </a:lnTo>
                <a:lnTo>
                  <a:pt x="3011929" y="658648"/>
                </a:lnTo>
                <a:lnTo>
                  <a:pt x="3006999" y="656597"/>
                </a:lnTo>
                <a:lnTo>
                  <a:pt x="3005693" y="656082"/>
                </a:lnTo>
                <a:lnTo>
                  <a:pt x="3004544" y="655238"/>
                </a:lnTo>
                <a:close/>
              </a:path>
              <a:path w="5142230" h="2300604">
                <a:moveTo>
                  <a:pt x="3687426" y="1673425"/>
                </a:moveTo>
                <a:lnTo>
                  <a:pt x="3683964" y="1669720"/>
                </a:lnTo>
                <a:lnTo>
                  <a:pt x="3683469" y="1668995"/>
                </a:lnTo>
                <a:lnTo>
                  <a:pt x="3683019" y="1668219"/>
                </a:lnTo>
                <a:lnTo>
                  <a:pt x="3680543" y="1663419"/>
                </a:lnTo>
                <a:lnTo>
                  <a:pt x="3682394" y="1657581"/>
                </a:lnTo>
                <a:lnTo>
                  <a:pt x="3691865" y="1652568"/>
                </a:lnTo>
                <a:lnTo>
                  <a:pt x="3697747" y="1654369"/>
                </a:lnTo>
                <a:lnTo>
                  <a:pt x="3700232" y="1659179"/>
                </a:lnTo>
                <a:lnTo>
                  <a:pt x="3702761" y="1663939"/>
                </a:lnTo>
                <a:lnTo>
                  <a:pt x="3700906" y="1669772"/>
                </a:lnTo>
                <a:lnTo>
                  <a:pt x="3696146" y="1672301"/>
                </a:lnTo>
                <a:lnTo>
                  <a:pt x="3692210" y="1674344"/>
                </a:lnTo>
                <a:lnTo>
                  <a:pt x="3687426" y="1673425"/>
                </a:lnTo>
                <a:close/>
              </a:path>
              <a:path w="5142230" h="2300604">
                <a:moveTo>
                  <a:pt x="4102828" y="2148992"/>
                </a:moveTo>
                <a:lnTo>
                  <a:pt x="4098631" y="2144499"/>
                </a:lnTo>
                <a:lnTo>
                  <a:pt x="4098439" y="2139113"/>
                </a:lnTo>
                <a:lnTo>
                  <a:pt x="4101596" y="2135259"/>
                </a:lnTo>
                <a:lnTo>
                  <a:pt x="4105037" y="2131123"/>
                </a:lnTo>
                <a:lnTo>
                  <a:pt x="4111149" y="2130627"/>
                </a:lnTo>
                <a:lnTo>
                  <a:pt x="4119362" y="2137464"/>
                </a:lnTo>
                <a:lnTo>
                  <a:pt x="4119961" y="2143579"/>
                </a:lnTo>
                <a:lnTo>
                  <a:pt x="4113066" y="2151838"/>
                </a:lnTo>
                <a:lnTo>
                  <a:pt x="4107009" y="2152392"/>
                </a:lnTo>
                <a:lnTo>
                  <a:pt x="4102828" y="2148992"/>
                </a:lnTo>
                <a:close/>
              </a:path>
              <a:path w="5142230" h="2300604">
                <a:moveTo>
                  <a:pt x="3995249" y="2055726"/>
                </a:moveTo>
                <a:lnTo>
                  <a:pt x="3991286" y="2051484"/>
                </a:lnTo>
                <a:lnTo>
                  <a:pt x="3991195" y="2045717"/>
                </a:lnTo>
                <a:lnTo>
                  <a:pt x="3994632" y="2041967"/>
                </a:lnTo>
                <a:lnTo>
                  <a:pt x="3998209" y="2037977"/>
                </a:lnTo>
                <a:lnTo>
                  <a:pt x="4004360" y="2037719"/>
                </a:lnTo>
                <a:lnTo>
                  <a:pt x="4008345" y="2041301"/>
                </a:lnTo>
                <a:lnTo>
                  <a:pt x="4012282" y="2044928"/>
                </a:lnTo>
                <a:lnTo>
                  <a:pt x="4012594" y="2051029"/>
                </a:lnTo>
                <a:lnTo>
                  <a:pt x="4005376" y="2059040"/>
                </a:lnTo>
                <a:lnTo>
                  <a:pt x="3999235" y="2059308"/>
                </a:lnTo>
                <a:lnTo>
                  <a:pt x="3995249" y="2055726"/>
                </a:lnTo>
                <a:close/>
              </a:path>
              <a:path w="5142230" h="2300604">
                <a:moveTo>
                  <a:pt x="3722673" y="1735398"/>
                </a:moveTo>
                <a:lnTo>
                  <a:pt x="3718646" y="1731088"/>
                </a:lnTo>
                <a:lnTo>
                  <a:pt x="3715475" y="1725933"/>
                </a:lnTo>
                <a:lnTo>
                  <a:pt x="3716906" y="1719939"/>
                </a:lnTo>
                <a:lnTo>
                  <a:pt x="3721533" y="1717169"/>
                </a:lnTo>
                <a:lnTo>
                  <a:pt x="3726109" y="1714346"/>
                </a:lnTo>
                <a:lnTo>
                  <a:pt x="3732059" y="1715828"/>
                </a:lnTo>
                <a:lnTo>
                  <a:pt x="3734877" y="1720409"/>
                </a:lnTo>
                <a:lnTo>
                  <a:pt x="3737647" y="1725035"/>
                </a:lnTo>
                <a:lnTo>
                  <a:pt x="3736170" y="1730981"/>
                </a:lnTo>
                <a:lnTo>
                  <a:pt x="3727635" y="1736214"/>
                </a:lnTo>
                <a:lnTo>
                  <a:pt x="3722673" y="1735398"/>
                </a:lnTo>
                <a:close/>
              </a:path>
              <a:path w="5142230" h="2300604">
                <a:moveTo>
                  <a:pt x="3356374" y="894335"/>
                </a:moveTo>
                <a:lnTo>
                  <a:pt x="3352506" y="890196"/>
                </a:lnTo>
                <a:lnTo>
                  <a:pt x="3349060" y="886019"/>
                </a:lnTo>
                <a:lnTo>
                  <a:pt x="3349645" y="879902"/>
                </a:lnTo>
                <a:lnTo>
                  <a:pt x="3357020" y="873817"/>
                </a:lnTo>
                <a:lnTo>
                  <a:pt x="3357948" y="873050"/>
                </a:lnTo>
                <a:lnTo>
                  <a:pt x="3364070" y="873641"/>
                </a:lnTo>
                <a:lnTo>
                  <a:pt x="3370865" y="881894"/>
                </a:lnTo>
                <a:lnTo>
                  <a:pt x="3370284" y="888016"/>
                </a:lnTo>
                <a:lnTo>
                  <a:pt x="3367069" y="890731"/>
                </a:lnTo>
                <a:lnTo>
                  <a:pt x="3366202" y="891464"/>
                </a:lnTo>
                <a:lnTo>
                  <a:pt x="3362941" y="894136"/>
                </a:lnTo>
                <a:lnTo>
                  <a:pt x="3362219" y="894727"/>
                </a:lnTo>
                <a:lnTo>
                  <a:pt x="3356374" y="894335"/>
                </a:lnTo>
                <a:close/>
              </a:path>
              <a:path w="5142230" h="2300604">
                <a:moveTo>
                  <a:pt x="3466568" y="1074561"/>
                </a:moveTo>
                <a:lnTo>
                  <a:pt x="3463101" y="1070850"/>
                </a:lnTo>
                <a:lnTo>
                  <a:pt x="3462475" y="1069984"/>
                </a:lnTo>
                <a:lnTo>
                  <a:pt x="3459842" y="1064134"/>
                </a:lnTo>
                <a:lnTo>
                  <a:pt x="3461926" y="1058352"/>
                </a:lnTo>
                <a:lnTo>
                  <a:pt x="3466817" y="1056157"/>
                </a:lnTo>
                <a:lnTo>
                  <a:pt x="3471710" y="1053869"/>
                </a:lnTo>
                <a:lnTo>
                  <a:pt x="3477489" y="1056050"/>
                </a:lnTo>
                <a:lnTo>
                  <a:pt x="3479731" y="1060894"/>
                </a:lnTo>
                <a:lnTo>
                  <a:pt x="3481922" y="1065778"/>
                </a:lnTo>
                <a:lnTo>
                  <a:pt x="3479838" y="1071561"/>
                </a:lnTo>
                <a:lnTo>
                  <a:pt x="3474951" y="1073760"/>
                </a:lnTo>
                <a:lnTo>
                  <a:pt x="3471012" y="1075605"/>
                </a:lnTo>
                <a:lnTo>
                  <a:pt x="3466568" y="1074561"/>
                </a:lnTo>
                <a:close/>
              </a:path>
              <a:path w="5142230" h="2300604">
                <a:moveTo>
                  <a:pt x="2938570" y="629383"/>
                </a:moveTo>
                <a:lnTo>
                  <a:pt x="2935154" y="625726"/>
                </a:lnTo>
                <a:lnTo>
                  <a:pt x="2934204" y="621875"/>
                </a:lnTo>
                <a:lnTo>
                  <a:pt x="2935552" y="618332"/>
                </a:lnTo>
                <a:lnTo>
                  <a:pt x="2937423" y="613298"/>
                </a:lnTo>
                <a:lnTo>
                  <a:pt x="2943035" y="610703"/>
                </a:lnTo>
                <a:lnTo>
                  <a:pt x="2953105" y="614445"/>
                </a:lnTo>
                <a:lnTo>
                  <a:pt x="2955649" y="620003"/>
                </a:lnTo>
                <a:lnTo>
                  <a:pt x="2951912" y="630078"/>
                </a:lnTo>
                <a:lnTo>
                  <a:pt x="2946300" y="632672"/>
                </a:lnTo>
                <a:lnTo>
                  <a:pt x="2941260" y="630797"/>
                </a:lnTo>
                <a:lnTo>
                  <a:pt x="2939816" y="630228"/>
                </a:lnTo>
                <a:lnTo>
                  <a:pt x="2938570" y="629383"/>
                </a:lnTo>
                <a:close/>
              </a:path>
              <a:path w="5142230" h="2300604">
                <a:moveTo>
                  <a:pt x="4212977" y="2238752"/>
                </a:moveTo>
                <a:lnTo>
                  <a:pt x="4208778" y="2234257"/>
                </a:lnTo>
                <a:lnTo>
                  <a:pt x="4208498" y="2228875"/>
                </a:lnTo>
                <a:lnTo>
                  <a:pt x="4214953" y="2220927"/>
                </a:lnTo>
                <a:lnTo>
                  <a:pt x="4221066" y="2220238"/>
                </a:lnTo>
                <a:lnTo>
                  <a:pt x="4229432" y="2227043"/>
                </a:lnTo>
                <a:lnTo>
                  <a:pt x="4230022" y="2233148"/>
                </a:lnTo>
                <a:lnTo>
                  <a:pt x="4226675" y="2237288"/>
                </a:lnTo>
                <a:lnTo>
                  <a:pt x="4223321" y="2241517"/>
                </a:lnTo>
                <a:lnTo>
                  <a:pt x="4217206" y="2242107"/>
                </a:lnTo>
                <a:lnTo>
                  <a:pt x="4212977" y="2238752"/>
                </a:lnTo>
                <a:close/>
              </a:path>
              <a:path w="5142230" h="2300604">
                <a:moveTo>
                  <a:pt x="3398509" y="950876"/>
                </a:moveTo>
                <a:lnTo>
                  <a:pt x="3394219" y="946284"/>
                </a:lnTo>
                <a:lnTo>
                  <a:pt x="3391256" y="941747"/>
                </a:lnTo>
                <a:lnTo>
                  <a:pt x="3392406" y="935742"/>
                </a:lnTo>
                <a:lnTo>
                  <a:pt x="3401342" y="929768"/>
                </a:lnTo>
                <a:lnTo>
                  <a:pt x="3407392" y="930965"/>
                </a:lnTo>
                <a:lnTo>
                  <a:pt x="3413368" y="939901"/>
                </a:lnTo>
                <a:lnTo>
                  <a:pt x="3412170" y="945950"/>
                </a:lnTo>
                <a:lnTo>
                  <a:pt x="3403667" y="951611"/>
                </a:lnTo>
                <a:lnTo>
                  <a:pt x="3398509" y="950876"/>
                </a:lnTo>
                <a:close/>
              </a:path>
              <a:path w="5142230" h="2300604">
                <a:moveTo>
                  <a:pt x="3583403" y="1409099"/>
                </a:moveTo>
                <a:lnTo>
                  <a:pt x="3579987" y="1405442"/>
                </a:lnTo>
                <a:lnTo>
                  <a:pt x="3579274" y="1404190"/>
                </a:lnTo>
                <a:lnTo>
                  <a:pt x="3577227" y="1397601"/>
                </a:lnTo>
                <a:lnTo>
                  <a:pt x="3580062" y="1392131"/>
                </a:lnTo>
                <a:lnTo>
                  <a:pt x="3590321" y="1388940"/>
                </a:lnTo>
                <a:lnTo>
                  <a:pt x="3595746" y="1391815"/>
                </a:lnTo>
                <a:lnTo>
                  <a:pt x="3597319" y="1396920"/>
                </a:lnTo>
                <a:lnTo>
                  <a:pt x="3598982" y="1402023"/>
                </a:lnTo>
                <a:lnTo>
                  <a:pt x="3596111" y="1407454"/>
                </a:lnTo>
                <a:lnTo>
                  <a:pt x="3590998" y="1409116"/>
                </a:lnTo>
                <a:lnTo>
                  <a:pt x="3587279" y="1410217"/>
                </a:lnTo>
                <a:lnTo>
                  <a:pt x="3583403" y="1409099"/>
                </a:lnTo>
                <a:close/>
              </a:path>
              <a:path w="5142230" h="2300604">
                <a:moveTo>
                  <a:pt x="2327615" y="380333"/>
                </a:moveTo>
                <a:lnTo>
                  <a:pt x="2324335" y="376823"/>
                </a:lnTo>
                <a:lnTo>
                  <a:pt x="2323397" y="373864"/>
                </a:lnTo>
                <a:lnTo>
                  <a:pt x="2323972" y="370862"/>
                </a:lnTo>
                <a:lnTo>
                  <a:pt x="2324899" y="365795"/>
                </a:lnTo>
                <a:lnTo>
                  <a:pt x="2329729" y="362461"/>
                </a:lnTo>
                <a:lnTo>
                  <a:pt x="2334801" y="363394"/>
                </a:lnTo>
                <a:lnTo>
                  <a:pt x="2339819" y="364367"/>
                </a:lnTo>
                <a:lnTo>
                  <a:pt x="2343148" y="369201"/>
                </a:lnTo>
                <a:lnTo>
                  <a:pt x="2341292" y="379335"/>
                </a:lnTo>
                <a:lnTo>
                  <a:pt x="2336413" y="382616"/>
                </a:lnTo>
                <a:lnTo>
                  <a:pt x="2331391" y="381737"/>
                </a:lnTo>
                <a:lnTo>
                  <a:pt x="2329375" y="381337"/>
                </a:lnTo>
                <a:lnTo>
                  <a:pt x="2327615" y="380333"/>
                </a:lnTo>
                <a:close/>
              </a:path>
              <a:path w="5142230" h="2300604">
                <a:moveTo>
                  <a:pt x="3545176" y="1120880"/>
                </a:moveTo>
                <a:lnTo>
                  <a:pt x="3541187" y="1116610"/>
                </a:lnTo>
                <a:lnTo>
                  <a:pt x="3538491" y="1111185"/>
                </a:lnTo>
                <a:lnTo>
                  <a:pt x="3540287" y="1105581"/>
                </a:lnTo>
                <a:lnTo>
                  <a:pt x="3544606" y="1103360"/>
                </a:lnTo>
                <a:lnTo>
                  <a:pt x="3549462" y="1100936"/>
                </a:lnTo>
                <a:lnTo>
                  <a:pt x="3555024" y="1102780"/>
                </a:lnTo>
                <a:lnTo>
                  <a:pt x="3559711" y="1111907"/>
                </a:lnTo>
                <a:lnTo>
                  <a:pt x="3557872" y="1117560"/>
                </a:lnTo>
                <a:lnTo>
                  <a:pt x="3553510" y="1119735"/>
                </a:lnTo>
                <a:lnTo>
                  <a:pt x="3549507" y="1121804"/>
                </a:lnTo>
                <a:lnTo>
                  <a:pt x="3545176" y="1120880"/>
                </a:lnTo>
                <a:close/>
              </a:path>
              <a:path w="5142230" h="2300604">
                <a:moveTo>
                  <a:pt x="4606170" y="2225368"/>
                </a:moveTo>
                <a:lnTo>
                  <a:pt x="4601863" y="2220757"/>
                </a:lnTo>
                <a:lnTo>
                  <a:pt x="4601437" y="2216001"/>
                </a:lnTo>
                <a:lnTo>
                  <a:pt x="4607090" y="2208173"/>
                </a:lnTo>
                <a:lnTo>
                  <a:pt x="4612877" y="2207232"/>
                </a:lnTo>
                <a:lnTo>
                  <a:pt x="4621266" y="2213283"/>
                </a:lnTo>
                <a:lnTo>
                  <a:pt x="4622149" y="2219115"/>
                </a:lnTo>
                <a:lnTo>
                  <a:pt x="4619180" y="2223268"/>
                </a:lnTo>
                <a:lnTo>
                  <a:pt x="4616109" y="2227406"/>
                </a:lnTo>
                <a:lnTo>
                  <a:pt x="4610317" y="2228342"/>
                </a:lnTo>
                <a:lnTo>
                  <a:pt x="4606170" y="2225368"/>
                </a:lnTo>
                <a:close/>
              </a:path>
              <a:path w="5142230" h="2300604">
                <a:moveTo>
                  <a:pt x="3007689" y="575133"/>
                </a:moveTo>
                <a:lnTo>
                  <a:pt x="3004368" y="571579"/>
                </a:lnTo>
                <a:lnTo>
                  <a:pt x="3003654" y="567488"/>
                </a:lnTo>
                <a:lnTo>
                  <a:pt x="3005290" y="563960"/>
                </a:lnTo>
                <a:lnTo>
                  <a:pt x="3007520" y="559312"/>
                </a:lnTo>
                <a:lnTo>
                  <a:pt x="3013068" y="557333"/>
                </a:lnTo>
                <a:lnTo>
                  <a:pt x="3017669" y="559519"/>
                </a:lnTo>
                <a:lnTo>
                  <a:pt x="3022317" y="561660"/>
                </a:lnTo>
                <a:lnTo>
                  <a:pt x="3024341" y="567248"/>
                </a:lnTo>
                <a:lnTo>
                  <a:pt x="3022105" y="571894"/>
                </a:lnTo>
                <a:lnTo>
                  <a:pt x="3019968" y="576546"/>
                </a:lnTo>
                <a:lnTo>
                  <a:pt x="3014424" y="578529"/>
                </a:lnTo>
                <a:lnTo>
                  <a:pt x="3009726" y="576335"/>
                </a:lnTo>
                <a:lnTo>
                  <a:pt x="3008659" y="575780"/>
                </a:lnTo>
                <a:lnTo>
                  <a:pt x="3007689" y="575133"/>
                </a:lnTo>
                <a:close/>
              </a:path>
              <a:path w="5142230" h="2300604">
                <a:moveTo>
                  <a:pt x="4033879" y="1804328"/>
                </a:moveTo>
                <a:lnTo>
                  <a:pt x="4029909" y="1800078"/>
                </a:lnTo>
                <a:lnTo>
                  <a:pt x="4029716" y="1794886"/>
                </a:lnTo>
                <a:lnTo>
                  <a:pt x="4032714" y="1791254"/>
                </a:lnTo>
                <a:lnTo>
                  <a:pt x="4036059" y="1787308"/>
                </a:lnTo>
                <a:lnTo>
                  <a:pt x="4041883" y="1786798"/>
                </a:lnTo>
                <a:lnTo>
                  <a:pt x="4045832" y="1790048"/>
                </a:lnTo>
                <a:lnTo>
                  <a:pt x="4049783" y="1793397"/>
                </a:lnTo>
                <a:lnTo>
                  <a:pt x="4050293" y="1799222"/>
                </a:lnTo>
                <a:lnTo>
                  <a:pt x="4046994" y="1803216"/>
                </a:lnTo>
                <a:lnTo>
                  <a:pt x="4043698" y="1807117"/>
                </a:lnTo>
                <a:lnTo>
                  <a:pt x="4037869" y="1807622"/>
                </a:lnTo>
                <a:lnTo>
                  <a:pt x="4033879" y="1804328"/>
                </a:lnTo>
                <a:close/>
              </a:path>
              <a:path w="5142230" h="2300604">
                <a:moveTo>
                  <a:pt x="2257753" y="367616"/>
                </a:moveTo>
                <a:lnTo>
                  <a:pt x="2254468" y="364101"/>
                </a:lnTo>
                <a:lnTo>
                  <a:pt x="2253486" y="361192"/>
                </a:lnTo>
                <a:lnTo>
                  <a:pt x="2254061" y="358190"/>
                </a:lnTo>
                <a:lnTo>
                  <a:pt x="2254988" y="353123"/>
                </a:lnTo>
                <a:lnTo>
                  <a:pt x="2259818" y="349790"/>
                </a:lnTo>
                <a:lnTo>
                  <a:pt x="2269907" y="351596"/>
                </a:lnTo>
                <a:lnTo>
                  <a:pt x="2273240" y="356436"/>
                </a:lnTo>
                <a:lnTo>
                  <a:pt x="2272361" y="361457"/>
                </a:lnTo>
                <a:lnTo>
                  <a:pt x="2271429" y="366519"/>
                </a:lnTo>
                <a:lnTo>
                  <a:pt x="2266599" y="369853"/>
                </a:lnTo>
                <a:lnTo>
                  <a:pt x="2259512" y="368621"/>
                </a:lnTo>
                <a:lnTo>
                  <a:pt x="2257753" y="367616"/>
                </a:lnTo>
                <a:close/>
              </a:path>
              <a:path w="5142230" h="2300604">
                <a:moveTo>
                  <a:pt x="4201973" y="1935104"/>
                </a:moveTo>
                <a:lnTo>
                  <a:pt x="4198193" y="1931057"/>
                </a:lnTo>
                <a:lnTo>
                  <a:pt x="4197752" y="1926090"/>
                </a:lnTo>
                <a:lnTo>
                  <a:pt x="4203541" y="1918308"/>
                </a:lnTo>
                <a:lnTo>
                  <a:pt x="4209283" y="1917419"/>
                </a:lnTo>
                <a:lnTo>
                  <a:pt x="4213478" y="1920440"/>
                </a:lnTo>
                <a:lnTo>
                  <a:pt x="4217621" y="1923509"/>
                </a:lnTo>
                <a:lnTo>
                  <a:pt x="4218458" y="1929292"/>
                </a:lnTo>
                <a:lnTo>
                  <a:pt x="4215489" y="1933445"/>
                </a:lnTo>
                <a:lnTo>
                  <a:pt x="4212417" y="1937584"/>
                </a:lnTo>
                <a:lnTo>
                  <a:pt x="4206580" y="1938471"/>
                </a:lnTo>
                <a:lnTo>
                  <a:pt x="4202481" y="1935452"/>
                </a:lnTo>
                <a:lnTo>
                  <a:pt x="4201973" y="1935104"/>
                </a:lnTo>
                <a:close/>
              </a:path>
              <a:path w="5142230" h="2300604">
                <a:moveTo>
                  <a:pt x="3788806" y="1553712"/>
                </a:moveTo>
                <a:lnTo>
                  <a:pt x="3784882" y="1549513"/>
                </a:lnTo>
                <a:lnTo>
                  <a:pt x="3781757" y="1545483"/>
                </a:lnTo>
                <a:lnTo>
                  <a:pt x="3782527" y="1539660"/>
                </a:lnTo>
                <a:lnTo>
                  <a:pt x="3786600" y="1536494"/>
                </a:lnTo>
                <a:lnTo>
                  <a:pt x="3790715" y="1533372"/>
                </a:lnTo>
                <a:lnTo>
                  <a:pt x="3796547" y="1534142"/>
                </a:lnTo>
                <a:lnTo>
                  <a:pt x="3799660" y="1538256"/>
                </a:lnTo>
                <a:lnTo>
                  <a:pt x="3802780" y="1542280"/>
                </a:lnTo>
                <a:lnTo>
                  <a:pt x="3801971" y="1548159"/>
                </a:lnTo>
                <a:lnTo>
                  <a:pt x="3794117" y="1554218"/>
                </a:lnTo>
                <a:lnTo>
                  <a:pt x="3788806" y="1553712"/>
                </a:lnTo>
                <a:close/>
              </a:path>
              <a:path w="5142230" h="2300604">
                <a:moveTo>
                  <a:pt x="2187779" y="355269"/>
                </a:moveTo>
                <a:lnTo>
                  <a:pt x="2184504" y="351763"/>
                </a:lnTo>
                <a:lnTo>
                  <a:pt x="2183517" y="348849"/>
                </a:lnTo>
                <a:lnTo>
                  <a:pt x="2184091" y="345848"/>
                </a:lnTo>
                <a:lnTo>
                  <a:pt x="2184970" y="340826"/>
                </a:lnTo>
                <a:lnTo>
                  <a:pt x="2189803" y="337398"/>
                </a:lnTo>
                <a:lnTo>
                  <a:pt x="2194875" y="338331"/>
                </a:lnTo>
                <a:lnTo>
                  <a:pt x="2199892" y="339205"/>
                </a:lnTo>
                <a:lnTo>
                  <a:pt x="2203274" y="343998"/>
                </a:lnTo>
                <a:lnTo>
                  <a:pt x="2202440" y="349069"/>
                </a:lnTo>
                <a:lnTo>
                  <a:pt x="2201513" y="354136"/>
                </a:lnTo>
                <a:lnTo>
                  <a:pt x="2196724" y="357513"/>
                </a:lnTo>
                <a:lnTo>
                  <a:pt x="2191604" y="356626"/>
                </a:lnTo>
                <a:lnTo>
                  <a:pt x="2189587" y="356227"/>
                </a:lnTo>
                <a:lnTo>
                  <a:pt x="2187779" y="355269"/>
                </a:lnTo>
                <a:close/>
              </a:path>
              <a:path w="5142230" h="2300604">
                <a:moveTo>
                  <a:pt x="4663216" y="2266594"/>
                </a:moveTo>
                <a:lnTo>
                  <a:pt x="4659375" y="2262482"/>
                </a:lnTo>
                <a:lnTo>
                  <a:pt x="4658943" y="2257619"/>
                </a:lnTo>
                <a:lnTo>
                  <a:pt x="4661618" y="2253934"/>
                </a:lnTo>
                <a:lnTo>
                  <a:pt x="4664591" y="2249786"/>
                </a:lnTo>
                <a:lnTo>
                  <a:pt x="4670428" y="2248899"/>
                </a:lnTo>
                <a:lnTo>
                  <a:pt x="4678764" y="2254891"/>
                </a:lnTo>
                <a:lnTo>
                  <a:pt x="4679705" y="2260687"/>
                </a:lnTo>
                <a:lnTo>
                  <a:pt x="4676677" y="2264876"/>
                </a:lnTo>
                <a:lnTo>
                  <a:pt x="4673708" y="2269028"/>
                </a:lnTo>
                <a:lnTo>
                  <a:pt x="4667871" y="2269916"/>
                </a:lnTo>
                <a:lnTo>
                  <a:pt x="4663216" y="2266594"/>
                </a:lnTo>
                <a:close/>
              </a:path>
              <a:path w="5142230" h="2300604">
                <a:moveTo>
                  <a:pt x="3980044" y="1757646"/>
                </a:moveTo>
                <a:lnTo>
                  <a:pt x="3976167" y="1753496"/>
                </a:lnTo>
                <a:lnTo>
                  <a:pt x="3976072" y="1748116"/>
                </a:lnTo>
                <a:lnTo>
                  <a:pt x="3979260" y="1744491"/>
                </a:lnTo>
                <a:lnTo>
                  <a:pt x="3982745" y="1740696"/>
                </a:lnTo>
                <a:lnTo>
                  <a:pt x="3988558" y="1740369"/>
                </a:lnTo>
                <a:lnTo>
                  <a:pt x="3996215" y="1747197"/>
                </a:lnTo>
                <a:lnTo>
                  <a:pt x="3996528" y="1753104"/>
                </a:lnTo>
                <a:lnTo>
                  <a:pt x="3989710" y="1760761"/>
                </a:lnTo>
                <a:lnTo>
                  <a:pt x="3983798" y="1761079"/>
                </a:lnTo>
                <a:lnTo>
                  <a:pt x="3980044" y="1757646"/>
                </a:lnTo>
                <a:close/>
              </a:path>
              <a:path w="5142230" h="2300604">
                <a:moveTo>
                  <a:pt x="2536438" y="422749"/>
                </a:moveTo>
                <a:lnTo>
                  <a:pt x="2533163" y="419244"/>
                </a:lnTo>
                <a:lnTo>
                  <a:pt x="2532183" y="416142"/>
                </a:lnTo>
                <a:lnTo>
                  <a:pt x="2534017" y="408037"/>
                </a:lnTo>
                <a:lnTo>
                  <a:pt x="2538987" y="404854"/>
                </a:lnTo>
                <a:lnTo>
                  <a:pt x="2549011" y="407178"/>
                </a:lnTo>
                <a:lnTo>
                  <a:pt x="2552144" y="412095"/>
                </a:lnTo>
                <a:lnTo>
                  <a:pt x="2549919" y="422127"/>
                </a:lnTo>
                <a:lnTo>
                  <a:pt x="2544902" y="425261"/>
                </a:lnTo>
                <a:lnTo>
                  <a:pt x="2539936" y="424148"/>
                </a:lnTo>
                <a:lnTo>
                  <a:pt x="2538062" y="423706"/>
                </a:lnTo>
                <a:lnTo>
                  <a:pt x="2536438" y="422749"/>
                </a:lnTo>
                <a:close/>
              </a:path>
              <a:path w="5142230" h="2300604">
                <a:moveTo>
                  <a:pt x="3708878" y="1435993"/>
                </a:moveTo>
                <a:lnTo>
                  <a:pt x="3704996" y="1431838"/>
                </a:lnTo>
                <a:lnTo>
                  <a:pt x="3702002" y="1426874"/>
                </a:lnTo>
                <a:lnTo>
                  <a:pt x="3703420" y="1421158"/>
                </a:lnTo>
                <a:lnTo>
                  <a:pt x="3712194" y="1415892"/>
                </a:lnTo>
                <a:lnTo>
                  <a:pt x="3717905" y="1417313"/>
                </a:lnTo>
                <a:lnTo>
                  <a:pt x="3723179" y="1426084"/>
                </a:lnTo>
                <a:lnTo>
                  <a:pt x="3721753" y="1431790"/>
                </a:lnTo>
                <a:lnTo>
                  <a:pt x="3717367" y="1434426"/>
                </a:lnTo>
                <a:lnTo>
                  <a:pt x="3713557" y="1436798"/>
                </a:lnTo>
                <a:lnTo>
                  <a:pt x="3708878" y="1435993"/>
                </a:lnTo>
                <a:close/>
              </a:path>
              <a:path w="5142230" h="2300604">
                <a:moveTo>
                  <a:pt x="2742400" y="475983"/>
                </a:moveTo>
                <a:lnTo>
                  <a:pt x="2739121" y="472472"/>
                </a:lnTo>
                <a:lnTo>
                  <a:pt x="2738196" y="469136"/>
                </a:lnTo>
                <a:lnTo>
                  <a:pt x="2739152" y="465859"/>
                </a:lnTo>
                <a:lnTo>
                  <a:pt x="2740647" y="460911"/>
                </a:lnTo>
                <a:lnTo>
                  <a:pt x="2745789" y="458107"/>
                </a:lnTo>
                <a:lnTo>
                  <a:pt x="2755655" y="461044"/>
                </a:lnTo>
                <a:lnTo>
                  <a:pt x="2758454" y="466191"/>
                </a:lnTo>
                <a:lnTo>
                  <a:pt x="2756964" y="471144"/>
                </a:lnTo>
                <a:lnTo>
                  <a:pt x="2755518" y="476047"/>
                </a:lnTo>
                <a:lnTo>
                  <a:pt x="2750327" y="478897"/>
                </a:lnTo>
                <a:lnTo>
                  <a:pt x="2745422" y="477361"/>
                </a:lnTo>
                <a:lnTo>
                  <a:pt x="2743786" y="476880"/>
                </a:lnTo>
                <a:lnTo>
                  <a:pt x="2742400" y="475983"/>
                </a:lnTo>
                <a:close/>
              </a:path>
              <a:path w="5142230" h="2300604">
                <a:moveTo>
                  <a:pt x="4375315" y="2059079"/>
                </a:moveTo>
                <a:lnTo>
                  <a:pt x="4371425" y="2054915"/>
                </a:lnTo>
                <a:lnTo>
                  <a:pt x="4371035" y="2050102"/>
                </a:lnTo>
                <a:lnTo>
                  <a:pt x="4373661" y="2046461"/>
                </a:lnTo>
                <a:lnTo>
                  <a:pt x="4376594" y="2042270"/>
                </a:lnTo>
                <a:lnTo>
                  <a:pt x="4382429" y="2041284"/>
                </a:lnTo>
                <a:lnTo>
                  <a:pt x="4386578" y="2044256"/>
                </a:lnTo>
                <a:lnTo>
                  <a:pt x="4390773" y="2047186"/>
                </a:lnTo>
                <a:lnTo>
                  <a:pt x="4391760" y="2053030"/>
                </a:lnTo>
                <a:lnTo>
                  <a:pt x="4388787" y="2057178"/>
                </a:lnTo>
                <a:lnTo>
                  <a:pt x="4385804" y="2061416"/>
                </a:lnTo>
                <a:lnTo>
                  <a:pt x="4380017" y="2062356"/>
                </a:lnTo>
                <a:lnTo>
                  <a:pt x="4375315" y="2059079"/>
                </a:lnTo>
                <a:close/>
              </a:path>
              <a:path w="5142230" h="2300604">
                <a:moveTo>
                  <a:pt x="2117806" y="343020"/>
                </a:moveTo>
                <a:lnTo>
                  <a:pt x="2114531" y="339514"/>
                </a:lnTo>
                <a:lnTo>
                  <a:pt x="2113639" y="336604"/>
                </a:lnTo>
                <a:lnTo>
                  <a:pt x="2114118" y="333599"/>
                </a:lnTo>
                <a:lnTo>
                  <a:pt x="2114998" y="328578"/>
                </a:lnTo>
                <a:lnTo>
                  <a:pt x="2119830" y="325149"/>
                </a:lnTo>
                <a:lnTo>
                  <a:pt x="2124902" y="326082"/>
                </a:lnTo>
                <a:lnTo>
                  <a:pt x="2129919" y="326956"/>
                </a:lnTo>
                <a:lnTo>
                  <a:pt x="2133347" y="331799"/>
                </a:lnTo>
                <a:lnTo>
                  <a:pt x="2132468" y="336820"/>
                </a:lnTo>
                <a:lnTo>
                  <a:pt x="2131540" y="341887"/>
                </a:lnTo>
                <a:lnTo>
                  <a:pt x="2126751" y="345265"/>
                </a:lnTo>
                <a:lnTo>
                  <a:pt x="2121730" y="344386"/>
                </a:lnTo>
                <a:lnTo>
                  <a:pt x="2119614" y="343979"/>
                </a:lnTo>
                <a:lnTo>
                  <a:pt x="2117806" y="343020"/>
                </a:lnTo>
                <a:close/>
              </a:path>
              <a:path w="5142230" h="2300604">
                <a:moveTo>
                  <a:pt x="2674177" y="456713"/>
                </a:moveTo>
                <a:lnTo>
                  <a:pt x="2670898" y="453202"/>
                </a:lnTo>
                <a:lnTo>
                  <a:pt x="2669973" y="449866"/>
                </a:lnTo>
                <a:lnTo>
                  <a:pt x="2670836" y="446685"/>
                </a:lnTo>
                <a:lnTo>
                  <a:pt x="2672233" y="441728"/>
                </a:lnTo>
                <a:lnTo>
                  <a:pt x="2677332" y="438781"/>
                </a:lnTo>
                <a:lnTo>
                  <a:pt x="2682248" y="440133"/>
                </a:lnTo>
                <a:lnTo>
                  <a:pt x="2687208" y="441435"/>
                </a:lnTo>
                <a:lnTo>
                  <a:pt x="2690150" y="446540"/>
                </a:lnTo>
                <a:lnTo>
                  <a:pt x="2687452" y="456456"/>
                </a:lnTo>
                <a:lnTo>
                  <a:pt x="2682581" y="459257"/>
                </a:lnTo>
                <a:lnTo>
                  <a:pt x="2682343" y="459393"/>
                </a:lnTo>
                <a:lnTo>
                  <a:pt x="2677383" y="458092"/>
                </a:lnTo>
                <a:lnTo>
                  <a:pt x="2675657" y="457613"/>
                </a:lnTo>
                <a:lnTo>
                  <a:pt x="2674177" y="456713"/>
                </a:lnTo>
                <a:close/>
              </a:path>
              <a:path w="5142230" h="2300604">
                <a:moveTo>
                  <a:pt x="4088773" y="1849016"/>
                </a:moveTo>
                <a:lnTo>
                  <a:pt x="4084980" y="1844955"/>
                </a:lnTo>
                <a:lnTo>
                  <a:pt x="4084740" y="1839909"/>
                </a:lnTo>
                <a:lnTo>
                  <a:pt x="4087649" y="1836278"/>
                </a:lnTo>
                <a:lnTo>
                  <a:pt x="4090808" y="1832231"/>
                </a:lnTo>
                <a:lnTo>
                  <a:pt x="4096634" y="1831528"/>
                </a:lnTo>
                <a:lnTo>
                  <a:pt x="4100683" y="1834786"/>
                </a:lnTo>
                <a:lnTo>
                  <a:pt x="4104729" y="1837945"/>
                </a:lnTo>
                <a:lnTo>
                  <a:pt x="4105379" y="1843821"/>
                </a:lnTo>
                <a:lnTo>
                  <a:pt x="4098965" y="1851813"/>
                </a:lnTo>
                <a:lnTo>
                  <a:pt x="4093139" y="1852516"/>
                </a:lnTo>
                <a:lnTo>
                  <a:pt x="4088773" y="1849016"/>
                </a:lnTo>
                <a:close/>
              </a:path>
              <a:path w="5142230" h="2300604">
                <a:moveTo>
                  <a:pt x="3673336" y="1374294"/>
                </a:moveTo>
                <a:lnTo>
                  <a:pt x="3670016" y="1370739"/>
                </a:lnTo>
                <a:lnTo>
                  <a:pt x="3669566" y="1370063"/>
                </a:lnTo>
                <a:lnTo>
                  <a:pt x="3666723" y="1364867"/>
                </a:lnTo>
                <a:lnTo>
                  <a:pt x="3668373" y="1359207"/>
                </a:lnTo>
                <a:lnTo>
                  <a:pt x="3672853" y="1356766"/>
                </a:lnTo>
                <a:lnTo>
                  <a:pt x="3677370" y="1354272"/>
                </a:lnTo>
                <a:lnTo>
                  <a:pt x="3683030" y="1355934"/>
                </a:lnTo>
                <a:lnTo>
                  <a:pt x="3687960" y="1364925"/>
                </a:lnTo>
                <a:lnTo>
                  <a:pt x="3686304" y="1370580"/>
                </a:lnTo>
                <a:lnTo>
                  <a:pt x="3677984" y="1375165"/>
                </a:lnTo>
                <a:lnTo>
                  <a:pt x="3673336" y="1374294"/>
                </a:lnTo>
                <a:close/>
              </a:path>
              <a:path w="5142230" h="2300604">
                <a:moveTo>
                  <a:pt x="2397364" y="393613"/>
                </a:moveTo>
                <a:lnTo>
                  <a:pt x="2394084" y="390102"/>
                </a:lnTo>
                <a:lnTo>
                  <a:pt x="2393141" y="387138"/>
                </a:lnTo>
                <a:lnTo>
                  <a:pt x="2394692" y="379024"/>
                </a:lnTo>
                <a:lnTo>
                  <a:pt x="2399577" y="375749"/>
                </a:lnTo>
                <a:lnTo>
                  <a:pt x="2409659" y="377744"/>
                </a:lnTo>
                <a:lnTo>
                  <a:pt x="2412939" y="382624"/>
                </a:lnTo>
                <a:lnTo>
                  <a:pt x="2410992" y="392661"/>
                </a:lnTo>
                <a:lnTo>
                  <a:pt x="2406108" y="395936"/>
                </a:lnTo>
                <a:lnTo>
                  <a:pt x="2401045" y="395013"/>
                </a:lnTo>
                <a:lnTo>
                  <a:pt x="2399078" y="394568"/>
                </a:lnTo>
                <a:lnTo>
                  <a:pt x="2397364" y="393613"/>
                </a:lnTo>
                <a:close/>
              </a:path>
              <a:path w="5142230" h="2300604">
                <a:moveTo>
                  <a:pt x="4259524" y="1976771"/>
                </a:moveTo>
                <a:lnTo>
                  <a:pt x="4255688" y="1972664"/>
                </a:lnTo>
                <a:lnTo>
                  <a:pt x="4255297" y="1967845"/>
                </a:lnTo>
                <a:lnTo>
                  <a:pt x="4257922" y="1964207"/>
                </a:lnTo>
                <a:lnTo>
                  <a:pt x="4260895" y="1959959"/>
                </a:lnTo>
                <a:lnTo>
                  <a:pt x="4266691" y="1959028"/>
                </a:lnTo>
                <a:lnTo>
                  <a:pt x="4275026" y="1965020"/>
                </a:lnTo>
                <a:lnTo>
                  <a:pt x="4276014" y="1970864"/>
                </a:lnTo>
                <a:lnTo>
                  <a:pt x="4270016" y="1979206"/>
                </a:lnTo>
                <a:lnTo>
                  <a:pt x="4264220" y="1980137"/>
                </a:lnTo>
                <a:lnTo>
                  <a:pt x="4260032" y="1977119"/>
                </a:lnTo>
                <a:lnTo>
                  <a:pt x="4259524" y="1976771"/>
                </a:lnTo>
                <a:close/>
              </a:path>
              <a:path w="5142230" h="2300604">
                <a:moveTo>
                  <a:pt x="4317412" y="2018015"/>
                </a:moveTo>
                <a:lnTo>
                  <a:pt x="4313526" y="2013855"/>
                </a:lnTo>
                <a:lnTo>
                  <a:pt x="4313089" y="2009087"/>
                </a:lnTo>
                <a:lnTo>
                  <a:pt x="4315674" y="2005402"/>
                </a:lnTo>
                <a:lnTo>
                  <a:pt x="4318691" y="2001205"/>
                </a:lnTo>
                <a:lnTo>
                  <a:pt x="4324483" y="2000269"/>
                </a:lnTo>
                <a:lnTo>
                  <a:pt x="4328680" y="2003197"/>
                </a:lnTo>
                <a:lnTo>
                  <a:pt x="4332827" y="2006171"/>
                </a:lnTo>
                <a:lnTo>
                  <a:pt x="4333862" y="2011970"/>
                </a:lnTo>
                <a:lnTo>
                  <a:pt x="4330841" y="2016162"/>
                </a:lnTo>
                <a:lnTo>
                  <a:pt x="4327908" y="2020354"/>
                </a:lnTo>
                <a:lnTo>
                  <a:pt x="4322071" y="2021341"/>
                </a:lnTo>
                <a:lnTo>
                  <a:pt x="4317412" y="2018015"/>
                </a:lnTo>
                <a:close/>
              </a:path>
              <a:path w="5142230" h="2300604">
                <a:moveTo>
                  <a:pt x="2466992" y="407644"/>
                </a:moveTo>
                <a:lnTo>
                  <a:pt x="2463758" y="404182"/>
                </a:lnTo>
                <a:lnTo>
                  <a:pt x="2462775" y="401174"/>
                </a:lnTo>
                <a:lnTo>
                  <a:pt x="2463447" y="398081"/>
                </a:lnTo>
                <a:lnTo>
                  <a:pt x="2464469" y="393017"/>
                </a:lnTo>
                <a:lnTo>
                  <a:pt x="2469440" y="389835"/>
                </a:lnTo>
                <a:lnTo>
                  <a:pt x="2479470" y="391970"/>
                </a:lnTo>
                <a:lnTo>
                  <a:pt x="2482656" y="396847"/>
                </a:lnTo>
                <a:lnTo>
                  <a:pt x="2481634" y="401910"/>
                </a:lnTo>
                <a:lnTo>
                  <a:pt x="2480566" y="406926"/>
                </a:lnTo>
                <a:lnTo>
                  <a:pt x="2475640" y="410157"/>
                </a:lnTo>
                <a:lnTo>
                  <a:pt x="2470625" y="409089"/>
                </a:lnTo>
                <a:lnTo>
                  <a:pt x="2468658" y="408645"/>
                </a:lnTo>
                <a:lnTo>
                  <a:pt x="2466992" y="407644"/>
                </a:lnTo>
                <a:close/>
              </a:path>
              <a:path w="5142230" h="2300604">
                <a:moveTo>
                  <a:pt x="3071058" y="606800"/>
                </a:moveTo>
                <a:lnTo>
                  <a:pt x="3067733" y="603241"/>
                </a:lnTo>
                <a:lnTo>
                  <a:pt x="3067077" y="598922"/>
                </a:lnTo>
                <a:lnTo>
                  <a:pt x="3068995" y="595304"/>
                </a:lnTo>
                <a:lnTo>
                  <a:pt x="3071411" y="590856"/>
                </a:lnTo>
                <a:lnTo>
                  <a:pt x="3077040" y="589058"/>
                </a:lnTo>
                <a:lnTo>
                  <a:pt x="3081539" y="591530"/>
                </a:lnTo>
                <a:lnTo>
                  <a:pt x="3086078" y="593946"/>
                </a:lnTo>
                <a:lnTo>
                  <a:pt x="3087774" y="599576"/>
                </a:lnTo>
                <a:lnTo>
                  <a:pt x="3082983" y="608617"/>
                </a:lnTo>
                <a:lnTo>
                  <a:pt x="3077309" y="610366"/>
                </a:lnTo>
                <a:lnTo>
                  <a:pt x="3071889" y="607393"/>
                </a:lnTo>
                <a:lnTo>
                  <a:pt x="3071058" y="606800"/>
                </a:lnTo>
                <a:close/>
              </a:path>
              <a:path w="5142230" h="2300604">
                <a:moveTo>
                  <a:pt x="3747211" y="1495990"/>
                </a:moveTo>
                <a:lnTo>
                  <a:pt x="3743041" y="1491527"/>
                </a:lnTo>
                <a:lnTo>
                  <a:pt x="3740164" y="1487274"/>
                </a:lnTo>
                <a:lnTo>
                  <a:pt x="3741262" y="1481510"/>
                </a:lnTo>
                <a:lnTo>
                  <a:pt x="3749762" y="1475751"/>
                </a:lnTo>
                <a:lnTo>
                  <a:pt x="3755532" y="1476845"/>
                </a:lnTo>
                <a:lnTo>
                  <a:pt x="3761290" y="1485354"/>
                </a:lnTo>
                <a:lnTo>
                  <a:pt x="3760192" y="1491119"/>
                </a:lnTo>
                <a:lnTo>
                  <a:pt x="3755944" y="1494001"/>
                </a:lnTo>
                <a:lnTo>
                  <a:pt x="3752120" y="1496651"/>
                </a:lnTo>
                <a:lnTo>
                  <a:pt x="3747211" y="1495990"/>
                </a:lnTo>
                <a:close/>
              </a:path>
              <a:path w="5142230" h="2300604">
                <a:moveTo>
                  <a:pt x="3133244" y="642384"/>
                </a:moveTo>
                <a:lnTo>
                  <a:pt x="3129269" y="638129"/>
                </a:lnTo>
                <a:lnTo>
                  <a:pt x="3128678" y="633683"/>
                </a:lnTo>
                <a:lnTo>
                  <a:pt x="3130928" y="630029"/>
                </a:lnTo>
                <a:lnTo>
                  <a:pt x="3133582" y="625641"/>
                </a:lnTo>
                <a:lnTo>
                  <a:pt x="3139095" y="624306"/>
                </a:lnTo>
                <a:lnTo>
                  <a:pt x="3139244" y="624270"/>
                </a:lnTo>
                <a:lnTo>
                  <a:pt x="3148078" y="629622"/>
                </a:lnTo>
                <a:lnTo>
                  <a:pt x="3149395" y="635332"/>
                </a:lnTo>
                <a:lnTo>
                  <a:pt x="3144092" y="644121"/>
                </a:lnTo>
                <a:lnTo>
                  <a:pt x="3138337" y="645488"/>
                </a:lnTo>
                <a:lnTo>
                  <a:pt x="3133986" y="642787"/>
                </a:lnTo>
                <a:lnTo>
                  <a:pt x="3133244" y="642384"/>
                </a:lnTo>
                <a:close/>
              </a:path>
              <a:path w="5142230" h="2300604">
                <a:moveTo>
                  <a:pt x="3640115" y="1311460"/>
                </a:moveTo>
                <a:lnTo>
                  <a:pt x="3636794" y="1307906"/>
                </a:lnTo>
                <a:lnTo>
                  <a:pt x="3636300" y="1307181"/>
                </a:lnTo>
                <a:lnTo>
                  <a:pt x="3635855" y="1306409"/>
                </a:lnTo>
                <a:lnTo>
                  <a:pt x="3633556" y="1301800"/>
                </a:lnTo>
                <a:lnTo>
                  <a:pt x="3635304" y="1296240"/>
                </a:lnTo>
                <a:lnTo>
                  <a:pt x="3644481" y="1291502"/>
                </a:lnTo>
                <a:lnTo>
                  <a:pt x="3650031" y="1293339"/>
                </a:lnTo>
                <a:lnTo>
                  <a:pt x="3654730" y="1302473"/>
                </a:lnTo>
                <a:lnTo>
                  <a:pt x="3652981" y="1307932"/>
                </a:lnTo>
                <a:lnTo>
                  <a:pt x="3652934" y="1308077"/>
                </a:lnTo>
                <a:lnTo>
                  <a:pt x="3644620" y="1312374"/>
                </a:lnTo>
                <a:lnTo>
                  <a:pt x="3640115" y="1311460"/>
                </a:lnTo>
                <a:close/>
              </a:path>
              <a:path w="5142230" h="2300604">
                <a:moveTo>
                  <a:pt x="3833509" y="1608995"/>
                </a:moveTo>
                <a:lnTo>
                  <a:pt x="3829869" y="1605099"/>
                </a:lnTo>
                <a:lnTo>
                  <a:pt x="3826508" y="1601208"/>
                </a:lnTo>
                <a:lnTo>
                  <a:pt x="3826989" y="1595271"/>
                </a:lnTo>
                <a:lnTo>
                  <a:pt x="3830263" y="1592520"/>
                </a:lnTo>
                <a:lnTo>
                  <a:pt x="3834166" y="1589171"/>
                </a:lnTo>
                <a:lnTo>
                  <a:pt x="3834773" y="1588648"/>
                </a:lnTo>
                <a:lnTo>
                  <a:pt x="3840655" y="1589080"/>
                </a:lnTo>
                <a:lnTo>
                  <a:pt x="3843971" y="1593021"/>
                </a:lnTo>
                <a:lnTo>
                  <a:pt x="3847328" y="1596908"/>
                </a:lnTo>
                <a:lnTo>
                  <a:pt x="3846896" y="1602799"/>
                </a:lnTo>
                <a:lnTo>
                  <a:pt x="3843573" y="1605595"/>
                </a:lnTo>
                <a:lnTo>
                  <a:pt x="3839718" y="1608897"/>
                </a:lnTo>
                <a:lnTo>
                  <a:pt x="3839161" y="1609376"/>
                </a:lnTo>
                <a:lnTo>
                  <a:pt x="3833509" y="1608995"/>
                </a:lnTo>
                <a:close/>
              </a:path>
              <a:path w="5142230" h="2300604">
                <a:moveTo>
                  <a:pt x="3440137" y="936203"/>
                </a:moveTo>
                <a:lnTo>
                  <a:pt x="3435930" y="931699"/>
                </a:lnTo>
                <a:lnTo>
                  <a:pt x="3433101" y="927402"/>
                </a:lnTo>
                <a:lnTo>
                  <a:pt x="3434283" y="921632"/>
                </a:lnTo>
                <a:lnTo>
                  <a:pt x="3442836" y="916025"/>
                </a:lnTo>
                <a:lnTo>
                  <a:pt x="3448556" y="917165"/>
                </a:lnTo>
                <a:lnTo>
                  <a:pt x="3451475" y="921460"/>
                </a:lnTo>
                <a:lnTo>
                  <a:pt x="3454256" y="925710"/>
                </a:lnTo>
                <a:lnTo>
                  <a:pt x="3453119" y="931530"/>
                </a:lnTo>
                <a:lnTo>
                  <a:pt x="3448821" y="934358"/>
                </a:lnTo>
                <a:lnTo>
                  <a:pt x="3444960" y="936869"/>
                </a:lnTo>
                <a:lnTo>
                  <a:pt x="3440137" y="936203"/>
                </a:lnTo>
                <a:close/>
              </a:path>
              <a:path w="5142230" h="2300604">
                <a:moveTo>
                  <a:pt x="3608191" y="1247962"/>
                </a:moveTo>
                <a:lnTo>
                  <a:pt x="3604870" y="1244408"/>
                </a:lnTo>
                <a:lnTo>
                  <a:pt x="3604371" y="1243678"/>
                </a:lnTo>
                <a:lnTo>
                  <a:pt x="3601682" y="1238255"/>
                </a:lnTo>
                <a:lnTo>
                  <a:pt x="3603523" y="1232700"/>
                </a:lnTo>
                <a:lnTo>
                  <a:pt x="3612555" y="1228198"/>
                </a:lnTo>
                <a:lnTo>
                  <a:pt x="3612744" y="1228104"/>
                </a:lnTo>
                <a:lnTo>
                  <a:pt x="3618294" y="1230041"/>
                </a:lnTo>
                <a:lnTo>
                  <a:pt x="3622845" y="1239213"/>
                </a:lnTo>
                <a:lnTo>
                  <a:pt x="3620999" y="1244763"/>
                </a:lnTo>
                <a:lnTo>
                  <a:pt x="3612648" y="1248921"/>
                </a:lnTo>
                <a:lnTo>
                  <a:pt x="3608191" y="1247962"/>
                </a:lnTo>
                <a:close/>
              </a:path>
              <a:path w="5142230" h="2300604">
                <a:moveTo>
                  <a:pt x="3927834" y="1708990"/>
                </a:moveTo>
                <a:lnTo>
                  <a:pt x="3924092" y="1704984"/>
                </a:lnTo>
                <a:lnTo>
                  <a:pt x="3924145" y="1699470"/>
                </a:lnTo>
                <a:lnTo>
                  <a:pt x="3931192" y="1692156"/>
                </a:lnTo>
                <a:lnTo>
                  <a:pt x="3937049" y="1692072"/>
                </a:lnTo>
                <a:lnTo>
                  <a:pt x="3944454" y="1699217"/>
                </a:lnTo>
                <a:lnTo>
                  <a:pt x="3944484" y="1705114"/>
                </a:lnTo>
                <a:lnTo>
                  <a:pt x="3937389" y="1712474"/>
                </a:lnTo>
                <a:lnTo>
                  <a:pt x="3931483" y="1712603"/>
                </a:lnTo>
                <a:lnTo>
                  <a:pt x="3927834" y="1708990"/>
                </a:lnTo>
                <a:close/>
              </a:path>
              <a:path w="5142230" h="2300604">
                <a:moveTo>
                  <a:pt x="2876889" y="520644"/>
                </a:moveTo>
                <a:lnTo>
                  <a:pt x="2873610" y="517133"/>
                </a:lnTo>
                <a:lnTo>
                  <a:pt x="2872744" y="513467"/>
                </a:lnTo>
                <a:lnTo>
                  <a:pt x="2873993" y="510017"/>
                </a:lnTo>
                <a:lnTo>
                  <a:pt x="2875807" y="505209"/>
                </a:lnTo>
                <a:lnTo>
                  <a:pt x="2881182" y="502754"/>
                </a:lnTo>
                <a:lnTo>
                  <a:pt x="2890739" y="506336"/>
                </a:lnTo>
                <a:lnTo>
                  <a:pt x="2893244" y="511657"/>
                </a:lnTo>
                <a:lnTo>
                  <a:pt x="2891430" y="516465"/>
                </a:lnTo>
                <a:lnTo>
                  <a:pt x="2889661" y="521314"/>
                </a:lnTo>
                <a:lnTo>
                  <a:pt x="2884286" y="523769"/>
                </a:lnTo>
                <a:lnTo>
                  <a:pt x="2878091" y="521438"/>
                </a:lnTo>
                <a:lnTo>
                  <a:pt x="2876889" y="520644"/>
                </a:lnTo>
                <a:close/>
              </a:path>
              <a:path w="5142230" h="2300604">
                <a:moveTo>
                  <a:pt x="3477503" y="996244"/>
                </a:moveTo>
                <a:lnTo>
                  <a:pt x="3473664" y="992134"/>
                </a:lnTo>
                <a:lnTo>
                  <a:pt x="3473265" y="991512"/>
                </a:lnTo>
                <a:lnTo>
                  <a:pt x="3470678" y="987080"/>
                </a:lnTo>
                <a:lnTo>
                  <a:pt x="3472142" y="981412"/>
                </a:lnTo>
                <a:lnTo>
                  <a:pt x="3476578" y="978830"/>
                </a:lnTo>
                <a:lnTo>
                  <a:pt x="3480959" y="976189"/>
                </a:lnTo>
                <a:lnTo>
                  <a:pt x="3486670" y="977610"/>
                </a:lnTo>
                <a:lnTo>
                  <a:pt x="3491939" y="986477"/>
                </a:lnTo>
                <a:lnTo>
                  <a:pt x="3490427" y="992190"/>
                </a:lnTo>
                <a:lnTo>
                  <a:pt x="3486041" y="994826"/>
                </a:lnTo>
                <a:lnTo>
                  <a:pt x="3482185" y="997050"/>
                </a:lnTo>
                <a:lnTo>
                  <a:pt x="3477503" y="996244"/>
                </a:lnTo>
                <a:close/>
              </a:path>
              <a:path w="5142230" h="2300604">
                <a:moveTo>
                  <a:pt x="3399071" y="878464"/>
                </a:moveTo>
                <a:lnTo>
                  <a:pt x="3395245" y="874368"/>
                </a:lnTo>
                <a:lnTo>
                  <a:pt x="3392133" y="870253"/>
                </a:lnTo>
                <a:lnTo>
                  <a:pt x="3392894" y="864420"/>
                </a:lnTo>
                <a:lnTo>
                  <a:pt x="3401082" y="858232"/>
                </a:lnTo>
                <a:lnTo>
                  <a:pt x="3406915" y="859001"/>
                </a:lnTo>
                <a:lnTo>
                  <a:pt x="3410031" y="863121"/>
                </a:lnTo>
                <a:lnTo>
                  <a:pt x="3413148" y="867139"/>
                </a:lnTo>
                <a:lnTo>
                  <a:pt x="3412339" y="873018"/>
                </a:lnTo>
                <a:lnTo>
                  <a:pt x="3408268" y="876090"/>
                </a:lnTo>
                <a:lnTo>
                  <a:pt x="3404435" y="879022"/>
                </a:lnTo>
                <a:lnTo>
                  <a:pt x="3399071" y="878464"/>
                </a:lnTo>
                <a:close/>
              </a:path>
              <a:path w="5142230" h="2300604">
                <a:moveTo>
                  <a:pt x="3301747" y="769784"/>
                </a:moveTo>
                <a:lnTo>
                  <a:pt x="3298004" y="765777"/>
                </a:lnTo>
                <a:lnTo>
                  <a:pt x="3297963" y="760260"/>
                </a:lnTo>
                <a:lnTo>
                  <a:pt x="3301390" y="756694"/>
                </a:lnTo>
                <a:lnTo>
                  <a:pt x="3304913" y="752937"/>
                </a:lnTo>
                <a:lnTo>
                  <a:pt x="3310771" y="752761"/>
                </a:lnTo>
                <a:lnTo>
                  <a:pt x="3318274" y="759814"/>
                </a:lnTo>
                <a:lnTo>
                  <a:pt x="3318409" y="765723"/>
                </a:lnTo>
                <a:lnTo>
                  <a:pt x="3311398" y="773177"/>
                </a:lnTo>
                <a:lnTo>
                  <a:pt x="3305444" y="773351"/>
                </a:lnTo>
                <a:lnTo>
                  <a:pt x="3301747" y="769784"/>
                </a:lnTo>
                <a:close/>
              </a:path>
              <a:path w="5142230" h="2300604">
                <a:moveTo>
                  <a:pt x="3354194" y="823971"/>
                </a:moveTo>
                <a:lnTo>
                  <a:pt x="3350637" y="820162"/>
                </a:lnTo>
                <a:lnTo>
                  <a:pt x="3347231" y="816322"/>
                </a:lnTo>
                <a:lnTo>
                  <a:pt x="3347569" y="810427"/>
                </a:lnTo>
                <a:lnTo>
                  <a:pt x="3351369" y="806968"/>
                </a:lnTo>
                <a:lnTo>
                  <a:pt x="3354868" y="803874"/>
                </a:lnTo>
                <a:lnTo>
                  <a:pt x="3355220" y="803563"/>
                </a:lnTo>
                <a:lnTo>
                  <a:pt x="3361104" y="803901"/>
                </a:lnTo>
                <a:lnTo>
                  <a:pt x="3367924" y="811592"/>
                </a:lnTo>
                <a:lnTo>
                  <a:pt x="3367585" y="817488"/>
                </a:lnTo>
                <a:lnTo>
                  <a:pt x="3360243" y="823993"/>
                </a:lnTo>
                <a:lnTo>
                  <a:pt x="3359992" y="824216"/>
                </a:lnTo>
                <a:lnTo>
                  <a:pt x="3354194" y="823971"/>
                </a:lnTo>
                <a:close/>
              </a:path>
              <a:path w="5142230" h="2300604">
                <a:moveTo>
                  <a:pt x="2942859" y="546493"/>
                </a:moveTo>
                <a:lnTo>
                  <a:pt x="2939574" y="542978"/>
                </a:lnTo>
                <a:lnTo>
                  <a:pt x="2938763" y="539079"/>
                </a:lnTo>
                <a:lnTo>
                  <a:pt x="2940208" y="535638"/>
                </a:lnTo>
                <a:lnTo>
                  <a:pt x="2942162" y="530891"/>
                </a:lnTo>
                <a:lnTo>
                  <a:pt x="2947617" y="528616"/>
                </a:lnTo>
                <a:lnTo>
                  <a:pt x="2957111" y="532622"/>
                </a:lnTo>
                <a:lnTo>
                  <a:pt x="2959339" y="538038"/>
                </a:lnTo>
                <a:lnTo>
                  <a:pt x="2955424" y="547530"/>
                </a:lnTo>
                <a:lnTo>
                  <a:pt x="2949969" y="549805"/>
                </a:lnTo>
                <a:lnTo>
                  <a:pt x="2945225" y="547752"/>
                </a:lnTo>
                <a:lnTo>
                  <a:pt x="2943965" y="547286"/>
                </a:lnTo>
                <a:lnTo>
                  <a:pt x="2942859" y="546493"/>
                </a:lnTo>
                <a:close/>
              </a:path>
              <a:path w="5142230" h="2300604">
                <a:moveTo>
                  <a:pt x="2605477" y="438984"/>
                </a:moveTo>
                <a:lnTo>
                  <a:pt x="2602243" y="435522"/>
                </a:lnTo>
                <a:lnTo>
                  <a:pt x="2601285" y="432248"/>
                </a:lnTo>
                <a:lnTo>
                  <a:pt x="2602035" y="429141"/>
                </a:lnTo>
                <a:lnTo>
                  <a:pt x="2603292" y="424133"/>
                </a:lnTo>
                <a:lnTo>
                  <a:pt x="2604645" y="423333"/>
                </a:lnTo>
                <a:lnTo>
                  <a:pt x="2608469" y="421171"/>
                </a:lnTo>
                <a:lnTo>
                  <a:pt x="2618272" y="423552"/>
                </a:lnTo>
                <a:lnTo>
                  <a:pt x="2621362" y="428619"/>
                </a:lnTo>
                <a:lnTo>
                  <a:pt x="2620101" y="433623"/>
                </a:lnTo>
                <a:lnTo>
                  <a:pt x="2618893" y="438586"/>
                </a:lnTo>
                <a:lnTo>
                  <a:pt x="2613885" y="441630"/>
                </a:lnTo>
                <a:lnTo>
                  <a:pt x="2608876" y="440374"/>
                </a:lnTo>
                <a:lnTo>
                  <a:pt x="2607048" y="439981"/>
                </a:lnTo>
                <a:lnTo>
                  <a:pt x="2605477" y="438984"/>
                </a:lnTo>
                <a:close/>
              </a:path>
              <a:path w="5142230" h="2300604">
                <a:moveTo>
                  <a:pt x="3192366" y="680940"/>
                </a:moveTo>
                <a:lnTo>
                  <a:pt x="3188479" y="676780"/>
                </a:lnTo>
                <a:lnTo>
                  <a:pt x="3188043" y="672012"/>
                </a:lnTo>
                <a:lnTo>
                  <a:pt x="3193545" y="664124"/>
                </a:lnTo>
                <a:lnTo>
                  <a:pt x="3199387" y="663141"/>
                </a:lnTo>
                <a:lnTo>
                  <a:pt x="3207779" y="668998"/>
                </a:lnTo>
                <a:lnTo>
                  <a:pt x="3208814" y="674798"/>
                </a:lnTo>
                <a:lnTo>
                  <a:pt x="3202909" y="683235"/>
                </a:lnTo>
                <a:lnTo>
                  <a:pt x="3197109" y="684261"/>
                </a:lnTo>
                <a:lnTo>
                  <a:pt x="3192366" y="680940"/>
                </a:lnTo>
                <a:close/>
              </a:path>
              <a:path w="5142230" h="2300604">
                <a:moveTo>
                  <a:pt x="3248611" y="723261"/>
                </a:moveTo>
                <a:lnTo>
                  <a:pt x="3244871" y="719257"/>
                </a:lnTo>
                <a:lnTo>
                  <a:pt x="3244627" y="714108"/>
                </a:lnTo>
                <a:lnTo>
                  <a:pt x="3247629" y="710482"/>
                </a:lnTo>
                <a:lnTo>
                  <a:pt x="3250834" y="706483"/>
                </a:lnTo>
                <a:lnTo>
                  <a:pt x="3256660" y="705880"/>
                </a:lnTo>
                <a:lnTo>
                  <a:pt x="3260708" y="709139"/>
                </a:lnTo>
                <a:lnTo>
                  <a:pt x="3264658" y="712389"/>
                </a:lnTo>
                <a:lnTo>
                  <a:pt x="3265263" y="718215"/>
                </a:lnTo>
                <a:lnTo>
                  <a:pt x="3262053" y="722210"/>
                </a:lnTo>
                <a:lnTo>
                  <a:pt x="3258808" y="726163"/>
                </a:lnTo>
                <a:lnTo>
                  <a:pt x="3252932" y="726813"/>
                </a:lnTo>
                <a:lnTo>
                  <a:pt x="3248611" y="723261"/>
                </a:lnTo>
                <a:close/>
              </a:path>
              <a:path w="5142230" h="2300604">
                <a:moveTo>
                  <a:pt x="4716557" y="2300034"/>
                </a:moveTo>
                <a:lnTo>
                  <a:pt x="4716488" y="2299183"/>
                </a:lnTo>
                <a:lnTo>
                  <a:pt x="4722140" y="2291355"/>
                </a:lnTo>
                <a:lnTo>
                  <a:pt x="4727977" y="2290468"/>
                </a:lnTo>
                <a:lnTo>
                  <a:pt x="4736320" y="2296463"/>
                </a:lnTo>
                <a:lnTo>
                  <a:pt x="4736850" y="2299965"/>
                </a:lnTo>
                <a:lnTo>
                  <a:pt x="4730248" y="2300034"/>
                </a:lnTo>
                <a:lnTo>
                  <a:pt x="4716557" y="2300034"/>
                </a:lnTo>
                <a:close/>
              </a:path>
              <a:path w="5142230" h="2300604">
                <a:moveTo>
                  <a:pt x="4491117" y="2142188"/>
                </a:moveTo>
                <a:lnTo>
                  <a:pt x="4486770" y="2137535"/>
                </a:lnTo>
                <a:lnTo>
                  <a:pt x="4486384" y="2132821"/>
                </a:lnTo>
                <a:lnTo>
                  <a:pt x="4492033" y="2124989"/>
                </a:lnTo>
                <a:lnTo>
                  <a:pt x="4497826" y="2124050"/>
                </a:lnTo>
                <a:lnTo>
                  <a:pt x="4506166" y="2130048"/>
                </a:lnTo>
                <a:lnTo>
                  <a:pt x="4507099" y="2135933"/>
                </a:lnTo>
                <a:lnTo>
                  <a:pt x="4504130" y="2140086"/>
                </a:lnTo>
                <a:lnTo>
                  <a:pt x="4501056" y="2144227"/>
                </a:lnTo>
                <a:lnTo>
                  <a:pt x="4495264" y="2145163"/>
                </a:lnTo>
                <a:lnTo>
                  <a:pt x="4491117" y="2142188"/>
                </a:lnTo>
                <a:close/>
              </a:path>
              <a:path w="5142230" h="2300604">
                <a:moveTo>
                  <a:pt x="1908191" y="304448"/>
                </a:moveTo>
                <a:lnTo>
                  <a:pt x="1904911" y="300938"/>
                </a:lnTo>
                <a:lnTo>
                  <a:pt x="1903977" y="297884"/>
                </a:lnTo>
                <a:lnTo>
                  <a:pt x="1904600" y="294837"/>
                </a:lnTo>
                <a:lnTo>
                  <a:pt x="1905573" y="289819"/>
                </a:lnTo>
                <a:lnTo>
                  <a:pt x="1910498" y="286587"/>
                </a:lnTo>
                <a:lnTo>
                  <a:pt x="1915512" y="287556"/>
                </a:lnTo>
                <a:lnTo>
                  <a:pt x="1920581" y="288583"/>
                </a:lnTo>
                <a:lnTo>
                  <a:pt x="1923856" y="293458"/>
                </a:lnTo>
                <a:lnTo>
                  <a:pt x="1921817" y="303590"/>
                </a:lnTo>
                <a:lnTo>
                  <a:pt x="1916887" y="306817"/>
                </a:lnTo>
                <a:lnTo>
                  <a:pt x="1911873" y="305848"/>
                </a:lnTo>
                <a:lnTo>
                  <a:pt x="1909905" y="305404"/>
                </a:lnTo>
                <a:lnTo>
                  <a:pt x="1908191" y="304448"/>
                </a:lnTo>
                <a:close/>
              </a:path>
              <a:path w="5142230" h="2300604">
                <a:moveTo>
                  <a:pt x="3576794" y="1184347"/>
                </a:moveTo>
                <a:lnTo>
                  <a:pt x="3573464" y="1180782"/>
                </a:lnTo>
                <a:lnTo>
                  <a:pt x="3572929" y="1180013"/>
                </a:lnTo>
                <a:lnTo>
                  <a:pt x="3570235" y="1174586"/>
                </a:lnTo>
                <a:lnTo>
                  <a:pt x="3572124" y="1168986"/>
                </a:lnTo>
                <a:lnTo>
                  <a:pt x="3581108" y="1164528"/>
                </a:lnTo>
                <a:lnTo>
                  <a:pt x="3581297" y="1164434"/>
                </a:lnTo>
                <a:lnTo>
                  <a:pt x="3586893" y="1166320"/>
                </a:lnTo>
                <a:lnTo>
                  <a:pt x="3589197" y="1170934"/>
                </a:lnTo>
                <a:lnTo>
                  <a:pt x="3591444" y="1175592"/>
                </a:lnTo>
                <a:lnTo>
                  <a:pt x="3589559" y="1181096"/>
                </a:lnTo>
                <a:lnTo>
                  <a:pt x="3581202" y="1185251"/>
                </a:lnTo>
                <a:lnTo>
                  <a:pt x="3576794" y="1184347"/>
                </a:lnTo>
                <a:close/>
              </a:path>
              <a:path w="5142230" h="2300604">
                <a:moveTo>
                  <a:pt x="3881135" y="1661933"/>
                </a:moveTo>
                <a:lnTo>
                  <a:pt x="3874075" y="1654375"/>
                </a:lnTo>
                <a:lnTo>
                  <a:pt x="3874276" y="1648627"/>
                </a:lnTo>
                <a:lnTo>
                  <a:pt x="3881735" y="1641559"/>
                </a:lnTo>
                <a:lnTo>
                  <a:pt x="3887724" y="1641715"/>
                </a:lnTo>
                <a:lnTo>
                  <a:pt x="3894694" y="1649176"/>
                </a:lnTo>
                <a:lnTo>
                  <a:pt x="3894541" y="1655072"/>
                </a:lnTo>
                <a:lnTo>
                  <a:pt x="3887031" y="1662086"/>
                </a:lnTo>
                <a:lnTo>
                  <a:pt x="3881135" y="1661933"/>
                </a:lnTo>
                <a:close/>
              </a:path>
              <a:path w="5142230" h="2300604">
                <a:moveTo>
                  <a:pt x="4548166" y="2183412"/>
                </a:moveTo>
                <a:lnTo>
                  <a:pt x="4544281" y="2179253"/>
                </a:lnTo>
                <a:lnTo>
                  <a:pt x="4543890" y="2174440"/>
                </a:lnTo>
                <a:lnTo>
                  <a:pt x="4546565" y="2170754"/>
                </a:lnTo>
                <a:lnTo>
                  <a:pt x="4549539" y="2166606"/>
                </a:lnTo>
                <a:lnTo>
                  <a:pt x="4555380" y="2165624"/>
                </a:lnTo>
                <a:lnTo>
                  <a:pt x="4559525" y="2168692"/>
                </a:lnTo>
                <a:lnTo>
                  <a:pt x="4563713" y="2171710"/>
                </a:lnTo>
                <a:lnTo>
                  <a:pt x="4564652" y="2177507"/>
                </a:lnTo>
                <a:lnTo>
                  <a:pt x="4561626" y="2181694"/>
                </a:lnTo>
                <a:lnTo>
                  <a:pt x="4558612" y="2185798"/>
                </a:lnTo>
                <a:lnTo>
                  <a:pt x="4552820" y="2186734"/>
                </a:lnTo>
                <a:lnTo>
                  <a:pt x="4548166" y="2183412"/>
                </a:lnTo>
                <a:close/>
              </a:path>
              <a:path w="5142230" h="2300604">
                <a:moveTo>
                  <a:pt x="3512285" y="1058008"/>
                </a:moveTo>
                <a:lnTo>
                  <a:pt x="3508348" y="1053794"/>
                </a:lnTo>
                <a:lnTo>
                  <a:pt x="3507996" y="1053026"/>
                </a:lnTo>
                <a:lnTo>
                  <a:pt x="3505552" y="1048553"/>
                </a:lnTo>
                <a:lnTo>
                  <a:pt x="3507202" y="1042893"/>
                </a:lnTo>
                <a:lnTo>
                  <a:pt x="3511775" y="1040457"/>
                </a:lnTo>
                <a:lnTo>
                  <a:pt x="3516250" y="1038011"/>
                </a:lnTo>
                <a:lnTo>
                  <a:pt x="3521904" y="1039669"/>
                </a:lnTo>
                <a:lnTo>
                  <a:pt x="3526791" y="1048709"/>
                </a:lnTo>
                <a:lnTo>
                  <a:pt x="3525130" y="1054361"/>
                </a:lnTo>
                <a:lnTo>
                  <a:pt x="3520566" y="1056807"/>
                </a:lnTo>
                <a:lnTo>
                  <a:pt x="3516766" y="1058896"/>
                </a:lnTo>
                <a:lnTo>
                  <a:pt x="3512285" y="1058008"/>
                </a:lnTo>
                <a:close/>
              </a:path>
              <a:path w="5142230" h="2300604">
                <a:moveTo>
                  <a:pt x="4144928" y="1892608"/>
                </a:moveTo>
                <a:lnTo>
                  <a:pt x="4141197" y="1888615"/>
                </a:lnTo>
                <a:lnTo>
                  <a:pt x="4140850" y="1883552"/>
                </a:lnTo>
                <a:lnTo>
                  <a:pt x="4143616" y="1879964"/>
                </a:lnTo>
                <a:lnTo>
                  <a:pt x="4146684" y="1875819"/>
                </a:lnTo>
                <a:lnTo>
                  <a:pt x="4152517" y="1875027"/>
                </a:lnTo>
                <a:lnTo>
                  <a:pt x="4156612" y="1878142"/>
                </a:lnTo>
                <a:lnTo>
                  <a:pt x="4160753" y="1881204"/>
                </a:lnTo>
                <a:lnTo>
                  <a:pt x="4161551" y="1887042"/>
                </a:lnTo>
                <a:lnTo>
                  <a:pt x="4155324" y="1895233"/>
                </a:lnTo>
                <a:lnTo>
                  <a:pt x="4149490" y="1896026"/>
                </a:lnTo>
                <a:lnTo>
                  <a:pt x="4145390" y="1892907"/>
                </a:lnTo>
                <a:lnTo>
                  <a:pt x="4144928" y="1892608"/>
                </a:lnTo>
                <a:close/>
              </a:path>
              <a:path w="5142230" h="2300604">
                <a:moveTo>
                  <a:pt x="1977933" y="317916"/>
                </a:moveTo>
                <a:lnTo>
                  <a:pt x="1974695" y="314450"/>
                </a:lnTo>
                <a:lnTo>
                  <a:pt x="1973757" y="311491"/>
                </a:lnTo>
                <a:lnTo>
                  <a:pt x="1974290" y="308445"/>
                </a:lnTo>
                <a:lnTo>
                  <a:pt x="1975218" y="303378"/>
                </a:lnTo>
                <a:lnTo>
                  <a:pt x="1980098" y="300098"/>
                </a:lnTo>
                <a:lnTo>
                  <a:pt x="1990232" y="301953"/>
                </a:lnTo>
                <a:lnTo>
                  <a:pt x="1993561" y="306788"/>
                </a:lnTo>
                <a:lnTo>
                  <a:pt x="1991606" y="316914"/>
                </a:lnTo>
                <a:lnTo>
                  <a:pt x="1986776" y="320247"/>
                </a:lnTo>
                <a:lnTo>
                  <a:pt x="1981754" y="319269"/>
                </a:lnTo>
                <a:lnTo>
                  <a:pt x="1979688" y="318916"/>
                </a:lnTo>
                <a:lnTo>
                  <a:pt x="1977933" y="317916"/>
                </a:lnTo>
                <a:close/>
              </a:path>
              <a:path w="5142230" h="2300604">
                <a:moveTo>
                  <a:pt x="2809941" y="497260"/>
                </a:moveTo>
                <a:lnTo>
                  <a:pt x="2806657" y="493745"/>
                </a:lnTo>
                <a:lnTo>
                  <a:pt x="2805787" y="490174"/>
                </a:lnTo>
                <a:lnTo>
                  <a:pt x="2808478" y="482107"/>
                </a:lnTo>
                <a:lnTo>
                  <a:pt x="2808526" y="481963"/>
                </a:lnTo>
                <a:lnTo>
                  <a:pt x="2813761" y="479356"/>
                </a:lnTo>
                <a:lnTo>
                  <a:pt x="2823514" y="482563"/>
                </a:lnTo>
                <a:lnTo>
                  <a:pt x="2826167" y="487847"/>
                </a:lnTo>
                <a:lnTo>
                  <a:pt x="2822957" y="497411"/>
                </a:lnTo>
                <a:lnTo>
                  <a:pt x="2822909" y="497555"/>
                </a:lnTo>
                <a:lnTo>
                  <a:pt x="2817626" y="500208"/>
                </a:lnTo>
                <a:lnTo>
                  <a:pt x="2812774" y="498631"/>
                </a:lnTo>
                <a:lnTo>
                  <a:pt x="2811281" y="498108"/>
                </a:lnTo>
                <a:lnTo>
                  <a:pt x="2809941" y="497260"/>
                </a:lnTo>
                <a:close/>
              </a:path>
              <a:path w="5142230" h="2300604">
                <a:moveTo>
                  <a:pt x="4433113" y="2100232"/>
                </a:moveTo>
                <a:lnTo>
                  <a:pt x="4429226" y="2096071"/>
                </a:lnTo>
                <a:lnTo>
                  <a:pt x="4428840" y="2091258"/>
                </a:lnTo>
                <a:lnTo>
                  <a:pt x="4434441" y="2083469"/>
                </a:lnTo>
                <a:lnTo>
                  <a:pt x="4440280" y="2082489"/>
                </a:lnTo>
                <a:lnTo>
                  <a:pt x="4448622" y="2088484"/>
                </a:lnTo>
                <a:lnTo>
                  <a:pt x="4449552" y="2094271"/>
                </a:lnTo>
                <a:lnTo>
                  <a:pt x="4443562" y="2102616"/>
                </a:lnTo>
                <a:lnTo>
                  <a:pt x="4437768" y="2103554"/>
                </a:lnTo>
                <a:lnTo>
                  <a:pt x="4433113" y="2100232"/>
                </a:lnTo>
                <a:close/>
              </a:path>
              <a:path w="5142230" h="2300604">
                <a:moveTo>
                  <a:pt x="2047841" y="330682"/>
                </a:moveTo>
                <a:lnTo>
                  <a:pt x="2044607" y="327220"/>
                </a:lnTo>
                <a:lnTo>
                  <a:pt x="2043669" y="324261"/>
                </a:lnTo>
                <a:lnTo>
                  <a:pt x="2044149" y="321256"/>
                </a:lnTo>
                <a:lnTo>
                  <a:pt x="2045077" y="316189"/>
                </a:lnTo>
                <a:lnTo>
                  <a:pt x="2049907" y="312855"/>
                </a:lnTo>
                <a:lnTo>
                  <a:pt x="2059995" y="314662"/>
                </a:lnTo>
                <a:lnTo>
                  <a:pt x="2063377" y="319456"/>
                </a:lnTo>
                <a:lnTo>
                  <a:pt x="2062445" y="324518"/>
                </a:lnTo>
                <a:lnTo>
                  <a:pt x="2061566" y="329539"/>
                </a:lnTo>
                <a:lnTo>
                  <a:pt x="2056733" y="332968"/>
                </a:lnTo>
                <a:lnTo>
                  <a:pt x="2051666" y="332040"/>
                </a:lnTo>
                <a:lnTo>
                  <a:pt x="2049601" y="331686"/>
                </a:lnTo>
                <a:lnTo>
                  <a:pt x="2047841" y="330682"/>
                </a:lnTo>
                <a:close/>
              </a:path>
              <a:path w="5142230" h="2300604">
                <a:moveTo>
                  <a:pt x="2688005" y="412476"/>
                </a:moveTo>
                <a:lnTo>
                  <a:pt x="2684907" y="409160"/>
                </a:lnTo>
                <a:lnTo>
                  <a:pt x="2683976" y="406012"/>
                </a:lnTo>
                <a:lnTo>
                  <a:pt x="2686129" y="398249"/>
                </a:lnTo>
                <a:lnTo>
                  <a:pt x="2690992" y="395440"/>
                </a:lnTo>
                <a:lnTo>
                  <a:pt x="2700441" y="398028"/>
                </a:lnTo>
                <a:lnTo>
                  <a:pt x="2703249" y="402892"/>
                </a:lnTo>
                <a:lnTo>
                  <a:pt x="2700662" y="412340"/>
                </a:lnTo>
                <a:lnTo>
                  <a:pt x="2695798" y="415149"/>
                </a:lnTo>
                <a:lnTo>
                  <a:pt x="2689436" y="413421"/>
                </a:lnTo>
                <a:lnTo>
                  <a:pt x="2688005" y="412476"/>
                </a:lnTo>
                <a:close/>
              </a:path>
              <a:path w="5142230" h="2300604">
                <a:moveTo>
                  <a:pt x="4947476" y="2166413"/>
                </a:moveTo>
                <a:lnTo>
                  <a:pt x="4943726" y="2162399"/>
                </a:lnTo>
                <a:lnTo>
                  <a:pt x="4943224" y="2158049"/>
                </a:lnTo>
                <a:lnTo>
                  <a:pt x="4945256" y="2154946"/>
                </a:lnTo>
                <a:lnTo>
                  <a:pt x="4947897" y="2150833"/>
                </a:lnTo>
                <a:lnTo>
                  <a:pt x="4948156" y="2150428"/>
                </a:lnTo>
                <a:lnTo>
                  <a:pt x="4953631" y="2149249"/>
                </a:lnTo>
                <a:lnTo>
                  <a:pt x="4961854" y="2154533"/>
                </a:lnTo>
                <a:lnTo>
                  <a:pt x="4963077" y="2160048"/>
                </a:lnTo>
                <a:lnTo>
                  <a:pt x="4960649" y="2163800"/>
                </a:lnTo>
                <a:lnTo>
                  <a:pt x="4957969" y="2167871"/>
                </a:lnTo>
                <a:lnTo>
                  <a:pt x="4957705" y="2168271"/>
                </a:lnTo>
                <a:lnTo>
                  <a:pt x="4952230" y="2169450"/>
                </a:lnTo>
                <a:lnTo>
                  <a:pt x="4948120" y="2166807"/>
                </a:lnTo>
                <a:lnTo>
                  <a:pt x="4947476" y="2166413"/>
                </a:lnTo>
                <a:close/>
              </a:path>
              <a:path w="5142230" h="2300604">
                <a:moveTo>
                  <a:pt x="4827703" y="2088829"/>
                </a:moveTo>
                <a:lnTo>
                  <a:pt x="4824515" y="2085416"/>
                </a:lnTo>
                <a:lnTo>
                  <a:pt x="4824052" y="2080917"/>
                </a:lnTo>
                <a:lnTo>
                  <a:pt x="4828677" y="2073744"/>
                </a:lnTo>
                <a:lnTo>
                  <a:pt x="4828937" y="2073341"/>
                </a:lnTo>
                <a:lnTo>
                  <a:pt x="4834403" y="2072152"/>
                </a:lnTo>
                <a:lnTo>
                  <a:pt x="4842626" y="2077437"/>
                </a:lnTo>
                <a:lnTo>
                  <a:pt x="4843858" y="2082961"/>
                </a:lnTo>
                <a:lnTo>
                  <a:pt x="4841430" y="2086713"/>
                </a:lnTo>
                <a:lnTo>
                  <a:pt x="4838477" y="2091175"/>
                </a:lnTo>
                <a:lnTo>
                  <a:pt x="4833011" y="2092363"/>
                </a:lnTo>
                <a:lnTo>
                  <a:pt x="4828898" y="2089722"/>
                </a:lnTo>
                <a:lnTo>
                  <a:pt x="4827703" y="2088829"/>
                </a:lnTo>
                <a:close/>
              </a:path>
              <a:path w="5142230" h="2300604">
                <a:moveTo>
                  <a:pt x="4170867" y="1668680"/>
                </a:moveTo>
                <a:lnTo>
                  <a:pt x="4166695" y="1664213"/>
                </a:lnTo>
                <a:lnTo>
                  <a:pt x="4166266" y="1659746"/>
                </a:lnTo>
                <a:lnTo>
                  <a:pt x="4168791" y="1656292"/>
                </a:lnTo>
                <a:lnTo>
                  <a:pt x="4171613" y="1652277"/>
                </a:lnTo>
                <a:lnTo>
                  <a:pt x="4177122" y="1651331"/>
                </a:lnTo>
                <a:lnTo>
                  <a:pt x="4185148" y="1656992"/>
                </a:lnTo>
                <a:lnTo>
                  <a:pt x="4186094" y="1662500"/>
                </a:lnTo>
                <a:lnTo>
                  <a:pt x="4180439" y="1670522"/>
                </a:lnTo>
                <a:lnTo>
                  <a:pt x="4174882" y="1671512"/>
                </a:lnTo>
                <a:lnTo>
                  <a:pt x="4170867" y="1668680"/>
                </a:lnTo>
                <a:close/>
              </a:path>
              <a:path w="5142230" h="2300604">
                <a:moveTo>
                  <a:pt x="4887888" y="2127845"/>
                </a:moveTo>
                <a:lnTo>
                  <a:pt x="4884133" y="2123826"/>
                </a:lnTo>
                <a:lnTo>
                  <a:pt x="4883636" y="2119481"/>
                </a:lnTo>
                <a:lnTo>
                  <a:pt x="4888312" y="2112267"/>
                </a:lnTo>
                <a:lnTo>
                  <a:pt x="4888573" y="2111865"/>
                </a:lnTo>
                <a:lnTo>
                  <a:pt x="4894043" y="2110681"/>
                </a:lnTo>
                <a:lnTo>
                  <a:pt x="4902266" y="2115965"/>
                </a:lnTo>
                <a:lnTo>
                  <a:pt x="4903442" y="2121524"/>
                </a:lnTo>
                <a:lnTo>
                  <a:pt x="4901063" y="2125236"/>
                </a:lnTo>
                <a:lnTo>
                  <a:pt x="4898117" y="2129703"/>
                </a:lnTo>
                <a:lnTo>
                  <a:pt x="4892599" y="2130931"/>
                </a:lnTo>
                <a:lnTo>
                  <a:pt x="4888532" y="2128238"/>
                </a:lnTo>
                <a:lnTo>
                  <a:pt x="4887888" y="2127845"/>
                </a:lnTo>
                <a:close/>
              </a:path>
              <a:path w="5142230" h="2300604">
                <a:moveTo>
                  <a:pt x="4648835" y="1974774"/>
                </a:moveTo>
                <a:lnTo>
                  <a:pt x="4645039" y="1970711"/>
                </a:lnTo>
                <a:lnTo>
                  <a:pt x="4644536" y="1966455"/>
                </a:lnTo>
                <a:lnTo>
                  <a:pt x="4646611" y="1963105"/>
                </a:lnTo>
                <a:lnTo>
                  <a:pt x="4649166" y="1958902"/>
                </a:lnTo>
                <a:lnTo>
                  <a:pt x="4654757" y="1957555"/>
                </a:lnTo>
                <a:lnTo>
                  <a:pt x="4663077" y="1962749"/>
                </a:lnTo>
                <a:lnTo>
                  <a:pt x="4664305" y="1968167"/>
                </a:lnTo>
                <a:lnTo>
                  <a:pt x="4661830" y="1972263"/>
                </a:lnTo>
                <a:lnTo>
                  <a:pt x="4659187" y="1976372"/>
                </a:lnTo>
                <a:lnTo>
                  <a:pt x="4653640" y="1977765"/>
                </a:lnTo>
                <a:lnTo>
                  <a:pt x="4648835" y="1974774"/>
                </a:lnTo>
                <a:close/>
              </a:path>
              <a:path w="5142230" h="2300604">
                <a:moveTo>
                  <a:pt x="2956107" y="503885"/>
                </a:moveTo>
                <a:lnTo>
                  <a:pt x="2952968" y="500525"/>
                </a:lnTo>
                <a:lnTo>
                  <a:pt x="2952242" y="496812"/>
                </a:lnTo>
                <a:lnTo>
                  <a:pt x="2953682" y="493466"/>
                </a:lnTo>
                <a:lnTo>
                  <a:pt x="2955582" y="488952"/>
                </a:lnTo>
                <a:lnTo>
                  <a:pt x="2960751" y="486863"/>
                </a:lnTo>
                <a:lnTo>
                  <a:pt x="2969822" y="490707"/>
                </a:lnTo>
                <a:lnTo>
                  <a:pt x="2971800" y="495756"/>
                </a:lnTo>
                <a:lnTo>
                  <a:pt x="2969963" y="500437"/>
                </a:lnTo>
                <a:lnTo>
                  <a:pt x="2968017" y="504903"/>
                </a:lnTo>
                <a:lnTo>
                  <a:pt x="2962851" y="506999"/>
                </a:lnTo>
                <a:lnTo>
                  <a:pt x="2958337" y="505097"/>
                </a:lnTo>
                <a:lnTo>
                  <a:pt x="2957172" y="504633"/>
                </a:lnTo>
                <a:lnTo>
                  <a:pt x="2956107" y="503885"/>
                </a:lnTo>
                <a:close/>
              </a:path>
              <a:path w="5142230" h="2300604">
                <a:moveTo>
                  <a:pt x="3083755" y="565262"/>
                </a:moveTo>
                <a:lnTo>
                  <a:pt x="3080562" y="561844"/>
                </a:lnTo>
                <a:lnTo>
                  <a:pt x="3079905" y="557719"/>
                </a:lnTo>
                <a:lnTo>
                  <a:pt x="3084180" y="549981"/>
                </a:lnTo>
                <a:lnTo>
                  <a:pt x="3089523" y="548369"/>
                </a:lnTo>
                <a:lnTo>
                  <a:pt x="3098138" y="553096"/>
                </a:lnTo>
                <a:lnTo>
                  <a:pt x="3099750" y="558438"/>
                </a:lnTo>
                <a:lnTo>
                  <a:pt x="3095019" y="567058"/>
                </a:lnTo>
                <a:lnTo>
                  <a:pt x="3089631" y="568622"/>
                </a:lnTo>
                <a:lnTo>
                  <a:pt x="3085371" y="566309"/>
                </a:lnTo>
                <a:lnTo>
                  <a:pt x="3084486" y="565849"/>
                </a:lnTo>
                <a:lnTo>
                  <a:pt x="3083755" y="565262"/>
                </a:lnTo>
                <a:close/>
              </a:path>
              <a:path w="5142230" h="2300604">
                <a:moveTo>
                  <a:pt x="4228795" y="1708798"/>
                </a:moveTo>
                <a:lnTo>
                  <a:pt x="4225098" y="1704840"/>
                </a:lnTo>
                <a:lnTo>
                  <a:pt x="4224651" y="1700352"/>
                </a:lnTo>
                <a:lnTo>
                  <a:pt x="4227032" y="1696840"/>
                </a:lnTo>
                <a:lnTo>
                  <a:pt x="4229767" y="1692733"/>
                </a:lnTo>
                <a:lnTo>
                  <a:pt x="4235327" y="1691739"/>
                </a:lnTo>
                <a:lnTo>
                  <a:pt x="4243404" y="1697260"/>
                </a:lnTo>
                <a:lnTo>
                  <a:pt x="4244443" y="1702773"/>
                </a:lnTo>
                <a:lnTo>
                  <a:pt x="4238925" y="1710841"/>
                </a:lnTo>
                <a:lnTo>
                  <a:pt x="4233463" y="1711934"/>
                </a:lnTo>
                <a:lnTo>
                  <a:pt x="4229403" y="1709153"/>
                </a:lnTo>
                <a:lnTo>
                  <a:pt x="4228795" y="1708798"/>
                </a:lnTo>
                <a:close/>
              </a:path>
              <a:path w="5142230" h="2300604">
                <a:moveTo>
                  <a:pt x="4768660" y="2050748"/>
                </a:moveTo>
                <a:lnTo>
                  <a:pt x="4764869" y="2046690"/>
                </a:lnTo>
                <a:lnTo>
                  <a:pt x="4764372" y="2042345"/>
                </a:lnTo>
                <a:lnTo>
                  <a:pt x="4766396" y="2039233"/>
                </a:lnTo>
                <a:lnTo>
                  <a:pt x="4769081" y="2035167"/>
                </a:lnTo>
                <a:lnTo>
                  <a:pt x="4769345" y="2034768"/>
                </a:lnTo>
                <a:lnTo>
                  <a:pt x="4774815" y="2033584"/>
                </a:lnTo>
                <a:lnTo>
                  <a:pt x="4783043" y="2038873"/>
                </a:lnTo>
                <a:lnTo>
                  <a:pt x="4784222" y="2044437"/>
                </a:lnTo>
                <a:lnTo>
                  <a:pt x="4781795" y="2048096"/>
                </a:lnTo>
                <a:lnTo>
                  <a:pt x="4779149" y="2052202"/>
                </a:lnTo>
                <a:lnTo>
                  <a:pt x="4778889" y="2052607"/>
                </a:lnTo>
                <a:lnTo>
                  <a:pt x="4773418" y="2053790"/>
                </a:lnTo>
                <a:lnTo>
                  <a:pt x="4769308" y="2051147"/>
                </a:lnTo>
                <a:lnTo>
                  <a:pt x="4768660" y="2050748"/>
                </a:lnTo>
                <a:close/>
              </a:path>
              <a:path w="5142230" h="2300604">
                <a:moveTo>
                  <a:pt x="5006515" y="2204489"/>
                </a:moveTo>
                <a:lnTo>
                  <a:pt x="5003327" y="2201076"/>
                </a:lnTo>
                <a:lnTo>
                  <a:pt x="5002864" y="2196577"/>
                </a:lnTo>
                <a:lnTo>
                  <a:pt x="5007525" y="2189348"/>
                </a:lnTo>
                <a:lnTo>
                  <a:pt x="5007749" y="2189001"/>
                </a:lnTo>
                <a:lnTo>
                  <a:pt x="5013263" y="2187767"/>
                </a:lnTo>
                <a:lnTo>
                  <a:pt x="5017325" y="2190456"/>
                </a:lnTo>
                <a:lnTo>
                  <a:pt x="5021438" y="2193097"/>
                </a:lnTo>
                <a:lnTo>
                  <a:pt x="5022670" y="2198621"/>
                </a:lnTo>
                <a:lnTo>
                  <a:pt x="5020247" y="2202380"/>
                </a:lnTo>
                <a:lnTo>
                  <a:pt x="5017336" y="2206790"/>
                </a:lnTo>
                <a:lnTo>
                  <a:pt x="5011822" y="2208023"/>
                </a:lnTo>
                <a:lnTo>
                  <a:pt x="5007710" y="2205382"/>
                </a:lnTo>
                <a:lnTo>
                  <a:pt x="5006515" y="2204489"/>
                </a:lnTo>
                <a:close/>
              </a:path>
              <a:path w="5142230" h="2300604">
                <a:moveTo>
                  <a:pt x="2890391" y="477524"/>
                </a:moveTo>
                <a:lnTo>
                  <a:pt x="2887248" y="474159"/>
                </a:lnTo>
                <a:lnTo>
                  <a:pt x="2886429" y="470642"/>
                </a:lnTo>
                <a:lnTo>
                  <a:pt x="2887674" y="467379"/>
                </a:lnTo>
                <a:lnTo>
                  <a:pt x="2889388" y="462765"/>
                </a:lnTo>
                <a:lnTo>
                  <a:pt x="2894520" y="460436"/>
                </a:lnTo>
                <a:lnTo>
                  <a:pt x="2899081" y="462192"/>
                </a:lnTo>
                <a:lnTo>
                  <a:pt x="2903701" y="463912"/>
                </a:lnTo>
                <a:lnTo>
                  <a:pt x="2906028" y="469043"/>
                </a:lnTo>
                <a:lnTo>
                  <a:pt x="2904308" y="473654"/>
                </a:lnTo>
                <a:lnTo>
                  <a:pt x="2902554" y="478224"/>
                </a:lnTo>
                <a:lnTo>
                  <a:pt x="2897421" y="480553"/>
                </a:lnTo>
                <a:lnTo>
                  <a:pt x="2892856" y="478791"/>
                </a:lnTo>
                <a:lnTo>
                  <a:pt x="2891502" y="478321"/>
                </a:lnTo>
                <a:lnTo>
                  <a:pt x="2890391" y="477524"/>
                </a:lnTo>
                <a:close/>
              </a:path>
              <a:path w="5142230" h="2300604">
                <a:moveTo>
                  <a:pt x="4287885" y="1748298"/>
                </a:moveTo>
                <a:lnTo>
                  <a:pt x="4284136" y="1744285"/>
                </a:lnTo>
                <a:lnTo>
                  <a:pt x="4283685" y="1739894"/>
                </a:lnTo>
                <a:lnTo>
                  <a:pt x="4285978" y="1736382"/>
                </a:lnTo>
                <a:lnTo>
                  <a:pt x="4288666" y="1732319"/>
                </a:lnTo>
                <a:lnTo>
                  <a:pt x="4294179" y="1731186"/>
                </a:lnTo>
                <a:lnTo>
                  <a:pt x="4302352" y="1736609"/>
                </a:lnTo>
                <a:lnTo>
                  <a:pt x="4303489" y="1742030"/>
                </a:lnTo>
                <a:lnTo>
                  <a:pt x="4300792" y="1746183"/>
                </a:lnTo>
                <a:lnTo>
                  <a:pt x="4298105" y="1750246"/>
                </a:lnTo>
                <a:lnTo>
                  <a:pt x="4292596" y="1751384"/>
                </a:lnTo>
                <a:lnTo>
                  <a:pt x="4288533" y="1748696"/>
                </a:lnTo>
                <a:lnTo>
                  <a:pt x="4287885" y="1748298"/>
                </a:lnTo>
                <a:close/>
              </a:path>
              <a:path w="5142230" h="2300604">
                <a:moveTo>
                  <a:pt x="3020695" y="533043"/>
                </a:moveTo>
                <a:lnTo>
                  <a:pt x="3017552" y="529678"/>
                </a:lnTo>
                <a:lnTo>
                  <a:pt x="3016788" y="525735"/>
                </a:lnTo>
                <a:lnTo>
                  <a:pt x="3018461" y="522346"/>
                </a:lnTo>
                <a:lnTo>
                  <a:pt x="3020543" y="517926"/>
                </a:lnTo>
                <a:lnTo>
                  <a:pt x="3025851" y="516082"/>
                </a:lnTo>
                <a:lnTo>
                  <a:pt x="3034719" y="520297"/>
                </a:lnTo>
                <a:lnTo>
                  <a:pt x="3036574" y="525605"/>
                </a:lnTo>
                <a:lnTo>
                  <a:pt x="3032308" y="534430"/>
                </a:lnTo>
                <a:lnTo>
                  <a:pt x="3027004" y="536280"/>
                </a:lnTo>
                <a:lnTo>
                  <a:pt x="3022586" y="534189"/>
                </a:lnTo>
                <a:lnTo>
                  <a:pt x="3021564" y="533682"/>
                </a:lnTo>
                <a:lnTo>
                  <a:pt x="3020695" y="533043"/>
                </a:lnTo>
                <a:close/>
              </a:path>
              <a:path w="5142230" h="2300604">
                <a:moveTo>
                  <a:pt x="4113181" y="1626965"/>
                </a:moveTo>
                <a:lnTo>
                  <a:pt x="4109105" y="1622601"/>
                </a:lnTo>
                <a:lnTo>
                  <a:pt x="4108767" y="1618040"/>
                </a:lnTo>
                <a:lnTo>
                  <a:pt x="4111342" y="1614539"/>
                </a:lnTo>
                <a:lnTo>
                  <a:pt x="4114214" y="1610578"/>
                </a:lnTo>
                <a:lnTo>
                  <a:pt x="4119762" y="1609769"/>
                </a:lnTo>
                <a:lnTo>
                  <a:pt x="4123723" y="1612643"/>
                </a:lnTo>
                <a:lnTo>
                  <a:pt x="4127688" y="1615613"/>
                </a:lnTo>
                <a:lnTo>
                  <a:pt x="4128491" y="1621164"/>
                </a:lnTo>
                <a:lnTo>
                  <a:pt x="4125571" y="1625079"/>
                </a:lnTo>
                <a:lnTo>
                  <a:pt x="4122697" y="1629042"/>
                </a:lnTo>
                <a:lnTo>
                  <a:pt x="4117094" y="1629884"/>
                </a:lnTo>
                <a:lnTo>
                  <a:pt x="4113181" y="1626965"/>
                </a:lnTo>
                <a:close/>
              </a:path>
              <a:path w="5142230" h="2300604">
                <a:moveTo>
                  <a:pt x="2756116" y="432115"/>
                </a:moveTo>
                <a:lnTo>
                  <a:pt x="2753023" y="428804"/>
                </a:lnTo>
                <a:lnTo>
                  <a:pt x="2752144" y="425517"/>
                </a:lnTo>
                <a:lnTo>
                  <a:pt x="2753102" y="422339"/>
                </a:lnTo>
                <a:lnTo>
                  <a:pt x="2754534" y="417714"/>
                </a:lnTo>
                <a:lnTo>
                  <a:pt x="2759489" y="415003"/>
                </a:lnTo>
                <a:lnTo>
                  <a:pt x="2764159" y="416484"/>
                </a:lnTo>
                <a:lnTo>
                  <a:pt x="2768833" y="417871"/>
                </a:lnTo>
                <a:lnTo>
                  <a:pt x="2771495" y="422871"/>
                </a:lnTo>
                <a:lnTo>
                  <a:pt x="2770109" y="427545"/>
                </a:lnTo>
                <a:lnTo>
                  <a:pt x="2768623" y="432211"/>
                </a:lnTo>
                <a:lnTo>
                  <a:pt x="2763722" y="434881"/>
                </a:lnTo>
                <a:lnTo>
                  <a:pt x="2757456" y="432963"/>
                </a:lnTo>
                <a:lnTo>
                  <a:pt x="2756116" y="432115"/>
                </a:lnTo>
                <a:close/>
              </a:path>
              <a:path w="5142230" h="2300604">
                <a:moveTo>
                  <a:pt x="2823645" y="453677"/>
                </a:moveTo>
                <a:lnTo>
                  <a:pt x="2820553" y="450366"/>
                </a:lnTo>
                <a:lnTo>
                  <a:pt x="2819676" y="446985"/>
                </a:lnTo>
                <a:lnTo>
                  <a:pt x="2822353" y="439097"/>
                </a:lnTo>
                <a:lnTo>
                  <a:pt x="2827348" y="436622"/>
                </a:lnTo>
                <a:lnTo>
                  <a:pt x="2836682" y="439774"/>
                </a:lnTo>
                <a:lnTo>
                  <a:pt x="2839157" y="444766"/>
                </a:lnTo>
                <a:lnTo>
                  <a:pt x="2836005" y="454102"/>
                </a:lnTo>
                <a:lnTo>
                  <a:pt x="2831012" y="456575"/>
                </a:lnTo>
                <a:lnTo>
                  <a:pt x="2826340" y="454996"/>
                </a:lnTo>
                <a:lnTo>
                  <a:pt x="2824897" y="454526"/>
                </a:lnTo>
                <a:lnTo>
                  <a:pt x="2823645" y="453677"/>
                </a:lnTo>
                <a:close/>
              </a:path>
              <a:path w="5142230" h="2300604">
                <a:moveTo>
                  <a:pt x="4708920" y="2012504"/>
                </a:moveTo>
                <a:lnTo>
                  <a:pt x="4705124" y="2008441"/>
                </a:lnTo>
                <a:lnTo>
                  <a:pt x="4704582" y="2004147"/>
                </a:lnTo>
                <a:lnTo>
                  <a:pt x="4706675" y="2000914"/>
                </a:lnTo>
                <a:lnTo>
                  <a:pt x="4709270" y="1996752"/>
                </a:lnTo>
                <a:lnTo>
                  <a:pt x="4709416" y="1996518"/>
                </a:lnTo>
                <a:lnTo>
                  <a:pt x="4714939" y="1995294"/>
                </a:lnTo>
                <a:lnTo>
                  <a:pt x="4719052" y="1997935"/>
                </a:lnTo>
                <a:lnTo>
                  <a:pt x="4723212" y="2000532"/>
                </a:lnTo>
                <a:lnTo>
                  <a:pt x="4724435" y="2006046"/>
                </a:lnTo>
                <a:lnTo>
                  <a:pt x="4721946" y="2009931"/>
                </a:lnTo>
                <a:lnTo>
                  <a:pt x="4719343" y="2014083"/>
                </a:lnTo>
                <a:lnTo>
                  <a:pt x="4719196" y="2014318"/>
                </a:lnTo>
                <a:lnTo>
                  <a:pt x="4713733" y="2015505"/>
                </a:lnTo>
                <a:lnTo>
                  <a:pt x="4708920" y="2012504"/>
                </a:lnTo>
                <a:close/>
              </a:path>
              <a:path w="5142230" h="2300604">
                <a:moveTo>
                  <a:pt x="3544145" y="1003751"/>
                </a:moveTo>
                <a:lnTo>
                  <a:pt x="3540311" y="999646"/>
                </a:lnTo>
                <a:lnTo>
                  <a:pt x="3537419" y="995672"/>
                </a:lnTo>
                <a:lnTo>
                  <a:pt x="3538367" y="990139"/>
                </a:lnTo>
                <a:lnTo>
                  <a:pt x="3546301" y="984362"/>
                </a:lnTo>
                <a:lnTo>
                  <a:pt x="3551841" y="985305"/>
                </a:lnTo>
                <a:lnTo>
                  <a:pt x="3557567" y="993196"/>
                </a:lnTo>
                <a:lnTo>
                  <a:pt x="3556674" y="998787"/>
                </a:lnTo>
                <a:lnTo>
                  <a:pt x="3552752" y="1001629"/>
                </a:lnTo>
                <a:lnTo>
                  <a:pt x="3549024" y="1004281"/>
                </a:lnTo>
                <a:lnTo>
                  <a:pt x="3544145" y="1003751"/>
                </a:lnTo>
                <a:close/>
              </a:path>
              <a:path w="5142230" h="2300604">
                <a:moveTo>
                  <a:pt x="4000883" y="1539303"/>
                </a:moveTo>
                <a:lnTo>
                  <a:pt x="3997044" y="1535193"/>
                </a:lnTo>
                <a:lnTo>
                  <a:pt x="3996842" y="1530285"/>
                </a:lnTo>
                <a:lnTo>
                  <a:pt x="3999649" y="1526842"/>
                </a:lnTo>
                <a:lnTo>
                  <a:pt x="4002798" y="1523078"/>
                </a:lnTo>
                <a:lnTo>
                  <a:pt x="4008390" y="1522511"/>
                </a:lnTo>
                <a:lnTo>
                  <a:pt x="4012206" y="1525622"/>
                </a:lnTo>
                <a:lnTo>
                  <a:pt x="4015967" y="1528765"/>
                </a:lnTo>
                <a:lnTo>
                  <a:pt x="4016437" y="1534352"/>
                </a:lnTo>
                <a:lnTo>
                  <a:pt x="4013386" y="1538125"/>
                </a:lnTo>
                <a:lnTo>
                  <a:pt x="4010236" y="1541889"/>
                </a:lnTo>
                <a:lnTo>
                  <a:pt x="4004646" y="1542453"/>
                </a:lnTo>
                <a:lnTo>
                  <a:pt x="4000883" y="1539303"/>
                </a:lnTo>
                <a:close/>
              </a:path>
              <a:path w="5142230" h="2300604">
                <a:moveTo>
                  <a:pt x="3946009" y="1492488"/>
                </a:moveTo>
                <a:lnTo>
                  <a:pt x="3942916" y="1489177"/>
                </a:lnTo>
                <a:lnTo>
                  <a:pt x="3942809" y="1483980"/>
                </a:lnTo>
                <a:lnTo>
                  <a:pt x="3945850" y="1480492"/>
                </a:lnTo>
                <a:lnTo>
                  <a:pt x="3949095" y="1476830"/>
                </a:lnTo>
                <a:lnTo>
                  <a:pt x="3954724" y="1476503"/>
                </a:lnTo>
                <a:lnTo>
                  <a:pt x="3962057" y="1482984"/>
                </a:lnTo>
                <a:lnTo>
                  <a:pt x="3962380" y="1488608"/>
                </a:lnTo>
                <a:lnTo>
                  <a:pt x="3955904" y="1495946"/>
                </a:lnTo>
                <a:lnTo>
                  <a:pt x="3950321" y="1496322"/>
                </a:lnTo>
                <a:lnTo>
                  <a:pt x="3946009" y="1492488"/>
                </a:lnTo>
                <a:close/>
              </a:path>
              <a:path w="5142230" h="2300604">
                <a:moveTo>
                  <a:pt x="4347509" y="1787005"/>
                </a:moveTo>
                <a:lnTo>
                  <a:pt x="4343764" y="1782997"/>
                </a:lnTo>
                <a:lnTo>
                  <a:pt x="4343267" y="1778650"/>
                </a:lnTo>
                <a:lnTo>
                  <a:pt x="4345244" y="1775488"/>
                </a:lnTo>
                <a:lnTo>
                  <a:pt x="4348106" y="1771025"/>
                </a:lnTo>
                <a:lnTo>
                  <a:pt x="4353624" y="1769797"/>
                </a:lnTo>
                <a:lnTo>
                  <a:pt x="4361847" y="1775081"/>
                </a:lnTo>
                <a:lnTo>
                  <a:pt x="4363077" y="1780598"/>
                </a:lnTo>
                <a:lnTo>
                  <a:pt x="4357963" y="1788516"/>
                </a:lnTo>
                <a:lnTo>
                  <a:pt x="4357739" y="1788863"/>
                </a:lnTo>
                <a:lnTo>
                  <a:pt x="4352275" y="1790050"/>
                </a:lnTo>
                <a:lnTo>
                  <a:pt x="4347509" y="1787005"/>
                </a:lnTo>
                <a:close/>
              </a:path>
              <a:path w="5142230" h="2300604">
                <a:moveTo>
                  <a:pt x="4056441" y="1583919"/>
                </a:moveTo>
                <a:lnTo>
                  <a:pt x="4052507" y="1579707"/>
                </a:lnTo>
                <a:lnTo>
                  <a:pt x="4052166" y="1574947"/>
                </a:lnTo>
                <a:lnTo>
                  <a:pt x="4054925" y="1571447"/>
                </a:lnTo>
                <a:lnTo>
                  <a:pt x="4057890" y="1567581"/>
                </a:lnTo>
                <a:lnTo>
                  <a:pt x="4063482" y="1566923"/>
                </a:lnTo>
                <a:lnTo>
                  <a:pt x="4067352" y="1569892"/>
                </a:lnTo>
                <a:lnTo>
                  <a:pt x="4071208" y="1572946"/>
                </a:lnTo>
                <a:lnTo>
                  <a:pt x="4071917" y="1578492"/>
                </a:lnTo>
                <a:lnTo>
                  <a:pt x="4068907" y="1582309"/>
                </a:lnTo>
                <a:lnTo>
                  <a:pt x="4065898" y="1586225"/>
                </a:lnTo>
                <a:lnTo>
                  <a:pt x="4060304" y="1586885"/>
                </a:lnTo>
                <a:lnTo>
                  <a:pt x="4056441" y="1583919"/>
                </a:lnTo>
                <a:close/>
              </a:path>
              <a:path w="5142230" h="2300604">
                <a:moveTo>
                  <a:pt x="3502127" y="946553"/>
                </a:moveTo>
                <a:lnTo>
                  <a:pt x="3498396" y="942559"/>
                </a:lnTo>
                <a:lnTo>
                  <a:pt x="3495505" y="938586"/>
                </a:lnTo>
                <a:lnTo>
                  <a:pt x="3496264" y="933046"/>
                </a:lnTo>
                <a:lnTo>
                  <a:pt x="3504107" y="927171"/>
                </a:lnTo>
                <a:lnTo>
                  <a:pt x="3509699" y="927974"/>
                </a:lnTo>
                <a:lnTo>
                  <a:pt x="3515568" y="935823"/>
                </a:lnTo>
                <a:lnTo>
                  <a:pt x="3514768" y="941419"/>
                </a:lnTo>
                <a:lnTo>
                  <a:pt x="3510844" y="944354"/>
                </a:lnTo>
                <a:lnTo>
                  <a:pt x="3507161" y="947055"/>
                </a:lnTo>
                <a:lnTo>
                  <a:pt x="3502127" y="946553"/>
                </a:lnTo>
                <a:close/>
              </a:path>
              <a:path w="5142230" h="2300604">
                <a:moveTo>
                  <a:pt x="3314468" y="728954"/>
                </a:moveTo>
                <a:lnTo>
                  <a:pt x="3310819" y="725048"/>
                </a:lnTo>
                <a:lnTo>
                  <a:pt x="3310811" y="719861"/>
                </a:lnTo>
                <a:lnTo>
                  <a:pt x="3313997" y="716428"/>
                </a:lnTo>
                <a:lnTo>
                  <a:pt x="3317279" y="712805"/>
                </a:lnTo>
                <a:lnTo>
                  <a:pt x="3322905" y="712571"/>
                </a:lnTo>
                <a:lnTo>
                  <a:pt x="3330091" y="719290"/>
                </a:lnTo>
                <a:lnTo>
                  <a:pt x="3330326" y="724915"/>
                </a:lnTo>
                <a:lnTo>
                  <a:pt x="3323658" y="732048"/>
                </a:lnTo>
                <a:lnTo>
                  <a:pt x="3318031" y="732282"/>
                </a:lnTo>
                <a:lnTo>
                  <a:pt x="3314468" y="728954"/>
                </a:lnTo>
                <a:close/>
              </a:path>
              <a:path w="5142230" h="2300604">
                <a:moveTo>
                  <a:pt x="3367657" y="782083"/>
                </a:moveTo>
                <a:lnTo>
                  <a:pt x="3360918" y="774869"/>
                </a:lnTo>
                <a:lnTo>
                  <a:pt x="3361152" y="769350"/>
                </a:lnTo>
                <a:lnTo>
                  <a:pt x="3368269" y="762601"/>
                </a:lnTo>
                <a:lnTo>
                  <a:pt x="3373932" y="762798"/>
                </a:lnTo>
                <a:lnTo>
                  <a:pt x="3380628" y="769966"/>
                </a:lnTo>
                <a:lnTo>
                  <a:pt x="3380430" y="775620"/>
                </a:lnTo>
                <a:lnTo>
                  <a:pt x="3373264" y="782315"/>
                </a:lnTo>
                <a:lnTo>
                  <a:pt x="3367657" y="782083"/>
                </a:lnTo>
                <a:close/>
              </a:path>
              <a:path w="5142230" h="2300604">
                <a:moveTo>
                  <a:pt x="3894051" y="1444883"/>
                </a:moveTo>
                <a:lnTo>
                  <a:pt x="3890449" y="1441026"/>
                </a:lnTo>
                <a:lnTo>
                  <a:pt x="3890444" y="1435743"/>
                </a:lnTo>
                <a:lnTo>
                  <a:pt x="3893769" y="1432363"/>
                </a:lnTo>
                <a:lnTo>
                  <a:pt x="3897147" y="1428843"/>
                </a:lnTo>
                <a:lnTo>
                  <a:pt x="3902764" y="1428699"/>
                </a:lnTo>
                <a:lnTo>
                  <a:pt x="3909805" y="1435453"/>
                </a:lnTo>
                <a:lnTo>
                  <a:pt x="3909948" y="1441081"/>
                </a:lnTo>
                <a:lnTo>
                  <a:pt x="3903144" y="1448168"/>
                </a:lnTo>
                <a:lnTo>
                  <a:pt x="3897572" y="1448260"/>
                </a:lnTo>
                <a:lnTo>
                  <a:pt x="3894051" y="1444883"/>
                </a:lnTo>
                <a:close/>
              </a:path>
              <a:path w="5142230" h="2300604">
                <a:moveTo>
                  <a:pt x="3459011" y="890232"/>
                </a:moveTo>
                <a:lnTo>
                  <a:pt x="3455412" y="886380"/>
                </a:lnTo>
                <a:lnTo>
                  <a:pt x="3452382" y="882454"/>
                </a:lnTo>
                <a:lnTo>
                  <a:pt x="3453044" y="876905"/>
                </a:lnTo>
                <a:lnTo>
                  <a:pt x="3455717" y="874784"/>
                </a:lnTo>
                <a:lnTo>
                  <a:pt x="3456872" y="873868"/>
                </a:lnTo>
                <a:lnTo>
                  <a:pt x="3460802" y="870844"/>
                </a:lnTo>
                <a:lnTo>
                  <a:pt x="3466346" y="871500"/>
                </a:lnTo>
                <a:lnTo>
                  <a:pt x="3469336" y="875382"/>
                </a:lnTo>
                <a:lnTo>
                  <a:pt x="3472363" y="879211"/>
                </a:lnTo>
                <a:lnTo>
                  <a:pt x="3471752" y="884813"/>
                </a:lnTo>
                <a:lnTo>
                  <a:pt x="3467874" y="887797"/>
                </a:lnTo>
                <a:lnTo>
                  <a:pt x="3465185" y="889902"/>
                </a:lnTo>
                <a:lnTo>
                  <a:pt x="3464184" y="890687"/>
                </a:lnTo>
                <a:lnTo>
                  <a:pt x="3459011" y="890232"/>
                </a:lnTo>
                <a:close/>
              </a:path>
              <a:path w="5142230" h="2300604">
                <a:moveTo>
                  <a:pt x="3414376" y="835221"/>
                </a:moveTo>
                <a:lnTo>
                  <a:pt x="3410873" y="831471"/>
                </a:lnTo>
                <a:lnTo>
                  <a:pt x="3407738" y="827725"/>
                </a:lnTo>
                <a:lnTo>
                  <a:pt x="3408218" y="822081"/>
                </a:lnTo>
                <a:lnTo>
                  <a:pt x="3414985" y="816420"/>
                </a:lnTo>
                <a:lnTo>
                  <a:pt x="3415701" y="815821"/>
                </a:lnTo>
                <a:lnTo>
                  <a:pt x="3421306" y="816246"/>
                </a:lnTo>
                <a:lnTo>
                  <a:pt x="3427612" y="823779"/>
                </a:lnTo>
                <a:lnTo>
                  <a:pt x="3427132" y="829422"/>
                </a:lnTo>
                <a:lnTo>
                  <a:pt x="3420364" y="835083"/>
                </a:lnTo>
                <a:lnTo>
                  <a:pt x="3419751" y="835596"/>
                </a:lnTo>
                <a:lnTo>
                  <a:pt x="3414376" y="835221"/>
                </a:lnTo>
                <a:close/>
              </a:path>
              <a:path w="5142230" h="2300604">
                <a:moveTo>
                  <a:pt x="3799496" y="1344737"/>
                </a:moveTo>
                <a:lnTo>
                  <a:pt x="3796039" y="1341037"/>
                </a:lnTo>
                <a:lnTo>
                  <a:pt x="3792809" y="1337288"/>
                </a:lnTo>
                <a:lnTo>
                  <a:pt x="3793241" y="1331689"/>
                </a:lnTo>
                <a:lnTo>
                  <a:pt x="3800125" y="1325765"/>
                </a:lnTo>
                <a:lnTo>
                  <a:pt x="3800681" y="1325287"/>
                </a:lnTo>
                <a:lnTo>
                  <a:pt x="3806285" y="1325712"/>
                </a:lnTo>
                <a:lnTo>
                  <a:pt x="3812684" y="1333148"/>
                </a:lnTo>
                <a:lnTo>
                  <a:pt x="3812261" y="1338757"/>
                </a:lnTo>
                <a:lnTo>
                  <a:pt x="3805370" y="1344673"/>
                </a:lnTo>
                <a:lnTo>
                  <a:pt x="3804912" y="1345065"/>
                </a:lnTo>
                <a:lnTo>
                  <a:pt x="3799496" y="1344737"/>
                </a:lnTo>
                <a:close/>
              </a:path>
              <a:path w="5142230" h="2300604">
                <a:moveTo>
                  <a:pt x="3710456" y="1233982"/>
                </a:moveTo>
                <a:lnTo>
                  <a:pt x="3706720" y="1229983"/>
                </a:lnTo>
                <a:lnTo>
                  <a:pt x="3703780" y="1226054"/>
                </a:lnTo>
                <a:lnTo>
                  <a:pt x="3704540" y="1220514"/>
                </a:lnTo>
                <a:lnTo>
                  <a:pt x="3708413" y="1217525"/>
                </a:lnTo>
                <a:lnTo>
                  <a:pt x="3712337" y="1214590"/>
                </a:lnTo>
                <a:lnTo>
                  <a:pt x="3717888" y="1215349"/>
                </a:lnTo>
                <a:lnTo>
                  <a:pt x="3720869" y="1219222"/>
                </a:lnTo>
                <a:lnTo>
                  <a:pt x="3723808" y="1223151"/>
                </a:lnTo>
                <a:lnTo>
                  <a:pt x="3723048" y="1228691"/>
                </a:lnTo>
                <a:lnTo>
                  <a:pt x="3719172" y="1231682"/>
                </a:lnTo>
                <a:lnTo>
                  <a:pt x="3715485" y="1234478"/>
                </a:lnTo>
                <a:lnTo>
                  <a:pt x="3710456" y="1233982"/>
                </a:lnTo>
                <a:close/>
              </a:path>
              <a:path w="5142230" h="2300604">
                <a:moveTo>
                  <a:pt x="4588501" y="1937360"/>
                </a:moveTo>
                <a:lnTo>
                  <a:pt x="4584698" y="1933288"/>
                </a:lnTo>
                <a:lnTo>
                  <a:pt x="4584204" y="1929047"/>
                </a:lnTo>
                <a:lnTo>
                  <a:pt x="4586354" y="1925578"/>
                </a:lnTo>
                <a:lnTo>
                  <a:pt x="4588905" y="1921369"/>
                </a:lnTo>
                <a:lnTo>
                  <a:pt x="4594146" y="1920140"/>
                </a:lnTo>
                <a:lnTo>
                  <a:pt x="4594372" y="1920087"/>
                </a:lnTo>
                <a:lnTo>
                  <a:pt x="4598533" y="1922683"/>
                </a:lnTo>
                <a:lnTo>
                  <a:pt x="4602741" y="1925236"/>
                </a:lnTo>
                <a:lnTo>
                  <a:pt x="4604023" y="1930713"/>
                </a:lnTo>
                <a:lnTo>
                  <a:pt x="4598868" y="1938973"/>
                </a:lnTo>
                <a:lnTo>
                  <a:pt x="4593403" y="1940359"/>
                </a:lnTo>
                <a:lnTo>
                  <a:pt x="4589243" y="1937763"/>
                </a:lnTo>
                <a:lnTo>
                  <a:pt x="4588501" y="1937360"/>
                </a:lnTo>
                <a:close/>
              </a:path>
              <a:path w="5142230" h="2300604">
                <a:moveTo>
                  <a:pt x="4406900" y="1824580"/>
                </a:moveTo>
                <a:lnTo>
                  <a:pt x="4403712" y="1821166"/>
                </a:lnTo>
                <a:lnTo>
                  <a:pt x="4403202" y="1816712"/>
                </a:lnTo>
                <a:lnTo>
                  <a:pt x="4407837" y="1809260"/>
                </a:lnTo>
                <a:lnTo>
                  <a:pt x="4407948" y="1809082"/>
                </a:lnTo>
                <a:lnTo>
                  <a:pt x="4413466" y="1807854"/>
                </a:lnTo>
                <a:lnTo>
                  <a:pt x="4421786" y="1813048"/>
                </a:lnTo>
                <a:lnTo>
                  <a:pt x="4423014" y="1818566"/>
                </a:lnTo>
                <a:lnTo>
                  <a:pt x="4420485" y="1822503"/>
                </a:lnTo>
                <a:lnTo>
                  <a:pt x="4417882" y="1826656"/>
                </a:lnTo>
                <a:lnTo>
                  <a:pt x="4417771" y="1826834"/>
                </a:lnTo>
                <a:lnTo>
                  <a:pt x="4412298" y="1828111"/>
                </a:lnTo>
                <a:lnTo>
                  <a:pt x="4408189" y="1825467"/>
                </a:lnTo>
                <a:lnTo>
                  <a:pt x="4407544" y="1825074"/>
                </a:lnTo>
                <a:lnTo>
                  <a:pt x="4406900" y="1824580"/>
                </a:lnTo>
                <a:close/>
              </a:path>
              <a:path w="5142230" h="2300604">
                <a:moveTo>
                  <a:pt x="3585570" y="1061487"/>
                </a:moveTo>
                <a:lnTo>
                  <a:pt x="3581640" y="1057280"/>
                </a:lnTo>
                <a:lnTo>
                  <a:pt x="3578748" y="1053307"/>
                </a:lnTo>
                <a:lnTo>
                  <a:pt x="3579696" y="1047773"/>
                </a:lnTo>
                <a:lnTo>
                  <a:pt x="3587726" y="1042098"/>
                </a:lnTo>
                <a:lnTo>
                  <a:pt x="3593220" y="1042992"/>
                </a:lnTo>
                <a:lnTo>
                  <a:pt x="3598895" y="1051023"/>
                </a:lnTo>
                <a:lnTo>
                  <a:pt x="3598001" y="1056515"/>
                </a:lnTo>
                <a:lnTo>
                  <a:pt x="3594031" y="1059401"/>
                </a:lnTo>
                <a:lnTo>
                  <a:pt x="3590303" y="1061962"/>
                </a:lnTo>
                <a:lnTo>
                  <a:pt x="3585570" y="1061487"/>
                </a:lnTo>
                <a:close/>
              </a:path>
              <a:path w="5142230" h="2300604">
                <a:moveTo>
                  <a:pt x="3626705" y="1119306"/>
                </a:moveTo>
                <a:lnTo>
                  <a:pt x="3622819" y="1115145"/>
                </a:lnTo>
                <a:lnTo>
                  <a:pt x="3619930" y="1111169"/>
                </a:lnTo>
                <a:lnTo>
                  <a:pt x="3620873" y="1105631"/>
                </a:lnTo>
                <a:lnTo>
                  <a:pt x="3624843" y="1102745"/>
                </a:lnTo>
                <a:lnTo>
                  <a:pt x="3628862" y="1099912"/>
                </a:lnTo>
                <a:lnTo>
                  <a:pt x="3634399" y="1100857"/>
                </a:lnTo>
                <a:lnTo>
                  <a:pt x="3637232" y="1104868"/>
                </a:lnTo>
                <a:lnTo>
                  <a:pt x="3640078" y="1108793"/>
                </a:lnTo>
                <a:lnTo>
                  <a:pt x="3639135" y="1114331"/>
                </a:lnTo>
                <a:lnTo>
                  <a:pt x="3635165" y="1117217"/>
                </a:lnTo>
                <a:lnTo>
                  <a:pt x="3631489" y="1119830"/>
                </a:lnTo>
                <a:lnTo>
                  <a:pt x="3626705" y="1119306"/>
                </a:lnTo>
                <a:close/>
              </a:path>
              <a:path w="5142230" h="2300604">
                <a:moveTo>
                  <a:pt x="3668119" y="1176930"/>
                </a:moveTo>
                <a:lnTo>
                  <a:pt x="3664285" y="1172825"/>
                </a:lnTo>
                <a:lnTo>
                  <a:pt x="3661402" y="1168861"/>
                </a:lnTo>
                <a:lnTo>
                  <a:pt x="3662295" y="1163270"/>
                </a:lnTo>
                <a:lnTo>
                  <a:pt x="3670191" y="1157547"/>
                </a:lnTo>
                <a:lnTo>
                  <a:pt x="3675779" y="1158444"/>
                </a:lnTo>
                <a:lnTo>
                  <a:pt x="3681505" y="1166335"/>
                </a:lnTo>
                <a:lnTo>
                  <a:pt x="3680657" y="1171876"/>
                </a:lnTo>
                <a:lnTo>
                  <a:pt x="3676728" y="1174806"/>
                </a:lnTo>
                <a:lnTo>
                  <a:pt x="3673054" y="1177426"/>
                </a:lnTo>
                <a:lnTo>
                  <a:pt x="3668119" y="1176930"/>
                </a:lnTo>
                <a:close/>
              </a:path>
              <a:path w="5142230" h="2300604">
                <a:moveTo>
                  <a:pt x="4467130" y="1862174"/>
                </a:moveTo>
                <a:lnTo>
                  <a:pt x="4463946" y="1858765"/>
                </a:lnTo>
                <a:lnTo>
                  <a:pt x="4463388" y="1854355"/>
                </a:lnTo>
                <a:lnTo>
                  <a:pt x="4468127" y="1846723"/>
                </a:lnTo>
                <a:lnTo>
                  <a:pt x="4473377" y="1845498"/>
                </a:lnTo>
                <a:lnTo>
                  <a:pt x="4473600" y="1845446"/>
                </a:lnTo>
                <a:lnTo>
                  <a:pt x="4477760" y="1848043"/>
                </a:lnTo>
                <a:lnTo>
                  <a:pt x="4481970" y="1850593"/>
                </a:lnTo>
                <a:lnTo>
                  <a:pt x="4483253" y="1856070"/>
                </a:lnTo>
                <a:lnTo>
                  <a:pt x="4478055" y="1864386"/>
                </a:lnTo>
                <a:lnTo>
                  <a:pt x="4472628" y="1865712"/>
                </a:lnTo>
                <a:lnTo>
                  <a:pt x="4467774" y="1862668"/>
                </a:lnTo>
                <a:lnTo>
                  <a:pt x="4467130" y="1862174"/>
                </a:lnTo>
                <a:close/>
              </a:path>
              <a:path w="5142230" h="2300604">
                <a:moveTo>
                  <a:pt x="3754057" y="1290039"/>
                </a:moveTo>
                <a:lnTo>
                  <a:pt x="3750458" y="1286187"/>
                </a:lnTo>
                <a:lnTo>
                  <a:pt x="3747422" y="1282349"/>
                </a:lnTo>
                <a:lnTo>
                  <a:pt x="3748038" y="1276752"/>
                </a:lnTo>
                <a:lnTo>
                  <a:pt x="3750786" y="1274515"/>
                </a:lnTo>
                <a:lnTo>
                  <a:pt x="3751825" y="1273670"/>
                </a:lnTo>
                <a:lnTo>
                  <a:pt x="3754610" y="1271473"/>
                </a:lnTo>
                <a:lnTo>
                  <a:pt x="3755662" y="1270643"/>
                </a:lnTo>
                <a:lnTo>
                  <a:pt x="3761254" y="1271254"/>
                </a:lnTo>
                <a:lnTo>
                  <a:pt x="3764341" y="1275045"/>
                </a:lnTo>
                <a:lnTo>
                  <a:pt x="3767368" y="1278874"/>
                </a:lnTo>
                <a:lnTo>
                  <a:pt x="3766752" y="1284471"/>
                </a:lnTo>
                <a:lnTo>
                  <a:pt x="3764004" y="1286707"/>
                </a:lnTo>
                <a:lnTo>
                  <a:pt x="3762965" y="1287552"/>
                </a:lnTo>
                <a:lnTo>
                  <a:pt x="3760178" y="1289748"/>
                </a:lnTo>
                <a:lnTo>
                  <a:pt x="3759285" y="1290452"/>
                </a:lnTo>
                <a:lnTo>
                  <a:pt x="3754057" y="1290039"/>
                </a:lnTo>
                <a:close/>
              </a:path>
              <a:path w="5142230" h="2300604">
                <a:moveTo>
                  <a:pt x="3847122" y="1397676"/>
                </a:moveTo>
                <a:lnTo>
                  <a:pt x="3840431" y="1390514"/>
                </a:lnTo>
                <a:lnTo>
                  <a:pt x="3840624" y="1384854"/>
                </a:lnTo>
                <a:lnTo>
                  <a:pt x="3847834" y="1378207"/>
                </a:lnTo>
                <a:lnTo>
                  <a:pt x="3853356" y="1378348"/>
                </a:lnTo>
                <a:lnTo>
                  <a:pt x="3860052" y="1385516"/>
                </a:lnTo>
                <a:lnTo>
                  <a:pt x="3859856" y="1391077"/>
                </a:lnTo>
                <a:lnTo>
                  <a:pt x="3852735" y="1397820"/>
                </a:lnTo>
                <a:lnTo>
                  <a:pt x="3847122" y="1397676"/>
                </a:lnTo>
                <a:close/>
              </a:path>
              <a:path w="5142230" h="2300604">
                <a:moveTo>
                  <a:pt x="4527518" y="1899547"/>
                </a:moveTo>
                <a:lnTo>
                  <a:pt x="4524325" y="1896129"/>
                </a:lnTo>
                <a:lnTo>
                  <a:pt x="4523768" y="1891718"/>
                </a:lnTo>
                <a:lnTo>
                  <a:pt x="4528516" y="1884096"/>
                </a:lnTo>
                <a:lnTo>
                  <a:pt x="4533766" y="1882871"/>
                </a:lnTo>
                <a:lnTo>
                  <a:pt x="4533988" y="1882819"/>
                </a:lnTo>
                <a:lnTo>
                  <a:pt x="4538149" y="1885416"/>
                </a:lnTo>
                <a:lnTo>
                  <a:pt x="4542359" y="1887966"/>
                </a:lnTo>
                <a:lnTo>
                  <a:pt x="4543632" y="1893433"/>
                </a:lnTo>
                <a:lnTo>
                  <a:pt x="4538444" y="1901759"/>
                </a:lnTo>
                <a:lnTo>
                  <a:pt x="4532972" y="1903036"/>
                </a:lnTo>
                <a:lnTo>
                  <a:pt x="4528854" y="1900490"/>
                </a:lnTo>
                <a:lnTo>
                  <a:pt x="4528162" y="1900041"/>
                </a:lnTo>
                <a:lnTo>
                  <a:pt x="4527518" y="1899547"/>
                </a:lnTo>
                <a:close/>
              </a:path>
              <a:path w="5142230" h="2300604">
                <a:moveTo>
                  <a:pt x="3260903" y="682659"/>
                </a:moveTo>
                <a:lnTo>
                  <a:pt x="3257295" y="678796"/>
                </a:lnTo>
                <a:lnTo>
                  <a:pt x="3257040" y="673932"/>
                </a:lnTo>
                <a:lnTo>
                  <a:pt x="3259901" y="670447"/>
                </a:lnTo>
                <a:lnTo>
                  <a:pt x="3262907" y="666625"/>
                </a:lnTo>
                <a:lnTo>
                  <a:pt x="3268549" y="666020"/>
                </a:lnTo>
                <a:lnTo>
                  <a:pt x="3276175" y="672227"/>
                </a:lnTo>
                <a:lnTo>
                  <a:pt x="3276789" y="677772"/>
                </a:lnTo>
                <a:lnTo>
                  <a:pt x="3270582" y="685397"/>
                </a:lnTo>
                <a:lnTo>
                  <a:pt x="3265037" y="686011"/>
                </a:lnTo>
                <a:lnTo>
                  <a:pt x="3260903" y="682659"/>
                </a:lnTo>
                <a:close/>
              </a:path>
              <a:path w="5142230" h="2300604">
                <a:moveTo>
                  <a:pt x="2271908" y="322069"/>
                </a:moveTo>
                <a:lnTo>
                  <a:pt x="2268765" y="318704"/>
                </a:lnTo>
                <a:lnTo>
                  <a:pt x="2267869" y="315889"/>
                </a:lnTo>
                <a:lnTo>
                  <a:pt x="2269264" y="308194"/>
                </a:lnTo>
                <a:lnTo>
                  <a:pt x="2273899" y="305042"/>
                </a:lnTo>
                <a:lnTo>
                  <a:pt x="2283569" y="306792"/>
                </a:lnTo>
                <a:lnTo>
                  <a:pt x="2286716" y="311431"/>
                </a:lnTo>
                <a:lnTo>
                  <a:pt x="2284971" y="321097"/>
                </a:lnTo>
                <a:lnTo>
                  <a:pt x="2280332" y="324244"/>
                </a:lnTo>
                <a:lnTo>
                  <a:pt x="2273528" y="323021"/>
                </a:lnTo>
                <a:lnTo>
                  <a:pt x="2271908" y="322069"/>
                </a:lnTo>
                <a:close/>
              </a:path>
              <a:path w="5142230" h="2300604">
                <a:moveTo>
                  <a:pt x="2411402" y="348722"/>
                </a:moveTo>
                <a:lnTo>
                  <a:pt x="2408300" y="345402"/>
                </a:lnTo>
                <a:lnTo>
                  <a:pt x="2407412" y="342496"/>
                </a:lnTo>
                <a:lnTo>
                  <a:pt x="2408902" y="334805"/>
                </a:lnTo>
                <a:lnTo>
                  <a:pt x="2413631" y="331656"/>
                </a:lnTo>
                <a:lnTo>
                  <a:pt x="2423200" y="333592"/>
                </a:lnTo>
                <a:lnTo>
                  <a:pt x="2426342" y="338226"/>
                </a:lnTo>
                <a:lnTo>
                  <a:pt x="2424413" y="347891"/>
                </a:lnTo>
                <a:lnTo>
                  <a:pt x="2419728" y="350989"/>
                </a:lnTo>
                <a:lnTo>
                  <a:pt x="2414899" y="350022"/>
                </a:lnTo>
                <a:lnTo>
                  <a:pt x="2413022" y="349674"/>
                </a:lnTo>
                <a:lnTo>
                  <a:pt x="2411402" y="348722"/>
                </a:lnTo>
                <a:close/>
              </a:path>
              <a:path w="5142230" h="2300604">
                <a:moveTo>
                  <a:pt x="2480976" y="362987"/>
                </a:moveTo>
                <a:lnTo>
                  <a:pt x="2477878" y="359672"/>
                </a:lnTo>
                <a:lnTo>
                  <a:pt x="2476940" y="356713"/>
                </a:lnTo>
                <a:lnTo>
                  <a:pt x="2477606" y="353808"/>
                </a:lnTo>
                <a:lnTo>
                  <a:pt x="2478568" y="348974"/>
                </a:lnTo>
                <a:lnTo>
                  <a:pt x="2483303" y="345929"/>
                </a:lnTo>
                <a:lnTo>
                  <a:pt x="2492865" y="347954"/>
                </a:lnTo>
                <a:lnTo>
                  <a:pt x="2495963" y="352639"/>
                </a:lnTo>
                <a:lnTo>
                  <a:pt x="2494902" y="357466"/>
                </a:lnTo>
                <a:lnTo>
                  <a:pt x="2493935" y="362295"/>
                </a:lnTo>
                <a:lnTo>
                  <a:pt x="2489204" y="365345"/>
                </a:lnTo>
                <a:lnTo>
                  <a:pt x="2484423" y="364332"/>
                </a:lnTo>
                <a:lnTo>
                  <a:pt x="2482550" y="363891"/>
                </a:lnTo>
                <a:lnTo>
                  <a:pt x="2480976" y="362987"/>
                </a:lnTo>
                <a:close/>
              </a:path>
              <a:path w="5142230" h="2300604">
                <a:moveTo>
                  <a:pt x="2550328" y="378189"/>
                </a:moveTo>
                <a:lnTo>
                  <a:pt x="2547231" y="374873"/>
                </a:lnTo>
                <a:lnTo>
                  <a:pt x="2546289" y="371909"/>
                </a:lnTo>
                <a:lnTo>
                  <a:pt x="2548069" y="364138"/>
                </a:lnTo>
                <a:lnTo>
                  <a:pt x="2552844" y="361138"/>
                </a:lnTo>
                <a:lnTo>
                  <a:pt x="2557622" y="362244"/>
                </a:lnTo>
                <a:lnTo>
                  <a:pt x="2562354" y="363302"/>
                </a:lnTo>
                <a:lnTo>
                  <a:pt x="2565355" y="368078"/>
                </a:lnTo>
                <a:lnTo>
                  <a:pt x="2564248" y="372856"/>
                </a:lnTo>
                <a:lnTo>
                  <a:pt x="2563190" y="377588"/>
                </a:lnTo>
                <a:lnTo>
                  <a:pt x="2558414" y="380589"/>
                </a:lnTo>
                <a:lnTo>
                  <a:pt x="2551854" y="379138"/>
                </a:lnTo>
                <a:lnTo>
                  <a:pt x="2550328" y="378189"/>
                </a:lnTo>
                <a:close/>
              </a:path>
              <a:path w="5142230" h="2300604">
                <a:moveTo>
                  <a:pt x="3204512" y="640182"/>
                </a:moveTo>
                <a:lnTo>
                  <a:pt x="3200810" y="636219"/>
                </a:lnTo>
                <a:lnTo>
                  <a:pt x="3200463" y="631647"/>
                </a:lnTo>
                <a:lnTo>
                  <a:pt x="3202849" y="628140"/>
                </a:lnTo>
                <a:lnTo>
                  <a:pt x="3205718" y="624172"/>
                </a:lnTo>
                <a:lnTo>
                  <a:pt x="3211275" y="623181"/>
                </a:lnTo>
                <a:lnTo>
                  <a:pt x="3219301" y="628842"/>
                </a:lnTo>
                <a:lnTo>
                  <a:pt x="3220199" y="634395"/>
                </a:lnTo>
                <a:lnTo>
                  <a:pt x="3217366" y="638402"/>
                </a:lnTo>
                <a:lnTo>
                  <a:pt x="3214592" y="642372"/>
                </a:lnTo>
                <a:lnTo>
                  <a:pt x="3209035" y="643363"/>
                </a:lnTo>
                <a:lnTo>
                  <a:pt x="3204512" y="640182"/>
                </a:lnTo>
                <a:close/>
              </a:path>
              <a:path w="5142230" h="2300604">
                <a:moveTo>
                  <a:pt x="2619357" y="394607"/>
                </a:moveTo>
                <a:lnTo>
                  <a:pt x="2616259" y="391291"/>
                </a:lnTo>
                <a:lnTo>
                  <a:pt x="2615324" y="388238"/>
                </a:lnTo>
                <a:lnTo>
                  <a:pt x="2617288" y="380468"/>
                </a:lnTo>
                <a:lnTo>
                  <a:pt x="2618569" y="379688"/>
                </a:lnTo>
                <a:lnTo>
                  <a:pt x="2622181" y="377592"/>
                </a:lnTo>
                <a:lnTo>
                  <a:pt x="2631610" y="379964"/>
                </a:lnTo>
                <a:lnTo>
                  <a:pt x="2634516" y="384737"/>
                </a:lnTo>
                <a:lnTo>
                  <a:pt x="2633315" y="389511"/>
                </a:lnTo>
                <a:lnTo>
                  <a:pt x="2632158" y="394236"/>
                </a:lnTo>
                <a:lnTo>
                  <a:pt x="2627296" y="397143"/>
                </a:lnTo>
                <a:lnTo>
                  <a:pt x="2622567" y="395991"/>
                </a:lnTo>
                <a:lnTo>
                  <a:pt x="2620837" y="395507"/>
                </a:lnTo>
                <a:lnTo>
                  <a:pt x="2619357" y="394607"/>
                </a:lnTo>
                <a:close/>
              </a:path>
              <a:path w="5142230" h="2300604">
                <a:moveTo>
                  <a:pt x="5125739" y="2281581"/>
                </a:moveTo>
                <a:lnTo>
                  <a:pt x="5122545" y="2278163"/>
                </a:lnTo>
                <a:lnTo>
                  <a:pt x="5122083" y="2273664"/>
                </a:lnTo>
                <a:lnTo>
                  <a:pt x="5126745" y="2266436"/>
                </a:lnTo>
                <a:lnTo>
                  <a:pt x="5126968" y="2266088"/>
                </a:lnTo>
                <a:lnTo>
                  <a:pt x="5132491" y="2264864"/>
                </a:lnTo>
                <a:lnTo>
                  <a:pt x="5136553" y="2267552"/>
                </a:lnTo>
                <a:lnTo>
                  <a:pt x="5140711" y="2270242"/>
                </a:lnTo>
                <a:lnTo>
                  <a:pt x="5131041" y="2285110"/>
                </a:lnTo>
                <a:lnTo>
                  <a:pt x="5126931" y="2282467"/>
                </a:lnTo>
                <a:lnTo>
                  <a:pt x="5125739" y="2281581"/>
                </a:lnTo>
                <a:close/>
              </a:path>
              <a:path w="5142230" h="2300604">
                <a:moveTo>
                  <a:pt x="3144957" y="600771"/>
                </a:moveTo>
                <a:lnTo>
                  <a:pt x="3141769" y="597357"/>
                </a:lnTo>
                <a:lnTo>
                  <a:pt x="3141211" y="592947"/>
                </a:lnTo>
                <a:lnTo>
                  <a:pt x="3146000" y="585268"/>
                </a:lnTo>
                <a:lnTo>
                  <a:pt x="3151477" y="583997"/>
                </a:lnTo>
                <a:lnTo>
                  <a:pt x="3159797" y="589190"/>
                </a:lnTo>
                <a:lnTo>
                  <a:pt x="3161071" y="594657"/>
                </a:lnTo>
                <a:lnTo>
                  <a:pt x="3155878" y="602978"/>
                </a:lnTo>
                <a:lnTo>
                  <a:pt x="3150406" y="604255"/>
                </a:lnTo>
                <a:lnTo>
                  <a:pt x="3145601" y="601265"/>
                </a:lnTo>
                <a:lnTo>
                  <a:pt x="3144957" y="600771"/>
                </a:lnTo>
                <a:close/>
              </a:path>
              <a:path w="5142230" h="2300604">
                <a:moveTo>
                  <a:pt x="5066699" y="2243505"/>
                </a:moveTo>
                <a:lnTo>
                  <a:pt x="5062945" y="2239486"/>
                </a:lnTo>
                <a:lnTo>
                  <a:pt x="5062448" y="2235141"/>
                </a:lnTo>
                <a:lnTo>
                  <a:pt x="5064480" y="2232038"/>
                </a:lnTo>
                <a:lnTo>
                  <a:pt x="5067125" y="2227929"/>
                </a:lnTo>
                <a:lnTo>
                  <a:pt x="5067384" y="2227525"/>
                </a:lnTo>
                <a:lnTo>
                  <a:pt x="5072855" y="2226341"/>
                </a:lnTo>
                <a:lnTo>
                  <a:pt x="5081119" y="2231669"/>
                </a:lnTo>
                <a:lnTo>
                  <a:pt x="5082303" y="2237137"/>
                </a:lnTo>
                <a:lnTo>
                  <a:pt x="5079876" y="2240897"/>
                </a:lnTo>
                <a:lnTo>
                  <a:pt x="5077193" y="2244963"/>
                </a:lnTo>
                <a:lnTo>
                  <a:pt x="5076928" y="2245363"/>
                </a:lnTo>
                <a:lnTo>
                  <a:pt x="5071458" y="2246547"/>
                </a:lnTo>
                <a:lnTo>
                  <a:pt x="5067348" y="2243904"/>
                </a:lnTo>
                <a:lnTo>
                  <a:pt x="5066699" y="2243505"/>
                </a:lnTo>
                <a:close/>
              </a:path>
              <a:path w="5142230" h="2300604">
                <a:moveTo>
                  <a:pt x="2341658" y="335155"/>
                </a:moveTo>
                <a:lnTo>
                  <a:pt x="2338566" y="331844"/>
                </a:lnTo>
                <a:lnTo>
                  <a:pt x="2337624" y="328980"/>
                </a:lnTo>
                <a:lnTo>
                  <a:pt x="2339114" y="321288"/>
                </a:lnTo>
                <a:lnTo>
                  <a:pt x="2343753" y="318141"/>
                </a:lnTo>
                <a:lnTo>
                  <a:pt x="2348581" y="319009"/>
                </a:lnTo>
                <a:lnTo>
                  <a:pt x="2353370" y="319932"/>
                </a:lnTo>
                <a:lnTo>
                  <a:pt x="2356562" y="324620"/>
                </a:lnTo>
                <a:lnTo>
                  <a:pt x="2354721" y="334183"/>
                </a:lnTo>
                <a:lnTo>
                  <a:pt x="2350038" y="337380"/>
                </a:lnTo>
                <a:lnTo>
                  <a:pt x="2345254" y="336462"/>
                </a:lnTo>
                <a:lnTo>
                  <a:pt x="2343327" y="336062"/>
                </a:lnTo>
                <a:lnTo>
                  <a:pt x="2341658" y="335155"/>
                </a:lnTo>
                <a:close/>
              </a:path>
              <a:path w="5142230" h="2300604">
                <a:moveTo>
                  <a:pt x="2132245" y="296212"/>
                </a:moveTo>
                <a:lnTo>
                  <a:pt x="2129148" y="292897"/>
                </a:lnTo>
                <a:lnTo>
                  <a:pt x="2128158" y="290078"/>
                </a:lnTo>
                <a:lnTo>
                  <a:pt x="2129647" y="282386"/>
                </a:lnTo>
                <a:lnTo>
                  <a:pt x="2134241" y="279190"/>
                </a:lnTo>
                <a:lnTo>
                  <a:pt x="2143903" y="281030"/>
                </a:lnTo>
                <a:lnTo>
                  <a:pt x="2147099" y="285624"/>
                </a:lnTo>
                <a:lnTo>
                  <a:pt x="2145259" y="295286"/>
                </a:lnTo>
                <a:lnTo>
                  <a:pt x="2140620" y="298433"/>
                </a:lnTo>
                <a:lnTo>
                  <a:pt x="2133910" y="297213"/>
                </a:lnTo>
                <a:lnTo>
                  <a:pt x="2132245" y="296212"/>
                </a:lnTo>
                <a:close/>
              </a:path>
              <a:path w="5142230" h="2300604">
                <a:moveTo>
                  <a:pt x="2202052" y="309163"/>
                </a:moveTo>
                <a:lnTo>
                  <a:pt x="2198950" y="305843"/>
                </a:lnTo>
                <a:lnTo>
                  <a:pt x="2198059" y="303032"/>
                </a:lnTo>
                <a:lnTo>
                  <a:pt x="2199454" y="295337"/>
                </a:lnTo>
                <a:lnTo>
                  <a:pt x="2204043" y="292137"/>
                </a:lnTo>
                <a:lnTo>
                  <a:pt x="2208881" y="293014"/>
                </a:lnTo>
                <a:lnTo>
                  <a:pt x="2213665" y="293932"/>
                </a:lnTo>
                <a:lnTo>
                  <a:pt x="2216901" y="298570"/>
                </a:lnTo>
                <a:lnTo>
                  <a:pt x="2215988" y="303359"/>
                </a:lnTo>
                <a:lnTo>
                  <a:pt x="2215115" y="308192"/>
                </a:lnTo>
                <a:lnTo>
                  <a:pt x="2210517" y="311382"/>
                </a:lnTo>
                <a:lnTo>
                  <a:pt x="2203717" y="310164"/>
                </a:lnTo>
                <a:lnTo>
                  <a:pt x="2202052" y="309163"/>
                </a:lnTo>
                <a:close/>
              </a:path>
            </a:pathLst>
          </a:custGeom>
          <a:solidFill>
            <a:srgbClr val="FABE04"/>
          </a:solidFill>
        </p:spPr>
        <p:txBody>
          <a:bodyPr wrap="square" lIns="0" tIns="0" rIns="0" bIns="0" rtlCol="0"/>
          <a:lstStyle/>
          <a:p>
            <a:endParaRP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67600" y="3619500"/>
            <a:ext cx="9451114" cy="358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0167" y="2528047"/>
            <a:ext cx="4267200" cy="638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object 16"/>
          <p:cNvSpPr txBox="1"/>
          <p:nvPr/>
        </p:nvSpPr>
        <p:spPr>
          <a:xfrm>
            <a:off x="6631714" y="445412"/>
            <a:ext cx="10287000" cy="505267"/>
          </a:xfrm>
          <a:prstGeom prst="rect">
            <a:avLst/>
          </a:prstGeom>
        </p:spPr>
        <p:txBody>
          <a:bodyPr vert="horz" wrap="square" lIns="0" tIns="12700" rIns="0" bIns="0" rtlCol="0">
            <a:spAutoFit/>
          </a:bodyPr>
          <a:lstStyle/>
          <a:p>
            <a:pPr marL="12700">
              <a:lnSpc>
                <a:spcPct val="100000"/>
              </a:lnSpc>
              <a:spcBef>
                <a:spcPts val="100"/>
              </a:spcBef>
            </a:pPr>
            <a:r>
              <a:rPr lang="en-IN" sz="3200" dirty="0" smtClean="0">
                <a:solidFill>
                  <a:schemeClr val="tx2">
                    <a:lumMod val="50000"/>
                  </a:schemeClr>
                </a:solidFill>
                <a:latin typeface="Stencil" pitchFamily="82" charset="0"/>
                <a:cs typeface="Trebuchet MS"/>
              </a:rPr>
              <a:t>E-Commerce Database Management System</a:t>
            </a:r>
            <a:endParaRPr sz="3200" dirty="0">
              <a:solidFill>
                <a:schemeClr val="tx2">
                  <a:lumMod val="50000"/>
                </a:schemeClr>
              </a:solidFill>
              <a:latin typeface="Stencil" pitchFamily="82" charset="0"/>
              <a:cs typeface="Trebuchet MS"/>
            </a:endParaRPr>
          </a:p>
        </p:txBody>
      </p:sp>
    </p:spTree>
    <p:extLst>
      <p:ext uri="{BB962C8B-B14F-4D97-AF65-F5344CB8AC3E}">
        <p14:creationId xmlns:p14="http://schemas.microsoft.com/office/powerpoint/2010/main" val="20092277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1629612" y="0"/>
            <a:ext cx="6658609" cy="10287000"/>
            <a:chOff x="11629612" y="0"/>
            <a:chExt cx="6658609" cy="10287000"/>
          </a:xfrm>
        </p:grpSpPr>
        <p:sp>
          <p:nvSpPr>
            <p:cNvPr id="3" name="object 3"/>
            <p:cNvSpPr/>
            <p:nvPr/>
          </p:nvSpPr>
          <p:spPr>
            <a:xfrm>
              <a:off x="11629612" y="0"/>
              <a:ext cx="6658609" cy="10287000"/>
            </a:xfrm>
            <a:custGeom>
              <a:avLst/>
              <a:gdLst/>
              <a:ahLst/>
              <a:cxnLst/>
              <a:rect l="l" t="t" r="r" b="b"/>
              <a:pathLst>
                <a:path w="6658609" h="10287000">
                  <a:moveTo>
                    <a:pt x="6658386" y="10286999"/>
                  </a:moveTo>
                  <a:lnTo>
                    <a:pt x="0" y="10286999"/>
                  </a:lnTo>
                  <a:lnTo>
                    <a:pt x="0" y="0"/>
                  </a:lnTo>
                  <a:lnTo>
                    <a:pt x="6658386" y="0"/>
                  </a:lnTo>
                  <a:lnTo>
                    <a:pt x="6658386" y="10286999"/>
                  </a:lnTo>
                  <a:close/>
                </a:path>
              </a:pathLst>
            </a:custGeom>
            <a:solidFill>
              <a:srgbClr val="000000"/>
            </a:solidFill>
          </p:spPr>
          <p:txBody>
            <a:bodyPr wrap="square" lIns="0" tIns="0" rIns="0" bIns="0" rtlCol="0"/>
            <a:lstStyle/>
            <a:p>
              <a:endParaRPr/>
            </a:p>
          </p:txBody>
        </p:sp>
        <p:pic>
          <p:nvPicPr>
            <p:cNvPr id="4" name="object 4"/>
            <p:cNvPicPr/>
            <p:nvPr/>
          </p:nvPicPr>
          <p:blipFill>
            <a:blip r:embed="rId2" cstate="print"/>
            <a:stretch>
              <a:fillRect/>
            </a:stretch>
          </p:blipFill>
          <p:spPr>
            <a:xfrm>
              <a:off x="11786659" y="228799"/>
              <a:ext cx="6407534" cy="4488501"/>
            </a:xfrm>
            <a:prstGeom prst="rect">
              <a:avLst/>
            </a:prstGeom>
          </p:spPr>
        </p:pic>
      </p:grpSp>
      <p:sp>
        <p:nvSpPr>
          <p:cNvPr id="6" name="object 6"/>
          <p:cNvSpPr/>
          <p:nvPr/>
        </p:nvSpPr>
        <p:spPr>
          <a:xfrm>
            <a:off x="714618" y="1322213"/>
            <a:ext cx="10287000" cy="1153630"/>
          </a:xfrm>
          <a:custGeom>
            <a:avLst/>
            <a:gdLst/>
            <a:ahLst/>
            <a:cxnLst/>
            <a:rect l="l" t="t" r="r" b="b"/>
            <a:pathLst>
              <a:path w="5956934" h="993775">
                <a:moveTo>
                  <a:pt x="5956567" y="993408"/>
                </a:moveTo>
                <a:lnTo>
                  <a:pt x="0" y="993408"/>
                </a:lnTo>
                <a:lnTo>
                  <a:pt x="0" y="0"/>
                </a:lnTo>
                <a:lnTo>
                  <a:pt x="5956567" y="0"/>
                </a:lnTo>
                <a:lnTo>
                  <a:pt x="5956567" y="993408"/>
                </a:lnTo>
                <a:close/>
              </a:path>
            </a:pathLst>
          </a:custGeom>
          <a:solidFill>
            <a:srgbClr val="FABE04"/>
          </a:solidFill>
        </p:spPr>
        <p:txBody>
          <a:bodyPr wrap="square" lIns="0" tIns="0" rIns="0" bIns="0" rtlCol="0"/>
          <a:lstStyle/>
          <a:p>
            <a:endParaRPr/>
          </a:p>
        </p:txBody>
      </p:sp>
      <p:sp>
        <p:nvSpPr>
          <p:cNvPr id="10" name="object 10"/>
          <p:cNvSpPr/>
          <p:nvPr/>
        </p:nvSpPr>
        <p:spPr>
          <a:xfrm>
            <a:off x="0" y="7986964"/>
            <a:ext cx="5142230" cy="2300605"/>
          </a:xfrm>
          <a:custGeom>
            <a:avLst/>
            <a:gdLst/>
            <a:ahLst/>
            <a:cxnLst/>
            <a:rect l="l" t="t" r="r" b="b"/>
            <a:pathLst>
              <a:path w="5142230" h="2300604">
                <a:moveTo>
                  <a:pt x="304967" y="2237500"/>
                </a:moveTo>
                <a:lnTo>
                  <a:pt x="298355" y="2230422"/>
                </a:lnTo>
                <a:lnTo>
                  <a:pt x="293162" y="2223494"/>
                </a:lnTo>
                <a:lnTo>
                  <a:pt x="294632" y="2213729"/>
                </a:lnTo>
                <a:lnTo>
                  <a:pt x="301555" y="2208540"/>
                </a:lnTo>
                <a:lnTo>
                  <a:pt x="308528" y="2203396"/>
                </a:lnTo>
                <a:lnTo>
                  <a:pt x="318303" y="2204857"/>
                </a:lnTo>
                <a:lnTo>
                  <a:pt x="328644" y="2218664"/>
                </a:lnTo>
                <a:lnTo>
                  <a:pt x="327174" y="2228428"/>
                </a:lnTo>
                <a:lnTo>
                  <a:pt x="313802" y="2238454"/>
                </a:lnTo>
                <a:lnTo>
                  <a:pt x="304967" y="2237500"/>
                </a:lnTo>
                <a:close/>
              </a:path>
              <a:path w="5142230" h="2300604">
                <a:moveTo>
                  <a:pt x="345873" y="2295168"/>
                </a:moveTo>
                <a:lnTo>
                  <a:pt x="339536" y="2288385"/>
                </a:lnTo>
                <a:lnTo>
                  <a:pt x="334232" y="2280557"/>
                </a:lnTo>
                <a:lnTo>
                  <a:pt x="336075" y="2270800"/>
                </a:lnTo>
                <a:lnTo>
                  <a:pt x="343273" y="2265994"/>
                </a:lnTo>
                <a:lnTo>
                  <a:pt x="350420" y="2261133"/>
                </a:lnTo>
                <a:lnTo>
                  <a:pt x="360133" y="2263027"/>
                </a:lnTo>
                <a:lnTo>
                  <a:pt x="369795" y="2277377"/>
                </a:lnTo>
                <a:lnTo>
                  <a:pt x="367906" y="2287085"/>
                </a:lnTo>
                <a:lnTo>
                  <a:pt x="360754" y="2291940"/>
                </a:lnTo>
                <a:lnTo>
                  <a:pt x="354281" y="2296252"/>
                </a:lnTo>
                <a:lnTo>
                  <a:pt x="345873" y="2295168"/>
                </a:lnTo>
                <a:close/>
              </a:path>
              <a:path w="5142230" h="2300604">
                <a:moveTo>
                  <a:pt x="216674" y="2126857"/>
                </a:moveTo>
                <a:lnTo>
                  <a:pt x="210431" y="2120173"/>
                </a:lnTo>
                <a:lnTo>
                  <a:pt x="204897" y="2113565"/>
                </a:lnTo>
                <a:lnTo>
                  <a:pt x="205751" y="2103727"/>
                </a:lnTo>
                <a:lnTo>
                  <a:pt x="211089" y="2099178"/>
                </a:lnTo>
                <a:lnTo>
                  <a:pt x="217693" y="2093638"/>
                </a:lnTo>
                <a:lnTo>
                  <a:pt x="218923" y="2092609"/>
                </a:lnTo>
                <a:lnTo>
                  <a:pt x="228810" y="2093417"/>
                </a:lnTo>
                <a:lnTo>
                  <a:pt x="239874" y="2106630"/>
                </a:lnTo>
                <a:lnTo>
                  <a:pt x="239066" y="2116517"/>
                </a:lnTo>
                <a:lnTo>
                  <a:pt x="233690" y="2121026"/>
                </a:lnTo>
                <a:lnTo>
                  <a:pt x="227112" y="2126593"/>
                </a:lnTo>
                <a:lnTo>
                  <a:pt x="226093" y="2127458"/>
                </a:lnTo>
                <a:lnTo>
                  <a:pt x="216674" y="2126857"/>
                </a:lnTo>
                <a:close/>
              </a:path>
              <a:path w="5142230" h="2300604">
                <a:moveTo>
                  <a:pt x="170491" y="2072921"/>
                </a:moveTo>
                <a:lnTo>
                  <a:pt x="164391" y="2066392"/>
                </a:lnTo>
                <a:lnTo>
                  <a:pt x="158759" y="2059875"/>
                </a:lnTo>
                <a:lnTo>
                  <a:pt x="159474" y="2049985"/>
                </a:lnTo>
                <a:lnTo>
                  <a:pt x="171650" y="2039463"/>
                </a:lnTo>
                <a:lnTo>
                  <a:pt x="172509" y="2038721"/>
                </a:lnTo>
                <a:lnTo>
                  <a:pt x="182344" y="2039386"/>
                </a:lnTo>
                <a:lnTo>
                  <a:pt x="193712" y="2052425"/>
                </a:lnTo>
                <a:lnTo>
                  <a:pt x="192998" y="2062315"/>
                </a:lnTo>
                <a:lnTo>
                  <a:pt x="180813" y="2072829"/>
                </a:lnTo>
                <a:lnTo>
                  <a:pt x="180055" y="2073483"/>
                </a:lnTo>
                <a:lnTo>
                  <a:pt x="170491" y="2072921"/>
                </a:lnTo>
                <a:close/>
              </a:path>
              <a:path w="5142230" h="2300604">
                <a:moveTo>
                  <a:pt x="123927" y="2019460"/>
                </a:moveTo>
                <a:lnTo>
                  <a:pt x="117817" y="2012919"/>
                </a:lnTo>
                <a:lnTo>
                  <a:pt x="112095" y="2006403"/>
                </a:lnTo>
                <a:lnTo>
                  <a:pt x="112761" y="1996559"/>
                </a:lnTo>
                <a:lnTo>
                  <a:pt x="124997" y="1985807"/>
                </a:lnTo>
                <a:lnTo>
                  <a:pt x="125749" y="1985147"/>
                </a:lnTo>
                <a:lnTo>
                  <a:pt x="135644" y="1985866"/>
                </a:lnTo>
                <a:lnTo>
                  <a:pt x="147005" y="1998810"/>
                </a:lnTo>
                <a:lnTo>
                  <a:pt x="146381" y="2008698"/>
                </a:lnTo>
                <a:lnTo>
                  <a:pt x="139819" y="2014381"/>
                </a:lnTo>
                <a:lnTo>
                  <a:pt x="134097" y="2019398"/>
                </a:lnTo>
                <a:lnTo>
                  <a:pt x="133444" y="2019971"/>
                </a:lnTo>
                <a:lnTo>
                  <a:pt x="123927" y="2019460"/>
                </a:lnTo>
                <a:close/>
              </a:path>
              <a:path w="5142230" h="2300604">
                <a:moveTo>
                  <a:pt x="261646" y="2181547"/>
                </a:moveTo>
                <a:lnTo>
                  <a:pt x="255265" y="2174716"/>
                </a:lnTo>
                <a:lnTo>
                  <a:pt x="249877" y="2167970"/>
                </a:lnTo>
                <a:lnTo>
                  <a:pt x="250964" y="2158089"/>
                </a:lnTo>
                <a:lnTo>
                  <a:pt x="264459" y="2147317"/>
                </a:lnTo>
                <a:lnTo>
                  <a:pt x="274288" y="2148454"/>
                </a:lnTo>
                <a:lnTo>
                  <a:pt x="285113" y="2161899"/>
                </a:lnTo>
                <a:lnTo>
                  <a:pt x="283976" y="2171728"/>
                </a:lnTo>
                <a:lnTo>
                  <a:pt x="277226" y="2177111"/>
                </a:lnTo>
                <a:lnTo>
                  <a:pt x="270823" y="2182280"/>
                </a:lnTo>
                <a:lnTo>
                  <a:pt x="261646" y="2181547"/>
                </a:lnTo>
                <a:close/>
              </a:path>
              <a:path w="5142230" h="2300604">
                <a:moveTo>
                  <a:pt x="31141" y="1911631"/>
                </a:moveTo>
                <a:lnTo>
                  <a:pt x="24906" y="1904956"/>
                </a:lnTo>
                <a:lnTo>
                  <a:pt x="19366" y="1898351"/>
                </a:lnTo>
                <a:lnTo>
                  <a:pt x="20274" y="1888464"/>
                </a:lnTo>
                <a:lnTo>
                  <a:pt x="26878" y="1882924"/>
                </a:lnTo>
                <a:lnTo>
                  <a:pt x="32189" y="1878542"/>
                </a:lnTo>
                <a:lnTo>
                  <a:pt x="33582" y="1877393"/>
                </a:lnTo>
                <a:lnTo>
                  <a:pt x="43375" y="1878297"/>
                </a:lnTo>
                <a:lnTo>
                  <a:pt x="54485" y="1891559"/>
                </a:lnTo>
                <a:lnTo>
                  <a:pt x="53587" y="1901447"/>
                </a:lnTo>
                <a:lnTo>
                  <a:pt x="41692" y="1911391"/>
                </a:lnTo>
                <a:lnTo>
                  <a:pt x="40564" y="1912334"/>
                </a:lnTo>
                <a:lnTo>
                  <a:pt x="31141" y="1911631"/>
                </a:lnTo>
                <a:close/>
              </a:path>
              <a:path w="5142230" h="2300604">
                <a:moveTo>
                  <a:pt x="77219" y="1965843"/>
                </a:moveTo>
                <a:lnTo>
                  <a:pt x="71069" y="1959260"/>
                </a:lnTo>
                <a:lnTo>
                  <a:pt x="65437" y="1952743"/>
                </a:lnTo>
                <a:lnTo>
                  <a:pt x="66147" y="1942848"/>
                </a:lnTo>
                <a:lnTo>
                  <a:pt x="78326" y="1932329"/>
                </a:lnTo>
                <a:lnTo>
                  <a:pt x="79236" y="1931543"/>
                </a:lnTo>
                <a:lnTo>
                  <a:pt x="89116" y="1932257"/>
                </a:lnTo>
                <a:lnTo>
                  <a:pt x="100435" y="1945342"/>
                </a:lnTo>
                <a:lnTo>
                  <a:pt x="99721" y="1955231"/>
                </a:lnTo>
                <a:lnTo>
                  <a:pt x="87537" y="1965745"/>
                </a:lnTo>
                <a:lnTo>
                  <a:pt x="86774" y="1966404"/>
                </a:lnTo>
                <a:lnTo>
                  <a:pt x="77219" y="1965843"/>
                </a:lnTo>
                <a:close/>
              </a:path>
              <a:path w="5142230" h="2300604">
                <a:moveTo>
                  <a:pt x="0" y="1853578"/>
                </a:moveTo>
                <a:lnTo>
                  <a:pt x="0" y="1823852"/>
                </a:lnTo>
                <a:lnTo>
                  <a:pt x="10126" y="1836938"/>
                </a:lnTo>
                <a:lnTo>
                  <a:pt x="8854" y="1846719"/>
                </a:lnTo>
                <a:lnTo>
                  <a:pt x="0" y="1853578"/>
                </a:lnTo>
                <a:close/>
              </a:path>
              <a:path w="5142230" h="2300604">
                <a:moveTo>
                  <a:pt x="799057" y="2223919"/>
                </a:moveTo>
                <a:lnTo>
                  <a:pt x="792856" y="2217280"/>
                </a:lnTo>
                <a:lnTo>
                  <a:pt x="792316" y="2216507"/>
                </a:lnTo>
                <a:lnTo>
                  <a:pt x="787736" y="2209453"/>
                </a:lnTo>
                <a:lnTo>
                  <a:pt x="789704" y="2200036"/>
                </a:lnTo>
                <a:lnTo>
                  <a:pt x="803810" y="2190885"/>
                </a:lnTo>
                <a:lnTo>
                  <a:pt x="813232" y="2192858"/>
                </a:lnTo>
                <a:lnTo>
                  <a:pt x="822378" y="2206950"/>
                </a:lnTo>
                <a:lnTo>
                  <a:pt x="820410" y="2216377"/>
                </a:lnTo>
                <a:lnTo>
                  <a:pt x="813361" y="2220953"/>
                </a:lnTo>
                <a:lnTo>
                  <a:pt x="807079" y="2225077"/>
                </a:lnTo>
                <a:lnTo>
                  <a:pt x="799057" y="2223919"/>
                </a:lnTo>
                <a:close/>
              </a:path>
              <a:path w="5142230" h="2300604">
                <a:moveTo>
                  <a:pt x="249425" y="1662529"/>
                </a:moveTo>
                <a:lnTo>
                  <a:pt x="243458" y="1656141"/>
                </a:lnTo>
                <a:lnTo>
                  <a:pt x="243485" y="1646884"/>
                </a:lnTo>
                <a:lnTo>
                  <a:pt x="249160" y="1641035"/>
                </a:lnTo>
                <a:lnTo>
                  <a:pt x="255076" y="1635061"/>
                </a:lnTo>
                <a:lnTo>
                  <a:pt x="264717" y="1634912"/>
                </a:lnTo>
                <a:lnTo>
                  <a:pt x="276686" y="1646650"/>
                </a:lnTo>
                <a:lnTo>
                  <a:pt x="276821" y="1656285"/>
                </a:lnTo>
                <a:lnTo>
                  <a:pt x="270955" y="1662313"/>
                </a:lnTo>
                <a:lnTo>
                  <a:pt x="265044" y="1668301"/>
                </a:lnTo>
                <a:lnTo>
                  <a:pt x="255457" y="1668399"/>
                </a:lnTo>
                <a:lnTo>
                  <a:pt x="249425" y="1662529"/>
                </a:lnTo>
                <a:close/>
              </a:path>
              <a:path w="5142230" h="2300604">
                <a:moveTo>
                  <a:pt x="352928" y="1760424"/>
                </a:moveTo>
                <a:lnTo>
                  <a:pt x="346729" y="1753788"/>
                </a:lnTo>
                <a:lnTo>
                  <a:pt x="346611" y="1744767"/>
                </a:lnTo>
                <a:lnTo>
                  <a:pt x="357737" y="1732739"/>
                </a:lnTo>
                <a:lnTo>
                  <a:pt x="367387" y="1732307"/>
                </a:lnTo>
                <a:lnTo>
                  <a:pt x="379698" y="1743726"/>
                </a:lnTo>
                <a:lnTo>
                  <a:pt x="380125" y="1753371"/>
                </a:lnTo>
                <a:lnTo>
                  <a:pt x="368706" y="1765682"/>
                </a:lnTo>
                <a:lnTo>
                  <a:pt x="359109" y="1766063"/>
                </a:lnTo>
                <a:lnTo>
                  <a:pt x="352928" y="1760424"/>
                </a:lnTo>
                <a:close/>
              </a:path>
              <a:path w="5142230" h="2300604">
                <a:moveTo>
                  <a:pt x="457968" y="1856152"/>
                </a:moveTo>
                <a:lnTo>
                  <a:pt x="451677" y="1849418"/>
                </a:lnTo>
                <a:lnTo>
                  <a:pt x="451513" y="1840542"/>
                </a:lnTo>
                <a:lnTo>
                  <a:pt x="456954" y="1834638"/>
                </a:lnTo>
                <a:lnTo>
                  <a:pt x="462548" y="1828407"/>
                </a:lnTo>
                <a:lnTo>
                  <a:pt x="472148" y="1827932"/>
                </a:lnTo>
                <a:lnTo>
                  <a:pt x="484595" y="1839214"/>
                </a:lnTo>
                <a:lnTo>
                  <a:pt x="485081" y="1848814"/>
                </a:lnTo>
                <a:lnTo>
                  <a:pt x="479433" y="1855084"/>
                </a:lnTo>
                <a:lnTo>
                  <a:pt x="473798" y="1861271"/>
                </a:lnTo>
                <a:lnTo>
                  <a:pt x="464194" y="1861751"/>
                </a:lnTo>
                <a:lnTo>
                  <a:pt x="457968" y="1856152"/>
                </a:lnTo>
                <a:close/>
              </a:path>
              <a:path w="5142230" h="2300604">
                <a:moveTo>
                  <a:pt x="300855" y="1711914"/>
                </a:moveTo>
                <a:lnTo>
                  <a:pt x="294751" y="1705380"/>
                </a:lnTo>
                <a:lnTo>
                  <a:pt x="294636" y="1696265"/>
                </a:lnTo>
                <a:lnTo>
                  <a:pt x="300217" y="1690412"/>
                </a:lnTo>
                <a:lnTo>
                  <a:pt x="305997" y="1684282"/>
                </a:lnTo>
                <a:lnTo>
                  <a:pt x="315586" y="1683990"/>
                </a:lnTo>
                <a:lnTo>
                  <a:pt x="327844" y="1695549"/>
                </a:lnTo>
                <a:lnTo>
                  <a:pt x="328136" y="1705147"/>
                </a:lnTo>
                <a:lnTo>
                  <a:pt x="316577" y="1717406"/>
                </a:lnTo>
                <a:lnTo>
                  <a:pt x="306938" y="1717644"/>
                </a:lnTo>
                <a:lnTo>
                  <a:pt x="300855" y="1711914"/>
                </a:lnTo>
                <a:close/>
              </a:path>
              <a:path w="5142230" h="2300604">
                <a:moveTo>
                  <a:pt x="405345" y="1808421"/>
                </a:moveTo>
                <a:lnTo>
                  <a:pt x="399154" y="1801795"/>
                </a:lnTo>
                <a:lnTo>
                  <a:pt x="398988" y="1792820"/>
                </a:lnTo>
                <a:lnTo>
                  <a:pt x="404335" y="1786911"/>
                </a:lnTo>
                <a:lnTo>
                  <a:pt x="410018" y="1780680"/>
                </a:lnTo>
                <a:lnTo>
                  <a:pt x="419663" y="1780262"/>
                </a:lnTo>
                <a:lnTo>
                  <a:pt x="432031" y="1791537"/>
                </a:lnTo>
                <a:lnTo>
                  <a:pt x="432552" y="1801185"/>
                </a:lnTo>
                <a:lnTo>
                  <a:pt x="421220" y="1813588"/>
                </a:lnTo>
                <a:lnTo>
                  <a:pt x="411575" y="1814015"/>
                </a:lnTo>
                <a:lnTo>
                  <a:pt x="405345" y="1808421"/>
                </a:lnTo>
                <a:close/>
              </a:path>
              <a:path w="5142230" h="2300604">
                <a:moveTo>
                  <a:pt x="64137" y="1457145"/>
                </a:moveTo>
                <a:lnTo>
                  <a:pt x="57795" y="1450356"/>
                </a:lnTo>
                <a:lnTo>
                  <a:pt x="52646" y="1443671"/>
                </a:lnTo>
                <a:lnTo>
                  <a:pt x="53962" y="1434132"/>
                </a:lnTo>
                <a:lnTo>
                  <a:pt x="67245" y="1423915"/>
                </a:lnTo>
                <a:lnTo>
                  <a:pt x="76832" y="1425185"/>
                </a:lnTo>
                <a:lnTo>
                  <a:pt x="87001" y="1438514"/>
                </a:lnTo>
                <a:lnTo>
                  <a:pt x="85779" y="1448056"/>
                </a:lnTo>
                <a:lnTo>
                  <a:pt x="79089" y="1453210"/>
                </a:lnTo>
                <a:lnTo>
                  <a:pt x="72837" y="1457954"/>
                </a:lnTo>
                <a:lnTo>
                  <a:pt x="64137" y="1457145"/>
                </a:lnTo>
                <a:close/>
              </a:path>
              <a:path w="5142230" h="2300604">
                <a:moveTo>
                  <a:pt x="22348" y="1399411"/>
                </a:moveTo>
                <a:lnTo>
                  <a:pt x="15637" y="1392227"/>
                </a:lnTo>
                <a:lnTo>
                  <a:pt x="10870" y="1385267"/>
                </a:lnTo>
                <a:lnTo>
                  <a:pt x="12703" y="1375793"/>
                </a:lnTo>
                <a:lnTo>
                  <a:pt x="26576" y="1366304"/>
                </a:lnTo>
                <a:lnTo>
                  <a:pt x="36004" y="1368088"/>
                </a:lnTo>
                <a:lnTo>
                  <a:pt x="45488" y="1381955"/>
                </a:lnTo>
                <a:lnTo>
                  <a:pt x="43754" y="1391437"/>
                </a:lnTo>
                <a:lnTo>
                  <a:pt x="36794" y="1396205"/>
                </a:lnTo>
                <a:lnTo>
                  <a:pt x="30464" y="1400474"/>
                </a:lnTo>
                <a:lnTo>
                  <a:pt x="22348" y="1399411"/>
                </a:lnTo>
                <a:close/>
              </a:path>
              <a:path w="5142230" h="2300604">
                <a:moveTo>
                  <a:pt x="108783" y="1512669"/>
                </a:moveTo>
                <a:lnTo>
                  <a:pt x="102722" y="1506181"/>
                </a:lnTo>
                <a:lnTo>
                  <a:pt x="97326" y="1499808"/>
                </a:lnTo>
                <a:lnTo>
                  <a:pt x="98129" y="1490210"/>
                </a:lnTo>
                <a:lnTo>
                  <a:pt x="103375" y="1485757"/>
                </a:lnTo>
                <a:lnTo>
                  <a:pt x="109778" y="1480393"/>
                </a:lnTo>
                <a:lnTo>
                  <a:pt x="111009" y="1479365"/>
                </a:lnTo>
                <a:lnTo>
                  <a:pt x="120564" y="1480209"/>
                </a:lnTo>
                <a:lnTo>
                  <a:pt x="131412" y="1492995"/>
                </a:lnTo>
                <a:lnTo>
                  <a:pt x="130564" y="1502644"/>
                </a:lnTo>
                <a:lnTo>
                  <a:pt x="125368" y="1507051"/>
                </a:lnTo>
                <a:lnTo>
                  <a:pt x="124196" y="1508045"/>
                </a:lnTo>
                <a:lnTo>
                  <a:pt x="118900" y="1512444"/>
                </a:lnTo>
                <a:lnTo>
                  <a:pt x="117924" y="1513256"/>
                </a:lnTo>
                <a:lnTo>
                  <a:pt x="108783" y="1512669"/>
                </a:lnTo>
                <a:close/>
              </a:path>
              <a:path w="5142230" h="2300604">
                <a:moveTo>
                  <a:pt x="834899" y="2284474"/>
                </a:moveTo>
                <a:lnTo>
                  <a:pt x="829433" y="2278623"/>
                </a:lnTo>
                <a:lnTo>
                  <a:pt x="828660" y="2277601"/>
                </a:lnTo>
                <a:lnTo>
                  <a:pt x="827997" y="2276403"/>
                </a:lnTo>
                <a:lnTo>
                  <a:pt x="824046" y="2269045"/>
                </a:lnTo>
                <a:lnTo>
                  <a:pt x="826767" y="2259838"/>
                </a:lnTo>
                <a:lnTo>
                  <a:pt x="834128" y="2255792"/>
                </a:lnTo>
                <a:lnTo>
                  <a:pt x="841534" y="2251795"/>
                </a:lnTo>
                <a:lnTo>
                  <a:pt x="850788" y="2254565"/>
                </a:lnTo>
                <a:lnTo>
                  <a:pt x="858736" y="2269329"/>
                </a:lnTo>
                <a:lnTo>
                  <a:pt x="856014" y="2278537"/>
                </a:lnTo>
                <a:lnTo>
                  <a:pt x="848654" y="2282582"/>
                </a:lnTo>
                <a:lnTo>
                  <a:pt x="842402" y="2285957"/>
                </a:lnTo>
                <a:lnTo>
                  <a:pt x="834899" y="2284474"/>
                </a:lnTo>
                <a:close/>
              </a:path>
              <a:path w="5142230" h="2300604">
                <a:moveTo>
                  <a:pt x="0" y="1335562"/>
                </a:moveTo>
                <a:lnTo>
                  <a:pt x="0" y="1310932"/>
                </a:lnTo>
                <a:lnTo>
                  <a:pt x="7363" y="1323255"/>
                </a:lnTo>
                <a:lnTo>
                  <a:pt x="4967" y="1332616"/>
                </a:lnTo>
                <a:lnTo>
                  <a:pt x="0" y="1335562"/>
                </a:lnTo>
                <a:close/>
              </a:path>
              <a:path w="5142230" h="2300604">
                <a:moveTo>
                  <a:pt x="667404" y="2058257"/>
                </a:moveTo>
                <a:lnTo>
                  <a:pt x="655880" y="2045921"/>
                </a:lnTo>
                <a:lnTo>
                  <a:pt x="656207" y="2036301"/>
                </a:lnTo>
                <a:lnTo>
                  <a:pt x="668540" y="2024871"/>
                </a:lnTo>
                <a:lnTo>
                  <a:pt x="678155" y="2025203"/>
                </a:lnTo>
                <a:lnTo>
                  <a:pt x="689592" y="2037447"/>
                </a:lnTo>
                <a:lnTo>
                  <a:pt x="689261" y="2047052"/>
                </a:lnTo>
                <a:lnTo>
                  <a:pt x="676978" y="2058536"/>
                </a:lnTo>
                <a:lnTo>
                  <a:pt x="667404" y="2058257"/>
                </a:lnTo>
                <a:close/>
              </a:path>
              <a:path w="5142230" h="2300604">
                <a:moveTo>
                  <a:pt x="562052" y="1952127"/>
                </a:moveTo>
                <a:lnTo>
                  <a:pt x="555993" y="1945642"/>
                </a:lnTo>
                <a:lnTo>
                  <a:pt x="555932" y="1936486"/>
                </a:lnTo>
                <a:lnTo>
                  <a:pt x="567338" y="1924552"/>
                </a:lnTo>
                <a:lnTo>
                  <a:pt x="576973" y="1924309"/>
                </a:lnTo>
                <a:lnTo>
                  <a:pt x="589093" y="1935915"/>
                </a:lnTo>
                <a:lnTo>
                  <a:pt x="589380" y="1945508"/>
                </a:lnTo>
                <a:lnTo>
                  <a:pt x="583555" y="1951589"/>
                </a:lnTo>
                <a:lnTo>
                  <a:pt x="577776" y="1957718"/>
                </a:lnTo>
                <a:lnTo>
                  <a:pt x="568132" y="1957961"/>
                </a:lnTo>
                <a:lnTo>
                  <a:pt x="562052" y="1952127"/>
                </a:lnTo>
                <a:close/>
              </a:path>
              <a:path w="5142230" h="2300604">
                <a:moveTo>
                  <a:pt x="612549" y="2001296"/>
                </a:moveTo>
                <a:lnTo>
                  <a:pt x="606719" y="1995055"/>
                </a:lnTo>
                <a:lnTo>
                  <a:pt x="606848" y="1985712"/>
                </a:lnTo>
                <a:lnTo>
                  <a:pt x="618625" y="1973980"/>
                </a:lnTo>
                <a:lnTo>
                  <a:pt x="628209" y="1973976"/>
                </a:lnTo>
                <a:lnTo>
                  <a:pt x="640126" y="1985853"/>
                </a:lnTo>
                <a:lnTo>
                  <a:pt x="640077" y="1995478"/>
                </a:lnTo>
                <a:lnTo>
                  <a:pt x="634214" y="2001420"/>
                </a:lnTo>
                <a:lnTo>
                  <a:pt x="628253" y="2007354"/>
                </a:lnTo>
                <a:lnTo>
                  <a:pt x="618575" y="2007355"/>
                </a:lnTo>
                <a:lnTo>
                  <a:pt x="612549" y="2001296"/>
                </a:lnTo>
                <a:close/>
              </a:path>
              <a:path w="5142230" h="2300604">
                <a:moveTo>
                  <a:pt x="155878" y="1566201"/>
                </a:moveTo>
                <a:lnTo>
                  <a:pt x="144307" y="1553815"/>
                </a:lnTo>
                <a:lnTo>
                  <a:pt x="144724" y="1544203"/>
                </a:lnTo>
                <a:lnTo>
                  <a:pt x="150918" y="1538508"/>
                </a:lnTo>
                <a:lnTo>
                  <a:pt x="156906" y="1533090"/>
                </a:lnTo>
                <a:lnTo>
                  <a:pt x="157153" y="1532866"/>
                </a:lnTo>
                <a:lnTo>
                  <a:pt x="166765" y="1533283"/>
                </a:lnTo>
                <a:lnTo>
                  <a:pt x="172411" y="1539523"/>
                </a:lnTo>
                <a:lnTo>
                  <a:pt x="178097" y="1545609"/>
                </a:lnTo>
                <a:lnTo>
                  <a:pt x="177680" y="1555328"/>
                </a:lnTo>
                <a:lnTo>
                  <a:pt x="171481" y="1561019"/>
                </a:lnTo>
                <a:lnTo>
                  <a:pt x="165493" y="1566436"/>
                </a:lnTo>
                <a:lnTo>
                  <a:pt x="165295" y="1566615"/>
                </a:lnTo>
                <a:lnTo>
                  <a:pt x="155878" y="1566201"/>
                </a:lnTo>
                <a:close/>
              </a:path>
              <a:path w="5142230" h="2300604">
                <a:moveTo>
                  <a:pt x="714323" y="2111025"/>
                </a:moveTo>
                <a:lnTo>
                  <a:pt x="708315" y="2104593"/>
                </a:lnTo>
                <a:lnTo>
                  <a:pt x="702868" y="2098176"/>
                </a:lnTo>
                <a:lnTo>
                  <a:pt x="703667" y="2088573"/>
                </a:lnTo>
                <a:lnTo>
                  <a:pt x="715383" y="2078632"/>
                </a:lnTo>
                <a:lnTo>
                  <a:pt x="716453" y="2077725"/>
                </a:lnTo>
                <a:lnTo>
                  <a:pt x="726105" y="2078478"/>
                </a:lnTo>
                <a:lnTo>
                  <a:pt x="736950" y="2091358"/>
                </a:lnTo>
                <a:lnTo>
                  <a:pt x="736200" y="2100916"/>
                </a:lnTo>
                <a:lnTo>
                  <a:pt x="724478" y="2110850"/>
                </a:lnTo>
                <a:lnTo>
                  <a:pt x="723560" y="2111627"/>
                </a:lnTo>
                <a:lnTo>
                  <a:pt x="714323" y="2111025"/>
                </a:lnTo>
                <a:close/>
              </a:path>
              <a:path w="5142230" h="2300604">
                <a:moveTo>
                  <a:pt x="198744" y="1611805"/>
                </a:moveTo>
                <a:lnTo>
                  <a:pt x="193096" y="1605758"/>
                </a:lnTo>
                <a:lnTo>
                  <a:pt x="193327" y="1596320"/>
                </a:lnTo>
                <a:lnTo>
                  <a:pt x="199286" y="1590480"/>
                </a:lnTo>
                <a:lnTo>
                  <a:pt x="199718" y="1590063"/>
                </a:lnTo>
                <a:lnTo>
                  <a:pt x="205333" y="1584647"/>
                </a:lnTo>
                <a:lnTo>
                  <a:pt x="214960" y="1584786"/>
                </a:lnTo>
                <a:lnTo>
                  <a:pt x="226687" y="1596841"/>
                </a:lnTo>
                <a:lnTo>
                  <a:pt x="226548" y="1606468"/>
                </a:lnTo>
                <a:lnTo>
                  <a:pt x="226111" y="1606889"/>
                </a:lnTo>
                <a:lnTo>
                  <a:pt x="220495" y="1612304"/>
                </a:lnTo>
                <a:lnTo>
                  <a:pt x="214488" y="1618190"/>
                </a:lnTo>
                <a:lnTo>
                  <a:pt x="204862" y="1618051"/>
                </a:lnTo>
                <a:lnTo>
                  <a:pt x="198744" y="1611805"/>
                </a:lnTo>
                <a:close/>
              </a:path>
              <a:path w="5142230" h="2300604">
                <a:moveTo>
                  <a:pt x="758534" y="2166171"/>
                </a:moveTo>
                <a:lnTo>
                  <a:pt x="752151" y="2159338"/>
                </a:lnTo>
                <a:lnTo>
                  <a:pt x="747045" y="2152602"/>
                </a:lnTo>
                <a:lnTo>
                  <a:pt x="748451" y="2143061"/>
                </a:lnTo>
                <a:lnTo>
                  <a:pt x="761830" y="2132947"/>
                </a:lnTo>
                <a:lnTo>
                  <a:pt x="771369" y="2134263"/>
                </a:lnTo>
                <a:lnTo>
                  <a:pt x="781485" y="2147731"/>
                </a:lnTo>
                <a:lnTo>
                  <a:pt x="780169" y="2157270"/>
                </a:lnTo>
                <a:lnTo>
                  <a:pt x="773436" y="2162281"/>
                </a:lnTo>
                <a:lnTo>
                  <a:pt x="767185" y="2167025"/>
                </a:lnTo>
                <a:lnTo>
                  <a:pt x="758534" y="2166171"/>
                </a:lnTo>
                <a:close/>
              </a:path>
              <a:path w="5142230" h="2300604">
                <a:moveTo>
                  <a:pt x="510350" y="1903918"/>
                </a:moveTo>
                <a:lnTo>
                  <a:pt x="504156" y="1897286"/>
                </a:lnTo>
                <a:lnTo>
                  <a:pt x="504038" y="1888265"/>
                </a:lnTo>
                <a:lnTo>
                  <a:pt x="515119" y="1876179"/>
                </a:lnTo>
                <a:lnTo>
                  <a:pt x="524764" y="1875752"/>
                </a:lnTo>
                <a:lnTo>
                  <a:pt x="537169" y="1887174"/>
                </a:lnTo>
                <a:lnTo>
                  <a:pt x="537550" y="1896771"/>
                </a:lnTo>
                <a:lnTo>
                  <a:pt x="531862" y="1902997"/>
                </a:lnTo>
                <a:lnTo>
                  <a:pt x="526177" y="1909130"/>
                </a:lnTo>
                <a:lnTo>
                  <a:pt x="516532" y="1909557"/>
                </a:lnTo>
                <a:lnTo>
                  <a:pt x="510350" y="1903918"/>
                </a:lnTo>
                <a:close/>
              </a:path>
              <a:path w="5142230" h="2300604">
                <a:moveTo>
                  <a:pt x="311083" y="1372452"/>
                </a:moveTo>
                <a:lnTo>
                  <a:pt x="305205" y="1366160"/>
                </a:lnTo>
                <a:lnTo>
                  <a:pt x="304883" y="1357790"/>
                </a:lnTo>
                <a:lnTo>
                  <a:pt x="309702" y="1352001"/>
                </a:lnTo>
                <a:lnTo>
                  <a:pt x="314972" y="1345717"/>
                </a:lnTo>
                <a:lnTo>
                  <a:pt x="324248" y="1344895"/>
                </a:lnTo>
                <a:lnTo>
                  <a:pt x="336830" y="1355431"/>
                </a:lnTo>
                <a:lnTo>
                  <a:pt x="337642" y="1364707"/>
                </a:lnTo>
                <a:lnTo>
                  <a:pt x="327165" y="1377243"/>
                </a:lnTo>
                <a:lnTo>
                  <a:pt x="317835" y="1378106"/>
                </a:lnTo>
                <a:lnTo>
                  <a:pt x="311083" y="1372452"/>
                </a:lnTo>
                <a:close/>
              </a:path>
              <a:path w="5142230" h="2300604">
                <a:moveTo>
                  <a:pt x="121095" y="1170824"/>
                </a:moveTo>
                <a:lnTo>
                  <a:pt x="115120" y="1164428"/>
                </a:lnTo>
                <a:lnTo>
                  <a:pt x="114716" y="1163800"/>
                </a:lnTo>
                <a:lnTo>
                  <a:pt x="110029" y="1157121"/>
                </a:lnTo>
                <a:lnTo>
                  <a:pt x="111717" y="1147883"/>
                </a:lnTo>
                <a:lnTo>
                  <a:pt x="125152" y="1138610"/>
                </a:lnTo>
                <a:lnTo>
                  <a:pt x="134354" y="1140250"/>
                </a:lnTo>
                <a:lnTo>
                  <a:pt x="143668" y="1153739"/>
                </a:lnTo>
                <a:lnTo>
                  <a:pt x="141982" y="1162892"/>
                </a:lnTo>
                <a:lnTo>
                  <a:pt x="135303" y="1167570"/>
                </a:lnTo>
                <a:lnTo>
                  <a:pt x="129170" y="1171747"/>
                </a:lnTo>
                <a:lnTo>
                  <a:pt x="121095" y="1170824"/>
                </a:lnTo>
                <a:close/>
              </a:path>
              <a:path w="5142230" h="2300604">
                <a:moveTo>
                  <a:pt x="0" y="842644"/>
                </a:moveTo>
                <a:lnTo>
                  <a:pt x="0" y="818485"/>
                </a:lnTo>
                <a:lnTo>
                  <a:pt x="505" y="818776"/>
                </a:lnTo>
                <a:lnTo>
                  <a:pt x="4736" y="834546"/>
                </a:lnTo>
                <a:lnTo>
                  <a:pt x="0" y="842644"/>
                </a:lnTo>
                <a:close/>
              </a:path>
              <a:path w="5142230" h="2300604">
                <a:moveTo>
                  <a:pt x="1280867" y="2283698"/>
                </a:moveTo>
                <a:lnTo>
                  <a:pt x="1275624" y="2278085"/>
                </a:lnTo>
                <a:lnTo>
                  <a:pt x="1274467" y="2276162"/>
                </a:lnTo>
                <a:lnTo>
                  <a:pt x="1273827" y="2274011"/>
                </a:lnTo>
                <a:lnTo>
                  <a:pt x="1271360" y="2266190"/>
                </a:lnTo>
                <a:lnTo>
                  <a:pt x="1275651" y="2257881"/>
                </a:lnTo>
                <a:lnTo>
                  <a:pt x="1283478" y="2255409"/>
                </a:lnTo>
                <a:lnTo>
                  <a:pt x="1291260" y="2252987"/>
                </a:lnTo>
                <a:lnTo>
                  <a:pt x="1299564" y="2257283"/>
                </a:lnTo>
                <a:lnTo>
                  <a:pt x="1304511" y="2272842"/>
                </a:lnTo>
                <a:lnTo>
                  <a:pt x="1300215" y="2281146"/>
                </a:lnTo>
                <a:lnTo>
                  <a:pt x="1286757" y="2285409"/>
                </a:lnTo>
                <a:lnTo>
                  <a:pt x="1280867" y="2283698"/>
                </a:lnTo>
                <a:close/>
              </a:path>
              <a:path w="5142230" h="2300604">
                <a:moveTo>
                  <a:pt x="24468" y="980109"/>
                </a:moveTo>
                <a:lnTo>
                  <a:pt x="19184" y="974453"/>
                </a:lnTo>
                <a:lnTo>
                  <a:pt x="18157" y="972855"/>
                </a:lnTo>
                <a:lnTo>
                  <a:pt x="14611" y="963293"/>
                </a:lnTo>
                <a:lnTo>
                  <a:pt x="18490" y="954738"/>
                </a:lnTo>
                <a:lnTo>
                  <a:pt x="26187" y="951931"/>
                </a:lnTo>
                <a:lnTo>
                  <a:pt x="33837" y="949076"/>
                </a:lnTo>
                <a:lnTo>
                  <a:pt x="42343" y="953001"/>
                </a:lnTo>
                <a:lnTo>
                  <a:pt x="48049" y="968297"/>
                </a:lnTo>
                <a:lnTo>
                  <a:pt x="44129" y="976808"/>
                </a:lnTo>
                <a:lnTo>
                  <a:pt x="36474" y="979658"/>
                </a:lnTo>
                <a:lnTo>
                  <a:pt x="30694" y="981780"/>
                </a:lnTo>
                <a:lnTo>
                  <a:pt x="24468" y="980109"/>
                </a:lnTo>
                <a:close/>
              </a:path>
              <a:path w="5142230" h="2300604">
                <a:moveTo>
                  <a:pt x="539860" y="1540417"/>
                </a:moveTo>
                <a:lnTo>
                  <a:pt x="534531" y="1534712"/>
                </a:lnTo>
                <a:lnTo>
                  <a:pt x="533754" y="1527037"/>
                </a:lnTo>
                <a:lnTo>
                  <a:pt x="537728" y="1521224"/>
                </a:lnTo>
                <a:lnTo>
                  <a:pt x="542255" y="1514438"/>
                </a:lnTo>
                <a:lnTo>
                  <a:pt x="551474" y="1512675"/>
                </a:lnTo>
                <a:lnTo>
                  <a:pt x="564992" y="1521770"/>
                </a:lnTo>
                <a:lnTo>
                  <a:pt x="566760" y="1530993"/>
                </a:lnTo>
                <a:lnTo>
                  <a:pt x="562233" y="1537779"/>
                </a:lnTo>
                <a:lnTo>
                  <a:pt x="557661" y="1544516"/>
                </a:lnTo>
                <a:lnTo>
                  <a:pt x="548478" y="1546328"/>
                </a:lnTo>
                <a:lnTo>
                  <a:pt x="541656" y="1541752"/>
                </a:lnTo>
                <a:lnTo>
                  <a:pt x="540732" y="1541154"/>
                </a:lnTo>
                <a:lnTo>
                  <a:pt x="539860" y="1540417"/>
                </a:lnTo>
                <a:close/>
              </a:path>
              <a:path w="5142230" h="2300604">
                <a:moveTo>
                  <a:pt x="82975" y="1110176"/>
                </a:moveTo>
                <a:lnTo>
                  <a:pt x="77646" y="1104471"/>
                </a:lnTo>
                <a:lnTo>
                  <a:pt x="76924" y="1103502"/>
                </a:lnTo>
                <a:lnTo>
                  <a:pt x="72338" y="1095367"/>
                </a:lnTo>
                <a:lnTo>
                  <a:pt x="74864" y="1086342"/>
                </a:lnTo>
                <a:lnTo>
                  <a:pt x="81987" y="1082335"/>
                </a:lnTo>
                <a:lnTo>
                  <a:pt x="89156" y="1078378"/>
                </a:lnTo>
                <a:lnTo>
                  <a:pt x="98182" y="1080904"/>
                </a:lnTo>
                <a:lnTo>
                  <a:pt x="106141" y="1095201"/>
                </a:lnTo>
                <a:lnTo>
                  <a:pt x="103570" y="1104168"/>
                </a:lnTo>
                <a:lnTo>
                  <a:pt x="96446" y="1108174"/>
                </a:lnTo>
                <a:lnTo>
                  <a:pt x="90383" y="1111556"/>
                </a:lnTo>
                <a:lnTo>
                  <a:pt x="82975" y="1110176"/>
                </a:lnTo>
                <a:close/>
              </a:path>
              <a:path w="5142230" h="2300604">
                <a:moveTo>
                  <a:pt x="51162" y="1046209"/>
                </a:moveTo>
                <a:lnTo>
                  <a:pt x="45878" y="1040553"/>
                </a:lnTo>
                <a:lnTo>
                  <a:pt x="44978" y="1039111"/>
                </a:lnTo>
                <a:lnTo>
                  <a:pt x="44234" y="1037523"/>
                </a:lnTo>
                <a:lnTo>
                  <a:pt x="40991" y="1030043"/>
                </a:lnTo>
                <a:lnTo>
                  <a:pt x="44455" y="1021338"/>
                </a:lnTo>
                <a:lnTo>
                  <a:pt x="51884" y="1018050"/>
                </a:lnTo>
                <a:lnTo>
                  <a:pt x="59403" y="1014760"/>
                </a:lnTo>
                <a:lnTo>
                  <a:pt x="68114" y="1018220"/>
                </a:lnTo>
                <a:lnTo>
                  <a:pt x="74638" y="1033219"/>
                </a:lnTo>
                <a:lnTo>
                  <a:pt x="71231" y="1041888"/>
                </a:lnTo>
                <a:lnTo>
                  <a:pt x="57813" y="1047758"/>
                </a:lnTo>
                <a:lnTo>
                  <a:pt x="51162" y="1046209"/>
                </a:lnTo>
                <a:close/>
              </a:path>
              <a:path w="5142230" h="2300604">
                <a:moveTo>
                  <a:pt x="423871" y="1459847"/>
                </a:moveTo>
                <a:lnTo>
                  <a:pt x="417800" y="1453349"/>
                </a:lnTo>
                <a:lnTo>
                  <a:pt x="417133" y="1445597"/>
                </a:lnTo>
                <a:lnTo>
                  <a:pt x="421386" y="1439788"/>
                </a:lnTo>
                <a:lnTo>
                  <a:pt x="426148" y="1433157"/>
                </a:lnTo>
                <a:lnTo>
                  <a:pt x="435452" y="1431680"/>
                </a:lnTo>
                <a:lnTo>
                  <a:pt x="448627" y="1441287"/>
                </a:lnTo>
                <a:lnTo>
                  <a:pt x="450107" y="1450496"/>
                </a:lnTo>
                <a:lnTo>
                  <a:pt x="445349" y="1457132"/>
                </a:lnTo>
                <a:lnTo>
                  <a:pt x="440546" y="1463719"/>
                </a:lnTo>
                <a:lnTo>
                  <a:pt x="431283" y="1465250"/>
                </a:lnTo>
                <a:lnTo>
                  <a:pt x="423871" y="1459847"/>
                </a:lnTo>
                <a:close/>
              </a:path>
              <a:path w="5142230" h="2300604">
                <a:moveTo>
                  <a:pt x="1223" y="912795"/>
                </a:moveTo>
                <a:lnTo>
                  <a:pt x="0" y="911485"/>
                </a:lnTo>
                <a:lnTo>
                  <a:pt x="0" y="885735"/>
                </a:lnTo>
                <a:lnTo>
                  <a:pt x="3789" y="884556"/>
                </a:lnTo>
                <a:lnTo>
                  <a:pt x="11611" y="882080"/>
                </a:lnTo>
                <a:lnTo>
                  <a:pt x="19920" y="886380"/>
                </a:lnTo>
                <a:lnTo>
                  <a:pt x="24818" y="901984"/>
                </a:lnTo>
                <a:lnTo>
                  <a:pt x="20513" y="910288"/>
                </a:lnTo>
                <a:lnTo>
                  <a:pt x="7113" y="914506"/>
                </a:lnTo>
                <a:lnTo>
                  <a:pt x="1223" y="912795"/>
                </a:lnTo>
                <a:close/>
              </a:path>
              <a:path w="5142230" h="2300604">
                <a:moveTo>
                  <a:pt x="481954" y="1501008"/>
                </a:moveTo>
                <a:lnTo>
                  <a:pt x="475837" y="1494460"/>
                </a:lnTo>
                <a:lnTo>
                  <a:pt x="475118" y="1486849"/>
                </a:lnTo>
                <a:lnTo>
                  <a:pt x="479187" y="1481039"/>
                </a:lnTo>
                <a:lnTo>
                  <a:pt x="483801" y="1474346"/>
                </a:lnTo>
                <a:lnTo>
                  <a:pt x="493016" y="1472686"/>
                </a:lnTo>
                <a:lnTo>
                  <a:pt x="506443" y="1481967"/>
                </a:lnTo>
                <a:lnTo>
                  <a:pt x="508107" y="1491177"/>
                </a:lnTo>
                <a:lnTo>
                  <a:pt x="498827" y="1504604"/>
                </a:lnTo>
                <a:lnTo>
                  <a:pt x="489611" y="1506273"/>
                </a:lnTo>
                <a:lnTo>
                  <a:pt x="482878" y="1501606"/>
                </a:lnTo>
                <a:lnTo>
                  <a:pt x="481954" y="1501008"/>
                </a:lnTo>
                <a:close/>
              </a:path>
              <a:path w="5142230" h="2300604">
                <a:moveTo>
                  <a:pt x="831444" y="1743660"/>
                </a:moveTo>
                <a:lnTo>
                  <a:pt x="825416" y="1737207"/>
                </a:lnTo>
                <a:lnTo>
                  <a:pt x="824901" y="1729227"/>
                </a:lnTo>
                <a:lnTo>
                  <a:pt x="829352" y="1723435"/>
                </a:lnTo>
                <a:lnTo>
                  <a:pt x="834247" y="1716945"/>
                </a:lnTo>
                <a:lnTo>
                  <a:pt x="843589" y="1715705"/>
                </a:lnTo>
                <a:lnTo>
                  <a:pt x="856566" y="1725589"/>
                </a:lnTo>
                <a:lnTo>
                  <a:pt x="857756" y="1734878"/>
                </a:lnTo>
                <a:lnTo>
                  <a:pt x="852861" y="1741368"/>
                </a:lnTo>
                <a:lnTo>
                  <a:pt x="847877" y="1747859"/>
                </a:lnTo>
                <a:lnTo>
                  <a:pt x="838628" y="1749103"/>
                </a:lnTo>
                <a:lnTo>
                  <a:pt x="831444" y="1743660"/>
                </a:lnTo>
                <a:close/>
              </a:path>
              <a:path w="5142230" h="2300604">
                <a:moveTo>
                  <a:pt x="657791" y="1619447"/>
                </a:moveTo>
                <a:lnTo>
                  <a:pt x="652416" y="1613693"/>
                </a:lnTo>
                <a:lnTo>
                  <a:pt x="651684" y="1606067"/>
                </a:lnTo>
                <a:lnTo>
                  <a:pt x="655560" y="1600256"/>
                </a:lnTo>
                <a:lnTo>
                  <a:pt x="660186" y="1593469"/>
                </a:lnTo>
                <a:lnTo>
                  <a:pt x="669355" y="1591652"/>
                </a:lnTo>
                <a:lnTo>
                  <a:pt x="682879" y="1600850"/>
                </a:lnTo>
                <a:lnTo>
                  <a:pt x="684691" y="1610024"/>
                </a:lnTo>
                <a:lnTo>
                  <a:pt x="680113" y="1616765"/>
                </a:lnTo>
                <a:lnTo>
                  <a:pt x="675542" y="1623592"/>
                </a:lnTo>
                <a:lnTo>
                  <a:pt x="666324" y="1625355"/>
                </a:lnTo>
                <a:lnTo>
                  <a:pt x="658617" y="1620136"/>
                </a:lnTo>
                <a:lnTo>
                  <a:pt x="657791" y="1619447"/>
                </a:lnTo>
                <a:close/>
              </a:path>
              <a:path w="5142230" h="2300604">
                <a:moveTo>
                  <a:pt x="716334" y="1659439"/>
                </a:moveTo>
                <a:lnTo>
                  <a:pt x="710964" y="1653690"/>
                </a:lnTo>
                <a:lnTo>
                  <a:pt x="710235" y="1645970"/>
                </a:lnTo>
                <a:lnTo>
                  <a:pt x="714304" y="1640160"/>
                </a:lnTo>
                <a:lnTo>
                  <a:pt x="718971" y="1633426"/>
                </a:lnTo>
                <a:lnTo>
                  <a:pt x="728186" y="1631757"/>
                </a:lnTo>
                <a:lnTo>
                  <a:pt x="741649" y="1641095"/>
                </a:lnTo>
                <a:lnTo>
                  <a:pt x="743274" y="1650352"/>
                </a:lnTo>
                <a:lnTo>
                  <a:pt x="738606" y="1656996"/>
                </a:lnTo>
                <a:lnTo>
                  <a:pt x="733939" y="1663720"/>
                </a:lnTo>
                <a:lnTo>
                  <a:pt x="724728" y="1665394"/>
                </a:lnTo>
                <a:lnTo>
                  <a:pt x="717994" y="1660727"/>
                </a:lnTo>
                <a:lnTo>
                  <a:pt x="717165" y="1660132"/>
                </a:lnTo>
                <a:lnTo>
                  <a:pt x="716334" y="1659439"/>
                </a:lnTo>
                <a:close/>
              </a:path>
              <a:path w="5142230" h="2300604">
                <a:moveTo>
                  <a:pt x="598846" y="1579904"/>
                </a:moveTo>
                <a:lnTo>
                  <a:pt x="593521" y="1574204"/>
                </a:lnTo>
                <a:lnTo>
                  <a:pt x="592736" y="1566619"/>
                </a:lnTo>
                <a:lnTo>
                  <a:pt x="601148" y="1554022"/>
                </a:lnTo>
                <a:lnTo>
                  <a:pt x="610369" y="1552164"/>
                </a:lnTo>
                <a:lnTo>
                  <a:pt x="623892" y="1561264"/>
                </a:lnTo>
                <a:lnTo>
                  <a:pt x="625794" y="1570445"/>
                </a:lnTo>
                <a:lnTo>
                  <a:pt x="621177" y="1577223"/>
                </a:lnTo>
                <a:lnTo>
                  <a:pt x="616650" y="1584008"/>
                </a:lnTo>
                <a:lnTo>
                  <a:pt x="607477" y="1585820"/>
                </a:lnTo>
                <a:lnTo>
                  <a:pt x="599717" y="1580642"/>
                </a:lnTo>
                <a:lnTo>
                  <a:pt x="598846" y="1579904"/>
                </a:lnTo>
                <a:close/>
              </a:path>
              <a:path w="5142230" h="2300604">
                <a:moveTo>
                  <a:pt x="774780" y="1701183"/>
                </a:moveTo>
                <a:lnTo>
                  <a:pt x="768705" y="1694681"/>
                </a:lnTo>
                <a:lnTo>
                  <a:pt x="768090" y="1686887"/>
                </a:lnTo>
                <a:lnTo>
                  <a:pt x="777200" y="1674450"/>
                </a:lnTo>
                <a:lnTo>
                  <a:pt x="786455" y="1673019"/>
                </a:lnTo>
                <a:lnTo>
                  <a:pt x="799627" y="1682720"/>
                </a:lnTo>
                <a:lnTo>
                  <a:pt x="801054" y="1691970"/>
                </a:lnTo>
                <a:lnTo>
                  <a:pt x="796161" y="1698559"/>
                </a:lnTo>
                <a:lnTo>
                  <a:pt x="791357" y="1705147"/>
                </a:lnTo>
                <a:lnTo>
                  <a:pt x="782102" y="1706578"/>
                </a:lnTo>
                <a:lnTo>
                  <a:pt x="775559" y="1701724"/>
                </a:lnTo>
                <a:lnTo>
                  <a:pt x="774780" y="1701183"/>
                </a:lnTo>
                <a:close/>
              </a:path>
              <a:path w="5142230" h="2300604">
                <a:moveTo>
                  <a:pt x="1100575" y="1984059"/>
                </a:moveTo>
                <a:lnTo>
                  <a:pt x="1094882" y="1977964"/>
                </a:lnTo>
                <a:lnTo>
                  <a:pt x="1089422" y="1971924"/>
                </a:lnTo>
                <a:lnTo>
                  <a:pt x="1089878" y="1962549"/>
                </a:lnTo>
                <a:lnTo>
                  <a:pt x="1101615" y="1951938"/>
                </a:lnTo>
                <a:lnTo>
                  <a:pt x="1102011" y="1951580"/>
                </a:lnTo>
                <a:lnTo>
                  <a:pt x="1111337" y="1952082"/>
                </a:lnTo>
                <a:lnTo>
                  <a:pt x="1122306" y="1964215"/>
                </a:lnTo>
                <a:lnTo>
                  <a:pt x="1121800" y="1973545"/>
                </a:lnTo>
                <a:lnTo>
                  <a:pt x="1115806" y="1979053"/>
                </a:lnTo>
                <a:lnTo>
                  <a:pt x="1110063" y="1984157"/>
                </a:lnTo>
                <a:lnTo>
                  <a:pt x="1109769" y="1984419"/>
                </a:lnTo>
                <a:lnTo>
                  <a:pt x="1100575" y="1984059"/>
                </a:lnTo>
                <a:close/>
              </a:path>
              <a:path w="5142230" h="2300604">
                <a:moveTo>
                  <a:pt x="941977" y="1831975"/>
                </a:moveTo>
                <a:lnTo>
                  <a:pt x="936099" y="1825682"/>
                </a:lnTo>
                <a:lnTo>
                  <a:pt x="935777" y="1817323"/>
                </a:lnTo>
                <a:lnTo>
                  <a:pt x="940695" y="1811542"/>
                </a:lnTo>
                <a:lnTo>
                  <a:pt x="945951" y="1805253"/>
                </a:lnTo>
                <a:lnTo>
                  <a:pt x="955287" y="1804485"/>
                </a:lnTo>
                <a:lnTo>
                  <a:pt x="967769" y="1815012"/>
                </a:lnTo>
                <a:lnTo>
                  <a:pt x="968534" y="1824433"/>
                </a:lnTo>
                <a:lnTo>
                  <a:pt x="957961" y="1836867"/>
                </a:lnTo>
                <a:lnTo>
                  <a:pt x="948635" y="1837636"/>
                </a:lnTo>
                <a:lnTo>
                  <a:pt x="941977" y="1831975"/>
                </a:lnTo>
                <a:close/>
              </a:path>
              <a:path w="5142230" h="2300604">
                <a:moveTo>
                  <a:pt x="995388" y="1878789"/>
                </a:moveTo>
                <a:lnTo>
                  <a:pt x="989371" y="1872347"/>
                </a:lnTo>
                <a:lnTo>
                  <a:pt x="989199" y="1863660"/>
                </a:lnTo>
                <a:lnTo>
                  <a:pt x="994395" y="1857893"/>
                </a:lnTo>
                <a:lnTo>
                  <a:pt x="999893" y="1851844"/>
                </a:lnTo>
                <a:lnTo>
                  <a:pt x="1009250" y="1851411"/>
                </a:lnTo>
                <a:lnTo>
                  <a:pt x="1021345" y="1862393"/>
                </a:lnTo>
                <a:lnTo>
                  <a:pt x="1021772" y="1871755"/>
                </a:lnTo>
                <a:lnTo>
                  <a:pt x="1010795" y="1883845"/>
                </a:lnTo>
                <a:lnTo>
                  <a:pt x="1001432" y="1884282"/>
                </a:lnTo>
                <a:lnTo>
                  <a:pt x="995388" y="1878789"/>
                </a:lnTo>
                <a:close/>
              </a:path>
              <a:path w="5142230" h="2300604">
                <a:moveTo>
                  <a:pt x="887832" y="1787601"/>
                </a:moveTo>
                <a:lnTo>
                  <a:pt x="881340" y="1780651"/>
                </a:lnTo>
                <a:lnTo>
                  <a:pt x="880873" y="1772635"/>
                </a:lnTo>
                <a:lnTo>
                  <a:pt x="885517" y="1766844"/>
                </a:lnTo>
                <a:lnTo>
                  <a:pt x="890597" y="1760455"/>
                </a:lnTo>
                <a:lnTo>
                  <a:pt x="899929" y="1759399"/>
                </a:lnTo>
                <a:lnTo>
                  <a:pt x="912712" y="1769564"/>
                </a:lnTo>
                <a:lnTo>
                  <a:pt x="913708" y="1778851"/>
                </a:lnTo>
                <a:lnTo>
                  <a:pt x="903553" y="1791634"/>
                </a:lnTo>
                <a:lnTo>
                  <a:pt x="894221" y="1792681"/>
                </a:lnTo>
                <a:lnTo>
                  <a:pt x="887832" y="1787601"/>
                </a:lnTo>
                <a:close/>
              </a:path>
              <a:path w="5142230" h="2300604">
                <a:moveTo>
                  <a:pt x="366737" y="1417161"/>
                </a:moveTo>
                <a:lnTo>
                  <a:pt x="360760" y="1410763"/>
                </a:lnTo>
                <a:lnTo>
                  <a:pt x="360283" y="1402726"/>
                </a:lnTo>
                <a:lnTo>
                  <a:pt x="369723" y="1390447"/>
                </a:lnTo>
                <a:lnTo>
                  <a:pt x="379017" y="1389253"/>
                </a:lnTo>
                <a:lnTo>
                  <a:pt x="391990" y="1399231"/>
                </a:lnTo>
                <a:lnTo>
                  <a:pt x="393180" y="1408520"/>
                </a:lnTo>
                <a:lnTo>
                  <a:pt x="388150" y="1414962"/>
                </a:lnTo>
                <a:lnTo>
                  <a:pt x="383161" y="1421449"/>
                </a:lnTo>
                <a:lnTo>
                  <a:pt x="373867" y="1422644"/>
                </a:lnTo>
                <a:lnTo>
                  <a:pt x="366737" y="1417161"/>
                </a:lnTo>
                <a:close/>
              </a:path>
              <a:path w="5142230" h="2300604">
                <a:moveTo>
                  <a:pt x="211981" y="1281028"/>
                </a:moveTo>
                <a:lnTo>
                  <a:pt x="200688" y="1268939"/>
                </a:lnTo>
                <a:lnTo>
                  <a:pt x="200952" y="1259838"/>
                </a:lnTo>
                <a:lnTo>
                  <a:pt x="206761" y="1254229"/>
                </a:lnTo>
                <a:lnTo>
                  <a:pt x="212713" y="1248568"/>
                </a:lnTo>
                <a:lnTo>
                  <a:pt x="222146" y="1248794"/>
                </a:lnTo>
                <a:lnTo>
                  <a:pt x="227663" y="1254699"/>
                </a:lnTo>
                <a:lnTo>
                  <a:pt x="233318" y="1260557"/>
                </a:lnTo>
                <a:lnTo>
                  <a:pt x="233140" y="1269946"/>
                </a:lnTo>
                <a:lnTo>
                  <a:pt x="226944" y="1275834"/>
                </a:lnTo>
                <a:lnTo>
                  <a:pt x="221321" y="1281251"/>
                </a:lnTo>
                <a:lnTo>
                  <a:pt x="211981" y="1281028"/>
                </a:lnTo>
                <a:close/>
              </a:path>
              <a:path w="5142230" h="2300604">
                <a:moveTo>
                  <a:pt x="1188171" y="2094649"/>
                </a:moveTo>
                <a:lnTo>
                  <a:pt x="1181639" y="2087658"/>
                </a:lnTo>
                <a:lnTo>
                  <a:pt x="1177059" y="2080888"/>
                </a:lnTo>
                <a:lnTo>
                  <a:pt x="1178832" y="2071652"/>
                </a:lnTo>
                <a:lnTo>
                  <a:pt x="1192368" y="2062487"/>
                </a:lnTo>
                <a:lnTo>
                  <a:pt x="1201518" y="2064257"/>
                </a:lnTo>
                <a:lnTo>
                  <a:pt x="1210688" y="2077788"/>
                </a:lnTo>
                <a:lnTo>
                  <a:pt x="1208954" y="2086977"/>
                </a:lnTo>
                <a:lnTo>
                  <a:pt x="1202194" y="2091567"/>
                </a:lnTo>
                <a:lnTo>
                  <a:pt x="1196059" y="2095655"/>
                </a:lnTo>
                <a:lnTo>
                  <a:pt x="1188171" y="2094649"/>
                </a:lnTo>
                <a:close/>
              </a:path>
              <a:path w="5142230" h="2300604">
                <a:moveTo>
                  <a:pt x="1256204" y="2217709"/>
                </a:moveTo>
                <a:lnTo>
                  <a:pt x="1250915" y="2212048"/>
                </a:lnTo>
                <a:lnTo>
                  <a:pt x="1250066" y="2210650"/>
                </a:lnTo>
                <a:lnTo>
                  <a:pt x="1249317" y="2209066"/>
                </a:lnTo>
                <a:lnTo>
                  <a:pt x="1246083" y="2201596"/>
                </a:lnTo>
                <a:lnTo>
                  <a:pt x="1249444" y="2192878"/>
                </a:lnTo>
                <a:lnTo>
                  <a:pt x="1256972" y="2189598"/>
                </a:lnTo>
                <a:lnTo>
                  <a:pt x="1264401" y="2186310"/>
                </a:lnTo>
                <a:lnTo>
                  <a:pt x="1273151" y="2189724"/>
                </a:lnTo>
                <a:lnTo>
                  <a:pt x="1279733" y="2204677"/>
                </a:lnTo>
                <a:lnTo>
                  <a:pt x="1276309" y="2213436"/>
                </a:lnTo>
                <a:lnTo>
                  <a:pt x="1268839" y="2216671"/>
                </a:lnTo>
                <a:lnTo>
                  <a:pt x="1262900" y="2219306"/>
                </a:lnTo>
                <a:lnTo>
                  <a:pt x="1256204" y="2217709"/>
                </a:lnTo>
                <a:close/>
              </a:path>
              <a:path w="5142230" h="2300604">
                <a:moveTo>
                  <a:pt x="164380" y="1227717"/>
                </a:moveTo>
                <a:lnTo>
                  <a:pt x="158405" y="1221320"/>
                </a:lnTo>
                <a:lnTo>
                  <a:pt x="153194" y="1215058"/>
                </a:lnTo>
                <a:lnTo>
                  <a:pt x="154078" y="1205740"/>
                </a:lnTo>
                <a:lnTo>
                  <a:pt x="160345" y="1200525"/>
                </a:lnTo>
                <a:lnTo>
                  <a:pt x="165258" y="1196497"/>
                </a:lnTo>
                <a:lnTo>
                  <a:pt x="166654" y="1195353"/>
                </a:lnTo>
                <a:lnTo>
                  <a:pt x="175976" y="1196241"/>
                </a:lnTo>
                <a:lnTo>
                  <a:pt x="186407" y="1208776"/>
                </a:lnTo>
                <a:lnTo>
                  <a:pt x="185475" y="1218139"/>
                </a:lnTo>
                <a:lnTo>
                  <a:pt x="174315" y="1227404"/>
                </a:lnTo>
                <a:lnTo>
                  <a:pt x="173184" y="1228343"/>
                </a:lnTo>
                <a:lnTo>
                  <a:pt x="164380" y="1227717"/>
                </a:lnTo>
                <a:close/>
              </a:path>
              <a:path w="5142230" h="2300604">
                <a:moveTo>
                  <a:pt x="1224923" y="2154606"/>
                </a:moveTo>
                <a:lnTo>
                  <a:pt x="1219593" y="2148901"/>
                </a:lnTo>
                <a:lnTo>
                  <a:pt x="1218924" y="2147892"/>
                </a:lnTo>
                <a:lnTo>
                  <a:pt x="1214329" y="2139757"/>
                </a:lnTo>
                <a:lnTo>
                  <a:pt x="1216865" y="2130732"/>
                </a:lnTo>
                <a:lnTo>
                  <a:pt x="1223988" y="2126725"/>
                </a:lnTo>
                <a:lnTo>
                  <a:pt x="1231152" y="2122772"/>
                </a:lnTo>
                <a:lnTo>
                  <a:pt x="1240182" y="2125294"/>
                </a:lnTo>
                <a:lnTo>
                  <a:pt x="1248101" y="2139537"/>
                </a:lnTo>
                <a:lnTo>
                  <a:pt x="1245570" y="2148558"/>
                </a:lnTo>
                <a:lnTo>
                  <a:pt x="1238442" y="2152569"/>
                </a:lnTo>
                <a:lnTo>
                  <a:pt x="1232383" y="2155946"/>
                </a:lnTo>
                <a:lnTo>
                  <a:pt x="1224923" y="2154606"/>
                </a:lnTo>
                <a:close/>
              </a:path>
              <a:path w="5142230" h="2300604">
                <a:moveTo>
                  <a:pt x="1146238" y="2037827"/>
                </a:moveTo>
                <a:lnTo>
                  <a:pt x="1140226" y="2031390"/>
                </a:lnTo>
                <a:lnTo>
                  <a:pt x="1135156" y="2024986"/>
                </a:lnTo>
                <a:lnTo>
                  <a:pt x="1136228" y="2015675"/>
                </a:lnTo>
                <a:lnTo>
                  <a:pt x="1142633" y="2010606"/>
                </a:lnTo>
                <a:lnTo>
                  <a:pt x="1148986" y="2005492"/>
                </a:lnTo>
                <a:lnTo>
                  <a:pt x="1158298" y="2006555"/>
                </a:lnTo>
                <a:lnTo>
                  <a:pt x="1168436" y="2019373"/>
                </a:lnTo>
                <a:lnTo>
                  <a:pt x="1167369" y="2028679"/>
                </a:lnTo>
                <a:lnTo>
                  <a:pt x="1160955" y="2033748"/>
                </a:lnTo>
                <a:lnTo>
                  <a:pt x="1154899" y="2038594"/>
                </a:lnTo>
                <a:lnTo>
                  <a:pt x="1146238" y="2037827"/>
                </a:lnTo>
                <a:close/>
              </a:path>
              <a:path w="5142230" h="2300604">
                <a:moveTo>
                  <a:pt x="1046378" y="1927215"/>
                </a:moveTo>
                <a:lnTo>
                  <a:pt x="1040639" y="1921071"/>
                </a:lnTo>
                <a:lnTo>
                  <a:pt x="1040708" y="1911966"/>
                </a:lnTo>
                <a:lnTo>
                  <a:pt x="1046382" y="1906301"/>
                </a:lnTo>
                <a:lnTo>
                  <a:pt x="1052098" y="1900495"/>
                </a:lnTo>
                <a:lnTo>
                  <a:pt x="1061493" y="1900484"/>
                </a:lnTo>
                <a:lnTo>
                  <a:pt x="1073046" y="1911981"/>
                </a:lnTo>
                <a:lnTo>
                  <a:pt x="1073110" y="1921326"/>
                </a:lnTo>
                <a:lnTo>
                  <a:pt x="1067336" y="1927168"/>
                </a:lnTo>
                <a:lnTo>
                  <a:pt x="1061570" y="1932920"/>
                </a:lnTo>
                <a:lnTo>
                  <a:pt x="1052225" y="1932984"/>
                </a:lnTo>
                <a:lnTo>
                  <a:pt x="1046378" y="1927215"/>
                </a:lnTo>
                <a:close/>
              </a:path>
              <a:path w="5142230" h="2300604">
                <a:moveTo>
                  <a:pt x="256862" y="1324761"/>
                </a:moveTo>
                <a:lnTo>
                  <a:pt x="251619" y="1319149"/>
                </a:lnTo>
                <a:lnTo>
                  <a:pt x="251495" y="1310316"/>
                </a:lnTo>
                <a:lnTo>
                  <a:pt x="256835" y="1304606"/>
                </a:lnTo>
                <a:lnTo>
                  <a:pt x="262379" y="1298606"/>
                </a:lnTo>
                <a:lnTo>
                  <a:pt x="271733" y="1298258"/>
                </a:lnTo>
                <a:lnTo>
                  <a:pt x="283725" y="1309345"/>
                </a:lnTo>
                <a:lnTo>
                  <a:pt x="284067" y="1318695"/>
                </a:lnTo>
                <a:lnTo>
                  <a:pt x="272994" y="1330692"/>
                </a:lnTo>
                <a:lnTo>
                  <a:pt x="263635" y="1331034"/>
                </a:lnTo>
                <a:lnTo>
                  <a:pt x="256862" y="1324761"/>
                </a:lnTo>
                <a:close/>
              </a:path>
              <a:path w="5142230" h="2300604">
                <a:moveTo>
                  <a:pt x="79106" y="659234"/>
                </a:moveTo>
                <a:lnTo>
                  <a:pt x="74054" y="653827"/>
                </a:lnTo>
                <a:lnTo>
                  <a:pt x="72850" y="651756"/>
                </a:lnTo>
                <a:lnTo>
                  <a:pt x="70262" y="641655"/>
                </a:lnTo>
                <a:lnTo>
                  <a:pt x="74829" y="633836"/>
                </a:lnTo>
                <a:lnTo>
                  <a:pt x="82545" y="631833"/>
                </a:lnTo>
                <a:lnTo>
                  <a:pt x="90208" y="629870"/>
                </a:lnTo>
                <a:lnTo>
                  <a:pt x="98036" y="634437"/>
                </a:lnTo>
                <a:lnTo>
                  <a:pt x="101997" y="649821"/>
                </a:lnTo>
                <a:lnTo>
                  <a:pt x="97435" y="657644"/>
                </a:lnTo>
                <a:lnTo>
                  <a:pt x="84431" y="661025"/>
                </a:lnTo>
                <a:lnTo>
                  <a:pt x="79106" y="659234"/>
                </a:lnTo>
                <a:close/>
              </a:path>
              <a:path w="5142230" h="2300604">
                <a:moveTo>
                  <a:pt x="349840" y="1143662"/>
                </a:moveTo>
                <a:lnTo>
                  <a:pt x="343964" y="1137371"/>
                </a:lnTo>
                <a:lnTo>
                  <a:pt x="343827" y="1128926"/>
                </a:lnTo>
                <a:lnTo>
                  <a:pt x="348883" y="1123381"/>
                </a:lnTo>
                <a:lnTo>
                  <a:pt x="354275" y="1117522"/>
                </a:lnTo>
                <a:lnTo>
                  <a:pt x="363355" y="1117075"/>
                </a:lnTo>
                <a:lnTo>
                  <a:pt x="375076" y="1127766"/>
                </a:lnTo>
                <a:lnTo>
                  <a:pt x="375523" y="1136846"/>
                </a:lnTo>
                <a:lnTo>
                  <a:pt x="370130" y="1142705"/>
                </a:lnTo>
                <a:lnTo>
                  <a:pt x="364832" y="1148567"/>
                </a:lnTo>
                <a:lnTo>
                  <a:pt x="355743" y="1149013"/>
                </a:lnTo>
                <a:lnTo>
                  <a:pt x="349840" y="1143662"/>
                </a:lnTo>
                <a:close/>
              </a:path>
              <a:path w="5142230" h="2300604">
                <a:moveTo>
                  <a:pt x="404434" y="1190374"/>
                </a:moveTo>
                <a:lnTo>
                  <a:pt x="398132" y="1183627"/>
                </a:lnTo>
                <a:lnTo>
                  <a:pt x="397750" y="1175790"/>
                </a:lnTo>
                <a:lnTo>
                  <a:pt x="402243" y="1170141"/>
                </a:lnTo>
                <a:lnTo>
                  <a:pt x="407268" y="1163986"/>
                </a:lnTo>
                <a:lnTo>
                  <a:pt x="416313" y="1163014"/>
                </a:lnTo>
                <a:lnTo>
                  <a:pt x="428680" y="1172929"/>
                </a:lnTo>
                <a:lnTo>
                  <a:pt x="429647" y="1181979"/>
                </a:lnTo>
                <a:lnTo>
                  <a:pt x="424667" y="1188183"/>
                </a:lnTo>
                <a:lnTo>
                  <a:pt x="419638" y="1194333"/>
                </a:lnTo>
                <a:lnTo>
                  <a:pt x="410638" y="1195353"/>
                </a:lnTo>
                <a:lnTo>
                  <a:pt x="404434" y="1190374"/>
                </a:lnTo>
                <a:close/>
              </a:path>
              <a:path w="5142230" h="2300604">
                <a:moveTo>
                  <a:pt x="1610909" y="2133801"/>
                </a:moveTo>
                <a:lnTo>
                  <a:pt x="1605811" y="2128344"/>
                </a:lnTo>
                <a:lnTo>
                  <a:pt x="1604733" y="2126603"/>
                </a:lnTo>
                <a:lnTo>
                  <a:pt x="1601516" y="2117099"/>
                </a:lnTo>
                <a:lnTo>
                  <a:pt x="1605575" y="2108933"/>
                </a:lnTo>
                <a:lnTo>
                  <a:pt x="1613073" y="2106403"/>
                </a:lnTo>
                <a:lnTo>
                  <a:pt x="1620615" y="2103822"/>
                </a:lnTo>
                <a:lnTo>
                  <a:pt x="1628786" y="2107877"/>
                </a:lnTo>
                <a:lnTo>
                  <a:pt x="1633851" y="2122878"/>
                </a:lnTo>
                <a:lnTo>
                  <a:pt x="1629796" y="2131049"/>
                </a:lnTo>
                <a:lnTo>
                  <a:pt x="1616753" y="2135463"/>
                </a:lnTo>
                <a:lnTo>
                  <a:pt x="1610909" y="2133801"/>
                </a:lnTo>
                <a:close/>
              </a:path>
              <a:path w="5142230" h="2300604">
                <a:moveTo>
                  <a:pt x="303766" y="1099326"/>
                </a:moveTo>
                <a:lnTo>
                  <a:pt x="292788" y="1087574"/>
                </a:lnTo>
                <a:lnTo>
                  <a:pt x="292996" y="1078707"/>
                </a:lnTo>
                <a:lnTo>
                  <a:pt x="298654" y="1073239"/>
                </a:lnTo>
                <a:lnTo>
                  <a:pt x="304416" y="1067765"/>
                </a:lnTo>
                <a:lnTo>
                  <a:pt x="313619" y="1067940"/>
                </a:lnTo>
                <a:lnTo>
                  <a:pt x="318991" y="1073690"/>
                </a:lnTo>
                <a:lnTo>
                  <a:pt x="324463" y="1079353"/>
                </a:lnTo>
                <a:lnTo>
                  <a:pt x="324290" y="1088463"/>
                </a:lnTo>
                <a:lnTo>
                  <a:pt x="318291" y="1094260"/>
                </a:lnTo>
                <a:lnTo>
                  <a:pt x="312872" y="1099495"/>
                </a:lnTo>
                <a:lnTo>
                  <a:pt x="303766" y="1099326"/>
                </a:lnTo>
                <a:close/>
              </a:path>
              <a:path w="5142230" h="2300604">
                <a:moveTo>
                  <a:pt x="1552720" y="2005728"/>
                </a:moveTo>
                <a:lnTo>
                  <a:pt x="1547527" y="2000169"/>
                </a:lnTo>
                <a:lnTo>
                  <a:pt x="1546896" y="1999298"/>
                </a:lnTo>
                <a:lnTo>
                  <a:pt x="1546313" y="1998381"/>
                </a:lnTo>
                <a:lnTo>
                  <a:pt x="1542346" y="1991495"/>
                </a:lnTo>
                <a:lnTo>
                  <a:pt x="1544628" y="1982697"/>
                </a:lnTo>
                <a:lnTo>
                  <a:pt x="1551514" y="1978730"/>
                </a:lnTo>
                <a:lnTo>
                  <a:pt x="1558350" y="1974709"/>
                </a:lnTo>
                <a:lnTo>
                  <a:pt x="1567153" y="1976996"/>
                </a:lnTo>
                <a:lnTo>
                  <a:pt x="1575136" y="1990723"/>
                </a:lnTo>
                <a:lnTo>
                  <a:pt x="1572854" y="1999520"/>
                </a:lnTo>
                <a:lnTo>
                  <a:pt x="1566013" y="2003536"/>
                </a:lnTo>
                <a:lnTo>
                  <a:pt x="1560085" y="2006965"/>
                </a:lnTo>
                <a:lnTo>
                  <a:pt x="1552720" y="2005728"/>
                </a:lnTo>
                <a:close/>
              </a:path>
              <a:path w="5142230" h="2300604">
                <a:moveTo>
                  <a:pt x="121260" y="795264"/>
                </a:moveTo>
                <a:lnTo>
                  <a:pt x="116163" y="789808"/>
                </a:lnTo>
                <a:lnTo>
                  <a:pt x="115132" y="788215"/>
                </a:lnTo>
                <a:lnTo>
                  <a:pt x="114487" y="786351"/>
                </a:lnTo>
                <a:lnTo>
                  <a:pt x="111715" y="778888"/>
                </a:lnTo>
                <a:lnTo>
                  <a:pt x="115589" y="770621"/>
                </a:lnTo>
                <a:lnTo>
                  <a:pt x="122999" y="767899"/>
                </a:lnTo>
                <a:lnTo>
                  <a:pt x="130503" y="765180"/>
                </a:lnTo>
                <a:lnTo>
                  <a:pt x="138729" y="769001"/>
                </a:lnTo>
                <a:lnTo>
                  <a:pt x="144170" y="783916"/>
                </a:lnTo>
                <a:lnTo>
                  <a:pt x="140345" y="792146"/>
                </a:lnTo>
                <a:lnTo>
                  <a:pt x="132891" y="794909"/>
                </a:lnTo>
                <a:lnTo>
                  <a:pt x="127293" y="796942"/>
                </a:lnTo>
                <a:lnTo>
                  <a:pt x="121260" y="795264"/>
                </a:lnTo>
                <a:close/>
              </a:path>
              <a:path w="5142230" h="2300604">
                <a:moveTo>
                  <a:pt x="1585102" y="2068250"/>
                </a:moveTo>
                <a:lnTo>
                  <a:pt x="1579955" y="2062740"/>
                </a:lnTo>
                <a:lnTo>
                  <a:pt x="1579094" y="2061526"/>
                </a:lnTo>
                <a:lnTo>
                  <a:pt x="1578441" y="2060044"/>
                </a:lnTo>
                <a:lnTo>
                  <a:pt x="1575098" y="2052849"/>
                </a:lnTo>
                <a:lnTo>
                  <a:pt x="1578269" y="2044318"/>
                </a:lnTo>
                <a:lnTo>
                  <a:pt x="1585505" y="2041019"/>
                </a:lnTo>
                <a:lnTo>
                  <a:pt x="1592705" y="2037681"/>
                </a:lnTo>
                <a:lnTo>
                  <a:pt x="1601232" y="2040846"/>
                </a:lnTo>
                <a:lnTo>
                  <a:pt x="1607873" y="2055287"/>
                </a:lnTo>
                <a:lnTo>
                  <a:pt x="1604699" y="2063813"/>
                </a:lnTo>
                <a:lnTo>
                  <a:pt x="1597458" y="2067108"/>
                </a:lnTo>
                <a:lnTo>
                  <a:pt x="1591707" y="2069749"/>
                </a:lnTo>
                <a:lnTo>
                  <a:pt x="1585102" y="2068250"/>
                </a:lnTo>
                <a:close/>
              </a:path>
              <a:path w="5142230" h="2300604">
                <a:moveTo>
                  <a:pt x="460023" y="1232678"/>
                </a:moveTo>
                <a:lnTo>
                  <a:pt x="454785" y="1227070"/>
                </a:lnTo>
                <a:lnTo>
                  <a:pt x="454196" y="1219402"/>
                </a:lnTo>
                <a:lnTo>
                  <a:pt x="462916" y="1207330"/>
                </a:lnTo>
                <a:lnTo>
                  <a:pt x="471888" y="1205889"/>
                </a:lnTo>
                <a:lnTo>
                  <a:pt x="484790" y="1215203"/>
                </a:lnTo>
                <a:lnTo>
                  <a:pt x="486231" y="1224175"/>
                </a:lnTo>
                <a:lnTo>
                  <a:pt x="481569" y="1230621"/>
                </a:lnTo>
                <a:lnTo>
                  <a:pt x="476871" y="1237028"/>
                </a:lnTo>
                <a:lnTo>
                  <a:pt x="467895" y="1238464"/>
                </a:lnTo>
                <a:lnTo>
                  <a:pt x="461494" y="1233861"/>
                </a:lnTo>
                <a:lnTo>
                  <a:pt x="460023" y="1232678"/>
                </a:lnTo>
                <a:close/>
              </a:path>
              <a:path w="5142230" h="2300604">
                <a:moveTo>
                  <a:pt x="1471413" y="1890833"/>
                </a:moveTo>
                <a:lnTo>
                  <a:pt x="1465719" y="1884738"/>
                </a:lnTo>
                <a:lnTo>
                  <a:pt x="1460641" y="1878715"/>
                </a:lnTo>
                <a:lnTo>
                  <a:pt x="1461375" y="1869629"/>
                </a:lnTo>
                <a:lnTo>
                  <a:pt x="1472404" y="1860321"/>
                </a:lnTo>
                <a:lnTo>
                  <a:pt x="1473527" y="1859373"/>
                </a:lnTo>
                <a:lnTo>
                  <a:pt x="1482564" y="1860153"/>
                </a:lnTo>
                <a:lnTo>
                  <a:pt x="1492816" y="1872300"/>
                </a:lnTo>
                <a:lnTo>
                  <a:pt x="1492041" y="1881342"/>
                </a:lnTo>
                <a:lnTo>
                  <a:pt x="1481001" y="1890637"/>
                </a:lnTo>
                <a:lnTo>
                  <a:pt x="1480079" y="1891411"/>
                </a:lnTo>
                <a:lnTo>
                  <a:pt x="1471413" y="1890833"/>
                </a:lnTo>
                <a:close/>
              </a:path>
              <a:path w="5142230" h="2300604">
                <a:moveTo>
                  <a:pt x="764923" y="1415182"/>
                </a:moveTo>
                <a:lnTo>
                  <a:pt x="759776" y="1409672"/>
                </a:lnTo>
                <a:lnTo>
                  <a:pt x="758725" y="1403074"/>
                </a:lnTo>
                <a:lnTo>
                  <a:pt x="761604" y="1397554"/>
                </a:lnTo>
                <a:lnTo>
                  <a:pt x="765338" y="1390506"/>
                </a:lnTo>
                <a:lnTo>
                  <a:pt x="773974" y="1387825"/>
                </a:lnTo>
                <a:lnTo>
                  <a:pt x="788029" y="1395149"/>
                </a:lnTo>
                <a:lnTo>
                  <a:pt x="790755" y="1403834"/>
                </a:lnTo>
                <a:lnTo>
                  <a:pt x="787111" y="1410881"/>
                </a:lnTo>
                <a:lnTo>
                  <a:pt x="783382" y="1417935"/>
                </a:lnTo>
                <a:lnTo>
                  <a:pt x="774746" y="1420615"/>
                </a:lnTo>
                <a:lnTo>
                  <a:pt x="767694" y="1416976"/>
                </a:lnTo>
                <a:lnTo>
                  <a:pt x="766206" y="1416165"/>
                </a:lnTo>
                <a:lnTo>
                  <a:pt x="764923" y="1415182"/>
                </a:lnTo>
                <a:close/>
              </a:path>
              <a:path w="5142230" h="2300604">
                <a:moveTo>
                  <a:pt x="256492" y="1045602"/>
                </a:moveTo>
                <a:lnTo>
                  <a:pt x="250571" y="1039264"/>
                </a:lnTo>
                <a:lnTo>
                  <a:pt x="245684" y="1033045"/>
                </a:lnTo>
                <a:lnTo>
                  <a:pt x="246751" y="1024022"/>
                </a:lnTo>
                <a:lnTo>
                  <a:pt x="252910" y="1019081"/>
                </a:lnTo>
                <a:lnTo>
                  <a:pt x="259173" y="1014153"/>
                </a:lnTo>
                <a:lnTo>
                  <a:pt x="268201" y="1015216"/>
                </a:lnTo>
                <a:lnTo>
                  <a:pt x="278021" y="1027683"/>
                </a:lnTo>
                <a:lnTo>
                  <a:pt x="276958" y="1036711"/>
                </a:lnTo>
                <a:lnTo>
                  <a:pt x="270795" y="1041647"/>
                </a:lnTo>
                <a:lnTo>
                  <a:pt x="264829" y="1046306"/>
                </a:lnTo>
                <a:lnTo>
                  <a:pt x="256492" y="1045602"/>
                </a:lnTo>
                <a:close/>
              </a:path>
              <a:path w="5142230" h="2300604">
                <a:moveTo>
                  <a:pt x="640049" y="1347194"/>
                </a:moveTo>
                <a:lnTo>
                  <a:pt x="634907" y="1341689"/>
                </a:lnTo>
                <a:lnTo>
                  <a:pt x="633907" y="1334852"/>
                </a:lnTo>
                <a:lnTo>
                  <a:pt x="637122" y="1329301"/>
                </a:lnTo>
                <a:lnTo>
                  <a:pt x="641041" y="1322353"/>
                </a:lnTo>
                <a:lnTo>
                  <a:pt x="649803" y="1320003"/>
                </a:lnTo>
                <a:lnTo>
                  <a:pt x="656710" y="1323878"/>
                </a:lnTo>
                <a:lnTo>
                  <a:pt x="663610" y="1327842"/>
                </a:lnTo>
                <a:lnTo>
                  <a:pt x="666004" y="1336563"/>
                </a:lnTo>
                <a:lnTo>
                  <a:pt x="662085" y="1343511"/>
                </a:lnTo>
                <a:lnTo>
                  <a:pt x="658169" y="1350365"/>
                </a:lnTo>
                <a:lnTo>
                  <a:pt x="649400" y="1352804"/>
                </a:lnTo>
                <a:lnTo>
                  <a:pt x="642495" y="1348845"/>
                </a:lnTo>
                <a:lnTo>
                  <a:pt x="641202" y="1348135"/>
                </a:lnTo>
                <a:lnTo>
                  <a:pt x="640049" y="1347194"/>
                </a:lnTo>
                <a:close/>
              </a:path>
              <a:path w="5142230" h="2300604">
                <a:moveTo>
                  <a:pt x="1200231" y="1655473"/>
                </a:moveTo>
                <a:lnTo>
                  <a:pt x="1194203" y="1649020"/>
                </a:lnTo>
                <a:lnTo>
                  <a:pt x="1193425" y="1641833"/>
                </a:lnTo>
                <a:lnTo>
                  <a:pt x="1197204" y="1636202"/>
                </a:lnTo>
                <a:lnTo>
                  <a:pt x="1201585" y="1629553"/>
                </a:lnTo>
                <a:lnTo>
                  <a:pt x="1210521" y="1627780"/>
                </a:lnTo>
                <a:lnTo>
                  <a:pt x="1223725" y="1636539"/>
                </a:lnTo>
                <a:lnTo>
                  <a:pt x="1225498" y="1645474"/>
                </a:lnTo>
                <a:lnTo>
                  <a:pt x="1221166" y="1652078"/>
                </a:lnTo>
                <a:lnTo>
                  <a:pt x="1216740" y="1658678"/>
                </a:lnTo>
                <a:lnTo>
                  <a:pt x="1207849" y="1660500"/>
                </a:lnTo>
                <a:lnTo>
                  <a:pt x="1200231" y="1655473"/>
                </a:lnTo>
                <a:close/>
              </a:path>
              <a:path w="5142230" h="2300604">
                <a:moveTo>
                  <a:pt x="578728" y="1311168"/>
                </a:moveTo>
                <a:lnTo>
                  <a:pt x="573581" y="1305658"/>
                </a:lnTo>
                <a:lnTo>
                  <a:pt x="572685" y="1298551"/>
                </a:lnTo>
                <a:lnTo>
                  <a:pt x="576165" y="1292892"/>
                </a:lnTo>
                <a:lnTo>
                  <a:pt x="580188" y="1286144"/>
                </a:lnTo>
                <a:lnTo>
                  <a:pt x="588817" y="1284052"/>
                </a:lnTo>
                <a:lnTo>
                  <a:pt x="589047" y="1283996"/>
                </a:lnTo>
                <a:lnTo>
                  <a:pt x="602599" y="1292247"/>
                </a:lnTo>
                <a:lnTo>
                  <a:pt x="604747" y="1301105"/>
                </a:lnTo>
                <a:lnTo>
                  <a:pt x="600651" y="1307854"/>
                </a:lnTo>
                <a:lnTo>
                  <a:pt x="596492" y="1314652"/>
                </a:lnTo>
                <a:lnTo>
                  <a:pt x="587742" y="1316809"/>
                </a:lnTo>
                <a:lnTo>
                  <a:pt x="580894" y="1312705"/>
                </a:lnTo>
                <a:lnTo>
                  <a:pt x="579780" y="1312001"/>
                </a:lnTo>
                <a:lnTo>
                  <a:pt x="578728" y="1311168"/>
                </a:lnTo>
                <a:close/>
              </a:path>
              <a:path w="5142230" h="2300604">
                <a:moveTo>
                  <a:pt x="1139703" y="1616778"/>
                </a:moveTo>
                <a:lnTo>
                  <a:pt x="1134506" y="1611214"/>
                </a:lnTo>
                <a:lnTo>
                  <a:pt x="1133665" y="1604156"/>
                </a:lnTo>
                <a:lnTo>
                  <a:pt x="1137104" y="1598453"/>
                </a:lnTo>
                <a:lnTo>
                  <a:pt x="1141289" y="1591790"/>
                </a:lnTo>
                <a:lnTo>
                  <a:pt x="1149841" y="1589704"/>
                </a:lnTo>
                <a:lnTo>
                  <a:pt x="1150064" y="1589650"/>
                </a:lnTo>
                <a:lnTo>
                  <a:pt x="1163616" y="1597900"/>
                </a:lnTo>
                <a:lnTo>
                  <a:pt x="1165769" y="1606755"/>
                </a:lnTo>
                <a:lnTo>
                  <a:pt x="1161574" y="1613504"/>
                </a:lnTo>
                <a:lnTo>
                  <a:pt x="1157477" y="1620262"/>
                </a:lnTo>
                <a:lnTo>
                  <a:pt x="1148623" y="1622416"/>
                </a:lnTo>
                <a:lnTo>
                  <a:pt x="1141870" y="1618315"/>
                </a:lnTo>
                <a:lnTo>
                  <a:pt x="1140715" y="1617567"/>
                </a:lnTo>
                <a:lnTo>
                  <a:pt x="1139703" y="1616778"/>
                </a:lnTo>
                <a:close/>
              </a:path>
              <a:path w="5142230" h="2300604">
                <a:moveTo>
                  <a:pt x="1078660" y="1580756"/>
                </a:moveTo>
                <a:lnTo>
                  <a:pt x="1073558" y="1575295"/>
                </a:lnTo>
                <a:lnTo>
                  <a:pt x="1072518" y="1568414"/>
                </a:lnTo>
                <a:lnTo>
                  <a:pt x="1079693" y="1555959"/>
                </a:lnTo>
                <a:lnTo>
                  <a:pt x="1088462" y="1553519"/>
                </a:lnTo>
                <a:lnTo>
                  <a:pt x="1102216" y="1561399"/>
                </a:lnTo>
                <a:lnTo>
                  <a:pt x="1104655" y="1570169"/>
                </a:lnTo>
                <a:lnTo>
                  <a:pt x="1096726" y="1583968"/>
                </a:lnTo>
                <a:lnTo>
                  <a:pt x="1088001" y="1586357"/>
                </a:lnTo>
                <a:lnTo>
                  <a:pt x="1081057" y="1582443"/>
                </a:lnTo>
                <a:lnTo>
                  <a:pt x="1079808" y="1581692"/>
                </a:lnTo>
                <a:lnTo>
                  <a:pt x="1078660" y="1580756"/>
                </a:lnTo>
                <a:close/>
              </a:path>
              <a:path w="5142230" h="2300604">
                <a:moveTo>
                  <a:pt x="1257512" y="1695091"/>
                </a:moveTo>
                <a:lnTo>
                  <a:pt x="1252278" y="1689488"/>
                </a:lnTo>
                <a:lnTo>
                  <a:pt x="1251689" y="1681820"/>
                </a:lnTo>
                <a:lnTo>
                  <a:pt x="1255846" y="1676202"/>
                </a:lnTo>
                <a:lnTo>
                  <a:pt x="1260504" y="1669751"/>
                </a:lnTo>
                <a:lnTo>
                  <a:pt x="1269475" y="1668310"/>
                </a:lnTo>
                <a:lnTo>
                  <a:pt x="1282328" y="1677670"/>
                </a:lnTo>
                <a:lnTo>
                  <a:pt x="1283721" y="1686687"/>
                </a:lnTo>
                <a:lnTo>
                  <a:pt x="1279013" y="1693085"/>
                </a:lnTo>
                <a:lnTo>
                  <a:pt x="1274405" y="1699490"/>
                </a:lnTo>
                <a:lnTo>
                  <a:pt x="1265438" y="1700936"/>
                </a:lnTo>
                <a:lnTo>
                  <a:pt x="1258987" y="1696279"/>
                </a:lnTo>
                <a:lnTo>
                  <a:pt x="1257512" y="1695091"/>
                </a:lnTo>
                <a:close/>
              </a:path>
              <a:path w="5142230" h="2300604">
                <a:moveTo>
                  <a:pt x="1629704" y="2201719"/>
                </a:moveTo>
                <a:lnTo>
                  <a:pt x="1624644" y="2196301"/>
                </a:lnTo>
                <a:lnTo>
                  <a:pt x="1623351" y="2194039"/>
                </a:lnTo>
                <a:lnTo>
                  <a:pt x="1622778" y="2191470"/>
                </a:lnTo>
                <a:lnTo>
                  <a:pt x="1621111" y="2183723"/>
                </a:lnTo>
                <a:lnTo>
                  <a:pt x="1625948" y="2175999"/>
                </a:lnTo>
                <a:lnTo>
                  <a:pt x="1633705" y="2174332"/>
                </a:lnTo>
                <a:lnTo>
                  <a:pt x="1641456" y="2172561"/>
                </a:lnTo>
                <a:lnTo>
                  <a:pt x="1649131" y="2177453"/>
                </a:lnTo>
                <a:lnTo>
                  <a:pt x="1652613" y="2192910"/>
                </a:lnTo>
                <a:lnTo>
                  <a:pt x="1647725" y="2200581"/>
                </a:lnTo>
                <a:lnTo>
                  <a:pt x="1639974" y="2202352"/>
                </a:lnTo>
                <a:lnTo>
                  <a:pt x="1634832" y="2203494"/>
                </a:lnTo>
                <a:lnTo>
                  <a:pt x="1629704" y="2201719"/>
                </a:lnTo>
                <a:close/>
              </a:path>
              <a:path w="5142230" h="2300604">
                <a:moveTo>
                  <a:pt x="1368203" y="1784454"/>
                </a:moveTo>
                <a:lnTo>
                  <a:pt x="1362277" y="1778110"/>
                </a:lnTo>
                <a:lnTo>
                  <a:pt x="1362141" y="1769755"/>
                </a:lnTo>
                <a:lnTo>
                  <a:pt x="1367147" y="1764165"/>
                </a:lnTo>
                <a:lnTo>
                  <a:pt x="1372494" y="1758257"/>
                </a:lnTo>
                <a:lnTo>
                  <a:pt x="1381573" y="1757811"/>
                </a:lnTo>
                <a:lnTo>
                  <a:pt x="1393344" y="1768456"/>
                </a:lnTo>
                <a:lnTo>
                  <a:pt x="1393839" y="1777490"/>
                </a:lnTo>
                <a:lnTo>
                  <a:pt x="1383189" y="1789256"/>
                </a:lnTo>
                <a:lnTo>
                  <a:pt x="1374111" y="1789801"/>
                </a:lnTo>
                <a:lnTo>
                  <a:pt x="1368203" y="1784454"/>
                </a:lnTo>
                <a:close/>
              </a:path>
              <a:path w="5142230" h="2300604">
                <a:moveTo>
                  <a:pt x="215010" y="987404"/>
                </a:moveTo>
                <a:lnTo>
                  <a:pt x="209122" y="981102"/>
                </a:lnTo>
                <a:lnTo>
                  <a:pt x="208623" y="980372"/>
                </a:lnTo>
                <a:lnTo>
                  <a:pt x="204367" y="973665"/>
                </a:lnTo>
                <a:lnTo>
                  <a:pt x="206279" y="964765"/>
                </a:lnTo>
                <a:lnTo>
                  <a:pt x="212982" y="960504"/>
                </a:lnTo>
                <a:lnTo>
                  <a:pt x="219648" y="956203"/>
                </a:lnTo>
                <a:lnTo>
                  <a:pt x="228504" y="958157"/>
                </a:lnTo>
                <a:lnTo>
                  <a:pt x="237110" y="971485"/>
                </a:lnTo>
                <a:lnTo>
                  <a:pt x="235158" y="980430"/>
                </a:lnTo>
                <a:lnTo>
                  <a:pt x="228446" y="984682"/>
                </a:lnTo>
                <a:lnTo>
                  <a:pt x="222609" y="988501"/>
                </a:lnTo>
                <a:lnTo>
                  <a:pt x="215010" y="987404"/>
                </a:lnTo>
                <a:close/>
              </a:path>
              <a:path w="5142230" h="2300604">
                <a:moveTo>
                  <a:pt x="1314248" y="1738524"/>
                </a:moveTo>
                <a:lnTo>
                  <a:pt x="1308508" y="1732380"/>
                </a:lnTo>
                <a:lnTo>
                  <a:pt x="1308072" y="1724387"/>
                </a:lnTo>
                <a:lnTo>
                  <a:pt x="1312651" y="1718731"/>
                </a:lnTo>
                <a:lnTo>
                  <a:pt x="1317586" y="1712578"/>
                </a:lnTo>
                <a:lnTo>
                  <a:pt x="1326636" y="1711611"/>
                </a:lnTo>
                <a:lnTo>
                  <a:pt x="1338993" y="1721516"/>
                </a:lnTo>
                <a:lnTo>
                  <a:pt x="1339964" y="1730571"/>
                </a:lnTo>
                <a:lnTo>
                  <a:pt x="1330055" y="1742933"/>
                </a:lnTo>
                <a:lnTo>
                  <a:pt x="1321005" y="1743900"/>
                </a:lnTo>
                <a:lnTo>
                  <a:pt x="1314801" y="1738921"/>
                </a:lnTo>
                <a:lnTo>
                  <a:pt x="1314248" y="1738524"/>
                </a:lnTo>
                <a:close/>
              </a:path>
              <a:path w="5142230" h="2300604">
                <a:moveTo>
                  <a:pt x="178857" y="925734"/>
                </a:moveTo>
                <a:lnTo>
                  <a:pt x="173660" y="920170"/>
                </a:lnTo>
                <a:lnTo>
                  <a:pt x="172941" y="919117"/>
                </a:lnTo>
                <a:lnTo>
                  <a:pt x="168638" y="910982"/>
                </a:lnTo>
                <a:lnTo>
                  <a:pt x="171348" y="902251"/>
                </a:lnTo>
                <a:lnTo>
                  <a:pt x="185333" y="894838"/>
                </a:lnTo>
                <a:lnTo>
                  <a:pt x="194074" y="897548"/>
                </a:lnTo>
                <a:lnTo>
                  <a:pt x="201433" y="911584"/>
                </a:lnTo>
                <a:lnTo>
                  <a:pt x="198772" y="920279"/>
                </a:lnTo>
                <a:lnTo>
                  <a:pt x="185892" y="927106"/>
                </a:lnTo>
                <a:lnTo>
                  <a:pt x="178857" y="925734"/>
                </a:lnTo>
                <a:close/>
              </a:path>
              <a:path w="5142230" h="2300604">
                <a:moveTo>
                  <a:pt x="827963" y="1447868"/>
                </a:moveTo>
                <a:lnTo>
                  <a:pt x="822866" y="1442412"/>
                </a:lnTo>
                <a:lnTo>
                  <a:pt x="821767" y="1435859"/>
                </a:lnTo>
                <a:lnTo>
                  <a:pt x="824646" y="1430339"/>
                </a:lnTo>
                <a:lnTo>
                  <a:pt x="828240" y="1423239"/>
                </a:lnTo>
                <a:lnTo>
                  <a:pt x="836925" y="1420513"/>
                </a:lnTo>
                <a:lnTo>
                  <a:pt x="851029" y="1427791"/>
                </a:lnTo>
                <a:lnTo>
                  <a:pt x="853803" y="1436430"/>
                </a:lnTo>
                <a:lnTo>
                  <a:pt x="846520" y="1450530"/>
                </a:lnTo>
                <a:lnTo>
                  <a:pt x="838047" y="1453286"/>
                </a:lnTo>
                <a:lnTo>
                  <a:pt x="837837" y="1453355"/>
                </a:lnTo>
                <a:lnTo>
                  <a:pt x="830785" y="1449715"/>
                </a:lnTo>
                <a:lnTo>
                  <a:pt x="829297" y="1448905"/>
                </a:lnTo>
                <a:lnTo>
                  <a:pt x="827963" y="1447868"/>
                </a:lnTo>
                <a:close/>
              </a:path>
              <a:path w="5142230" h="2300604">
                <a:moveTo>
                  <a:pt x="1514708" y="1946563"/>
                </a:moveTo>
                <a:lnTo>
                  <a:pt x="1508501" y="1939918"/>
                </a:lnTo>
                <a:lnTo>
                  <a:pt x="1503911" y="1933441"/>
                </a:lnTo>
                <a:lnTo>
                  <a:pt x="1505440" y="1924424"/>
                </a:lnTo>
                <a:lnTo>
                  <a:pt x="1511879" y="1919879"/>
                </a:lnTo>
                <a:lnTo>
                  <a:pt x="1518316" y="1915236"/>
                </a:lnTo>
                <a:lnTo>
                  <a:pt x="1527328" y="1916770"/>
                </a:lnTo>
                <a:lnTo>
                  <a:pt x="1536561" y="1929685"/>
                </a:lnTo>
                <a:lnTo>
                  <a:pt x="1534986" y="1938653"/>
                </a:lnTo>
                <a:lnTo>
                  <a:pt x="1528499" y="1943243"/>
                </a:lnTo>
                <a:lnTo>
                  <a:pt x="1522600" y="1947484"/>
                </a:lnTo>
                <a:lnTo>
                  <a:pt x="1514708" y="1946563"/>
                </a:lnTo>
                <a:close/>
              </a:path>
              <a:path w="5142230" h="2300604">
                <a:moveTo>
                  <a:pt x="62488" y="590031"/>
                </a:moveTo>
                <a:lnTo>
                  <a:pt x="57432" y="584618"/>
                </a:lnTo>
                <a:lnTo>
                  <a:pt x="56185" y="582404"/>
                </a:lnTo>
                <a:lnTo>
                  <a:pt x="55615" y="579741"/>
                </a:lnTo>
                <a:lnTo>
                  <a:pt x="53894" y="572034"/>
                </a:lnTo>
                <a:lnTo>
                  <a:pt x="58782" y="564364"/>
                </a:lnTo>
                <a:lnTo>
                  <a:pt x="74289" y="560926"/>
                </a:lnTo>
                <a:lnTo>
                  <a:pt x="81960" y="565814"/>
                </a:lnTo>
                <a:lnTo>
                  <a:pt x="83632" y="573566"/>
                </a:lnTo>
                <a:lnTo>
                  <a:pt x="85398" y="581321"/>
                </a:lnTo>
                <a:lnTo>
                  <a:pt x="80510" y="588992"/>
                </a:lnTo>
                <a:lnTo>
                  <a:pt x="67567" y="591851"/>
                </a:lnTo>
                <a:lnTo>
                  <a:pt x="62488" y="590031"/>
                </a:lnTo>
                <a:close/>
              </a:path>
              <a:path w="5142230" h="2300604">
                <a:moveTo>
                  <a:pt x="891109" y="1480373"/>
                </a:moveTo>
                <a:lnTo>
                  <a:pt x="885967" y="1474868"/>
                </a:lnTo>
                <a:lnTo>
                  <a:pt x="884913" y="1468364"/>
                </a:lnTo>
                <a:lnTo>
                  <a:pt x="887742" y="1462791"/>
                </a:lnTo>
                <a:lnTo>
                  <a:pt x="891386" y="1455744"/>
                </a:lnTo>
                <a:lnTo>
                  <a:pt x="900066" y="1453013"/>
                </a:lnTo>
                <a:lnTo>
                  <a:pt x="914129" y="1460247"/>
                </a:lnTo>
                <a:lnTo>
                  <a:pt x="916949" y="1468936"/>
                </a:lnTo>
                <a:lnTo>
                  <a:pt x="909666" y="1483035"/>
                </a:lnTo>
                <a:lnTo>
                  <a:pt x="901127" y="1485721"/>
                </a:lnTo>
                <a:lnTo>
                  <a:pt x="900986" y="1485765"/>
                </a:lnTo>
                <a:lnTo>
                  <a:pt x="893881" y="1482167"/>
                </a:lnTo>
                <a:lnTo>
                  <a:pt x="892402" y="1481366"/>
                </a:lnTo>
                <a:lnTo>
                  <a:pt x="891109" y="1480373"/>
                </a:lnTo>
                <a:close/>
              </a:path>
              <a:path w="5142230" h="2300604">
                <a:moveTo>
                  <a:pt x="147857" y="861465"/>
                </a:moveTo>
                <a:lnTo>
                  <a:pt x="142709" y="855955"/>
                </a:lnTo>
                <a:lnTo>
                  <a:pt x="141811" y="854602"/>
                </a:lnTo>
                <a:lnTo>
                  <a:pt x="137952" y="845789"/>
                </a:lnTo>
                <a:lnTo>
                  <a:pt x="141267" y="837305"/>
                </a:lnTo>
                <a:lnTo>
                  <a:pt x="155833" y="831003"/>
                </a:lnTo>
                <a:lnTo>
                  <a:pt x="164313" y="834313"/>
                </a:lnTo>
                <a:lnTo>
                  <a:pt x="170664" y="848834"/>
                </a:lnTo>
                <a:lnTo>
                  <a:pt x="167349" y="857318"/>
                </a:lnTo>
                <a:lnTo>
                  <a:pt x="160071" y="860464"/>
                </a:lnTo>
                <a:lnTo>
                  <a:pt x="154363" y="862966"/>
                </a:lnTo>
                <a:lnTo>
                  <a:pt x="147857" y="861465"/>
                </a:lnTo>
                <a:close/>
              </a:path>
              <a:path w="5142230" h="2300604">
                <a:moveTo>
                  <a:pt x="1641169" y="2271271"/>
                </a:moveTo>
                <a:lnTo>
                  <a:pt x="1636159" y="2265907"/>
                </a:lnTo>
                <a:lnTo>
                  <a:pt x="1634791" y="2263076"/>
                </a:lnTo>
                <a:lnTo>
                  <a:pt x="1633466" y="2252078"/>
                </a:lnTo>
                <a:lnTo>
                  <a:pt x="1639138" y="2244953"/>
                </a:lnTo>
                <a:lnTo>
                  <a:pt x="1647007" y="2243994"/>
                </a:lnTo>
                <a:lnTo>
                  <a:pt x="1654922" y="2243083"/>
                </a:lnTo>
                <a:lnTo>
                  <a:pt x="1662042" y="2248750"/>
                </a:lnTo>
                <a:lnTo>
                  <a:pt x="1662912" y="2256621"/>
                </a:lnTo>
                <a:lnTo>
                  <a:pt x="1663872" y="2264490"/>
                </a:lnTo>
                <a:lnTo>
                  <a:pt x="1658200" y="2271615"/>
                </a:lnTo>
                <a:lnTo>
                  <a:pt x="1650331" y="2272574"/>
                </a:lnTo>
                <a:lnTo>
                  <a:pt x="1645593" y="2273074"/>
                </a:lnTo>
                <a:lnTo>
                  <a:pt x="1641169" y="2271271"/>
                </a:lnTo>
                <a:close/>
              </a:path>
              <a:path w="5142230" h="2300604">
                <a:moveTo>
                  <a:pt x="1418673" y="1832910"/>
                </a:moveTo>
                <a:lnTo>
                  <a:pt x="1413207" y="1827059"/>
                </a:lnTo>
                <a:lnTo>
                  <a:pt x="1413364" y="1818137"/>
                </a:lnTo>
                <a:lnTo>
                  <a:pt x="1418937" y="1812666"/>
                </a:lnTo>
                <a:lnTo>
                  <a:pt x="1419417" y="1812202"/>
                </a:lnTo>
                <a:lnTo>
                  <a:pt x="1424648" y="1807148"/>
                </a:lnTo>
                <a:lnTo>
                  <a:pt x="1433757" y="1807222"/>
                </a:lnTo>
                <a:lnTo>
                  <a:pt x="1444838" y="1818594"/>
                </a:lnTo>
                <a:lnTo>
                  <a:pt x="1444768" y="1827708"/>
                </a:lnTo>
                <a:lnTo>
                  <a:pt x="1444288" y="1828172"/>
                </a:lnTo>
                <a:lnTo>
                  <a:pt x="1439057" y="1833226"/>
                </a:lnTo>
                <a:lnTo>
                  <a:pt x="1433386" y="1838788"/>
                </a:lnTo>
                <a:lnTo>
                  <a:pt x="1424236" y="1838670"/>
                </a:lnTo>
                <a:lnTo>
                  <a:pt x="1418673" y="1832910"/>
                </a:lnTo>
                <a:close/>
              </a:path>
              <a:path w="5142230" h="2300604">
                <a:moveTo>
                  <a:pt x="1016710" y="1546403"/>
                </a:moveTo>
                <a:lnTo>
                  <a:pt x="1011563" y="1540893"/>
                </a:lnTo>
                <a:lnTo>
                  <a:pt x="1010516" y="1534201"/>
                </a:lnTo>
                <a:lnTo>
                  <a:pt x="1017317" y="1521639"/>
                </a:lnTo>
                <a:lnTo>
                  <a:pt x="1026044" y="1519056"/>
                </a:lnTo>
                <a:lnTo>
                  <a:pt x="1040044" y="1526614"/>
                </a:lnTo>
                <a:lnTo>
                  <a:pt x="1042627" y="1535341"/>
                </a:lnTo>
                <a:lnTo>
                  <a:pt x="1038802" y="1542293"/>
                </a:lnTo>
                <a:lnTo>
                  <a:pt x="1035023" y="1549293"/>
                </a:lnTo>
                <a:lnTo>
                  <a:pt x="1026296" y="1551875"/>
                </a:lnTo>
                <a:lnTo>
                  <a:pt x="1019296" y="1548096"/>
                </a:lnTo>
                <a:lnTo>
                  <a:pt x="1017953" y="1547342"/>
                </a:lnTo>
                <a:lnTo>
                  <a:pt x="1016710" y="1546403"/>
                </a:lnTo>
                <a:close/>
              </a:path>
              <a:path w="5142230" h="2300604">
                <a:moveTo>
                  <a:pt x="954065" y="1513065"/>
                </a:moveTo>
                <a:lnTo>
                  <a:pt x="948963" y="1507604"/>
                </a:lnTo>
                <a:lnTo>
                  <a:pt x="947867" y="1500958"/>
                </a:lnTo>
                <a:lnTo>
                  <a:pt x="950742" y="1495433"/>
                </a:lnTo>
                <a:lnTo>
                  <a:pt x="954480" y="1488389"/>
                </a:lnTo>
                <a:lnTo>
                  <a:pt x="963165" y="1485663"/>
                </a:lnTo>
                <a:lnTo>
                  <a:pt x="977217" y="1493081"/>
                </a:lnTo>
                <a:lnTo>
                  <a:pt x="979942" y="1501766"/>
                </a:lnTo>
                <a:lnTo>
                  <a:pt x="972568" y="1515768"/>
                </a:lnTo>
                <a:lnTo>
                  <a:pt x="963888" y="1518498"/>
                </a:lnTo>
                <a:lnTo>
                  <a:pt x="956832" y="1514854"/>
                </a:lnTo>
                <a:lnTo>
                  <a:pt x="955353" y="1514053"/>
                </a:lnTo>
                <a:lnTo>
                  <a:pt x="954065" y="1513065"/>
                </a:lnTo>
                <a:close/>
              </a:path>
              <a:path w="5142230" h="2300604">
                <a:moveTo>
                  <a:pt x="98542" y="727741"/>
                </a:moveTo>
                <a:lnTo>
                  <a:pt x="93486" y="722329"/>
                </a:lnTo>
                <a:lnTo>
                  <a:pt x="92370" y="720449"/>
                </a:lnTo>
                <a:lnTo>
                  <a:pt x="91636" y="718295"/>
                </a:lnTo>
                <a:lnTo>
                  <a:pt x="89351" y="710669"/>
                </a:lnTo>
                <a:lnTo>
                  <a:pt x="93637" y="702647"/>
                </a:lnTo>
                <a:lnTo>
                  <a:pt x="101174" y="700354"/>
                </a:lnTo>
                <a:lnTo>
                  <a:pt x="108760" y="698016"/>
                </a:lnTo>
                <a:lnTo>
                  <a:pt x="116781" y="702302"/>
                </a:lnTo>
                <a:lnTo>
                  <a:pt x="121453" y="717469"/>
                </a:lnTo>
                <a:lnTo>
                  <a:pt x="117172" y="725495"/>
                </a:lnTo>
                <a:lnTo>
                  <a:pt x="109635" y="727788"/>
                </a:lnTo>
                <a:lnTo>
                  <a:pt x="104195" y="729491"/>
                </a:lnTo>
                <a:lnTo>
                  <a:pt x="98542" y="727741"/>
                </a:lnTo>
                <a:close/>
              </a:path>
              <a:path w="5142230" h="2300604">
                <a:moveTo>
                  <a:pt x="0" y="168350"/>
                </a:moveTo>
                <a:lnTo>
                  <a:pt x="0" y="141614"/>
                </a:lnTo>
                <a:lnTo>
                  <a:pt x="5778" y="140978"/>
                </a:lnTo>
                <a:lnTo>
                  <a:pt x="13685" y="140157"/>
                </a:lnTo>
                <a:lnTo>
                  <a:pt x="20766" y="145879"/>
                </a:lnTo>
                <a:lnTo>
                  <a:pt x="22443" y="161652"/>
                </a:lnTo>
                <a:lnTo>
                  <a:pt x="16730" y="168732"/>
                </a:lnTo>
                <a:lnTo>
                  <a:pt x="8818" y="169549"/>
                </a:lnTo>
                <a:lnTo>
                  <a:pt x="4175" y="170052"/>
                </a:lnTo>
                <a:lnTo>
                  <a:pt x="0" y="168350"/>
                </a:lnTo>
                <a:close/>
              </a:path>
              <a:path w="5142230" h="2300604">
                <a:moveTo>
                  <a:pt x="518599" y="1273095"/>
                </a:moveTo>
                <a:lnTo>
                  <a:pt x="513411" y="1267542"/>
                </a:lnTo>
                <a:lnTo>
                  <a:pt x="512616" y="1260239"/>
                </a:lnTo>
                <a:lnTo>
                  <a:pt x="520736" y="1247916"/>
                </a:lnTo>
                <a:lnTo>
                  <a:pt x="529626" y="1246094"/>
                </a:lnTo>
                <a:lnTo>
                  <a:pt x="542869" y="1254806"/>
                </a:lnTo>
                <a:lnTo>
                  <a:pt x="544741" y="1263750"/>
                </a:lnTo>
                <a:lnTo>
                  <a:pt x="536033" y="1276998"/>
                </a:lnTo>
                <a:lnTo>
                  <a:pt x="527089" y="1278861"/>
                </a:lnTo>
                <a:lnTo>
                  <a:pt x="519476" y="1273838"/>
                </a:lnTo>
                <a:lnTo>
                  <a:pt x="518599" y="1273095"/>
                </a:lnTo>
                <a:close/>
              </a:path>
              <a:path w="5142230" h="2300604">
                <a:moveTo>
                  <a:pt x="35944" y="450284"/>
                </a:moveTo>
                <a:lnTo>
                  <a:pt x="30934" y="444920"/>
                </a:lnTo>
                <a:lnTo>
                  <a:pt x="29606" y="442325"/>
                </a:lnTo>
                <a:lnTo>
                  <a:pt x="29091" y="439428"/>
                </a:lnTo>
                <a:lnTo>
                  <a:pt x="27894" y="431598"/>
                </a:lnTo>
                <a:lnTo>
                  <a:pt x="33198" y="424178"/>
                </a:lnTo>
                <a:lnTo>
                  <a:pt x="48862" y="421689"/>
                </a:lnTo>
                <a:lnTo>
                  <a:pt x="56229" y="427034"/>
                </a:lnTo>
                <a:lnTo>
                  <a:pt x="58770" y="442657"/>
                </a:lnTo>
                <a:lnTo>
                  <a:pt x="53416" y="450024"/>
                </a:lnTo>
                <a:lnTo>
                  <a:pt x="45587" y="451320"/>
                </a:lnTo>
                <a:lnTo>
                  <a:pt x="40651" y="452096"/>
                </a:lnTo>
                <a:lnTo>
                  <a:pt x="35944" y="450284"/>
                </a:lnTo>
                <a:close/>
              </a:path>
              <a:path w="5142230" h="2300604">
                <a:moveTo>
                  <a:pt x="48242" y="520336"/>
                </a:moveTo>
                <a:lnTo>
                  <a:pt x="43186" y="514924"/>
                </a:lnTo>
                <a:lnTo>
                  <a:pt x="41852" y="512518"/>
                </a:lnTo>
                <a:lnTo>
                  <a:pt x="41379" y="509764"/>
                </a:lnTo>
                <a:lnTo>
                  <a:pt x="39899" y="501924"/>
                </a:lnTo>
                <a:lnTo>
                  <a:pt x="45063" y="494452"/>
                </a:lnTo>
                <a:lnTo>
                  <a:pt x="60649" y="491489"/>
                </a:lnTo>
                <a:lnTo>
                  <a:pt x="68121" y="496653"/>
                </a:lnTo>
                <a:lnTo>
                  <a:pt x="69650" y="504447"/>
                </a:lnTo>
                <a:lnTo>
                  <a:pt x="71084" y="512238"/>
                </a:lnTo>
                <a:lnTo>
                  <a:pt x="65965" y="519759"/>
                </a:lnTo>
                <a:lnTo>
                  <a:pt x="58174" y="521194"/>
                </a:lnTo>
                <a:lnTo>
                  <a:pt x="53137" y="522155"/>
                </a:lnTo>
                <a:lnTo>
                  <a:pt x="48242" y="520336"/>
                </a:lnTo>
                <a:close/>
              </a:path>
              <a:path w="5142230" h="2300604">
                <a:moveTo>
                  <a:pt x="0" y="99052"/>
                </a:moveTo>
                <a:lnTo>
                  <a:pt x="0" y="70198"/>
                </a:lnTo>
                <a:lnTo>
                  <a:pt x="6223" y="69513"/>
                </a:lnTo>
                <a:lnTo>
                  <a:pt x="13303" y="75235"/>
                </a:lnTo>
                <a:lnTo>
                  <a:pt x="14981" y="91008"/>
                </a:lnTo>
                <a:lnTo>
                  <a:pt x="9268" y="98089"/>
                </a:lnTo>
                <a:lnTo>
                  <a:pt x="0" y="99052"/>
                </a:lnTo>
                <a:close/>
              </a:path>
              <a:path w="5142230" h="2300604">
                <a:moveTo>
                  <a:pt x="0" y="27599"/>
                </a:moveTo>
                <a:lnTo>
                  <a:pt x="0" y="0"/>
                </a:lnTo>
                <a:lnTo>
                  <a:pt x="5701" y="4539"/>
                </a:lnTo>
                <a:lnTo>
                  <a:pt x="7477" y="20321"/>
                </a:lnTo>
                <a:lnTo>
                  <a:pt x="1760" y="27396"/>
                </a:lnTo>
                <a:lnTo>
                  <a:pt x="0" y="27599"/>
                </a:lnTo>
                <a:close/>
              </a:path>
              <a:path w="5142230" h="2300604">
                <a:moveTo>
                  <a:pt x="25308" y="379957"/>
                </a:moveTo>
                <a:lnTo>
                  <a:pt x="20298" y="374593"/>
                </a:lnTo>
                <a:lnTo>
                  <a:pt x="18924" y="371950"/>
                </a:lnTo>
                <a:lnTo>
                  <a:pt x="17407" y="361040"/>
                </a:lnTo>
                <a:lnTo>
                  <a:pt x="22848" y="353766"/>
                </a:lnTo>
                <a:lnTo>
                  <a:pt x="30724" y="352618"/>
                </a:lnTo>
                <a:lnTo>
                  <a:pt x="38597" y="351564"/>
                </a:lnTo>
                <a:lnTo>
                  <a:pt x="45866" y="357000"/>
                </a:lnTo>
                <a:lnTo>
                  <a:pt x="46924" y="364877"/>
                </a:lnTo>
                <a:lnTo>
                  <a:pt x="48073" y="372753"/>
                </a:lnTo>
                <a:lnTo>
                  <a:pt x="42586" y="379978"/>
                </a:lnTo>
                <a:lnTo>
                  <a:pt x="34706" y="381122"/>
                </a:lnTo>
                <a:lnTo>
                  <a:pt x="29921" y="381766"/>
                </a:lnTo>
                <a:lnTo>
                  <a:pt x="25308" y="379957"/>
                </a:lnTo>
                <a:close/>
              </a:path>
              <a:path w="5142230" h="2300604">
                <a:moveTo>
                  <a:pt x="702186" y="1381747"/>
                </a:moveTo>
                <a:lnTo>
                  <a:pt x="697080" y="1376281"/>
                </a:lnTo>
                <a:lnTo>
                  <a:pt x="696038" y="1369593"/>
                </a:lnTo>
                <a:lnTo>
                  <a:pt x="702834" y="1357026"/>
                </a:lnTo>
                <a:lnTo>
                  <a:pt x="711566" y="1354448"/>
                </a:lnTo>
                <a:lnTo>
                  <a:pt x="718516" y="1358174"/>
                </a:lnTo>
                <a:lnTo>
                  <a:pt x="725472" y="1362003"/>
                </a:lnTo>
                <a:lnTo>
                  <a:pt x="728103" y="1370685"/>
                </a:lnTo>
                <a:lnTo>
                  <a:pt x="720545" y="1384685"/>
                </a:lnTo>
                <a:lnTo>
                  <a:pt x="711813" y="1387263"/>
                </a:lnTo>
                <a:lnTo>
                  <a:pt x="704818" y="1383489"/>
                </a:lnTo>
                <a:lnTo>
                  <a:pt x="703429" y="1382686"/>
                </a:lnTo>
                <a:lnTo>
                  <a:pt x="702186" y="1381747"/>
                </a:lnTo>
                <a:close/>
              </a:path>
              <a:path w="5142230" h="2300604">
                <a:moveTo>
                  <a:pt x="15900" y="309478"/>
                </a:moveTo>
                <a:lnTo>
                  <a:pt x="10894" y="304120"/>
                </a:lnTo>
                <a:lnTo>
                  <a:pt x="9568" y="301332"/>
                </a:lnTo>
                <a:lnTo>
                  <a:pt x="9113" y="298205"/>
                </a:lnTo>
                <a:lnTo>
                  <a:pt x="8153" y="290336"/>
                </a:lnTo>
                <a:lnTo>
                  <a:pt x="13779" y="283162"/>
                </a:lnTo>
                <a:lnTo>
                  <a:pt x="21649" y="282203"/>
                </a:lnTo>
                <a:lnTo>
                  <a:pt x="29473" y="281194"/>
                </a:lnTo>
                <a:lnTo>
                  <a:pt x="36695" y="286775"/>
                </a:lnTo>
                <a:lnTo>
                  <a:pt x="38659" y="302563"/>
                </a:lnTo>
                <a:lnTo>
                  <a:pt x="33082" y="309690"/>
                </a:lnTo>
                <a:lnTo>
                  <a:pt x="20423" y="311289"/>
                </a:lnTo>
                <a:lnTo>
                  <a:pt x="15900" y="309478"/>
                </a:lnTo>
                <a:close/>
              </a:path>
              <a:path w="5142230" h="2300604">
                <a:moveTo>
                  <a:pt x="7542" y="238951"/>
                </a:moveTo>
                <a:lnTo>
                  <a:pt x="2486" y="233538"/>
                </a:lnTo>
                <a:lnTo>
                  <a:pt x="1119" y="230706"/>
                </a:lnTo>
                <a:lnTo>
                  <a:pt x="0" y="219613"/>
                </a:lnTo>
                <a:lnTo>
                  <a:pt x="5563" y="212493"/>
                </a:lnTo>
                <a:lnTo>
                  <a:pt x="13429" y="211628"/>
                </a:lnTo>
                <a:lnTo>
                  <a:pt x="21344" y="210717"/>
                </a:lnTo>
                <a:lnTo>
                  <a:pt x="28468" y="216389"/>
                </a:lnTo>
                <a:lnTo>
                  <a:pt x="30240" y="232165"/>
                </a:lnTo>
                <a:lnTo>
                  <a:pt x="24573" y="239294"/>
                </a:lnTo>
                <a:lnTo>
                  <a:pt x="16658" y="240205"/>
                </a:lnTo>
                <a:lnTo>
                  <a:pt x="12014" y="240708"/>
                </a:lnTo>
                <a:lnTo>
                  <a:pt x="7542" y="238951"/>
                </a:lnTo>
                <a:close/>
              </a:path>
              <a:path w="5142230" h="2300604">
                <a:moveTo>
                  <a:pt x="1599470" y="1622560"/>
                </a:moveTo>
                <a:lnTo>
                  <a:pt x="1593714" y="1616399"/>
                </a:lnTo>
                <a:lnTo>
                  <a:pt x="1593124" y="1609121"/>
                </a:lnTo>
                <a:lnTo>
                  <a:pt x="1597045" y="1603641"/>
                </a:lnTo>
                <a:lnTo>
                  <a:pt x="1601549" y="1597417"/>
                </a:lnTo>
                <a:lnTo>
                  <a:pt x="1610286" y="1595920"/>
                </a:lnTo>
                <a:lnTo>
                  <a:pt x="1622820" y="1604939"/>
                </a:lnTo>
                <a:lnTo>
                  <a:pt x="1624227" y="1613678"/>
                </a:lnTo>
                <a:lnTo>
                  <a:pt x="1619719" y="1619898"/>
                </a:lnTo>
                <a:lnTo>
                  <a:pt x="1615257" y="1626166"/>
                </a:lnTo>
                <a:lnTo>
                  <a:pt x="1606523" y="1627569"/>
                </a:lnTo>
                <a:lnTo>
                  <a:pt x="1599470" y="1622560"/>
                </a:lnTo>
                <a:close/>
              </a:path>
              <a:path w="5142230" h="2300604">
                <a:moveTo>
                  <a:pt x="964734" y="1307783"/>
                </a:moveTo>
                <a:lnTo>
                  <a:pt x="959815" y="1302517"/>
                </a:lnTo>
                <a:lnTo>
                  <a:pt x="958599" y="1296622"/>
                </a:lnTo>
                <a:lnTo>
                  <a:pt x="963971" y="1284289"/>
                </a:lnTo>
                <a:lnTo>
                  <a:pt x="972205" y="1281081"/>
                </a:lnTo>
                <a:lnTo>
                  <a:pt x="986254" y="1287224"/>
                </a:lnTo>
                <a:lnTo>
                  <a:pt x="989561" y="1295457"/>
                </a:lnTo>
                <a:lnTo>
                  <a:pt x="986443" y="1302479"/>
                </a:lnTo>
                <a:lnTo>
                  <a:pt x="983365" y="1309546"/>
                </a:lnTo>
                <a:lnTo>
                  <a:pt x="975140" y="1312764"/>
                </a:lnTo>
                <a:lnTo>
                  <a:pt x="968069" y="1309691"/>
                </a:lnTo>
                <a:lnTo>
                  <a:pt x="966254" y="1308921"/>
                </a:lnTo>
                <a:lnTo>
                  <a:pt x="964734" y="1307783"/>
                </a:lnTo>
                <a:close/>
              </a:path>
              <a:path w="5142230" h="2300604">
                <a:moveTo>
                  <a:pt x="1095201" y="1363872"/>
                </a:moveTo>
                <a:lnTo>
                  <a:pt x="1090282" y="1358605"/>
                </a:lnTo>
                <a:lnTo>
                  <a:pt x="1089017" y="1352756"/>
                </a:lnTo>
                <a:lnTo>
                  <a:pt x="1091272" y="1347545"/>
                </a:lnTo>
                <a:lnTo>
                  <a:pt x="1094295" y="1340420"/>
                </a:lnTo>
                <a:lnTo>
                  <a:pt x="1102528" y="1337112"/>
                </a:lnTo>
                <a:lnTo>
                  <a:pt x="1109599" y="1340186"/>
                </a:lnTo>
                <a:lnTo>
                  <a:pt x="1116678" y="1343169"/>
                </a:lnTo>
                <a:lnTo>
                  <a:pt x="1119917" y="1351231"/>
                </a:lnTo>
                <a:lnTo>
                  <a:pt x="1116908" y="1358468"/>
                </a:lnTo>
                <a:lnTo>
                  <a:pt x="1113933" y="1365548"/>
                </a:lnTo>
                <a:lnTo>
                  <a:pt x="1105701" y="1368855"/>
                </a:lnTo>
                <a:lnTo>
                  <a:pt x="1098630" y="1365782"/>
                </a:lnTo>
                <a:lnTo>
                  <a:pt x="1096815" y="1365012"/>
                </a:lnTo>
                <a:lnTo>
                  <a:pt x="1095201" y="1363872"/>
                </a:lnTo>
                <a:close/>
              </a:path>
              <a:path w="5142230" h="2300604">
                <a:moveTo>
                  <a:pt x="1891611" y="2016224"/>
                </a:moveTo>
                <a:lnTo>
                  <a:pt x="1886692" y="2010958"/>
                </a:lnTo>
                <a:lnTo>
                  <a:pt x="1885579" y="2008985"/>
                </a:lnTo>
                <a:lnTo>
                  <a:pt x="1882836" y="1999402"/>
                </a:lnTo>
                <a:lnTo>
                  <a:pt x="1887153" y="1991708"/>
                </a:lnTo>
                <a:lnTo>
                  <a:pt x="1894549" y="1989557"/>
                </a:lnTo>
                <a:lnTo>
                  <a:pt x="1901981" y="1987444"/>
                </a:lnTo>
                <a:lnTo>
                  <a:pt x="1909675" y="1991771"/>
                </a:lnTo>
                <a:lnTo>
                  <a:pt x="1913885" y="2006639"/>
                </a:lnTo>
                <a:lnTo>
                  <a:pt x="1909568" y="2014333"/>
                </a:lnTo>
                <a:lnTo>
                  <a:pt x="1896931" y="2017911"/>
                </a:lnTo>
                <a:lnTo>
                  <a:pt x="1891611" y="2016224"/>
                </a:lnTo>
                <a:close/>
              </a:path>
              <a:path w="5142230" h="2300604">
                <a:moveTo>
                  <a:pt x="1655175" y="1665477"/>
                </a:moveTo>
                <a:lnTo>
                  <a:pt x="1649611" y="1659521"/>
                </a:lnTo>
                <a:lnTo>
                  <a:pt x="1649323" y="1651686"/>
                </a:lnTo>
                <a:lnTo>
                  <a:pt x="1653851" y="1646270"/>
                </a:lnTo>
                <a:lnTo>
                  <a:pt x="1658775" y="1640300"/>
                </a:lnTo>
                <a:lnTo>
                  <a:pt x="1667536" y="1639512"/>
                </a:lnTo>
                <a:lnTo>
                  <a:pt x="1679376" y="1649353"/>
                </a:lnTo>
                <a:lnTo>
                  <a:pt x="1680209" y="1658162"/>
                </a:lnTo>
                <a:lnTo>
                  <a:pt x="1675244" y="1664088"/>
                </a:lnTo>
                <a:lnTo>
                  <a:pt x="1670364" y="1670007"/>
                </a:lnTo>
                <a:lnTo>
                  <a:pt x="1661514" y="1670796"/>
                </a:lnTo>
                <a:lnTo>
                  <a:pt x="1655175" y="1665477"/>
                </a:lnTo>
                <a:close/>
              </a:path>
              <a:path w="5142230" h="2300604">
                <a:moveTo>
                  <a:pt x="1869100" y="1949412"/>
                </a:moveTo>
                <a:lnTo>
                  <a:pt x="1864135" y="1944097"/>
                </a:lnTo>
                <a:lnTo>
                  <a:pt x="1863191" y="1942696"/>
                </a:lnTo>
                <a:lnTo>
                  <a:pt x="1862540" y="1941021"/>
                </a:lnTo>
                <a:lnTo>
                  <a:pt x="1859669" y="1933842"/>
                </a:lnTo>
                <a:lnTo>
                  <a:pt x="1863155" y="1925746"/>
                </a:lnTo>
                <a:lnTo>
                  <a:pt x="1870285" y="1922920"/>
                </a:lnTo>
                <a:lnTo>
                  <a:pt x="1877419" y="1920000"/>
                </a:lnTo>
                <a:lnTo>
                  <a:pt x="1885515" y="1923486"/>
                </a:lnTo>
                <a:lnTo>
                  <a:pt x="1888435" y="1930620"/>
                </a:lnTo>
                <a:lnTo>
                  <a:pt x="1891256" y="1937745"/>
                </a:lnTo>
                <a:lnTo>
                  <a:pt x="1887816" y="1945890"/>
                </a:lnTo>
                <a:lnTo>
                  <a:pt x="1880685" y="1948716"/>
                </a:lnTo>
                <a:lnTo>
                  <a:pt x="1875185" y="1950941"/>
                </a:lnTo>
                <a:lnTo>
                  <a:pt x="1869100" y="1949412"/>
                </a:lnTo>
                <a:close/>
              </a:path>
              <a:path w="5142230" h="2300604">
                <a:moveTo>
                  <a:pt x="336437" y="872143"/>
                </a:moveTo>
                <a:lnTo>
                  <a:pt x="330733" y="866037"/>
                </a:lnTo>
                <a:lnTo>
                  <a:pt x="326063" y="858986"/>
                </a:lnTo>
                <a:lnTo>
                  <a:pt x="327822" y="850312"/>
                </a:lnTo>
                <a:lnTo>
                  <a:pt x="340665" y="841774"/>
                </a:lnTo>
                <a:lnTo>
                  <a:pt x="349344" y="843538"/>
                </a:lnTo>
                <a:lnTo>
                  <a:pt x="357828" y="856432"/>
                </a:lnTo>
                <a:lnTo>
                  <a:pt x="356069" y="865106"/>
                </a:lnTo>
                <a:lnTo>
                  <a:pt x="349599" y="869323"/>
                </a:lnTo>
                <a:lnTo>
                  <a:pt x="343851" y="873140"/>
                </a:lnTo>
                <a:lnTo>
                  <a:pt x="336437" y="872143"/>
                </a:lnTo>
                <a:close/>
              </a:path>
              <a:path w="5142230" h="2300604">
                <a:moveTo>
                  <a:pt x="586213" y="1112056"/>
                </a:moveTo>
                <a:lnTo>
                  <a:pt x="581203" y="1106693"/>
                </a:lnTo>
                <a:lnTo>
                  <a:pt x="580357" y="1099630"/>
                </a:lnTo>
                <a:lnTo>
                  <a:pt x="583942" y="1094181"/>
                </a:lnTo>
                <a:lnTo>
                  <a:pt x="588172" y="1087664"/>
                </a:lnTo>
                <a:lnTo>
                  <a:pt x="596784" y="1085837"/>
                </a:lnTo>
                <a:lnTo>
                  <a:pt x="603251" y="1090023"/>
                </a:lnTo>
                <a:lnTo>
                  <a:pt x="609714" y="1094303"/>
                </a:lnTo>
                <a:lnTo>
                  <a:pt x="611546" y="1102910"/>
                </a:lnTo>
                <a:lnTo>
                  <a:pt x="607360" y="1109377"/>
                </a:lnTo>
                <a:lnTo>
                  <a:pt x="603129" y="1115795"/>
                </a:lnTo>
                <a:lnTo>
                  <a:pt x="594521" y="1117626"/>
                </a:lnTo>
                <a:lnTo>
                  <a:pt x="588055" y="1113441"/>
                </a:lnTo>
                <a:lnTo>
                  <a:pt x="587085" y="1112794"/>
                </a:lnTo>
                <a:lnTo>
                  <a:pt x="586213" y="1112056"/>
                </a:lnTo>
                <a:close/>
              </a:path>
              <a:path w="5142230" h="2300604">
                <a:moveTo>
                  <a:pt x="1540119" y="1582584"/>
                </a:moveTo>
                <a:lnTo>
                  <a:pt x="1535109" y="1577220"/>
                </a:lnTo>
                <a:lnTo>
                  <a:pt x="1534260" y="1570251"/>
                </a:lnTo>
                <a:lnTo>
                  <a:pt x="1537473" y="1565090"/>
                </a:lnTo>
                <a:lnTo>
                  <a:pt x="1541611" y="1558572"/>
                </a:lnTo>
                <a:lnTo>
                  <a:pt x="1541796" y="1558281"/>
                </a:lnTo>
                <a:lnTo>
                  <a:pt x="1550361" y="1556306"/>
                </a:lnTo>
                <a:lnTo>
                  <a:pt x="1563396" y="1564492"/>
                </a:lnTo>
                <a:lnTo>
                  <a:pt x="1565416" y="1573106"/>
                </a:lnTo>
                <a:lnTo>
                  <a:pt x="1561460" y="1579331"/>
                </a:lnTo>
                <a:lnTo>
                  <a:pt x="1557359" y="1585888"/>
                </a:lnTo>
                <a:lnTo>
                  <a:pt x="1557176" y="1586181"/>
                </a:lnTo>
                <a:lnTo>
                  <a:pt x="1548570" y="1588112"/>
                </a:lnTo>
                <a:lnTo>
                  <a:pt x="1542100" y="1584020"/>
                </a:lnTo>
                <a:lnTo>
                  <a:pt x="1541032" y="1583365"/>
                </a:lnTo>
                <a:lnTo>
                  <a:pt x="1540119" y="1582584"/>
                </a:lnTo>
                <a:close/>
              </a:path>
              <a:path w="5142230" h="2300604">
                <a:moveTo>
                  <a:pt x="708462" y="1184761"/>
                </a:moveTo>
                <a:lnTo>
                  <a:pt x="703501" y="1179451"/>
                </a:lnTo>
                <a:lnTo>
                  <a:pt x="702497" y="1172902"/>
                </a:lnTo>
                <a:lnTo>
                  <a:pt x="705418" y="1167525"/>
                </a:lnTo>
                <a:lnTo>
                  <a:pt x="709142" y="1160759"/>
                </a:lnTo>
                <a:lnTo>
                  <a:pt x="717583" y="1158261"/>
                </a:lnTo>
                <a:lnTo>
                  <a:pt x="731118" y="1165614"/>
                </a:lnTo>
                <a:lnTo>
                  <a:pt x="733616" y="1174056"/>
                </a:lnTo>
                <a:lnTo>
                  <a:pt x="729933" y="1180865"/>
                </a:lnTo>
                <a:lnTo>
                  <a:pt x="726262" y="1187590"/>
                </a:lnTo>
                <a:lnTo>
                  <a:pt x="717768" y="1190129"/>
                </a:lnTo>
                <a:lnTo>
                  <a:pt x="711052" y="1186459"/>
                </a:lnTo>
                <a:lnTo>
                  <a:pt x="709704" y="1185700"/>
                </a:lnTo>
                <a:lnTo>
                  <a:pt x="708462" y="1184761"/>
                </a:lnTo>
                <a:close/>
              </a:path>
              <a:path w="5142230" h="2300604">
                <a:moveTo>
                  <a:pt x="1479274" y="1546286"/>
                </a:moveTo>
                <a:lnTo>
                  <a:pt x="1474309" y="1540971"/>
                </a:lnTo>
                <a:lnTo>
                  <a:pt x="1473356" y="1534282"/>
                </a:lnTo>
                <a:lnTo>
                  <a:pt x="1476416" y="1528858"/>
                </a:lnTo>
                <a:lnTo>
                  <a:pt x="1480284" y="1522149"/>
                </a:lnTo>
                <a:lnTo>
                  <a:pt x="1488813" y="1519843"/>
                </a:lnTo>
                <a:lnTo>
                  <a:pt x="1502146" y="1527467"/>
                </a:lnTo>
                <a:lnTo>
                  <a:pt x="1504502" y="1536050"/>
                </a:lnTo>
                <a:lnTo>
                  <a:pt x="1496872" y="1549387"/>
                </a:lnTo>
                <a:lnTo>
                  <a:pt x="1488343" y="1551693"/>
                </a:lnTo>
                <a:lnTo>
                  <a:pt x="1481626" y="1547924"/>
                </a:lnTo>
                <a:lnTo>
                  <a:pt x="1480377" y="1547173"/>
                </a:lnTo>
                <a:lnTo>
                  <a:pt x="1479274" y="1546286"/>
                </a:lnTo>
                <a:close/>
              </a:path>
              <a:path w="5142230" h="2300604">
                <a:moveTo>
                  <a:pt x="107330" y="129752"/>
                </a:moveTo>
                <a:lnTo>
                  <a:pt x="102411" y="124486"/>
                </a:lnTo>
                <a:lnTo>
                  <a:pt x="101170" y="121984"/>
                </a:lnTo>
                <a:lnTo>
                  <a:pt x="100656" y="119186"/>
                </a:lnTo>
                <a:lnTo>
                  <a:pt x="99452" y="111545"/>
                </a:lnTo>
                <a:lnTo>
                  <a:pt x="104604" y="104450"/>
                </a:lnTo>
                <a:lnTo>
                  <a:pt x="119796" y="101945"/>
                </a:lnTo>
                <a:lnTo>
                  <a:pt x="126985" y="107100"/>
                </a:lnTo>
                <a:lnTo>
                  <a:pt x="129490" y="122292"/>
                </a:lnTo>
                <a:lnTo>
                  <a:pt x="124290" y="129433"/>
                </a:lnTo>
                <a:lnTo>
                  <a:pt x="112104" y="131441"/>
                </a:lnTo>
                <a:lnTo>
                  <a:pt x="111946" y="131467"/>
                </a:lnTo>
                <a:lnTo>
                  <a:pt x="107330" y="129752"/>
                </a:lnTo>
                <a:close/>
              </a:path>
              <a:path w="5142230" h="2300604">
                <a:moveTo>
                  <a:pt x="1417171" y="1512258"/>
                </a:moveTo>
                <a:lnTo>
                  <a:pt x="1412206" y="1506943"/>
                </a:lnTo>
                <a:lnTo>
                  <a:pt x="1411150" y="1500534"/>
                </a:lnTo>
                <a:lnTo>
                  <a:pt x="1417556" y="1488331"/>
                </a:lnTo>
                <a:lnTo>
                  <a:pt x="1426005" y="1485744"/>
                </a:lnTo>
                <a:lnTo>
                  <a:pt x="1439641" y="1492912"/>
                </a:lnTo>
                <a:lnTo>
                  <a:pt x="1442233" y="1501356"/>
                </a:lnTo>
                <a:lnTo>
                  <a:pt x="1435061" y="1514987"/>
                </a:lnTo>
                <a:lnTo>
                  <a:pt x="1426621" y="1517584"/>
                </a:lnTo>
                <a:lnTo>
                  <a:pt x="1418365" y="1513243"/>
                </a:lnTo>
                <a:lnTo>
                  <a:pt x="1417171" y="1512258"/>
                </a:lnTo>
                <a:close/>
              </a:path>
              <a:path w="5142230" h="2300604">
                <a:moveTo>
                  <a:pt x="528120" y="1072448"/>
                </a:moveTo>
                <a:lnTo>
                  <a:pt x="522369" y="1066292"/>
                </a:lnTo>
                <a:lnTo>
                  <a:pt x="521783" y="1059018"/>
                </a:lnTo>
                <a:lnTo>
                  <a:pt x="525748" y="1053488"/>
                </a:lnTo>
                <a:lnTo>
                  <a:pt x="530256" y="1047268"/>
                </a:lnTo>
                <a:lnTo>
                  <a:pt x="538991" y="1045866"/>
                </a:lnTo>
                <a:lnTo>
                  <a:pt x="551479" y="1054836"/>
                </a:lnTo>
                <a:lnTo>
                  <a:pt x="552877" y="1063566"/>
                </a:lnTo>
                <a:lnTo>
                  <a:pt x="548414" y="1069834"/>
                </a:lnTo>
                <a:lnTo>
                  <a:pt x="543911" y="1076059"/>
                </a:lnTo>
                <a:lnTo>
                  <a:pt x="535172" y="1077456"/>
                </a:lnTo>
                <a:lnTo>
                  <a:pt x="528120" y="1072448"/>
                </a:lnTo>
                <a:close/>
              </a:path>
              <a:path w="5142230" h="2300604">
                <a:moveTo>
                  <a:pt x="1225417" y="1420376"/>
                </a:moveTo>
                <a:lnTo>
                  <a:pt x="1220453" y="1415061"/>
                </a:lnTo>
                <a:lnTo>
                  <a:pt x="1219286" y="1409120"/>
                </a:lnTo>
                <a:lnTo>
                  <a:pt x="1224752" y="1396791"/>
                </a:lnTo>
                <a:lnTo>
                  <a:pt x="1232986" y="1393583"/>
                </a:lnTo>
                <a:lnTo>
                  <a:pt x="1247077" y="1399869"/>
                </a:lnTo>
                <a:lnTo>
                  <a:pt x="1250241" y="1408144"/>
                </a:lnTo>
                <a:lnTo>
                  <a:pt x="1243999" y="1422184"/>
                </a:lnTo>
                <a:lnTo>
                  <a:pt x="1235724" y="1425349"/>
                </a:lnTo>
                <a:lnTo>
                  <a:pt x="1228702" y="1422230"/>
                </a:lnTo>
                <a:lnTo>
                  <a:pt x="1226940" y="1421419"/>
                </a:lnTo>
                <a:lnTo>
                  <a:pt x="1225417" y="1420376"/>
                </a:lnTo>
                <a:close/>
              </a:path>
              <a:path w="5142230" h="2300604">
                <a:moveTo>
                  <a:pt x="425246" y="983927"/>
                </a:moveTo>
                <a:lnTo>
                  <a:pt x="414633" y="972565"/>
                </a:lnTo>
                <a:lnTo>
                  <a:pt x="414929" y="963889"/>
                </a:lnTo>
                <a:lnTo>
                  <a:pt x="420396" y="958599"/>
                </a:lnTo>
                <a:lnTo>
                  <a:pt x="425954" y="953307"/>
                </a:lnTo>
                <a:lnTo>
                  <a:pt x="435013" y="953524"/>
                </a:lnTo>
                <a:lnTo>
                  <a:pt x="445446" y="964692"/>
                </a:lnTo>
                <a:lnTo>
                  <a:pt x="445242" y="973466"/>
                </a:lnTo>
                <a:lnTo>
                  <a:pt x="439438" y="978982"/>
                </a:lnTo>
                <a:lnTo>
                  <a:pt x="434069" y="984085"/>
                </a:lnTo>
                <a:lnTo>
                  <a:pt x="425246" y="983927"/>
                </a:lnTo>
                <a:close/>
              </a:path>
              <a:path w="5142230" h="2300604">
                <a:moveTo>
                  <a:pt x="130983" y="269826"/>
                </a:moveTo>
                <a:lnTo>
                  <a:pt x="126063" y="264560"/>
                </a:lnTo>
                <a:lnTo>
                  <a:pt x="124770" y="262198"/>
                </a:lnTo>
                <a:lnTo>
                  <a:pt x="122955" y="251849"/>
                </a:lnTo>
                <a:lnTo>
                  <a:pt x="128015" y="244657"/>
                </a:lnTo>
                <a:lnTo>
                  <a:pt x="135569" y="243261"/>
                </a:lnTo>
                <a:lnTo>
                  <a:pt x="143169" y="241915"/>
                </a:lnTo>
                <a:lnTo>
                  <a:pt x="150455" y="246978"/>
                </a:lnTo>
                <a:lnTo>
                  <a:pt x="153082" y="262008"/>
                </a:lnTo>
                <a:lnTo>
                  <a:pt x="149371" y="267517"/>
                </a:lnTo>
                <a:lnTo>
                  <a:pt x="148088" y="269370"/>
                </a:lnTo>
                <a:lnTo>
                  <a:pt x="140563" y="270697"/>
                </a:lnTo>
                <a:lnTo>
                  <a:pt x="135644" y="271590"/>
                </a:lnTo>
                <a:lnTo>
                  <a:pt x="130983" y="269826"/>
                </a:lnTo>
                <a:close/>
              </a:path>
              <a:path w="5142230" h="2300604">
                <a:moveTo>
                  <a:pt x="143947" y="339713"/>
                </a:moveTo>
                <a:lnTo>
                  <a:pt x="139073" y="334495"/>
                </a:lnTo>
                <a:lnTo>
                  <a:pt x="137825" y="332182"/>
                </a:lnTo>
                <a:lnTo>
                  <a:pt x="135819" y="321921"/>
                </a:lnTo>
                <a:lnTo>
                  <a:pt x="140788" y="314631"/>
                </a:lnTo>
                <a:lnTo>
                  <a:pt x="155902" y="311652"/>
                </a:lnTo>
                <a:lnTo>
                  <a:pt x="163241" y="316576"/>
                </a:lnTo>
                <a:lnTo>
                  <a:pt x="164681" y="324178"/>
                </a:lnTo>
                <a:lnTo>
                  <a:pt x="166171" y="331735"/>
                </a:lnTo>
                <a:lnTo>
                  <a:pt x="161202" y="339025"/>
                </a:lnTo>
                <a:lnTo>
                  <a:pt x="153645" y="340515"/>
                </a:lnTo>
                <a:lnTo>
                  <a:pt x="148751" y="341434"/>
                </a:lnTo>
                <a:lnTo>
                  <a:pt x="143947" y="339713"/>
                </a:lnTo>
                <a:close/>
              </a:path>
              <a:path w="5142230" h="2300604">
                <a:moveTo>
                  <a:pt x="646636" y="1149662"/>
                </a:moveTo>
                <a:lnTo>
                  <a:pt x="641621" y="1144293"/>
                </a:lnTo>
                <a:lnTo>
                  <a:pt x="640771" y="1137518"/>
                </a:lnTo>
                <a:lnTo>
                  <a:pt x="647838" y="1125437"/>
                </a:lnTo>
                <a:lnTo>
                  <a:pt x="656532" y="1123209"/>
                </a:lnTo>
                <a:lnTo>
                  <a:pt x="656665" y="1123352"/>
                </a:lnTo>
                <a:lnTo>
                  <a:pt x="669691" y="1131138"/>
                </a:lnTo>
                <a:lnTo>
                  <a:pt x="671903" y="1139664"/>
                </a:lnTo>
                <a:lnTo>
                  <a:pt x="663994" y="1152896"/>
                </a:lnTo>
                <a:lnTo>
                  <a:pt x="655468" y="1155108"/>
                </a:lnTo>
                <a:lnTo>
                  <a:pt x="648851" y="1151153"/>
                </a:lnTo>
                <a:lnTo>
                  <a:pt x="647693" y="1150500"/>
                </a:lnTo>
                <a:lnTo>
                  <a:pt x="646636" y="1149662"/>
                </a:lnTo>
                <a:close/>
              </a:path>
              <a:path w="5142230" h="2300604">
                <a:moveTo>
                  <a:pt x="1160436" y="1391868"/>
                </a:moveTo>
                <a:lnTo>
                  <a:pt x="1155471" y="1386554"/>
                </a:lnTo>
                <a:lnTo>
                  <a:pt x="1154301" y="1380707"/>
                </a:lnTo>
                <a:lnTo>
                  <a:pt x="1156510" y="1375448"/>
                </a:lnTo>
                <a:lnTo>
                  <a:pt x="1159583" y="1368376"/>
                </a:lnTo>
                <a:lnTo>
                  <a:pt x="1167808" y="1365158"/>
                </a:lnTo>
                <a:lnTo>
                  <a:pt x="1181958" y="1371215"/>
                </a:lnTo>
                <a:lnTo>
                  <a:pt x="1185172" y="1379445"/>
                </a:lnTo>
                <a:lnTo>
                  <a:pt x="1182140" y="1386560"/>
                </a:lnTo>
                <a:lnTo>
                  <a:pt x="1179115" y="1393585"/>
                </a:lnTo>
                <a:lnTo>
                  <a:pt x="1170890" y="1396804"/>
                </a:lnTo>
                <a:lnTo>
                  <a:pt x="1163811" y="1393820"/>
                </a:lnTo>
                <a:lnTo>
                  <a:pt x="1161955" y="1393006"/>
                </a:lnTo>
                <a:lnTo>
                  <a:pt x="1160436" y="1391868"/>
                </a:lnTo>
                <a:close/>
              </a:path>
              <a:path w="5142230" h="2300604">
                <a:moveTo>
                  <a:pt x="118869" y="199775"/>
                </a:moveTo>
                <a:lnTo>
                  <a:pt x="114000" y="194562"/>
                </a:lnTo>
                <a:lnTo>
                  <a:pt x="112714" y="192111"/>
                </a:lnTo>
                <a:lnTo>
                  <a:pt x="110939" y="181707"/>
                </a:lnTo>
                <a:lnTo>
                  <a:pt x="116098" y="174522"/>
                </a:lnTo>
                <a:lnTo>
                  <a:pt x="131286" y="172013"/>
                </a:lnTo>
                <a:lnTo>
                  <a:pt x="138483" y="177078"/>
                </a:lnTo>
                <a:lnTo>
                  <a:pt x="141033" y="192319"/>
                </a:lnTo>
                <a:lnTo>
                  <a:pt x="135923" y="199458"/>
                </a:lnTo>
                <a:lnTo>
                  <a:pt x="128282" y="200761"/>
                </a:lnTo>
                <a:lnTo>
                  <a:pt x="123688" y="201512"/>
                </a:lnTo>
                <a:lnTo>
                  <a:pt x="123530" y="201538"/>
                </a:lnTo>
                <a:lnTo>
                  <a:pt x="118869" y="199775"/>
                </a:lnTo>
                <a:close/>
              </a:path>
              <a:path w="5142230" h="2300604">
                <a:moveTo>
                  <a:pt x="1353964" y="1480176"/>
                </a:moveTo>
                <a:lnTo>
                  <a:pt x="1348999" y="1474861"/>
                </a:lnTo>
                <a:lnTo>
                  <a:pt x="1347936" y="1468640"/>
                </a:lnTo>
                <a:lnTo>
                  <a:pt x="1350525" y="1463299"/>
                </a:lnTo>
                <a:lnTo>
                  <a:pt x="1353924" y="1456381"/>
                </a:lnTo>
                <a:lnTo>
                  <a:pt x="1362329" y="1453551"/>
                </a:lnTo>
                <a:lnTo>
                  <a:pt x="1376166" y="1460348"/>
                </a:lnTo>
                <a:lnTo>
                  <a:pt x="1378950" y="1468705"/>
                </a:lnTo>
                <a:lnTo>
                  <a:pt x="1372202" y="1482496"/>
                </a:lnTo>
                <a:lnTo>
                  <a:pt x="1363842" y="1485375"/>
                </a:lnTo>
                <a:lnTo>
                  <a:pt x="1356924" y="1481976"/>
                </a:lnTo>
                <a:lnTo>
                  <a:pt x="1355346" y="1481167"/>
                </a:lnTo>
                <a:lnTo>
                  <a:pt x="1353964" y="1480176"/>
                </a:lnTo>
                <a:close/>
              </a:path>
              <a:path w="5142230" h="2300604">
                <a:moveTo>
                  <a:pt x="1289991" y="1449621"/>
                </a:moveTo>
                <a:lnTo>
                  <a:pt x="1285077" y="1444359"/>
                </a:lnTo>
                <a:lnTo>
                  <a:pt x="1283867" y="1438275"/>
                </a:lnTo>
                <a:lnTo>
                  <a:pt x="1289573" y="1426006"/>
                </a:lnTo>
                <a:lnTo>
                  <a:pt x="1297890" y="1422985"/>
                </a:lnTo>
                <a:lnTo>
                  <a:pt x="1311880" y="1429456"/>
                </a:lnTo>
                <a:lnTo>
                  <a:pt x="1314897" y="1437769"/>
                </a:lnTo>
                <a:lnTo>
                  <a:pt x="1308384" y="1451715"/>
                </a:lnTo>
                <a:lnTo>
                  <a:pt x="1300112" y="1454785"/>
                </a:lnTo>
                <a:lnTo>
                  <a:pt x="1293142" y="1451526"/>
                </a:lnTo>
                <a:lnTo>
                  <a:pt x="1291465" y="1450709"/>
                </a:lnTo>
                <a:lnTo>
                  <a:pt x="1289991" y="1449621"/>
                </a:lnTo>
                <a:close/>
              </a:path>
              <a:path w="5142230" h="2300604">
                <a:moveTo>
                  <a:pt x="95836" y="59680"/>
                </a:moveTo>
                <a:lnTo>
                  <a:pt x="90917" y="54414"/>
                </a:lnTo>
                <a:lnTo>
                  <a:pt x="89631" y="51962"/>
                </a:lnTo>
                <a:lnTo>
                  <a:pt x="89207" y="49162"/>
                </a:lnTo>
                <a:lnTo>
                  <a:pt x="87955" y="41566"/>
                </a:lnTo>
                <a:lnTo>
                  <a:pt x="93064" y="34328"/>
                </a:lnTo>
                <a:lnTo>
                  <a:pt x="108256" y="31824"/>
                </a:lnTo>
                <a:lnTo>
                  <a:pt x="115445" y="36978"/>
                </a:lnTo>
                <a:lnTo>
                  <a:pt x="117950" y="52171"/>
                </a:lnTo>
                <a:lnTo>
                  <a:pt x="112790" y="59355"/>
                </a:lnTo>
                <a:lnTo>
                  <a:pt x="100605" y="61364"/>
                </a:lnTo>
                <a:lnTo>
                  <a:pt x="100447" y="61390"/>
                </a:lnTo>
                <a:lnTo>
                  <a:pt x="95836" y="59680"/>
                </a:lnTo>
                <a:close/>
              </a:path>
              <a:path w="5142230" h="2300604">
                <a:moveTo>
                  <a:pt x="1839448" y="1885609"/>
                </a:moveTo>
                <a:lnTo>
                  <a:pt x="1834442" y="1880250"/>
                </a:lnTo>
                <a:lnTo>
                  <a:pt x="1833720" y="1879282"/>
                </a:lnTo>
                <a:lnTo>
                  <a:pt x="1829550" y="1871397"/>
                </a:lnTo>
                <a:lnTo>
                  <a:pt x="1832052" y="1862933"/>
                </a:lnTo>
                <a:lnTo>
                  <a:pt x="1838885" y="1859299"/>
                </a:lnTo>
                <a:lnTo>
                  <a:pt x="1845618" y="1855657"/>
                </a:lnTo>
                <a:lnTo>
                  <a:pt x="1854119" y="1858207"/>
                </a:lnTo>
                <a:lnTo>
                  <a:pt x="1857716" y="1864991"/>
                </a:lnTo>
                <a:lnTo>
                  <a:pt x="1861404" y="1871773"/>
                </a:lnTo>
                <a:lnTo>
                  <a:pt x="1858803" y="1880230"/>
                </a:lnTo>
                <a:lnTo>
                  <a:pt x="1852069" y="1883872"/>
                </a:lnTo>
                <a:lnTo>
                  <a:pt x="1846347" y="1886934"/>
                </a:lnTo>
                <a:lnTo>
                  <a:pt x="1839448" y="1885609"/>
                </a:lnTo>
                <a:close/>
              </a:path>
              <a:path w="5142230" h="2300604">
                <a:moveTo>
                  <a:pt x="1803230" y="1825530"/>
                </a:moveTo>
                <a:lnTo>
                  <a:pt x="1797062" y="1818927"/>
                </a:lnTo>
                <a:lnTo>
                  <a:pt x="1792747" y="1812549"/>
                </a:lnTo>
                <a:lnTo>
                  <a:pt x="1794317" y="1803868"/>
                </a:lnTo>
                <a:lnTo>
                  <a:pt x="1800696" y="1799553"/>
                </a:lnTo>
                <a:lnTo>
                  <a:pt x="1807029" y="1795190"/>
                </a:lnTo>
                <a:lnTo>
                  <a:pt x="1815755" y="1796809"/>
                </a:lnTo>
                <a:lnTo>
                  <a:pt x="1824429" y="1809515"/>
                </a:lnTo>
                <a:lnTo>
                  <a:pt x="1822818" y="1818152"/>
                </a:lnTo>
                <a:lnTo>
                  <a:pt x="1816485" y="1822515"/>
                </a:lnTo>
                <a:lnTo>
                  <a:pt x="1810680" y="1826468"/>
                </a:lnTo>
                <a:lnTo>
                  <a:pt x="1803230" y="1825530"/>
                </a:lnTo>
                <a:close/>
              </a:path>
              <a:path w="5142230" h="2300604">
                <a:moveTo>
                  <a:pt x="1918610" y="2225664"/>
                </a:moveTo>
                <a:lnTo>
                  <a:pt x="1913741" y="2220451"/>
                </a:lnTo>
                <a:lnTo>
                  <a:pt x="1912339" y="2217094"/>
                </a:lnTo>
                <a:lnTo>
                  <a:pt x="1912326" y="2213463"/>
                </a:lnTo>
                <a:lnTo>
                  <a:pt x="1912253" y="2205761"/>
                </a:lnTo>
                <a:lnTo>
                  <a:pt x="1918510" y="2199459"/>
                </a:lnTo>
                <a:lnTo>
                  <a:pt x="1926205" y="2199485"/>
                </a:lnTo>
                <a:lnTo>
                  <a:pt x="1933907" y="2199421"/>
                </a:lnTo>
                <a:lnTo>
                  <a:pt x="1940163" y="2205630"/>
                </a:lnTo>
                <a:lnTo>
                  <a:pt x="1940232" y="2213327"/>
                </a:lnTo>
                <a:lnTo>
                  <a:pt x="1940247" y="2221065"/>
                </a:lnTo>
                <a:lnTo>
                  <a:pt x="1934043" y="2227327"/>
                </a:lnTo>
                <a:lnTo>
                  <a:pt x="1922287" y="2227351"/>
                </a:lnTo>
                <a:lnTo>
                  <a:pt x="1918610" y="2225664"/>
                </a:lnTo>
                <a:close/>
              </a:path>
              <a:path w="5142230" h="2300604">
                <a:moveTo>
                  <a:pt x="266879" y="747539"/>
                </a:moveTo>
                <a:lnTo>
                  <a:pt x="261914" y="742224"/>
                </a:lnTo>
                <a:lnTo>
                  <a:pt x="261058" y="741015"/>
                </a:lnTo>
                <a:lnTo>
                  <a:pt x="257188" y="732669"/>
                </a:lnTo>
                <a:lnTo>
                  <a:pt x="260208" y="724368"/>
                </a:lnTo>
                <a:lnTo>
                  <a:pt x="267163" y="721159"/>
                </a:lnTo>
                <a:lnTo>
                  <a:pt x="274121" y="717855"/>
                </a:lnTo>
                <a:lnTo>
                  <a:pt x="282421" y="720876"/>
                </a:lnTo>
                <a:lnTo>
                  <a:pt x="288976" y="734832"/>
                </a:lnTo>
                <a:lnTo>
                  <a:pt x="285960" y="743137"/>
                </a:lnTo>
                <a:lnTo>
                  <a:pt x="273344" y="748987"/>
                </a:lnTo>
                <a:lnTo>
                  <a:pt x="266879" y="747539"/>
                </a:lnTo>
                <a:close/>
              </a:path>
              <a:path w="5142230" h="2300604">
                <a:moveTo>
                  <a:pt x="174528" y="478601"/>
                </a:moveTo>
                <a:lnTo>
                  <a:pt x="169613" y="473340"/>
                </a:lnTo>
                <a:lnTo>
                  <a:pt x="168503" y="471272"/>
                </a:lnTo>
                <a:lnTo>
                  <a:pt x="167873" y="468838"/>
                </a:lnTo>
                <a:lnTo>
                  <a:pt x="166007" y="461367"/>
                </a:lnTo>
                <a:lnTo>
                  <a:pt x="170488" y="453946"/>
                </a:lnTo>
                <a:lnTo>
                  <a:pt x="185507" y="450082"/>
                </a:lnTo>
                <a:lnTo>
                  <a:pt x="193097" y="454689"/>
                </a:lnTo>
                <a:lnTo>
                  <a:pt x="196791" y="469591"/>
                </a:lnTo>
                <a:lnTo>
                  <a:pt x="192307" y="477106"/>
                </a:lnTo>
                <a:lnTo>
                  <a:pt x="184809" y="479050"/>
                </a:lnTo>
                <a:lnTo>
                  <a:pt x="179663" y="480286"/>
                </a:lnTo>
                <a:lnTo>
                  <a:pt x="174528" y="478601"/>
                </a:lnTo>
                <a:close/>
              </a:path>
              <a:path w="5142230" h="2300604">
                <a:moveTo>
                  <a:pt x="1915825" y="2155042"/>
                </a:moveTo>
                <a:lnTo>
                  <a:pt x="1910947" y="2149820"/>
                </a:lnTo>
                <a:lnTo>
                  <a:pt x="1909583" y="2146894"/>
                </a:lnTo>
                <a:lnTo>
                  <a:pt x="1909320" y="2143679"/>
                </a:lnTo>
                <a:lnTo>
                  <a:pt x="1908632" y="2136003"/>
                </a:lnTo>
                <a:lnTo>
                  <a:pt x="1914390" y="2129264"/>
                </a:lnTo>
                <a:lnTo>
                  <a:pt x="1929729" y="2127992"/>
                </a:lnTo>
                <a:lnTo>
                  <a:pt x="1936471" y="2133646"/>
                </a:lnTo>
                <a:lnTo>
                  <a:pt x="1937748" y="2148990"/>
                </a:lnTo>
                <a:lnTo>
                  <a:pt x="1932040" y="2155783"/>
                </a:lnTo>
                <a:lnTo>
                  <a:pt x="1919920" y="2156787"/>
                </a:lnTo>
                <a:lnTo>
                  <a:pt x="1915825" y="2155042"/>
                </a:lnTo>
                <a:close/>
              </a:path>
              <a:path w="5142230" h="2300604">
                <a:moveTo>
                  <a:pt x="835296" y="1249082"/>
                </a:moveTo>
                <a:lnTo>
                  <a:pt x="830336" y="1243772"/>
                </a:lnTo>
                <a:lnTo>
                  <a:pt x="829221" y="1237691"/>
                </a:lnTo>
                <a:lnTo>
                  <a:pt x="831716" y="1232347"/>
                </a:lnTo>
                <a:lnTo>
                  <a:pt x="835069" y="1225379"/>
                </a:lnTo>
                <a:lnTo>
                  <a:pt x="843338" y="1222403"/>
                </a:lnTo>
                <a:lnTo>
                  <a:pt x="857275" y="1229015"/>
                </a:lnTo>
                <a:lnTo>
                  <a:pt x="860203" y="1237329"/>
                </a:lnTo>
                <a:lnTo>
                  <a:pt x="856944" y="1244300"/>
                </a:lnTo>
                <a:lnTo>
                  <a:pt x="853640" y="1251221"/>
                </a:lnTo>
                <a:lnTo>
                  <a:pt x="845322" y="1254243"/>
                </a:lnTo>
                <a:lnTo>
                  <a:pt x="838355" y="1250890"/>
                </a:lnTo>
                <a:lnTo>
                  <a:pt x="836729" y="1250127"/>
                </a:lnTo>
                <a:lnTo>
                  <a:pt x="835296" y="1249082"/>
                </a:lnTo>
                <a:close/>
              </a:path>
              <a:path w="5142230" h="2300604">
                <a:moveTo>
                  <a:pt x="193011" y="547358"/>
                </a:moveTo>
                <a:lnTo>
                  <a:pt x="188092" y="542092"/>
                </a:lnTo>
                <a:lnTo>
                  <a:pt x="186979" y="540119"/>
                </a:lnTo>
                <a:lnTo>
                  <a:pt x="186339" y="537968"/>
                </a:lnTo>
                <a:lnTo>
                  <a:pt x="184236" y="530536"/>
                </a:lnTo>
                <a:lnTo>
                  <a:pt x="188459" y="522838"/>
                </a:lnTo>
                <a:lnTo>
                  <a:pt x="195900" y="520736"/>
                </a:lnTo>
                <a:lnTo>
                  <a:pt x="203291" y="518580"/>
                </a:lnTo>
                <a:lnTo>
                  <a:pt x="211030" y="522856"/>
                </a:lnTo>
                <a:lnTo>
                  <a:pt x="213186" y="530247"/>
                </a:lnTo>
                <a:lnTo>
                  <a:pt x="215248" y="537635"/>
                </a:lnTo>
                <a:lnTo>
                  <a:pt x="210971" y="545373"/>
                </a:lnTo>
                <a:lnTo>
                  <a:pt x="203576" y="547524"/>
                </a:lnTo>
                <a:lnTo>
                  <a:pt x="198384" y="549005"/>
                </a:lnTo>
                <a:lnTo>
                  <a:pt x="193011" y="547358"/>
                </a:lnTo>
                <a:close/>
              </a:path>
              <a:path w="5142230" h="2300604">
                <a:moveTo>
                  <a:pt x="1760498" y="1769621"/>
                </a:moveTo>
                <a:lnTo>
                  <a:pt x="1754898" y="1763626"/>
                </a:lnTo>
                <a:lnTo>
                  <a:pt x="1749899" y="1757786"/>
                </a:lnTo>
                <a:lnTo>
                  <a:pt x="1750628" y="1748987"/>
                </a:lnTo>
                <a:lnTo>
                  <a:pt x="1755480" y="1744896"/>
                </a:lnTo>
                <a:lnTo>
                  <a:pt x="1761326" y="1739913"/>
                </a:lnTo>
                <a:lnTo>
                  <a:pt x="1762392" y="1739002"/>
                </a:lnTo>
                <a:lnTo>
                  <a:pt x="1771191" y="1739721"/>
                </a:lnTo>
                <a:lnTo>
                  <a:pt x="1781133" y="1751536"/>
                </a:lnTo>
                <a:lnTo>
                  <a:pt x="1780408" y="1760340"/>
                </a:lnTo>
                <a:lnTo>
                  <a:pt x="1775602" y="1764382"/>
                </a:lnTo>
                <a:lnTo>
                  <a:pt x="1769698" y="1769402"/>
                </a:lnTo>
                <a:lnTo>
                  <a:pt x="1768834" y="1770138"/>
                </a:lnTo>
                <a:lnTo>
                  <a:pt x="1760498" y="1769621"/>
                </a:lnTo>
                <a:close/>
              </a:path>
              <a:path w="5142230" h="2300604">
                <a:moveTo>
                  <a:pt x="238655" y="682137"/>
                </a:moveTo>
                <a:lnTo>
                  <a:pt x="233690" y="676823"/>
                </a:lnTo>
                <a:lnTo>
                  <a:pt x="232795" y="675376"/>
                </a:lnTo>
                <a:lnTo>
                  <a:pt x="229272" y="666522"/>
                </a:lnTo>
                <a:lnTo>
                  <a:pt x="232807" y="658381"/>
                </a:lnTo>
                <a:lnTo>
                  <a:pt x="239983" y="655604"/>
                </a:lnTo>
                <a:lnTo>
                  <a:pt x="247109" y="652773"/>
                </a:lnTo>
                <a:lnTo>
                  <a:pt x="255204" y="656259"/>
                </a:lnTo>
                <a:lnTo>
                  <a:pt x="260858" y="670619"/>
                </a:lnTo>
                <a:lnTo>
                  <a:pt x="257372" y="678714"/>
                </a:lnTo>
                <a:lnTo>
                  <a:pt x="250191" y="681487"/>
                </a:lnTo>
                <a:lnTo>
                  <a:pt x="244691" y="683712"/>
                </a:lnTo>
                <a:lnTo>
                  <a:pt x="238655" y="682137"/>
                </a:lnTo>
                <a:close/>
              </a:path>
              <a:path w="5142230" h="2300604">
                <a:moveTo>
                  <a:pt x="1707437" y="1712624"/>
                </a:moveTo>
                <a:lnTo>
                  <a:pt x="1701975" y="1706778"/>
                </a:lnTo>
                <a:lnTo>
                  <a:pt x="1701977" y="1698276"/>
                </a:lnTo>
                <a:lnTo>
                  <a:pt x="1707304" y="1692933"/>
                </a:lnTo>
                <a:lnTo>
                  <a:pt x="1712684" y="1687451"/>
                </a:lnTo>
                <a:lnTo>
                  <a:pt x="1721472" y="1687378"/>
                </a:lnTo>
                <a:lnTo>
                  <a:pt x="1732482" y="1698186"/>
                </a:lnTo>
                <a:lnTo>
                  <a:pt x="1732556" y="1706964"/>
                </a:lnTo>
                <a:lnTo>
                  <a:pt x="1721752" y="1717979"/>
                </a:lnTo>
                <a:lnTo>
                  <a:pt x="1712964" y="1718053"/>
                </a:lnTo>
                <a:lnTo>
                  <a:pt x="1707437" y="1712624"/>
                </a:lnTo>
                <a:close/>
              </a:path>
              <a:path w="5142230" h="2300604">
                <a:moveTo>
                  <a:pt x="771448" y="1217780"/>
                </a:moveTo>
                <a:lnTo>
                  <a:pt x="766488" y="1212470"/>
                </a:lnTo>
                <a:lnTo>
                  <a:pt x="765412" y="1206137"/>
                </a:lnTo>
                <a:lnTo>
                  <a:pt x="768112" y="1200817"/>
                </a:lnTo>
                <a:lnTo>
                  <a:pt x="771556" y="1193948"/>
                </a:lnTo>
                <a:lnTo>
                  <a:pt x="779954" y="1191207"/>
                </a:lnTo>
                <a:lnTo>
                  <a:pt x="793743" y="1198149"/>
                </a:lnTo>
                <a:lnTo>
                  <a:pt x="796479" y="1206551"/>
                </a:lnTo>
                <a:lnTo>
                  <a:pt x="793030" y="1213416"/>
                </a:lnTo>
                <a:lnTo>
                  <a:pt x="789545" y="1220242"/>
                </a:lnTo>
                <a:lnTo>
                  <a:pt x="781189" y="1223026"/>
                </a:lnTo>
                <a:lnTo>
                  <a:pt x="772782" y="1218817"/>
                </a:lnTo>
                <a:lnTo>
                  <a:pt x="771448" y="1217780"/>
                </a:lnTo>
                <a:close/>
              </a:path>
              <a:path w="5142230" h="2300604">
                <a:moveTo>
                  <a:pt x="1916157" y="2296347"/>
                </a:moveTo>
                <a:lnTo>
                  <a:pt x="1911283" y="2291130"/>
                </a:lnTo>
                <a:lnTo>
                  <a:pt x="1909850" y="2287446"/>
                </a:lnTo>
                <a:lnTo>
                  <a:pt x="1910083" y="2283394"/>
                </a:lnTo>
                <a:lnTo>
                  <a:pt x="1910580" y="2275716"/>
                </a:lnTo>
                <a:lnTo>
                  <a:pt x="1916495" y="2270514"/>
                </a:lnTo>
                <a:lnTo>
                  <a:pt x="1917247" y="2269853"/>
                </a:lnTo>
                <a:lnTo>
                  <a:pt x="1924927" y="2270449"/>
                </a:lnTo>
                <a:lnTo>
                  <a:pt x="1932605" y="2270947"/>
                </a:lnTo>
                <a:lnTo>
                  <a:pt x="1938418" y="2277560"/>
                </a:lnTo>
                <a:lnTo>
                  <a:pt x="1937423" y="2292917"/>
                </a:lnTo>
                <a:lnTo>
                  <a:pt x="1931507" y="2298117"/>
                </a:lnTo>
                <a:lnTo>
                  <a:pt x="1930805" y="2298734"/>
                </a:lnTo>
                <a:lnTo>
                  <a:pt x="1923127" y="2298237"/>
                </a:lnTo>
                <a:lnTo>
                  <a:pt x="1919406" y="2297969"/>
                </a:lnTo>
                <a:lnTo>
                  <a:pt x="1916157" y="2296347"/>
                </a:lnTo>
                <a:close/>
              </a:path>
              <a:path w="5142230" h="2300604">
                <a:moveTo>
                  <a:pt x="158336" y="409364"/>
                </a:moveTo>
                <a:lnTo>
                  <a:pt x="153457" y="404142"/>
                </a:lnTo>
                <a:lnTo>
                  <a:pt x="152264" y="401887"/>
                </a:lnTo>
                <a:lnTo>
                  <a:pt x="151686" y="399314"/>
                </a:lnTo>
                <a:lnTo>
                  <a:pt x="150058" y="391804"/>
                </a:lnTo>
                <a:lnTo>
                  <a:pt x="154842" y="384413"/>
                </a:lnTo>
                <a:lnTo>
                  <a:pt x="162356" y="382781"/>
                </a:lnTo>
                <a:lnTo>
                  <a:pt x="169825" y="381099"/>
                </a:lnTo>
                <a:lnTo>
                  <a:pt x="177310" y="385886"/>
                </a:lnTo>
                <a:lnTo>
                  <a:pt x="180576" y="400916"/>
                </a:lnTo>
                <a:lnTo>
                  <a:pt x="175784" y="408396"/>
                </a:lnTo>
                <a:lnTo>
                  <a:pt x="168274" y="410033"/>
                </a:lnTo>
                <a:lnTo>
                  <a:pt x="163324" y="411087"/>
                </a:lnTo>
                <a:lnTo>
                  <a:pt x="158336" y="409364"/>
                </a:lnTo>
                <a:close/>
              </a:path>
              <a:path w="5142230" h="2300604">
                <a:moveTo>
                  <a:pt x="214258" y="615261"/>
                </a:moveTo>
                <a:lnTo>
                  <a:pt x="209288" y="609941"/>
                </a:lnTo>
                <a:lnTo>
                  <a:pt x="208264" y="608259"/>
                </a:lnTo>
                <a:lnTo>
                  <a:pt x="207574" y="606347"/>
                </a:lnTo>
                <a:lnTo>
                  <a:pt x="205132" y="599040"/>
                </a:lnTo>
                <a:lnTo>
                  <a:pt x="209037" y="591101"/>
                </a:lnTo>
                <a:lnTo>
                  <a:pt x="223650" y="586216"/>
                </a:lnTo>
                <a:lnTo>
                  <a:pt x="231590" y="590121"/>
                </a:lnTo>
                <a:lnTo>
                  <a:pt x="236474" y="604734"/>
                </a:lnTo>
                <a:lnTo>
                  <a:pt x="232523" y="612625"/>
                </a:lnTo>
                <a:lnTo>
                  <a:pt x="225262" y="615116"/>
                </a:lnTo>
                <a:lnTo>
                  <a:pt x="219868" y="616868"/>
                </a:lnTo>
                <a:lnTo>
                  <a:pt x="214258" y="615261"/>
                </a:lnTo>
                <a:close/>
              </a:path>
              <a:path w="5142230" h="2300604">
                <a:moveTo>
                  <a:pt x="378265" y="929920"/>
                </a:moveTo>
                <a:lnTo>
                  <a:pt x="372572" y="923825"/>
                </a:lnTo>
                <a:lnTo>
                  <a:pt x="367825" y="917767"/>
                </a:lnTo>
                <a:lnTo>
                  <a:pt x="368833" y="908973"/>
                </a:lnTo>
                <a:lnTo>
                  <a:pt x="374896" y="904222"/>
                </a:lnTo>
                <a:lnTo>
                  <a:pt x="380913" y="899423"/>
                </a:lnTo>
                <a:lnTo>
                  <a:pt x="389654" y="900471"/>
                </a:lnTo>
                <a:lnTo>
                  <a:pt x="399257" y="912511"/>
                </a:lnTo>
                <a:lnTo>
                  <a:pt x="398250" y="921305"/>
                </a:lnTo>
                <a:lnTo>
                  <a:pt x="392232" y="926104"/>
                </a:lnTo>
                <a:lnTo>
                  <a:pt x="386413" y="930627"/>
                </a:lnTo>
                <a:lnTo>
                  <a:pt x="378265" y="929920"/>
                </a:lnTo>
                <a:close/>
              </a:path>
              <a:path w="5142230" h="2300604">
                <a:moveTo>
                  <a:pt x="899811" y="1278947"/>
                </a:moveTo>
                <a:lnTo>
                  <a:pt x="894846" y="1273632"/>
                </a:lnTo>
                <a:lnTo>
                  <a:pt x="893679" y="1267691"/>
                </a:lnTo>
                <a:lnTo>
                  <a:pt x="896032" y="1262390"/>
                </a:lnTo>
                <a:lnTo>
                  <a:pt x="899240" y="1255365"/>
                </a:lnTo>
                <a:lnTo>
                  <a:pt x="907466" y="1252246"/>
                </a:lnTo>
                <a:lnTo>
                  <a:pt x="921513" y="1258583"/>
                </a:lnTo>
                <a:lnTo>
                  <a:pt x="924677" y="1266858"/>
                </a:lnTo>
                <a:lnTo>
                  <a:pt x="921464" y="1273877"/>
                </a:lnTo>
                <a:lnTo>
                  <a:pt x="918341" y="1280895"/>
                </a:lnTo>
                <a:lnTo>
                  <a:pt x="910025" y="1284016"/>
                </a:lnTo>
                <a:lnTo>
                  <a:pt x="901285" y="1280036"/>
                </a:lnTo>
                <a:lnTo>
                  <a:pt x="899811" y="1278947"/>
                </a:lnTo>
                <a:close/>
              </a:path>
              <a:path w="5142230" h="2300604">
                <a:moveTo>
                  <a:pt x="1029914" y="1336014"/>
                </a:moveTo>
                <a:lnTo>
                  <a:pt x="1024949" y="1330700"/>
                </a:lnTo>
                <a:lnTo>
                  <a:pt x="1023779" y="1324853"/>
                </a:lnTo>
                <a:lnTo>
                  <a:pt x="1025984" y="1319589"/>
                </a:lnTo>
                <a:lnTo>
                  <a:pt x="1029057" y="1312517"/>
                </a:lnTo>
                <a:lnTo>
                  <a:pt x="1037241" y="1309255"/>
                </a:lnTo>
                <a:lnTo>
                  <a:pt x="1044320" y="1312239"/>
                </a:lnTo>
                <a:lnTo>
                  <a:pt x="1051391" y="1315312"/>
                </a:lnTo>
                <a:lnTo>
                  <a:pt x="1054653" y="1323496"/>
                </a:lnTo>
                <a:lnTo>
                  <a:pt x="1051674" y="1330571"/>
                </a:lnTo>
                <a:lnTo>
                  <a:pt x="1048596" y="1337637"/>
                </a:lnTo>
                <a:lnTo>
                  <a:pt x="1040413" y="1340899"/>
                </a:lnTo>
                <a:lnTo>
                  <a:pt x="1033343" y="1337925"/>
                </a:lnTo>
                <a:lnTo>
                  <a:pt x="1031478" y="1337102"/>
                </a:lnTo>
                <a:lnTo>
                  <a:pt x="1029914" y="1336014"/>
                </a:lnTo>
                <a:close/>
              </a:path>
              <a:path w="5142230" h="2300604">
                <a:moveTo>
                  <a:pt x="1907016" y="2085009"/>
                </a:moveTo>
                <a:lnTo>
                  <a:pt x="1902146" y="2079797"/>
                </a:lnTo>
                <a:lnTo>
                  <a:pt x="1900861" y="2077345"/>
                </a:lnTo>
                <a:lnTo>
                  <a:pt x="1899037" y="2066987"/>
                </a:lnTo>
                <a:lnTo>
                  <a:pt x="1904151" y="2059754"/>
                </a:lnTo>
                <a:lnTo>
                  <a:pt x="1911701" y="2058453"/>
                </a:lnTo>
                <a:lnTo>
                  <a:pt x="1919301" y="2057106"/>
                </a:lnTo>
                <a:lnTo>
                  <a:pt x="1926542" y="2062121"/>
                </a:lnTo>
                <a:lnTo>
                  <a:pt x="1929164" y="2077146"/>
                </a:lnTo>
                <a:lnTo>
                  <a:pt x="1925488" y="2082594"/>
                </a:lnTo>
                <a:lnTo>
                  <a:pt x="1924126" y="2084558"/>
                </a:lnTo>
                <a:lnTo>
                  <a:pt x="1916683" y="2085876"/>
                </a:lnTo>
                <a:lnTo>
                  <a:pt x="1911725" y="2086727"/>
                </a:lnTo>
                <a:lnTo>
                  <a:pt x="1907016" y="2085009"/>
                </a:lnTo>
                <a:close/>
              </a:path>
              <a:path w="5142230" h="2300604">
                <a:moveTo>
                  <a:pt x="299320" y="811102"/>
                </a:moveTo>
                <a:lnTo>
                  <a:pt x="294264" y="805689"/>
                </a:lnTo>
                <a:lnTo>
                  <a:pt x="293587" y="804769"/>
                </a:lnTo>
                <a:lnTo>
                  <a:pt x="293003" y="803753"/>
                </a:lnTo>
                <a:lnTo>
                  <a:pt x="289271" y="797022"/>
                </a:lnTo>
                <a:lnTo>
                  <a:pt x="291733" y="788513"/>
                </a:lnTo>
                <a:lnTo>
                  <a:pt x="305206" y="781041"/>
                </a:lnTo>
                <a:lnTo>
                  <a:pt x="313714" y="783502"/>
                </a:lnTo>
                <a:lnTo>
                  <a:pt x="321138" y="797021"/>
                </a:lnTo>
                <a:lnTo>
                  <a:pt x="318725" y="805483"/>
                </a:lnTo>
                <a:lnTo>
                  <a:pt x="306263" y="812377"/>
                </a:lnTo>
                <a:lnTo>
                  <a:pt x="299320" y="811102"/>
                </a:lnTo>
                <a:close/>
              </a:path>
              <a:path w="5142230" h="2300604">
                <a:moveTo>
                  <a:pt x="472222" y="1028250"/>
                </a:moveTo>
                <a:lnTo>
                  <a:pt x="466385" y="1022002"/>
                </a:lnTo>
                <a:lnTo>
                  <a:pt x="466094" y="1013968"/>
                </a:lnTo>
                <a:lnTo>
                  <a:pt x="475871" y="1002735"/>
                </a:lnTo>
                <a:lnTo>
                  <a:pt x="484724" y="1002144"/>
                </a:lnTo>
                <a:lnTo>
                  <a:pt x="496325" y="1012217"/>
                </a:lnTo>
                <a:lnTo>
                  <a:pt x="496921" y="1021065"/>
                </a:lnTo>
                <a:lnTo>
                  <a:pt x="486848" y="1032666"/>
                </a:lnTo>
                <a:lnTo>
                  <a:pt x="478045" y="1033311"/>
                </a:lnTo>
                <a:lnTo>
                  <a:pt x="472222" y="1028250"/>
                </a:lnTo>
                <a:close/>
              </a:path>
              <a:path w="5142230" h="2300604">
                <a:moveTo>
                  <a:pt x="1630612" y="1403907"/>
                </a:moveTo>
                <a:lnTo>
                  <a:pt x="1625783" y="1398738"/>
                </a:lnTo>
                <a:lnTo>
                  <a:pt x="1624658" y="1392841"/>
                </a:lnTo>
                <a:lnTo>
                  <a:pt x="1627008" y="1387733"/>
                </a:lnTo>
                <a:lnTo>
                  <a:pt x="1630166" y="1380948"/>
                </a:lnTo>
                <a:lnTo>
                  <a:pt x="1638197" y="1378011"/>
                </a:lnTo>
                <a:lnTo>
                  <a:pt x="1651816" y="1384281"/>
                </a:lnTo>
                <a:lnTo>
                  <a:pt x="1654748" y="1392308"/>
                </a:lnTo>
                <a:lnTo>
                  <a:pt x="1648437" y="1405883"/>
                </a:lnTo>
                <a:lnTo>
                  <a:pt x="1640406" y="1408820"/>
                </a:lnTo>
                <a:lnTo>
                  <a:pt x="1631994" y="1404898"/>
                </a:lnTo>
                <a:lnTo>
                  <a:pt x="1630612" y="1403907"/>
                </a:lnTo>
                <a:close/>
              </a:path>
              <a:path w="5142230" h="2300604">
                <a:moveTo>
                  <a:pt x="1757282" y="1467367"/>
                </a:moveTo>
                <a:lnTo>
                  <a:pt x="1752413" y="1462155"/>
                </a:lnTo>
                <a:lnTo>
                  <a:pt x="1751447" y="1455843"/>
                </a:lnTo>
                <a:lnTo>
                  <a:pt x="1757891" y="1444071"/>
                </a:lnTo>
                <a:lnTo>
                  <a:pt x="1766140" y="1441661"/>
                </a:lnTo>
                <a:lnTo>
                  <a:pt x="1779210" y="1448810"/>
                </a:lnTo>
                <a:lnTo>
                  <a:pt x="1781620" y="1457059"/>
                </a:lnTo>
                <a:lnTo>
                  <a:pt x="1774467" y="1470124"/>
                </a:lnTo>
                <a:lnTo>
                  <a:pt x="1766218" y="1472534"/>
                </a:lnTo>
                <a:lnTo>
                  <a:pt x="1758389" y="1468260"/>
                </a:lnTo>
                <a:lnTo>
                  <a:pt x="1757282" y="1467367"/>
                </a:lnTo>
                <a:close/>
              </a:path>
              <a:path w="5142230" h="2300604">
                <a:moveTo>
                  <a:pt x="1936726" y="1582629"/>
                </a:moveTo>
                <a:lnTo>
                  <a:pt x="1930785" y="1576270"/>
                </a:lnTo>
                <a:lnTo>
                  <a:pt x="1930341" y="1568952"/>
                </a:lnTo>
                <a:lnTo>
                  <a:pt x="1939271" y="1557789"/>
                </a:lnTo>
                <a:lnTo>
                  <a:pt x="1947755" y="1556803"/>
                </a:lnTo>
                <a:lnTo>
                  <a:pt x="1959423" y="1566165"/>
                </a:lnTo>
                <a:lnTo>
                  <a:pt x="1960413" y="1574654"/>
                </a:lnTo>
                <a:lnTo>
                  <a:pt x="1951046" y="1586327"/>
                </a:lnTo>
                <a:lnTo>
                  <a:pt x="1942557" y="1587308"/>
                </a:lnTo>
                <a:lnTo>
                  <a:pt x="1936726" y="1582629"/>
                </a:lnTo>
                <a:close/>
              </a:path>
              <a:path w="5142230" h="2300604">
                <a:moveTo>
                  <a:pt x="1818691" y="1502509"/>
                </a:moveTo>
                <a:lnTo>
                  <a:pt x="1813862" y="1497341"/>
                </a:lnTo>
                <a:lnTo>
                  <a:pt x="1813001" y="1490749"/>
                </a:lnTo>
                <a:lnTo>
                  <a:pt x="1816152" y="1485423"/>
                </a:lnTo>
                <a:lnTo>
                  <a:pt x="1820056" y="1479045"/>
                </a:lnTo>
                <a:lnTo>
                  <a:pt x="1828193" y="1477004"/>
                </a:lnTo>
                <a:lnTo>
                  <a:pt x="1828341" y="1476967"/>
                </a:lnTo>
                <a:lnTo>
                  <a:pt x="1841109" y="1484672"/>
                </a:lnTo>
                <a:lnTo>
                  <a:pt x="1843134" y="1492998"/>
                </a:lnTo>
                <a:lnTo>
                  <a:pt x="1839333" y="1499388"/>
                </a:lnTo>
                <a:lnTo>
                  <a:pt x="1835474" y="1505814"/>
                </a:lnTo>
                <a:lnTo>
                  <a:pt x="1827144" y="1507844"/>
                </a:lnTo>
                <a:lnTo>
                  <a:pt x="1820812" y="1503998"/>
                </a:lnTo>
                <a:lnTo>
                  <a:pt x="1819654" y="1503345"/>
                </a:lnTo>
                <a:lnTo>
                  <a:pt x="1818691" y="1502509"/>
                </a:lnTo>
                <a:close/>
              </a:path>
              <a:path w="5142230" h="2300604">
                <a:moveTo>
                  <a:pt x="1878538" y="1540378"/>
                </a:moveTo>
                <a:lnTo>
                  <a:pt x="1873619" y="1535112"/>
                </a:lnTo>
                <a:lnTo>
                  <a:pt x="1872910" y="1528196"/>
                </a:lnTo>
                <a:lnTo>
                  <a:pt x="1880568" y="1516649"/>
                </a:lnTo>
                <a:lnTo>
                  <a:pt x="1888985" y="1515005"/>
                </a:lnTo>
                <a:lnTo>
                  <a:pt x="1901402" y="1523311"/>
                </a:lnTo>
                <a:lnTo>
                  <a:pt x="1903095" y="1531673"/>
                </a:lnTo>
                <a:lnTo>
                  <a:pt x="1898965" y="1537906"/>
                </a:lnTo>
                <a:lnTo>
                  <a:pt x="1894789" y="1544090"/>
                </a:lnTo>
                <a:lnTo>
                  <a:pt x="1886422" y="1545788"/>
                </a:lnTo>
                <a:lnTo>
                  <a:pt x="1880189" y="1541657"/>
                </a:lnTo>
                <a:lnTo>
                  <a:pt x="1879314" y="1541014"/>
                </a:lnTo>
                <a:lnTo>
                  <a:pt x="1878538" y="1540378"/>
                </a:lnTo>
                <a:close/>
              </a:path>
              <a:path w="5142230" h="2300604">
                <a:moveTo>
                  <a:pt x="1036159" y="1170568"/>
                </a:moveTo>
                <a:lnTo>
                  <a:pt x="1031377" y="1165449"/>
                </a:lnTo>
                <a:lnTo>
                  <a:pt x="1030197" y="1159885"/>
                </a:lnTo>
                <a:lnTo>
                  <a:pt x="1032162" y="1154853"/>
                </a:lnTo>
                <a:lnTo>
                  <a:pt x="1034995" y="1147915"/>
                </a:lnTo>
                <a:lnTo>
                  <a:pt x="1042846" y="1144590"/>
                </a:lnTo>
                <a:lnTo>
                  <a:pt x="1056684" y="1150117"/>
                </a:lnTo>
                <a:lnTo>
                  <a:pt x="1060045" y="1158016"/>
                </a:lnTo>
                <a:lnTo>
                  <a:pt x="1057266" y="1164914"/>
                </a:lnTo>
                <a:lnTo>
                  <a:pt x="1054527" y="1171855"/>
                </a:lnTo>
                <a:lnTo>
                  <a:pt x="1046623" y="1175221"/>
                </a:lnTo>
                <a:lnTo>
                  <a:pt x="1037822" y="1171664"/>
                </a:lnTo>
                <a:lnTo>
                  <a:pt x="1036159" y="1170568"/>
                </a:lnTo>
                <a:close/>
              </a:path>
              <a:path w="5142230" h="2300604">
                <a:moveTo>
                  <a:pt x="1694477" y="1434543"/>
                </a:moveTo>
                <a:lnTo>
                  <a:pt x="1689654" y="1429380"/>
                </a:lnTo>
                <a:lnTo>
                  <a:pt x="1688616" y="1423284"/>
                </a:lnTo>
                <a:lnTo>
                  <a:pt x="1691216" y="1418150"/>
                </a:lnTo>
                <a:lnTo>
                  <a:pt x="1694560" y="1411465"/>
                </a:lnTo>
                <a:lnTo>
                  <a:pt x="1702679" y="1408720"/>
                </a:lnTo>
                <a:lnTo>
                  <a:pt x="1715999" y="1415453"/>
                </a:lnTo>
                <a:lnTo>
                  <a:pt x="1718744" y="1423572"/>
                </a:lnTo>
                <a:lnTo>
                  <a:pt x="1712052" y="1436936"/>
                </a:lnTo>
                <a:lnTo>
                  <a:pt x="1703888" y="1439632"/>
                </a:lnTo>
                <a:lnTo>
                  <a:pt x="1697208" y="1436293"/>
                </a:lnTo>
                <a:lnTo>
                  <a:pt x="1695770" y="1435536"/>
                </a:lnTo>
                <a:lnTo>
                  <a:pt x="1694477" y="1434543"/>
                </a:lnTo>
                <a:close/>
              </a:path>
              <a:path w="5142230" h="2300604">
                <a:moveTo>
                  <a:pt x="1168679" y="1221817"/>
                </a:moveTo>
                <a:lnTo>
                  <a:pt x="1163896" y="1216697"/>
                </a:lnTo>
                <a:lnTo>
                  <a:pt x="1162665" y="1211273"/>
                </a:lnTo>
                <a:lnTo>
                  <a:pt x="1164528" y="1206328"/>
                </a:lnTo>
                <a:lnTo>
                  <a:pt x="1167126" y="1199335"/>
                </a:lnTo>
                <a:lnTo>
                  <a:pt x="1174947" y="1195782"/>
                </a:lnTo>
                <a:lnTo>
                  <a:pt x="1188930" y="1201073"/>
                </a:lnTo>
                <a:lnTo>
                  <a:pt x="1192442" y="1208840"/>
                </a:lnTo>
                <a:lnTo>
                  <a:pt x="1187245" y="1222826"/>
                </a:lnTo>
                <a:lnTo>
                  <a:pt x="1179429" y="1226384"/>
                </a:lnTo>
                <a:lnTo>
                  <a:pt x="1172436" y="1223786"/>
                </a:lnTo>
                <a:lnTo>
                  <a:pt x="1170387" y="1222961"/>
                </a:lnTo>
                <a:lnTo>
                  <a:pt x="1168679" y="1221817"/>
                </a:lnTo>
                <a:close/>
              </a:path>
              <a:path w="5142230" h="2300604">
                <a:moveTo>
                  <a:pt x="1368256" y="1296073"/>
                </a:moveTo>
                <a:lnTo>
                  <a:pt x="1363473" y="1290953"/>
                </a:lnTo>
                <a:lnTo>
                  <a:pt x="1362287" y="1285578"/>
                </a:lnTo>
                <a:lnTo>
                  <a:pt x="1364109" y="1280588"/>
                </a:lnTo>
                <a:lnTo>
                  <a:pt x="1366802" y="1273599"/>
                </a:lnTo>
                <a:lnTo>
                  <a:pt x="1374570" y="1270086"/>
                </a:lnTo>
                <a:lnTo>
                  <a:pt x="1381563" y="1272685"/>
                </a:lnTo>
                <a:lnTo>
                  <a:pt x="1388548" y="1275373"/>
                </a:lnTo>
                <a:lnTo>
                  <a:pt x="1392065" y="1283145"/>
                </a:lnTo>
                <a:lnTo>
                  <a:pt x="1389466" y="1290138"/>
                </a:lnTo>
                <a:lnTo>
                  <a:pt x="1386773" y="1297128"/>
                </a:lnTo>
                <a:lnTo>
                  <a:pt x="1379001" y="1300635"/>
                </a:lnTo>
                <a:lnTo>
                  <a:pt x="1372008" y="1298037"/>
                </a:lnTo>
                <a:lnTo>
                  <a:pt x="1370005" y="1297260"/>
                </a:lnTo>
                <a:lnTo>
                  <a:pt x="1368256" y="1296073"/>
                </a:lnTo>
                <a:close/>
              </a:path>
              <a:path w="5142230" h="2300604">
                <a:moveTo>
                  <a:pt x="1102265" y="1196565"/>
                </a:moveTo>
                <a:lnTo>
                  <a:pt x="1097482" y="1191445"/>
                </a:lnTo>
                <a:lnTo>
                  <a:pt x="1096246" y="1186017"/>
                </a:lnTo>
                <a:lnTo>
                  <a:pt x="1098216" y="1180990"/>
                </a:lnTo>
                <a:lnTo>
                  <a:pt x="1100860" y="1174045"/>
                </a:lnTo>
                <a:lnTo>
                  <a:pt x="1108722" y="1170536"/>
                </a:lnTo>
                <a:lnTo>
                  <a:pt x="1122652" y="1175967"/>
                </a:lnTo>
                <a:lnTo>
                  <a:pt x="1126116" y="1183780"/>
                </a:lnTo>
                <a:lnTo>
                  <a:pt x="1123423" y="1190770"/>
                </a:lnTo>
                <a:lnTo>
                  <a:pt x="1120734" y="1197666"/>
                </a:lnTo>
                <a:lnTo>
                  <a:pt x="1112921" y="1201129"/>
                </a:lnTo>
                <a:lnTo>
                  <a:pt x="1103973" y="1197709"/>
                </a:lnTo>
                <a:lnTo>
                  <a:pt x="1102265" y="1196565"/>
                </a:lnTo>
                <a:close/>
              </a:path>
              <a:path w="5142230" h="2300604">
                <a:moveTo>
                  <a:pt x="1565832" y="1375028"/>
                </a:moveTo>
                <a:lnTo>
                  <a:pt x="1561044" y="1369904"/>
                </a:lnTo>
                <a:lnTo>
                  <a:pt x="1559921" y="1364205"/>
                </a:lnTo>
                <a:lnTo>
                  <a:pt x="1562078" y="1359085"/>
                </a:lnTo>
                <a:lnTo>
                  <a:pt x="1565092" y="1352244"/>
                </a:lnTo>
                <a:lnTo>
                  <a:pt x="1572994" y="1349071"/>
                </a:lnTo>
                <a:lnTo>
                  <a:pt x="1586720" y="1354967"/>
                </a:lnTo>
                <a:lnTo>
                  <a:pt x="1589895" y="1362959"/>
                </a:lnTo>
                <a:lnTo>
                  <a:pt x="1586922" y="1369845"/>
                </a:lnTo>
                <a:lnTo>
                  <a:pt x="1583998" y="1376685"/>
                </a:lnTo>
                <a:lnTo>
                  <a:pt x="1576006" y="1379860"/>
                </a:lnTo>
                <a:lnTo>
                  <a:pt x="1569120" y="1376887"/>
                </a:lnTo>
                <a:lnTo>
                  <a:pt x="1567400" y="1376120"/>
                </a:lnTo>
                <a:lnTo>
                  <a:pt x="1565832" y="1375028"/>
                </a:lnTo>
                <a:close/>
              </a:path>
              <a:path w="5142230" h="2300604">
                <a:moveTo>
                  <a:pt x="1235252" y="1246555"/>
                </a:moveTo>
                <a:lnTo>
                  <a:pt x="1230470" y="1241435"/>
                </a:lnTo>
                <a:lnTo>
                  <a:pt x="1229186" y="1236151"/>
                </a:lnTo>
                <a:lnTo>
                  <a:pt x="1231004" y="1231157"/>
                </a:lnTo>
                <a:lnTo>
                  <a:pt x="1233602" y="1224164"/>
                </a:lnTo>
                <a:lnTo>
                  <a:pt x="1241377" y="1220562"/>
                </a:lnTo>
                <a:lnTo>
                  <a:pt x="1248416" y="1223209"/>
                </a:lnTo>
                <a:lnTo>
                  <a:pt x="1255458" y="1225762"/>
                </a:lnTo>
                <a:lnTo>
                  <a:pt x="1258970" y="1233529"/>
                </a:lnTo>
                <a:lnTo>
                  <a:pt x="1256417" y="1240571"/>
                </a:lnTo>
                <a:lnTo>
                  <a:pt x="1253819" y="1247564"/>
                </a:lnTo>
                <a:lnTo>
                  <a:pt x="1246002" y="1251122"/>
                </a:lnTo>
                <a:lnTo>
                  <a:pt x="1239009" y="1248524"/>
                </a:lnTo>
                <a:lnTo>
                  <a:pt x="1236957" y="1247793"/>
                </a:lnTo>
                <a:lnTo>
                  <a:pt x="1235252" y="1246555"/>
                </a:lnTo>
                <a:close/>
              </a:path>
              <a:path w="5142230" h="2300604">
                <a:moveTo>
                  <a:pt x="1301780" y="1271244"/>
                </a:moveTo>
                <a:lnTo>
                  <a:pt x="1296997" y="1266124"/>
                </a:lnTo>
                <a:lnTo>
                  <a:pt x="1295763" y="1260794"/>
                </a:lnTo>
                <a:lnTo>
                  <a:pt x="1297585" y="1255805"/>
                </a:lnTo>
                <a:lnTo>
                  <a:pt x="1300232" y="1248766"/>
                </a:lnTo>
                <a:lnTo>
                  <a:pt x="1308000" y="1245254"/>
                </a:lnTo>
                <a:lnTo>
                  <a:pt x="1322034" y="1250405"/>
                </a:lnTo>
                <a:lnTo>
                  <a:pt x="1325592" y="1258222"/>
                </a:lnTo>
                <a:lnTo>
                  <a:pt x="1320395" y="1272208"/>
                </a:lnTo>
                <a:lnTo>
                  <a:pt x="1312574" y="1275761"/>
                </a:lnTo>
                <a:lnTo>
                  <a:pt x="1305581" y="1273162"/>
                </a:lnTo>
                <a:lnTo>
                  <a:pt x="1303529" y="1272431"/>
                </a:lnTo>
                <a:lnTo>
                  <a:pt x="1301780" y="1271244"/>
                </a:lnTo>
                <a:close/>
              </a:path>
              <a:path w="5142230" h="2300604">
                <a:moveTo>
                  <a:pt x="1434568" y="1321411"/>
                </a:moveTo>
                <a:lnTo>
                  <a:pt x="1429790" y="1316296"/>
                </a:lnTo>
                <a:lnTo>
                  <a:pt x="1428554" y="1310867"/>
                </a:lnTo>
                <a:lnTo>
                  <a:pt x="1430524" y="1305840"/>
                </a:lnTo>
                <a:lnTo>
                  <a:pt x="1433216" y="1298850"/>
                </a:lnTo>
                <a:lnTo>
                  <a:pt x="1441075" y="1295435"/>
                </a:lnTo>
                <a:lnTo>
                  <a:pt x="1455006" y="1300867"/>
                </a:lnTo>
                <a:lnTo>
                  <a:pt x="1458421" y="1308725"/>
                </a:lnTo>
                <a:lnTo>
                  <a:pt x="1455682" y="1315666"/>
                </a:lnTo>
                <a:lnTo>
                  <a:pt x="1452985" y="1322651"/>
                </a:lnTo>
                <a:lnTo>
                  <a:pt x="1445131" y="1326071"/>
                </a:lnTo>
                <a:lnTo>
                  <a:pt x="1438190" y="1323332"/>
                </a:lnTo>
                <a:lnTo>
                  <a:pt x="1436232" y="1322605"/>
                </a:lnTo>
                <a:lnTo>
                  <a:pt x="1434568" y="1321411"/>
                </a:lnTo>
                <a:close/>
              </a:path>
              <a:path w="5142230" h="2300604">
                <a:moveTo>
                  <a:pt x="1500434" y="1347640"/>
                </a:moveTo>
                <a:lnTo>
                  <a:pt x="1495647" y="1342515"/>
                </a:lnTo>
                <a:lnTo>
                  <a:pt x="1494472" y="1336956"/>
                </a:lnTo>
                <a:lnTo>
                  <a:pt x="1499360" y="1324985"/>
                </a:lnTo>
                <a:lnTo>
                  <a:pt x="1507220" y="1321669"/>
                </a:lnTo>
                <a:lnTo>
                  <a:pt x="1521091" y="1327330"/>
                </a:lnTo>
                <a:lnTo>
                  <a:pt x="1524367" y="1335236"/>
                </a:lnTo>
                <a:lnTo>
                  <a:pt x="1521583" y="1342128"/>
                </a:lnTo>
                <a:lnTo>
                  <a:pt x="1518750" y="1349066"/>
                </a:lnTo>
                <a:lnTo>
                  <a:pt x="1510850" y="1352338"/>
                </a:lnTo>
                <a:lnTo>
                  <a:pt x="1502048" y="1348780"/>
                </a:lnTo>
                <a:lnTo>
                  <a:pt x="1500434" y="1347640"/>
                </a:lnTo>
                <a:close/>
              </a:path>
              <a:path w="5142230" h="2300604">
                <a:moveTo>
                  <a:pt x="2167440" y="2080518"/>
                </a:moveTo>
                <a:lnTo>
                  <a:pt x="2162703" y="2075447"/>
                </a:lnTo>
                <a:lnTo>
                  <a:pt x="2161344" y="2072233"/>
                </a:lnTo>
                <a:lnTo>
                  <a:pt x="2161298" y="2061236"/>
                </a:lnTo>
                <a:lnTo>
                  <a:pt x="2167312" y="2055162"/>
                </a:lnTo>
                <a:lnTo>
                  <a:pt x="2182227" y="2055098"/>
                </a:lnTo>
                <a:lnTo>
                  <a:pt x="2188306" y="2061117"/>
                </a:lnTo>
                <a:lnTo>
                  <a:pt x="2188360" y="2076032"/>
                </a:lnTo>
                <a:lnTo>
                  <a:pt x="2182351" y="2082111"/>
                </a:lnTo>
                <a:lnTo>
                  <a:pt x="2170972" y="2082149"/>
                </a:lnTo>
                <a:lnTo>
                  <a:pt x="2167440" y="2080518"/>
                </a:lnTo>
                <a:close/>
              </a:path>
              <a:path w="5142230" h="2300604">
                <a:moveTo>
                  <a:pt x="2147217" y="2291702"/>
                </a:moveTo>
                <a:lnTo>
                  <a:pt x="2142530" y="2286684"/>
                </a:lnTo>
                <a:lnTo>
                  <a:pt x="2141117" y="2282435"/>
                </a:lnTo>
                <a:lnTo>
                  <a:pt x="2141826" y="2278111"/>
                </a:lnTo>
                <a:lnTo>
                  <a:pt x="2143162" y="2270744"/>
                </a:lnTo>
                <a:lnTo>
                  <a:pt x="2150129" y="2265788"/>
                </a:lnTo>
                <a:lnTo>
                  <a:pt x="2157500" y="2267130"/>
                </a:lnTo>
                <a:lnTo>
                  <a:pt x="2164865" y="2268367"/>
                </a:lnTo>
                <a:lnTo>
                  <a:pt x="2169777" y="2275384"/>
                </a:lnTo>
                <a:lnTo>
                  <a:pt x="2168535" y="2282754"/>
                </a:lnTo>
                <a:lnTo>
                  <a:pt x="2167242" y="2290070"/>
                </a:lnTo>
                <a:lnTo>
                  <a:pt x="2160231" y="2295076"/>
                </a:lnTo>
                <a:lnTo>
                  <a:pt x="2152860" y="2293735"/>
                </a:lnTo>
                <a:lnTo>
                  <a:pt x="2149860" y="2293260"/>
                </a:lnTo>
                <a:lnTo>
                  <a:pt x="2147217" y="2291702"/>
                </a:lnTo>
                <a:close/>
              </a:path>
              <a:path w="5142230" h="2300604">
                <a:moveTo>
                  <a:pt x="841046" y="1084473"/>
                </a:moveTo>
                <a:lnTo>
                  <a:pt x="836263" y="1079353"/>
                </a:lnTo>
                <a:lnTo>
                  <a:pt x="835193" y="1073321"/>
                </a:lnTo>
                <a:lnTo>
                  <a:pt x="841029" y="1061387"/>
                </a:lnTo>
                <a:lnTo>
                  <a:pt x="849102" y="1058593"/>
                </a:lnTo>
                <a:lnTo>
                  <a:pt x="862520" y="1065235"/>
                </a:lnTo>
                <a:lnTo>
                  <a:pt x="865314" y="1073308"/>
                </a:lnTo>
                <a:lnTo>
                  <a:pt x="862016" y="1080041"/>
                </a:lnTo>
                <a:lnTo>
                  <a:pt x="858721" y="1086680"/>
                </a:lnTo>
                <a:lnTo>
                  <a:pt x="850648" y="1089474"/>
                </a:lnTo>
                <a:lnTo>
                  <a:pt x="843910" y="1086171"/>
                </a:lnTo>
                <a:lnTo>
                  <a:pt x="842428" y="1085465"/>
                </a:lnTo>
                <a:lnTo>
                  <a:pt x="841046" y="1084473"/>
                </a:lnTo>
                <a:close/>
              </a:path>
              <a:path w="5142230" h="2300604">
                <a:moveTo>
                  <a:pt x="2113868" y="1805587"/>
                </a:moveTo>
                <a:lnTo>
                  <a:pt x="2109035" y="1800413"/>
                </a:lnTo>
                <a:lnTo>
                  <a:pt x="2108232" y="1799163"/>
                </a:lnTo>
                <a:lnTo>
                  <a:pt x="2104494" y="1790958"/>
                </a:lnTo>
                <a:lnTo>
                  <a:pt x="2107555" y="1782994"/>
                </a:lnTo>
                <a:lnTo>
                  <a:pt x="2121172" y="1776849"/>
                </a:lnTo>
                <a:lnTo>
                  <a:pt x="2129190" y="1779860"/>
                </a:lnTo>
                <a:lnTo>
                  <a:pt x="2135336" y="1793476"/>
                </a:lnTo>
                <a:lnTo>
                  <a:pt x="2132271" y="1801535"/>
                </a:lnTo>
                <a:lnTo>
                  <a:pt x="2125417" y="1804559"/>
                </a:lnTo>
                <a:lnTo>
                  <a:pt x="2120051" y="1807025"/>
                </a:lnTo>
                <a:lnTo>
                  <a:pt x="2113868" y="1805587"/>
                </a:lnTo>
                <a:close/>
              </a:path>
              <a:path w="5142230" h="2300604">
                <a:moveTo>
                  <a:pt x="2081297" y="1743449"/>
                </a:moveTo>
                <a:lnTo>
                  <a:pt x="2075727" y="1737487"/>
                </a:lnTo>
                <a:lnTo>
                  <a:pt x="2071293" y="1730297"/>
                </a:lnTo>
                <a:lnTo>
                  <a:pt x="2073277" y="1721961"/>
                </a:lnTo>
                <a:lnTo>
                  <a:pt x="2079693" y="1718077"/>
                </a:lnTo>
                <a:lnTo>
                  <a:pt x="2086009" y="1714185"/>
                </a:lnTo>
                <a:lnTo>
                  <a:pt x="2094345" y="1716168"/>
                </a:lnTo>
                <a:lnTo>
                  <a:pt x="2102171" y="1728846"/>
                </a:lnTo>
                <a:lnTo>
                  <a:pt x="2100187" y="1737182"/>
                </a:lnTo>
                <a:lnTo>
                  <a:pt x="2093826" y="1741124"/>
                </a:lnTo>
                <a:lnTo>
                  <a:pt x="2088230" y="1744517"/>
                </a:lnTo>
                <a:lnTo>
                  <a:pt x="2081297" y="1743449"/>
                </a:lnTo>
                <a:close/>
              </a:path>
              <a:path w="5142230" h="2300604">
                <a:moveTo>
                  <a:pt x="409304" y="735690"/>
                </a:moveTo>
                <a:lnTo>
                  <a:pt x="403641" y="729628"/>
                </a:lnTo>
                <a:lnTo>
                  <a:pt x="403153" y="728715"/>
                </a:lnTo>
                <a:lnTo>
                  <a:pt x="399354" y="722302"/>
                </a:lnTo>
                <a:lnTo>
                  <a:pt x="401576" y="714026"/>
                </a:lnTo>
                <a:lnTo>
                  <a:pt x="407979" y="710226"/>
                </a:lnTo>
                <a:lnTo>
                  <a:pt x="414433" y="706480"/>
                </a:lnTo>
                <a:lnTo>
                  <a:pt x="422767" y="708657"/>
                </a:lnTo>
                <a:lnTo>
                  <a:pt x="430254" y="721560"/>
                </a:lnTo>
                <a:lnTo>
                  <a:pt x="428090" y="729799"/>
                </a:lnTo>
                <a:lnTo>
                  <a:pt x="421628" y="733635"/>
                </a:lnTo>
                <a:lnTo>
                  <a:pt x="416047" y="736849"/>
                </a:lnTo>
                <a:lnTo>
                  <a:pt x="409304" y="735690"/>
                </a:lnTo>
                <a:close/>
              </a:path>
              <a:path w="5142230" h="2300604">
                <a:moveTo>
                  <a:pt x="301553" y="472260"/>
                </a:moveTo>
                <a:lnTo>
                  <a:pt x="296766" y="467135"/>
                </a:lnTo>
                <a:lnTo>
                  <a:pt x="295696" y="465404"/>
                </a:lnTo>
                <a:lnTo>
                  <a:pt x="295104" y="463401"/>
                </a:lnTo>
                <a:lnTo>
                  <a:pt x="292892" y="456244"/>
                </a:lnTo>
                <a:lnTo>
                  <a:pt x="296928" y="448639"/>
                </a:lnTo>
                <a:lnTo>
                  <a:pt x="311193" y="444262"/>
                </a:lnTo>
                <a:lnTo>
                  <a:pt x="318752" y="448249"/>
                </a:lnTo>
                <a:lnTo>
                  <a:pt x="323175" y="462563"/>
                </a:lnTo>
                <a:lnTo>
                  <a:pt x="319188" y="470122"/>
                </a:lnTo>
                <a:lnTo>
                  <a:pt x="306926" y="473906"/>
                </a:lnTo>
                <a:lnTo>
                  <a:pt x="301553" y="472260"/>
                </a:lnTo>
                <a:close/>
              </a:path>
              <a:path w="5142230" h="2300604">
                <a:moveTo>
                  <a:pt x="2157961" y="2221683"/>
                </a:moveTo>
                <a:lnTo>
                  <a:pt x="2153224" y="2216612"/>
                </a:lnTo>
                <a:lnTo>
                  <a:pt x="2151752" y="2212690"/>
                </a:lnTo>
                <a:lnTo>
                  <a:pt x="2153185" y="2201125"/>
                </a:lnTo>
                <a:lnTo>
                  <a:pt x="2159973" y="2195880"/>
                </a:lnTo>
                <a:lnTo>
                  <a:pt x="2167396" y="2196789"/>
                </a:lnTo>
                <a:lnTo>
                  <a:pt x="2174780" y="2197753"/>
                </a:lnTo>
                <a:lnTo>
                  <a:pt x="2180074" y="2204496"/>
                </a:lnTo>
                <a:lnTo>
                  <a:pt x="2179115" y="2211875"/>
                </a:lnTo>
                <a:lnTo>
                  <a:pt x="2178201" y="2219303"/>
                </a:lnTo>
                <a:lnTo>
                  <a:pt x="2171408" y="2224543"/>
                </a:lnTo>
                <a:lnTo>
                  <a:pt x="2164030" y="2223683"/>
                </a:lnTo>
                <a:lnTo>
                  <a:pt x="2160788" y="2223242"/>
                </a:lnTo>
                <a:lnTo>
                  <a:pt x="2157961" y="2221683"/>
                </a:lnTo>
                <a:close/>
              </a:path>
              <a:path w="5142230" h="2300604">
                <a:moveTo>
                  <a:pt x="2155178" y="1939930"/>
                </a:moveTo>
                <a:lnTo>
                  <a:pt x="2150400" y="1934816"/>
                </a:lnTo>
                <a:lnTo>
                  <a:pt x="2149198" y="1932551"/>
                </a:lnTo>
                <a:lnTo>
                  <a:pt x="2148677" y="1929942"/>
                </a:lnTo>
                <a:lnTo>
                  <a:pt x="2147317" y="1922620"/>
                </a:lnTo>
                <a:lnTo>
                  <a:pt x="2152141" y="1915566"/>
                </a:lnTo>
                <a:lnTo>
                  <a:pt x="2159461" y="1914116"/>
                </a:lnTo>
                <a:lnTo>
                  <a:pt x="2166772" y="1912755"/>
                </a:lnTo>
                <a:lnTo>
                  <a:pt x="2173880" y="1917529"/>
                </a:lnTo>
                <a:lnTo>
                  <a:pt x="2176688" y="1932264"/>
                </a:lnTo>
                <a:lnTo>
                  <a:pt x="2171868" y="1939323"/>
                </a:lnTo>
                <a:lnTo>
                  <a:pt x="2159752" y="1941602"/>
                </a:lnTo>
                <a:lnTo>
                  <a:pt x="2155178" y="1939930"/>
                </a:lnTo>
                <a:close/>
              </a:path>
              <a:path w="5142230" h="2300604">
                <a:moveTo>
                  <a:pt x="2138484" y="1871428"/>
                </a:moveTo>
                <a:lnTo>
                  <a:pt x="2133747" y="1866357"/>
                </a:lnTo>
                <a:lnTo>
                  <a:pt x="2132632" y="1864577"/>
                </a:lnTo>
                <a:lnTo>
                  <a:pt x="2132039" y="1862574"/>
                </a:lnTo>
                <a:lnTo>
                  <a:pt x="2129828" y="1855417"/>
                </a:lnTo>
                <a:lnTo>
                  <a:pt x="2133815" y="1847857"/>
                </a:lnTo>
                <a:lnTo>
                  <a:pt x="2148075" y="1843475"/>
                </a:lnTo>
                <a:lnTo>
                  <a:pt x="2155683" y="1847417"/>
                </a:lnTo>
                <a:lnTo>
                  <a:pt x="2160065" y="1861686"/>
                </a:lnTo>
                <a:lnTo>
                  <a:pt x="2156078" y="1869246"/>
                </a:lnTo>
                <a:lnTo>
                  <a:pt x="2148962" y="1871501"/>
                </a:lnTo>
                <a:lnTo>
                  <a:pt x="2143862" y="1873079"/>
                </a:lnTo>
                <a:lnTo>
                  <a:pt x="2138484" y="1871428"/>
                </a:lnTo>
                <a:close/>
              </a:path>
              <a:path w="5142230" h="2300604">
                <a:moveTo>
                  <a:pt x="263301" y="335325"/>
                </a:moveTo>
                <a:lnTo>
                  <a:pt x="258518" y="330205"/>
                </a:lnTo>
                <a:lnTo>
                  <a:pt x="257405" y="328231"/>
                </a:lnTo>
                <a:lnTo>
                  <a:pt x="254991" y="318707"/>
                </a:lnTo>
                <a:lnTo>
                  <a:pt x="259422" y="311331"/>
                </a:lnTo>
                <a:lnTo>
                  <a:pt x="273820" y="307683"/>
                </a:lnTo>
                <a:lnTo>
                  <a:pt x="281183" y="312045"/>
                </a:lnTo>
                <a:lnTo>
                  <a:pt x="284845" y="326522"/>
                </a:lnTo>
                <a:lnTo>
                  <a:pt x="280487" y="333880"/>
                </a:lnTo>
                <a:lnTo>
                  <a:pt x="268296" y="336958"/>
                </a:lnTo>
                <a:lnTo>
                  <a:pt x="263301" y="335325"/>
                </a:lnTo>
                <a:close/>
              </a:path>
              <a:path w="5142230" h="2300604">
                <a:moveTo>
                  <a:pt x="970518" y="1143407"/>
                </a:moveTo>
                <a:lnTo>
                  <a:pt x="965690" y="1138239"/>
                </a:lnTo>
                <a:lnTo>
                  <a:pt x="964509" y="1132576"/>
                </a:lnTo>
                <a:lnTo>
                  <a:pt x="966622" y="1127507"/>
                </a:lnTo>
                <a:lnTo>
                  <a:pt x="969546" y="1120667"/>
                </a:lnTo>
                <a:lnTo>
                  <a:pt x="977492" y="1117443"/>
                </a:lnTo>
                <a:lnTo>
                  <a:pt x="991267" y="1123294"/>
                </a:lnTo>
                <a:lnTo>
                  <a:pt x="994420" y="1131068"/>
                </a:lnTo>
                <a:lnTo>
                  <a:pt x="988642" y="1144921"/>
                </a:lnTo>
                <a:lnTo>
                  <a:pt x="980696" y="1148144"/>
                </a:lnTo>
                <a:lnTo>
                  <a:pt x="971992" y="1144496"/>
                </a:lnTo>
                <a:lnTo>
                  <a:pt x="970518" y="1143407"/>
                </a:lnTo>
                <a:close/>
              </a:path>
              <a:path w="5142230" h="2300604">
                <a:moveTo>
                  <a:pt x="495291" y="849828"/>
                </a:moveTo>
                <a:lnTo>
                  <a:pt x="484997" y="838808"/>
                </a:lnTo>
                <a:lnTo>
                  <a:pt x="485380" y="830323"/>
                </a:lnTo>
                <a:lnTo>
                  <a:pt x="496159" y="820162"/>
                </a:lnTo>
                <a:lnTo>
                  <a:pt x="504835" y="820458"/>
                </a:lnTo>
                <a:lnTo>
                  <a:pt x="514988" y="831326"/>
                </a:lnTo>
                <a:lnTo>
                  <a:pt x="514704" y="839819"/>
                </a:lnTo>
                <a:lnTo>
                  <a:pt x="503827" y="850071"/>
                </a:lnTo>
                <a:lnTo>
                  <a:pt x="495291" y="849828"/>
                </a:lnTo>
                <a:close/>
              </a:path>
              <a:path w="5142230" h="2300604">
                <a:moveTo>
                  <a:pt x="715579" y="1017414"/>
                </a:moveTo>
                <a:lnTo>
                  <a:pt x="710751" y="1012245"/>
                </a:lnTo>
                <a:lnTo>
                  <a:pt x="709840" y="1005699"/>
                </a:lnTo>
                <a:lnTo>
                  <a:pt x="716707" y="993989"/>
                </a:lnTo>
                <a:lnTo>
                  <a:pt x="724991" y="991811"/>
                </a:lnTo>
                <a:lnTo>
                  <a:pt x="737863" y="999336"/>
                </a:lnTo>
                <a:lnTo>
                  <a:pt x="740036" y="1007624"/>
                </a:lnTo>
                <a:lnTo>
                  <a:pt x="732517" y="1020492"/>
                </a:lnTo>
                <a:lnTo>
                  <a:pt x="724274" y="1022714"/>
                </a:lnTo>
                <a:lnTo>
                  <a:pt x="717790" y="1018901"/>
                </a:lnTo>
                <a:lnTo>
                  <a:pt x="716636" y="1018252"/>
                </a:lnTo>
                <a:lnTo>
                  <a:pt x="715579" y="1017414"/>
                </a:lnTo>
                <a:close/>
              </a:path>
              <a:path w="5142230" h="2300604">
                <a:moveTo>
                  <a:pt x="281546" y="404022"/>
                </a:moveTo>
                <a:lnTo>
                  <a:pt x="276809" y="398951"/>
                </a:lnTo>
                <a:lnTo>
                  <a:pt x="275692" y="397072"/>
                </a:lnTo>
                <a:lnTo>
                  <a:pt x="275106" y="394880"/>
                </a:lnTo>
                <a:lnTo>
                  <a:pt x="273086" y="387635"/>
                </a:lnTo>
                <a:lnTo>
                  <a:pt x="277304" y="380226"/>
                </a:lnTo>
                <a:lnTo>
                  <a:pt x="284500" y="378252"/>
                </a:lnTo>
                <a:lnTo>
                  <a:pt x="291646" y="376224"/>
                </a:lnTo>
                <a:lnTo>
                  <a:pt x="299150" y="380445"/>
                </a:lnTo>
                <a:lnTo>
                  <a:pt x="303098" y="394837"/>
                </a:lnTo>
                <a:lnTo>
                  <a:pt x="298930" y="402300"/>
                </a:lnTo>
                <a:lnTo>
                  <a:pt x="291734" y="404274"/>
                </a:lnTo>
                <a:lnTo>
                  <a:pt x="286681" y="405707"/>
                </a:lnTo>
                <a:lnTo>
                  <a:pt x="281546" y="404022"/>
                </a:lnTo>
                <a:close/>
              </a:path>
              <a:path w="5142230" h="2300604">
                <a:moveTo>
                  <a:pt x="542062" y="894617"/>
                </a:moveTo>
                <a:lnTo>
                  <a:pt x="536408" y="888565"/>
                </a:lnTo>
                <a:lnTo>
                  <a:pt x="536254" y="880775"/>
                </a:lnTo>
                <a:lnTo>
                  <a:pt x="540918" y="875505"/>
                </a:lnTo>
                <a:lnTo>
                  <a:pt x="545830" y="869912"/>
                </a:lnTo>
                <a:lnTo>
                  <a:pt x="554346" y="869353"/>
                </a:lnTo>
                <a:lnTo>
                  <a:pt x="565528" y="879270"/>
                </a:lnTo>
                <a:lnTo>
                  <a:pt x="566088" y="887786"/>
                </a:lnTo>
                <a:lnTo>
                  <a:pt x="556216" y="899017"/>
                </a:lnTo>
                <a:lnTo>
                  <a:pt x="547649" y="899523"/>
                </a:lnTo>
                <a:lnTo>
                  <a:pt x="542062" y="894617"/>
                </a:lnTo>
                <a:close/>
              </a:path>
              <a:path w="5142230" h="2300604">
                <a:moveTo>
                  <a:pt x="323796" y="539861"/>
                </a:moveTo>
                <a:lnTo>
                  <a:pt x="319018" y="534746"/>
                </a:lnTo>
                <a:lnTo>
                  <a:pt x="317987" y="533153"/>
                </a:lnTo>
                <a:lnTo>
                  <a:pt x="314890" y="524267"/>
                </a:lnTo>
                <a:lnTo>
                  <a:pt x="318646" y="516558"/>
                </a:lnTo>
                <a:lnTo>
                  <a:pt x="325669" y="514106"/>
                </a:lnTo>
                <a:lnTo>
                  <a:pt x="332810" y="511584"/>
                </a:lnTo>
                <a:lnTo>
                  <a:pt x="340446" y="515360"/>
                </a:lnTo>
                <a:lnTo>
                  <a:pt x="345354" y="529411"/>
                </a:lnTo>
                <a:lnTo>
                  <a:pt x="341644" y="537169"/>
                </a:lnTo>
                <a:lnTo>
                  <a:pt x="334575" y="539572"/>
                </a:lnTo>
                <a:lnTo>
                  <a:pt x="329366" y="541425"/>
                </a:lnTo>
                <a:lnTo>
                  <a:pt x="323796" y="539861"/>
                </a:lnTo>
                <a:close/>
              </a:path>
              <a:path w="5142230" h="2300604">
                <a:moveTo>
                  <a:pt x="214700" y="127784"/>
                </a:moveTo>
                <a:lnTo>
                  <a:pt x="209967" y="122718"/>
                </a:lnTo>
                <a:lnTo>
                  <a:pt x="208812" y="120602"/>
                </a:lnTo>
                <a:lnTo>
                  <a:pt x="208235" y="118127"/>
                </a:lnTo>
                <a:lnTo>
                  <a:pt x="206642" y="110850"/>
                </a:lnTo>
                <a:lnTo>
                  <a:pt x="211226" y="103636"/>
                </a:lnTo>
                <a:lnTo>
                  <a:pt x="218458" y="101994"/>
                </a:lnTo>
                <a:lnTo>
                  <a:pt x="225788" y="100360"/>
                </a:lnTo>
                <a:lnTo>
                  <a:pt x="232997" y="104949"/>
                </a:lnTo>
                <a:lnTo>
                  <a:pt x="236278" y="119507"/>
                </a:lnTo>
                <a:lnTo>
                  <a:pt x="231686" y="126809"/>
                </a:lnTo>
                <a:lnTo>
                  <a:pt x="219557" y="129465"/>
                </a:lnTo>
                <a:lnTo>
                  <a:pt x="214700" y="127784"/>
                </a:lnTo>
                <a:close/>
              </a:path>
              <a:path w="5142230" h="2300604">
                <a:moveTo>
                  <a:pt x="655055" y="979994"/>
                </a:moveTo>
                <a:lnTo>
                  <a:pt x="650136" y="974728"/>
                </a:lnTo>
                <a:lnTo>
                  <a:pt x="649424" y="967905"/>
                </a:lnTo>
                <a:lnTo>
                  <a:pt x="656996" y="956266"/>
                </a:lnTo>
                <a:lnTo>
                  <a:pt x="665363" y="954568"/>
                </a:lnTo>
                <a:lnTo>
                  <a:pt x="677872" y="962779"/>
                </a:lnTo>
                <a:lnTo>
                  <a:pt x="679623" y="971105"/>
                </a:lnTo>
                <a:lnTo>
                  <a:pt x="675538" y="977386"/>
                </a:lnTo>
                <a:lnTo>
                  <a:pt x="671408" y="983619"/>
                </a:lnTo>
                <a:lnTo>
                  <a:pt x="663033" y="985406"/>
                </a:lnTo>
                <a:lnTo>
                  <a:pt x="655877" y="980678"/>
                </a:lnTo>
                <a:lnTo>
                  <a:pt x="655055" y="979994"/>
                </a:lnTo>
                <a:close/>
              </a:path>
              <a:path w="5142230" h="2300604">
                <a:moveTo>
                  <a:pt x="2164938" y="2151247"/>
                </a:moveTo>
                <a:lnTo>
                  <a:pt x="2160201" y="2146176"/>
                </a:lnTo>
                <a:lnTo>
                  <a:pt x="2158814" y="2142541"/>
                </a:lnTo>
                <a:lnTo>
                  <a:pt x="2159040" y="2138678"/>
                </a:lnTo>
                <a:lnTo>
                  <a:pt x="2159531" y="2131188"/>
                </a:lnTo>
                <a:lnTo>
                  <a:pt x="2165292" y="2126212"/>
                </a:lnTo>
                <a:lnTo>
                  <a:pt x="2166000" y="2125601"/>
                </a:lnTo>
                <a:lnTo>
                  <a:pt x="2173439" y="2126039"/>
                </a:lnTo>
                <a:lnTo>
                  <a:pt x="2180885" y="2126580"/>
                </a:lnTo>
                <a:lnTo>
                  <a:pt x="2186520" y="2133004"/>
                </a:lnTo>
                <a:lnTo>
                  <a:pt x="2185537" y="2147884"/>
                </a:lnTo>
                <a:lnTo>
                  <a:pt x="2179817" y="2152904"/>
                </a:lnTo>
                <a:lnTo>
                  <a:pt x="2179065" y="2153565"/>
                </a:lnTo>
                <a:lnTo>
                  <a:pt x="2171674" y="2153082"/>
                </a:lnTo>
                <a:lnTo>
                  <a:pt x="2168043" y="2152812"/>
                </a:lnTo>
                <a:lnTo>
                  <a:pt x="2164938" y="2151247"/>
                </a:lnTo>
                <a:close/>
              </a:path>
              <a:path w="5142230" h="2300604">
                <a:moveTo>
                  <a:pt x="2040896" y="1686028"/>
                </a:moveTo>
                <a:lnTo>
                  <a:pt x="2035334" y="1680074"/>
                </a:lnTo>
                <a:lnTo>
                  <a:pt x="2030664" y="1674292"/>
                </a:lnTo>
                <a:lnTo>
                  <a:pt x="2031567" y="1665778"/>
                </a:lnTo>
                <a:lnTo>
                  <a:pt x="2037438" y="1661116"/>
                </a:lnTo>
                <a:lnTo>
                  <a:pt x="2043215" y="1656450"/>
                </a:lnTo>
                <a:lnTo>
                  <a:pt x="2051734" y="1657358"/>
                </a:lnTo>
                <a:lnTo>
                  <a:pt x="2061063" y="1669006"/>
                </a:lnTo>
                <a:lnTo>
                  <a:pt x="2060155" y="1677515"/>
                </a:lnTo>
                <a:lnTo>
                  <a:pt x="2050101" y="1685618"/>
                </a:lnTo>
                <a:lnTo>
                  <a:pt x="2048796" y="1686665"/>
                </a:lnTo>
                <a:lnTo>
                  <a:pt x="2040896" y="1686028"/>
                </a:lnTo>
                <a:close/>
              </a:path>
              <a:path w="5142230" h="2300604">
                <a:moveTo>
                  <a:pt x="230283" y="197151"/>
                </a:moveTo>
                <a:lnTo>
                  <a:pt x="225501" y="192031"/>
                </a:lnTo>
                <a:lnTo>
                  <a:pt x="224341" y="189910"/>
                </a:lnTo>
                <a:lnTo>
                  <a:pt x="222170" y="180158"/>
                </a:lnTo>
                <a:lnTo>
                  <a:pt x="226764" y="172954"/>
                </a:lnTo>
                <a:lnTo>
                  <a:pt x="233995" y="171312"/>
                </a:lnTo>
                <a:lnTo>
                  <a:pt x="241276" y="169624"/>
                </a:lnTo>
                <a:lnTo>
                  <a:pt x="248529" y="174163"/>
                </a:lnTo>
                <a:lnTo>
                  <a:pt x="251860" y="188774"/>
                </a:lnTo>
                <a:lnTo>
                  <a:pt x="247271" y="195983"/>
                </a:lnTo>
                <a:lnTo>
                  <a:pt x="239991" y="197670"/>
                </a:lnTo>
                <a:lnTo>
                  <a:pt x="235139" y="198733"/>
                </a:lnTo>
                <a:lnTo>
                  <a:pt x="230283" y="197151"/>
                </a:lnTo>
                <a:close/>
              </a:path>
              <a:path w="5142230" h="2300604">
                <a:moveTo>
                  <a:pt x="905347" y="1114794"/>
                </a:moveTo>
                <a:lnTo>
                  <a:pt x="900569" y="1109679"/>
                </a:lnTo>
                <a:lnTo>
                  <a:pt x="899444" y="1103881"/>
                </a:lnTo>
                <a:lnTo>
                  <a:pt x="901744" y="1098719"/>
                </a:lnTo>
                <a:lnTo>
                  <a:pt x="904857" y="1091886"/>
                </a:lnTo>
                <a:lnTo>
                  <a:pt x="912842" y="1088900"/>
                </a:lnTo>
                <a:lnTo>
                  <a:pt x="926460" y="1095071"/>
                </a:lnTo>
                <a:lnTo>
                  <a:pt x="929496" y="1103110"/>
                </a:lnTo>
                <a:lnTo>
                  <a:pt x="926432" y="1109899"/>
                </a:lnTo>
                <a:lnTo>
                  <a:pt x="923320" y="1116733"/>
                </a:lnTo>
                <a:lnTo>
                  <a:pt x="915329" y="1119713"/>
                </a:lnTo>
                <a:lnTo>
                  <a:pt x="908496" y="1116601"/>
                </a:lnTo>
                <a:lnTo>
                  <a:pt x="906820" y="1115883"/>
                </a:lnTo>
                <a:lnTo>
                  <a:pt x="905347" y="1114794"/>
                </a:lnTo>
                <a:close/>
              </a:path>
              <a:path w="5142230" h="2300604">
                <a:moveTo>
                  <a:pt x="376614" y="672057"/>
                </a:moveTo>
                <a:lnTo>
                  <a:pt x="371786" y="666888"/>
                </a:lnTo>
                <a:lnTo>
                  <a:pt x="370930" y="665679"/>
                </a:lnTo>
                <a:lnTo>
                  <a:pt x="370363" y="664290"/>
                </a:lnTo>
                <a:lnTo>
                  <a:pt x="367242" y="657528"/>
                </a:lnTo>
                <a:lnTo>
                  <a:pt x="370253" y="649510"/>
                </a:lnTo>
                <a:lnTo>
                  <a:pt x="377016" y="646388"/>
                </a:lnTo>
                <a:lnTo>
                  <a:pt x="383824" y="643315"/>
                </a:lnTo>
                <a:lnTo>
                  <a:pt x="391796" y="646278"/>
                </a:lnTo>
                <a:lnTo>
                  <a:pt x="394963" y="653089"/>
                </a:lnTo>
                <a:lnTo>
                  <a:pt x="398036" y="659898"/>
                </a:lnTo>
                <a:lnTo>
                  <a:pt x="395025" y="667915"/>
                </a:lnTo>
                <a:lnTo>
                  <a:pt x="388217" y="670988"/>
                </a:lnTo>
                <a:lnTo>
                  <a:pt x="382845" y="673449"/>
                </a:lnTo>
                <a:lnTo>
                  <a:pt x="376614" y="672057"/>
                </a:lnTo>
                <a:close/>
              </a:path>
              <a:path w="5142230" h="2300604">
                <a:moveTo>
                  <a:pt x="246340" y="266341"/>
                </a:moveTo>
                <a:lnTo>
                  <a:pt x="241557" y="261221"/>
                </a:lnTo>
                <a:lnTo>
                  <a:pt x="240443" y="259148"/>
                </a:lnTo>
                <a:lnTo>
                  <a:pt x="238131" y="249538"/>
                </a:lnTo>
                <a:lnTo>
                  <a:pt x="242411" y="242585"/>
                </a:lnTo>
                <a:lnTo>
                  <a:pt x="242629" y="242232"/>
                </a:lnTo>
                <a:lnTo>
                  <a:pt x="249909" y="240544"/>
                </a:lnTo>
                <a:lnTo>
                  <a:pt x="257139" y="238803"/>
                </a:lnTo>
                <a:lnTo>
                  <a:pt x="264450" y="243305"/>
                </a:lnTo>
                <a:lnTo>
                  <a:pt x="266187" y="250540"/>
                </a:lnTo>
                <a:lnTo>
                  <a:pt x="267874" y="257820"/>
                </a:lnTo>
                <a:lnTo>
                  <a:pt x="263638" y="264722"/>
                </a:lnTo>
                <a:lnTo>
                  <a:pt x="263421" y="265076"/>
                </a:lnTo>
                <a:lnTo>
                  <a:pt x="256142" y="266863"/>
                </a:lnTo>
                <a:lnTo>
                  <a:pt x="251242" y="267971"/>
                </a:lnTo>
                <a:lnTo>
                  <a:pt x="246340" y="266341"/>
                </a:lnTo>
                <a:close/>
              </a:path>
              <a:path w="5142230" h="2300604">
                <a:moveTo>
                  <a:pt x="449092" y="795193"/>
                </a:moveTo>
                <a:lnTo>
                  <a:pt x="443397" y="789097"/>
                </a:lnTo>
                <a:lnTo>
                  <a:pt x="438926" y="783138"/>
                </a:lnTo>
                <a:lnTo>
                  <a:pt x="440113" y="774633"/>
                </a:lnTo>
                <a:lnTo>
                  <a:pt x="446026" y="770113"/>
                </a:lnTo>
                <a:lnTo>
                  <a:pt x="451985" y="765642"/>
                </a:lnTo>
                <a:lnTo>
                  <a:pt x="460490" y="766829"/>
                </a:lnTo>
                <a:lnTo>
                  <a:pt x="469480" y="778701"/>
                </a:lnTo>
                <a:lnTo>
                  <a:pt x="468294" y="787206"/>
                </a:lnTo>
                <a:lnTo>
                  <a:pt x="462381" y="791725"/>
                </a:lnTo>
                <a:lnTo>
                  <a:pt x="456808" y="795926"/>
                </a:lnTo>
                <a:lnTo>
                  <a:pt x="449092" y="795193"/>
                </a:lnTo>
                <a:close/>
              </a:path>
              <a:path w="5142230" h="2300604">
                <a:moveTo>
                  <a:pt x="777749" y="1052100"/>
                </a:moveTo>
                <a:lnTo>
                  <a:pt x="772921" y="1046931"/>
                </a:lnTo>
                <a:lnTo>
                  <a:pt x="771911" y="1040670"/>
                </a:lnTo>
                <a:lnTo>
                  <a:pt x="774686" y="1035430"/>
                </a:lnTo>
                <a:lnTo>
                  <a:pt x="778210" y="1028841"/>
                </a:lnTo>
                <a:lnTo>
                  <a:pt x="786373" y="1026338"/>
                </a:lnTo>
                <a:lnTo>
                  <a:pt x="799589" y="1033350"/>
                </a:lnTo>
                <a:lnTo>
                  <a:pt x="802097" y="1041509"/>
                </a:lnTo>
                <a:lnTo>
                  <a:pt x="798613" y="1048141"/>
                </a:lnTo>
                <a:lnTo>
                  <a:pt x="795085" y="1054725"/>
                </a:lnTo>
                <a:lnTo>
                  <a:pt x="786881" y="1057184"/>
                </a:lnTo>
                <a:lnTo>
                  <a:pt x="780289" y="1053744"/>
                </a:lnTo>
                <a:lnTo>
                  <a:pt x="778950" y="1052995"/>
                </a:lnTo>
                <a:lnTo>
                  <a:pt x="777749" y="1052100"/>
                </a:lnTo>
                <a:close/>
              </a:path>
              <a:path w="5142230" h="2300604">
                <a:moveTo>
                  <a:pt x="348676" y="606570"/>
                </a:moveTo>
                <a:lnTo>
                  <a:pt x="343843" y="601397"/>
                </a:lnTo>
                <a:lnTo>
                  <a:pt x="342899" y="599996"/>
                </a:lnTo>
                <a:lnTo>
                  <a:pt x="342298" y="598375"/>
                </a:lnTo>
                <a:lnTo>
                  <a:pt x="339560" y="591436"/>
                </a:lnTo>
                <a:lnTo>
                  <a:pt x="342897" y="583571"/>
                </a:lnTo>
                <a:lnTo>
                  <a:pt x="356823" y="578050"/>
                </a:lnTo>
                <a:lnTo>
                  <a:pt x="364684" y="581480"/>
                </a:lnTo>
                <a:lnTo>
                  <a:pt x="370160" y="595357"/>
                </a:lnTo>
                <a:lnTo>
                  <a:pt x="366778" y="603174"/>
                </a:lnTo>
                <a:lnTo>
                  <a:pt x="359840" y="605912"/>
                </a:lnTo>
                <a:lnTo>
                  <a:pt x="354527" y="608044"/>
                </a:lnTo>
                <a:lnTo>
                  <a:pt x="348676" y="606570"/>
                </a:lnTo>
                <a:close/>
              </a:path>
              <a:path w="5142230" h="2300604">
                <a:moveTo>
                  <a:pt x="2164503" y="2009929"/>
                </a:moveTo>
                <a:lnTo>
                  <a:pt x="2159766" y="2004858"/>
                </a:lnTo>
                <a:lnTo>
                  <a:pt x="2158449" y="2002080"/>
                </a:lnTo>
                <a:lnTo>
                  <a:pt x="2157534" y="1991521"/>
                </a:lnTo>
                <a:lnTo>
                  <a:pt x="2162998" y="1984956"/>
                </a:lnTo>
                <a:lnTo>
                  <a:pt x="2170476" y="1984262"/>
                </a:lnTo>
                <a:lnTo>
                  <a:pt x="2177914" y="1983623"/>
                </a:lnTo>
                <a:lnTo>
                  <a:pt x="2184426" y="1989127"/>
                </a:lnTo>
                <a:lnTo>
                  <a:pt x="2185812" y="2004003"/>
                </a:lnTo>
                <a:lnTo>
                  <a:pt x="2180250" y="2010560"/>
                </a:lnTo>
                <a:lnTo>
                  <a:pt x="2168507" y="2011576"/>
                </a:lnTo>
                <a:lnTo>
                  <a:pt x="2164503" y="2009929"/>
                </a:lnTo>
                <a:close/>
              </a:path>
              <a:path w="5142230" h="2300604">
                <a:moveTo>
                  <a:pt x="597274" y="939546"/>
                </a:moveTo>
                <a:lnTo>
                  <a:pt x="591757" y="933641"/>
                </a:lnTo>
                <a:lnTo>
                  <a:pt x="591305" y="926412"/>
                </a:lnTo>
                <a:lnTo>
                  <a:pt x="595309" y="921120"/>
                </a:lnTo>
                <a:lnTo>
                  <a:pt x="599762" y="915134"/>
                </a:lnTo>
                <a:lnTo>
                  <a:pt x="608252" y="913959"/>
                </a:lnTo>
                <a:lnTo>
                  <a:pt x="620170" y="922905"/>
                </a:lnTo>
                <a:lnTo>
                  <a:pt x="621398" y="931355"/>
                </a:lnTo>
                <a:lnTo>
                  <a:pt x="616892" y="937381"/>
                </a:lnTo>
                <a:lnTo>
                  <a:pt x="612394" y="943318"/>
                </a:lnTo>
                <a:lnTo>
                  <a:pt x="603949" y="944542"/>
                </a:lnTo>
                <a:lnTo>
                  <a:pt x="597971" y="940000"/>
                </a:lnTo>
                <a:lnTo>
                  <a:pt x="597274" y="939546"/>
                </a:lnTo>
                <a:close/>
              </a:path>
              <a:path w="5142230" h="2300604">
                <a:moveTo>
                  <a:pt x="1988788" y="1628684"/>
                </a:moveTo>
                <a:lnTo>
                  <a:pt x="1983504" y="1623027"/>
                </a:lnTo>
                <a:lnTo>
                  <a:pt x="1983545" y="1614762"/>
                </a:lnTo>
                <a:lnTo>
                  <a:pt x="1988637" y="1609559"/>
                </a:lnTo>
                <a:lnTo>
                  <a:pt x="1993916" y="1604262"/>
                </a:lnTo>
                <a:lnTo>
                  <a:pt x="2002462" y="1604222"/>
                </a:lnTo>
                <a:lnTo>
                  <a:pt x="2013102" y="1614635"/>
                </a:lnTo>
                <a:lnTo>
                  <a:pt x="2013188" y="1623231"/>
                </a:lnTo>
                <a:lnTo>
                  <a:pt x="2007909" y="1628527"/>
                </a:lnTo>
                <a:lnTo>
                  <a:pt x="2002675" y="1633873"/>
                </a:lnTo>
                <a:lnTo>
                  <a:pt x="1994129" y="1633912"/>
                </a:lnTo>
                <a:lnTo>
                  <a:pt x="1988788" y="1628684"/>
                </a:lnTo>
                <a:close/>
              </a:path>
              <a:path w="5142230" h="2300604">
                <a:moveTo>
                  <a:pt x="1200954" y="1087754"/>
                </a:moveTo>
                <a:lnTo>
                  <a:pt x="1196308" y="1082781"/>
                </a:lnTo>
                <a:lnTo>
                  <a:pt x="1195067" y="1077640"/>
                </a:lnTo>
                <a:lnTo>
                  <a:pt x="1199286" y="1066028"/>
                </a:lnTo>
                <a:lnTo>
                  <a:pt x="1206865" y="1062509"/>
                </a:lnTo>
                <a:lnTo>
                  <a:pt x="1220476" y="1067500"/>
                </a:lnTo>
                <a:lnTo>
                  <a:pt x="1223954" y="1075035"/>
                </a:lnTo>
                <a:lnTo>
                  <a:pt x="1218958" y="1088650"/>
                </a:lnTo>
                <a:lnTo>
                  <a:pt x="1211423" y="1092119"/>
                </a:lnTo>
                <a:lnTo>
                  <a:pt x="1202658" y="1088893"/>
                </a:lnTo>
                <a:lnTo>
                  <a:pt x="1200954" y="1087754"/>
                </a:lnTo>
                <a:close/>
              </a:path>
              <a:path w="5142230" h="2300604">
                <a:moveTo>
                  <a:pt x="2407019" y="2061239"/>
                </a:moveTo>
                <a:lnTo>
                  <a:pt x="2402419" y="2056315"/>
                </a:lnTo>
                <a:lnTo>
                  <a:pt x="2401032" y="2052679"/>
                </a:lnTo>
                <a:lnTo>
                  <a:pt x="2402121" y="2041627"/>
                </a:lnTo>
                <a:lnTo>
                  <a:pt x="2407100" y="2037476"/>
                </a:lnTo>
                <a:lnTo>
                  <a:pt x="2408486" y="2036320"/>
                </a:lnTo>
                <a:lnTo>
                  <a:pt x="2422932" y="2037709"/>
                </a:lnTo>
                <a:lnTo>
                  <a:pt x="2428186" y="2044115"/>
                </a:lnTo>
                <a:lnTo>
                  <a:pt x="2427520" y="2051320"/>
                </a:lnTo>
                <a:lnTo>
                  <a:pt x="2426756" y="2058517"/>
                </a:lnTo>
                <a:lnTo>
                  <a:pt x="2421777" y="2062668"/>
                </a:lnTo>
                <a:lnTo>
                  <a:pt x="2420391" y="2063824"/>
                </a:lnTo>
                <a:lnTo>
                  <a:pt x="2413189" y="2063054"/>
                </a:lnTo>
                <a:lnTo>
                  <a:pt x="2409895" y="2062753"/>
                </a:lnTo>
                <a:lnTo>
                  <a:pt x="2407019" y="2061239"/>
                </a:lnTo>
                <a:close/>
              </a:path>
              <a:path w="5142230" h="2300604">
                <a:moveTo>
                  <a:pt x="331900" y="168791"/>
                </a:moveTo>
                <a:lnTo>
                  <a:pt x="327299" y="163866"/>
                </a:lnTo>
                <a:lnTo>
                  <a:pt x="326228" y="162036"/>
                </a:lnTo>
                <a:lnTo>
                  <a:pt x="323607" y="153071"/>
                </a:lnTo>
                <a:lnTo>
                  <a:pt x="327629" y="145843"/>
                </a:lnTo>
                <a:lnTo>
                  <a:pt x="341553" y="141785"/>
                </a:lnTo>
                <a:lnTo>
                  <a:pt x="348780" y="145808"/>
                </a:lnTo>
                <a:lnTo>
                  <a:pt x="352839" y="159731"/>
                </a:lnTo>
                <a:lnTo>
                  <a:pt x="348816" y="166959"/>
                </a:lnTo>
                <a:lnTo>
                  <a:pt x="341850" y="168983"/>
                </a:lnTo>
                <a:lnTo>
                  <a:pt x="336944" y="170379"/>
                </a:lnTo>
                <a:lnTo>
                  <a:pt x="331900" y="168791"/>
                </a:lnTo>
                <a:close/>
              </a:path>
              <a:path w="5142230" h="2300604">
                <a:moveTo>
                  <a:pt x="1335238" y="1134342"/>
                </a:moveTo>
                <a:lnTo>
                  <a:pt x="1330592" y="1129368"/>
                </a:lnTo>
                <a:lnTo>
                  <a:pt x="1329344" y="1124416"/>
                </a:lnTo>
                <a:lnTo>
                  <a:pt x="1330874" y="1119700"/>
                </a:lnTo>
                <a:lnTo>
                  <a:pt x="1333066" y="1113054"/>
                </a:lnTo>
                <a:lnTo>
                  <a:pt x="1333137" y="1112837"/>
                </a:lnTo>
                <a:lnTo>
                  <a:pt x="1340580" y="1109172"/>
                </a:lnTo>
                <a:lnTo>
                  <a:pt x="1354301" y="1113694"/>
                </a:lnTo>
                <a:lnTo>
                  <a:pt x="1358014" y="1121091"/>
                </a:lnTo>
                <a:lnTo>
                  <a:pt x="1355751" y="1127954"/>
                </a:lnTo>
                <a:lnTo>
                  <a:pt x="1353511" y="1134646"/>
                </a:lnTo>
                <a:lnTo>
                  <a:pt x="1353439" y="1134862"/>
                </a:lnTo>
                <a:lnTo>
                  <a:pt x="1346046" y="1138581"/>
                </a:lnTo>
                <a:lnTo>
                  <a:pt x="1339184" y="1136317"/>
                </a:lnTo>
                <a:lnTo>
                  <a:pt x="1337037" y="1135583"/>
                </a:lnTo>
                <a:lnTo>
                  <a:pt x="1335238" y="1134342"/>
                </a:lnTo>
                <a:close/>
              </a:path>
              <a:path w="5142230" h="2300604">
                <a:moveTo>
                  <a:pt x="543604" y="694324"/>
                </a:moveTo>
                <a:lnTo>
                  <a:pt x="538035" y="688362"/>
                </a:lnTo>
                <a:lnTo>
                  <a:pt x="533701" y="682550"/>
                </a:lnTo>
                <a:lnTo>
                  <a:pt x="534878" y="674328"/>
                </a:lnTo>
                <a:lnTo>
                  <a:pt x="546454" y="665705"/>
                </a:lnTo>
                <a:lnTo>
                  <a:pt x="554676" y="666882"/>
                </a:lnTo>
                <a:lnTo>
                  <a:pt x="563344" y="678507"/>
                </a:lnTo>
                <a:lnTo>
                  <a:pt x="562118" y="686675"/>
                </a:lnTo>
                <a:lnTo>
                  <a:pt x="556355" y="691063"/>
                </a:lnTo>
                <a:lnTo>
                  <a:pt x="550928" y="695028"/>
                </a:lnTo>
                <a:lnTo>
                  <a:pt x="543604" y="694324"/>
                </a:lnTo>
                <a:close/>
              </a:path>
              <a:path w="5142230" h="2300604">
                <a:moveTo>
                  <a:pt x="937934" y="979892"/>
                </a:moveTo>
                <a:lnTo>
                  <a:pt x="933288" y="974919"/>
                </a:lnTo>
                <a:lnTo>
                  <a:pt x="932213" y="969175"/>
                </a:lnTo>
                <a:lnTo>
                  <a:pt x="934548" y="964245"/>
                </a:lnTo>
                <a:lnTo>
                  <a:pt x="937511" y="957642"/>
                </a:lnTo>
                <a:lnTo>
                  <a:pt x="945355" y="954798"/>
                </a:lnTo>
                <a:lnTo>
                  <a:pt x="958463" y="960815"/>
                </a:lnTo>
                <a:lnTo>
                  <a:pt x="961361" y="968609"/>
                </a:lnTo>
                <a:lnTo>
                  <a:pt x="955291" y="981758"/>
                </a:lnTo>
                <a:lnTo>
                  <a:pt x="947497" y="984656"/>
                </a:lnTo>
                <a:lnTo>
                  <a:pt x="939317" y="980884"/>
                </a:lnTo>
                <a:lnTo>
                  <a:pt x="937934" y="979892"/>
                </a:lnTo>
                <a:close/>
              </a:path>
              <a:path w="5142230" h="2300604">
                <a:moveTo>
                  <a:pt x="2286217" y="1597924"/>
                </a:moveTo>
                <a:lnTo>
                  <a:pt x="2281070" y="1592414"/>
                </a:lnTo>
                <a:lnTo>
                  <a:pt x="2276346" y="1586966"/>
                </a:lnTo>
                <a:lnTo>
                  <a:pt x="2276911" y="1578676"/>
                </a:lnTo>
                <a:lnTo>
                  <a:pt x="2287101" y="1569840"/>
                </a:lnTo>
                <a:lnTo>
                  <a:pt x="2287808" y="1569228"/>
                </a:lnTo>
                <a:lnTo>
                  <a:pt x="2296093" y="1569788"/>
                </a:lnTo>
                <a:lnTo>
                  <a:pt x="2305587" y="1580733"/>
                </a:lnTo>
                <a:lnTo>
                  <a:pt x="2304981" y="1588979"/>
                </a:lnTo>
                <a:lnTo>
                  <a:pt x="2299578" y="1593752"/>
                </a:lnTo>
                <a:lnTo>
                  <a:pt x="2294833" y="1597861"/>
                </a:lnTo>
                <a:lnTo>
                  <a:pt x="2294227" y="1598386"/>
                </a:lnTo>
                <a:lnTo>
                  <a:pt x="2286217" y="1597924"/>
                </a:lnTo>
                <a:close/>
              </a:path>
              <a:path w="5142230" h="2300604">
                <a:moveTo>
                  <a:pt x="589551" y="749081"/>
                </a:moveTo>
                <a:lnTo>
                  <a:pt x="579667" y="738500"/>
                </a:lnTo>
                <a:lnTo>
                  <a:pt x="579901" y="730246"/>
                </a:lnTo>
                <a:lnTo>
                  <a:pt x="590432" y="720308"/>
                </a:lnTo>
                <a:lnTo>
                  <a:pt x="598830" y="720599"/>
                </a:lnTo>
                <a:lnTo>
                  <a:pt x="608623" y="731082"/>
                </a:lnTo>
                <a:lnTo>
                  <a:pt x="608435" y="739384"/>
                </a:lnTo>
                <a:lnTo>
                  <a:pt x="597854" y="749269"/>
                </a:lnTo>
                <a:lnTo>
                  <a:pt x="589551" y="749081"/>
                </a:lnTo>
                <a:close/>
              </a:path>
              <a:path w="5142230" h="2300604">
                <a:moveTo>
                  <a:pt x="1267892" y="1111513"/>
                </a:moveTo>
                <a:lnTo>
                  <a:pt x="1263291" y="1106588"/>
                </a:lnTo>
                <a:lnTo>
                  <a:pt x="1262042" y="1101537"/>
                </a:lnTo>
                <a:lnTo>
                  <a:pt x="1266028" y="1089969"/>
                </a:lnTo>
                <a:lnTo>
                  <a:pt x="1273516" y="1086353"/>
                </a:lnTo>
                <a:lnTo>
                  <a:pt x="1280326" y="1088657"/>
                </a:lnTo>
                <a:lnTo>
                  <a:pt x="1287141" y="1091065"/>
                </a:lnTo>
                <a:lnTo>
                  <a:pt x="1290806" y="1098508"/>
                </a:lnTo>
                <a:lnTo>
                  <a:pt x="1288448" y="1105367"/>
                </a:lnTo>
                <a:lnTo>
                  <a:pt x="1286045" y="1112178"/>
                </a:lnTo>
                <a:lnTo>
                  <a:pt x="1278651" y="1115798"/>
                </a:lnTo>
                <a:lnTo>
                  <a:pt x="1271792" y="1113440"/>
                </a:lnTo>
                <a:lnTo>
                  <a:pt x="1269690" y="1112754"/>
                </a:lnTo>
                <a:lnTo>
                  <a:pt x="1267892" y="1111513"/>
                </a:lnTo>
                <a:close/>
              </a:path>
              <a:path w="5142230" h="2300604">
                <a:moveTo>
                  <a:pt x="2411552" y="1990631"/>
                </a:moveTo>
                <a:lnTo>
                  <a:pt x="2406997" y="1985755"/>
                </a:lnTo>
                <a:lnTo>
                  <a:pt x="2405648" y="1982356"/>
                </a:lnTo>
                <a:lnTo>
                  <a:pt x="2405867" y="1971643"/>
                </a:lnTo>
                <a:lnTo>
                  <a:pt x="2411873" y="1965951"/>
                </a:lnTo>
                <a:lnTo>
                  <a:pt x="2419133" y="1966099"/>
                </a:lnTo>
                <a:lnTo>
                  <a:pt x="2426350" y="1966298"/>
                </a:lnTo>
                <a:lnTo>
                  <a:pt x="2432095" y="1972253"/>
                </a:lnTo>
                <a:lnTo>
                  <a:pt x="2431947" y="1979523"/>
                </a:lnTo>
                <a:lnTo>
                  <a:pt x="2431744" y="1986734"/>
                </a:lnTo>
                <a:lnTo>
                  <a:pt x="2425748" y="1992436"/>
                </a:lnTo>
                <a:lnTo>
                  <a:pt x="2414846" y="1992202"/>
                </a:lnTo>
                <a:lnTo>
                  <a:pt x="2411552" y="1990631"/>
                </a:lnTo>
                <a:close/>
              </a:path>
              <a:path w="5142230" h="2300604">
                <a:moveTo>
                  <a:pt x="1402652" y="1156559"/>
                </a:moveTo>
                <a:lnTo>
                  <a:pt x="1398052" y="1151634"/>
                </a:lnTo>
                <a:lnTo>
                  <a:pt x="1396800" y="1146677"/>
                </a:lnTo>
                <a:lnTo>
                  <a:pt x="1400597" y="1135103"/>
                </a:lnTo>
                <a:lnTo>
                  <a:pt x="1407949" y="1131340"/>
                </a:lnTo>
                <a:lnTo>
                  <a:pt x="1414860" y="1133558"/>
                </a:lnTo>
                <a:lnTo>
                  <a:pt x="1421723" y="1135822"/>
                </a:lnTo>
                <a:lnTo>
                  <a:pt x="1425485" y="1143173"/>
                </a:lnTo>
                <a:lnTo>
                  <a:pt x="1423267" y="1150085"/>
                </a:lnTo>
                <a:lnTo>
                  <a:pt x="1421004" y="1156947"/>
                </a:lnTo>
                <a:lnTo>
                  <a:pt x="1413604" y="1160755"/>
                </a:lnTo>
                <a:lnTo>
                  <a:pt x="1406737" y="1158487"/>
                </a:lnTo>
                <a:lnTo>
                  <a:pt x="1404546" y="1157803"/>
                </a:lnTo>
                <a:lnTo>
                  <a:pt x="1402652" y="1156559"/>
                </a:lnTo>
                <a:close/>
              </a:path>
              <a:path w="5142230" h="2300604">
                <a:moveTo>
                  <a:pt x="414605" y="440795"/>
                </a:moveTo>
                <a:lnTo>
                  <a:pt x="409959" y="435822"/>
                </a:lnTo>
                <a:lnTo>
                  <a:pt x="409019" y="434326"/>
                </a:lnTo>
                <a:lnTo>
                  <a:pt x="405958" y="425771"/>
                </a:lnTo>
                <a:lnTo>
                  <a:pt x="409519" y="418245"/>
                </a:lnTo>
                <a:lnTo>
                  <a:pt x="416305" y="415832"/>
                </a:lnTo>
                <a:lnTo>
                  <a:pt x="423140" y="413374"/>
                </a:lnTo>
                <a:lnTo>
                  <a:pt x="430616" y="416881"/>
                </a:lnTo>
                <a:lnTo>
                  <a:pt x="435533" y="430550"/>
                </a:lnTo>
                <a:lnTo>
                  <a:pt x="431931" y="438033"/>
                </a:lnTo>
                <a:lnTo>
                  <a:pt x="425141" y="440441"/>
                </a:lnTo>
                <a:lnTo>
                  <a:pt x="420030" y="442302"/>
                </a:lnTo>
                <a:lnTo>
                  <a:pt x="414605" y="440795"/>
                </a:lnTo>
                <a:close/>
              </a:path>
              <a:path w="5142230" h="2300604">
                <a:moveTo>
                  <a:pt x="440245" y="507242"/>
                </a:moveTo>
                <a:lnTo>
                  <a:pt x="435598" y="502269"/>
                </a:lnTo>
                <a:lnTo>
                  <a:pt x="434700" y="500916"/>
                </a:lnTo>
                <a:lnTo>
                  <a:pt x="434137" y="499433"/>
                </a:lnTo>
                <a:lnTo>
                  <a:pt x="431344" y="492729"/>
                </a:lnTo>
                <a:lnTo>
                  <a:pt x="434531" y="485095"/>
                </a:lnTo>
                <a:lnTo>
                  <a:pt x="447891" y="479554"/>
                </a:lnTo>
                <a:lnTo>
                  <a:pt x="455573" y="482696"/>
                </a:lnTo>
                <a:lnTo>
                  <a:pt x="461061" y="496096"/>
                </a:lnTo>
                <a:lnTo>
                  <a:pt x="457879" y="503735"/>
                </a:lnTo>
                <a:lnTo>
                  <a:pt x="451223" y="506483"/>
                </a:lnTo>
                <a:lnTo>
                  <a:pt x="446181" y="508612"/>
                </a:lnTo>
                <a:lnTo>
                  <a:pt x="446050" y="508667"/>
                </a:lnTo>
                <a:lnTo>
                  <a:pt x="440245" y="507242"/>
                </a:lnTo>
                <a:close/>
              </a:path>
              <a:path w="5142230" h="2300604">
                <a:moveTo>
                  <a:pt x="2361954" y="1715457"/>
                </a:moveTo>
                <a:lnTo>
                  <a:pt x="2357257" y="1710430"/>
                </a:lnTo>
                <a:lnTo>
                  <a:pt x="2356493" y="1709318"/>
                </a:lnTo>
                <a:lnTo>
                  <a:pt x="2352848" y="1701410"/>
                </a:lnTo>
                <a:lnTo>
                  <a:pt x="2355751" y="1693667"/>
                </a:lnTo>
                <a:lnTo>
                  <a:pt x="2362276" y="1690584"/>
                </a:lnTo>
                <a:lnTo>
                  <a:pt x="2368852" y="1687555"/>
                </a:lnTo>
                <a:lnTo>
                  <a:pt x="2376679" y="1690461"/>
                </a:lnTo>
                <a:lnTo>
                  <a:pt x="2382752" y="1703608"/>
                </a:lnTo>
                <a:lnTo>
                  <a:pt x="2379844" y="1711345"/>
                </a:lnTo>
                <a:lnTo>
                  <a:pt x="2367992" y="1716839"/>
                </a:lnTo>
                <a:lnTo>
                  <a:pt x="2361954" y="1715457"/>
                </a:lnTo>
                <a:close/>
              </a:path>
              <a:path w="5142230" h="2300604">
                <a:moveTo>
                  <a:pt x="1002956" y="1008737"/>
                </a:moveTo>
                <a:lnTo>
                  <a:pt x="998310" y="1003763"/>
                </a:lnTo>
                <a:lnTo>
                  <a:pt x="997176" y="998248"/>
                </a:lnTo>
                <a:lnTo>
                  <a:pt x="1002101" y="986708"/>
                </a:lnTo>
                <a:lnTo>
                  <a:pt x="1009807" y="983618"/>
                </a:lnTo>
                <a:lnTo>
                  <a:pt x="1023116" y="989264"/>
                </a:lnTo>
                <a:lnTo>
                  <a:pt x="1026157" y="997016"/>
                </a:lnTo>
                <a:lnTo>
                  <a:pt x="1020511" y="1010326"/>
                </a:lnTo>
                <a:lnTo>
                  <a:pt x="1012805" y="1013415"/>
                </a:lnTo>
                <a:lnTo>
                  <a:pt x="1004430" y="1009825"/>
                </a:lnTo>
                <a:lnTo>
                  <a:pt x="1002956" y="1008737"/>
                </a:lnTo>
                <a:close/>
              </a:path>
              <a:path w="5142230" h="2300604">
                <a:moveTo>
                  <a:pt x="469661" y="572161"/>
                </a:moveTo>
                <a:lnTo>
                  <a:pt x="464973" y="567143"/>
                </a:lnTo>
                <a:lnTo>
                  <a:pt x="464206" y="566126"/>
                </a:lnTo>
                <a:lnTo>
                  <a:pt x="460456" y="558397"/>
                </a:lnTo>
                <a:lnTo>
                  <a:pt x="463083" y="550555"/>
                </a:lnTo>
                <a:lnTo>
                  <a:pt x="469612" y="547379"/>
                </a:lnTo>
                <a:lnTo>
                  <a:pt x="475783" y="544308"/>
                </a:lnTo>
                <a:lnTo>
                  <a:pt x="476095" y="544153"/>
                </a:lnTo>
                <a:lnTo>
                  <a:pt x="483934" y="546875"/>
                </a:lnTo>
                <a:lnTo>
                  <a:pt x="487159" y="553358"/>
                </a:lnTo>
                <a:lnTo>
                  <a:pt x="490290" y="559838"/>
                </a:lnTo>
                <a:lnTo>
                  <a:pt x="487663" y="567679"/>
                </a:lnTo>
                <a:lnTo>
                  <a:pt x="481134" y="570856"/>
                </a:lnTo>
                <a:lnTo>
                  <a:pt x="475851" y="573509"/>
                </a:lnTo>
                <a:lnTo>
                  <a:pt x="469661" y="572161"/>
                </a:lnTo>
                <a:close/>
              </a:path>
              <a:path w="5142230" h="2300604">
                <a:moveTo>
                  <a:pt x="2386619" y="1781253"/>
                </a:moveTo>
                <a:lnTo>
                  <a:pt x="2382018" y="1776328"/>
                </a:lnTo>
                <a:lnTo>
                  <a:pt x="2380998" y="1774551"/>
                </a:lnTo>
                <a:lnTo>
                  <a:pt x="2380400" y="1772543"/>
                </a:lnTo>
                <a:lnTo>
                  <a:pt x="2378278" y="1765678"/>
                </a:lnTo>
                <a:lnTo>
                  <a:pt x="2382205" y="1758347"/>
                </a:lnTo>
                <a:lnTo>
                  <a:pt x="2389126" y="1756274"/>
                </a:lnTo>
                <a:lnTo>
                  <a:pt x="2396041" y="1754097"/>
                </a:lnTo>
                <a:lnTo>
                  <a:pt x="2403371" y="1758034"/>
                </a:lnTo>
                <a:lnTo>
                  <a:pt x="2407567" y="1771910"/>
                </a:lnTo>
                <a:lnTo>
                  <a:pt x="2403640" y="1779240"/>
                </a:lnTo>
                <a:lnTo>
                  <a:pt x="2391806" y="1782798"/>
                </a:lnTo>
                <a:lnTo>
                  <a:pt x="2386619" y="1781253"/>
                </a:lnTo>
                <a:close/>
              </a:path>
              <a:path w="5142230" h="2300604">
                <a:moveTo>
                  <a:pt x="2369447" y="2270468"/>
                </a:moveTo>
                <a:lnTo>
                  <a:pt x="2364851" y="2265548"/>
                </a:lnTo>
                <a:lnTo>
                  <a:pt x="2363539" y="2261113"/>
                </a:lnTo>
                <a:lnTo>
                  <a:pt x="2366287" y="2249588"/>
                </a:lnTo>
                <a:lnTo>
                  <a:pt x="2373374" y="2245250"/>
                </a:lnTo>
                <a:lnTo>
                  <a:pt x="2380396" y="2247000"/>
                </a:lnTo>
                <a:lnTo>
                  <a:pt x="2387426" y="2248660"/>
                </a:lnTo>
                <a:lnTo>
                  <a:pt x="2391760" y="2255743"/>
                </a:lnTo>
                <a:lnTo>
                  <a:pt x="2388359" y="2269795"/>
                </a:lnTo>
                <a:lnTo>
                  <a:pt x="2381271" y="2274133"/>
                </a:lnTo>
                <a:lnTo>
                  <a:pt x="2371666" y="2271866"/>
                </a:lnTo>
                <a:lnTo>
                  <a:pt x="2369447" y="2270468"/>
                </a:lnTo>
                <a:close/>
              </a:path>
              <a:path w="5142230" h="2300604">
                <a:moveTo>
                  <a:pt x="2385073" y="2201276"/>
                </a:moveTo>
                <a:lnTo>
                  <a:pt x="2380468" y="2196346"/>
                </a:lnTo>
                <a:lnTo>
                  <a:pt x="2379108" y="2192056"/>
                </a:lnTo>
                <a:lnTo>
                  <a:pt x="2379978" y="2187709"/>
                </a:lnTo>
                <a:lnTo>
                  <a:pt x="2381427" y="2180658"/>
                </a:lnTo>
                <a:lnTo>
                  <a:pt x="2388386" y="2176085"/>
                </a:lnTo>
                <a:lnTo>
                  <a:pt x="2402543" y="2179021"/>
                </a:lnTo>
                <a:lnTo>
                  <a:pt x="2407120" y="2185876"/>
                </a:lnTo>
                <a:lnTo>
                  <a:pt x="2405650" y="2193002"/>
                </a:lnTo>
                <a:lnTo>
                  <a:pt x="2404234" y="2200087"/>
                </a:lnTo>
                <a:lnTo>
                  <a:pt x="2397275" y="2204661"/>
                </a:lnTo>
                <a:lnTo>
                  <a:pt x="2390195" y="2203240"/>
                </a:lnTo>
                <a:lnTo>
                  <a:pt x="2387435" y="2202631"/>
                </a:lnTo>
                <a:lnTo>
                  <a:pt x="2385073" y="2201276"/>
                </a:lnTo>
                <a:close/>
              </a:path>
              <a:path w="5142230" h="2300604">
                <a:moveTo>
                  <a:pt x="503693" y="634885"/>
                </a:moveTo>
                <a:lnTo>
                  <a:pt x="498951" y="629809"/>
                </a:lnTo>
                <a:lnTo>
                  <a:pt x="498415" y="629040"/>
                </a:lnTo>
                <a:lnTo>
                  <a:pt x="494217" y="622005"/>
                </a:lnTo>
                <a:lnTo>
                  <a:pt x="496236" y="614001"/>
                </a:lnTo>
                <a:lnTo>
                  <a:pt x="502403" y="610240"/>
                </a:lnTo>
                <a:lnTo>
                  <a:pt x="508619" y="606533"/>
                </a:lnTo>
                <a:lnTo>
                  <a:pt x="516673" y="608606"/>
                </a:lnTo>
                <a:lnTo>
                  <a:pt x="524135" y="620993"/>
                </a:lnTo>
                <a:lnTo>
                  <a:pt x="522067" y="629043"/>
                </a:lnTo>
                <a:lnTo>
                  <a:pt x="515851" y="632750"/>
                </a:lnTo>
                <a:lnTo>
                  <a:pt x="510500" y="636014"/>
                </a:lnTo>
                <a:lnTo>
                  <a:pt x="503693" y="634885"/>
                </a:lnTo>
                <a:close/>
              </a:path>
              <a:path w="5142230" h="2300604">
                <a:moveTo>
                  <a:pt x="2328416" y="1653947"/>
                </a:moveTo>
                <a:lnTo>
                  <a:pt x="2323075" y="1648229"/>
                </a:lnTo>
                <a:lnTo>
                  <a:pt x="2318674" y="1641466"/>
                </a:lnTo>
                <a:lnTo>
                  <a:pt x="2320414" y="1633358"/>
                </a:lnTo>
                <a:lnTo>
                  <a:pt x="2332530" y="1625508"/>
                </a:lnTo>
                <a:lnTo>
                  <a:pt x="2340643" y="1627253"/>
                </a:lnTo>
                <a:lnTo>
                  <a:pt x="2348492" y="1639369"/>
                </a:lnTo>
                <a:lnTo>
                  <a:pt x="2346794" y="1647521"/>
                </a:lnTo>
                <a:lnTo>
                  <a:pt x="2335309" y="1654972"/>
                </a:lnTo>
                <a:lnTo>
                  <a:pt x="2328416" y="1653947"/>
                </a:lnTo>
                <a:close/>
              </a:path>
              <a:path w="5142230" h="2300604">
                <a:moveTo>
                  <a:pt x="1134446" y="1062499"/>
                </a:moveTo>
                <a:lnTo>
                  <a:pt x="1129800" y="1057526"/>
                </a:lnTo>
                <a:lnTo>
                  <a:pt x="1128611" y="1052245"/>
                </a:lnTo>
                <a:lnTo>
                  <a:pt x="1130569" y="1047402"/>
                </a:lnTo>
                <a:lnTo>
                  <a:pt x="1133207" y="1040646"/>
                </a:lnTo>
                <a:lnTo>
                  <a:pt x="1140779" y="1037316"/>
                </a:lnTo>
                <a:lnTo>
                  <a:pt x="1147531" y="1039949"/>
                </a:lnTo>
                <a:lnTo>
                  <a:pt x="1154237" y="1042632"/>
                </a:lnTo>
                <a:lnTo>
                  <a:pt x="1157572" y="1050209"/>
                </a:lnTo>
                <a:lnTo>
                  <a:pt x="1152297" y="1063721"/>
                </a:lnTo>
                <a:lnTo>
                  <a:pt x="1144674" y="1066997"/>
                </a:lnTo>
                <a:lnTo>
                  <a:pt x="1136055" y="1063635"/>
                </a:lnTo>
                <a:lnTo>
                  <a:pt x="1134446" y="1062499"/>
                </a:lnTo>
                <a:close/>
              </a:path>
              <a:path w="5142230" h="2300604">
                <a:moveTo>
                  <a:pt x="351338" y="237104"/>
                </a:moveTo>
                <a:lnTo>
                  <a:pt x="346692" y="232130"/>
                </a:lnTo>
                <a:lnTo>
                  <a:pt x="345621" y="230300"/>
                </a:lnTo>
                <a:lnTo>
                  <a:pt x="345028" y="228297"/>
                </a:lnTo>
                <a:lnTo>
                  <a:pt x="343048" y="221290"/>
                </a:lnTo>
                <a:lnTo>
                  <a:pt x="347071" y="214062"/>
                </a:lnTo>
                <a:lnTo>
                  <a:pt x="354078" y="212082"/>
                </a:lnTo>
                <a:lnTo>
                  <a:pt x="361037" y="210147"/>
                </a:lnTo>
                <a:lnTo>
                  <a:pt x="368264" y="214170"/>
                </a:lnTo>
                <a:lnTo>
                  <a:pt x="372228" y="228090"/>
                </a:lnTo>
                <a:lnTo>
                  <a:pt x="368205" y="235317"/>
                </a:lnTo>
                <a:lnTo>
                  <a:pt x="361198" y="237298"/>
                </a:lnTo>
                <a:lnTo>
                  <a:pt x="356337" y="238643"/>
                </a:lnTo>
                <a:lnTo>
                  <a:pt x="351338" y="237104"/>
                </a:lnTo>
                <a:close/>
              </a:path>
              <a:path w="5142230" h="2300604">
                <a:moveTo>
                  <a:pt x="2410464" y="1919968"/>
                </a:moveTo>
                <a:lnTo>
                  <a:pt x="2405859" y="1915039"/>
                </a:lnTo>
                <a:lnTo>
                  <a:pt x="2404590" y="1912215"/>
                </a:lnTo>
                <a:lnTo>
                  <a:pt x="2404409" y="1909088"/>
                </a:lnTo>
                <a:lnTo>
                  <a:pt x="2403903" y="1901900"/>
                </a:lnTo>
                <a:lnTo>
                  <a:pt x="2409403" y="1895667"/>
                </a:lnTo>
                <a:lnTo>
                  <a:pt x="2416641" y="1895205"/>
                </a:lnTo>
                <a:lnTo>
                  <a:pt x="2423835" y="1894694"/>
                </a:lnTo>
                <a:lnTo>
                  <a:pt x="2430068" y="1900194"/>
                </a:lnTo>
                <a:lnTo>
                  <a:pt x="2430530" y="1907433"/>
                </a:lnTo>
                <a:lnTo>
                  <a:pt x="2431040" y="1914626"/>
                </a:lnTo>
                <a:lnTo>
                  <a:pt x="2425540" y="1920859"/>
                </a:lnTo>
                <a:lnTo>
                  <a:pt x="2414234" y="1921560"/>
                </a:lnTo>
                <a:lnTo>
                  <a:pt x="2410464" y="1919968"/>
                </a:lnTo>
                <a:close/>
              </a:path>
              <a:path w="5142230" h="2300604">
                <a:moveTo>
                  <a:pt x="391826" y="373402"/>
                </a:moveTo>
                <a:lnTo>
                  <a:pt x="387180" y="368429"/>
                </a:lnTo>
                <a:lnTo>
                  <a:pt x="386156" y="366746"/>
                </a:lnTo>
                <a:lnTo>
                  <a:pt x="385560" y="364838"/>
                </a:lnTo>
                <a:lnTo>
                  <a:pt x="383340" y="357964"/>
                </a:lnTo>
                <a:lnTo>
                  <a:pt x="387127" y="350582"/>
                </a:lnTo>
                <a:lnTo>
                  <a:pt x="394051" y="348414"/>
                </a:lnTo>
                <a:lnTo>
                  <a:pt x="400644" y="346284"/>
                </a:lnTo>
                <a:lnTo>
                  <a:pt x="400924" y="346194"/>
                </a:lnTo>
                <a:lnTo>
                  <a:pt x="408302" y="349985"/>
                </a:lnTo>
                <a:lnTo>
                  <a:pt x="410523" y="356859"/>
                </a:lnTo>
                <a:lnTo>
                  <a:pt x="412695" y="363779"/>
                </a:lnTo>
                <a:lnTo>
                  <a:pt x="408898" y="371151"/>
                </a:lnTo>
                <a:lnTo>
                  <a:pt x="402025" y="373372"/>
                </a:lnTo>
                <a:lnTo>
                  <a:pt x="397019" y="374953"/>
                </a:lnTo>
                <a:lnTo>
                  <a:pt x="391826" y="373402"/>
                </a:lnTo>
                <a:close/>
              </a:path>
              <a:path w="5142230" h="2300604">
                <a:moveTo>
                  <a:pt x="1068496" y="1036083"/>
                </a:moveTo>
                <a:lnTo>
                  <a:pt x="1063850" y="1031110"/>
                </a:lnTo>
                <a:lnTo>
                  <a:pt x="1062664" y="1025734"/>
                </a:lnTo>
                <a:lnTo>
                  <a:pt x="1067445" y="1014137"/>
                </a:lnTo>
                <a:lnTo>
                  <a:pt x="1075064" y="1010955"/>
                </a:lnTo>
                <a:lnTo>
                  <a:pt x="1081771" y="1013638"/>
                </a:lnTo>
                <a:lnTo>
                  <a:pt x="1088429" y="1016367"/>
                </a:lnTo>
                <a:lnTo>
                  <a:pt x="1091662" y="1024031"/>
                </a:lnTo>
                <a:lnTo>
                  <a:pt x="1088974" y="1030733"/>
                </a:lnTo>
                <a:lnTo>
                  <a:pt x="1086250" y="1037396"/>
                </a:lnTo>
                <a:lnTo>
                  <a:pt x="1078586" y="1040628"/>
                </a:lnTo>
                <a:lnTo>
                  <a:pt x="1071879" y="1037945"/>
                </a:lnTo>
                <a:lnTo>
                  <a:pt x="1070064" y="1037175"/>
                </a:lnTo>
                <a:lnTo>
                  <a:pt x="1068496" y="1036083"/>
                </a:lnTo>
                <a:close/>
              </a:path>
              <a:path w="5142230" h="2300604">
                <a:moveTo>
                  <a:pt x="2402559" y="1849829"/>
                </a:moveTo>
                <a:lnTo>
                  <a:pt x="2397959" y="1844904"/>
                </a:lnTo>
                <a:lnTo>
                  <a:pt x="2396711" y="1842591"/>
                </a:lnTo>
                <a:lnTo>
                  <a:pt x="2396285" y="1839985"/>
                </a:lnTo>
                <a:lnTo>
                  <a:pt x="2395063" y="1832909"/>
                </a:lnTo>
                <a:lnTo>
                  <a:pt x="2399827" y="1826084"/>
                </a:lnTo>
                <a:lnTo>
                  <a:pt x="2406997" y="1824865"/>
                </a:lnTo>
                <a:lnTo>
                  <a:pt x="2414117" y="1823592"/>
                </a:lnTo>
                <a:lnTo>
                  <a:pt x="2420898" y="1828406"/>
                </a:lnTo>
                <a:lnTo>
                  <a:pt x="2423340" y="1842652"/>
                </a:lnTo>
                <a:lnTo>
                  <a:pt x="2418571" y="1849472"/>
                </a:lnTo>
                <a:lnTo>
                  <a:pt x="2411612" y="1850625"/>
                </a:lnTo>
                <a:lnTo>
                  <a:pt x="2406974" y="1851427"/>
                </a:lnTo>
                <a:lnTo>
                  <a:pt x="2403958" y="1850349"/>
                </a:lnTo>
                <a:lnTo>
                  <a:pt x="2402559" y="1849829"/>
                </a:lnTo>
                <a:close/>
              </a:path>
              <a:path w="5142230" h="2300604">
                <a:moveTo>
                  <a:pt x="370968" y="305329"/>
                </a:moveTo>
                <a:lnTo>
                  <a:pt x="366368" y="300404"/>
                </a:lnTo>
                <a:lnTo>
                  <a:pt x="365294" y="298668"/>
                </a:lnTo>
                <a:lnTo>
                  <a:pt x="364750" y="296620"/>
                </a:lnTo>
                <a:lnTo>
                  <a:pt x="362672" y="289703"/>
                </a:lnTo>
                <a:lnTo>
                  <a:pt x="366649" y="282427"/>
                </a:lnTo>
                <a:lnTo>
                  <a:pt x="373565" y="280349"/>
                </a:lnTo>
                <a:lnTo>
                  <a:pt x="380527" y="278320"/>
                </a:lnTo>
                <a:lnTo>
                  <a:pt x="387803" y="282297"/>
                </a:lnTo>
                <a:lnTo>
                  <a:pt x="389881" y="289213"/>
                </a:lnTo>
                <a:lnTo>
                  <a:pt x="391910" y="296175"/>
                </a:lnTo>
                <a:lnTo>
                  <a:pt x="387933" y="303452"/>
                </a:lnTo>
                <a:lnTo>
                  <a:pt x="380972" y="305481"/>
                </a:lnTo>
                <a:lnTo>
                  <a:pt x="376058" y="306966"/>
                </a:lnTo>
                <a:lnTo>
                  <a:pt x="370968" y="305329"/>
                </a:lnTo>
                <a:close/>
              </a:path>
              <a:path w="5142230" h="2300604">
                <a:moveTo>
                  <a:pt x="2397831" y="2131458"/>
                </a:moveTo>
                <a:lnTo>
                  <a:pt x="2393276" y="2126582"/>
                </a:lnTo>
                <a:lnTo>
                  <a:pt x="2391907" y="2122574"/>
                </a:lnTo>
                <a:lnTo>
                  <a:pt x="2392515" y="2118436"/>
                </a:lnTo>
                <a:lnTo>
                  <a:pt x="2393653" y="2111346"/>
                </a:lnTo>
                <a:lnTo>
                  <a:pt x="2400387" y="2106434"/>
                </a:lnTo>
                <a:lnTo>
                  <a:pt x="2414665" y="2108619"/>
                </a:lnTo>
                <a:lnTo>
                  <a:pt x="2419528" y="2115390"/>
                </a:lnTo>
                <a:lnTo>
                  <a:pt x="2418390" y="2122480"/>
                </a:lnTo>
                <a:lnTo>
                  <a:pt x="2417297" y="2129618"/>
                </a:lnTo>
                <a:lnTo>
                  <a:pt x="2410621" y="2134494"/>
                </a:lnTo>
                <a:lnTo>
                  <a:pt x="2403478" y="2133397"/>
                </a:lnTo>
                <a:lnTo>
                  <a:pt x="2400428" y="2132967"/>
                </a:lnTo>
                <a:lnTo>
                  <a:pt x="2397831" y="2131458"/>
                </a:lnTo>
                <a:close/>
              </a:path>
              <a:path w="5142230" h="2300604">
                <a:moveTo>
                  <a:pt x="1870302" y="1323264"/>
                </a:moveTo>
                <a:lnTo>
                  <a:pt x="1865656" y="1318291"/>
                </a:lnTo>
                <a:lnTo>
                  <a:pt x="1864566" y="1312725"/>
                </a:lnTo>
                <a:lnTo>
                  <a:pt x="1869585" y="1301188"/>
                </a:lnTo>
                <a:lnTo>
                  <a:pt x="1877337" y="1298147"/>
                </a:lnTo>
                <a:lnTo>
                  <a:pt x="1890599" y="1303938"/>
                </a:lnTo>
                <a:lnTo>
                  <a:pt x="1893594" y="1311641"/>
                </a:lnTo>
                <a:lnTo>
                  <a:pt x="1890726" y="1318247"/>
                </a:lnTo>
                <a:lnTo>
                  <a:pt x="1887804" y="1324894"/>
                </a:lnTo>
                <a:lnTo>
                  <a:pt x="1880101" y="1327889"/>
                </a:lnTo>
                <a:lnTo>
                  <a:pt x="1873451" y="1325071"/>
                </a:lnTo>
                <a:lnTo>
                  <a:pt x="1871725" y="1324299"/>
                </a:lnTo>
                <a:lnTo>
                  <a:pt x="1870302" y="1323264"/>
                </a:lnTo>
                <a:close/>
              </a:path>
              <a:path w="5142230" h="2300604">
                <a:moveTo>
                  <a:pt x="2232372" y="1543216"/>
                </a:moveTo>
                <a:lnTo>
                  <a:pt x="2226896" y="1537355"/>
                </a:lnTo>
                <a:lnTo>
                  <a:pt x="2226737" y="1529853"/>
                </a:lnTo>
                <a:lnTo>
                  <a:pt x="2231255" y="1524719"/>
                </a:lnTo>
                <a:lnTo>
                  <a:pt x="2236061" y="1519308"/>
                </a:lnTo>
                <a:lnTo>
                  <a:pt x="2244386" y="1518836"/>
                </a:lnTo>
                <a:lnTo>
                  <a:pt x="2255200" y="1528457"/>
                </a:lnTo>
                <a:lnTo>
                  <a:pt x="2255626" y="1536733"/>
                </a:lnTo>
                <a:lnTo>
                  <a:pt x="2246010" y="1547552"/>
                </a:lnTo>
                <a:lnTo>
                  <a:pt x="2237779" y="1548027"/>
                </a:lnTo>
                <a:lnTo>
                  <a:pt x="2232372" y="1543216"/>
                </a:lnTo>
                <a:close/>
              </a:path>
              <a:path w="5142230" h="2300604">
                <a:moveTo>
                  <a:pt x="1738832" y="1270305"/>
                </a:moveTo>
                <a:lnTo>
                  <a:pt x="1734186" y="1265331"/>
                </a:lnTo>
                <a:lnTo>
                  <a:pt x="1732993" y="1260145"/>
                </a:lnTo>
                <a:lnTo>
                  <a:pt x="1737348" y="1248580"/>
                </a:lnTo>
                <a:lnTo>
                  <a:pt x="1744882" y="1245112"/>
                </a:lnTo>
                <a:lnTo>
                  <a:pt x="1758400" y="1250199"/>
                </a:lnTo>
                <a:lnTo>
                  <a:pt x="1761873" y="1257729"/>
                </a:lnTo>
                <a:lnTo>
                  <a:pt x="1759281" y="1264533"/>
                </a:lnTo>
                <a:lnTo>
                  <a:pt x="1756779" y="1271336"/>
                </a:lnTo>
                <a:lnTo>
                  <a:pt x="1749256" y="1274720"/>
                </a:lnTo>
                <a:lnTo>
                  <a:pt x="1740491" y="1271494"/>
                </a:lnTo>
                <a:lnTo>
                  <a:pt x="1738832" y="1270305"/>
                </a:lnTo>
                <a:close/>
              </a:path>
              <a:path w="5142230" h="2300604">
                <a:moveTo>
                  <a:pt x="1934734" y="1352650"/>
                </a:moveTo>
                <a:lnTo>
                  <a:pt x="1930088" y="1347677"/>
                </a:lnTo>
                <a:lnTo>
                  <a:pt x="1929053" y="1341877"/>
                </a:lnTo>
                <a:lnTo>
                  <a:pt x="1931446" y="1336912"/>
                </a:lnTo>
                <a:lnTo>
                  <a:pt x="1934549" y="1330361"/>
                </a:lnTo>
                <a:lnTo>
                  <a:pt x="1942385" y="1327606"/>
                </a:lnTo>
                <a:lnTo>
                  <a:pt x="1955438" y="1333857"/>
                </a:lnTo>
                <a:lnTo>
                  <a:pt x="1958188" y="1341689"/>
                </a:lnTo>
                <a:lnTo>
                  <a:pt x="1955044" y="1348196"/>
                </a:lnTo>
                <a:lnTo>
                  <a:pt x="1951937" y="1354742"/>
                </a:lnTo>
                <a:lnTo>
                  <a:pt x="1944101" y="1357496"/>
                </a:lnTo>
                <a:lnTo>
                  <a:pt x="1936117" y="1353641"/>
                </a:lnTo>
                <a:lnTo>
                  <a:pt x="1934734" y="1352650"/>
                </a:lnTo>
                <a:close/>
              </a:path>
              <a:path w="5142230" h="2300604">
                <a:moveTo>
                  <a:pt x="1804946" y="1295919"/>
                </a:moveTo>
                <a:lnTo>
                  <a:pt x="1800299" y="1290946"/>
                </a:lnTo>
                <a:lnTo>
                  <a:pt x="1799118" y="1285576"/>
                </a:lnTo>
                <a:lnTo>
                  <a:pt x="1803755" y="1274021"/>
                </a:lnTo>
                <a:lnTo>
                  <a:pt x="1811424" y="1270793"/>
                </a:lnTo>
                <a:lnTo>
                  <a:pt x="1824837" y="1276159"/>
                </a:lnTo>
                <a:lnTo>
                  <a:pt x="1828119" y="1283777"/>
                </a:lnTo>
                <a:lnTo>
                  <a:pt x="1825382" y="1290525"/>
                </a:lnTo>
                <a:lnTo>
                  <a:pt x="1822699" y="1297232"/>
                </a:lnTo>
                <a:lnTo>
                  <a:pt x="1815040" y="1300469"/>
                </a:lnTo>
                <a:lnTo>
                  <a:pt x="1808333" y="1297786"/>
                </a:lnTo>
                <a:lnTo>
                  <a:pt x="1806518" y="1297016"/>
                </a:lnTo>
                <a:lnTo>
                  <a:pt x="1804946" y="1295919"/>
                </a:lnTo>
                <a:close/>
              </a:path>
              <a:path w="5142230" h="2300604">
                <a:moveTo>
                  <a:pt x="750088" y="878607"/>
                </a:moveTo>
                <a:lnTo>
                  <a:pt x="745356" y="873541"/>
                </a:lnTo>
                <a:lnTo>
                  <a:pt x="744634" y="867002"/>
                </a:lnTo>
                <a:lnTo>
                  <a:pt x="751816" y="855727"/>
                </a:lnTo>
                <a:lnTo>
                  <a:pt x="759944" y="853969"/>
                </a:lnTo>
                <a:lnTo>
                  <a:pt x="772098" y="861799"/>
                </a:lnTo>
                <a:lnTo>
                  <a:pt x="773900" y="869886"/>
                </a:lnTo>
                <a:lnTo>
                  <a:pt x="770006" y="875980"/>
                </a:lnTo>
                <a:lnTo>
                  <a:pt x="766026" y="882081"/>
                </a:lnTo>
                <a:lnTo>
                  <a:pt x="757988" y="883838"/>
                </a:lnTo>
                <a:lnTo>
                  <a:pt x="751884" y="879943"/>
                </a:lnTo>
                <a:lnTo>
                  <a:pt x="750919" y="879301"/>
                </a:lnTo>
                <a:lnTo>
                  <a:pt x="750088" y="878607"/>
                </a:lnTo>
                <a:close/>
              </a:path>
              <a:path w="5142230" h="2300604">
                <a:moveTo>
                  <a:pt x="692017" y="838631"/>
                </a:moveTo>
                <a:lnTo>
                  <a:pt x="686672" y="832910"/>
                </a:lnTo>
                <a:lnTo>
                  <a:pt x="686170" y="825922"/>
                </a:lnTo>
                <a:lnTo>
                  <a:pt x="689975" y="820806"/>
                </a:lnTo>
                <a:lnTo>
                  <a:pt x="694286" y="814962"/>
                </a:lnTo>
                <a:lnTo>
                  <a:pt x="702493" y="813778"/>
                </a:lnTo>
                <a:lnTo>
                  <a:pt x="714097" y="822388"/>
                </a:lnTo>
                <a:lnTo>
                  <a:pt x="715327" y="830644"/>
                </a:lnTo>
                <a:lnTo>
                  <a:pt x="711024" y="836399"/>
                </a:lnTo>
                <a:lnTo>
                  <a:pt x="706713" y="842243"/>
                </a:lnTo>
                <a:lnTo>
                  <a:pt x="698510" y="843432"/>
                </a:lnTo>
                <a:lnTo>
                  <a:pt x="692661" y="839125"/>
                </a:lnTo>
                <a:lnTo>
                  <a:pt x="692017" y="838631"/>
                </a:lnTo>
                <a:close/>
              </a:path>
              <a:path w="5142230" h="2300604">
                <a:moveTo>
                  <a:pt x="2059749" y="1419128"/>
                </a:moveTo>
                <a:lnTo>
                  <a:pt x="2055011" y="1414057"/>
                </a:lnTo>
                <a:lnTo>
                  <a:pt x="2054184" y="1407698"/>
                </a:lnTo>
                <a:lnTo>
                  <a:pt x="2060944" y="1396361"/>
                </a:lnTo>
                <a:lnTo>
                  <a:pt x="2069070" y="1394308"/>
                </a:lnTo>
                <a:lnTo>
                  <a:pt x="2069203" y="1394450"/>
                </a:lnTo>
                <a:lnTo>
                  <a:pt x="2081391" y="1401731"/>
                </a:lnTo>
                <a:lnTo>
                  <a:pt x="2083484" y="1409738"/>
                </a:lnTo>
                <a:lnTo>
                  <a:pt x="2079731" y="1415984"/>
                </a:lnTo>
                <a:lnTo>
                  <a:pt x="2076075" y="1422138"/>
                </a:lnTo>
                <a:lnTo>
                  <a:pt x="2067978" y="1424223"/>
                </a:lnTo>
                <a:lnTo>
                  <a:pt x="2060710" y="1419864"/>
                </a:lnTo>
                <a:lnTo>
                  <a:pt x="2059749" y="1419128"/>
                </a:lnTo>
                <a:close/>
              </a:path>
              <a:path w="5142230" h="2300604">
                <a:moveTo>
                  <a:pt x="636605" y="793879"/>
                </a:moveTo>
                <a:lnTo>
                  <a:pt x="631132" y="788021"/>
                </a:lnTo>
                <a:lnTo>
                  <a:pt x="630871" y="780508"/>
                </a:lnTo>
                <a:lnTo>
                  <a:pt x="635394" y="775379"/>
                </a:lnTo>
                <a:lnTo>
                  <a:pt x="640204" y="769972"/>
                </a:lnTo>
                <a:lnTo>
                  <a:pt x="648438" y="769402"/>
                </a:lnTo>
                <a:lnTo>
                  <a:pt x="659301" y="778978"/>
                </a:lnTo>
                <a:lnTo>
                  <a:pt x="659822" y="787257"/>
                </a:lnTo>
                <a:lnTo>
                  <a:pt x="650340" y="798123"/>
                </a:lnTo>
                <a:lnTo>
                  <a:pt x="642061" y="798644"/>
                </a:lnTo>
                <a:lnTo>
                  <a:pt x="636605" y="793879"/>
                </a:lnTo>
                <a:close/>
              </a:path>
              <a:path w="5142230" h="2300604">
                <a:moveTo>
                  <a:pt x="2177624" y="1498392"/>
                </a:moveTo>
                <a:lnTo>
                  <a:pt x="2172284" y="1492676"/>
                </a:lnTo>
                <a:lnTo>
                  <a:pt x="2171826" y="1485637"/>
                </a:lnTo>
                <a:lnTo>
                  <a:pt x="2180176" y="1474733"/>
                </a:lnTo>
                <a:lnTo>
                  <a:pt x="2188376" y="1473638"/>
                </a:lnTo>
                <a:lnTo>
                  <a:pt x="2199883" y="1482438"/>
                </a:lnTo>
                <a:lnTo>
                  <a:pt x="2200973" y="1490642"/>
                </a:lnTo>
                <a:lnTo>
                  <a:pt x="2192174" y="1502140"/>
                </a:lnTo>
                <a:lnTo>
                  <a:pt x="2183969" y="1503230"/>
                </a:lnTo>
                <a:lnTo>
                  <a:pt x="2177624" y="1498392"/>
                </a:lnTo>
                <a:close/>
              </a:path>
              <a:path w="5142230" h="2300604">
                <a:moveTo>
                  <a:pt x="1997992" y="1384494"/>
                </a:moveTo>
                <a:lnTo>
                  <a:pt x="1993305" y="1379476"/>
                </a:lnTo>
                <a:lnTo>
                  <a:pt x="1992326" y="1373442"/>
                </a:lnTo>
                <a:lnTo>
                  <a:pt x="1998428" y="1361989"/>
                </a:lnTo>
                <a:lnTo>
                  <a:pt x="2006349" y="1359521"/>
                </a:lnTo>
                <a:lnTo>
                  <a:pt x="2012751" y="1362954"/>
                </a:lnTo>
                <a:lnTo>
                  <a:pt x="2019198" y="1366336"/>
                </a:lnTo>
                <a:lnTo>
                  <a:pt x="2021568" y="1374249"/>
                </a:lnTo>
                <a:lnTo>
                  <a:pt x="2018190" y="1380701"/>
                </a:lnTo>
                <a:lnTo>
                  <a:pt x="2014806" y="1387049"/>
                </a:lnTo>
                <a:lnTo>
                  <a:pt x="2006840" y="1389468"/>
                </a:lnTo>
                <a:lnTo>
                  <a:pt x="2000492" y="1386094"/>
                </a:lnTo>
                <a:lnTo>
                  <a:pt x="1999144" y="1385335"/>
                </a:lnTo>
                <a:lnTo>
                  <a:pt x="1997992" y="1384494"/>
                </a:lnTo>
                <a:close/>
              </a:path>
              <a:path w="5142230" h="2300604">
                <a:moveTo>
                  <a:pt x="2119602" y="1456808"/>
                </a:moveTo>
                <a:lnTo>
                  <a:pt x="2114865" y="1451737"/>
                </a:lnTo>
                <a:lnTo>
                  <a:pt x="2114150" y="1445009"/>
                </a:lnTo>
                <a:lnTo>
                  <a:pt x="2117631" y="1439840"/>
                </a:lnTo>
                <a:lnTo>
                  <a:pt x="2121660" y="1433793"/>
                </a:lnTo>
                <a:lnTo>
                  <a:pt x="2129782" y="1432223"/>
                </a:lnTo>
                <a:lnTo>
                  <a:pt x="2135785" y="1436304"/>
                </a:lnTo>
                <a:lnTo>
                  <a:pt x="2141787" y="1440285"/>
                </a:lnTo>
                <a:lnTo>
                  <a:pt x="2143397" y="1448460"/>
                </a:lnTo>
                <a:lnTo>
                  <a:pt x="2139366" y="1454408"/>
                </a:lnTo>
                <a:lnTo>
                  <a:pt x="2135336" y="1460455"/>
                </a:lnTo>
                <a:lnTo>
                  <a:pt x="2127210" y="1462020"/>
                </a:lnTo>
                <a:lnTo>
                  <a:pt x="2121208" y="1458039"/>
                </a:lnTo>
                <a:lnTo>
                  <a:pt x="2120383" y="1457449"/>
                </a:lnTo>
                <a:lnTo>
                  <a:pt x="2119602" y="1456808"/>
                </a:lnTo>
                <a:close/>
              </a:path>
              <a:path w="5142230" h="2300604">
                <a:moveTo>
                  <a:pt x="873889" y="948967"/>
                </a:moveTo>
                <a:lnTo>
                  <a:pt x="869198" y="943944"/>
                </a:lnTo>
                <a:lnTo>
                  <a:pt x="868219" y="938010"/>
                </a:lnTo>
                <a:lnTo>
                  <a:pt x="874039" y="926547"/>
                </a:lnTo>
                <a:lnTo>
                  <a:pt x="881917" y="923935"/>
                </a:lnTo>
                <a:lnTo>
                  <a:pt x="894772" y="930463"/>
                </a:lnTo>
                <a:lnTo>
                  <a:pt x="897384" y="938342"/>
                </a:lnTo>
                <a:lnTo>
                  <a:pt x="894141" y="944841"/>
                </a:lnTo>
                <a:lnTo>
                  <a:pt x="890902" y="951245"/>
                </a:lnTo>
                <a:lnTo>
                  <a:pt x="883023" y="953857"/>
                </a:lnTo>
                <a:lnTo>
                  <a:pt x="875132" y="949906"/>
                </a:lnTo>
                <a:lnTo>
                  <a:pt x="873889" y="948967"/>
                </a:lnTo>
                <a:close/>
              </a:path>
              <a:path w="5142230" h="2300604">
                <a:moveTo>
                  <a:pt x="1537730" y="1200477"/>
                </a:moveTo>
                <a:lnTo>
                  <a:pt x="1533134" y="1195558"/>
                </a:lnTo>
                <a:lnTo>
                  <a:pt x="1531887" y="1190605"/>
                </a:lnTo>
                <a:lnTo>
                  <a:pt x="1533412" y="1185884"/>
                </a:lnTo>
                <a:lnTo>
                  <a:pt x="1535675" y="1179021"/>
                </a:lnTo>
                <a:lnTo>
                  <a:pt x="1543077" y="1175313"/>
                </a:lnTo>
                <a:lnTo>
                  <a:pt x="1549939" y="1177576"/>
                </a:lnTo>
                <a:lnTo>
                  <a:pt x="1556846" y="1179789"/>
                </a:lnTo>
                <a:lnTo>
                  <a:pt x="1560565" y="1187191"/>
                </a:lnTo>
                <a:lnTo>
                  <a:pt x="1558347" y="1194102"/>
                </a:lnTo>
                <a:lnTo>
                  <a:pt x="1556107" y="1200893"/>
                </a:lnTo>
                <a:lnTo>
                  <a:pt x="1548638" y="1204725"/>
                </a:lnTo>
                <a:lnTo>
                  <a:pt x="1541775" y="1202461"/>
                </a:lnTo>
                <a:lnTo>
                  <a:pt x="1539628" y="1201727"/>
                </a:lnTo>
                <a:lnTo>
                  <a:pt x="1537730" y="1200477"/>
                </a:lnTo>
                <a:close/>
              </a:path>
              <a:path w="5142230" h="2300604">
                <a:moveTo>
                  <a:pt x="1605094" y="1222934"/>
                </a:moveTo>
                <a:lnTo>
                  <a:pt x="1600494" y="1218009"/>
                </a:lnTo>
                <a:lnTo>
                  <a:pt x="1599200" y="1213008"/>
                </a:lnTo>
                <a:lnTo>
                  <a:pt x="1600779" y="1208246"/>
                </a:lnTo>
                <a:lnTo>
                  <a:pt x="1603137" y="1201387"/>
                </a:lnTo>
                <a:lnTo>
                  <a:pt x="1610579" y="1197721"/>
                </a:lnTo>
                <a:lnTo>
                  <a:pt x="1617438" y="1200079"/>
                </a:lnTo>
                <a:lnTo>
                  <a:pt x="1624301" y="1202343"/>
                </a:lnTo>
                <a:lnTo>
                  <a:pt x="1627962" y="1209780"/>
                </a:lnTo>
                <a:lnTo>
                  <a:pt x="1625608" y="1216645"/>
                </a:lnTo>
                <a:lnTo>
                  <a:pt x="1623345" y="1223508"/>
                </a:lnTo>
                <a:lnTo>
                  <a:pt x="1615898" y="1227168"/>
                </a:lnTo>
                <a:lnTo>
                  <a:pt x="1608990" y="1224855"/>
                </a:lnTo>
                <a:lnTo>
                  <a:pt x="1606889" y="1224170"/>
                </a:lnTo>
                <a:lnTo>
                  <a:pt x="1605094" y="1222934"/>
                </a:lnTo>
                <a:close/>
              </a:path>
              <a:path w="5142230" h="2300604">
                <a:moveTo>
                  <a:pt x="1672140" y="1246125"/>
                </a:moveTo>
                <a:lnTo>
                  <a:pt x="1667494" y="1241151"/>
                </a:lnTo>
                <a:lnTo>
                  <a:pt x="1666303" y="1236064"/>
                </a:lnTo>
                <a:lnTo>
                  <a:pt x="1670379" y="1224495"/>
                </a:lnTo>
                <a:lnTo>
                  <a:pt x="1677867" y="1220879"/>
                </a:lnTo>
                <a:lnTo>
                  <a:pt x="1691530" y="1225729"/>
                </a:lnTo>
                <a:lnTo>
                  <a:pt x="1695105" y="1233173"/>
                </a:lnTo>
                <a:lnTo>
                  <a:pt x="1692653" y="1240030"/>
                </a:lnTo>
                <a:lnTo>
                  <a:pt x="1690249" y="1246840"/>
                </a:lnTo>
                <a:lnTo>
                  <a:pt x="1682810" y="1250411"/>
                </a:lnTo>
                <a:lnTo>
                  <a:pt x="1675951" y="1248053"/>
                </a:lnTo>
                <a:lnTo>
                  <a:pt x="1673898" y="1247322"/>
                </a:lnTo>
                <a:lnTo>
                  <a:pt x="1672140" y="1246125"/>
                </a:lnTo>
                <a:close/>
              </a:path>
              <a:path w="5142230" h="2300604">
                <a:moveTo>
                  <a:pt x="811106" y="915383"/>
                </a:moveTo>
                <a:lnTo>
                  <a:pt x="806419" y="910366"/>
                </a:lnTo>
                <a:lnTo>
                  <a:pt x="805499" y="904103"/>
                </a:lnTo>
                <a:lnTo>
                  <a:pt x="808362" y="899054"/>
                </a:lnTo>
                <a:lnTo>
                  <a:pt x="811975" y="892757"/>
                </a:lnTo>
                <a:lnTo>
                  <a:pt x="819935" y="890526"/>
                </a:lnTo>
                <a:lnTo>
                  <a:pt x="826236" y="894045"/>
                </a:lnTo>
                <a:lnTo>
                  <a:pt x="832529" y="897653"/>
                </a:lnTo>
                <a:lnTo>
                  <a:pt x="834765" y="905618"/>
                </a:lnTo>
                <a:lnTo>
                  <a:pt x="831245" y="911919"/>
                </a:lnTo>
                <a:lnTo>
                  <a:pt x="827627" y="918212"/>
                </a:lnTo>
                <a:lnTo>
                  <a:pt x="819672" y="920448"/>
                </a:lnTo>
                <a:lnTo>
                  <a:pt x="812168" y="916227"/>
                </a:lnTo>
                <a:lnTo>
                  <a:pt x="811106" y="915383"/>
                </a:lnTo>
                <a:close/>
              </a:path>
              <a:path w="5142230" h="2300604">
                <a:moveTo>
                  <a:pt x="1470261" y="1178494"/>
                </a:moveTo>
                <a:lnTo>
                  <a:pt x="1465615" y="1173521"/>
                </a:lnTo>
                <a:lnTo>
                  <a:pt x="1464318" y="1168614"/>
                </a:lnTo>
                <a:lnTo>
                  <a:pt x="1465898" y="1163952"/>
                </a:lnTo>
                <a:lnTo>
                  <a:pt x="1468116" y="1157040"/>
                </a:lnTo>
                <a:lnTo>
                  <a:pt x="1475511" y="1153227"/>
                </a:lnTo>
                <a:lnTo>
                  <a:pt x="1482379" y="1155496"/>
                </a:lnTo>
                <a:lnTo>
                  <a:pt x="1489290" y="1157714"/>
                </a:lnTo>
                <a:lnTo>
                  <a:pt x="1493049" y="1165159"/>
                </a:lnTo>
                <a:lnTo>
                  <a:pt x="1490786" y="1172022"/>
                </a:lnTo>
                <a:lnTo>
                  <a:pt x="1488568" y="1178933"/>
                </a:lnTo>
                <a:lnTo>
                  <a:pt x="1481171" y="1182647"/>
                </a:lnTo>
                <a:lnTo>
                  <a:pt x="1474260" y="1180429"/>
                </a:lnTo>
                <a:lnTo>
                  <a:pt x="1472113" y="1179695"/>
                </a:lnTo>
                <a:lnTo>
                  <a:pt x="1470261" y="1178494"/>
                </a:lnTo>
                <a:close/>
              </a:path>
              <a:path w="5142230" h="2300604">
                <a:moveTo>
                  <a:pt x="2633656" y="1760769"/>
                </a:moveTo>
                <a:lnTo>
                  <a:pt x="2629197" y="1755996"/>
                </a:lnTo>
                <a:lnTo>
                  <a:pt x="2628085" y="1753829"/>
                </a:lnTo>
                <a:lnTo>
                  <a:pt x="2627629" y="1751288"/>
                </a:lnTo>
                <a:lnTo>
                  <a:pt x="2626325" y="1744516"/>
                </a:lnTo>
                <a:lnTo>
                  <a:pt x="2630846" y="1737918"/>
                </a:lnTo>
                <a:lnTo>
                  <a:pt x="2644631" y="1735277"/>
                </a:lnTo>
                <a:lnTo>
                  <a:pt x="2651269" y="1739841"/>
                </a:lnTo>
                <a:lnTo>
                  <a:pt x="2652503" y="1746733"/>
                </a:lnTo>
                <a:lnTo>
                  <a:pt x="2653826" y="1753624"/>
                </a:lnTo>
                <a:lnTo>
                  <a:pt x="2649301" y="1760216"/>
                </a:lnTo>
                <a:lnTo>
                  <a:pt x="2637996" y="1762385"/>
                </a:lnTo>
                <a:lnTo>
                  <a:pt x="2633656" y="1760769"/>
                </a:lnTo>
                <a:close/>
              </a:path>
              <a:path w="5142230" h="2300604">
                <a:moveTo>
                  <a:pt x="1688207" y="1108494"/>
                </a:moveTo>
                <a:lnTo>
                  <a:pt x="1683743" y="1103715"/>
                </a:lnTo>
                <a:lnTo>
                  <a:pt x="1682478" y="1099136"/>
                </a:lnTo>
                <a:lnTo>
                  <a:pt x="1683814" y="1094701"/>
                </a:lnTo>
                <a:lnTo>
                  <a:pt x="1685743" y="1087968"/>
                </a:lnTo>
                <a:lnTo>
                  <a:pt x="1692814" y="1084102"/>
                </a:lnTo>
                <a:lnTo>
                  <a:pt x="1699544" y="1086125"/>
                </a:lnTo>
                <a:lnTo>
                  <a:pt x="1706276" y="1088053"/>
                </a:lnTo>
                <a:lnTo>
                  <a:pt x="1710097" y="1095076"/>
                </a:lnTo>
                <a:lnTo>
                  <a:pt x="1706145" y="1108538"/>
                </a:lnTo>
                <a:lnTo>
                  <a:pt x="1699123" y="1112359"/>
                </a:lnTo>
                <a:lnTo>
                  <a:pt x="1690146" y="1109787"/>
                </a:lnTo>
                <a:lnTo>
                  <a:pt x="1688207" y="1108494"/>
                </a:lnTo>
                <a:close/>
              </a:path>
              <a:path w="5142230" h="2300604">
                <a:moveTo>
                  <a:pt x="2402603" y="1413047"/>
                </a:moveTo>
                <a:lnTo>
                  <a:pt x="2396934" y="1406979"/>
                </a:lnTo>
                <a:lnTo>
                  <a:pt x="2396472" y="1400229"/>
                </a:lnTo>
                <a:lnTo>
                  <a:pt x="2400328" y="1395266"/>
                </a:lnTo>
                <a:lnTo>
                  <a:pt x="2404572" y="1389741"/>
                </a:lnTo>
                <a:lnTo>
                  <a:pt x="2412539" y="1388690"/>
                </a:lnTo>
                <a:lnTo>
                  <a:pt x="2423630" y="1397239"/>
                </a:lnTo>
                <a:lnTo>
                  <a:pt x="2424676" y="1405202"/>
                </a:lnTo>
                <a:lnTo>
                  <a:pt x="2416136" y="1416293"/>
                </a:lnTo>
                <a:lnTo>
                  <a:pt x="2408169" y="1417344"/>
                </a:lnTo>
                <a:lnTo>
                  <a:pt x="2402603" y="1413047"/>
                </a:lnTo>
                <a:close/>
              </a:path>
              <a:path w="5142230" h="2300604">
                <a:moveTo>
                  <a:pt x="2598730" y="2180737"/>
                </a:moveTo>
                <a:lnTo>
                  <a:pt x="2594316" y="2176013"/>
                </a:lnTo>
                <a:lnTo>
                  <a:pt x="2593004" y="2171577"/>
                </a:lnTo>
                <a:lnTo>
                  <a:pt x="2595887" y="2160392"/>
                </a:lnTo>
                <a:lnTo>
                  <a:pt x="2602699" y="2156443"/>
                </a:lnTo>
                <a:lnTo>
                  <a:pt x="2616394" y="2159863"/>
                </a:lnTo>
                <a:lnTo>
                  <a:pt x="2620455" y="2166752"/>
                </a:lnTo>
                <a:lnTo>
                  <a:pt x="2618702" y="2173380"/>
                </a:lnTo>
                <a:lnTo>
                  <a:pt x="2616923" y="2180370"/>
                </a:lnTo>
                <a:lnTo>
                  <a:pt x="2610034" y="2184432"/>
                </a:lnTo>
                <a:lnTo>
                  <a:pt x="2600817" y="2181993"/>
                </a:lnTo>
                <a:lnTo>
                  <a:pt x="2598730" y="2180737"/>
                </a:lnTo>
                <a:close/>
              </a:path>
              <a:path w="5142230" h="2300604">
                <a:moveTo>
                  <a:pt x="1018746" y="872177"/>
                </a:moveTo>
                <a:lnTo>
                  <a:pt x="1014232" y="867345"/>
                </a:lnTo>
                <a:lnTo>
                  <a:pt x="1013192" y="861834"/>
                </a:lnTo>
                <a:lnTo>
                  <a:pt x="1015438" y="857005"/>
                </a:lnTo>
                <a:lnTo>
                  <a:pt x="1018440" y="850639"/>
                </a:lnTo>
                <a:lnTo>
                  <a:pt x="1025945" y="847921"/>
                </a:lnTo>
                <a:lnTo>
                  <a:pt x="1038626" y="853871"/>
                </a:lnTo>
                <a:lnTo>
                  <a:pt x="1041394" y="861429"/>
                </a:lnTo>
                <a:lnTo>
                  <a:pt x="1035439" y="874115"/>
                </a:lnTo>
                <a:lnTo>
                  <a:pt x="1027935" y="876833"/>
                </a:lnTo>
                <a:lnTo>
                  <a:pt x="1021565" y="873827"/>
                </a:lnTo>
                <a:lnTo>
                  <a:pt x="1020029" y="873161"/>
                </a:lnTo>
                <a:lnTo>
                  <a:pt x="1018746" y="872177"/>
                </a:lnTo>
                <a:close/>
              </a:path>
              <a:path w="5142230" h="2300604">
                <a:moveTo>
                  <a:pt x="2615387" y="2111769"/>
                </a:moveTo>
                <a:lnTo>
                  <a:pt x="2610969" y="2107040"/>
                </a:lnTo>
                <a:lnTo>
                  <a:pt x="2609691" y="2102837"/>
                </a:lnTo>
                <a:lnTo>
                  <a:pt x="2612050" y="2091776"/>
                </a:lnTo>
                <a:lnTo>
                  <a:pt x="2618855" y="2087428"/>
                </a:lnTo>
                <a:lnTo>
                  <a:pt x="2625653" y="2088939"/>
                </a:lnTo>
                <a:lnTo>
                  <a:pt x="2632496" y="2090399"/>
                </a:lnTo>
                <a:lnTo>
                  <a:pt x="2636839" y="2097199"/>
                </a:lnTo>
                <a:lnTo>
                  <a:pt x="2635333" y="2103993"/>
                </a:lnTo>
                <a:lnTo>
                  <a:pt x="2633878" y="2110841"/>
                </a:lnTo>
                <a:lnTo>
                  <a:pt x="2627073" y="2115189"/>
                </a:lnTo>
                <a:lnTo>
                  <a:pt x="2620279" y="2113683"/>
                </a:lnTo>
                <a:lnTo>
                  <a:pt x="2617654" y="2113121"/>
                </a:lnTo>
                <a:lnTo>
                  <a:pt x="2615387" y="2111769"/>
                </a:lnTo>
                <a:close/>
              </a:path>
              <a:path w="5142230" h="2300604">
                <a:moveTo>
                  <a:pt x="2638792" y="1972023"/>
                </a:moveTo>
                <a:lnTo>
                  <a:pt x="2634373" y="1967293"/>
                </a:lnTo>
                <a:lnTo>
                  <a:pt x="2633032" y="1963707"/>
                </a:lnTo>
                <a:lnTo>
                  <a:pt x="2634102" y="1952928"/>
                </a:lnTo>
                <a:lnTo>
                  <a:pt x="2640363" y="1947900"/>
                </a:lnTo>
                <a:lnTo>
                  <a:pt x="2654289" y="1949319"/>
                </a:lnTo>
                <a:lnTo>
                  <a:pt x="2659365" y="1955534"/>
                </a:lnTo>
                <a:lnTo>
                  <a:pt x="2657947" y="1969460"/>
                </a:lnTo>
                <a:lnTo>
                  <a:pt x="2653182" y="1973352"/>
                </a:lnTo>
                <a:lnTo>
                  <a:pt x="2651731" y="1974536"/>
                </a:lnTo>
                <a:lnTo>
                  <a:pt x="2644723" y="1973778"/>
                </a:lnTo>
                <a:lnTo>
                  <a:pt x="2641527" y="1973485"/>
                </a:lnTo>
                <a:lnTo>
                  <a:pt x="2638792" y="1972023"/>
                </a:lnTo>
                <a:close/>
              </a:path>
              <a:path w="5142230" h="2300604">
                <a:moveTo>
                  <a:pt x="2642321" y="1830746"/>
                </a:moveTo>
                <a:lnTo>
                  <a:pt x="2637907" y="1826021"/>
                </a:lnTo>
                <a:lnTo>
                  <a:pt x="2636677" y="1823335"/>
                </a:lnTo>
                <a:lnTo>
                  <a:pt x="2635931" y="1813348"/>
                </a:lnTo>
                <a:lnTo>
                  <a:pt x="2641190" y="1807249"/>
                </a:lnTo>
                <a:lnTo>
                  <a:pt x="2648146" y="1806777"/>
                </a:lnTo>
                <a:lnTo>
                  <a:pt x="2655146" y="1806255"/>
                </a:lnTo>
                <a:lnTo>
                  <a:pt x="2661197" y="1811560"/>
                </a:lnTo>
                <a:lnTo>
                  <a:pt x="2661719" y="1818570"/>
                </a:lnTo>
                <a:lnTo>
                  <a:pt x="2662185" y="1825520"/>
                </a:lnTo>
                <a:lnTo>
                  <a:pt x="2656980" y="1831580"/>
                </a:lnTo>
                <a:lnTo>
                  <a:pt x="2649975" y="1832097"/>
                </a:lnTo>
                <a:lnTo>
                  <a:pt x="2646001" y="1832339"/>
                </a:lnTo>
                <a:lnTo>
                  <a:pt x="2642321" y="1830746"/>
                </a:lnTo>
                <a:close/>
              </a:path>
              <a:path w="5142230" h="2300604">
                <a:moveTo>
                  <a:pt x="1756348" y="1128654"/>
                </a:moveTo>
                <a:lnTo>
                  <a:pt x="1751889" y="1123880"/>
                </a:lnTo>
                <a:lnTo>
                  <a:pt x="1750583" y="1119256"/>
                </a:lnTo>
                <a:lnTo>
                  <a:pt x="1751963" y="1114771"/>
                </a:lnTo>
                <a:lnTo>
                  <a:pt x="1753932" y="1108083"/>
                </a:lnTo>
                <a:lnTo>
                  <a:pt x="1760960" y="1104267"/>
                </a:lnTo>
                <a:lnTo>
                  <a:pt x="1774373" y="1108264"/>
                </a:lnTo>
                <a:lnTo>
                  <a:pt x="1778239" y="1115335"/>
                </a:lnTo>
                <a:lnTo>
                  <a:pt x="1776216" y="1122065"/>
                </a:lnTo>
                <a:lnTo>
                  <a:pt x="1774242" y="1128748"/>
                </a:lnTo>
                <a:lnTo>
                  <a:pt x="1767174" y="1132521"/>
                </a:lnTo>
                <a:lnTo>
                  <a:pt x="1760441" y="1130592"/>
                </a:lnTo>
                <a:lnTo>
                  <a:pt x="1758246" y="1129903"/>
                </a:lnTo>
                <a:lnTo>
                  <a:pt x="1756348" y="1128654"/>
                </a:lnTo>
                <a:close/>
              </a:path>
              <a:path w="5142230" h="2300604">
                <a:moveTo>
                  <a:pt x="1484194" y="1046692"/>
                </a:moveTo>
                <a:lnTo>
                  <a:pt x="1479730" y="1041914"/>
                </a:lnTo>
                <a:lnTo>
                  <a:pt x="1478476" y="1037150"/>
                </a:lnTo>
                <a:lnTo>
                  <a:pt x="1479994" y="1032618"/>
                </a:lnTo>
                <a:lnTo>
                  <a:pt x="1482162" y="1025945"/>
                </a:lnTo>
                <a:lnTo>
                  <a:pt x="1489272" y="1022316"/>
                </a:lnTo>
                <a:lnTo>
                  <a:pt x="1502581" y="1026593"/>
                </a:lnTo>
                <a:lnTo>
                  <a:pt x="1506256" y="1033752"/>
                </a:lnTo>
                <a:lnTo>
                  <a:pt x="1501930" y="1047107"/>
                </a:lnTo>
                <a:lnTo>
                  <a:pt x="1494815" y="1050731"/>
                </a:lnTo>
                <a:lnTo>
                  <a:pt x="1486037" y="1047883"/>
                </a:lnTo>
                <a:lnTo>
                  <a:pt x="1484194" y="1046692"/>
                </a:lnTo>
                <a:close/>
              </a:path>
              <a:path w="5142230" h="2300604">
                <a:moveTo>
                  <a:pt x="2629037" y="2042222"/>
                </a:moveTo>
                <a:lnTo>
                  <a:pt x="2624574" y="2037444"/>
                </a:lnTo>
                <a:lnTo>
                  <a:pt x="2623291" y="2033529"/>
                </a:lnTo>
                <a:lnTo>
                  <a:pt x="2623944" y="2029439"/>
                </a:lnTo>
                <a:lnTo>
                  <a:pt x="2625122" y="2022587"/>
                </a:lnTo>
                <a:lnTo>
                  <a:pt x="2631612" y="2017902"/>
                </a:lnTo>
                <a:lnTo>
                  <a:pt x="2645460" y="2020215"/>
                </a:lnTo>
                <a:lnTo>
                  <a:pt x="2650100" y="2026746"/>
                </a:lnTo>
                <a:lnTo>
                  <a:pt x="2647832" y="2040544"/>
                </a:lnTo>
                <a:lnTo>
                  <a:pt x="2641301" y="2045184"/>
                </a:lnTo>
                <a:lnTo>
                  <a:pt x="2631489" y="2043576"/>
                </a:lnTo>
                <a:lnTo>
                  <a:pt x="2629037" y="2042222"/>
                </a:lnTo>
                <a:close/>
              </a:path>
              <a:path w="5142230" h="2300604">
                <a:moveTo>
                  <a:pt x="2589992" y="1627620"/>
                </a:moveTo>
                <a:lnTo>
                  <a:pt x="2585437" y="1622744"/>
                </a:lnTo>
                <a:lnTo>
                  <a:pt x="2584763" y="1621730"/>
                </a:lnTo>
                <a:lnTo>
                  <a:pt x="2584183" y="1620619"/>
                </a:lnTo>
                <a:lnTo>
                  <a:pt x="2581049" y="1614333"/>
                </a:lnTo>
                <a:lnTo>
                  <a:pt x="2583617" y="1606720"/>
                </a:lnTo>
                <a:lnTo>
                  <a:pt x="2589814" y="1603580"/>
                </a:lnTo>
                <a:lnTo>
                  <a:pt x="2595985" y="1600509"/>
                </a:lnTo>
                <a:lnTo>
                  <a:pt x="2603717" y="1603019"/>
                </a:lnTo>
                <a:lnTo>
                  <a:pt x="2606810" y="1609261"/>
                </a:lnTo>
                <a:lnTo>
                  <a:pt x="2609992" y="1615502"/>
                </a:lnTo>
                <a:lnTo>
                  <a:pt x="2607424" y="1623115"/>
                </a:lnTo>
                <a:lnTo>
                  <a:pt x="2601227" y="1626256"/>
                </a:lnTo>
                <a:lnTo>
                  <a:pt x="2596041" y="1628817"/>
                </a:lnTo>
                <a:lnTo>
                  <a:pt x="2589992" y="1627620"/>
                </a:lnTo>
                <a:close/>
              </a:path>
              <a:path w="5142230" h="2300604">
                <a:moveTo>
                  <a:pt x="2157295" y="1270386"/>
                </a:moveTo>
                <a:lnTo>
                  <a:pt x="2152786" y="1265559"/>
                </a:lnTo>
                <a:lnTo>
                  <a:pt x="2151743" y="1260141"/>
                </a:lnTo>
                <a:lnTo>
                  <a:pt x="2153890" y="1255304"/>
                </a:lnTo>
                <a:lnTo>
                  <a:pt x="2156798" y="1248936"/>
                </a:lnTo>
                <a:lnTo>
                  <a:pt x="2164260" y="1246074"/>
                </a:lnTo>
                <a:lnTo>
                  <a:pt x="2170629" y="1248982"/>
                </a:lnTo>
                <a:lnTo>
                  <a:pt x="2177042" y="1251839"/>
                </a:lnTo>
                <a:lnTo>
                  <a:pt x="2179859" y="1259351"/>
                </a:lnTo>
                <a:lnTo>
                  <a:pt x="2176997" y="1265769"/>
                </a:lnTo>
                <a:lnTo>
                  <a:pt x="2174085" y="1272133"/>
                </a:lnTo>
                <a:lnTo>
                  <a:pt x="2166577" y="1274946"/>
                </a:lnTo>
                <a:lnTo>
                  <a:pt x="2158678" y="1271377"/>
                </a:lnTo>
                <a:lnTo>
                  <a:pt x="2157295" y="1270386"/>
                </a:lnTo>
                <a:close/>
              </a:path>
              <a:path w="5142230" h="2300604">
                <a:moveTo>
                  <a:pt x="1149398" y="928366"/>
                </a:moveTo>
                <a:lnTo>
                  <a:pt x="1144934" y="923588"/>
                </a:lnTo>
                <a:lnTo>
                  <a:pt x="1143741" y="918401"/>
                </a:lnTo>
                <a:lnTo>
                  <a:pt x="1145644" y="913693"/>
                </a:lnTo>
                <a:lnTo>
                  <a:pt x="1148182" y="907222"/>
                </a:lnTo>
                <a:lnTo>
                  <a:pt x="1155563" y="903980"/>
                </a:lnTo>
                <a:lnTo>
                  <a:pt x="1168605" y="909145"/>
                </a:lnTo>
                <a:lnTo>
                  <a:pt x="1171749" y="916517"/>
                </a:lnTo>
                <a:lnTo>
                  <a:pt x="1166588" y="929565"/>
                </a:lnTo>
                <a:lnTo>
                  <a:pt x="1159252" y="932757"/>
                </a:lnTo>
                <a:lnTo>
                  <a:pt x="1152735" y="930179"/>
                </a:lnTo>
                <a:lnTo>
                  <a:pt x="1150961" y="929453"/>
                </a:lnTo>
                <a:lnTo>
                  <a:pt x="1149398" y="928366"/>
                </a:lnTo>
                <a:close/>
              </a:path>
              <a:path w="5142230" h="2300604">
                <a:moveTo>
                  <a:pt x="1620059" y="1088423"/>
                </a:moveTo>
                <a:lnTo>
                  <a:pt x="1615640" y="1083694"/>
                </a:lnTo>
                <a:lnTo>
                  <a:pt x="1614334" y="1079070"/>
                </a:lnTo>
                <a:lnTo>
                  <a:pt x="1615710" y="1074580"/>
                </a:lnTo>
                <a:lnTo>
                  <a:pt x="1617643" y="1067852"/>
                </a:lnTo>
                <a:lnTo>
                  <a:pt x="1624707" y="1064075"/>
                </a:lnTo>
                <a:lnTo>
                  <a:pt x="1631444" y="1066009"/>
                </a:lnTo>
                <a:lnTo>
                  <a:pt x="1638173" y="1068032"/>
                </a:lnTo>
                <a:lnTo>
                  <a:pt x="1641994" y="1075054"/>
                </a:lnTo>
                <a:lnTo>
                  <a:pt x="1639967" y="1081779"/>
                </a:lnTo>
                <a:lnTo>
                  <a:pt x="1637997" y="1088467"/>
                </a:lnTo>
                <a:lnTo>
                  <a:pt x="1630921" y="1092329"/>
                </a:lnTo>
                <a:lnTo>
                  <a:pt x="1624242" y="1090360"/>
                </a:lnTo>
                <a:lnTo>
                  <a:pt x="1621998" y="1089717"/>
                </a:lnTo>
                <a:lnTo>
                  <a:pt x="1620059" y="1088423"/>
                </a:lnTo>
                <a:close/>
              </a:path>
              <a:path w="5142230" h="2300604">
                <a:moveTo>
                  <a:pt x="1083659" y="901296"/>
                </a:moveTo>
                <a:lnTo>
                  <a:pt x="1079150" y="896469"/>
                </a:lnTo>
                <a:lnTo>
                  <a:pt x="1078055" y="891192"/>
                </a:lnTo>
                <a:lnTo>
                  <a:pt x="1080108" y="886352"/>
                </a:lnTo>
                <a:lnTo>
                  <a:pt x="1082876" y="879931"/>
                </a:lnTo>
                <a:lnTo>
                  <a:pt x="1090295" y="876926"/>
                </a:lnTo>
                <a:lnTo>
                  <a:pt x="1103132" y="882457"/>
                </a:lnTo>
                <a:lnTo>
                  <a:pt x="1106116" y="889757"/>
                </a:lnTo>
                <a:lnTo>
                  <a:pt x="1100652" y="902772"/>
                </a:lnTo>
                <a:lnTo>
                  <a:pt x="1093227" y="905772"/>
                </a:lnTo>
                <a:lnTo>
                  <a:pt x="1085087" y="902336"/>
                </a:lnTo>
                <a:lnTo>
                  <a:pt x="1083659" y="901296"/>
                </a:lnTo>
                <a:close/>
              </a:path>
              <a:path w="5142230" h="2300604">
                <a:moveTo>
                  <a:pt x="2283625" y="1334264"/>
                </a:moveTo>
                <a:lnTo>
                  <a:pt x="2279116" y="1329437"/>
                </a:lnTo>
                <a:lnTo>
                  <a:pt x="2278190" y="1323363"/>
                </a:lnTo>
                <a:lnTo>
                  <a:pt x="2281049" y="1318409"/>
                </a:lnTo>
                <a:lnTo>
                  <a:pt x="2284509" y="1312337"/>
                </a:lnTo>
                <a:lnTo>
                  <a:pt x="2292281" y="1310199"/>
                </a:lnTo>
                <a:lnTo>
                  <a:pt x="2298345" y="1313757"/>
                </a:lnTo>
                <a:lnTo>
                  <a:pt x="2304411" y="1317221"/>
                </a:lnTo>
                <a:lnTo>
                  <a:pt x="2306504" y="1324936"/>
                </a:lnTo>
                <a:lnTo>
                  <a:pt x="2299576" y="1337069"/>
                </a:lnTo>
                <a:lnTo>
                  <a:pt x="2291813" y="1339217"/>
                </a:lnTo>
                <a:lnTo>
                  <a:pt x="2285746" y="1335753"/>
                </a:lnTo>
                <a:lnTo>
                  <a:pt x="2284633" y="1335049"/>
                </a:lnTo>
                <a:lnTo>
                  <a:pt x="2283625" y="1334264"/>
                </a:lnTo>
                <a:close/>
              </a:path>
              <a:path w="5142230" h="2300604">
                <a:moveTo>
                  <a:pt x="1416883" y="1024195"/>
                </a:moveTo>
                <a:lnTo>
                  <a:pt x="1412374" y="1019368"/>
                </a:lnTo>
                <a:lnTo>
                  <a:pt x="1411164" y="1014554"/>
                </a:lnTo>
                <a:lnTo>
                  <a:pt x="1412740" y="1009986"/>
                </a:lnTo>
                <a:lnTo>
                  <a:pt x="1414949" y="1003357"/>
                </a:lnTo>
                <a:lnTo>
                  <a:pt x="1422100" y="999772"/>
                </a:lnTo>
                <a:lnTo>
                  <a:pt x="1435408" y="1004242"/>
                </a:lnTo>
                <a:lnTo>
                  <a:pt x="1438935" y="1011439"/>
                </a:lnTo>
                <a:lnTo>
                  <a:pt x="1436726" y="1018068"/>
                </a:lnTo>
                <a:lnTo>
                  <a:pt x="1434469" y="1024742"/>
                </a:lnTo>
                <a:lnTo>
                  <a:pt x="1427272" y="1028278"/>
                </a:lnTo>
                <a:lnTo>
                  <a:pt x="1420639" y="1026065"/>
                </a:lnTo>
                <a:lnTo>
                  <a:pt x="1418591" y="1025339"/>
                </a:lnTo>
                <a:lnTo>
                  <a:pt x="1416883" y="1024195"/>
                </a:lnTo>
                <a:close/>
              </a:path>
              <a:path w="5142230" h="2300604">
                <a:moveTo>
                  <a:pt x="2616482" y="1692632"/>
                </a:moveTo>
                <a:lnTo>
                  <a:pt x="2611968" y="1687800"/>
                </a:lnTo>
                <a:lnTo>
                  <a:pt x="2611036" y="1686215"/>
                </a:lnTo>
                <a:lnTo>
                  <a:pt x="2610482" y="1684450"/>
                </a:lnTo>
                <a:lnTo>
                  <a:pt x="2608255" y="1677765"/>
                </a:lnTo>
                <a:lnTo>
                  <a:pt x="2611897" y="1670618"/>
                </a:lnTo>
                <a:lnTo>
                  <a:pt x="2625170" y="1666255"/>
                </a:lnTo>
                <a:lnTo>
                  <a:pt x="2632365" y="1669851"/>
                </a:lnTo>
                <a:lnTo>
                  <a:pt x="2636728" y="1683124"/>
                </a:lnTo>
                <a:lnTo>
                  <a:pt x="2633082" y="1690266"/>
                </a:lnTo>
                <a:lnTo>
                  <a:pt x="2621574" y="1694076"/>
                </a:lnTo>
                <a:lnTo>
                  <a:pt x="2616482" y="1692632"/>
                </a:lnTo>
                <a:close/>
              </a:path>
              <a:path w="5142230" h="2300604">
                <a:moveTo>
                  <a:pt x="2510154" y="1512539"/>
                </a:moveTo>
                <a:lnTo>
                  <a:pt x="2505285" y="1507326"/>
                </a:lnTo>
                <a:lnTo>
                  <a:pt x="2500600" y="1502115"/>
                </a:lnTo>
                <a:lnTo>
                  <a:pt x="2501061" y="1494106"/>
                </a:lnTo>
                <a:lnTo>
                  <a:pt x="2511087" y="1485093"/>
                </a:lnTo>
                <a:lnTo>
                  <a:pt x="2511434" y="1484781"/>
                </a:lnTo>
                <a:lnTo>
                  <a:pt x="2519443" y="1485143"/>
                </a:lnTo>
                <a:lnTo>
                  <a:pt x="2528818" y="1495570"/>
                </a:lnTo>
                <a:lnTo>
                  <a:pt x="2528402" y="1503628"/>
                </a:lnTo>
                <a:lnTo>
                  <a:pt x="2518376" y="1512640"/>
                </a:lnTo>
                <a:lnTo>
                  <a:pt x="2518078" y="1512908"/>
                </a:lnTo>
                <a:lnTo>
                  <a:pt x="2510154" y="1512539"/>
                </a:lnTo>
                <a:close/>
              </a:path>
              <a:path w="5142230" h="2300604">
                <a:moveTo>
                  <a:pt x="1891972" y="1170519"/>
                </a:moveTo>
                <a:lnTo>
                  <a:pt x="1887509" y="1165740"/>
                </a:lnTo>
                <a:lnTo>
                  <a:pt x="1886259" y="1160981"/>
                </a:lnTo>
                <a:lnTo>
                  <a:pt x="1889954" y="1149786"/>
                </a:lnTo>
                <a:lnTo>
                  <a:pt x="1897056" y="1146147"/>
                </a:lnTo>
                <a:lnTo>
                  <a:pt x="1910365" y="1150424"/>
                </a:lnTo>
                <a:lnTo>
                  <a:pt x="1913991" y="1157629"/>
                </a:lnTo>
                <a:lnTo>
                  <a:pt x="1911877" y="1164261"/>
                </a:lnTo>
                <a:lnTo>
                  <a:pt x="1909714" y="1170938"/>
                </a:lnTo>
                <a:lnTo>
                  <a:pt x="1902554" y="1174613"/>
                </a:lnTo>
                <a:lnTo>
                  <a:pt x="1893776" y="1171765"/>
                </a:lnTo>
                <a:lnTo>
                  <a:pt x="1891972" y="1170519"/>
                </a:lnTo>
                <a:close/>
              </a:path>
              <a:path w="5142230" h="2300604">
                <a:moveTo>
                  <a:pt x="1959288" y="1193020"/>
                </a:moveTo>
                <a:lnTo>
                  <a:pt x="1954824" y="1188242"/>
                </a:lnTo>
                <a:lnTo>
                  <a:pt x="1953617" y="1183334"/>
                </a:lnTo>
                <a:lnTo>
                  <a:pt x="1957496" y="1172140"/>
                </a:lnTo>
                <a:lnTo>
                  <a:pt x="1964693" y="1168603"/>
                </a:lnTo>
                <a:lnTo>
                  <a:pt x="1977899" y="1173160"/>
                </a:lnTo>
                <a:lnTo>
                  <a:pt x="1981430" y="1180362"/>
                </a:lnTo>
                <a:lnTo>
                  <a:pt x="1976873" y="1193567"/>
                </a:lnTo>
                <a:lnTo>
                  <a:pt x="1969676" y="1197104"/>
                </a:lnTo>
                <a:lnTo>
                  <a:pt x="1960995" y="1194164"/>
                </a:lnTo>
                <a:lnTo>
                  <a:pt x="1959288" y="1193020"/>
                </a:lnTo>
                <a:close/>
              </a:path>
              <a:path w="5142230" h="2300604">
                <a:moveTo>
                  <a:pt x="2343928" y="1371252"/>
                </a:moveTo>
                <a:lnTo>
                  <a:pt x="2339327" y="1366327"/>
                </a:lnTo>
                <a:lnTo>
                  <a:pt x="2338692" y="1359881"/>
                </a:lnTo>
                <a:lnTo>
                  <a:pt x="2345813" y="1349029"/>
                </a:lnTo>
                <a:lnTo>
                  <a:pt x="2353704" y="1347409"/>
                </a:lnTo>
                <a:lnTo>
                  <a:pt x="2359525" y="1351294"/>
                </a:lnTo>
                <a:lnTo>
                  <a:pt x="2365386" y="1355124"/>
                </a:lnTo>
                <a:lnTo>
                  <a:pt x="2366965" y="1362972"/>
                </a:lnTo>
                <a:lnTo>
                  <a:pt x="2359295" y="1374702"/>
                </a:lnTo>
                <a:lnTo>
                  <a:pt x="2351403" y="1376322"/>
                </a:lnTo>
                <a:lnTo>
                  <a:pt x="2345582" y="1372437"/>
                </a:lnTo>
                <a:lnTo>
                  <a:pt x="2344709" y="1371893"/>
                </a:lnTo>
                <a:lnTo>
                  <a:pt x="2343928" y="1371252"/>
                </a:lnTo>
                <a:close/>
              </a:path>
              <a:path w="5142230" h="2300604">
                <a:moveTo>
                  <a:pt x="2643598" y="1901415"/>
                </a:moveTo>
                <a:lnTo>
                  <a:pt x="2639184" y="1896690"/>
                </a:lnTo>
                <a:lnTo>
                  <a:pt x="2637873" y="1893429"/>
                </a:lnTo>
                <a:lnTo>
                  <a:pt x="2637945" y="1890085"/>
                </a:lnTo>
                <a:lnTo>
                  <a:pt x="2638137" y="1883058"/>
                </a:lnTo>
                <a:lnTo>
                  <a:pt x="2643939" y="1877538"/>
                </a:lnTo>
                <a:lnTo>
                  <a:pt x="2650971" y="1877735"/>
                </a:lnTo>
                <a:lnTo>
                  <a:pt x="2658046" y="1877880"/>
                </a:lnTo>
                <a:lnTo>
                  <a:pt x="2663463" y="1883679"/>
                </a:lnTo>
                <a:lnTo>
                  <a:pt x="2663320" y="1890661"/>
                </a:lnTo>
                <a:lnTo>
                  <a:pt x="2663128" y="1897689"/>
                </a:lnTo>
                <a:lnTo>
                  <a:pt x="2657327" y="1903209"/>
                </a:lnTo>
                <a:lnTo>
                  <a:pt x="2646802" y="1902987"/>
                </a:lnTo>
                <a:lnTo>
                  <a:pt x="2643598" y="1901415"/>
                </a:lnTo>
                <a:close/>
              </a:path>
              <a:path w="5142230" h="2300604">
                <a:moveTo>
                  <a:pt x="1824248" y="1149240"/>
                </a:moveTo>
                <a:lnTo>
                  <a:pt x="1819784" y="1144461"/>
                </a:lnTo>
                <a:lnTo>
                  <a:pt x="1818575" y="1139746"/>
                </a:lnTo>
                <a:lnTo>
                  <a:pt x="1822019" y="1128576"/>
                </a:lnTo>
                <a:lnTo>
                  <a:pt x="1829092" y="1124809"/>
                </a:lnTo>
                <a:lnTo>
                  <a:pt x="1842453" y="1128946"/>
                </a:lnTo>
                <a:lnTo>
                  <a:pt x="1846221" y="1136009"/>
                </a:lnTo>
                <a:lnTo>
                  <a:pt x="1844157" y="1142694"/>
                </a:lnTo>
                <a:lnTo>
                  <a:pt x="1842134" y="1149424"/>
                </a:lnTo>
                <a:lnTo>
                  <a:pt x="1835015" y="1153142"/>
                </a:lnTo>
                <a:lnTo>
                  <a:pt x="1828339" y="1151079"/>
                </a:lnTo>
                <a:lnTo>
                  <a:pt x="1826095" y="1150436"/>
                </a:lnTo>
                <a:lnTo>
                  <a:pt x="1824248" y="1149240"/>
                </a:lnTo>
                <a:close/>
              </a:path>
              <a:path w="5142230" h="2300604">
                <a:moveTo>
                  <a:pt x="1215757" y="953852"/>
                </a:moveTo>
                <a:lnTo>
                  <a:pt x="1211293" y="949074"/>
                </a:lnTo>
                <a:lnTo>
                  <a:pt x="1210094" y="944076"/>
                </a:lnTo>
                <a:lnTo>
                  <a:pt x="1211812" y="939366"/>
                </a:lnTo>
                <a:lnTo>
                  <a:pt x="1214255" y="932793"/>
                </a:lnTo>
                <a:lnTo>
                  <a:pt x="1221544" y="929453"/>
                </a:lnTo>
                <a:lnTo>
                  <a:pt x="1234691" y="934338"/>
                </a:lnTo>
                <a:lnTo>
                  <a:pt x="1238031" y="941628"/>
                </a:lnTo>
                <a:lnTo>
                  <a:pt x="1233146" y="954775"/>
                </a:lnTo>
                <a:lnTo>
                  <a:pt x="1225856" y="958114"/>
                </a:lnTo>
                <a:lnTo>
                  <a:pt x="1219283" y="955672"/>
                </a:lnTo>
                <a:lnTo>
                  <a:pt x="1217370" y="954993"/>
                </a:lnTo>
                <a:lnTo>
                  <a:pt x="1215757" y="953852"/>
                </a:lnTo>
                <a:close/>
              </a:path>
              <a:path w="5142230" h="2300604">
                <a:moveTo>
                  <a:pt x="1282538" y="978031"/>
                </a:moveTo>
                <a:lnTo>
                  <a:pt x="1278074" y="973252"/>
                </a:lnTo>
                <a:lnTo>
                  <a:pt x="1276872" y="968349"/>
                </a:lnTo>
                <a:lnTo>
                  <a:pt x="1278493" y="963730"/>
                </a:lnTo>
                <a:lnTo>
                  <a:pt x="1280841" y="957153"/>
                </a:lnTo>
                <a:lnTo>
                  <a:pt x="1288088" y="953671"/>
                </a:lnTo>
                <a:lnTo>
                  <a:pt x="1294665" y="956019"/>
                </a:lnTo>
                <a:lnTo>
                  <a:pt x="1301290" y="958322"/>
                </a:lnTo>
                <a:lnTo>
                  <a:pt x="1304720" y="965609"/>
                </a:lnTo>
                <a:lnTo>
                  <a:pt x="1302371" y="972186"/>
                </a:lnTo>
                <a:lnTo>
                  <a:pt x="1300073" y="978816"/>
                </a:lnTo>
                <a:lnTo>
                  <a:pt x="1292829" y="982205"/>
                </a:lnTo>
                <a:lnTo>
                  <a:pt x="1286204" y="979902"/>
                </a:lnTo>
                <a:lnTo>
                  <a:pt x="1284246" y="979175"/>
                </a:lnTo>
                <a:lnTo>
                  <a:pt x="1282538" y="978031"/>
                </a:lnTo>
                <a:close/>
              </a:path>
              <a:path w="5142230" h="2300604">
                <a:moveTo>
                  <a:pt x="2555982" y="2300034"/>
                </a:moveTo>
                <a:lnTo>
                  <a:pt x="2557125" y="2296406"/>
                </a:lnTo>
                <a:lnTo>
                  <a:pt x="2564193" y="2292634"/>
                </a:lnTo>
                <a:lnTo>
                  <a:pt x="2577595" y="2296815"/>
                </a:lnTo>
                <a:lnTo>
                  <a:pt x="2579280" y="2300034"/>
                </a:lnTo>
                <a:lnTo>
                  <a:pt x="2555982" y="2300034"/>
                </a:lnTo>
                <a:close/>
              </a:path>
              <a:path w="5142230" h="2300604">
                <a:moveTo>
                  <a:pt x="2456212" y="1457922"/>
                </a:moveTo>
                <a:lnTo>
                  <a:pt x="2450969" y="1452310"/>
                </a:lnTo>
                <a:lnTo>
                  <a:pt x="2450895" y="1444900"/>
                </a:lnTo>
                <a:lnTo>
                  <a:pt x="2455358" y="1440001"/>
                </a:lnTo>
                <a:lnTo>
                  <a:pt x="2460114" y="1434828"/>
                </a:lnTo>
                <a:lnTo>
                  <a:pt x="2468108" y="1434491"/>
                </a:lnTo>
                <a:lnTo>
                  <a:pt x="2478452" y="1443903"/>
                </a:lnTo>
                <a:lnTo>
                  <a:pt x="2478840" y="1451942"/>
                </a:lnTo>
                <a:lnTo>
                  <a:pt x="2469378" y="1462242"/>
                </a:lnTo>
                <a:lnTo>
                  <a:pt x="2461339" y="1462629"/>
                </a:lnTo>
                <a:lnTo>
                  <a:pt x="2456212" y="1457922"/>
                </a:lnTo>
                <a:close/>
              </a:path>
              <a:path w="5142230" h="2300604">
                <a:moveTo>
                  <a:pt x="2092103" y="1242532"/>
                </a:moveTo>
                <a:lnTo>
                  <a:pt x="2087639" y="1237753"/>
                </a:lnTo>
                <a:lnTo>
                  <a:pt x="2086495" y="1232521"/>
                </a:lnTo>
                <a:lnTo>
                  <a:pt x="2088450" y="1227773"/>
                </a:lnTo>
                <a:lnTo>
                  <a:pt x="2091078" y="1221300"/>
                </a:lnTo>
                <a:lnTo>
                  <a:pt x="2098501" y="1218201"/>
                </a:lnTo>
                <a:lnTo>
                  <a:pt x="2111442" y="1223452"/>
                </a:lnTo>
                <a:lnTo>
                  <a:pt x="2114546" y="1230880"/>
                </a:lnTo>
                <a:lnTo>
                  <a:pt x="2109290" y="1243825"/>
                </a:lnTo>
                <a:lnTo>
                  <a:pt x="2101867" y="1246924"/>
                </a:lnTo>
                <a:lnTo>
                  <a:pt x="2095394" y="1244296"/>
                </a:lnTo>
                <a:lnTo>
                  <a:pt x="2093670" y="1243624"/>
                </a:lnTo>
                <a:lnTo>
                  <a:pt x="2092103" y="1242532"/>
                </a:lnTo>
                <a:close/>
              </a:path>
              <a:path w="5142230" h="2300604">
                <a:moveTo>
                  <a:pt x="2221266" y="1300842"/>
                </a:moveTo>
                <a:lnTo>
                  <a:pt x="2216711" y="1295966"/>
                </a:lnTo>
                <a:lnTo>
                  <a:pt x="2215767" y="1290264"/>
                </a:lnTo>
                <a:lnTo>
                  <a:pt x="2218201" y="1285342"/>
                </a:lnTo>
                <a:lnTo>
                  <a:pt x="2221344" y="1279128"/>
                </a:lnTo>
                <a:lnTo>
                  <a:pt x="2228982" y="1276650"/>
                </a:lnTo>
                <a:lnTo>
                  <a:pt x="2235250" y="1279743"/>
                </a:lnTo>
                <a:lnTo>
                  <a:pt x="2241510" y="1282926"/>
                </a:lnTo>
                <a:lnTo>
                  <a:pt x="2243993" y="1290568"/>
                </a:lnTo>
                <a:lnTo>
                  <a:pt x="2240801" y="1296828"/>
                </a:lnTo>
                <a:lnTo>
                  <a:pt x="2237667" y="1303052"/>
                </a:lnTo>
                <a:lnTo>
                  <a:pt x="2230075" y="1305579"/>
                </a:lnTo>
                <a:lnTo>
                  <a:pt x="2223810" y="1302392"/>
                </a:lnTo>
                <a:lnTo>
                  <a:pt x="2222463" y="1301732"/>
                </a:lnTo>
                <a:lnTo>
                  <a:pt x="2221266" y="1300842"/>
                </a:lnTo>
                <a:close/>
              </a:path>
              <a:path w="5142230" h="2300604">
                <a:moveTo>
                  <a:pt x="2026028" y="1216862"/>
                </a:moveTo>
                <a:lnTo>
                  <a:pt x="2021564" y="1212084"/>
                </a:lnTo>
                <a:lnTo>
                  <a:pt x="2020419" y="1207045"/>
                </a:lnTo>
                <a:lnTo>
                  <a:pt x="2022178" y="1202379"/>
                </a:lnTo>
                <a:lnTo>
                  <a:pt x="2024576" y="1195856"/>
                </a:lnTo>
                <a:lnTo>
                  <a:pt x="2031915" y="1192471"/>
                </a:lnTo>
                <a:lnTo>
                  <a:pt x="2038439" y="1194959"/>
                </a:lnTo>
                <a:lnTo>
                  <a:pt x="2045013" y="1197402"/>
                </a:lnTo>
                <a:lnTo>
                  <a:pt x="2048353" y="1204691"/>
                </a:lnTo>
                <a:lnTo>
                  <a:pt x="2043467" y="1217838"/>
                </a:lnTo>
                <a:lnTo>
                  <a:pt x="2036128" y="1221124"/>
                </a:lnTo>
                <a:lnTo>
                  <a:pt x="2029604" y="1218735"/>
                </a:lnTo>
                <a:lnTo>
                  <a:pt x="2027695" y="1217962"/>
                </a:lnTo>
                <a:lnTo>
                  <a:pt x="2026028" y="1216862"/>
                </a:lnTo>
                <a:close/>
              </a:path>
              <a:path w="5142230" h="2300604">
                <a:moveTo>
                  <a:pt x="1349631" y="1001370"/>
                </a:moveTo>
                <a:lnTo>
                  <a:pt x="1345167" y="996591"/>
                </a:lnTo>
                <a:lnTo>
                  <a:pt x="1343916" y="991733"/>
                </a:lnTo>
                <a:lnTo>
                  <a:pt x="1347786" y="980530"/>
                </a:lnTo>
                <a:lnTo>
                  <a:pt x="1354992" y="977003"/>
                </a:lnTo>
                <a:lnTo>
                  <a:pt x="1368246" y="981514"/>
                </a:lnTo>
                <a:lnTo>
                  <a:pt x="1371778" y="988716"/>
                </a:lnTo>
                <a:lnTo>
                  <a:pt x="1369475" y="995342"/>
                </a:lnTo>
                <a:lnTo>
                  <a:pt x="1367267" y="1001970"/>
                </a:lnTo>
                <a:lnTo>
                  <a:pt x="1360017" y="1005547"/>
                </a:lnTo>
                <a:lnTo>
                  <a:pt x="1351384" y="1002563"/>
                </a:lnTo>
                <a:lnTo>
                  <a:pt x="1349631" y="1001370"/>
                </a:lnTo>
                <a:close/>
              </a:path>
              <a:path w="5142230" h="2300604">
                <a:moveTo>
                  <a:pt x="1552017" y="1067979"/>
                </a:moveTo>
                <a:lnTo>
                  <a:pt x="1547554" y="1063200"/>
                </a:lnTo>
                <a:lnTo>
                  <a:pt x="1546296" y="1058531"/>
                </a:lnTo>
                <a:lnTo>
                  <a:pt x="1549740" y="1047360"/>
                </a:lnTo>
                <a:lnTo>
                  <a:pt x="1556813" y="1043593"/>
                </a:lnTo>
                <a:lnTo>
                  <a:pt x="1563494" y="1045662"/>
                </a:lnTo>
                <a:lnTo>
                  <a:pt x="1570223" y="1047685"/>
                </a:lnTo>
                <a:lnTo>
                  <a:pt x="1573942" y="1054794"/>
                </a:lnTo>
                <a:lnTo>
                  <a:pt x="1571923" y="1061528"/>
                </a:lnTo>
                <a:lnTo>
                  <a:pt x="1569904" y="1068163"/>
                </a:lnTo>
                <a:lnTo>
                  <a:pt x="1562787" y="1071981"/>
                </a:lnTo>
                <a:lnTo>
                  <a:pt x="1553911" y="1069224"/>
                </a:lnTo>
                <a:lnTo>
                  <a:pt x="1552017" y="1067979"/>
                </a:lnTo>
                <a:close/>
              </a:path>
              <a:path w="5142230" h="2300604">
                <a:moveTo>
                  <a:pt x="2554282" y="1567303"/>
                </a:moveTo>
                <a:lnTo>
                  <a:pt x="2548811" y="1561447"/>
                </a:lnTo>
                <a:lnTo>
                  <a:pt x="2544806" y="1555692"/>
                </a:lnTo>
                <a:lnTo>
                  <a:pt x="2546157" y="1547755"/>
                </a:lnTo>
                <a:lnTo>
                  <a:pt x="2551916" y="1543754"/>
                </a:lnTo>
                <a:lnTo>
                  <a:pt x="2557620" y="1539695"/>
                </a:lnTo>
                <a:lnTo>
                  <a:pt x="2565503" y="1541096"/>
                </a:lnTo>
                <a:lnTo>
                  <a:pt x="2573564" y="1552559"/>
                </a:lnTo>
                <a:lnTo>
                  <a:pt x="2572167" y="1560448"/>
                </a:lnTo>
                <a:lnTo>
                  <a:pt x="2561229" y="1568191"/>
                </a:lnTo>
                <a:lnTo>
                  <a:pt x="2554282" y="1567303"/>
                </a:lnTo>
                <a:close/>
              </a:path>
              <a:path w="5142230" h="2300604">
                <a:moveTo>
                  <a:pt x="2579785" y="2249113"/>
                </a:moveTo>
                <a:lnTo>
                  <a:pt x="2575367" y="2244383"/>
                </a:lnTo>
                <a:lnTo>
                  <a:pt x="2574111" y="2239813"/>
                </a:lnTo>
                <a:lnTo>
                  <a:pt x="2577321" y="2228587"/>
                </a:lnTo>
                <a:lnTo>
                  <a:pt x="2584397" y="2224726"/>
                </a:lnTo>
                <a:lnTo>
                  <a:pt x="2597813" y="2228629"/>
                </a:lnTo>
                <a:lnTo>
                  <a:pt x="2601680" y="2235700"/>
                </a:lnTo>
                <a:lnTo>
                  <a:pt x="2599751" y="2242433"/>
                </a:lnTo>
                <a:lnTo>
                  <a:pt x="2597777" y="2249116"/>
                </a:lnTo>
                <a:lnTo>
                  <a:pt x="2590799" y="2252986"/>
                </a:lnTo>
                <a:lnTo>
                  <a:pt x="2584067" y="2251058"/>
                </a:lnTo>
                <a:lnTo>
                  <a:pt x="2581777" y="2250366"/>
                </a:lnTo>
                <a:lnTo>
                  <a:pt x="2579785" y="2249113"/>
                </a:lnTo>
                <a:close/>
              </a:path>
              <a:path w="5142230" h="2300604">
                <a:moveTo>
                  <a:pt x="773880" y="729012"/>
                </a:moveTo>
                <a:lnTo>
                  <a:pt x="768723" y="723492"/>
                </a:lnTo>
                <a:lnTo>
                  <a:pt x="768304" y="716689"/>
                </a:lnTo>
                <a:lnTo>
                  <a:pt x="772015" y="711670"/>
                </a:lnTo>
                <a:lnTo>
                  <a:pt x="776218" y="706100"/>
                </a:lnTo>
                <a:lnTo>
                  <a:pt x="784233" y="705004"/>
                </a:lnTo>
                <a:lnTo>
                  <a:pt x="795367" y="713404"/>
                </a:lnTo>
                <a:lnTo>
                  <a:pt x="796517" y="721379"/>
                </a:lnTo>
                <a:lnTo>
                  <a:pt x="788064" y="732563"/>
                </a:lnTo>
                <a:lnTo>
                  <a:pt x="780093" y="733708"/>
                </a:lnTo>
                <a:lnTo>
                  <a:pt x="773880" y="729012"/>
                </a:lnTo>
                <a:close/>
              </a:path>
              <a:path w="5142230" h="2300604">
                <a:moveTo>
                  <a:pt x="719177" y="682867"/>
                </a:moveTo>
                <a:lnTo>
                  <a:pt x="714075" y="677406"/>
                </a:lnTo>
                <a:lnTo>
                  <a:pt x="714049" y="669852"/>
                </a:lnTo>
                <a:lnTo>
                  <a:pt x="723403" y="659826"/>
                </a:lnTo>
                <a:lnTo>
                  <a:pt x="731394" y="659584"/>
                </a:lnTo>
                <a:lnTo>
                  <a:pt x="741642" y="669186"/>
                </a:lnTo>
                <a:lnTo>
                  <a:pt x="741890" y="677173"/>
                </a:lnTo>
                <a:lnTo>
                  <a:pt x="732336" y="687375"/>
                </a:lnTo>
                <a:lnTo>
                  <a:pt x="724301" y="687668"/>
                </a:lnTo>
                <a:lnTo>
                  <a:pt x="719177" y="682867"/>
                </a:lnTo>
                <a:close/>
              </a:path>
              <a:path w="5142230" h="2300604">
                <a:moveTo>
                  <a:pt x="630266" y="579773"/>
                </a:moveTo>
                <a:lnTo>
                  <a:pt x="624688" y="573802"/>
                </a:lnTo>
                <a:lnTo>
                  <a:pt x="620634" y="568094"/>
                </a:lnTo>
                <a:lnTo>
                  <a:pt x="621990" y="560161"/>
                </a:lnTo>
                <a:lnTo>
                  <a:pt x="627700" y="556206"/>
                </a:lnTo>
                <a:lnTo>
                  <a:pt x="633453" y="552101"/>
                </a:lnTo>
                <a:lnTo>
                  <a:pt x="641336" y="553502"/>
                </a:lnTo>
                <a:lnTo>
                  <a:pt x="649404" y="564876"/>
                </a:lnTo>
                <a:lnTo>
                  <a:pt x="648048" y="572808"/>
                </a:lnTo>
                <a:lnTo>
                  <a:pt x="637115" y="580556"/>
                </a:lnTo>
                <a:lnTo>
                  <a:pt x="630266" y="579773"/>
                </a:lnTo>
                <a:close/>
              </a:path>
              <a:path w="5142230" h="2300604">
                <a:moveTo>
                  <a:pt x="591372" y="519860"/>
                </a:moveTo>
                <a:lnTo>
                  <a:pt x="586070" y="514184"/>
                </a:lnTo>
                <a:lnTo>
                  <a:pt x="582059" y="507348"/>
                </a:lnTo>
                <a:lnTo>
                  <a:pt x="584067" y="499528"/>
                </a:lnTo>
                <a:lnTo>
                  <a:pt x="596163" y="492438"/>
                </a:lnTo>
                <a:lnTo>
                  <a:pt x="603884" y="494448"/>
                </a:lnTo>
                <a:lnTo>
                  <a:pt x="607408" y="500469"/>
                </a:lnTo>
                <a:lnTo>
                  <a:pt x="611023" y="506488"/>
                </a:lnTo>
                <a:lnTo>
                  <a:pt x="609063" y="514263"/>
                </a:lnTo>
                <a:lnTo>
                  <a:pt x="597743" y="520912"/>
                </a:lnTo>
                <a:lnTo>
                  <a:pt x="591372" y="519860"/>
                </a:lnTo>
                <a:close/>
              </a:path>
              <a:path w="5142230" h="2300604">
                <a:moveTo>
                  <a:pt x="674128" y="636013"/>
                </a:moveTo>
                <a:lnTo>
                  <a:pt x="669163" y="630698"/>
                </a:lnTo>
                <a:lnTo>
                  <a:pt x="664571" y="625391"/>
                </a:lnTo>
                <a:lnTo>
                  <a:pt x="665132" y="617389"/>
                </a:lnTo>
                <a:lnTo>
                  <a:pt x="674978" y="608869"/>
                </a:lnTo>
                <a:lnTo>
                  <a:pt x="675736" y="608214"/>
                </a:lnTo>
                <a:lnTo>
                  <a:pt x="683788" y="608818"/>
                </a:lnTo>
                <a:lnTo>
                  <a:pt x="692910" y="619463"/>
                </a:lnTo>
                <a:lnTo>
                  <a:pt x="692309" y="627421"/>
                </a:lnTo>
                <a:lnTo>
                  <a:pt x="682457" y="635936"/>
                </a:lnTo>
                <a:lnTo>
                  <a:pt x="681851" y="636460"/>
                </a:lnTo>
                <a:lnTo>
                  <a:pt x="674128" y="636013"/>
                </a:lnTo>
                <a:close/>
              </a:path>
              <a:path w="5142230" h="2300604">
                <a:moveTo>
                  <a:pt x="557090" y="457259"/>
                </a:moveTo>
                <a:lnTo>
                  <a:pt x="552535" y="452383"/>
                </a:lnTo>
                <a:lnTo>
                  <a:pt x="551813" y="451414"/>
                </a:lnTo>
                <a:lnTo>
                  <a:pt x="551232" y="450304"/>
                </a:lnTo>
                <a:lnTo>
                  <a:pt x="548140" y="444061"/>
                </a:lnTo>
                <a:lnTo>
                  <a:pt x="550622" y="436455"/>
                </a:lnTo>
                <a:lnTo>
                  <a:pt x="556497" y="433458"/>
                </a:lnTo>
                <a:lnTo>
                  <a:pt x="563159" y="430131"/>
                </a:lnTo>
                <a:lnTo>
                  <a:pt x="570766" y="432604"/>
                </a:lnTo>
                <a:lnTo>
                  <a:pt x="576980" y="444926"/>
                </a:lnTo>
                <a:lnTo>
                  <a:pt x="577114" y="445069"/>
                </a:lnTo>
                <a:lnTo>
                  <a:pt x="574522" y="452753"/>
                </a:lnTo>
                <a:lnTo>
                  <a:pt x="563185" y="458505"/>
                </a:lnTo>
                <a:lnTo>
                  <a:pt x="557090" y="457259"/>
                </a:lnTo>
                <a:close/>
              </a:path>
              <a:path w="5142230" h="2300604">
                <a:moveTo>
                  <a:pt x="526659" y="392915"/>
                </a:moveTo>
                <a:lnTo>
                  <a:pt x="522149" y="388088"/>
                </a:lnTo>
                <a:lnTo>
                  <a:pt x="521342" y="386833"/>
                </a:lnTo>
                <a:lnTo>
                  <a:pt x="517969" y="379117"/>
                </a:lnTo>
                <a:lnTo>
                  <a:pt x="520817" y="371609"/>
                </a:lnTo>
                <a:lnTo>
                  <a:pt x="527243" y="368811"/>
                </a:lnTo>
                <a:lnTo>
                  <a:pt x="533619" y="365959"/>
                </a:lnTo>
                <a:lnTo>
                  <a:pt x="541119" y="368905"/>
                </a:lnTo>
                <a:lnTo>
                  <a:pt x="546774" y="381703"/>
                </a:lnTo>
                <a:lnTo>
                  <a:pt x="543876" y="389158"/>
                </a:lnTo>
                <a:lnTo>
                  <a:pt x="537500" y="392009"/>
                </a:lnTo>
                <a:lnTo>
                  <a:pt x="532422" y="394197"/>
                </a:lnTo>
                <a:lnTo>
                  <a:pt x="526659" y="392915"/>
                </a:lnTo>
                <a:close/>
              </a:path>
              <a:path w="5142230" h="2300604">
                <a:moveTo>
                  <a:pt x="892476" y="806507"/>
                </a:moveTo>
                <a:lnTo>
                  <a:pt x="887967" y="801680"/>
                </a:lnTo>
                <a:lnTo>
                  <a:pt x="887089" y="795560"/>
                </a:lnTo>
                <a:lnTo>
                  <a:pt x="889949" y="790606"/>
                </a:lnTo>
                <a:lnTo>
                  <a:pt x="893459" y="784588"/>
                </a:lnTo>
                <a:lnTo>
                  <a:pt x="901178" y="782490"/>
                </a:lnTo>
                <a:lnTo>
                  <a:pt x="913308" y="789512"/>
                </a:lnTo>
                <a:lnTo>
                  <a:pt x="915401" y="797227"/>
                </a:lnTo>
                <a:lnTo>
                  <a:pt x="911888" y="803339"/>
                </a:lnTo>
                <a:lnTo>
                  <a:pt x="908383" y="809362"/>
                </a:lnTo>
                <a:lnTo>
                  <a:pt x="900664" y="811459"/>
                </a:lnTo>
                <a:lnTo>
                  <a:pt x="894547" y="807942"/>
                </a:lnTo>
                <a:lnTo>
                  <a:pt x="893488" y="807297"/>
                </a:lnTo>
                <a:lnTo>
                  <a:pt x="892476" y="806507"/>
                </a:lnTo>
                <a:close/>
              </a:path>
              <a:path w="5142230" h="2300604">
                <a:moveTo>
                  <a:pt x="954945" y="840731"/>
                </a:moveTo>
                <a:lnTo>
                  <a:pt x="950390" y="835855"/>
                </a:lnTo>
                <a:lnTo>
                  <a:pt x="949406" y="830109"/>
                </a:lnTo>
                <a:lnTo>
                  <a:pt x="951979" y="825240"/>
                </a:lnTo>
                <a:lnTo>
                  <a:pt x="955171" y="818980"/>
                </a:lnTo>
                <a:lnTo>
                  <a:pt x="962855" y="816550"/>
                </a:lnTo>
                <a:lnTo>
                  <a:pt x="975287" y="823016"/>
                </a:lnTo>
                <a:lnTo>
                  <a:pt x="977671" y="830651"/>
                </a:lnTo>
                <a:lnTo>
                  <a:pt x="971253" y="843038"/>
                </a:lnTo>
                <a:lnTo>
                  <a:pt x="963756" y="845470"/>
                </a:lnTo>
                <a:lnTo>
                  <a:pt x="963615" y="845516"/>
                </a:lnTo>
                <a:lnTo>
                  <a:pt x="957399" y="842283"/>
                </a:lnTo>
                <a:lnTo>
                  <a:pt x="956048" y="841618"/>
                </a:lnTo>
                <a:lnTo>
                  <a:pt x="954945" y="840731"/>
                </a:lnTo>
                <a:close/>
              </a:path>
              <a:path w="5142230" h="2300604">
                <a:moveTo>
                  <a:pt x="499007" y="327344"/>
                </a:moveTo>
                <a:lnTo>
                  <a:pt x="494543" y="322565"/>
                </a:lnTo>
                <a:lnTo>
                  <a:pt x="493645" y="321213"/>
                </a:lnTo>
                <a:lnTo>
                  <a:pt x="493077" y="319725"/>
                </a:lnTo>
                <a:lnTo>
                  <a:pt x="490466" y="313216"/>
                </a:lnTo>
                <a:lnTo>
                  <a:pt x="493602" y="305821"/>
                </a:lnTo>
                <a:lnTo>
                  <a:pt x="506616" y="300594"/>
                </a:lnTo>
                <a:lnTo>
                  <a:pt x="513972" y="303776"/>
                </a:lnTo>
                <a:lnTo>
                  <a:pt x="516583" y="310285"/>
                </a:lnTo>
                <a:lnTo>
                  <a:pt x="519243" y="316749"/>
                </a:lnTo>
                <a:lnTo>
                  <a:pt x="516061" y="324095"/>
                </a:lnTo>
                <a:lnTo>
                  <a:pt x="509602" y="326760"/>
                </a:lnTo>
                <a:lnTo>
                  <a:pt x="504846" y="328609"/>
                </a:lnTo>
                <a:lnTo>
                  <a:pt x="504578" y="328713"/>
                </a:lnTo>
                <a:lnTo>
                  <a:pt x="499007" y="327344"/>
                </a:lnTo>
                <a:close/>
              </a:path>
              <a:path w="5142230" h="2300604">
                <a:moveTo>
                  <a:pt x="831852" y="769272"/>
                </a:moveTo>
                <a:lnTo>
                  <a:pt x="827251" y="764347"/>
                </a:lnTo>
                <a:lnTo>
                  <a:pt x="826572" y="757951"/>
                </a:lnTo>
                <a:lnTo>
                  <a:pt x="829763" y="752961"/>
                </a:lnTo>
                <a:lnTo>
                  <a:pt x="833598" y="747096"/>
                </a:lnTo>
                <a:lnTo>
                  <a:pt x="841445" y="745427"/>
                </a:lnTo>
                <a:lnTo>
                  <a:pt x="853224" y="753051"/>
                </a:lnTo>
                <a:lnTo>
                  <a:pt x="854839" y="760938"/>
                </a:lnTo>
                <a:lnTo>
                  <a:pt x="847169" y="772669"/>
                </a:lnTo>
                <a:lnTo>
                  <a:pt x="839376" y="774296"/>
                </a:lnTo>
                <a:lnTo>
                  <a:pt x="833511" y="770462"/>
                </a:lnTo>
                <a:lnTo>
                  <a:pt x="832628" y="769908"/>
                </a:lnTo>
                <a:lnTo>
                  <a:pt x="831852" y="769272"/>
                </a:lnTo>
                <a:close/>
              </a:path>
              <a:path w="5142230" h="2300604">
                <a:moveTo>
                  <a:pt x="473169" y="261173"/>
                </a:moveTo>
                <a:lnTo>
                  <a:pt x="468655" y="256341"/>
                </a:lnTo>
                <a:lnTo>
                  <a:pt x="467811" y="254948"/>
                </a:lnTo>
                <a:lnTo>
                  <a:pt x="467250" y="253371"/>
                </a:lnTo>
                <a:lnTo>
                  <a:pt x="464688" y="246816"/>
                </a:lnTo>
                <a:lnTo>
                  <a:pt x="468005" y="239517"/>
                </a:lnTo>
                <a:lnTo>
                  <a:pt x="474557" y="237049"/>
                </a:lnTo>
                <a:lnTo>
                  <a:pt x="481112" y="234487"/>
                </a:lnTo>
                <a:lnTo>
                  <a:pt x="488411" y="237804"/>
                </a:lnTo>
                <a:lnTo>
                  <a:pt x="490874" y="244351"/>
                </a:lnTo>
                <a:lnTo>
                  <a:pt x="493396" y="250862"/>
                </a:lnTo>
                <a:lnTo>
                  <a:pt x="490124" y="258210"/>
                </a:lnTo>
                <a:lnTo>
                  <a:pt x="483568" y="260673"/>
                </a:lnTo>
                <a:lnTo>
                  <a:pt x="478598" y="262585"/>
                </a:lnTo>
                <a:lnTo>
                  <a:pt x="473169" y="261173"/>
                </a:lnTo>
                <a:close/>
              </a:path>
              <a:path w="5142230" h="2300604">
                <a:moveTo>
                  <a:pt x="2790634" y="2174056"/>
                </a:moveTo>
                <a:lnTo>
                  <a:pt x="2786347" y="2169467"/>
                </a:lnTo>
                <a:lnTo>
                  <a:pt x="2785132" y="2164941"/>
                </a:lnTo>
                <a:lnTo>
                  <a:pt x="2786412" y="2160641"/>
                </a:lnTo>
                <a:lnTo>
                  <a:pt x="2788384" y="2154151"/>
                </a:lnTo>
                <a:lnTo>
                  <a:pt x="2795207" y="2150507"/>
                </a:lnTo>
                <a:lnTo>
                  <a:pt x="2808201" y="2154349"/>
                </a:lnTo>
                <a:lnTo>
                  <a:pt x="2811844" y="2161181"/>
                </a:lnTo>
                <a:lnTo>
                  <a:pt x="2808003" y="2174175"/>
                </a:lnTo>
                <a:lnTo>
                  <a:pt x="2801175" y="2177813"/>
                </a:lnTo>
                <a:lnTo>
                  <a:pt x="2792481" y="2175252"/>
                </a:lnTo>
                <a:lnTo>
                  <a:pt x="2790634" y="2174056"/>
                </a:lnTo>
                <a:close/>
              </a:path>
              <a:path w="5142230" h="2300604">
                <a:moveTo>
                  <a:pt x="1972510" y="1056841"/>
                </a:moveTo>
                <a:lnTo>
                  <a:pt x="1968233" y="1052263"/>
                </a:lnTo>
                <a:lnTo>
                  <a:pt x="1967015" y="1047831"/>
                </a:lnTo>
                <a:lnTo>
                  <a:pt x="1968200" y="1043528"/>
                </a:lnTo>
                <a:lnTo>
                  <a:pt x="1970074" y="1037029"/>
                </a:lnTo>
                <a:lnTo>
                  <a:pt x="1976904" y="1033296"/>
                </a:lnTo>
                <a:lnTo>
                  <a:pt x="1989901" y="1037043"/>
                </a:lnTo>
                <a:lnTo>
                  <a:pt x="1993633" y="1043775"/>
                </a:lnTo>
                <a:lnTo>
                  <a:pt x="1991759" y="1050273"/>
                </a:lnTo>
                <a:lnTo>
                  <a:pt x="1989936" y="1056825"/>
                </a:lnTo>
                <a:lnTo>
                  <a:pt x="1983105" y="1060558"/>
                </a:lnTo>
                <a:lnTo>
                  <a:pt x="1976607" y="1058685"/>
                </a:lnTo>
                <a:lnTo>
                  <a:pt x="1974408" y="1058091"/>
                </a:lnTo>
                <a:lnTo>
                  <a:pt x="1972510" y="1056841"/>
                </a:lnTo>
                <a:close/>
              </a:path>
              <a:path w="5142230" h="2300604">
                <a:moveTo>
                  <a:pt x="2769579" y="2241835"/>
                </a:moveTo>
                <a:lnTo>
                  <a:pt x="2765257" y="2237208"/>
                </a:lnTo>
                <a:lnTo>
                  <a:pt x="2764091" y="2232636"/>
                </a:lnTo>
                <a:lnTo>
                  <a:pt x="2765463" y="2228241"/>
                </a:lnTo>
                <a:lnTo>
                  <a:pt x="2767526" y="2221848"/>
                </a:lnTo>
                <a:lnTo>
                  <a:pt x="2774395" y="2218253"/>
                </a:lnTo>
                <a:lnTo>
                  <a:pt x="2787338" y="2222333"/>
                </a:lnTo>
                <a:lnTo>
                  <a:pt x="2790879" y="2229252"/>
                </a:lnTo>
                <a:lnTo>
                  <a:pt x="2788817" y="2235744"/>
                </a:lnTo>
                <a:lnTo>
                  <a:pt x="2786754" y="2242137"/>
                </a:lnTo>
                <a:lnTo>
                  <a:pt x="2779885" y="2245732"/>
                </a:lnTo>
                <a:lnTo>
                  <a:pt x="2773437" y="2243619"/>
                </a:lnTo>
                <a:lnTo>
                  <a:pt x="2771386" y="2242987"/>
                </a:lnTo>
                <a:lnTo>
                  <a:pt x="2769579" y="2241835"/>
                </a:lnTo>
                <a:close/>
              </a:path>
              <a:path w="5142230" h="2300604">
                <a:moveTo>
                  <a:pt x="2620878" y="1334503"/>
                </a:moveTo>
                <a:lnTo>
                  <a:pt x="2615858" y="1329129"/>
                </a:lnTo>
                <a:lnTo>
                  <a:pt x="2615437" y="1322521"/>
                </a:lnTo>
                <a:lnTo>
                  <a:pt x="2619183" y="1317733"/>
                </a:lnTo>
                <a:lnTo>
                  <a:pt x="2623289" y="1312354"/>
                </a:lnTo>
                <a:lnTo>
                  <a:pt x="2631014" y="1311338"/>
                </a:lnTo>
                <a:lnTo>
                  <a:pt x="2641733" y="1319587"/>
                </a:lnTo>
                <a:lnTo>
                  <a:pt x="2642745" y="1327316"/>
                </a:lnTo>
                <a:lnTo>
                  <a:pt x="2634455" y="1337992"/>
                </a:lnTo>
                <a:lnTo>
                  <a:pt x="2626771" y="1339052"/>
                </a:lnTo>
                <a:lnTo>
                  <a:pt x="2621436" y="1334905"/>
                </a:lnTo>
                <a:lnTo>
                  <a:pt x="2620878" y="1334503"/>
                </a:lnTo>
                <a:close/>
              </a:path>
              <a:path w="5142230" h="2300604">
                <a:moveTo>
                  <a:pt x="1835947" y="1017588"/>
                </a:moveTo>
                <a:lnTo>
                  <a:pt x="1831670" y="1013009"/>
                </a:lnTo>
                <a:lnTo>
                  <a:pt x="1830452" y="1008578"/>
                </a:lnTo>
                <a:lnTo>
                  <a:pt x="1831731" y="1004278"/>
                </a:lnTo>
                <a:lnTo>
                  <a:pt x="1833605" y="997779"/>
                </a:lnTo>
                <a:lnTo>
                  <a:pt x="1840436" y="994046"/>
                </a:lnTo>
                <a:lnTo>
                  <a:pt x="1846929" y="995915"/>
                </a:lnTo>
                <a:lnTo>
                  <a:pt x="1853383" y="997839"/>
                </a:lnTo>
                <a:lnTo>
                  <a:pt x="1857112" y="1004665"/>
                </a:lnTo>
                <a:lnTo>
                  <a:pt x="1855238" y="1011163"/>
                </a:lnTo>
                <a:lnTo>
                  <a:pt x="1853324" y="1017618"/>
                </a:lnTo>
                <a:lnTo>
                  <a:pt x="1846493" y="1021351"/>
                </a:lnTo>
                <a:lnTo>
                  <a:pt x="1839995" y="1019477"/>
                </a:lnTo>
                <a:lnTo>
                  <a:pt x="1837845" y="1018838"/>
                </a:lnTo>
                <a:lnTo>
                  <a:pt x="1835947" y="1017588"/>
                </a:lnTo>
                <a:close/>
              </a:path>
              <a:path w="5142230" h="2300604">
                <a:moveTo>
                  <a:pt x="2562614" y="1293247"/>
                </a:moveTo>
                <a:lnTo>
                  <a:pt x="2558196" y="1288517"/>
                </a:lnTo>
                <a:lnTo>
                  <a:pt x="2557559" y="1282263"/>
                </a:lnTo>
                <a:lnTo>
                  <a:pt x="2560695" y="1277508"/>
                </a:lnTo>
                <a:lnTo>
                  <a:pt x="2564384" y="1271779"/>
                </a:lnTo>
                <a:lnTo>
                  <a:pt x="2571985" y="1270239"/>
                </a:lnTo>
                <a:lnTo>
                  <a:pt x="2583352" y="1277618"/>
                </a:lnTo>
                <a:lnTo>
                  <a:pt x="2584931" y="1285173"/>
                </a:lnTo>
                <a:lnTo>
                  <a:pt x="2581197" y="1290853"/>
                </a:lnTo>
                <a:lnTo>
                  <a:pt x="2577557" y="1296536"/>
                </a:lnTo>
                <a:lnTo>
                  <a:pt x="2569907" y="1298121"/>
                </a:lnTo>
                <a:lnTo>
                  <a:pt x="2564273" y="1294436"/>
                </a:lnTo>
                <a:lnTo>
                  <a:pt x="2563390" y="1293882"/>
                </a:lnTo>
                <a:lnTo>
                  <a:pt x="2562614" y="1293247"/>
                </a:lnTo>
                <a:close/>
              </a:path>
              <a:path w="5142230" h="2300604">
                <a:moveTo>
                  <a:pt x="2851833" y="1897456"/>
                </a:moveTo>
                <a:lnTo>
                  <a:pt x="2847556" y="1892877"/>
                </a:lnTo>
                <a:lnTo>
                  <a:pt x="2846252" y="1889429"/>
                </a:lnTo>
                <a:lnTo>
                  <a:pt x="2846615" y="1885712"/>
                </a:lnTo>
                <a:lnTo>
                  <a:pt x="2847367" y="1878991"/>
                </a:lnTo>
                <a:lnTo>
                  <a:pt x="2853433" y="1874146"/>
                </a:lnTo>
                <a:lnTo>
                  <a:pt x="2866883" y="1875543"/>
                </a:lnTo>
                <a:lnTo>
                  <a:pt x="2871728" y="1881609"/>
                </a:lnTo>
                <a:lnTo>
                  <a:pt x="2870980" y="1888335"/>
                </a:lnTo>
                <a:lnTo>
                  <a:pt x="2870277" y="1895109"/>
                </a:lnTo>
                <a:lnTo>
                  <a:pt x="2864216" y="1899959"/>
                </a:lnTo>
                <a:lnTo>
                  <a:pt x="2857490" y="1899211"/>
                </a:lnTo>
                <a:lnTo>
                  <a:pt x="2854474" y="1898915"/>
                </a:lnTo>
                <a:lnTo>
                  <a:pt x="2851833" y="1897456"/>
                </a:lnTo>
                <a:close/>
              </a:path>
              <a:path w="5142230" h="2300604">
                <a:moveTo>
                  <a:pt x="1767959" y="997103"/>
                </a:moveTo>
                <a:lnTo>
                  <a:pt x="1763632" y="992471"/>
                </a:lnTo>
                <a:lnTo>
                  <a:pt x="1762462" y="987993"/>
                </a:lnTo>
                <a:lnTo>
                  <a:pt x="1763745" y="983599"/>
                </a:lnTo>
                <a:lnTo>
                  <a:pt x="1765758" y="977153"/>
                </a:lnTo>
                <a:lnTo>
                  <a:pt x="1772581" y="973509"/>
                </a:lnTo>
                <a:lnTo>
                  <a:pt x="1779081" y="975482"/>
                </a:lnTo>
                <a:lnTo>
                  <a:pt x="1785528" y="977495"/>
                </a:lnTo>
                <a:lnTo>
                  <a:pt x="1789166" y="984323"/>
                </a:lnTo>
                <a:lnTo>
                  <a:pt x="1787199" y="990818"/>
                </a:lnTo>
                <a:lnTo>
                  <a:pt x="1785185" y="997264"/>
                </a:lnTo>
                <a:lnTo>
                  <a:pt x="1778357" y="1000903"/>
                </a:lnTo>
                <a:lnTo>
                  <a:pt x="1771862" y="998935"/>
                </a:lnTo>
                <a:lnTo>
                  <a:pt x="1769761" y="998250"/>
                </a:lnTo>
                <a:lnTo>
                  <a:pt x="1767959" y="997103"/>
                </a:lnTo>
                <a:close/>
              </a:path>
              <a:path w="5142230" h="2300604">
                <a:moveTo>
                  <a:pt x="2742156" y="2300034"/>
                </a:moveTo>
                <a:lnTo>
                  <a:pt x="2743628" y="2295673"/>
                </a:lnTo>
                <a:lnTo>
                  <a:pt x="2745731" y="2289225"/>
                </a:lnTo>
                <a:lnTo>
                  <a:pt x="2752605" y="2285734"/>
                </a:lnTo>
                <a:lnTo>
                  <a:pt x="2765492" y="2289949"/>
                </a:lnTo>
                <a:lnTo>
                  <a:pt x="2768984" y="2296913"/>
                </a:lnTo>
                <a:lnTo>
                  <a:pt x="2767960" y="2300034"/>
                </a:lnTo>
                <a:lnTo>
                  <a:pt x="2742156" y="2300034"/>
                </a:lnTo>
                <a:close/>
              </a:path>
              <a:path w="5142230" h="2300604">
                <a:moveTo>
                  <a:pt x="1904253" y="1037338"/>
                </a:moveTo>
                <a:lnTo>
                  <a:pt x="1899926" y="1032706"/>
                </a:lnTo>
                <a:lnTo>
                  <a:pt x="1898659" y="1028320"/>
                </a:lnTo>
                <a:lnTo>
                  <a:pt x="1899933" y="1024015"/>
                </a:lnTo>
                <a:lnTo>
                  <a:pt x="1901807" y="1017517"/>
                </a:lnTo>
                <a:lnTo>
                  <a:pt x="1908597" y="1013740"/>
                </a:lnTo>
                <a:lnTo>
                  <a:pt x="1921589" y="1017482"/>
                </a:lnTo>
                <a:lnTo>
                  <a:pt x="1925375" y="1024272"/>
                </a:lnTo>
                <a:lnTo>
                  <a:pt x="1921628" y="1037269"/>
                </a:lnTo>
                <a:lnTo>
                  <a:pt x="1914843" y="1041050"/>
                </a:lnTo>
                <a:lnTo>
                  <a:pt x="1906101" y="1038534"/>
                </a:lnTo>
                <a:lnTo>
                  <a:pt x="1904253" y="1037338"/>
                </a:lnTo>
                <a:close/>
              </a:path>
              <a:path w="5142230" h="2300604">
                <a:moveTo>
                  <a:pt x="2841610" y="1967544"/>
                </a:moveTo>
                <a:lnTo>
                  <a:pt x="2837333" y="1962966"/>
                </a:lnTo>
                <a:lnTo>
                  <a:pt x="2836042" y="1959140"/>
                </a:lnTo>
                <a:lnTo>
                  <a:pt x="2837914" y="1948535"/>
                </a:lnTo>
                <a:lnTo>
                  <a:pt x="2844255" y="1944081"/>
                </a:lnTo>
                <a:lnTo>
                  <a:pt x="2850914" y="1945248"/>
                </a:lnTo>
                <a:lnTo>
                  <a:pt x="2857631" y="1946378"/>
                </a:lnTo>
                <a:lnTo>
                  <a:pt x="2862041" y="1952760"/>
                </a:lnTo>
                <a:lnTo>
                  <a:pt x="2859699" y="1966088"/>
                </a:lnTo>
                <a:lnTo>
                  <a:pt x="2853362" y="1970546"/>
                </a:lnTo>
                <a:lnTo>
                  <a:pt x="2843976" y="1968904"/>
                </a:lnTo>
                <a:lnTo>
                  <a:pt x="2841610" y="1967544"/>
                </a:lnTo>
                <a:close/>
              </a:path>
              <a:path w="5142230" h="2300604">
                <a:moveTo>
                  <a:pt x="2502103" y="1256719"/>
                </a:moveTo>
                <a:lnTo>
                  <a:pt x="2497689" y="1251994"/>
                </a:lnTo>
                <a:lnTo>
                  <a:pt x="2496847" y="1246206"/>
                </a:lnTo>
                <a:lnTo>
                  <a:pt x="2502825" y="1235499"/>
                </a:lnTo>
                <a:lnTo>
                  <a:pt x="2510307" y="1233441"/>
                </a:lnTo>
                <a:lnTo>
                  <a:pt x="2522126" y="1240032"/>
                </a:lnTo>
                <a:lnTo>
                  <a:pt x="2524230" y="1247563"/>
                </a:lnTo>
                <a:lnTo>
                  <a:pt x="2520867" y="1253444"/>
                </a:lnTo>
                <a:lnTo>
                  <a:pt x="2517593" y="1259324"/>
                </a:lnTo>
                <a:lnTo>
                  <a:pt x="2510111" y="1261382"/>
                </a:lnTo>
                <a:lnTo>
                  <a:pt x="2503073" y="1257465"/>
                </a:lnTo>
                <a:lnTo>
                  <a:pt x="2502103" y="1256719"/>
                </a:lnTo>
                <a:close/>
              </a:path>
              <a:path w="5142230" h="2300604">
                <a:moveTo>
                  <a:pt x="2309717" y="1166897"/>
                </a:moveTo>
                <a:lnTo>
                  <a:pt x="2305390" y="1162265"/>
                </a:lnTo>
                <a:lnTo>
                  <a:pt x="2304232" y="1157311"/>
                </a:lnTo>
                <a:lnTo>
                  <a:pt x="2305997" y="1152750"/>
                </a:lnTo>
                <a:lnTo>
                  <a:pt x="2308519" y="1146457"/>
                </a:lnTo>
                <a:lnTo>
                  <a:pt x="2315615" y="1143399"/>
                </a:lnTo>
                <a:lnTo>
                  <a:pt x="2328237" y="1148309"/>
                </a:lnTo>
                <a:lnTo>
                  <a:pt x="2331305" y="1155405"/>
                </a:lnTo>
                <a:lnTo>
                  <a:pt x="2326345" y="1167983"/>
                </a:lnTo>
                <a:lnTo>
                  <a:pt x="2319246" y="1171136"/>
                </a:lnTo>
                <a:lnTo>
                  <a:pt x="2312910" y="1168654"/>
                </a:lnTo>
                <a:lnTo>
                  <a:pt x="2311145" y="1167937"/>
                </a:lnTo>
                <a:lnTo>
                  <a:pt x="2309717" y="1166897"/>
                </a:lnTo>
                <a:close/>
              </a:path>
              <a:path w="5142230" h="2300604">
                <a:moveTo>
                  <a:pt x="854234" y="619341"/>
                </a:moveTo>
                <a:lnTo>
                  <a:pt x="848841" y="613568"/>
                </a:lnTo>
                <a:lnTo>
                  <a:pt x="848468" y="606913"/>
                </a:lnTo>
                <a:lnTo>
                  <a:pt x="856600" y="596850"/>
                </a:lnTo>
                <a:lnTo>
                  <a:pt x="864328" y="596032"/>
                </a:lnTo>
                <a:lnTo>
                  <a:pt x="874893" y="604507"/>
                </a:lnTo>
                <a:lnTo>
                  <a:pt x="875720" y="612235"/>
                </a:lnTo>
                <a:lnTo>
                  <a:pt x="867195" y="622756"/>
                </a:lnTo>
                <a:lnTo>
                  <a:pt x="859472" y="623579"/>
                </a:lnTo>
                <a:lnTo>
                  <a:pt x="854234" y="619341"/>
                </a:lnTo>
                <a:close/>
              </a:path>
              <a:path w="5142230" h="2300604">
                <a:moveTo>
                  <a:pt x="1162563" y="792615"/>
                </a:moveTo>
                <a:lnTo>
                  <a:pt x="1158232" y="787978"/>
                </a:lnTo>
                <a:lnTo>
                  <a:pt x="1157184" y="782848"/>
                </a:lnTo>
                <a:lnTo>
                  <a:pt x="1161754" y="772004"/>
                </a:lnTo>
                <a:lnTo>
                  <a:pt x="1168982" y="769087"/>
                </a:lnTo>
                <a:lnTo>
                  <a:pt x="1181407" y="774372"/>
                </a:lnTo>
                <a:lnTo>
                  <a:pt x="1184324" y="781600"/>
                </a:lnTo>
                <a:lnTo>
                  <a:pt x="1181657" y="787835"/>
                </a:lnTo>
                <a:lnTo>
                  <a:pt x="1179039" y="794025"/>
                </a:lnTo>
                <a:lnTo>
                  <a:pt x="1171811" y="796942"/>
                </a:lnTo>
                <a:lnTo>
                  <a:pt x="1165621" y="794324"/>
                </a:lnTo>
                <a:lnTo>
                  <a:pt x="1163995" y="793560"/>
                </a:lnTo>
                <a:lnTo>
                  <a:pt x="1162563" y="792615"/>
                </a:lnTo>
                <a:close/>
              </a:path>
              <a:path w="5142230" h="2300604">
                <a:moveTo>
                  <a:pt x="800140" y="571796"/>
                </a:moveTo>
                <a:lnTo>
                  <a:pt x="795271" y="566583"/>
                </a:lnTo>
                <a:lnTo>
                  <a:pt x="795242" y="559123"/>
                </a:lnTo>
                <a:lnTo>
                  <a:pt x="804490" y="549571"/>
                </a:lnTo>
                <a:lnTo>
                  <a:pt x="812239" y="549363"/>
                </a:lnTo>
                <a:lnTo>
                  <a:pt x="821969" y="558801"/>
                </a:lnTo>
                <a:lnTo>
                  <a:pt x="822182" y="566555"/>
                </a:lnTo>
                <a:lnTo>
                  <a:pt x="812739" y="576290"/>
                </a:lnTo>
                <a:lnTo>
                  <a:pt x="805038" y="576452"/>
                </a:lnTo>
                <a:lnTo>
                  <a:pt x="800140" y="571796"/>
                </a:lnTo>
                <a:close/>
              </a:path>
              <a:path w="5142230" h="2300604">
                <a:moveTo>
                  <a:pt x="2243285" y="1142018"/>
                </a:moveTo>
                <a:lnTo>
                  <a:pt x="2238963" y="1137391"/>
                </a:lnTo>
                <a:lnTo>
                  <a:pt x="2237806" y="1132536"/>
                </a:lnTo>
                <a:lnTo>
                  <a:pt x="2239416" y="1128101"/>
                </a:lnTo>
                <a:lnTo>
                  <a:pt x="2241668" y="1121715"/>
                </a:lnTo>
                <a:lnTo>
                  <a:pt x="2248720" y="1118414"/>
                </a:lnTo>
                <a:lnTo>
                  <a:pt x="2261454" y="1122955"/>
                </a:lnTo>
                <a:lnTo>
                  <a:pt x="2264750" y="1130002"/>
                </a:lnTo>
                <a:lnTo>
                  <a:pt x="2262461" y="1136349"/>
                </a:lnTo>
                <a:lnTo>
                  <a:pt x="2260214" y="1142741"/>
                </a:lnTo>
                <a:lnTo>
                  <a:pt x="2253157" y="1146036"/>
                </a:lnTo>
                <a:lnTo>
                  <a:pt x="2244907" y="1143069"/>
                </a:lnTo>
                <a:lnTo>
                  <a:pt x="2243285" y="1142018"/>
                </a:lnTo>
                <a:close/>
              </a:path>
              <a:path w="5142230" h="2300604">
                <a:moveTo>
                  <a:pt x="911287" y="661647"/>
                </a:moveTo>
                <a:lnTo>
                  <a:pt x="906171" y="656171"/>
                </a:lnTo>
                <a:lnTo>
                  <a:pt x="905548" y="649933"/>
                </a:lnTo>
                <a:lnTo>
                  <a:pt x="912653" y="639552"/>
                </a:lnTo>
                <a:lnTo>
                  <a:pt x="920255" y="638111"/>
                </a:lnTo>
                <a:lnTo>
                  <a:pt x="925882" y="641886"/>
                </a:lnTo>
                <a:lnTo>
                  <a:pt x="931468" y="645716"/>
                </a:lnTo>
                <a:lnTo>
                  <a:pt x="932909" y="653319"/>
                </a:lnTo>
                <a:lnTo>
                  <a:pt x="929079" y="658896"/>
                </a:lnTo>
                <a:lnTo>
                  <a:pt x="925304" y="664532"/>
                </a:lnTo>
                <a:lnTo>
                  <a:pt x="917702" y="665973"/>
                </a:lnTo>
                <a:lnTo>
                  <a:pt x="912071" y="662193"/>
                </a:lnTo>
                <a:lnTo>
                  <a:pt x="911287" y="661647"/>
                </a:lnTo>
                <a:close/>
              </a:path>
              <a:path w="5142230" h="2300604">
                <a:moveTo>
                  <a:pt x="970916" y="698990"/>
                </a:moveTo>
                <a:lnTo>
                  <a:pt x="966543" y="694309"/>
                </a:lnTo>
                <a:lnTo>
                  <a:pt x="965705" y="688426"/>
                </a:lnTo>
                <a:lnTo>
                  <a:pt x="968513" y="683612"/>
                </a:lnTo>
                <a:lnTo>
                  <a:pt x="971876" y="677731"/>
                </a:lnTo>
                <a:lnTo>
                  <a:pt x="979355" y="675766"/>
                </a:lnTo>
                <a:lnTo>
                  <a:pt x="985236" y="679130"/>
                </a:lnTo>
                <a:lnTo>
                  <a:pt x="991068" y="682538"/>
                </a:lnTo>
                <a:lnTo>
                  <a:pt x="993078" y="690066"/>
                </a:lnTo>
                <a:lnTo>
                  <a:pt x="989665" y="695893"/>
                </a:lnTo>
                <a:lnTo>
                  <a:pt x="986306" y="701779"/>
                </a:lnTo>
                <a:lnTo>
                  <a:pt x="978774" y="703784"/>
                </a:lnTo>
                <a:lnTo>
                  <a:pt x="971882" y="699731"/>
                </a:lnTo>
                <a:lnTo>
                  <a:pt x="970916" y="698990"/>
                </a:lnTo>
                <a:close/>
              </a:path>
              <a:path w="5142230" h="2300604">
                <a:moveTo>
                  <a:pt x="1228351" y="819639"/>
                </a:moveTo>
                <a:lnTo>
                  <a:pt x="1224019" y="815002"/>
                </a:lnTo>
                <a:lnTo>
                  <a:pt x="1222919" y="810012"/>
                </a:lnTo>
                <a:lnTo>
                  <a:pt x="1224675" y="805441"/>
                </a:lnTo>
                <a:lnTo>
                  <a:pt x="1227207" y="799158"/>
                </a:lnTo>
                <a:lnTo>
                  <a:pt x="1234293" y="796090"/>
                </a:lnTo>
                <a:lnTo>
                  <a:pt x="1246920" y="801005"/>
                </a:lnTo>
                <a:lnTo>
                  <a:pt x="1249985" y="808195"/>
                </a:lnTo>
                <a:lnTo>
                  <a:pt x="1247506" y="814437"/>
                </a:lnTo>
                <a:lnTo>
                  <a:pt x="1244974" y="820719"/>
                </a:lnTo>
                <a:lnTo>
                  <a:pt x="1237888" y="823788"/>
                </a:lnTo>
                <a:lnTo>
                  <a:pt x="1231597" y="821355"/>
                </a:lnTo>
                <a:lnTo>
                  <a:pt x="1229828" y="820633"/>
                </a:lnTo>
                <a:lnTo>
                  <a:pt x="1228351" y="819639"/>
                </a:lnTo>
                <a:close/>
              </a:path>
              <a:path w="5142230" h="2300604">
                <a:moveTo>
                  <a:pt x="1033538" y="732888"/>
                </a:moveTo>
                <a:lnTo>
                  <a:pt x="1029165" y="728207"/>
                </a:lnTo>
                <a:lnTo>
                  <a:pt x="1028256" y="722640"/>
                </a:lnTo>
                <a:lnTo>
                  <a:pt x="1033639" y="711884"/>
                </a:lnTo>
                <a:lnTo>
                  <a:pt x="1041044" y="709449"/>
                </a:lnTo>
                <a:lnTo>
                  <a:pt x="1053112" y="715525"/>
                </a:lnTo>
                <a:lnTo>
                  <a:pt x="1055551" y="722926"/>
                </a:lnTo>
                <a:lnTo>
                  <a:pt x="1049426" y="735039"/>
                </a:lnTo>
                <a:lnTo>
                  <a:pt x="1042074" y="737433"/>
                </a:lnTo>
                <a:lnTo>
                  <a:pt x="1034689" y="733730"/>
                </a:lnTo>
                <a:lnTo>
                  <a:pt x="1033538" y="732888"/>
                </a:lnTo>
                <a:close/>
              </a:path>
              <a:path w="5142230" h="2300604">
                <a:moveTo>
                  <a:pt x="1097595" y="763730"/>
                </a:moveTo>
                <a:lnTo>
                  <a:pt x="1093263" y="759093"/>
                </a:lnTo>
                <a:lnTo>
                  <a:pt x="1092217" y="753770"/>
                </a:lnTo>
                <a:lnTo>
                  <a:pt x="1094358" y="749122"/>
                </a:lnTo>
                <a:lnTo>
                  <a:pt x="1097215" y="742992"/>
                </a:lnTo>
                <a:lnTo>
                  <a:pt x="1104482" y="740312"/>
                </a:lnTo>
                <a:lnTo>
                  <a:pt x="1110617" y="743165"/>
                </a:lnTo>
                <a:lnTo>
                  <a:pt x="1116800" y="745972"/>
                </a:lnTo>
                <a:lnTo>
                  <a:pt x="1119475" y="753234"/>
                </a:lnTo>
                <a:lnTo>
                  <a:pt x="1113774" y="765508"/>
                </a:lnTo>
                <a:lnTo>
                  <a:pt x="1106553" y="768236"/>
                </a:lnTo>
                <a:lnTo>
                  <a:pt x="1100370" y="765429"/>
                </a:lnTo>
                <a:lnTo>
                  <a:pt x="1098883" y="764718"/>
                </a:lnTo>
                <a:lnTo>
                  <a:pt x="1097595" y="763730"/>
                </a:lnTo>
                <a:close/>
              </a:path>
              <a:path w="5142230" h="2300604">
                <a:moveTo>
                  <a:pt x="2439400" y="1223809"/>
                </a:moveTo>
                <a:lnTo>
                  <a:pt x="2435027" y="1219128"/>
                </a:lnTo>
                <a:lnTo>
                  <a:pt x="2434123" y="1213663"/>
                </a:lnTo>
                <a:lnTo>
                  <a:pt x="2439404" y="1202895"/>
                </a:lnTo>
                <a:lnTo>
                  <a:pt x="2446754" y="1200402"/>
                </a:lnTo>
                <a:lnTo>
                  <a:pt x="2458878" y="1206343"/>
                </a:lnTo>
                <a:lnTo>
                  <a:pt x="2461362" y="1213693"/>
                </a:lnTo>
                <a:lnTo>
                  <a:pt x="2455377" y="1225859"/>
                </a:lnTo>
                <a:lnTo>
                  <a:pt x="2448026" y="1228351"/>
                </a:lnTo>
                <a:lnTo>
                  <a:pt x="2441985" y="1225403"/>
                </a:lnTo>
                <a:lnTo>
                  <a:pt x="2440593" y="1224694"/>
                </a:lnTo>
                <a:lnTo>
                  <a:pt x="2439400" y="1223809"/>
                </a:lnTo>
                <a:close/>
              </a:path>
              <a:path w="5142230" h="2300604">
                <a:moveTo>
                  <a:pt x="1361644" y="868978"/>
                </a:moveTo>
                <a:lnTo>
                  <a:pt x="1357312" y="864341"/>
                </a:lnTo>
                <a:lnTo>
                  <a:pt x="1356108" y="859631"/>
                </a:lnTo>
                <a:lnTo>
                  <a:pt x="1357722" y="855201"/>
                </a:lnTo>
                <a:lnTo>
                  <a:pt x="1359924" y="848761"/>
                </a:lnTo>
                <a:lnTo>
                  <a:pt x="1366931" y="845412"/>
                </a:lnTo>
                <a:lnTo>
                  <a:pt x="1379668" y="849858"/>
                </a:lnTo>
                <a:lnTo>
                  <a:pt x="1383066" y="856819"/>
                </a:lnTo>
                <a:lnTo>
                  <a:pt x="1380864" y="863259"/>
                </a:lnTo>
                <a:lnTo>
                  <a:pt x="1378616" y="869650"/>
                </a:lnTo>
                <a:lnTo>
                  <a:pt x="1371610" y="873000"/>
                </a:lnTo>
                <a:lnTo>
                  <a:pt x="1363257" y="870119"/>
                </a:lnTo>
                <a:lnTo>
                  <a:pt x="1361644" y="868978"/>
                </a:lnTo>
                <a:close/>
              </a:path>
              <a:path w="5142230" h="2300604">
                <a:moveTo>
                  <a:pt x="2827447" y="2037032"/>
                </a:moveTo>
                <a:lnTo>
                  <a:pt x="2823166" y="2032448"/>
                </a:lnTo>
                <a:lnTo>
                  <a:pt x="2821938" y="2028299"/>
                </a:lnTo>
                <a:lnTo>
                  <a:pt x="2822834" y="2024175"/>
                </a:lnTo>
                <a:lnTo>
                  <a:pt x="2824328" y="2017565"/>
                </a:lnTo>
                <a:lnTo>
                  <a:pt x="2830894" y="2013450"/>
                </a:lnTo>
                <a:lnTo>
                  <a:pt x="2844105" y="2016449"/>
                </a:lnTo>
                <a:lnTo>
                  <a:pt x="2848220" y="2023005"/>
                </a:lnTo>
                <a:lnTo>
                  <a:pt x="2845226" y="2036221"/>
                </a:lnTo>
                <a:lnTo>
                  <a:pt x="2838660" y="2040336"/>
                </a:lnTo>
                <a:lnTo>
                  <a:pt x="2829623" y="2038286"/>
                </a:lnTo>
                <a:lnTo>
                  <a:pt x="2827447" y="2037032"/>
                </a:lnTo>
                <a:close/>
              </a:path>
              <a:path w="5142230" h="2300604">
                <a:moveTo>
                  <a:pt x="2810187" y="2105842"/>
                </a:moveTo>
                <a:lnTo>
                  <a:pt x="2805905" y="2101259"/>
                </a:lnTo>
                <a:lnTo>
                  <a:pt x="2804684" y="2096921"/>
                </a:lnTo>
                <a:lnTo>
                  <a:pt x="2807549" y="2086109"/>
                </a:lnTo>
                <a:lnTo>
                  <a:pt x="2813995" y="2082452"/>
                </a:lnTo>
                <a:lnTo>
                  <a:pt x="2814293" y="2082283"/>
                </a:lnTo>
                <a:lnTo>
                  <a:pt x="2820839" y="2084012"/>
                </a:lnTo>
                <a:lnTo>
                  <a:pt x="2827345" y="2085796"/>
                </a:lnTo>
                <a:lnTo>
                  <a:pt x="2831220" y="2092485"/>
                </a:lnTo>
                <a:lnTo>
                  <a:pt x="2829491" y="2099040"/>
                </a:lnTo>
                <a:lnTo>
                  <a:pt x="2827712" y="2105542"/>
                </a:lnTo>
                <a:lnTo>
                  <a:pt x="2821314" y="2109250"/>
                </a:lnTo>
                <a:lnTo>
                  <a:pt x="2821018" y="2109421"/>
                </a:lnTo>
                <a:lnTo>
                  <a:pt x="2812174" y="2107090"/>
                </a:lnTo>
                <a:lnTo>
                  <a:pt x="2810187" y="2105842"/>
                </a:lnTo>
                <a:close/>
              </a:path>
              <a:path w="5142230" h="2300604">
                <a:moveTo>
                  <a:pt x="633675" y="349222"/>
                </a:moveTo>
                <a:lnTo>
                  <a:pt x="628513" y="343696"/>
                </a:lnTo>
                <a:lnTo>
                  <a:pt x="628020" y="342777"/>
                </a:lnTo>
                <a:lnTo>
                  <a:pt x="624731" y="336911"/>
                </a:lnTo>
                <a:lnTo>
                  <a:pt x="626828" y="329381"/>
                </a:lnTo>
                <a:lnTo>
                  <a:pt x="632746" y="326136"/>
                </a:lnTo>
                <a:lnTo>
                  <a:pt x="638666" y="322797"/>
                </a:lnTo>
                <a:lnTo>
                  <a:pt x="646101" y="324891"/>
                </a:lnTo>
                <a:lnTo>
                  <a:pt x="649440" y="330812"/>
                </a:lnTo>
                <a:lnTo>
                  <a:pt x="652685" y="336729"/>
                </a:lnTo>
                <a:lnTo>
                  <a:pt x="650636" y="344213"/>
                </a:lnTo>
                <a:lnTo>
                  <a:pt x="644670" y="347503"/>
                </a:lnTo>
                <a:lnTo>
                  <a:pt x="639712" y="350309"/>
                </a:lnTo>
                <a:lnTo>
                  <a:pt x="633675" y="349222"/>
                </a:lnTo>
                <a:close/>
              </a:path>
              <a:path w="5142230" h="2300604">
                <a:moveTo>
                  <a:pt x="2040719" y="1076682"/>
                </a:moveTo>
                <a:lnTo>
                  <a:pt x="2036391" y="1072050"/>
                </a:lnTo>
                <a:lnTo>
                  <a:pt x="2035173" y="1067618"/>
                </a:lnTo>
                <a:lnTo>
                  <a:pt x="2038370" y="1056770"/>
                </a:lnTo>
                <a:lnTo>
                  <a:pt x="2045202" y="1053136"/>
                </a:lnTo>
                <a:lnTo>
                  <a:pt x="2051652" y="1055055"/>
                </a:lnTo>
                <a:lnTo>
                  <a:pt x="2058146" y="1056923"/>
                </a:lnTo>
                <a:lnTo>
                  <a:pt x="2061883" y="1063759"/>
                </a:lnTo>
                <a:lnTo>
                  <a:pt x="2059916" y="1070254"/>
                </a:lnTo>
                <a:lnTo>
                  <a:pt x="2058042" y="1076753"/>
                </a:lnTo>
                <a:lnTo>
                  <a:pt x="2051260" y="1080440"/>
                </a:lnTo>
                <a:lnTo>
                  <a:pt x="2042566" y="1077878"/>
                </a:lnTo>
                <a:lnTo>
                  <a:pt x="2040719" y="1076682"/>
                </a:lnTo>
                <a:close/>
              </a:path>
              <a:path w="5142230" h="2300604">
                <a:moveTo>
                  <a:pt x="1294757" y="844980"/>
                </a:moveTo>
                <a:lnTo>
                  <a:pt x="1290435" y="840353"/>
                </a:lnTo>
                <a:lnTo>
                  <a:pt x="1289278" y="835498"/>
                </a:lnTo>
                <a:lnTo>
                  <a:pt x="1293283" y="824635"/>
                </a:lnTo>
                <a:lnTo>
                  <a:pt x="1300332" y="821428"/>
                </a:lnTo>
                <a:lnTo>
                  <a:pt x="1306674" y="823721"/>
                </a:lnTo>
                <a:lnTo>
                  <a:pt x="1313013" y="826109"/>
                </a:lnTo>
                <a:lnTo>
                  <a:pt x="1316269" y="833112"/>
                </a:lnTo>
                <a:lnTo>
                  <a:pt x="1311585" y="845888"/>
                </a:lnTo>
                <a:lnTo>
                  <a:pt x="1304536" y="849095"/>
                </a:lnTo>
                <a:lnTo>
                  <a:pt x="1296330" y="846077"/>
                </a:lnTo>
                <a:lnTo>
                  <a:pt x="1294757" y="844980"/>
                </a:lnTo>
                <a:close/>
              </a:path>
              <a:path w="5142230" h="2300604">
                <a:moveTo>
                  <a:pt x="670161" y="410370"/>
                </a:moveTo>
                <a:lnTo>
                  <a:pt x="665138" y="404993"/>
                </a:lnTo>
                <a:lnTo>
                  <a:pt x="661053" y="398665"/>
                </a:lnTo>
                <a:lnTo>
                  <a:pt x="662732" y="391079"/>
                </a:lnTo>
                <a:lnTo>
                  <a:pt x="668473" y="387450"/>
                </a:lnTo>
                <a:lnTo>
                  <a:pt x="674165" y="383768"/>
                </a:lnTo>
                <a:lnTo>
                  <a:pt x="681756" y="385443"/>
                </a:lnTo>
                <a:lnTo>
                  <a:pt x="689013" y="396926"/>
                </a:lnTo>
                <a:lnTo>
                  <a:pt x="687297" y="404473"/>
                </a:lnTo>
                <a:lnTo>
                  <a:pt x="676577" y="411373"/>
                </a:lnTo>
                <a:lnTo>
                  <a:pt x="670161" y="410370"/>
                </a:lnTo>
                <a:close/>
              </a:path>
              <a:path w="5142230" h="2300604">
                <a:moveTo>
                  <a:pt x="600253" y="286271"/>
                </a:moveTo>
                <a:lnTo>
                  <a:pt x="595830" y="281537"/>
                </a:lnTo>
                <a:lnTo>
                  <a:pt x="595158" y="280621"/>
                </a:lnTo>
                <a:lnTo>
                  <a:pt x="591578" y="273465"/>
                </a:lnTo>
                <a:lnTo>
                  <a:pt x="594046" y="266137"/>
                </a:lnTo>
                <a:lnTo>
                  <a:pt x="599680" y="263273"/>
                </a:lnTo>
                <a:lnTo>
                  <a:pt x="606026" y="260097"/>
                </a:lnTo>
                <a:lnTo>
                  <a:pt x="613478" y="262503"/>
                </a:lnTo>
                <a:lnTo>
                  <a:pt x="619577" y="274602"/>
                </a:lnTo>
                <a:lnTo>
                  <a:pt x="617113" y="281935"/>
                </a:lnTo>
                <a:lnTo>
                  <a:pt x="611475" y="284795"/>
                </a:lnTo>
                <a:lnTo>
                  <a:pt x="606114" y="287462"/>
                </a:lnTo>
                <a:lnTo>
                  <a:pt x="600253" y="286271"/>
                </a:lnTo>
                <a:close/>
              </a:path>
              <a:path w="5142230" h="2300604">
                <a:moveTo>
                  <a:pt x="2176190" y="1118872"/>
                </a:moveTo>
                <a:lnTo>
                  <a:pt x="2171904" y="1114284"/>
                </a:lnTo>
                <a:lnTo>
                  <a:pt x="2170746" y="1109623"/>
                </a:lnTo>
                <a:lnTo>
                  <a:pt x="2172171" y="1105186"/>
                </a:lnTo>
                <a:lnTo>
                  <a:pt x="2174252" y="1099008"/>
                </a:lnTo>
                <a:lnTo>
                  <a:pt x="2174325" y="1098792"/>
                </a:lnTo>
                <a:lnTo>
                  <a:pt x="2181289" y="1095299"/>
                </a:lnTo>
                <a:lnTo>
                  <a:pt x="2187679" y="1097448"/>
                </a:lnTo>
                <a:lnTo>
                  <a:pt x="2194126" y="1099560"/>
                </a:lnTo>
                <a:lnTo>
                  <a:pt x="2197569" y="1106471"/>
                </a:lnTo>
                <a:lnTo>
                  <a:pt x="2195466" y="1112919"/>
                </a:lnTo>
                <a:lnTo>
                  <a:pt x="2193337" y="1119144"/>
                </a:lnTo>
                <a:lnTo>
                  <a:pt x="2193264" y="1119359"/>
                </a:lnTo>
                <a:lnTo>
                  <a:pt x="2186348" y="1122806"/>
                </a:lnTo>
                <a:lnTo>
                  <a:pt x="2179900" y="1120693"/>
                </a:lnTo>
                <a:lnTo>
                  <a:pt x="2177898" y="1120016"/>
                </a:lnTo>
                <a:lnTo>
                  <a:pt x="2176190" y="1118872"/>
                </a:lnTo>
                <a:close/>
              </a:path>
              <a:path w="5142230" h="2300604">
                <a:moveTo>
                  <a:pt x="710549" y="469146"/>
                </a:moveTo>
                <a:lnTo>
                  <a:pt x="705349" y="463580"/>
                </a:lnTo>
                <a:lnTo>
                  <a:pt x="701285" y="458154"/>
                </a:lnTo>
                <a:lnTo>
                  <a:pt x="702491" y="450453"/>
                </a:lnTo>
                <a:lnTo>
                  <a:pt x="707914" y="446483"/>
                </a:lnTo>
                <a:lnTo>
                  <a:pt x="713340" y="442419"/>
                </a:lnTo>
                <a:lnTo>
                  <a:pt x="720996" y="443576"/>
                </a:lnTo>
                <a:lnTo>
                  <a:pt x="729075" y="454473"/>
                </a:lnTo>
                <a:lnTo>
                  <a:pt x="727918" y="462129"/>
                </a:lnTo>
                <a:lnTo>
                  <a:pt x="722492" y="466193"/>
                </a:lnTo>
                <a:lnTo>
                  <a:pt x="717456" y="469893"/>
                </a:lnTo>
                <a:lnTo>
                  <a:pt x="710549" y="469146"/>
                </a:lnTo>
                <a:close/>
              </a:path>
              <a:path w="5142230" h="2300604">
                <a:moveTo>
                  <a:pt x="2108614" y="1097263"/>
                </a:moveTo>
                <a:lnTo>
                  <a:pt x="2104286" y="1092631"/>
                </a:lnTo>
                <a:lnTo>
                  <a:pt x="2103120" y="1088059"/>
                </a:lnTo>
                <a:lnTo>
                  <a:pt x="2104444" y="1083709"/>
                </a:lnTo>
                <a:lnTo>
                  <a:pt x="2106457" y="1077263"/>
                </a:lnTo>
                <a:lnTo>
                  <a:pt x="2113330" y="1073673"/>
                </a:lnTo>
                <a:lnTo>
                  <a:pt x="2119830" y="1075646"/>
                </a:lnTo>
                <a:lnTo>
                  <a:pt x="2126276" y="1077659"/>
                </a:lnTo>
                <a:lnTo>
                  <a:pt x="2129866" y="1084532"/>
                </a:lnTo>
                <a:lnTo>
                  <a:pt x="2127899" y="1091027"/>
                </a:lnTo>
                <a:lnTo>
                  <a:pt x="2125885" y="1097474"/>
                </a:lnTo>
                <a:lnTo>
                  <a:pt x="2119012" y="1101064"/>
                </a:lnTo>
                <a:lnTo>
                  <a:pt x="2112517" y="1099096"/>
                </a:lnTo>
                <a:lnTo>
                  <a:pt x="2110416" y="1098411"/>
                </a:lnTo>
                <a:lnTo>
                  <a:pt x="2108614" y="1097263"/>
                </a:lnTo>
                <a:close/>
              </a:path>
              <a:path w="5142230" h="2300604">
                <a:moveTo>
                  <a:pt x="755193" y="524756"/>
                </a:moveTo>
                <a:lnTo>
                  <a:pt x="750415" y="519641"/>
                </a:lnTo>
                <a:lnTo>
                  <a:pt x="745960" y="514580"/>
                </a:lnTo>
                <a:lnTo>
                  <a:pt x="746461" y="506807"/>
                </a:lnTo>
                <a:lnTo>
                  <a:pt x="751617" y="502356"/>
                </a:lnTo>
                <a:lnTo>
                  <a:pt x="756077" y="498431"/>
                </a:lnTo>
                <a:lnTo>
                  <a:pt x="756678" y="497902"/>
                </a:lnTo>
                <a:lnTo>
                  <a:pt x="764397" y="498443"/>
                </a:lnTo>
                <a:lnTo>
                  <a:pt x="773356" y="508619"/>
                </a:lnTo>
                <a:lnTo>
                  <a:pt x="772810" y="516343"/>
                </a:lnTo>
                <a:lnTo>
                  <a:pt x="763237" y="524765"/>
                </a:lnTo>
                <a:lnTo>
                  <a:pt x="762736" y="525206"/>
                </a:lnTo>
                <a:lnTo>
                  <a:pt x="755193" y="524756"/>
                </a:lnTo>
                <a:close/>
              </a:path>
              <a:path w="5142230" h="2300604">
                <a:moveTo>
                  <a:pt x="2855843" y="1756204"/>
                </a:moveTo>
                <a:lnTo>
                  <a:pt x="2851557" y="1751616"/>
                </a:lnTo>
                <a:lnTo>
                  <a:pt x="2850323" y="1749024"/>
                </a:lnTo>
                <a:lnTo>
                  <a:pt x="2849707" y="1739373"/>
                </a:lnTo>
                <a:lnTo>
                  <a:pt x="2854821" y="1733509"/>
                </a:lnTo>
                <a:lnTo>
                  <a:pt x="2861540" y="1733076"/>
                </a:lnTo>
                <a:lnTo>
                  <a:pt x="2868303" y="1732594"/>
                </a:lnTo>
                <a:lnTo>
                  <a:pt x="2874131" y="1737659"/>
                </a:lnTo>
                <a:lnTo>
                  <a:pt x="2875086" y="1751194"/>
                </a:lnTo>
                <a:lnTo>
                  <a:pt x="2870025" y="1757017"/>
                </a:lnTo>
                <a:lnTo>
                  <a:pt x="2863254" y="1757490"/>
                </a:lnTo>
                <a:lnTo>
                  <a:pt x="2859374" y="1757736"/>
                </a:lnTo>
                <a:lnTo>
                  <a:pt x="2855843" y="1756204"/>
                </a:lnTo>
                <a:close/>
              </a:path>
              <a:path w="5142230" h="2300604">
                <a:moveTo>
                  <a:pt x="2727878" y="1435262"/>
                </a:moveTo>
                <a:lnTo>
                  <a:pt x="2722998" y="1430038"/>
                </a:lnTo>
                <a:lnTo>
                  <a:pt x="2718597" y="1424936"/>
                </a:lnTo>
                <a:lnTo>
                  <a:pt x="2719143" y="1417212"/>
                </a:lnTo>
                <a:lnTo>
                  <a:pt x="2728648" y="1409010"/>
                </a:lnTo>
                <a:lnTo>
                  <a:pt x="2729406" y="1408356"/>
                </a:lnTo>
                <a:lnTo>
                  <a:pt x="2737175" y="1408951"/>
                </a:lnTo>
                <a:lnTo>
                  <a:pt x="2745979" y="1419254"/>
                </a:lnTo>
                <a:lnTo>
                  <a:pt x="2745391" y="1426934"/>
                </a:lnTo>
                <a:lnTo>
                  <a:pt x="2735878" y="1435126"/>
                </a:lnTo>
                <a:lnTo>
                  <a:pt x="2735271" y="1435649"/>
                </a:lnTo>
                <a:lnTo>
                  <a:pt x="2727878" y="1435262"/>
                </a:lnTo>
                <a:close/>
              </a:path>
              <a:path w="5142230" h="2300604">
                <a:moveTo>
                  <a:pt x="2674706" y="1380005"/>
                </a:moveTo>
                <a:lnTo>
                  <a:pt x="2669746" y="1374695"/>
                </a:lnTo>
                <a:lnTo>
                  <a:pt x="2669665" y="1367374"/>
                </a:lnTo>
                <a:lnTo>
                  <a:pt x="2674116" y="1362659"/>
                </a:lnTo>
                <a:lnTo>
                  <a:pt x="2678677" y="1357668"/>
                </a:lnTo>
                <a:lnTo>
                  <a:pt x="2686480" y="1357419"/>
                </a:lnTo>
                <a:lnTo>
                  <a:pt x="2696359" y="1366626"/>
                </a:lnTo>
                <a:lnTo>
                  <a:pt x="2696613" y="1374424"/>
                </a:lnTo>
                <a:lnTo>
                  <a:pt x="2687405" y="1384313"/>
                </a:lnTo>
                <a:lnTo>
                  <a:pt x="2679648" y="1384610"/>
                </a:lnTo>
                <a:lnTo>
                  <a:pt x="2674706" y="1380005"/>
                </a:lnTo>
                <a:close/>
              </a:path>
              <a:path w="5142230" h="2300604">
                <a:moveTo>
                  <a:pt x="2830526" y="1617868"/>
                </a:moveTo>
                <a:lnTo>
                  <a:pt x="2826195" y="1613231"/>
                </a:lnTo>
                <a:lnTo>
                  <a:pt x="2825262" y="1611646"/>
                </a:lnTo>
                <a:lnTo>
                  <a:pt x="2824708" y="1609880"/>
                </a:lnTo>
                <a:lnTo>
                  <a:pt x="2822614" y="1603436"/>
                </a:lnTo>
                <a:lnTo>
                  <a:pt x="2826148" y="1596564"/>
                </a:lnTo>
                <a:lnTo>
                  <a:pt x="2832597" y="1594475"/>
                </a:lnTo>
                <a:lnTo>
                  <a:pt x="2839087" y="1592430"/>
                </a:lnTo>
                <a:lnTo>
                  <a:pt x="2845949" y="1595963"/>
                </a:lnTo>
                <a:lnTo>
                  <a:pt x="2848043" y="1602408"/>
                </a:lnTo>
                <a:lnTo>
                  <a:pt x="2850088" y="1608898"/>
                </a:lnTo>
                <a:lnTo>
                  <a:pt x="2846555" y="1615770"/>
                </a:lnTo>
                <a:lnTo>
                  <a:pt x="2840060" y="1617810"/>
                </a:lnTo>
                <a:lnTo>
                  <a:pt x="2835434" y="1619309"/>
                </a:lnTo>
                <a:lnTo>
                  <a:pt x="2830526" y="1617868"/>
                </a:lnTo>
                <a:close/>
              </a:path>
              <a:path w="5142230" h="2300604">
                <a:moveTo>
                  <a:pt x="1496460" y="913790"/>
                </a:moveTo>
                <a:lnTo>
                  <a:pt x="1492133" y="909157"/>
                </a:lnTo>
                <a:lnTo>
                  <a:pt x="1490966" y="904586"/>
                </a:lnTo>
                <a:lnTo>
                  <a:pt x="1494405" y="893703"/>
                </a:lnTo>
                <a:lnTo>
                  <a:pt x="1501275" y="890207"/>
                </a:lnTo>
                <a:lnTo>
                  <a:pt x="1514214" y="894283"/>
                </a:lnTo>
                <a:lnTo>
                  <a:pt x="1517755" y="901201"/>
                </a:lnTo>
                <a:lnTo>
                  <a:pt x="1515691" y="907594"/>
                </a:lnTo>
                <a:lnTo>
                  <a:pt x="1513629" y="914086"/>
                </a:lnTo>
                <a:lnTo>
                  <a:pt x="1506761" y="917681"/>
                </a:lnTo>
                <a:lnTo>
                  <a:pt x="1500317" y="915573"/>
                </a:lnTo>
                <a:lnTo>
                  <a:pt x="1498257" y="914932"/>
                </a:lnTo>
                <a:lnTo>
                  <a:pt x="1496460" y="913790"/>
                </a:lnTo>
                <a:close/>
              </a:path>
              <a:path w="5142230" h="2300604">
                <a:moveTo>
                  <a:pt x="1632078" y="955843"/>
                </a:moveTo>
                <a:lnTo>
                  <a:pt x="1627792" y="951255"/>
                </a:lnTo>
                <a:lnTo>
                  <a:pt x="1626581" y="946733"/>
                </a:lnTo>
                <a:lnTo>
                  <a:pt x="1629877" y="935893"/>
                </a:lnTo>
                <a:lnTo>
                  <a:pt x="1636700" y="932249"/>
                </a:lnTo>
                <a:lnTo>
                  <a:pt x="1649695" y="936190"/>
                </a:lnTo>
                <a:lnTo>
                  <a:pt x="1653334" y="943017"/>
                </a:lnTo>
                <a:lnTo>
                  <a:pt x="1649398" y="956008"/>
                </a:lnTo>
                <a:lnTo>
                  <a:pt x="1642571" y="959646"/>
                </a:lnTo>
                <a:lnTo>
                  <a:pt x="1633926" y="957039"/>
                </a:lnTo>
                <a:lnTo>
                  <a:pt x="1632078" y="955843"/>
                </a:lnTo>
                <a:close/>
              </a:path>
              <a:path w="5142230" h="2300604">
                <a:moveTo>
                  <a:pt x="2375124" y="1194003"/>
                </a:moveTo>
                <a:lnTo>
                  <a:pt x="2370796" y="1189371"/>
                </a:lnTo>
                <a:lnTo>
                  <a:pt x="2369747" y="1184142"/>
                </a:lnTo>
                <a:lnTo>
                  <a:pt x="2371740" y="1179532"/>
                </a:lnTo>
                <a:lnTo>
                  <a:pt x="2374458" y="1173350"/>
                </a:lnTo>
                <a:lnTo>
                  <a:pt x="2381682" y="1170527"/>
                </a:lnTo>
                <a:lnTo>
                  <a:pt x="2387914" y="1173289"/>
                </a:lnTo>
                <a:lnTo>
                  <a:pt x="2394150" y="1175956"/>
                </a:lnTo>
                <a:lnTo>
                  <a:pt x="2396973" y="1183181"/>
                </a:lnTo>
                <a:lnTo>
                  <a:pt x="2394207" y="1189408"/>
                </a:lnTo>
                <a:lnTo>
                  <a:pt x="2391498" y="1195599"/>
                </a:lnTo>
                <a:lnTo>
                  <a:pt x="2384274" y="1198422"/>
                </a:lnTo>
                <a:lnTo>
                  <a:pt x="2378083" y="1195704"/>
                </a:lnTo>
                <a:lnTo>
                  <a:pt x="2376506" y="1194995"/>
                </a:lnTo>
                <a:lnTo>
                  <a:pt x="2375124" y="1194003"/>
                </a:lnTo>
                <a:close/>
              </a:path>
              <a:path w="5142230" h="2300604">
                <a:moveTo>
                  <a:pt x="1564238" y="935028"/>
                </a:moveTo>
                <a:lnTo>
                  <a:pt x="1559906" y="930391"/>
                </a:lnTo>
                <a:lnTo>
                  <a:pt x="1558696" y="925869"/>
                </a:lnTo>
                <a:lnTo>
                  <a:pt x="1560019" y="921519"/>
                </a:lnTo>
                <a:lnTo>
                  <a:pt x="1562033" y="915073"/>
                </a:lnTo>
                <a:lnTo>
                  <a:pt x="1568959" y="911442"/>
                </a:lnTo>
                <a:lnTo>
                  <a:pt x="1581852" y="915469"/>
                </a:lnTo>
                <a:lnTo>
                  <a:pt x="1585486" y="922291"/>
                </a:lnTo>
                <a:lnTo>
                  <a:pt x="1583473" y="928738"/>
                </a:lnTo>
                <a:lnTo>
                  <a:pt x="1581510" y="935238"/>
                </a:lnTo>
                <a:lnTo>
                  <a:pt x="1574588" y="938873"/>
                </a:lnTo>
                <a:lnTo>
                  <a:pt x="1568141" y="936860"/>
                </a:lnTo>
                <a:lnTo>
                  <a:pt x="1566040" y="936175"/>
                </a:lnTo>
                <a:lnTo>
                  <a:pt x="1564238" y="935028"/>
                </a:lnTo>
                <a:close/>
              </a:path>
              <a:path w="5142230" h="2300604">
                <a:moveTo>
                  <a:pt x="2770303" y="1491331"/>
                </a:moveTo>
                <a:lnTo>
                  <a:pt x="2765288" y="1485962"/>
                </a:lnTo>
                <a:lnTo>
                  <a:pt x="2764930" y="1485384"/>
                </a:lnTo>
                <a:lnTo>
                  <a:pt x="2761203" y="1479733"/>
                </a:lnTo>
                <a:lnTo>
                  <a:pt x="2762734" y="1472085"/>
                </a:lnTo>
                <a:lnTo>
                  <a:pt x="2774034" y="1464633"/>
                </a:lnTo>
                <a:lnTo>
                  <a:pt x="2781629" y="1466214"/>
                </a:lnTo>
                <a:lnTo>
                  <a:pt x="2789081" y="1477514"/>
                </a:lnTo>
                <a:lnTo>
                  <a:pt x="2787549" y="1485063"/>
                </a:lnTo>
                <a:lnTo>
                  <a:pt x="2781899" y="1488789"/>
                </a:lnTo>
                <a:lnTo>
                  <a:pt x="2776832" y="1492162"/>
                </a:lnTo>
                <a:lnTo>
                  <a:pt x="2770303" y="1491331"/>
                </a:lnTo>
                <a:close/>
              </a:path>
              <a:path w="5142230" h="2300604">
                <a:moveTo>
                  <a:pt x="2804758" y="1552455"/>
                </a:moveTo>
                <a:lnTo>
                  <a:pt x="2800385" y="1547774"/>
                </a:lnTo>
                <a:lnTo>
                  <a:pt x="2799707" y="1546755"/>
                </a:lnTo>
                <a:lnTo>
                  <a:pt x="2796228" y="1539513"/>
                </a:lnTo>
                <a:lnTo>
                  <a:pt x="2798791" y="1532188"/>
                </a:lnTo>
                <a:lnTo>
                  <a:pt x="2810979" y="1526272"/>
                </a:lnTo>
                <a:lnTo>
                  <a:pt x="2818300" y="1528929"/>
                </a:lnTo>
                <a:lnTo>
                  <a:pt x="2824166" y="1541073"/>
                </a:lnTo>
                <a:lnTo>
                  <a:pt x="2821603" y="1548397"/>
                </a:lnTo>
                <a:lnTo>
                  <a:pt x="2815507" y="1551353"/>
                </a:lnTo>
                <a:lnTo>
                  <a:pt x="2810516" y="1553732"/>
                </a:lnTo>
                <a:lnTo>
                  <a:pt x="2804758" y="1552455"/>
                </a:lnTo>
                <a:close/>
              </a:path>
              <a:path w="5142230" h="2300604">
                <a:moveTo>
                  <a:pt x="1428896" y="891803"/>
                </a:moveTo>
                <a:lnTo>
                  <a:pt x="1424614" y="887220"/>
                </a:lnTo>
                <a:lnTo>
                  <a:pt x="1423402" y="882599"/>
                </a:lnTo>
                <a:lnTo>
                  <a:pt x="1424828" y="878163"/>
                </a:lnTo>
                <a:lnTo>
                  <a:pt x="1426928" y="871907"/>
                </a:lnTo>
                <a:lnTo>
                  <a:pt x="1426977" y="871764"/>
                </a:lnTo>
                <a:lnTo>
                  <a:pt x="1433900" y="868227"/>
                </a:lnTo>
                <a:lnTo>
                  <a:pt x="1446783" y="872537"/>
                </a:lnTo>
                <a:lnTo>
                  <a:pt x="1450230" y="879452"/>
                </a:lnTo>
                <a:lnTo>
                  <a:pt x="1448122" y="885896"/>
                </a:lnTo>
                <a:lnTo>
                  <a:pt x="1446018" y="892146"/>
                </a:lnTo>
                <a:lnTo>
                  <a:pt x="1445969" y="892290"/>
                </a:lnTo>
                <a:lnTo>
                  <a:pt x="1439099" y="895786"/>
                </a:lnTo>
                <a:lnTo>
                  <a:pt x="1432656" y="893678"/>
                </a:lnTo>
                <a:lnTo>
                  <a:pt x="1430649" y="892996"/>
                </a:lnTo>
                <a:lnTo>
                  <a:pt x="1428896" y="891803"/>
                </a:lnTo>
                <a:close/>
              </a:path>
              <a:path w="5142230" h="2300604">
                <a:moveTo>
                  <a:pt x="1700019" y="976473"/>
                </a:moveTo>
                <a:lnTo>
                  <a:pt x="1695691" y="971841"/>
                </a:lnTo>
                <a:lnTo>
                  <a:pt x="1694522" y="967363"/>
                </a:lnTo>
                <a:lnTo>
                  <a:pt x="1697818" y="956523"/>
                </a:lnTo>
                <a:lnTo>
                  <a:pt x="1704641" y="952879"/>
                </a:lnTo>
                <a:lnTo>
                  <a:pt x="1717586" y="956766"/>
                </a:lnTo>
                <a:lnTo>
                  <a:pt x="1721275" y="963647"/>
                </a:lnTo>
                <a:lnTo>
                  <a:pt x="1719307" y="970142"/>
                </a:lnTo>
                <a:lnTo>
                  <a:pt x="1717293" y="976589"/>
                </a:lnTo>
                <a:lnTo>
                  <a:pt x="1710466" y="980228"/>
                </a:lnTo>
                <a:lnTo>
                  <a:pt x="1701866" y="977669"/>
                </a:lnTo>
                <a:lnTo>
                  <a:pt x="1700019" y="976473"/>
                </a:lnTo>
                <a:close/>
              </a:path>
              <a:path w="5142230" h="2300604">
                <a:moveTo>
                  <a:pt x="2847366" y="1686234"/>
                </a:moveTo>
                <a:lnTo>
                  <a:pt x="2843080" y="1681646"/>
                </a:lnTo>
                <a:lnTo>
                  <a:pt x="2841978" y="1679488"/>
                </a:lnTo>
                <a:lnTo>
                  <a:pt x="2841524" y="1677047"/>
                </a:lnTo>
                <a:lnTo>
                  <a:pt x="2840337" y="1670400"/>
                </a:lnTo>
                <a:lnTo>
                  <a:pt x="2844669" y="1664091"/>
                </a:lnTo>
                <a:lnTo>
                  <a:pt x="2857972" y="1661616"/>
                </a:lnTo>
                <a:lnTo>
                  <a:pt x="2864388" y="1666041"/>
                </a:lnTo>
                <a:lnTo>
                  <a:pt x="2865668" y="1672689"/>
                </a:lnTo>
                <a:lnTo>
                  <a:pt x="2866862" y="1679344"/>
                </a:lnTo>
                <a:lnTo>
                  <a:pt x="2862442" y="1685756"/>
                </a:lnTo>
                <a:lnTo>
                  <a:pt x="2855793" y="1686946"/>
                </a:lnTo>
                <a:lnTo>
                  <a:pt x="2851512" y="1687739"/>
                </a:lnTo>
                <a:lnTo>
                  <a:pt x="2847366" y="1686234"/>
                </a:lnTo>
                <a:close/>
              </a:path>
              <a:path w="5142230" h="2300604">
                <a:moveTo>
                  <a:pt x="2856931" y="1826867"/>
                </a:moveTo>
                <a:lnTo>
                  <a:pt x="2852649" y="1822283"/>
                </a:lnTo>
                <a:lnTo>
                  <a:pt x="2851382" y="1819167"/>
                </a:lnTo>
                <a:lnTo>
                  <a:pt x="2851499" y="1815871"/>
                </a:lnTo>
                <a:lnTo>
                  <a:pt x="2851681" y="1809126"/>
                </a:lnTo>
                <a:lnTo>
                  <a:pt x="2857287" y="1803788"/>
                </a:lnTo>
                <a:lnTo>
                  <a:pt x="2870876" y="1804161"/>
                </a:lnTo>
                <a:lnTo>
                  <a:pt x="2876155" y="1809813"/>
                </a:lnTo>
                <a:lnTo>
                  <a:pt x="2875795" y="1823307"/>
                </a:lnTo>
                <a:lnTo>
                  <a:pt x="2870131" y="1828680"/>
                </a:lnTo>
                <a:lnTo>
                  <a:pt x="2859995" y="1828387"/>
                </a:lnTo>
                <a:lnTo>
                  <a:pt x="2856931" y="1826867"/>
                </a:lnTo>
                <a:close/>
              </a:path>
              <a:path w="5142230" h="2300604">
                <a:moveTo>
                  <a:pt x="1571334" y="812425"/>
                </a:moveTo>
                <a:lnTo>
                  <a:pt x="1567193" y="807993"/>
                </a:lnTo>
                <a:lnTo>
                  <a:pt x="1566013" y="803699"/>
                </a:lnTo>
                <a:lnTo>
                  <a:pt x="1567196" y="799590"/>
                </a:lnTo>
                <a:lnTo>
                  <a:pt x="1568969" y="793277"/>
                </a:lnTo>
                <a:lnTo>
                  <a:pt x="1575513" y="789628"/>
                </a:lnTo>
                <a:lnTo>
                  <a:pt x="1588090" y="793219"/>
                </a:lnTo>
                <a:lnTo>
                  <a:pt x="1591739" y="799764"/>
                </a:lnTo>
                <a:lnTo>
                  <a:pt x="1589966" y="806077"/>
                </a:lnTo>
                <a:lnTo>
                  <a:pt x="1588148" y="812341"/>
                </a:lnTo>
                <a:lnTo>
                  <a:pt x="1581603" y="815990"/>
                </a:lnTo>
                <a:lnTo>
                  <a:pt x="1575339" y="814171"/>
                </a:lnTo>
                <a:lnTo>
                  <a:pt x="1573136" y="813572"/>
                </a:lnTo>
                <a:lnTo>
                  <a:pt x="1571334" y="812425"/>
                </a:lnTo>
                <a:close/>
              </a:path>
              <a:path w="5142230" h="2300604">
                <a:moveTo>
                  <a:pt x="3050528" y="1761981"/>
                </a:moveTo>
                <a:lnTo>
                  <a:pt x="3046383" y="1757544"/>
                </a:lnTo>
                <a:lnTo>
                  <a:pt x="3045119" y="1754432"/>
                </a:lnTo>
                <a:lnTo>
                  <a:pt x="3045326" y="1751134"/>
                </a:lnTo>
                <a:lnTo>
                  <a:pt x="3045686" y="1744580"/>
                </a:lnTo>
                <a:lnTo>
                  <a:pt x="3050896" y="1739893"/>
                </a:lnTo>
                <a:lnTo>
                  <a:pt x="3051243" y="1739581"/>
                </a:lnTo>
                <a:lnTo>
                  <a:pt x="3057747" y="1739896"/>
                </a:lnTo>
                <a:lnTo>
                  <a:pt x="3064297" y="1740261"/>
                </a:lnTo>
                <a:lnTo>
                  <a:pt x="3069296" y="1745808"/>
                </a:lnTo>
                <a:lnTo>
                  <a:pt x="3068936" y="1752363"/>
                </a:lnTo>
                <a:lnTo>
                  <a:pt x="3068616" y="1758862"/>
                </a:lnTo>
                <a:lnTo>
                  <a:pt x="3063019" y="1763917"/>
                </a:lnTo>
                <a:lnTo>
                  <a:pt x="3056515" y="1763601"/>
                </a:lnTo>
                <a:lnTo>
                  <a:pt x="3053307" y="1763393"/>
                </a:lnTo>
                <a:lnTo>
                  <a:pt x="3050528" y="1761981"/>
                </a:lnTo>
                <a:close/>
              </a:path>
              <a:path w="5142230" h="2300604">
                <a:moveTo>
                  <a:pt x="738191" y="316243"/>
                </a:moveTo>
                <a:lnTo>
                  <a:pt x="732888" y="310567"/>
                </a:lnTo>
                <a:lnTo>
                  <a:pt x="729245" y="305103"/>
                </a:lnTo>
                <a:lnTo>
                  <a:pt x="730680" y="297745"/>
                </a:lnTo>
                <a:lnTo>
                  <a:pt x="741549" y="290514"/>
                </a:lnTo>
                <a:lnTo>
                  <a:pt x="748912" y="291945"/>
                </a:lnTo>
                <a:lnTo>
                  <a:pt x="756187" y="302763"/>
                </a:lnTo>
                <a:lnTo>
                  <a:pt x="754761" y="310131"/>
                </a:lnTo>
                <a:lnTo>
                  <a:pt x="749298" y="313764"/>
                </a:lnTo>
                <a:lnTo>
                  <a:pt x="744422" y="317049"/>
                </a:lnTo>
                <a:lnTo>
                  <a:pt x="738191" y="316243"/>
                </a:lnTo>
                <a:close/>
              </a:path>
              <a:path w="5142230" h="2300604">
                <a:moveTo>
                  <a:pt x="1503193" y="792265"/>
                </a:moveTo>
                <a:lnTo>
                  <a:pt x="1499048" y="787828"/>
                </a:lnTo>
                <a:lnTo>
                  <a:pt x="1497871" y="783440"/>
                </a:lnTo>
                <a:lnTo>
                  <a:pt x="1501064" y="772978"/>
                </a:lnTo>
                <a:lnTo>
                  <a:pt x="1507651" y="769473"/>
                </a:lnTo>
                <a:lnTo>
                  <a:pt x="1520168" y="773293"/>
                </a:lnTo>
                <a:lnTo>
                  <a:pt x="1523674" y="779880"/>
                </a:lnTo>
                <a:lnTo>
                  <a:pt x="1519848" y="792402"/>
                </a:lnTo>
                <a:lnTo>
                  <a:pt x="1513261" y="795908"/>
                </a:lnTo>
                <a:lnTo>
                  <a:pt x="1507005" y="794000"/>
                </a:lnTo>
                <a:lnTo>
                  <a:pt x="1504995" y="793412"/>
                </a:lnTo>
                <a:lnTo>
                  <a:pt x="1503193" y="792265"/>
                </a:lnTo>
                <a:close/>
              </a:path>
              <a:path w="5142230" h="2300604">
                <a:moveTo>
                  <a:pt x="1435375" y="770790"/>
                </a:moveTo>
                <a:lnTo>
                  <a:pt x="1431230" y="766352"/>
                </a:lnTo>
                <a:lnTo>
                  <a:pt x="1430061" y="761875"/>
                </a:lnTo>
                <a:lnTo>
                  <a:pt x="1431480" y="757627"/>
                </a:lnTo>
                <a:lnTo>
                  <a:pt x="1433484" y="751464"/>
                </a:lnTo>
                <a:lnTo>
                  <a:pt x="1440162" y="748056"/>
                </a:lnTo>
                <a:lnTo>
                  <a:pt x="1446371" y="750108"/>
                </a:lnTo>
                <a:lnTo>
                  <a:pt x="1452624" y="752110"/>
                </a:lnTo>
                <a:lnTo>
                  <a:pt x="1456037" y="758793"/>
                </a:lnTo>
                <a:lnTo>
                  <a:pt x="1451927" y="771207"/>
                </a:lnTo>
                <a:lnTo>
                  <a:pt x="1445254" y="774619"/>
                </a:lnTo>
                <a:lnTo>
                  <a:pt x="1437083" y="771934"/>
                </a:lnTo>
                <a:lnTo>
                  <a:pt x="1435375" y="770790"/>
                </a:lnTo>
                <a:close/>
              </a:path>
              <a:path w="5142230" h="2300604">
                <a:moveTo>
                  <a:pt x="2525213" y="1089680"/>
                </a:moveTo>
                <a:lnTo>
                  <a:pt x="2521023" y="1085194"/>
                </a:lnTo>
                <a:lnTo>
                  <a:pt x="2519912" y="1080388"/>
                </a:lnTo>
                <a:lnTo>
                  <a:pt x="2521710" y="1075960"/>
                </a:lnTo>
                <a:lnTo>
                  <a:pt x="2524088" y="1069904"/>
                </a:lnTo>
                <a:lnTo>
                  <a:pt x="2530987" y="1066928"/>
                </a:lnTo>
                <a:lnTo>
                  <a:pt x="2543101" y="1071783"/>
                </a:lnTo>
                <a:lnTo>
                  <a:pt x="2546072" y="1078677"/>
                </a:lnTo>
                <a:lnTo>
                  <a:pt x="2543694" y="1084734"/>
                </a:lnTo>
                <a:lnTo>
                  <a:pt x="2541222" y="1090787"/>
                </a:lnTo>
                <a:lnTo>
                  <a:pt x="2534323" y="1093762"/>
                </a:lnTo>
                <a:lnTo>
                  <a:pt x="2528320" y="1091344"/>
                </a:lnTo>
                <a:lnTo>
                  <a:pt x="2526596" y="1090671"/>
                </a:lnTo>
                <a:lnTo>
                  <a:pt x="2525213" y="1089680"/>
                </a:lnTo>
                <a:close/>
              </a:path>
              <a:path w="5142230" h="2300604">
                <a:moveTo>
                  <a:pt x="2977733" y="1422389"/>
                </a:moveTo>
                <a:lnTo>
                  <a:pt x="2972804" y="1417113"/>
                </a:lnTo>
                <a:lnTo>
                  <a:pt x="2972404" y="1416391"/>
                </a:lnTo>
                <a:lnTo>
                  <a:pt x="2969055" y="1410753"/>
                </a:lnTo>
                <a:lnTo>
                  <a:pt x="2970860" y="1403497"/>
                </a:lnTo>
                <a:lnTo>
                  <a:pt x="2976497" y="1400149"/>
                </a:lnTo>
                <a:lnTo>
                  <a:pt x="2982089" y="1396751"/>
                </a:lnTo>
                <a:lnTo>
                  <a:pt x="2989341" y="1398551"/>
                </a:lnTo>
                <a:lnTo>
                  <a:pt x="2992690" y="1404188"/>
                </a:lnTo>
                <a:lnTo>
                  <a:pt x="2996092" y="1409785"/>
                </a:lnTo>
                <a:lnTo>
                  <a:pt x="2994234" y="1417082"/>
                </a:lnTo>
                <a:lnTo>
                  <a:pt x="2983779" y="1423387"/>
                </a:lnTo>
                <a:lnTo>
                  <a:pt x="2977733" y="1422389"/>
                </a:lnTo>
                <a:close/>
              </a:path>
              <a:path w="5142230" h="2300604">
                <a:moveTo>
                  <a:pt x="3032434" y="1902427"/>
                </a:moveTo>
                <a:lnTo>
                  <a:pt x="3028289" y="1897990"/>
                </a:lnTo>
                <a:lnTo>
                  <a:pt x="3027048" y="1894218"/>
                </a:lnTo>
                <a:lnTo>
                  <a:pt x="3027790" y="1890321"/>
                </a:lnTo>
                <a:lnTo>
                  <a:pt x="3029050" y="1883948"/>
                </a:lnTo>
                <a:lnTo>
                  <a:pt x="3035237" y="1879721"/>
                </a:lnTo>
                <a:lnTo>
                  <a:pt x="3048090" y="1882141"/>
                </a:lnTo>
                <a:lnTo>
                  <a:pt x="3052264" y="1888368"/>
                </a:lnTo>
                <a:lnTo>
                  <a:pt x="3049843" y="1901221"/>
                </a:lnTo>
                <a:lnTo>
                  <a:pt x="3043616" y="1905405"/>
                </a:lnTo>
                <a:lnTo>
                  <a:pt x="3037238" y="1904149"/>
                </a:lnTo>
                <a:lnTo>
                  <a:pt x="3034651" y="1903726"/>
                </a:lnTo>
                <a:lnTo>
                  <a:pt x="3032434" y="1902427"/>
                </a:lnTo>
                <a:close/>
              </a:path>
              <a:path w="5142230" h="2300604">
                <a:moveTo>
                  <a:pt x="3031908" y="1551736"/>
                </a:moveTo>
                <a:lnTo>
                  <a:pt x="3027762" y="1547299"/>
                </a:lnTo>
                <a:lnTo>
                  <a:pt x="3026783" y="1545566"/>
                </a:lnTo>
                <a:lnTo>
                  <a:pt x="3026231" y="1543607"/>
                </a:lnTo>
                <a:lnTo>
                  <a:pt x="3024561" y="1537323"/>
                </a:lnTo>
                <a:lnTo>
                  <a:pt x="3028370" y="1530844"/>
                </a:lnTo>
                <a:lnTo>
                  <a:pt x="3040947" y="1527495"/>
                </a:lnTo>
                <a:lnTo>
                  <a:pt x="3047476" y="1531258"/>
                </a:lnTo>
                <a:lnTo>
                  <a:pt x="3049101" y="1537592"/>
                </a:lnTo>
                <a:lnTo>
                  <a:pt x="3050771" y="1543876"/>
                </a:lnTo>
                <a:lnTo>
                  <a:pt x="3047057" y="1550359"/>
                </a:lnTo>
                <a:lnTo>
                  <a:pt x="3036339" y="1553157"/>
                </a:lnTo>
                <a:lnTo>
                  <a:pt x="3031908" y="1551736"/>
                </a:lnTo>
                <a:close/>
              </a:path>
              <a:path w="5142230" h="2300604">
                <a:moveTo>
                  <a:pt x="2458842" y="1064572"/>
                </a:moveTo>
                <a:lnTo>
                  <a:pt x="2454651" y="1060086"/>
                </a:lnTo>
                <a:lnTo>
                  <a:pt x="2453533" y="1055468"/>
                </a:lnTo>
                <a:lnTo>
                  <a:pt x="2455145" y="1051133"/>
                </a:lnTo>
                <a:lnTo>
                  <a:pt x="2457337" y="1044976"/>
                </a:lnTo>
                <a:lnTo>
                  <a:pt x="2464144" y="1041803"/>
                </a:lnTo>
                <a:lnTo>
                  <a:pt x="2470301" y="1043996"/>
                </a:lnTo>
                <a:lnTo>
                  <a:pt x="2476414" y="1046239"/>
                </a:lnTo>
                <a:lnTo>
                  <a:pt x="2479581" y="1053050"/>
                </a:lnTo>
                <a:lnTo>
                  <a:pt x="2477339" y="1059154"/>
                </a:lnTo>
                <a:lnTo>
                  <a:pt x="2475151" y="1065316"/>
                </a:lnTo>
                <a:lnTo>
                  <a:pt x="2468339" y="1068483"/>
                </a:lnTo>
                <a:lnTo>
                  <a:pt x="2462231" y="1066245"/>
                </a:lnTo>
                <a:lnTo>
                  <a:pt x="2460364" y="1065615"/>
                </a:lnTo>
                <a:lnTo>
                  <a:pt x="2458842" y="1064572"/>
                </a:lnTo>
                <a:close/>
              </a:path>
              <a:path w="5142230" h="2300604">
                <a:moveTo>
                  <a:pt x="2324266" y="1019627"/>
                </a:moveTo>
                <a:lnTo>
                  <a:pt x="2320116" y="1015185"/>
                </a:lnTo>
                <a:lnTo>
                  <a:pt x="2318948" y="1010806"/>
                </a:lnTo>
                <a:lnTo>
                  <a:pt x="2322231" y="1000343"/>
                </a:lnTo>
                <a:lnTo>
                  <a:pt x="2328819" y="996838"/>
                </a:lnTo>
                <a:lnTo>
                  <a:pt x="2341337" y="1000757"/>
                </a:lnTo>
                <a:lnTo>
                  <a:pt x="2344789" y="1007385"/>
                </a:lnTo>
                <a:lnTo>
                  <a:pt x="2342836" y="1013602"/>
                </a:lnTo>
                <a:lnTo>
                  <a:pt x="2340923" y="1019863"/>
                </a:lnTo>
                <a:lnTo>
                  <a:pt x="2334290" y="1023320"/>
                </a:lnTo>
                <a:lnTo>
                  <a:pt x="2325969" y="1020766"/>
                </a:lnTo>
                <a:lnTo>
                  <a:pt x="2324266" y="1019627"/>
                </a:lnTo>
                <a:close/>
              </a:path>
              <a:path w="5142230" h="2300604">
                <a:moveTo>
                  <a:pt x="1639756" y="831518"/>
                </a:moveTo>
                <a:lnTo>
                  <a:pt x="1635611" y="827081"/>
                </a:lnTo>
                <a:lnTo>
                  <a:pt x="1634432" y="822886"/>
                </a:lnTo>
                <a:lnTo>
                  <a:pt x="1635557" y="818813"/>
                </a:lnTo>
                <a:lnTo>
                  <a:pt x="1637236" y="812497"/>
                </a:lnTo>
                <a:lnTo>
                  <a:pt x="1643788" y="808759"/>
                </a:lnTo>
                <a:lnTo>
                  <a:pt x="1650056" y="810483"/>
                </a:lnTo>
                <a:lnTo>
                  <a:pt x="1656372" y="812161"/>
                </a:lnTo>
                <a:lnTo>
                  <a:pt x="1660110" y="818704"/>
                </a:lnTo>
                <a:lnTo>
                  <a:pt x="1656663" y="831338"/>
                </a:lnTo>
                <a:lnTo>
                  <a:pt x="1650518" y="834827"/>
                </a:lnTo>
                <a:lnTo>
                  <a:pt x="1650160" y="835031"/>
                </a:lnTo>
                <a:lnTo>
                  <a:pt x="1641649" y="832763"/>
                </a:lnTo>
                <a:lnTo>
                  <a:pt x="1639756" y="831518"/>
                </a:lnTo>
                <a:close/>
              </a:path>
              <a:path w="5142230" h="2300604">
                <a:moveTo>
                  <a:pt x="1107235" y="634468"/>
                </a:moveTo>
                <a:lnTo>
                  <a:pt x="1102999" y="629933"/>
                </a:lnTo>
                <a:lnTo>
                  <a:pt x="1102099" y="624473"/>
                </a:lnTo>
                <a:lnTo>
                  <a:pt x="1104568" y="619883"/>
                </a:lnTo>
                <a:lnTo>
                  <a:pt x="1107645" y="614087"/>
                </a:lnTo>
                <a:lnTo>
                  <a:pt x="1114848" y="611924"/>
                </a:lnTo>
                <a:lnTo>
                  <a:pt x="1120591" y="615042"/>
                </a:lnTo>
                <a:lnTo>
                  <a:pt x="1126346" y="618075"/>
                </a:lnTo>
                <a:lnTo>
                  <a:pt x="1128509" y="625278"/>
                </a:lnTo>
                <a:lnTo>
                  <a:pt x="1125476" y="631024"/>
                </a:lnTo>
                <a:lnTo>
                  <a:pt x="1122358" y="636776"/>
                </a:lnTo>
                <a:lnTo>
                  <a:pt x="1115201" y="638988"/>
                </a:lnTo>
                <a:lnTo>
                  <a:pt x="1109453" y="635865"/>
                </a:lnTo>
                <a:lnTo>
                  <a:pt x="1108247" y="635257"/>
                </a:lnTo>
                <a:lnTo>
                  <a:pt x="1107235" y="634468"/>
                </a:lnTo>
                <a:close/>
              </a:path>
              <a:path w="5142230" h="2300604">
                <a:moveTo>
                  <a:pt x="2391786" y="1041370"/>
                </a:moveTo>
                <a:lnTo>
                  <a:pt x="2387646" y="1036938"/>
                </a:lnTo>
                <a:lnTo>
                  <a:pt x="2386525" y="1032415"/>
                </a:lnTo>
                <a:lnTo>
                  <a:pt x="2387899" y="1028119"/>
                </a:lnTo>
                <a:lnTo>
                  <a:pt x="2389948" y="1022102"/>
                </a:lnTo>
                <a:lnTo>
                  <a:pt x="2389997" y="1021958"/>
                </a:lnTo>
                <a:lnTo>
                  <a:pt x="2396670" y="1018546"/>
                </a:lnTo>
                <a:lnTo>
                  <a:pt x="2409090" y="1022750"/>
                </a:lnTo>
                <a:lnTo>
                  <a:pt x="2412452" y="1029379"/>
                </a:lnTo>
                <a:lnTo>
                  <a:pt x="2408390" y="1041648"/>
                </a:lnTo>
                <a:lnTo>
                  <a:pt x="2408343" y="1041792"/>
                </a:lnTo>
                <a:lnTo>
                  <a:pt x="2401623" y="1045156"/>
                </a:lnTo>
                <a:lnTo>
                  <a:pt x="2393449" y="1042466"/>
                </a:lnTo>
                <a:lnTo>
                  <a:pt x="2391786" y="1041370"/>
                </a:lnTo>
                <a:close/>
              </a:path>
              <a:path w="5142230" h="2300604">
                <a:moveTo>
                  <a:pt x="1301371" y="722937"/>
                </a:moveTo>
                <a:lnTo>
                  <a:pt x="1297226" y="718500"/>
                </a:lnTo>
                <a:lnTo>
                  <a:pt x="1296115" y="713694"/>
                </a:lnTo>
                <a:lnTo>
                  <a:pt x="1300201" y="703211"/>
                </a:lnTo>
                <a:lnTo>
                  <a:pt x="1307055" y="700187"/>
                </a:lnTo>
                <a:lnTo>
                  <a:pt x="1319213" y="704991"/>
                </a:lnTo>
                <a:lnTo>
                  <a:pt x="1322233" y="711840"/>
                </a:lnTo>
                <a:lnTo>
                  <a:pt x="1319860" y="717901"/>
                </a:lnTo>
                <a:lnTo>
                  <a:pt x="1317527" y="724006"/>
                </a:lnTo>
                <a:lnTo>
                  <a:pt x="1310628" y="726982"/>
                </a:lnTo>
                <a:lnTo>
                  <a:pt x="1302799" y="723977"/>
                </a:lnTo>
                <a:lnTo>
                  <a:pt x="1301371" y="722937"/>
                </a:lnTo>
                <a:close/>
              </a:path>
              <a:path w="5142230" h="2300604">
                <a:moveTo>
                  <a:pt x="1045408" y="599269"/>
                </a:moveTo>
                <a:lnTo>
                  <a:pt x="1041126" y="594686"/>
                </a:lnTo>
                <a:lnTo>
                  <a:pt x="1040330" y="588946"/>
                </a:lnTo>
                <a:lnTo>
                  <a:pt x="1046534" y="578677"/>
                </a:lnTo>
                <a:lnTo>
                  <a:pt x="1053818" y="576895"/>
                </a:lnTo>
                <a:lnTo>
                  <a:pt x="1059367" y="580294"/>
                </a:lnTo>
                <a:lnTo>
                  <a:pt x="1064965" y="583647"/>
                </a:lnTo>
                <a:lnTo>
                  <a:pt x="1066807" y="590799"/>
                </a:lnTo>
                <a:lnTo>
                  <a:pt x="1060040" y="602128"/>
                </a:lnTo>
                <a:lnTo>
                  <a:pt x="1052757" y="603910"/>
                </a:lnTo>
                <a:lnTo>
                  <a:pt x="1047158" y="600556"/>
                </a:lnTo>
                <a:lnTo>
                  <a:pt x="1046235" y="599958"/>
                </a:lnTo>
                <a:lnTo>
                  <a:pt x="1045408" y="599269"/>
                </a:lnTo>
                <a:close/>
              </a:path>
              <a:path w="5142230" h="2300604">
                <a:moveTo>
                  <a:pt x="827245" y="427506"/>
                </a:moveTo>
                <a:lnTo>
                  <a:pt x="818317" y="417949"/>
                </a:lnTo>
                <a:lnTo>
                  <a:pt x="818522" y="410545"/>
                </a:lnTo>
                <a:lnTo>
                  <a:pt x="828033" y="401568"/>
                </a:lnTo>
                <a:lnTo>
                  <a:pt x="835622" y="401774"/>
                </a:lnTo>
                <a:lnTo>
                  <a:pt x="844464" y="411239"/>
                </a:lnTo>
                <a:lnTo>
                  <a:pt x="844251" y="418733"/>
                </a:lnTo>
                <a:lnTo>
                  <a:pt x="834744" y="427714"/>
                </a:lnTo>
                <a:lnTo>
                  <a:pt x="827245" y="427506"/>
                </a:lnTo>
                <a:close/>
              </a:path>
              <a:path w="5142230" h="2300604">
                <a:moveTo>
                  <a:pt x="3009386" y="1485108"/>
                </a:moveTo>
                <a:lnTo>
                  <a:pt x="3005154" y="1480578"/>
                </a:lnTo>
                <a:lnTo>
                  <a:pt x="3004438" y="1479420"/>
                </a:lnTo>
                <a:lnTo>
                  <a:pt x="3003864" y="1478121"/>
                </a:lnTo>
                <a:lnTo>
                  <a:pt x="3001331" y="1472087"/>
                </a:lnTo>
                <a:lnTo>
                  <a:pt x="3004123" y="1465105"/>
                </a:lnTo>
                <a:lnTo>
                  <a:pt x="3016143" y="1460085"/>
                </a:lnTo>
                <a:lnTo>
                  <a:pt x="3023125" y="1462867"/>
                </a:lnTo>
                <a:lnTo>
                  <a:pt x="3028195" y="1474942"/>
                </a:lnTo>
                <a:lnTo>
                  <a:pt x="3025363" y="1481879"/>
                </a:lnTo>
                <a:lnTo>
                  <a:pt x="3019377" y="1484367"/>
                </a:lnTo>
                <a:lnTo>
                  <a:pt x="3014677" y="1486374"/>
                </a:lnTo>
                <a:lnTo>
                  <a:pt x="3009386" y="1485108"/>
                </a:lnTo>
                <a:close/>
              </a:path>
              <a:path w="5142230" h="2300604">
                <a:moveTo>
                  <a:pt x="780306" y="373643"/>
                </a:moveTo>
                <a:lnTo>
                  <a:pt x="775528" y="368528"/>
                </a:lnTo>
                <a:lnTo>
                  <a:pt x="771495" y="363429"/>
                </a:lnTo>
                <a:lnTo>
                  <a:pt x="772274" y="355954"/>
                </a:lnTo>
                <a:lnTo>
                  <a:pt x="777368" y="351926"/>
                </a:lnTo>
                <a:lnTo>
                  <a:pt x="782465" y="347803"/>
                </a:lnTo>
                <a:lnTo>
                  <a:pt x="789896" y="348623"/>
                </a:lnTo>
                <a:lnTo>
                  <a:pt x="794019" y="353720"/>
                </a:lnTo>
                <a:lnTo>
                  <a:pt x="798047" y="358814"/>
                </a:lnTo>
                <a:lnTo>
                  <a:pt x="797273" y="366294"/>
                </a:lnTo>
                <a:lnTo>
                  <a:pt x="792130" y="370368"/>
                </a:lnTo>
                <a:lnTo>
                  <a:pt x="788477" y="373299"/>
                </a:lnTo>
                <a:lnTo>
                  <a:pt x="787277" y="374263"/>
                </a:lnTo>
                <a:lnTo>
                  <a:pt x="780306" y="373643"/>
                </a:lnTo>
                <a:close/>
              </a:path>
              <a:path w="5142230" h="2300604">
                <a:moveTo>
                  <a:pt x="928466" y="518951"/>
                </a:moveTo>
                <a:lnTo>
                  <a:pt x="923728" y="513880"/>
                </a:lnTo>
                <a:lnTo>
                  <a:pt x="923335" y="507398"/>
                </a:lnTo>
                <a:lnTo>
                  <a:pt x="926989" y="502707"/>
                </a:lnTo>
                <a:lnTo>
                  <a:pt x="931035" y="497558"/>
                </a:lnTo>
                <a:lnTo>
                  <a:pt x="938430" y="496676"/>
                </a:lnTo>
                <a:lnTo>
                  <a:pt x="948729" y="504769"/>
                </a:lnTo>
                <a:lnTo>
                  <a:pt x="949652" y="512208"/>
                </a:lnTo>
                <a:lnTo>
                  <a:pt x="945610" y="517362"/>
                </a:lnTo>
                <a:lnTo>
                  <a:pt x="941513" y="522459"/>
                </a:lnTo>
                <a:lnTo>
                  <a:pt x="934123" y="523345"/>
                </a:lnTo>
                <a:lnTo>
                  <a:pt x="928973" y="519298"/>
                </a:lnTo>
                <a:lnTo>
                  <a:pt x="928466" y="518951"/>
                </a:lnTo>
                <a:close/>
              </a:path>
              <a:path w="5142230" h="2300604">
                <a:moveTo>
                  <a:pt x="2256374" y="998951"/>
                </a:moveTo>
                <a:lnTo>
                  <a:pt x="2252229" y="994514"/>
                </a:lnTo>
                <a:lnTo>
                  <a:pt x="2251003" y="990171"/>
                </a:lnTo>
                <a:lnTo>
                  <a:pt x="2254148" y="979755"/>
                </a:lnTo>
                <a:lnTo>
                  <a:pt x="2260738" y="976156"/>
                </a:lnTo>
                <a:lnTo>
                  <a:pt x="2266995" y="978064"/>
                </a:lnTo>
                <a:lnTo>
                  <a:pt x="2273263" y="979887"/>
                </a:lnTo>
                <a:lnTo>
                  <a:pt x="2276814" y="986523"/>
                </a:lnTo>
                <a:lnTo>
                  <a:pt x="2274946" y="992733"/>
                </a:lnTo>
                <a:lnTo>
                  <a:pt x="2273079" y="999043"/>
                </a:lnTo>
                <a:lnTo>
                  <a:pt x="2266496" y="1002553"/>
                </a:lnTo>
                <a:lnTo>
                  <a:pt x="2260232" y="1000735"/>
                </a:lnTo>
                <a:lnTo>
                  <a:pt x="2258176" y="1000098"/>
                </a:lnTo>
                <a:lnTo>
                  <a:pt x="2256374" y="998951"/>
                </a:lnTo>
                <a:close/>
              </a:path>
              <a:path w="5142230" h="2300604">
                <a:moveTo>
                  <a:pt x="986084" y="561276"/>
                </a:moveTo>
                <a:lnTo>
                  <a:pt x="981151" y="555995"/>
                </a:lnTo>
                <a:lnTo>
                  <a:pt x="980567" y="549994"/>
                </a:lnTo>
                <a:lnTo>
                  <a:pt x="983794" y="545336"/>
                </a:lnTo>
                <a:lnTo>
                  <a:pt x="987473" y="539890"/>
                </a:lnTo>
                <a:lnTo>
                  <a:pt x="994835" y="538583"/>
                </a:lnTo>
                <a:lnTo>
                  <a:pt x="1000231" y="542208"/>
                </a:lnTo>
                <a:lnTo>
                  <a:pt x="1005632" y="545937"/>
                </a:lnTo>
                <a:lnTo>
                  <a:pt x="1006985" y="553348"/>
                </a:lnTo>
                <a:lnTo>
                  <a:pt x="999580" y="564091"/>
                </a:lnTo>
                <a:lnTo>
                  <a:pt x="992268" y="565452"/>
                </a:lnTo>
                <a:lnTo>
                  <a:pt x="986084" y="561276"/>
                </a:lnTo>
                <a:close/>
              </a:path>
              <a:path w="5142230" h="2300604">
                <a:moveTo>
                  <a:pt x="874129" y="473003"/>
                </a:moveTo>
                <a:lnTo>
                  <a:pt x="869254" y="467784"/>
                </a:lnTo>
                <a:lnTo>
                  <a:pt x="869117" y="460893"/>
                </a:lnTo>
                <a:lnTo>
                  <a:pt x="873332" y="456315"/>
                </a:lnTo>
                <a:lnTo>
                  <a:pt x="877698" y="451507"/>
                </a:lnTo>
                <a:lnTo>
                  <a:pt x="885166" y="451095"/>
                </a:lnTo>
                <a:lnTo>
                  <a:pt x="894833" y="459880"/>
                </a:lnTo>
                <a:lnTo>
                  <a:pt x="895186" y="467393"/>
                </a:lnTo>
                <a:lnTo>
                  <a:pt x="886411" y="477060"/>
                </a:lnTo>
                <a:lnTo>
                  <a:pt x="878983" y="477417"/>
                </a:lnTo>
                <a:lnTo>
                  <a:pt x="874129" y="473003"/>
                </a:lnTo>
                <a:close/>
              </a:path>
              <a:path w="5142230" h="2300604">
                <a:moveTo>
                  <a:pt x="1368081" y="747821"/>
                </a:moveTo>
                <a:lnTo>
                  <a:pt x="1363890" y="743335"/>
                </a:lnTo>
                <a:lnTo>
                  <a:pt x="1362773" y="738718"/>
                </a:lnTo>
                <a:lnTo>
                  <a:pt x="1364335" y="734428"/>
                </a:lnTo>
                <a:lnTo>
                  <a:pt x="1366528" y="728271"/>
                </a:lnTo>
                <a:lnTo>
                  <a:pt x="1373294" y="725055"/>
                </a:lnTo>
                <a:lnTo>
                  <a:pt x="1385608" y="729439"/>
                </a:lnTo>
                <a:lnTo>
                  <a:pt x="1388778" y="736157"/>
                </a:lnTo>
                <a:lnTo>
                  <a:pt x="1386631" y="742363"/>
                </a:lnTo>
                <a:lnTo>
                  <a:pt x="1384439" y="748520"/>
                </a:lnTo>
                <a:lnTo>
                  <a:pt x="1377668" y="751731"/>
                </a:lnTo>
                <a:lnTo>
                  <a:pt x="1371516" y="749543"/>
                </a:lnTo>
                <a:lnTo>
                  <a:pt x="1369698" y="748868"/>
                </a:lnTo>
                <a:lnTo>
                  <a:pt x="1368081" y="747821"/>
                </a:lnTo>
                <a:close/>
              </a:path>
              <a:path w="5142230" h="2300604">
                <a:moveTo>
                  <a:pt x="2051913" y="939211"/>
                </a:moveTo>
                <a:lnTo>
                  <a:pt x="2047768" y="934774"/>
                </a:lnTo>
                <a:lnTo>
                  <a:pt x="2046584" y="930575"/>
                </a:lnTo>
                <a:lnTo>
                  <a:pt x="2049446" y="920149"/>
                </a:lnTo>
                <a:lnTo>
                  <a:pt x="2055945" y="916452"/>
                </a:lnTo>
                <a:lnTo>
                  <a:pt x="2068571" y="919997"/>
                </a:lnTo>
                <a:lnTo>
                  <a:pt x="2072268" y="926497"/>
                </a:lnTo>
                <a:lnTo>
                  <a:pt x="2068771" y="939077"/>
                </a:lnTo>
                <a:lnTo>
                  <a:pt x="2062267" y="942769"/>
                </a:lnTo>
                <a:lnTo>
                  <a:pt x="2055959" y="941001"/>
                </a:lnTo>
                <a:lnTo>
                  <a:pt x="2053760" y="940407"/>
                </a:lnTo>
                <a:lnTo>
                  <a:pt x="2051913" y="939211"/>
                </a:lnTo>
                <a:close/>
              </a:path>
              <a:path w="5142230" h="2300604">
                <a:moveTo>
                  <a:pt x="3045460" y="1620982"/>
                </a:moveTo>
                <a:lnTo>
                  <a:pt x="3041315" y="1616545"/>
                </a:lnTo>
                <a:lnTo>
                  <a:pt x="3040207" y="1614284"/>
                </a:lnTo>
                <a:lnTo>
                  <a:pt x="3039824" y="1611820"/>
                </a:lnTo>
                <a:lnTo>
                  <a:pt x="3038910" y="1605369"/>
                </a:lnTo>
                <a:lnTo>
                  <a:pt x="3043412" y="1599338"/>
                </a:lnTo>
                <a:lnTo>
                  <a:pt x="3049909" y="1598473"/>
                </a:lnTo>
                <a:lnTo>
                  <a:pt x="3056409" y="1597514"/>
                </a:lnTo>
                <a:lnTo>
                  <a:pt x="3062341" y="1602007"/>
                </a:lnTo>
                <a:lnTo>
                  <a:pt x="3064218" y="1614964"/>
                </a:lnTo>
                <a:lnTo>
                  <a:pt x="3059671" y="1620947"/>
                </a:lnTo>
                <a:lnTo>
                  <a:pt x="3053215" y="1621855"/>
                </a:lnTo>
                <a:lnTo>
                  <a:pt x="3049233" y="1622480"/>
                </a:lnTo>
                <a:lnTo>
                  <a:pt x="3045460" y="1620982"/>
                </a:lnTo>
                <a:close/>
              </a:path>
              <a:path w="5142230" h="2300604">
                <a:moveTo>
                  <a:pt x="2913101" y="2300034"/>
                </a:moveTo>
                <a:lnTo>
                  <a:pt x="2915179" y="2293010"/>
                </a:lnTo>
                <a:lnTo>
                  <a:pt x="2921766" y="2289504"/>
                </a:lnTo>
                <a:lnTo>
                  <a:pt x="2934299" y="2293146"/>
                </a:lnTo>
                <a:lnTo>
                  <a:pt x="2937850" y="2299782"/>
                </a:lnTo>
                <a:lnTo>
                  <a:pt x="2937776" y="2300034"/>
                </a:lnTo>
                <a:lnTo>
                  <a:pt x="2913101" y="2300034"/>
                </a:lnTo>
                <a:close/>
              </a:path>
              <a:path w="5142230" h="2300604">
                <a:moveTo>
                  <a:pt x="2833945" y="1260843"/>
                </a:moveTo>
                <a:lnTo>
                  <a:pt x="2829208" y="1255772"/>
                </a:lnTo>
                <a:lnTo>
                  <a:pt x="2828912" y="1249200"/>
                </a:lnTo>
                <a:lnTo>
                  <a:pt x="2832660" y="1244512"/>
                </a:lnTo>
                <a:lnTo>
                  <a:pt x="2836797" y="1239460"/>
                </a:lnTo>
                <a:lnTo>
                  <a:pt x="2844189" y="1238673"/>
                </a:lnTo>
                <a:lnTo>
                  <a:pt x="2854388" y="1246951"/>
                </a:lnTo>
                <a:lnTo>
                  <a:pt x="2855126" y="1254388"/>
                </a:lnTo>
                <a:lnTo>
                  <a:pt x="2851029" y="1259484"/>
                </a:lnTo>
                <a:lnTo>
                  <a:pt x="2846892" y="1264537"/>
                </a:lnTo>
                <a:lnTo>
                  <a:pt x="2839455" y="1265275"/>
                </a:lnTo>
                <a:lnTo>
                  <a:pt x="2834407" y="1261142"/>
                </a:lnTo>
                <a:lnTo>
                  <a:pt x="2833945" y="1260843"/>
                </a:lnTo>
                <a:close/>
              </a:path>
              <a:path w="5142230" h="2300604">
                <a:moveTo>
                  <a:pt x="2938035" y="2244265"/>
                </a:moveTo>
                <a:lnTo>
                  <a:pt x="2933890" y="2239827"/>
                </a:lnTo>
                <a:lnTo>
                  <a:pt x="2932722" y="2235449"/>
                </a:lnTo>
                <a:lnTo>
                  <a:pt x="2933994" y="2231239"/>
                </a:lnTo>
                <a:lnTo>
                  <a:pt x="2935956" y="2225032"/>
                </a:lnTo>
                <a:lnTo>
                  <a:pt x="2942543" y="2221526"/>
                </a:lnTo>
                <a:lnTo>
                  <a:pt x="2955061" y="2225347"/>
                </a:lnTo>
                <a:lnTo>
                  <a:pt x="2958517" y="2231979"/>
                </a:lnTo>
                <a:lnTo>
                  <a:pt x="2954697" y="2244506"/>
                </a:lnTo>
                <a:lnTo>
                  <a:pt x="2948064" y="2247963"/>
                </a:lnTo>
                <a:lnTo>
                  <a:pt x="2939748" y="2245413"/>
                </a:lnTo>
                <a:lnTo>
                  <a:pt x="2938035" y="2244265"/>
                </a:lnTo>
                <a:close/>
              </a:path>
              <a:path w="5142230" h="2300604">
                <a:moveTo>
                  <a:pt x="3051370" y="1691332"/>
                </a:moveTo>
                <a:lnTo>
                  <a:pt x="3047225" y="1686895"/>
                </a:lnTo>
                <a:lnTo>
                  <a:pt x="3046043" y="1684164"/>
                </a:lnTo>
                <a:lnTo>
                  <a:pt x="3045954" y="1681234"/>
                </a:lnTo>
                <a:lnTo>
                  <a:pt x="3045708" y="1674715"/>
                </a:lnTo>
                <a:lnTo>
                  <a:pt x="3050805" y="1669223"/>
                </a:lnTo>
                <a:lnTo>
                  <a:pt x="3063847" y="1668718"/>
                </a:lnTo>
                <a:lnTo>
                  <a:pt x="3069339" y="1673815"/>
                </a:lnTo>
                <a:lnTo>
                  <a:pt x="3069844" y="1686867"/>
                </a:lnTo>
                <a:lnTo>
                  <a:pt x="3064747" y="1692359"/>
                </a:lnTo>
                <a:lnTo>
                  <a:pt x="3058219" y="1692604"/>
                </a:lnTo>
                <a:lnTo>
                  <a:pt x="3054630" y="1692770"/>
                </a:lnTo>
                <a:lnTo>
                  <a:pt x="3051370" y="1691332"/>
                </a:lnTo>
                <a:close/>
              </a:path>
              <a:path w="5142230" h="2300604">
                <a:moveTo>
                  <a:pt x="1777085" y="867681"/>
                </a:moveTo>
                <a:lnTo>
                  <a:pt x="1772940" y="863244"/>
                </a:lnTo>
                <a:lnTo>
                  <a:pt x="1771712" y="859095"/>
                </a:lnTo>
                <a:lnTo>
                  <a:pt x="1772695" y="855064"/>
                </a:lnTo>
                <a:lnTo>
                  <a:pt x="1774373" y="848748"/>
                </a:lnTo>
                <a:lnTo>
                  <a:pt x="1780835" y="844912"/>
                </a:lnTo>
                <a:lnTo>
                  <a:pt x="1793470" y="848175"/>
                </a:lnTo>
                <a:lnTo>
                  <a:pt x="1797260" y="854578"/>
                </a:lnTo>
                <a:lnTo>
                  <a:pt x="1794043" y="867263"/>
                </a:lnTo>
                <a:lnTo>
                  <a:pt x="1787650" y="871073"/>
                </a:lnTo>
                <a:lnTo>
                  <a:pt x="1781226" y="869475"/>
                </a:lnTo>
                <a:lnTo>
                  <a:pt x="1779027" y="868881"/>
                </a:lnTo>
                <a:lnTo>
                  <a:pt x="1777085" y="867681"/>
                </a:lnTo>
                <a:close/>
              </a:path>
              <a:path w="5142230" h="2300604">
                <a:moveTo>
                  <a:pt x="2959089" y="2176485"/>
                </a:moveTo>
                <a:lnTo>
                  <a:pt x="2954944" y="2172048"/>
                </a:lnTo>
                <a:lnTo>
                  <a:pt x="2953771" y="2167664"/>
                </a:lnTo>
                <a:lnTo>
                  <a:pt x="2955048" y="2163459"/>
                </a:lnTo>
                <a:lnTo>
                  <a:pt x="2957001" y="2157242"/>
                </a:lnTo>
                <a:lnTo>
                  <a:pt x="2963637" y="2153691"/>
                </a:lnTo>
                <a:lnTo>
                  <a:pt x="2969854" y="2155654"/>
                </a:lnTo>
                <a:lnTo>
                  <a:pt x="2976115" y="2157567"/>
                </a:lnTo>
                <a:lnTo>
                  <a:pt x="2979617" y="2164248"/>
                </a:lnTo>
                <a:lnTo>
                  <a:pt x="2977659" y="2170460"/>
                </a:lnTo>
                <a:lnTo>
                  <a:pt x="2975742" y="2176716"/>
                </a:lnTo>
                <a:lnTo>
                  <a:pt x="2969109" y="2180173"/>
                </a:lnTo>
                <a:lnTo>
                  <a:pt x="2960797" y="2177629"/>
                </a:lnTo>
                <a:lnTo>
                  <a:pt x="2959089" y="2176485"/>
                </a:lnTo>
                <a:close/>
              </a:path>
              <a:path w="5142230" h="2300604">
                <a:moveTo>
                  <a:pt x="1983381" y="920686"/>
                </a:moveTo>
                <a:lnTo>
                  <a:pt x="1979236" y="916248"/>
                </a:lnTo>
                <a:lnTo>
                  <a:pt x="1978054" y="912148"/>
                </a:lnTo>
                <a:lnTo>
                  <a:pt x="1980817" y="901714"/>
                </a:lnTo>
                <a:lnTo>
                  <a:pt x="1987270" y="897969"/>
                </a:lnTo>
                <a:lnTo>
                  <a:pt x="1999903" y="901325"/>
                </a:lnTo>
                <a:lnTo>
                  <a:pt x="2003649" y="907779"/>
                </a:lnTo>
                <a:lnTo>
                  <a:pt x="2000292" y="920411"/>
                </a:lnTo>
                <a:lnTo>
                  <a:pt x="1994075" y="924020"/>
                </a:lnTo>
                <a:lnTo>
                  <a:pt x="1993838" y="924157"/>
                </a:lnTo>
                <a:lnTo>
                  <a:pt x="1985323" y="921885"/>
                </a:lnTo>
                <a:lnTo>
                  <a:pt x="1983381" y="920686"/>
                </a:lnTo>
                <a:close/>
              </a:path>
              <a:path w="5142230" h="2300604">
                <a:moveTo>
                  <a:pt x="1914684" y="902862"/>
                </a:moveTo>
                <a:lnTo>
                  <a:pt x="1910494" y="898377"/>
                </a:lnTo>
                <a:lnTo>
                  <a:pt x="1909307" y="894271"/>
                </a:lnTo>
                <a:lnTo>
                  <a:pt x="1911980" y="883839"/>
                </a:lnTo>
                <a:lnTo>
                  <a:pt x="1918433" y="880093"/>
                </a:lnTo>
                <a:lnTo>
                  <a:pt x="1931118" y="883311"/>
                </a:lnTo>
                <a:lnTo>
                  <a:pt x="1934958" y="889767"/>
                </a:lnTo>
                <a:lnTo>
                  <a:pt x="1933300" y="896007"/>
                </a:lnTo>
                <a:lnTo>
                  <a:pt x="1931647" y="902448"/>
                </a:lnTo>
                <a:lnTo>
                  <a:pt x="1925234" y="906238"/>
                </a:lnTo>
                <a:lnTo>
                  <a:pt x="1918994" y="904641"/>
                </a:lnTo>
                <a:lnTo>
                  <a:pt x="1916626" y="904062"/>
                </a:lnTo>
                <a:lnTo>
                  <a:pt x="1914684" y="902862"/>
                </a:lnTo>
                <a:close/>
              </a:path>
              <a:path w="5142230" h="2300604">
                <a:moveTo>
                  <a:pt x="1845882" y="885220"/>
                </a:moveTo>
                <a:lnTo>
                  <a:pt x="1841741" y="880788"/>
                </a:lnTo>
                <a:lnTo>
                  <a:pt x="1840510" y="876733"/>
                </a:lnTo>
                <a:lnTo>
                  <a:pt x="1843179" y="866296"/>
                </a:lnTo>
                <a:lnTo>
                  <a:pt x="1849587" y="862501"/>
                </a:lnTo>
                <a:lnTo>
                  <a:pt x="1862271" y="865718"/>
                </a:lnTo>
                <a:lnTo>
                  <a:pt x="1866111" y="872175"/>
                </a:lnTo>
                <a:lnTo>
                  <a:pt x="1862844" y="884806"/>
                </a:lnTo>
                <a:lnTo>
                  <a:pt x="1856441" y="888605"/>
                </a:lnTo>
                <a:lnTo>
                  <a:pt x="1850121" y="887021"/>
                </a:lnTo>
                <a:lnTo>
                  <a:pt x="1847828" y="886424"/>
                </a:lnTo>
                <a:lnTo>
                  <a:pt x="1845882" y="885220"/>
                </a:lnTo>
                <a:close/>
              </a:path>
              <a:path w="5142230" h="2300604">
                <a:moveTo>
                  <a:pt x="2716842" y="1180939"/>
                </a:moveTo>
                <a:lnTo>
                  <a:pt x="2712611" y="1176410"/>
                </a:lnTo>
                <a:lnTo>
                  <a:pt x="2711766" y="1170716"/>
                </a:lnTo>
                <a:lnTo>
                  <a:pt x="2714424" y="1166132"/>
                </a:lnTo>
                <a:lnTo>
                  <a:pt x="2717732" y="1160486"/>
                </a:lnTo>
                <a:lnTo>
                  <a:pt x="2724973" y="1158560"/>
                </a:lnTo>
                <a:lnTo>
                  <a:pt x="2736266" y="1165077"/>
                </a:lnTo>
                <a:lnTo>
                  <a:pt x="2738191" y="1172319"/>
                </a:lnTo>
                <a:lnTo>
                  <a:pt x="2734888" y="1177970"/>
                </a:lnTo>
                <a:lnTo>
                  <a:pt x="2731625" y="1183666"/>
                </a:lnTo>
                <a:lnTo>
                  <a:pt x="2724428" y="1185541"/>
                </a:lnTo>
                <a:lnTo>
                  <a:pt x="2718737" y="1182283"/>
                </a:lnTo>
                <a:lnTo>
                  <a:pt x="2717714" y="1181677"/>
                </a:lnTo>
                <a:lnTo>
                  <a:pt x="2716842" y="1180939"/>
                </a:lnTo>
                <a:close/>
              </a:path>
              <a:path w="5142230" h="2300604">
                <a:moveTo>
                  <a:pt x="2654535" y="1147377"/>
                </a:moveTo>
                <a:lnTo>
                  <a:pt x="2650303" y="1142847"/>
                </a:lnTo>
                <a:lnTo>
                  <a:pt x="2649446" y="1137531"/>
                </a:lnTo>
                <a:lnTo>
                  <a:pt x="2651673" y="1132975"/>
                </a:lnTo>
                <a:lnTo>
                  <a:pt x="2654705" y="1127130"/>
                </a:lnTo>
                <a:lnTo>
                  <a:pt x="2661775" y="1124826"/>
                </a:lnTo>
                <a:lnTo>
                  <a:pt x="2673472" y="1130700"/>
                </a:lnTo>
                <a:lnTo>
                  <a:pt x="2675780" y="1137766"/>
                </a:lnTo>
                <a:lnTo>
                  <a:pt x="2669901" y="1149458"/>
                </a:lnTo>
                <a:lnTo>
                  <a:pt x="2662787" y="1151812"/>
                </a:lnTo>
                <a:lnTo>
                  <a:pt x="2656943" y="1148880"/>
                </a:lnTo>
                <a:lnTo>
                  <a:pt x="2655686" y="1148219"/>
                </a:lnTo>
                <a:lnTo>
                  <a:pt x="2654535" y="1147377"/>
                </a:lnTo>
                <a:close/>
              </a:path>
              <a:path w="5142230" h="2300604">
                <a:moveTo>
                  <a:pt x="3043834" y="1832426"/>
                </a:moveTo>
                <a:lnTo>
                  <a:pt x="3039734" y="1828037"/>
                </a:lnTo>
                <a:lnTo>
                  <a:pt x="3038484" y="1824549"/>
                </a:lnTo>
                <a:lnTo>
                  <a:pt x="3039720" y="1814436"/>
                </a:lnTo>
                <a:lnTo>
                  <a:pt x="3045687" y="1809876"/>
                </a:lnTo>
                <a:lnTo>
                  <a:pt x="3052175" y="1810663"/>
                </a:lnTo>
                <a:lnTo>
                  <a:pt x="3058656" y="1811540"/>
                </a:lnTo>
                <a:lnTo>
                  <a:pt x="3063274" y="1817461"/>
                </a:lnTo>
                <a:lnTo>
                  <a:pt x="3062392" y="1823946"/>
                </a:lnTo>
                <a:lnTo>
                  <a:pt x="3061605" y="1830434"/>
                </a:lnTo>
                <a:lnTo>
                  <a:pt x="3055638" y="1834995"/>
                </a:lnTo>
                <a:lnTo>
                  <a:pt x="3049105" y="1834158"/>
                </a:lnTo>
                <a:lnTo>
                  <a:pt x="3046285" y="1833779"/>
                </a:lnTo>
                <a:lnTo>
                  <a:pt x="3043834" y="1832426"/>
                </a:lnTo>
                <a:close/>
              </a:path>
              <a:path w="5142230" h="2300604">
                <a:moveTo>
                  <a:pt x="2776748" y="1218480"/>
                </a:moveTo>
                <a:lnTo>
                  <a:pt x="2772471" y="1213902"/>
                </a:lnTo>
                <a:lnTo>
                  <a:pt x="2771876" y="1207791"/>
                </a:lnTo>
                <a:lnTo>
                  <a:pt x="2778683" y="1197679"/>
                </a:lnTo>
                <a:lnTo>
                  <a:pt x="2786053" y="1196283"/>
                </a:lnTo>
                <a:lnTo>
                  <a:pt x="2796845" y="1203632"/>
                </a:lnTo>
                <a:lnTo>
                  <a:pt x="2798247" y="1210998"/>
                </a:lnTo>
                <a:lnTo>
                  <a:pt x="2794621" y="1216402"/>
                </a:lnTo>
                <a:lnTo>
                  <a:pt x="2790897" y="1221799"/>
                </a:lnTo>
                <a:lnTo>
                  <a:pt x="2783573" y="1223245"/>
                </a:lnTo>
                <a:lnTo>
                  <a:pt x="2777438" y="1219023"/>
                </a:lnTo>
                <a:lnTo>
                  <a:pt x="2776748" y="1218480"/>
                </a:lnTo>
                <a:close/>
              </a:path>
              <a:path w="5142230" h="2300604">
                <a:moveTo>
                  <a:pt x="2886405" y="1307714"/>
                </a:moveTo>
                <a:lnTo>
                  <a:pt x="2881754" y="1302736"/>
                </a:lnTo>
                <a:lnTo>
                  <a:pt x="2881813" y="1295467"/>
                </a:lnTo>
                <a:lnTo>
                  <a:pt x="2886313" y="1290999"/>
                </a:lnTo>
                <a:lnTo>
                  <a:pt x="2890909" y="1286340"/>
                </a:lnTo>
                <a:lnTo>
                  <a:pt x="2898369" y="1286311"/>
                </a:lnTo>
                <a:lnTo>
                  <a:pt x="2907687" y="1295503"/>
                </a:lnTo>
                <a:lnTo>
                  <a:pt x="2907668" y="1303009"/>
                </a:lnTo>
                <a:lnTo>
                  <a:pt x="2898524" y="1312281"/>
                </a:lnTo>
                <a:lnTo>
                  <a:pt x="2890965" y="1312302"/>
                </a:lnTo>
                <a:lnTo>
                  <a:pt x="2886405" y="1307714"/>
                </a:lnTo>
                <a:close/>
              </a:path>
              <a:path w="5142230" h="2300604">
                <a:moveTo>
                  <a:pt x="1170721" y="666555"/>
                </a:moveTo>
                <a:lnTo>
                  <a:pt x="1166535" y="662074"/>
                </a:lnTo>
                <a:lnTo>
                  <a:pt x="1165531" y="656894"/>
                </a:lnTo>
                <a:lnTo>
                  <a:pt x="1167669" y="652340"/>
                </a:lnTo>
                <a:lnTo>
                  <a:pt x="1170512" y="646488"/>
                </a:lnTo>
                <a:lnTo>
                  <a:pt x="1177538" y="643942"/>
                </a:lnTo>
                <a:lnTo>
                  <a:pt x="1189384" y="649585"/>
                </a:lnTo>
                <a:lnTo>
                  <a:pt x="1191882" y="656657"/>
                </a:lnTo>
                <a:lnTo>
                  <a:pt x="1189080" y="662553"/>
                </a:lnTo>
                <a:lnTo>
                  <a:pt x="1186242" y="668410"/>
                </a:lnTo>
                <a:lnTo>
                  <a:pt x="1179170" y="670907"/>
                </a:lnTo>
                <a:lnTo>
                  <a:pt x="1173269" y="668110"/>
                </a:lnTo>
                <a:lnTo>
                  <a:pt x="1171922" y="667450"/>
                </a:lnTo>
                <a:lnTo>
                  <a:pt x="1170721" y="666555"/>
                </a:lnTo>
                <a:close/>
              </a:path>
              <a:path w="5142230" h="2300604">
                <a:moveTo>
                  <a:pt x="2188275" y="978835"/>
                </a:moveTo>
                <a:lnTo>
                  <a:pt x="2184129" y="974398"/>
                </a:lnTo>
                <a:lnTo>
                  <a:pt x="2182954" y="970109"/>
                </a:lnTo>
                <a:lnTo>
                  <a:pt x="2184131" y="965895"/>
                </a:lnTo>
                <a:lnTo>
                  <a:pt x="2185999" y="959685"/>
                </a:lnTo>
                <a:lnTo>
                  <a:pt x="2192585" y="956080"/>
                </a:lnTo>
                <a:lnTo>
                  <a:pt x="2205118" y="959722"/>
                </a:lnTo>
                <a:lnTo>
                  <a:pt x="2208713" y="966307"/>
                </a:lnTo>
                <a:lnTo>
                  <a:pt x="2206846" y="972617"/>
                </a:lnTo>
                <a:lnTo>
                  <a:pt x="2205028" y="978881"/>
                </a:lnTo>
                <a:lnTo>
                  <a:pt x="2198442" y="982486"/>
                </a:lnTo>
                <a:lnTo>
                  <a:pt x="2192132" y="980619"/>
                </a:lnTo>
                <a:lnTo>
                  <a:pt x="2190077" y="979982"/>
                </a:lnTo>
                <a:lnTo>
                  <a:pt x="2188275" y="978835"/>
                </a:lnTo>
                <a:close/>
              </a:path>
              <a:path w="5142230" h="2300604">
                <a:moveTo>
                  <a:pt x="1235486" y="696004"/>
                </a:moveTo>
                <a:lnTo>
                  <a:pt x="1231296" y="691518"/>
                </a:lnTo>
                <a:lnTo>
                  <a:pt x="1230285" y="686526"/>
                </a:lnTo>
                <a:lnTo>
                  <a:pt x="1232231" y="682061"/>
                </a:lnTo>
                <a:lnTo>
                  <a:pt x="1234749" y="676056"/>
                </a:lnTo>
                <a:lnTo>
                  <a:pt x="1241732" y="673268"/>
                </a:lnTo>
                <a:lnTo>
                  <a:pt x="1247737" y="675885"/>
                </a:lnTo>
                <a:lnTo>
                  <a:pt x="1253742" y="678402"/>
                </a:lnTo>
                <a:lnTo>
                  <a:pt x="1256457" y="685219"/>
                </a:lnTo>
                <a:lnTo>
                  <a:pt x="1253909" y="691386"/>
                </a:lnTo>
                <a:lnTo>
                  <a:pt x="1251347" y="697441"/>
                </a:lnTo>
                <a:lnTo>
                  <a:pt x="1244408" y="700179"/>
                </a:lnTo>
                <a:lnTo>
                  <a:pt x="1236823" y="696946"/>
                </a:lnTo>
                <a:lnTo>
                  <a:pt x="1235486" y="696004"/>
                </a:lnTo>
                <a:close/>
              </a:path>
              <a:path w="5142230" h="2300604">
                <a:moveTo>
                  <a:pt x="3017375" y="1971738"/>
                </a:moveTo>
                <a:lnTo>
                  <a:pt x="3013185" y="1967252"/>
                </a:lnTo>
                <a:lnTo>
                  <a:pt x="3011995" y="1963241"/>
                </a:lnTo>
                <a:lnTo>
                  <a:pt x="3012933" y="1959260"/>
                </a:lnTo>
                <a:lnTo>
                  <a:pt x="3014471" y="1952892"/>
                </a:lnTo>
                <a:lnTo>
                  <a:pt x="3020837" y="1948954"/>
                </a:lnTo>
                <a:lnTo>
                  <a:pt x="3033578" y="1952036"/>
                </a:lnTo>
                <a:lnTo>
                  <a:pt x="3037511" y="1958397"/>
                </a:lnTo>
                <a:lnTo>
                  <a:pt x="3035972" y="1964765"/>
                </a:lnTo>
                <a:lnTo>
                  <a:pt x="3034483" y="1971088"/>
                </a:lnTo>
                <a:lnTo>
                  <a:pt x="3028121" y="1975031"/>
                </a:lnTo>
                <a:lnTo>
                  <a:pt x="3021749" y="1973487"/>
                </a:lnTo>
                <a:lnTo>
                  <a:pt x="3019412" y="1972940"/>
                </a:lnTo>
                <a:lnTo>
                  <a:pt x="3017375" y="1971738"/>
                </a:lnTo>
                <a:close/>
              </a:path>
              <a:path w="5142230" h="2300604">
                <a:moveTo>
                  <a:pt x="2590562" y="1117114"/>
                </a:moveTo>
                <a:lnTo>
                  <a:pt x="2586367" y="1112624"/>
                </a:lnTo>
                <a:lnTo>
                  <a:pt x="2585315" y="1107588"/>
                </a:lnTo>
                <a:lnTo>
                  <a:pt x="2589968" y="1097125"/>
                </a:lnTo>
                <a:lnTo>
                  <a:pt x="2596952" y="1094435"/>
                </a:lnTo>
                <a:lnTo>
                  <a:pt x="2608902" y="1099799"/>
                </a:lnTo>
                <a:lnTo>
                  <a:pt x="2611591" y="1106783"/>
                </a:lnTo>
                <a:lnTo>
                  <a:pt x="2606272" y="1118683"/>
                </a:lnTo>
                <a:lnTo>
                  <a:pt x="2599288" y="1121372"/>
                </a:lnTo>
                <a:lnTo>
                  <a:pt x="2593340" y="1118720"/>
                </a:lnTo>
                <a:lnTo>
                  <a:pt x="2591805" y="1118054"/>
                </a:lnTo>
                <a:lnTo>
                  <a:pt x="2590562" y="1117114"/>
                </a:lnTo>
                <a:close/>
              </a:path>
              <a:path w="5142230" h="2300604">
                <a:moveTo>
                  <a:pt x="1708388" y="849858"/>
                </a:moveTo>
                <a:lnTo>
                  <a:pt x="1704243" y="845421"/>
                </a:lnTo>
                <a:lnTo>
                  <a:pt x="1703015" y="841272"/>
                </a:lnTo>
                <a:lnTo>
                  <a:pt x="1704046" y="837195"/>
                </a:lnTo>
                <a:lnTo>
                  <a:pt x="1705725" y="830879"/>
                </a:lnTo>
                <a:lnTo>
                  <a:pt x="1712050" y="827191"/>
                </a:lnTo>
                <a:lnTo>
                  <a:pt x="1712227" y="827088"/>
                </a:lnTo>
                <a:lnTo>
                  <a:pt x="1724819" y="830401"/>
                </a:lnTo>
                <a:lnTo>
                  <a:pt x="1728606" y="836898"/>
                </a:lnTo>
                <a:lnTo>
                  <a:pt x="1725347" y="849539"/>
                </a:lnTo>
                <a:lnTo>
                  <a:pt x="1719022" y="853227"/>
                </a:lnTo>
                <a:lnTo>
                  <a:pt x="1718845" y="853330"/>
                </a:lnTo>
                <a:lnTo>
                  <a:pt x="1712529" y="851652"/>
                </a:lnTo>
                <a:lnTo>
                  <a:pt x="1710282" y="851103"/>
                </a:lnTo>
                <a:lnTo>
                  <a:pt x="1708388" y="849858"/>
                </a:lnTo>
                <a:close/>
              </a:path>
              <a:path w="5142230" h="2300604">
                <a:moveTo>
                  <a:pt x="2979854" y="2108591"/>
                </a:moveTo>
                <a:lnTo>
                  <a:pt x="2975714" y="2104159"/>
                </a:lnTo>
                <a:lnTo>
                  <a:pt x="2974488" y="2099817"/>
                </a:lnTo>
                <a:lnTo>
                  <a:pt x="2977628" y="2089396"/>
                </a:lnTo>
                <a:lnTo>
                  <a:pt x="2984218" y="2085796"/>
                </a:lnTo>
                <a:lnTo>
                  <a:pt x="2990484" y="2087714"/>
                </a:lnTo>
                <a:lnTo>
                  <a:pt x="2996748" y="2089532"/>
                </a:lnTo>
                <a:lnTo>
                  <a:pt x="3000299" y="2096168"/>
                </a:lnTo>
                <a:lnTo>
                  <a:pt x="2998481" y="2102432"/>
                </a:lnTo>
                <a:lnTo>
                  <a:pt x="2996568" y="2108693"/>
                </a:lnTo>
                <a:lnTo>
                  <a:pt x="2990026" y="2112247"/>
                </a:lnTo>
                <a:lnTo>
                  <a:pt x="2983717" y="2110380"/>
                </a:lnTo>
                <a:lnTo>
                  <a:pt x="2981661" y="2109743"/>
                </a:lnTo>
                <a:lnTo>
                  <a:pt x="2979854" y="2108591"/>
                </a:lnTo>
                <a:close/>
              </a:path>
              <a:path w="5142230" h="2300604">
                <a:moveTo>
                  <a:pt x="2999552" y="2040435"/>
                </a:moveTo>
                <a:lnTo>
                  <a:pt x="2995362" y="2035949"/>
                </a:lnTo>
                <a:lnTo>
                  <a:pt x="2994183" y="2031754"/>
                </a:lnTo>
                <a:lnTo>
                  <a:pt x="2995361" y="2027640"/>
                </a:lnTo>
                <a:lnTo>
                  <a:pt x="2997035" y="2021319"/>
                </a:lnTo>
                <a:lnTo>
                  <a:pt x="3003117" y="2017859"/>
                </a:lnTo>
                <a:lnTo>
                  <a:pt x="3003534" y="2017622"/>
                </a:lnTo>
                <a:lnTo>
                  <a:pt x="3016168" y="2021078"/>
                </a:lnTo>
                <a:lnTo>
                  <a:pt x="3019911" y="2027626"/>
                </a:lnTo>
                <a:lnTo>
                  <a:pt x="3018133" y="2033934"/>
                </a:lnTo>
                <a:lnTo>
                  <a:pt x="3016409" y="2040201"/>
                </a:lnTo>
                <a:lnTo>
                  <a:pt x="3010328" y="2043661"/>
                </a:lnTo>
                <a:lnTo>
                  <a:pt x="3009910" y="2043899"/>
                </a:lnTo>
                <a:lnTo>
                  <a:pt x="3001444" y="2041580"/>
                </a:lnTo>
                <a:lnTo>
                  <a:pt x="2999552" y="2040435"/>
                </a:lnTo>
                <a:close/>
              </a:path>
              <a:path w="5142230" h="2300604">
                <a:moveTo>
                  <a:pt x="2120126" y="958765"/>
                </a:moveTo>
                <a:lnTo>
                  <a:pt x="2115981" y="954327"/>
                </a:lnTo>
                <a:lnTo>
                  <a:pt x="2114760" y="949990"/>
                </a:lnTo>
                <a:lnTo>
                  <a:pt x="2117900" y="939569"/>
                </a:lnTo>
                <a:lnTo>
                  <a:pt x="2124490" y="935969"/>
                </a:lnTo>
                <a:lnTo>
                  <a:pt x="2130751" y="937882"/>
                </a:lnTo>
                <a:lnTo>
                  <a:pt x="2137011" y="939695"/>
                </a:lnTo>
                <a:lnTo>
                  <a:pt x="2140615" y="946290"/>
                </a:lnTo>
                <a:lnTo>
                  <a:pt x="2138702" y="952551"/>
                </a:lnTo>
                <a:lnTo>
                  <a:pt x="2136884" y="958816"/>
                </a:lnTo>
                <a:lnTo>
                  <a:pt x="2130293" y="962415"/>
                </a:lnTo>
                <a:lnTo>
                  <a:pt x="2123984" y="960548"/>
                </a:lnTo>
                <a:lnTo>
                  <a:pt x="2121924" y="959907"/>
                </a:lnTo>
                <a:lnTo>
                  <a:pt x="2120126" y="958765"/>
                </a:lnTo>
                <a:close/>
              </a:path>
              <a:path w="5142230" h="2300604">
                <a:moveTo>
                  <a:pt x="2937622" y="1364594"/>
                </a:moveTo>
                <a:lnTo>
                  <a:pt x="2932798" y="1359430"/>
                </a:lnTo>
                <a:lnTo>
                  <a:pt x="2928720" y="1354282"/>
                </a:lnTo>
                <a:lnTo>
                  <a:pt x="2929593" y="1346810"/>
                </a:lnTo>
                <a:lnTo>
                  <a:pt x="2939830" y="1338708"/>
                </a:lnTo>
                <a:lnTo>
                  <a:pt x="2947261" y="1339528"/>
                </a:lnTo>
                <a:lnTo>
                  <a:pt x="2955408" y="1349813"/>
                </a:lnTo>
                <a:lnTo>
                  <a:pt x="2954539" y="1357191"/>
                </a:lnTo>
                <a:lnTo>
                  <a:pt x="2949446" y="1361318"/>
                </a:lnTo>
                <a:lnTo>
                  <a:pt x="2944547" y="1365164"/>
                </a:lnTo>
                <a:lnTo>
                  <a:pt x="2937622" y="1364594"/>
                </a:lnTo>
                <a:close/>
              </a:path>
              <a:path w="5142230" h="2300604">
                <a:moveTo>
                  <a:pt x="1125074" y="498733"/>
                </a:moveTo>
                <a:lnTo>
                  <a:pt x="1121020" y="494394"/>
                </a:lnTo>
                <a:lnTo>
                  <a:pt x="1120211" y="489031"/>
                </a:lnTo>
                <a:lnTo>
                  <a:pt x="1122580" y="484627"/>
                </a:lnTo>
                <a:lnTo>
                  <a:pt x="1125647" y="479114"/>
                </a:lnTo>
                <a:lnTo>
                  <a:pt x="1132563" y="477036"/>
                </a:lnTo>
                <a:lnTo>
                  <a:pt x="1138077" y="480103"/>
                </a:lnTo>
                <a:lnTo>
                  <a:pt x="1143639" y="483125"/>
                </a:lnTo>
                <a:lnTo>
                  <a:pt x="1145623" y="490038"/>
                </a:lnTo>
                <a:lnTo>
                  <a:pt x="1142601" y="495600"/>
                </a:lnTo>
                <a:lnTo>
                  <a:pt x="1139578" y="501063"/>
                </a:lnTo>
                <a:lnTo>
                  <a:pt x="1132661" y="503141"/>
                </a:lnTo>
                <a:lnTo>
                  <a:pt x="1126040" y="499474"/>
                </a:lnTo>
                <a:lnTo>
                  <a:pt x="1125074" y="498733"/>
                </a:lnTo>
                <a:close/>
              </a:path>
              <a:path w="5142230" h="2300604">
                <a:moveTo>
                  <a:pt x="1518493" y="663002"/>
                </a:moveTo>
                <a:lnTo>
                  <a:pt x="1514490" y="658716"/>
                </a:lnTo>
                <a:lnTo>
                  <a:pt x="1513355" y="654471"/>
                </a:lnTo>
                <a:lnTo>
                  <a:pt x="1516625" y="644385"/>
                </a:lnTo>
                <a:lnTo>
                  <a:pt x="1523017" y="641062"/>
                </a:lnTo>
                <a:lnTo>
                  <a:pt x="1535023" y="644921"/>
                </a:lnTo>
                <a:lnTo>
                  <a:pt x="1538342" y="651309"/>
                </a:lnTo>
                <a:lnTo>
                  <a:pt x="1536395" y="657337"/>
                </a:lnTo>
                <a:lnTo>
                  <a:pt x="1534492" y="663315"/>
                </a:lnTo>
                <a:lnTo>
                  <a:pt x="1528100" y="666638"/>
                </a:lnTo>
                <a:lnTo>
                  <a:pt x="1522076" y="664687"/>
                </a:lnTo>
                <a:lnTo>
                  <a:pt x="1520156" y="664097"/>
                </a:lnTo>
                <a:lnTo>
                  <a:pt x="1518493" y="663002"/>
                </a:lnTo>
                <a:close/>
              </a:path>
              <a:path w="5142230" h="2300604">
                <a:moveTo>
                  <a:pt x="1586471" y="684063"/>
                </a:moveTo>
                <a:lnTo>
                  <a:pt x="1582463" y="679772"/>
                </a:lnTo>
                <a:lnTo>
                  <a:pt x="1581325" y="675621"/>
                </a:lnTo>
                <a:lnTo>
                  <a:pt x="1584317" y="665530"/>
                </a:lnTo>
                <a:lnTo>
                  <a:pt x="1590666" y="662064"/>
                </a:lnTo>
                <a:lnTo>
                  <a:pt x="1596693" y="663922"/>
                </a:lnTo>
                <a:lnTo>
                  <a:pt x="1602723" y="665685"/>
                </a:lnTo>
                <a:lnTo>
                  <a:pt x="1606189" y="672035"/>
                </a:lnTo>
                <a:lnTo>
                  <a:pt x="1602569" y="684091"/>
                </a:lnTo>
                <a:lnTo>
                  <a:pt x="1596219" y="687558"/>
                </a:lnTo>
                <a:lnTo>
                  <a:pt x="1588175" y="685202"/>
                </a:lnTo>
                <a:lnTo>
                  <a:pt x="1586471" y="684063"/>
                </a:lnTo>
                <a:close/>
              </a:path>
              <a:path w="5142230" h="2300604">
                <a:moveTo>
                  <a:pt x="3092527" y="2261656"/>
                </a:moveTo>
                <a:lnTo>
                  <a:pt x="3088518" y="2257365"/>
                </a:lnTo>
                <a:lnTo>
                  <a:pt x="3087373" y="2253696"/>
                </a:lnTo>
                <a:lnTo>
                  <a:pt x="3089361" y="2243703"/>
                </a:lnTo>
                <a:lnTo>
                  <a:pt x="3095403" y="2239712"/>
                </a:lnTo>
                <a:lnTo>
                  <a:pt x="3101539" y="2241002"/>
                </a:lnTo>
                <a:lnTo>
                  <a:pt x="3107732" y="2242256"/>
                </a:lnTo>
                <a:lnTo>
                  <a:pt x="3111724" y="2248288"/>
                </a:lnTo>
                <a:lnTo>
                  <a:pt x="3109233" y="2260577"/>
                </a:lnTo>
                <a:lnTo>
                  <a:pt x="3103191" y="2264569"/>
                </a:lnTo>
                <a:lnTo>
                  <a:pt x="3097052" y="2263373"/>
                </a:lnTo>
                <a:lnTo>
                  <a:pt x="3094662" y="2262867"/>
                </a:lnTo>
                <a:lnTo>
                  <a:pt x="3092527" y="2261656"/>
                </a:lnTo>
                <a:close/>
              </a:path>
              <a:path w="5142230" h="2300604">
                <a:moveTo>
                  <a:pt x="1188158" y="531661"/>
                </a:moveTo>
                <a:lnTo>
                  <a:pt x="1184104" y="527322"/>
                </a:lnTo>
                <a:lnTo>
                  <a:pt x="1183191" y="522239"/>
                </a:lnTo>
                <a:lnTo>
                  <a:pt x="1188159" y="512211"/>
                </a:lnTo>
                <a:lnTo>
                  <a:pt x="1194987" y="509941"/>
                </a:lnTo>
                <a:lnTo>
                  <a:pt x="1200649" y="512679"/>
                </a:lnTo>
                <a:lnTo>
                  <a:pt x="1206317" y="515520"/>
                </a:lnTo>
                <a:lnTo>
                  <a:pt x="1208586" y="522348"/>
                </a:lnTo>
                <a:lnTo>
                  <a:pt x="1205844" y="528014"/>
                </a:lnTo>
                <a:lnTo>
                  <a:pt x="1203003" y="533673"/>
                </a:lnTo>
                <a:lnTo>
                  <a:pt x="1196179" y="535947"/>
                </a:lnTo>
                <a:lnTo>
                  <a:pt x="1190513" y="533205"/>
                </a:lnTo>
                <a:lnTo>
                  <a:pt x="1189261" y="532549"/>
                </a:lnTo>
                <a:lnTo>
                  <a:pt x="1188158" y="531661"/>
                </a:lnTo>
                <a:close/>
              </a:path>
              <a:path w="5142230" h="2300604">
                <a:moveTo>
                  <a:pt x="3101466" y="1247430"/>
                </a:moveTo>
                <a:lnTo>
                  <a:pt x="3097003" y="1242652"/>
                </a:lnTo>
                <a:lnTo>
                  <a:pt x="3092817" y="1237878"/>
                </a:lnTo>
                <a:lnTo>
                  <a:pt x="3093397" y="1230679"/>
                </a:lnTo>
                <a:lnTo>
                  <a:pt x="3097504" y="1227158"/>
                </a:lnTo>
                <a:lnTo>
                  <a:pt x="3102225" y="1223024"/>
                </a:lnTo>
                <a:lnTo>
                  <a:pt x="3102927" y="1222407"/>
                </a:lnTo>
                <a:lnTo>
                  <a:pt x="3110135" y="1222987"/>
                </a:lnTo>
                <a:lnTo>
                  <a:pt x="3114263" y="1227797"/>
                </a:lnTo>
                <a:lnTo>
                  <a:pt x="3118403" y="1232522"/>
                </a:lnTo>
                <a:lnTo>
                  <a:pt x="3117823" y="1239721"/>
                </a:lnTo>
                <a:lnTo>
                  <a:pt x="3113716" y="1243242"/>
                </a:lnTo>
                <a:lnTo>
                  <a:pt x="3108991" y="1247372"/>
                </a:lnTo>
                <a:lnTo>
                  <a:pt x="3108439" y="1247856"/>
                </a:lnTo>
                <a:lnTo>
                  <a:pt x="3101466" y="1247430"/>
                </a:lnTo>
                <a:close/>
              </a:path>
              <a:path w="5142230" h="2300604">
                <a:moveTo>
                  <a:pt x="1451044" y="640552"/>
                </a:moveTo>
                <a:lnTo>
                  <a:pt x="1446986" y="636208"/>
                </a:lnTo>
                <a:lnTo>
                  <a:pt x="1445912" y="631833"/>
                </a:lnTo>
                <a:lnTo>
                  <a:pt x="1449371" y="621753"/>
                </a:lnTo>
                <a:lnTo>
                  <a:pt x="1455900" y="618576"/>
                </a:lnTo>
                <a:lnTo>
                  <a:pt x="1467797" y="622711"/>
                </a:lnTo>
                <a:lnTo>
                  <a:pt x="1470929" y="629191"/>
                </a:lnTo>
                <a:lnTo>
                  <a:pt x="1468886" y="635117"/>
                </a:lnTo>
                <a:lnTo>
                  <a:pt x="1466840" y="641137"/>
                </a:lnTo>
                <a:lnTo>
                  <a:pt x="1460355" y="644264"/>
                </a:lnTo>
                <a:lnTo>
                  <a:pt x="1454388" y="642177"/>
                </a:lnTo>
                <a:lnTo>
                  <a:pt x="1452567" y="641595"/>
                </a:lnTo>
                <a:lnTo>
                  <a:pt x="1451044" y="640552"/>
                </a:lnTo>
                <a:close/>
              </a:path>
              <a:path w="5142230" h="2300604">
                <a:moveTo>
                  <a:pt x="3107970" y="2192269"/>
                </a:moveTo>
                <a:lnTo>
                  <a:pt x="3103962" y="2187978"/>
                </a:lnTo>
                <a:lnTo>
                  <a:pt x="3102819" y="2184115"/>
                </a:lnTo>
                <a:lnTo>
                  <a:pt x="3105233" y="2174090"/>
                </a:lnTo>
                <a:lnTo>
                  <a:pt x="3111408" y="2170339"/>
                </a:lnTo>
                <a:lnTo>
                  <a:pt x="3123676" y="2173306"/>
                </a:lnTo>
                <a:lnTo>
                  <a:pt x="3127431" y="2179477"/>
                </a:lnTo>
                <a:lnTo>
                  <a:pt x="3125899" y="2185656"/>
                </a:lnTo>
                <a:lnTo>
                  <a:pt x="3124416" y="2191790"/>
                </a:lnTo>
                <a:lnTo>
                  <a:pt x="3118245" y="2195546"/>
                </a:lnTo>
                <a:lnTo>
                  <a:pt x="3109912" y="2193468"/>
                </a:lnTo>
                <a:lnTo>
                  <a:pt x="3107970" y="2192269"/>
                </a:lnTo>
                <a:close/>
              </a:path>
              <a:path w="5142230" h="2300604">
                <a:moveTo>
                  <a:pt x="891050" y="339413"/>
                </a:moveTo>
                <a:lnTo>
                  <a:pt x="886165" y="334184"/>
                </a:lnTo>
                <a:lnTo>
                  <a:pt x="885963" y="327811"/>
                </a:lnTo>
                <a:lnTo>
                  <a:pt x="889709" y="323317"/>
                </a:lnTo>
                <a:lnTo>
                  <a:pt x="893791" y="318498"/>
                </a:lnTo>
                <a:lnTo>
                  <a:pt x="900939" y="317939"/>
                </a:lnTo>
                <a:lnTo>
                  <a:pt x="905757" y="322022"/>
                </a:lnTo>
                <a:lnTo>
                  <a:pt x="910624" y="326058"/>
                </a:lnTo>
                <a:lnTo>
                  <a:pt x="911180" y="333300"/>
                </a:lnTo>
                <a:lnTo>
                  <a:pt x="903064" y="342891"/>
                </a:lnTo>
                <a:lnTo>
                  <a:pt x="895863" y="343491"/>
                </a:lnTo>
                <a:lnTo>
                  <a:pt x="891050" y="339413"/>
                </a:lnTo>
                <a:close/>
              </a:path>
              <a:path w="5142230" h="2300604">
                <a:moveTo>
                  <a:pt x="3178484" y="1364771"/>
                </a:moveTo>
                <a:lnTo>
                  <a:pt x="3174380" y="1360378"/>
                </a:lnTo>
                <a:lnTo>
                  <a:pt x="3173703" y="1359458"/>
                </a:lnTo>
                <a:lnTo>
                  <a:pt x="3173173" y="1358401"/>
                </a:lnTo>
                <a:lnTo>
                  <a:pt x="3170492" y="1352697"/>
                </a:lnTo>
                <a:lnTo>
                  <a:pt x="3172796" y="1345878"/>
                </a:lnTo>
                <a:lnTo>
                  <a:pt x="3178555" y="1343147"/>
                </a:lnTo>
                <a:lnTo>
                  <a:pt x="3184218" y="1340413"/>
                </a:lnTo>
                <a:lnTo>
                  <a:pt x="3191029" y="1342816"/>
                </a:lnTo>
                <a:lnTo>
                  <a:pt x="3193768" y="1348485"/>
                </a:lnTo>
                <a:lnTo>
                  <a:pt x="3196449" y="1354189"/>
                </a:lnTo>
                <a:lnTo>
                  <a:pt x="3194045" y="1361000"/>
                </a:lnTo>
                <a:lnTo>
                  <a:pt x="3188386" y="1363739"/>
                </a:lnTo>
                <a:lnTo>
                  <a:pt x="3183774" y="1365938"/>
                </a:lnTo>
                <a:lnTo>
                  <a:pt x="3178484" y="1364771"/>
                </a:lnTo>
                <a:close/>
              </a:path>
              <a:path w="5142230" h="2300604">
                <a:moveTo>
                  <a:pt x="1063493" y="463114"/>
                </a:moveTo>
                <a:lnTo>
                  <a:pt x="1059398" y="458730"/>
                </a:lnTo>
                <a:lnTo>
                  <a:pt x="1058644" y="453134"/>
                </a:lnTo>
                <a:lnTo>
                  <a:pt x="1061433" y="448592"/>
                </a:lnTo>
                <a:lnTo>
                  <a:pt x="1064766" y="443266"/>
                </a:lnTo>
                <a:lnTo>
                  <a:pt x="1071536" y="441618"/>
                </a:lnTo>
                <a:lnTo>
                  <a:pt x="1071685" y="441582"/>
                </a:lnTo>
                <a:lnTo>
                  <a:pt x="1077102" y="444839"/>
                </a:lnTo>
                <a:lnTo>
                  <a:pt x="1082466" y="448138"/>
                </a:lnTo>
                <a:lnTo>
                  <a:pt x="1084164" y="455135"/>
                </a:lnTo>
                <a:lnTo>
                  <a:pt x="1080865" y="460499"/>
                </a:lnTo>
                <a:lnTo>
                  <a:pt x="1077608" y="465907"/>
                </a:lnTo>
                <a:lnTo>
                  <a:pt x="1070615" y="467610"/>
                </a:lnTo>
                <a:lnTo>
                  <a:pt x="1065202" y="464357"/>
                </a:lnTo>
                <a:lnTo>
                  <a:pt x="1064278" y="463759"/>
                </a:lnTo>
                <a:lnTo>
                  <a:pt x="1063493" y="463114"/>
                </a:lnTo>
                <a:close/>
              </a:path>
              <a:path w="5142230" h="2300604">
                <a:moveTo>
                  <a:pt x="1003624" y="424635"/>
                </a:moveTo>
                <a:lnTo>
                  <a:pt x="999524" y="420246"/>
                </a:lnTo>
                <a:lnTo>
                  <a:pt x="998923" y="414325"/>
                </a:lnTo>
                <a:lnTo>
                  <a:pt x="1005485" y="404634"/>
                </a:lnTo>
                <a:lnTo>
                  <a:pt x="1012612" y="403271"/>
                </a:lnTo>
                <a:lnTo>
                  <a:pt x="1023041" y="410330"/>
                </a:lnTo>
                <a:lnTo>
                  <a:pt x="1024399" y="417453"/>
                </a:lnTo>
                <a:lnTo>
                  <a:pt x="1017345" y="427887"/>
                </a:lnTo>
                <a:lnTo>
                  <a:pt x="1010266" y="429204"/>
                </a:lnTo>
                <a:lnTo>
                  <a:pt x="1004313" y="425177"/>
                </a:lnTo>
                <a:lnTo>
                  <a:pt x="1003624" y="424635"/>
                </a:lnTo>
                <a:close/>
              </a:path>
              <a:path w="5142230" h="2300604">
                <a:moveTo>
                  <a:pt x="946842" y="384084"/>
                </a:moveTo>
                <a:lnTo>
                  <a:pt x="941674" y="378553"/>
                </a:lnTo>
                <a:lnTo>
                  <a:pt x="941285" y="372565"/>
                </a:lnTo>
                <a:lnTo>
                  <a:pt x="948500" y="363085"/>
                </a:lnTo>
                <a:lnTo>
                  <a:pt x="955615" y="362100"/>
                </a:lnTo>
                <a:lnTo>
                  <a:pt x="960632" y="365906"/>
                </a:lnTo>
                <a:lnTo>
                  <a:pt x="965697" y="369666"/>
                </a:lnTo>
                <a:lnTo>
                  <a:pt x="966679" y="376876"/>
                </a:lnTo>
                <a:lnTo>
                  <a:pt x="959067" y="386908"/>
                </a:lnTo>
                <a:lnTo>
                  <a:pt x="951907" y="387845"/>
                </a:lnTo>
                <a:lnTo>
                  <a:pt x="946842" y="384084"/>
                </a:lnTo>
                <a:close/>
              </a:path>
              <a:path w="5142230" h="2300604">
                <a:moveTo>
                  <a:pt x="3143943" y="1303555"/>
                </a:moveTo>
                <a:lnTo>
                  <a:pt x="3139287" y="1298571"/>
                </a:lnTo>
                <a:lnTo>
                  <a:pt x="3138975" y="1298041"/>
                </a:lnTo>
                <a:lnTo>
                  <a:pt x="3135425" y="1292774"/>
                </a:lnTo>
                <a:lnTo>
                  <a:pt x="3136936" y="1285692"/>
                </a:lnTo>
                <a:lnTo>
                  <a:pt x="3142158" y="1282193"/>
                </a:lnTo>
                <a:lnTo>
                  <a:pt x="3147422" y="1278737"/>
                </a:lnTo>
                <a:lnTo>
                  <a:pt x="3154502" y="1280158"/>
                </a:lnTo>
                <a:lnTo>
                  <a:pt x="3161459" y="1290734"/>
                </a:lnTo>
                <a:lnTo>
                  <a:pt x="3159993" y="1297765"/>
                </a:lnTo>
                <a:lnTo>
                  <a:pt x="3154775" y="1301270"/>
                </a:lnTo>
                <a:lnTo>
                  <a:pt x="3149991" y="1304360"/>
                </a:lnTo>
                <a:lnTo>
                  <a:pt x="3143943" y="1303555"/>
                </a:lnTo>
                <a:close/>
              </a:path>
              <a:path w="5142230" h="2300604">
                <a:moveTo>
                  <a:pt x="1654724" y="703853"/>
                </a:moveTo>
                <a:lnTo>
                  <a:pt x="1650715" y="699563"/>
                </a:lnTo>
                <a:lnTo>
                  <a:pt x="1649627" y="695466"/>
                </a:lnTo>
                <a:lnTo>
                  <a:pt x="1650708" y="691442"/>
                </a:lnTo>
                <a:lnTo>
                  <a:pt x="1652377" y="685409"/>
                </a:lnTo>
                <a:lnTo>
                  <a:pt x="1658681" y="681894"/>
                </a:lnTo>
                <a:lnTo>
                  <a:pt x="1664760" y="683612"/>
                </a:lnTo>
                <a:lnTo>
                  <a:pt x="1670838" y="685230"/>
                </a:lnTo>
                <a:lnTo>
                  <a:pt x="1674398" y="691583"/>
                </a:lnTo>
                <a:lnTo>
                  <a:pt x="1671012" y="703695"/>
                </a:lnTo>
                <a:lnTo>
                  <a:pt x="1664663" y="707260"/>
                </a:lnTo>
                <a:lnTo>
                  <a:pt x="1658585" y="705543"/>
                </a:lnTo>
                <a:lnTo>
                  <a:pt x="1656526" y="705001"/>
                </a:lnTo>
                <a:lnTo>
                  <a:pt x="1654724" y="703853"/>
                </a:lnTo>
                <a:close/>
              </a:path>
              <a:path w="5142230" h="2300604">
                <a:moveTo>
                  <a:pt x="3125748" y="2123523"/>
                </a:moveTo>
                <a:lnTo>
                  <a:pt x="3121740" y="2119232"/>
                </a:lnTo>
                <a:lnTo>
                  <a:pt x="3120598" y="2115176"/>
                </a:lnTo>
                <a:lnTo>
                  <a:pt x="3123353" y="2105124"/>
                </a:lnTo>
                <a:lnTo>
                  <a:pt x="3129254" y="2101764"/>
                </a:lnTo>
                <a:lnTo>
                  <a:pt x="3129611" y="2101561"/>
                </a:lnTo>
                <a:lnTo>
                  <a:pt x="3135693" y="2103184"/>
                </a:lnTo>
                <a:lnTo>
                  <a:pt x="3141768" y="2104897"/>
                </a:lnTo>
                <a:lnTo>
                  <a:pt x="3145331" y="2111155"/>
                </a:lnTo>
                <a:lnTo>
                  <a:pt x="3143708" y="2117237"/>
                </a:lnTo>
                <a:lnTo>
                  <a:pt x="3142039" y="2123271"/>
                </a:lnTo>
                <a:lnTo>
                  <a:pt x="3135732" y="2126880"/>
                </a:lnTo>
                <a:lnTo>
                  <a:pt x="3129703" y="2125216"/>
                </a:lnTo>
                <a:lnTo>
                  <a:pt x="3127546" y="2124666"/>
                </a:lnTo>
                <a:lnTo>
                  <a:pt x="3125748" y="2123523"/>
                </a:lnTo>
                <a:close/>
              </a:path>
              <a:path w="5142230" h="2300604">
                <a:moveTo>
                  <a:pt x="1929960" y="774453"/>
                </a:moveTo>
                <a:lnTo>
                  <a:pt x="1925952" y="770162"/>
                </a:lnTo>
                <a:lnTo>
                  <a:pt x="1924763" y="766250"/>
                </a:lnTo>
                <a:lnTo>
                  <a:pt x="1925744" y="762413"/>
                </a:lnTo>
                <a:lnTo>
                  <a:pt x="1927177" y="756225"/>
                </a:lnTo>
                <a:lnTo>
                  <a:pt x="1933352" y="752474"/>
                </a:lnTo>
                <a:lnTo>
                  <a:pt x="1945620" y="755441"/>
                </a:lnTo>
                <a:lnTo>
                  <a:pt x="1949376" y="761612"/>
                </a:lnTo>
                <a:lnTo>
                  <a:pt x="1947892" y="767746"/>
                </a:lnTo>
                <a:lnTo>
                  <a:pt x="1946458" y="773834"/>
                </a:lnTo>
                <a:lnTo>
                  <a:pt x="1940287" y="777590"/>
                </a:lnTo>
                <a:lnTo>
                  <a:pt x="1934153" y="776106"/>
                </a:lnTo>
                <a:lnTo>
                  <a:pt x="1931857" y="775603"/>
                </a:lnTo>
                <a:lnTo>
                  <a:pt x="1929960" y="774453"/>
                </a:lnTo>
                <a:close/>
              </a:path>
              <a:path w="5142230" h="2300604">
                <a:moveTo>
                  <a:pt x="3164245" y="1986835"/>
                </a:moveTo>
                <a:lnTo>
                  <a:pt x="3160241" y="1982549"/>
                </a:lnTo>
                <a:lnTo>
                  <a:pt x="3159103" y="1978399"/>
                </a:lnTo>
                <a:lnTo>
                  <a:pt x="3161944" y="1968440"/>
                </a:lnTo>
                <a:lnTo>
                  <a:pt x="3168252" y="1964830"/>
                </a:lnTo>
                <a:lnTo>
                  <a:pt x="3174286" y="1966598"/>
                </a:lnTo>
                <a:lnTo>
                  <a:pt x="3180368" y="1968222"/>
                </a:lnTo>
                <a:lnTo>
                  <a:pt x="3183924" y="1974570"/>
                </a:lnTo>
                <a:lnTo>
                  <a:pt x="3180494" y="1986732"/>
                </a:lnTo>
                <a:lnTo>
                  <a:pt x="3174185" y="1990242"/>
                </a:lnTo>
                <a:lnTo>
                  <a:pt x="3168111" y="1988529"/>
                </a:lnTo>
                <a:lnTo>
                  <a:pt x="3166052" y="1987987"/>
                </a:lnTo>
                <a:lnTo>
                  <a:pt x="3164245" y="1986835"/>
                </a:lnTo>
                <a:close/>
              </a:path>
              <a:path w="5142230" h="2300604">
                <a:moveTo>
                  <a:pt x="3183005" y="1918359"/>
                </a:moveTo>
                <a:lnTo>
                  <a:pt x="3179001" y="1914073"/>
                </a:lnTo>
                <a:lnTo>
                  <a:pt x="3177816" y="1910067"/>
                </a:lnTo>
                <a:lnTo>
                  <a:pt x="3178831" y="1906365"/>
                </a:lnTo>
                <a:lnTo>
                  <a:pt x="3180423" y="1900053"/>
                </a:lnTo>
                <a:lnTo>
                  <a:pt x="3186680" y="1896390"/>
                </a:lnTo>
                <a:lnTo>
                  <a:pt x="3192766" y="1898018"/>
                </a:lnTo>
                <a:lnTo>
                  <a:pt x="3198897" y="1899596"/>
                </a:lnTo>
                <a:lnTo>
                  <a:pt x="3202510" y="1905809"/>
                </a:lnTo>
                <a:lnTo>
                  <a:pt x="3199353" y="1917971"/>
                </a:lnTo>
                <a:lnTo>
                  <a:pt x="3193273" y="1921530"/>
                </a:lnTo>
                <a:lnTo>
                  <a:pt x="3193095" y="1921634"/>
                </a:lnTo>
                <a:lnTo>
                  <a:pt x="3184812" y="1919511"/>
                </a:lnTo>
                <a:lnTo>
                  <a:pt x="3183005" y="1918359"/>
                </a:lnTo>
                <a:close/>
              </a:path>
              <a:path w="5142230" h="2300604">
                <a:moveTo>
                  <a:pt x="3144836" y="2055105"/>
                </a:moveTo>
                <a:lnTo>
                  <a:pt x="3140828" y="2050814"/>
                </a:lnTo>
                <a:lnTo>
                  <a:pt x="3139735" y="2046713"/>
                </a:lnTo>
                <a:lnTo>
                  <a:pt x="3142584" y="2036664"/>
                </a:lnTo>
                <a:lnTo>
                  <a:pt x="3148884" y="2033144"/>
                </a:lnTo>
                <a:lnTo>
                  <a:pt x="3154967" y="2034867"/>
                </a:lnTo>
                <a:lnTo>
                  <a:pt x="3160997" y="2036630"/>
                </a:lnTo>
                <a:lnTo>
                  <a:pt x="3164507" y="2042929"/>
                </a:lnTo>
                <a:lnTo>
                  <a:pt x="3162794" y="2049013"/>
                </a:lnTo>
                <a:lnTo>
                  <a:pt x="3161027" y="2055038"/>
                </a:lnTo>
                <a:lnTo>
                  <a:pt x="3154723" y="2058553"/>
                </a:lnTo>
                <a:lnTo>
                  <a:pt x="3148697" y="2056795"/>
                </a:lnTo>
                <a:lnTo>
                  <a:pt x="3146634" y="2056248"/>
                </a:lnTo>
                <a:lnTo>
                  <a:pt x="3144836" y="2055105"/>
                </a:lnTo>
                <a:close/>
              </a:path>
              <a:path w="5142230" h="2300604">
                <a:moveTo>
                  <a:pt x="1998985" y="790965"/>
                </a:moveTo>
                <a:lnTo>
                  <a:pt x="1994972" y="786670"/>
                </a:lnTo>
                <a:lnTo>
                  <a:pt x="1993788" y="782763"/>
                </a:lnTo>
                <a:lnTo>
                  <a:pt x="1996207" y="772742"/>
                </a:lnTo>
                <a:lnTo>
                  <a:pt x="2002377" y="768987"/>
                </a:lnTo>
                <a:lnTo>
                  <a:pt x="2014600" y="771905"/>
                </a:lnTo>
                <a:lnTo>
                  <a:pt x="2018355" y="778076"/>
                </a:lnTo>
                <a:lnTo>
                  <a:pt x="2016920" y="784164"/>
                </a:lnTo>
                <a:lnTo>
                  <a:pt x="2015437" y="790298"/>
                </a:lnTo>
                <a:lnTo>
                  <a:pt x="2009312" y="794102"/>
                </a:lnTo>
                <a:lnTo>
                  <a:pt x="2003219" y="792663"/>
                </a:lnTo>
                <a:lnTo>
                  <a:pt x="2000931" y="792070"/>
                </a:lnTo>
                <a:lnTo>
                  <a:pt x="1998985" y="790965"/>
                </a:lnTo>
                <a:close/>
              </a:path>
              <a:path w="5142230" h="2300604">
                <a:moveTo>
                  <a:pt x="2067963" y="807330"/>
                </a:moveTo>
                <a:lnTo>
                  <a:pt x="2064005" y="803093"/>
                </a:lnTo>
                <a:lnTo>
                  <a:pt x="2063609" y="801789"/>
                </a:lnTo>
                <a:lnTo>
                  <a:pt x="2062834" y="799102"/>
                </a:lnTo>
                <a:lnTo>
                  <a:pt x="2063698" y="795335"/>
                </a:lnTo>
                <a:lnTo>
                  <a:pt x="2065181" y="789201"/>
                </a:lnTo>
                <a:lnTo>
                  <a:pt x="2071357" y="785450"/>
                </a:lnTo>
                <a:lnTo>
                  <a:pt x="2077489" y="786835"/>
                </a:lnTo>
                <a:lnTo>
                  <a:pt x="2083623" y="788318"/>
                </a:lnTo>
                <a:lnTo>
                  <a:pt x="2087383" y="794494"/>
                </a:lnTo>
                <a:lnTo>
                  <a:pt x="2085900" y="800628"/>
                </a:lnTo>
                <a:lnTo>
                  <a:pt x="2084511" y="806765"/>
                </a:lnTo>
                <a:lnTo>
                  <a:pt x="2078340" y="810520"/>
                </a:lnTo>
                <a:lnTo>
                  <a:pt x="2072157" y="809082"/>
                </a:lnTo>
                <a:lnTo>
                  <a:pt x="2069910" y="808534"/>
                </a:lnTo>
                <a:lnTo>
                  <a:pt x="2067963" y="807330"/>
                </a:lnTo>
                <a:close/>
              </a:path>
              <a:path w="5142230" h="2300604">
                <a:moveTo>
                  <a:pt x="3214199" y="1780011"/>
                </a:moveTo>
                <a:lnTo>
                  <a:pt x="3210236" y="1775768"/>
                </a:lnTo>
                <a:lnTo>
                  <a:pt x="3208993" y="1772190"/>
                </a:lnTo>
                <a:lnTo>
                  <a:pt x="3209684" y="1768531"/>
                </a:lnTo>
                <a:lnTo>
                  <a:pt x="3210789" y="1762285"/>
                </a:lnTo>
                <a:lnTo>
                  <a:pt x="3216694" y="1758148"/>
                </a:lnTo>
                <a:lnTo>
                  <a:pt x="3222890" y="1759208"/>
                </a:lnTo>
                <a:lnTo>
                  <a:pt x="3229082" y="1760363"/>
                </a:lnTo>
                <a:lnTo>
                  <a:pt x="3233225" y="1766264"/>
                </a:lnTo>
                <a:lnTo>
                  <a:pt x="3232159" y="1772455"/>
                </a:lnTo>
                <a:lnTo>
                  <a:pt x="3231055" y="1778701"/>
                </a:lnTo>
                <a:lnTo>
                  <a:pt x="3225149" y="1782838"/>
                </a:lnTo>
                <a:lnTo>
                  <a:pt x="3216379" y="1781270"/>
                </a:lnTo>
                <a:lnTo>
                  <a:pt x="3214199" y="1780011"/>
                </a:lnTo>
                <a:close/>
              </a:path>
              <a:path w="5142230" h="2300604">
                <a:moveTo>
                  <a:pt x="2274610" y="858363"/>
                </a:moveTo>
                <a:lnTo>
                  <a:pt x="2270601" y="854072"/>
                </a:lnTo>
                <a:lnTo>
                  <a:pt x="2269466" y="850120"/>
                </a:lnTo>
                <a:lnTo>
                  <a:pt x="2272073" y="840106"/>
                </a:lnTo>
                <a:lnTo>
                  <a:pt x="2278157" y="836551"/>
                </a:lnTo>
                <a:lnTo>
                  <a:pt x="2278335" y="836448"/>
                </a:lnTo>
                <a:lnTo>
                  <a:pt x="2284415" y="837972"/>
                </a:lnTo>
                <a:lnTo>
                  <a:pt x="2290502" y="839600"/>
                </a:lnTo>
                <a:lnTo>
                  <a:pt x="2294160" y="845862"/>
                </a:lnTo>
                <a:lnTo>
                  <a:pt x="2292597" y="851716"/>
                </a:lnTo>
                <a:lnTo>
                  <a:pt x="2291007" y="858029"/>
                </a:lnTo>
                <a:lnTo>
                  <a:pt x="2284746" y="861687"/>
                </a:lnTo>
                <a:lnTo>
                  <a:pt x="2278781" y="860091"/>
                </a:lnTo>
                <a:lnTo>
                  <a:pt x="2276511" y="859518"/>
                </a:lnTo>
                <a:lnTo>
                  <a:pt x="2274610" y="858363"/>
                </a:lnTo>
                <a:close/>
              </a:path>
              <a:path w="5142230" h="2300604">
                <a:moveTo>
                  <a:pt x="2205859" y="840873"/>
                </a:moveTo>
                <a:lnTo>
                  <a:pt x="2201850" y="836582"/>
                </a:lnTo>
                <a:lnTo>
                  <a:pt x="2200662" y="832671"/>
                </a:lnTo>
                <a:lnTo>
                  <a:pt x="2203174" y="822653"/>
                </a:lnTo>
                <a:lnTo>
                  <a:pt x="2204816" y="821674"/>
                </a:lnTo>
                <a:lnTo>
                  <a:pt x="2209510" y="818977"/>
                </a:lnTo>
                <a:lnTo>
                  <a:pt x="2215476" y="820476"/>
                </a:lnTo>
                <a:lnTo>
                  <a:pt x="2221610" y="821959"/>
                </a:lnTo>
                <a:lnTo>
                  <a:pt x="2225316" y="828175"/>
                </a:lnTo>
                <a:lnTo>
                  <a:pt x="2223833" y="834309"/>
                </a:lnTo>
                <a:lnTo>
                  <a:pt x="2222304" y="840394"/>
                </a:lnTo>
                <a:lnTo>
                  <a:pt x="2216088" y="844101"/>
                </a:lnTo>
                <a:lnTo>
                  <a:pt x="2209954" y="842618"/>
                </a:lnTo>
                <a:lnTo>
                  <a:pt x="2207755" y="842024"/>
                </a:lnTo>
                <a:lnTo>
                  <a:pt x="2205859" y="840873"/>
                </a:lnTo>
                <a:close/>
              </a:path>
              <a:path w="5142230" h="2300604">
                <a:moveTo>
                  <a:pt x="2874965" y="1070847"/>
                </a:moveTo>
                <a:lnTo>
                  <a:pt x="2870870" y="1066463"/>
                </a:lnTo>
                <a:lnTo>
                  <a:pt x="2870061" y="1061101"/>
                </a:lnTo>
                <a:lnTo>
                  <a:pt x="2872475" y="1056746"/>
                </a:lnTo>
                <a:lnTo>
                  <a:pt x="2875497" y="1051183"/>
                </a:lnTo>
                <a:lnTo>
                  <a:pt x="2882459" y="1049154"/>
                </a:lnTo>
                <a:lnTo>
                  <a:pt x="2893489" y="1055195"/>
                </a:lnTo>
                <a:lnTo>
                  <a:pt x="2895567" y="1062111"/>
                </a:lnTo>
                <a:lnTo>
                  <a:pt x="2892500" y="1067625"/>
                </a:lnTo>
                <a:lnTo>
                  <a:pt x="2889478" y="1073187"/>
                </a:lnTo>
                <a:lnTo>
                  <a:pt x="2882512" y="1075211"/>
                </a:lnTo>
                <a:lnTo>
                  <a:pt x="2875936" y="1071593"/>
                </a:lnTo>
                <a:lnTo>
                  <a:pt x="2874965" y="1070847"/>
                </a:lnTo>
                <a:close/>
              </a:path>
              <a:path w="5142230" h="2300604">
                <a:moveTo>
                  <a:pt x="3199990" y="1849449"/>
                </a:moveTo>
                <a:lnTo>
                  <a:pt x="3195982" y="1845158"/>
                </a:lnTo>
                <a:lnTo>
                  <a:pt x="3194835" y="1841390"/>
                </a:lnTo>
                <a:lnTo>
                  <a:pt x="3197106" y="1831407"/>
                </a:lnTo>
                <a:lnTo>
                  <a:pt x="3203190" y="1827558"/>
                </a:lnTo>
                <a:lnTo>
                  <a:pt x="3215465" y="1830337"/>
                </a:lnTo>
                <a:lnTo>
                  <a:pt x="3219318" y="1836416"/>
                </a:lnTo>
                <a:lnTo>
                  <a:pt x="3217929" y="1842553"/>
                </a:lnTo>
                <a:lnTo>
                  <a:pt x="3216585" y="1848739"/>
                </a:lnTo>
                <a:lnTo>
                  <a:pt x="3210411" y="1852589"/>
                </a:lnTo>
                <a:lnTo>
                  <a:pt x="3201978" y="1850697"/>
                </a:lnTo>
                <a:lnTo>
                  <a:pt x="3199990" y="1849449"/>
                </a:lnTo>
                <a:close/>
              </a:path>
              <a:path w="5142230" h="2300604">
                <a:moveTo>
                  <a:pt x="3229799" y="1639437"/>
                </a:moveTo>
                <a:lnTo>
                  <a:pt x="3225836" y="1635195"/>
                </a:lnTo>
                <a:lnTo>
                  <a:pt x="3224617" y="1632228"/>
                </a:lnTo>
                <a:lnTo>
                  <a:pt x="3224767" y="1629163"/>
                </a:lnTo>
                <a:lnTo>
                  <a:pt x="3224982" y="1622844"/>
                </a:lnTo>
                <a:lnTo>
                  <a:pt x="3230293" y="1617972"/>
                </a:lnTo>
                <a:lnTo>
                  <a:pt x="3236468" y="1618131"/>
                </a:lnTo>
                <a:lnTo>
                  <a:pt x="3242881" y="1618350"/>
                </a:lnTo>
                <a:lnTo>
                  <a:pt x="3247755" y="1623567"/>
                </a:lnTo>
                <a:lnTo>
                  <a:pt x="3247330" y="1636209"/>
                </a:lnTo>
                <a:lnTo>
                  <a:pt x="3242063" y="1641129"/>
                </a:lnTo>
                <a:lnTo>
                  <a:pt x="3235790" y="1640963"/>
                </a:lnTo>
                <a:lnTo>
                  <a:pt x="3232632" y="1640808"/>
                </a:lnTo>
                <a:lnTo>
                  <a:pt x="3229799" y="1639437"/>
                </a:lnTo>
                <a:close/>
              </a:path>
              <a:path w="5142230" h="2300604">
                <a:moveTo>
                  <a:pt x="2936607" y="1107314"/>
                </a:moveTo>
                <a:lnTo>
                  <a:pt x="2931763" y="1102128"/>
                </a:lnTo>
                <a:lnTo>
                  <a:pt x="2931124" y="1096557"/>
                </a:lnTo>
                <a:lnTo>
                  <a:pt x="2937098" y="1087117"/>
                </a:lnTo>
                <a:lnTo>
                  <a:pt x="2937355" y="1086709"/>
                </a:lnTo>
                <a:lnTo>
                  <a:pt x="2944395" y="1085154"/>
                </a:lnTo>
                <a:lnTo>
                  <a:pt x="2949707" y="1088593"/>
                </a:lnTo>
                <a:lnTo>
                  <a:pt x="2955073" y="1091990"/>
                </a:lnTo>
                <a:lnTo>
                  <a:pt x="2956627" y="1099030"/>
                </a:lnTo>
                <a:lnTo>
                  <a:pt x="2953446" y="1103934"/>
                </a:lnTo>
                <a:lnTo>
                  <a:pt x="2950061" y="1109302"/>
                </a:lnTo>
                <a:lnTo>
                  <a:pt x="2949840" y="1109653"/>
                </a:lnTo>
                <a:lnTo>
                  <a:pt x="2942805" y="1111212"/>
                </a:lnTo>
                <a:lnTo>
                  <a:pt x="2937444" y="1107819"/>
                </a:lnTo>
                <a:lnTo>
                  <a:pt x="2936607" y="1107314"/>
                </a:lnTo>
                <a:close/>
              </a:path>
              <a:path w="5142230" h="2300604">
                <a:moveTo>
                  <a:pt x="2136895" y="823938"/>
                </a:moveTo>
                <a:lnTo>
                  <a:pt x="2132887" y="819647"/>
                </a:lnTo>
                <a:lnTo>
                  <a:pt x="2132506" y="818360"/>
                </a:lnTo>
                <a:lnTo>
                  <a:pt x="2131763" y="815707"/>
                </a:lnTo>
                <a:lnTo>
                  <a:pt x="2134162" y="805764"/>
                </a:lnTo>
                <a:lnTo>
                  <a:pt x="2140333" y="802008"/>
                </a:lnTo>
                <a:lnTo>
                  <a:pt x="2152601" y="804975"/>
                </a:lnTo>
                <a:lnTo>
                  <a:pt x="2156356" y="811146"/>
                </a:lnTo>
                <a:lnTo>
                  <a:pt x="2153385" y="823409"/>
                </a:lnTo>
                <a:lnTo>
                  <a:pt x="2147219" y="827169"/>
                </a:lnTo>
                <a:lnTo>
                  <a:pt x="2141035" y="825632"/>
                </a:lnTo>
                <a:lnTo>
                  <a:pt x="2138837" y="825137"/>
                </a:lnTo>
                <a:lnTo>
                  <a:pt x="2136895" y="823938"/>
                </a:lnTo>
                <a:close/>
              </a:path>
              <a:path w="5142230" h="2300604">
                <a:moveTo>
                  <a:pt x="2747167" y="1009992"/>
                </a:moveTo>
                <a:lnTo>
                  <a:pt x="2743109" y="1005647"/>
                </a:lnTo>
                <a:lnTo>
                  <a:pt x="2742138" y="1000893"/>
                </a:lnTo>
                <a:lnTo>
                  <a:pt x="2743889" y="996610"/>
                </a:lnTo>
                <a:lnTo>
                  <a:pt x="2746400" y="990794"/>
                </a:lnTo>
                <a:lnTo>
                  <a:pt x="2753056" y="988046"/>
                </a:lnTo>
                <a:lnTo>
                  <a:pt x="2759021" y="990619"/>
                </a:lnTo>
                <a:lnTo>
                  <a:pt x="2764695" y="992979"/>
                </a:lnTo>
                <a:lnTo>
                  <a:pt x="2767442" y="999635"/>
                </a:lnTo>
                <a:lnTo>
                  <a:pt x="2762514" y="1011269"/>
                </a:lnTo>
                <a:lnTo>
                  <a:pt x="2755854" y="1014012"/>
                </a:lnTo>
                <a:lnTo>
                  <a:pt x="2748500" y="1010929"/>
                </a:lnTo>
                <a:lnTo>
                  <a:pt x="2747167" y="1009992"/>
                </a:lnTo>
                <a:close/>
              </a:path>
              <a:path w="5142230" h="2300604">
                <a:moveTo>
                  <a:pt x="1723343" y="722571"/>
                </a:moveTo>
                <a:lnTo>
                  <a:pt x="1719335" y="718280"/>
                </a:lnTo>
                <a:lnTo>
                  <a:pt x="1718145" y="714269"/>
                </a:lnTo>
                <a:lnTo>
                  <a:pt x="1719182" y="710296"/>
                </a:lnTo>
                <a:lnTo>
                  <a:pt x="1720805" y="704214"/>
                </a:lnTo>
                <a:lnTo>
                  <a:pt x="1726825" y="700786"/>
                </a:lnTo>
                <a:lnTo>
                  <a:pt x="1727063" y="700651"/>
                </a:lnTo>
                <a:lnTo>
                  <a:pt x="1733145" y="702274"/>
                </a:lnTo>
                <a:lnTo>
                  <a:pt x="1739272" y="703847"/>
                </a:lnTo>
                <a:lnTo>
                  <a:pt x="1742840" y="710110"/>
                </a:lnTo>
                <a:lnTo>
                  <a:pt x="1741217" y="716192"/>
                </a:lnTo>
                <a:lnTo>
                  <a:pt x="1739642" y="722229"/>
                </a:lnTo>
                <a:lnTo>
                  <a:pt x="1733617" y="725749"/>
                </a:lnTo>
                <a:lnTo>
                  <a:pt x="1733380" y="725887"/>
                </a:lnTo>
                <a:lnTo>
                  <a:pt x="1727298" y="724263"/>
                </a:lnTo>
                <a:lnTo>
                  <a:pt x="1725141" y="723713"/>
                </a:lnTo>
                <a:lnTo>
                  <a:pt x="1723343" y="722571"/>
                </a:lnTo>
                <a:close/>
              </a:path>
              <a:path w="5142230" h="2300604">
                <a:moveTo>
                  <a:pt x="2811897" y="1038817"/>
                </a:moveTo>
                <a:lnTo>
                  <a:pt x="2807802" y="1034433"/>
                </a:lnTo>
                <a:lnTo>
                  <a:pt x="2806882" y="1029440"/>
                </a:lnTo>
                <a:lnTo>
                  <a:pt x="2808969" y="1025125"/>
                </a:lnTo>
                <a:lnTo>
                  <a:pt x="2811666" y="1019410"/>
                </a:lnTo>
                <a:lnTo>
                  <a:pt x="2818452" y="1016997"/>
                </a:lnTo>
                <a:lnTo>
                  <a:pt x="2829877" y="1022386"/>
                </a:lnTo>
                <a:lnTo>
                  <a:pt x="2832294" y="1029177"/>
                </a:lnTo>
                <a:lnTo>
                  <a:pt x="2829593" y="1034887"/>
                </a:lnTo>
                <a:lnTo>
                  <a:pt x="2826855" y="1040558"/>
                </a:lnTo>
                <a:lnTo>
                  <a:pt x="2820065" y="1042966"/>
                </a:lnTo>
                <a:lnTo>
                  <a:pt x="2813049" y="1039658"/>
                </a:lnTo>
                <a:lnTo>
                  <a:pt x="2811897" y="1038817"/>
                </a:lnTo>
                <a:close/>
              </a:path>
              <a:path w="5142230" h="2300604">
                <a:moveTo>
                  <a:pt x="1860945" y="757658"/>
                </a:moveTo>
                <a:lnTo>
                  <a:pt x="1856932" y="753362"/>
                </a:lnTo>
                <a:lnTo>
                  <a:pt x="1855842" y="749458"/>
                </a:lnTo>
                <a:lnTo>
                  <a:pt x="1858261" y="739438"/>
                </a:lnTo>
                <a:lnTo>
                  <a:pt x="1864477" y="735731"/>
                </a:lnTo>
                <a:lnTo>
                  <a:pt x="1870611" y="737214"/>
                </a:lnTo>
                <a:lnTo>
                  <a:pt x="1876696" y="738743"/>
                </a:lnTo>
                <a:lnTo>
                  <a:pt x="1880447" y="744909"/>
                </a:lnTo>
                <a:lnTo>
                  <a:pt x="1878923" y="750999"/>
                </a:lnTo>
                <a:lnTo>
                  <a:pt x="1877439" y="757133"/>
                </a:lnTo>
                <a:lnTo>
                  <a:pt x="1871264" y="760884"/>
                </a:lnTo>
                <a:lnTo>
                  <a:pt x="1862887" y="758857"/>
                </a:lnTo>
                <a:lnTo>
                  <a:pt x="1860945" y="757658"/>
                </a:lnTo>
                <a:close/>
              </a:path>
              <a:path w="5142230" h="2300604">
                <a:moveTo>
                  <a:pt x="3204200" y="1430225"/>
                </a:moveTo>
                <a:lnTo>
                  <a:pt x="3200191" y="1425934"/>
                </a:lnTo>
                <a:lnTo>
                  <a:pt x="3199345" y="1424441"/>
                </a:lnTo>
                <a:lnTo>
                  <a:pt x="3198838" y="1422824"/>
                </a:lnTo>
                <a:lnTo>
                  <a:pt x="3196871" y="1416808"/>
                </a:lnTo>
                <a:lnTo>
                  <a:pt x="3200201" y="1410402"/>
                </a:lnTo>
                <a:lnTo>
                  <a:pt x="3206172" y="1408486"/>
                </a:lnTo>
                <a:lnTo>
                  <a:pt x="3211907" y="1406610"/>
                </a:lnTo>
                <a:lnTo>
                  <a:pt x="3212187" y="1406519"/>
                </a:lnTo>
                <a:lnTo>
                  <a:pt x="3218589" y="1409852"/>
                </a:lnTo>
                <a:lnTo>
                  <a:pt x="3222477" y="1421834"/>
                </a:lnTo>
                <a:lnTo>
                  <a:pt x="3219189" y="1428285"/>
                </a:lnTo>
                <a:lnTo>
                  <a:pt x="3208828" y="1431562"/>
                </a:lnTo>
                <a:lnTo>
                  <a:pt x="3204200" y="1430225"/>
                </a:lnTo>
                <a:close/>
              </a:path>
              <a:path w="5142230" h="2300604">
                <a:moveTo>
                  <a:pt x="3220942" y="1498682"/>
                </a:moveTo>
                <a:lnTo>
                  <a:pt x="3216979" y="1494440"/>
                </a:lnTo>
                <a:lnTo>
                  <a:pt x="3215915" y="1492421"/>
                </a:lnTo>
                <a:lnTo>
                  <a:pt x="3215571" y="1490195"/>
                </a:lnTo>
                <a:lnTo>
                  <a:pt x="3214459" y="1484020"/>
                </a:lnTo>
                <a:lnTo>
                  <a:pt x="3218575" y="1478065"/>
                </a:lnTo>
                <a:lnTo>
                  <a:pt x="3230930" y="1475847"/>
                </a:lnTo>
                <a:lnTo>
                  <a:pt x="3236875" y="1479963"/>
                </a:lnTo>
                <a:lnTo>
                  <a:pt x="3239144" y="1492362"/>
                </a:lnTo>
                <a:lnTo>
                  <a:pt x="3234982" y="1498268"/>
                </a:lnTo>
                <a:lnTo>
                  <a:pt x="3228803" y="1499374"/>
                </a:lnTo>
                <a:lnTo>
                  <a:pt x="3224863" y="1500142"/>
                </a:lnTo>
                <a:lnTo>
                  <a:pt x="3220942" y="1498682"/>
                </a:lnTo>
                <a:close/>
              </a:path>
              <a:path w="5142230" h="2300604">
                <a:moveTo>
                  <a:pt x="1792086" y="740443"/>
                </a:moveTo>
                <a:lnTo>
                  <a:pt x="1788077" y="736152"/>
                </a:lnTo>
                <a:lnTo>
                  <a:pt x="1786933" y="732190"/>
                </a:lnTo>
                <a:lnTo>
                  <a:pt x="1789450" y="722177"/>
                </a:lnTo>
                <a:lnTo>
                  <a:pt x="1795666" y="718471"/>
                </a:lnTo>
                <a:lnTo>
                  <a:pt x="1807878" y="721572"/>
                </a:lnTo>
                <a:lnTo>
                  <a:pt x="1811584" y="727789"/>
                </a:lnTo>
                <a:lnTo>
                  <a:pt x="1810031" y="733848"/>
                </a:lnTo>
                <a:lnTo>
                  <a:pt x="1808482" y="740009"/>
                </a:lnTo>
                <a:lnTo>
                  <a:pt x="1802266" y="743716"/>
                </a:lnTo>
                <a:lnTo>
                  <a:pt x="1796296" y="742212"/>
                </a:lnTo>
                <a:lnTo>
                  <a:pt x="1793978" y="741588"/>
                </a:lnTo>
                <a:lnTo>
                  <a:pt x="1792086" y="740443"/>
                </a:lnTo>
                <a:close/>
              </a:path>
              <a:path w="5142230" h="2300604">
                <a:moveTo>
                  <a:pt x="3224516" y="1709925"/>
                </a:moveTo>
                <a:lnTo>
                  <a:pt x="3220553" y="1705683"/>
                </a:lnTo>
                <a:lnTo>
                  <a:pt x="3219346" y="1702436"/>
                </a:lnTo>
                <a:lnTo>
                  <a:pt x="3219699" y="1699002"/>
                </a:lnTo>
                <a:lnTo>
                  <a:pt x="3220431" y="1692748"/>
                </a:lnTo>
                <a:lnTo>
                  <a:pt x="3226062" y="1688219"/>
                </a:lnTo>
                <a:lnTo>
                  <a:pt x="3232311" y="1688946"/>
                </a:lnTo>
                <a:lnTo>
                  <a:pt x="3238568" y="1689584"/>
                </a:lnTo>
                <a:lnTo>
                  <a:pt x="3243098" y="1695214"/>
                </a:lnTo>
                <a:lnTo>
                  <a:pt x="3242411" y="1701517"/>
                </a:lnTo>
                <a:lnTo>
                  <a:pt x="3241683" y="1707776"/>
                </a:lnTo>
                <a:lnTo>
                  <a:pt x="3236053" y="1712305"/>
                </a:lnTo>
                <a:lnTo>
                  <a:pt x="3226976" y="1711288"/>
                </a:lnTo>
                <a:lnTo>
                  <a:pt x="3224516" y="1709925"/>
                </a:lnTo>
                <a:close/>
              </a:path>
              <a:path w="5142230" h="2300604">
                <a:moveTo>
                  <a:pt x="2994447" y="1147433"/>
                </a:moveTo>
                <a:lnTo>
                  <a:pt x="2989796" y="1142454"/>
                </a:lnTo>
                <a:lnTo>
                  <a:pt x="2989345" y="1136302"/>
                </a:lnTo>
                <a:lnTo>
                  <a:pt x="2992807" y="1131798"/>
                </a:lnTo>
                <a:lnTo>
                  <a:pt x="2996613" y="1126781"/>
                </a:lnTo>
                <a:lnTo>
                  <a:pt x="3003728" y="1125796"/>
                </a:lnTo>
                <a:lnTo>
                  <a:pt x="3013756" y="1133403"/>
                </a:lnTo>
                <a:lnTo>
                  <a:pt x="3014792" y="1140572"/>
                </a:lnTo>
                <a:lnTo>
                  <a:pt x="3007131" y="1150650"/>
                </a:lnTo>
                <a:lnTo>
                  <a:pt x="2999966" y="1151581"/>
                </a:lnTo>
                <a:lnTo>
                  <a:pt x="2994954" y="1147780"/>
                </a:lnTo>
                <a:lnTo>
                  <a:pt x="2994447" y="1147433"/>
                </a:lnTo>
                <a:close/>
              </a:path>
              <a:path w="5142230" h="2300604">
                <a:moveTo>
                  <a:pt x="3229088" y="1568787"/>
                </a:moveTo>
                <a:lnTo>
                  <a:pt x="3225075" y="1564491"/>
                </a:lnTo>
                <a:lnTo>
                  <a:pt x="3223930" y="1562092"/>
                </a:lnTo>
                <a:lnTo>
                  <a:pt x="3223793" y="1559306"/>
                </a:lnTo>
                <a:lnTo>
                  <a:pt x="3223394" y="1553014"/>
                </a:lnTo>
                <a:lnTo>
                  <a:pt x="3228155" y="1547653"/>
                </a:lnTo>
                <a:lnTo>
                  <a:pt x="3240736" y="1546849"/>
                </a:lnTo>
                <a:lnTo>
                  <a:pt x="3246143" y="1551659"/>
                </a:lnTo>
                <a:lnTo>
                  <a:pt x="3246896" y="1564195"/>
                </a:lnTo>
                <a:lnTo>
                  <a:pt x="3242185" y="1569610"/>
                </a:lnTo>
                <a:lnTo>
                  <a:pt x="3235842" y="1569956"/>
                </a:lnTo>
                <a:lnTo>
                  <a:pt x="3232340" y="1570215"/>
                </a:lnTo>
                <a:lnTo>
                  <a:pt x="3229088" y="1568787"/>
                </a:lnTo>
                <a:close/>
              </a:path>
              <a:path w="5142230" h="2300604">
                <a:moveTo>
                  <a:pt x="1384075" y="616367"/>
                </a:moveTo>
                <a:lnTo>
                  <a:pt x="1380066" y="612077"/>
                </a:lnTo>
                <a:lnTo>
                  <a:pt x="1378994" y="607508"/>
                </a:lnTo>
                <a:lnTo>
                  <a:pt x="1382785" y="597393"/>
                </a:lnTo>
                <a:lnTo>
                  <a:pt x="1389353" y="594453"/>
                </a:lnTo>
                <a:lnTo>
                  <a:pt x="1401146" y="598867"/>
                </a:lnTo>
                <a:lnTo>
                  <a:pt x="1404176" y="605433"/>
                </a:lnTo>
                <a:lnTo>
                  <a:pt x="1399717" y="617278"/>
                </a:lnTo>
                <a:lnTo>
                  <a:pt x="1393149" y="620217"/>
                </a:lnTo>
                <a:lnTo>
                  <a:pt x="1385551" y="617362"/>
                </a:lnTo>
                <a:lnTo>
                  <a:pt x="1384075" y="616367"/>
                </a:lnTo>
                <a:close/>
              </a:path>
              <a:path w="5142230" h="2300604">
                <a:moveTo>
                  <a:pt x="2343148" y="876700"/>
                </a:moveTo>
                <a:lnTo>
                  <a:pt x="2339144" y="872414"/>
                </a:lnTo>
                <a:lnTo>
                  <a:pt x="2338002" y="868358"/>
                </a:lnTo>
                <a:lnTo>
                  <a:pt x="2339134" y="864388"/>
                </a:lnTo>
                <a:lnTo>
                  <a:pt x="2340806" y="858261"/>
                </a:lnTo>
                <a:lnTo>
                  <a:pt x="2346685" y="854975"/>
                </a:lnTo>
                <a:lnTo>
                  <a:pt x="2347105" y="854741"/>
                </a:lnTo>
                <a:lnTo>
                  <a:pt x="2359271" y="858086"/>
                </a:lnTo>
                <a:lnTo>
                  <a:pt x="2362834" y="864345"/>
                </a:lnTo>
                <a:lnTo>
                  <a:pt x="2361117" y="870424"/>
                </a:lnTo>
                <a:lnTo>
                  <a:pt x="2359445" y="876551"/>
                </a:lnTo>
                <a:lnTo>
                  <a:pt x="2353603" y="879878"/>
                </a:lnTo>
                <a:lnTo>
                  <a:pt x="2353186" y="880115"/>
                </a:lnTo>
                <a:lnTo>
                  <a:pt x="2344998" y="877802"/>
                </a:lnTo>
                <a:lnTo>
                  <a:pt x="2343148" y="876700"/>
                </a:lnTo>
                <a:close/>
              </a:path>
              <a:path w="5142230" h="2300604">
                <a:moveTo>
                  <a:pt x="1252458" y="562176"/>
                </a:moveTo>
                <a:lnTo>
                  <a:pt x="1248404" y="557836"/>
                </a:lnTo>
                <a:lnTo>
                  <a:pt x="1247484" y="552942"/>
                </a:lnTo>
                <a:lnTo>
                  <a:pt x="1249427" y="548571"/>
                </a:lnTo>
                <a:lnTo>
                  <a:pt x="1252025" y="542848"/>
                </a:lnTo>
                <a:lnTo>
                  <a:pt x="1258773" y="540297"/>
                </a:lnTo>
                <a:lnTo>
                  <a:pt x="1264491" y="542899"/>
                </a:lnTo>
                <a:lnTo>
                  <a:pt x="1270258" y="545456"/>
                </a:lnTo>
                <a:lnTo>
                  <a:pt x="1272814" y="552199"/>
                </a:lnTo>
                <a:lnTo>
                  <a:pt x="1270257" y="557966"/>
                </a:lnTo>
                <a:lnTo>
                  <a:pt x="1267606" y="563730"/>
                </a:lnTo>
                <a:lnTo>
                  <a:pt x="1260863" y="566286"/>
                </a:lnTo>
                <a:lnTo>
                  <a:pt x="1253703" y="563021"/>
                </a:lnTo>
                <a:lnTo>
                  <a:pt x="1252458" y="562176"/>
                </a:lnTo>
                <a:close/>
              </a:path>
              <a:path w="5142230" h="2300604">
                <a:moveTo>
                  <a:pt x="2614564" y="959826"/>
                </a:moveTo>
                <a:lnTo>
                  <a:pt x="2610510" y="955487"/>
                </a:lnTo>
                <a:lnTo>
                  <a:pt x="2609431" y="951107"/>
                </a:lnTo>
                <a:lnTo>
                  <a:pt x="2610843" y="946948"/>
                </a:lnTo>
                <a:lnTo>
                  <a:pt x="2612890" y="941027"/>
                </a:lnTo>
                <a:lnTo>
                  <a:pt x="2619414" y="937845"/>
                </a:lnTo>
                <a:lnTo>
                  <a:pt x="2631312" y="941980"/>
                </a:lnTo>
                <a:lnTo>
                  <a:pt x="2634497" y="948419"/>
                </a:lnTo>
                <a:lnTo>
                  <a:pt x="2632405" y="954391"/>
                </a:lnTo>
                <a:lnTo>
                  <a:pt x="2630403" y="960361"/>
                </a:lnTo>
                <a:lnTo>
                  <a:pt x="2623879" y="963543"/>
                </a:lnTo>
                <a:lnTo>
                  <a:pt x="2617907" y="961451"/>
                </a:lnTo>
                <a:lnTo>
                  <a:pt x="2616086" y="960870"/>
                </a:lnTo>
                <a:lnTo>
                  <a:pt x="2614564" y="959826"/>
                </a:lnTo>
                <a:close/>
              </a:path>
              <a:path w="5142230" h="2300604">
                <a:moveTo>
                  <a:pt x="2547201" y="937469"/>
                </a:moveTo>
                <a:lnTo>
                  <a:pt x="2543193" y="933179"/>
                </a:lnTo>
                <a:lnTo>
                  <a:pt x="2542062" y="928938"/>
                </a:lnTo>
                <a:lnTo>
                  <a:pt x="2545328" y="918848"/>
                </a:lnTo>
                <a:lnTo>
                  <a:pt x="2551720" y="915524"/>
                </a:lnTo>
                <a:lnTo>
                  <a:pt x="2563726" y="919384"/>
                </a:lnTo>
                <a:lnTo>
                  <a:pt x="2567049" y="925776"/>
                </a:lnTo>
                <a:lnTo>
                  <a:pt x="2565098" y="931800"/>
                </a:lnTo>
                <a:lnTo>
                  <a:pt x="2563195" y="937778"/>
                </a:lnTo>
                <a:lnTo>
                  <a:pt x="2556803" y="941101"/>
                </a:lnTo>
                <a:lnTo>
                  <a:pt x="2550774" y="939144"/>
                </a:lnTo>
                <a:lnTo>
                  <a:pt x="2548863" y="938565"/>
                </a:lnTo>
                <a:lnTo>
                  <a:pt x="2547201" y="937469"/>
                </a:lnTo>
                <a:close/>
              </a:path>
              <a:path w="5142230" h="2300604">
                <a:moveTo>
                  <a:pt x="2681347" y="983811"/>
                </a:moveTo>
                <a:lnTo>
                  <a:pt x="2677297" y="979477"/>
                </a:lnTo>
                <a:lnTo>
                  <a:pt x="2676221" y="974903"/>
                </a:lnTo>
                <a:lnTo>
                  <a:pt x="2677825" y="970756"/>
                </a:lnTo>
                <a:lnTo>
                  <a:pt x="2680061" y="964841"/>
                </a:lnTo>
                <a:lnTo>
                  <a:pt x="2686579" y="961848"/>
                </a:lnTo>
                <a:lnTo>
                  <a:pt x="2698423" y="966316"/>
                </a:lnTo>
                <a:lnTo>
                  <a:pt x="2701362" y="972884"/>
                </a:lnTo>
                <a:lnTo>
                  <a:pt x="2699131" y="978803"/>
                </a:lnTo>
                <a:lnTo>
                  <a:pt x="2696948" y="984678"/>
                </a:lnTo>
                <a:lnTo>
                  <a:pt x="2690327" y="987658"/>
                </a:lnTo>
                <a:lnTo>
                  <a:pt x="2684453" y="985475"/>
                </a:lnTo>
                <a:lnTo>
                  <a:pt x="2682729" y="984803"/>
                </a:lnTo>
                <a:lnTo>
                  <a:pt x="2681347" y="983811"/>
                </a:lnTo>
                <a:close/>
              </a:path>
              <a:path w="5142230" h="2300604">
                <a:moveTo>
                  <a:pt x="3048517" y="1192607"/>
                </a:moveTo>
                <a:lnTo>
                  <a:pt x="3043917" y="1187682"/>
                </a:lnTo>
                <a:lnTo>
                  <a:pt x="3043816" y="1180928"/>
                </a:lnTo>
                <a:lnTo>
                  <a:pt x="3052204" y="1171823"/>
                </a:lnTo>
                <a:lnTo>
                  <a:pt x="3059436" y="1171550"/>
                </a:lnTo>
                <a:lnTo>
                  <a:pt x="3064006" y="1175855"/>
                </a:lnTo>
                <a:lnTo>
                  <a:pt x="3068633" y="1180125"/>
                </a:lnTo>
                <a:lnTo>
                  <a:pt x="3068907" y="1187357"/>
                </a:lnTo>
                <a:lnTo>
                  <a:pt x="3060377" y="1196603"/>
                </a:lnTo>
                <a:lnTo>
                  <a:pt x="3053145" y="1196876"/>
                </a:lnTo>
                <a:lnTo>
                  <a:pt x="3048517" y="1192607"/>
                </a:lnTo>
                <a:close/>
              </a:path>
              <a:path w="5142230" h="2300604">
                <a:moveTo>
                  <a:pt x="2411466" y="896073"/>
                </a:moveTo>
                <a:lnTo>
                  <a:pt x="2407453" y="891777"/>
                </a:lnTo>
                <a:lnTo>
                  <a:pt x="2406324" y="887636"/>
                </a:lnTo>
                <a:lnTo>
                  <a:pt x="2409263" y="877586"/>
                </a:lnTo>
                <a:lnTo>
                  <a:pt x="2415612" y="874120"/>
                </a:lnTo>
                <a:lnTo>
                  <a:pt x="2427668" y="877641"/>
                </a:lnTo>
                <a:lnTo>
                  <a:pt x="2431139" y="883996"/>
                </a:lnTo>
                <a:lnTo>
                  <a:pt x="2429376" y="890026"/>
                </a:lnTo>
                <a:lnTo>
                  <a:pt x="2427564" y="896102"/>
                </a:lnTo>
                <a:lnTo>
                  <a:pt x="2421214" y="899568"/>
                </a:lnTo>
                <a:lnTo>
                  <a:pt x="2413174" y="897217"/>
                </a:lnTo>
                <a:lnTo>
                  <a:pt x="2411466" y="896073"/>
                </a:lnTo>
                <a:close/>
              </a:path>
              <a:path w="5142230" h="2300604">
                <a:moveTo>
                  <a:pt x="1317829" y="590319"/>
                </a:moveTo>
                <a:lnTo>
                  <a:pt x="1313821" y="586028"/>
                </a:lnTo>
                <a:lnTo>
                  <a:pt x="1312801" y="581320"/>
                </a:lnTo>
                <a:lnTo>
                  <a:pt x="1316964" y="571212"/>
                </a:lnTo>
                <a:lnTo>
                  <a:pt x="1323579" y="568421"/>
                </a:lnTo>
                <a:lnTo>
                  <a:pt x="1329591" y="570849"/>
                </a:lnTo>
                <a:lnTo>
                  <a:pt x="1335265" y="573209"/>
                </a:lnTo>
                <a:lnTo>
                  <a:pt x="1338013" y="579864"/>
                </a:lnTo>
                <a:lnTo>
                  <a:pt x="1335686" y="585682"/>
                </a:lnTo>
                <a:lnTo>
                  <a:pt x="1333274" y="591506"/>
                </a:lnTo>
                <a:lnTo>
                  <a:pt x="1326569" y="594299"/>
                </a:lnTo>
                <a:lnTo>
                  <a:pt x="1320796" y="591931"/>
                </a:lnTo>
                <a:lnTo>
                  <a:pt x="1319212" y="591310"/>
                </a:lnTo>
                <a:lnTo>
                  <a:pt x="1317829" y="590319"/>
                </a:lnTo>
                <a:close/>
              </a:path>
              <a:path w="5142230" h="2300604">
                <a:moveTo>
                  <a:pt x="2479461" y="916369"/>
                </a:moveTo>
                <a:lnTo>
                  <a:pt x="2475457" y="912083"/>
                </a:lnTo>
                <a:lnTo>
                  <a:pt x="2474319" y="907933"/>
                </a:lnTo>
                <a:lnTo>
                  <a:pt x="2477400" y="897840"/>
                </a:lnTo>
                <a:lnTo>
                  <a:pt x="2483747" y="894468"/>
                </a:lnTo>
                <a:lnTo>
                  <a:pt x="2489781" y="896237"/>
                </a:lnTo>
                <a:lnTo>
                  <a:pt x="2495804" y="898089"/>
                </a:lnTo>
                <a:lnTo>
                  <a:pt x="2499221" y="904484"/>
                </a:lnTo>
                <a:lnTo>
                  <a:pt x="2495511" y="916543"/>
                </a:lnTo>
                <a:lnTo>
                  <a:pt x="2489160" y="919910"/>
                </a:lnTo>
                <a:lnTo>
                  <a:pt x="2483134" y="918152"/>
                </a:lnTo>
                <a:lnTo>
                  <a:pt x="2481168" y="917513"/>
                </a:lnTo>
                <a:lnTo>
                  <a:pt x="2479461" y="916369"/>
                </a:lnTo>
                <a:close/>
              </a:path>
              <a:path w="5142230" h="2300604">
                <a:moveTo>
                  <a:pt x="3351748" y="1389454"/>
                </a:moveTo>
                <a:lnTo>
                  <a:pt x="3347881" y="1385314"/>
                </a:lnTo>
                <a:lnTo>
                  <a:pt x="3346943" y="1383625"/>
                </a:lnTo>
                <a:lnTo>
                  <a:pt x="3346497" y="1381584"/>
                </a:lnTo>
                <a:lnTo>
                  <a:pt x="3345139" y="1375731"/>
                </a:lnTo>
                <a:lnTo>
                  <a:pt x="3348834" y="1369814"/>
                </a:lnTo>
                <a:lnTo>
                  <a:pt x="3354827" y="1368508"/>
                </a:lnTo>
                <a:lnTo>
                  <a:pt x="3360680" y="1367149"/>
                </a:lnTo>
                <a:lnTo>
                  <a:pt x="3366597" y="1370844"/>
                </a:lnTo>
                <a:lnTo>
                  <a:pt x="3369262" y="1382690"/>
                </a:lnTo>
                <a:lnTo>
                  <a:pt x="3365567" y="1388607"/>
                </a:lnTo>
                <a:lnTo>
                  <a:pt x="3355672" y="1390819"/>
                </a:lnTo>
                <a:lnTo>
                  <a:pt x="3351748" y="1389454"/>
                </a:lnTo>
                <a:close/>
              </a:path>
              <a:path w="5142230" h="2300604">
                <a:moveTo>
                  <a:pt x="2461083" y="779596"/>
                </a:moveTo>
                <a:lnTo>
                  <a:pt x="2457206" y="775447"/>
                </a:lnTo>
                <a:lnTo>
                  <a:pt x="2456162" y="771592"/>
                </a:lnTo>
                <a:lnTo>
                  <a:pt x="2457188" y="767803"/>
                </a:lnTo>
                <a:lnTo>
                  <a:pt x="2458706" y="761901"/>
                </a:lnTo>
                <a:lnTo>
                  <a:pt x="2464777" y="758430"/>
                </a:lnTo>
                <a:lnTo>
                  <a:pt x="2476473" y="761567"/>
                </a:lnTo>
                <a:lnTo>
                  <a:pt x="2479949" y="767633"/>
                </a:lnTo>
                <a:lnTo>
                  <a:pt x="2476812" y="779329"/>
                </a:lnTo>
                <a:lnTo>
                  <a:pt x="2471039" y="782630"/>
                </a:lnTo>
                <a:lnTo>
                  <a:pt x="2470741" y="782800"/>
                </a:lnTo>
                <a:lnTo>
                  <a:pt x="2462835" y="780690"/>
                </a:lnTo>
                <a:lnTo>
                  <a:pt x="2461083" y="779596"/>
                </a:lnTo>
                <a:close/>
              </a:path>
              <a:path w="5142230" h="2300604">
                <a:moveTo>
                  <a:pt x="3320309" y="1880501"/>
                </a:moveTo>
                <a:lnTo>
                  <a:pt x="3316483" y="1876405"/>
                </a:lnTo>
                <a:lnTo>
                  <a:pt x="3315326" y="1872821"/>
                </a:lnTo>
                <a:lnTo>
                  <a:pt x="3316067" y="1869215"/>
                </a:lnTo>
                <a:lnTo>
                  <a:pt x="3317212" y="1863306"/>
                </a:lnTo>
                <a:lnTo>
                  <a:pt x="3323009" y="1859443"/>
                </a:lnTo>
                <a:lnTo>
                  <a:pt x="3334919" y="1861831"/>
                </a:lnTo>
                <a:lnTo>
                  <a:pt x="3338777" y="1867623"/>
                </a:lnTo>
                <a:lnTo>
                  <a:pt x="3336393" y="1879538"/>
                </a:lnTo>
                <a:lnTo>
                  <a:pt x="3330645" y="1883355"/>
                </a:lnTo>
                <a:lnTo>
                  <a:pt x="3322346" y="1881704"/>
                </a:lnTo>
                <a:lnTo>
                  <a:pt x="3320309" y="1880501"/>
                </a:lnTo>
                <a:close/>
              </a:path>
              <a:path w="5142230" h="2300604">
                <a:moveTo>
                  <a:pt x="3277946" y="2300034"/>
                </a:moveTo>
                <a:lnTo>
                  <a:pt x="3277302" y="2299345"/>
                </a:lnTo>
                <a:lnTo>
                  <a:pt x="3276195" y="2297183"/>
                </a:lnTo>
                <a:lnTo>
                  <a:pt x="3275947" y="2294767"/>
                </a:lnTo>
                <a:lnTo>
                  <a:pt x="3275250" y="2288742"/>
                </a:lnTo>
                <a:lnTo>
                  <a:pt x="3279594" y="2283324"/>
                </a:lnTo>
                <a:lnTo>
                  <a:pt x="3291632" y="2281940"/>
                </a:lnTo>
                <a:lnTo>
                  <a:pt x="3297099" y="2286229"/>
                </a:lnTo>
                <a:lnTo>
                  <a:pt x="3298484" y="2298267"/>
                </a:lnTo>
                <a:lnTo>
                  <a:pt x="3297093" y="2300034"/>
                </a:lnTo>
                <a:lnTo>
                  <a:pt x="3277946" y="2300034"/>
                </a:lnTo>
                <a:close/>
              </a:path>
              <a:path w="5142230" h="2300604">
                <a:moveTo>
                  <a:pt x="1567199" y="549851"/>
                </a:moveTo>
                <a:lnTo>
                  <a:pt x="1563327" y="545706"/>
                </a:lnTo>
                <a:lnTo>
                  <a:pt x="1562285" y="541658"/>
                </a:lnTo>
                <a:lnTo>
                  <a:pt x="1563457" y="537732"/>
                </a:lnTo>
                <a:lnTo>
                  <a:pt x="1565259" y="531939"/>
                </a:lnTo>
                <a:lnTo>
                  <a:pt x="1571459" y="528704"/>
                </a:lnTo>
                <a:lnTo>
                  <a:pt x="1583040" y="532304"/>
                </a:lnTo>
                <a:lnTo>
                  <a:pt x="1586280" y="538509"/>
                </a:lnTo>
                <a:lnTo>
                  <a:pt x="1584432" y="544253"/>
                </a:lnTo>
                <a:lnTo>
                  <a:pt x="1582630" y="550045"/>
                </a:lnTo>
                <a:lnTo>
                  <a:pt x="1576524" y="553284"/>
                </a:lnTo>
                <a:lnTo>
                  <a:pt x="1568816" y="550897"/>
                </a:lnTo>
                <a:lnTo>
                  <a:pt x="1567199" y="549851"/>
                </a:lnTo>
                <a:close/>
              </a:path>
              <a:path w="5142230" h="2300604">
                <a:moveTo>
                  <a:pt x="3306602" y="1950184"/>
                </a:moveTo>
                <a:lnTo>
                  <a:pt x="3302776" y="1946088"/>
                </a:lnTo>
                <a:lnTo>
                  <a:pt x="3301620" y="1942602"/>
                </a:lnTo>
                <a:lnTo>
                  <a:pt x="3302357" y="1938992"/>
                </a:lnTo>
                <a:lnTo>
                  <a:pt x="3303461" y="1933039"/>
                </a:lnTo>
                <a:lnTo>
                  <a:pt x="3309208" y="1929122"/>
                </a:lnTo>
                <a:lnTo>
                  <a:pt x="3315170" y="1930227"/>
                </a:lnTo>
                <a:lnTo>
                  <a:pt x="3321125" y="1931421"/>
                </a:lnTo>
                <a:lnTo>
                  <a:pt x="3325032" y="1937167"/>
                </a:lnTo>
                <a:lnTo>
                  <a:pt x="3323932" y="1943125"/>
                </a:lnTo>
                <a:lnTo>
                  <a:pt x="3322743" y="1949085"/>
                </a:lnTo>
                <a:lnTo>
                  <a:pt x="3316987" y="1952992"/>
                </a:lnTo>
                <a:lnTo>
                  <a:pt x="3311034" y="1951897"/>
                </a:lnTo>
                <a:lnTo>
                  <a:pt x="3308639" y="1951386"/>
                </a:lnTo>
                <a:lnTo>
                  <a:pt x="3306602" y="1950184"/>
                </a:lnTo>
                <a:close/>
              </a:path>
              <a:path w="5142230" h="2300604">
                <a:moveTo>
                  <a:pt x="2529510" y="798401"/>
                </a:moveTo>
                <a:lnTo>
                  <a:pt x="2525638" y="794257"/>
                </a:lnTo>
                <a:lnTo>
                  <a:pt x="2524544" y="790348"/>
                </a:lnTo>
                <a:lnTo>
                  <a:pt x="2525614" y="786509"/>
                </a:lnTo>
                <a:lnTo>
                  <a:pt x="2527281" y="780669"/>
                </a:lnTo>
                <a:lnTo>
                  <a:pt x="2532818" y="777506"/>
                </a:lnTo>
                <a:lnTo>
                  <a:pt x="2533295" y="777234"/>
                </a:lnTo>
                <a:lnTo>
                  <a:pt x="2544988" y="780564"/>
                </a:lnTo>
                <a:lnTo>
                  <a:pt x="2548419" y="786582"/>
                </a:lnTo>
                <a:lnTo>
                  <a:pt x="2546752" y="792421"/>
                </a:lnTo>
                <a:lnTo>
                  <a:pt x="2545135" y="798315"/>
                </a:lnTo>
                <a:lnTo>
                  <a:pt x="2539071" y="801696"/>
                </a:lnTo>
                <a:lnTo>
                  <a:pt x="2531221" y="799451"/>
                </a:lnTo>
                <a:lnTo>
                  <a:pt x="2529510" y="798401"/>
                </a:lnTo>
                <a:close/>
              </a:path>
              <a:path w="5142230" h="2300604">
                <a:moveTo>
                  <a:pt x="1299661" y="454162"/>
                </a:moveTo>
                <a:lnTo>
                  <a:pt x="1295790" y="450017"/>
                </a:lnTo>
                <a:lnTo>
                  <a:pt x="1294808" y="445447"/>
                </a:lnTo>
                <a:lnTo>
                  <a:pt x="1296462" y="441353"/>
                </a:lnTo>
                <a:lnTo>
                  <a:pt x="1298778" y="435720"/>
                </a:lnTo>
                <a:lnTo>
                  <a:pt x="1305189" y="433101"/>
                </a:lnTo>
                <a:lnTo>
                  <a:pt x="1316415" y="437689"/>
                </a:lnTo>
                <a:lnTo>
                  <a:pt x="1319124" y="444108"/>
                </a:lnTo>
                <a:lnTo>
                  <a:pt x="1316807" y="449741"/>
                </a:lnTo>
                <a:lnTo>
                  <a:pt x="1314540" y="455329"/>
                </a:lnTo>
                <a:lnTo>
                  <a:pt x="1308072" y="457984"/>
                </a:lnTo>
                <a:lnTo>
                  <a:pt x="1302488" y="455721"/>
                </a:lnTo>
                <a:lnTo>
                  <a:pt x="1300953" y="455055"/>
                </a:lnTo>
                <a:lnTo>
                  <a:pt x="1299661" y="454162"/>
                </a:lnTo>
                <a:close/>
              </a:path>
              <a:path w="5142230" h="2300604">
                <a:moveTo>
                  <a:pt x="3277747" y="2161314"/>
                </a:moveTo>
                <a:lnTo>
                  <a:pt x="3273920" y="2157218"/>
                </a:lnTo>
                <a:lnTo>
                  <a:pt x="3272750" y="2154303"/>
                </a:lnTo>
                <a:lnTo>
                  <a:pt x="3272999" y="2151149"/>
                </a:lnTo>
                <a:lnTo>
                  <a:pt x="3273347" y="2145071"/>
                </a:lnTo>
                <a:lnTo>
                  <a:pt x="3278054" y="2140921"/>
                </a:lnTo>
                <a:lnTo>
                  <a:pt x="3278555" y="2140480"/>
                </a:lnTo>
                <a:lnTo>
                  <a:pt x="3284580" y="2140869"/>
                </a:lnTo>
                <a:lnTo>
                  <a:pt x="3290658" y="2141218"/>
                </a:lnTo>
                <a:lnTo>
                  <a:pt x="3295249" y="2146425"/>
                </a:lnTo>
                <a:lnTo>
                  <a:pt x="3294900" y="2152503"/>
                </a:lnTo>
                <a:lnTo>
                  <a:pt x="3294506" y="2158533"/>
                </a:lnTo>
                <a:lnTo>
                  <a:pt x="3289803" y="2162687"/>
                </a:lnTo>
                <a:lnTo>
                  <a:pt x="3289303" y="2163129"/>
                </a:lnTo>
                <a:lnTo>
                  <a:pt x="3280345" y="2162630"/>
                </a:lnTo>
                <a:lnTo>
                  <a:pt x="3277747" y="2161314"/>
                </a:lnTo>
                <a:close/>
              </a:path>
              <a:path w="5142230" h="2300604">
                <a:moveTo>
                  <a:pt x="1978629" y="660871"/>
                </a:moveTo>
                <a:lnTo>
                  <a:pt x="1974798" y="656770"/>
                </a:lnTo>
                <a:lnTo>
                  <a:pt x="1974433" y="655500"/>
                </a:lnTo>
                <a:lnTo>
                  <a:pt x="1973724" y="652884"/>
                </a:lnTo>
                <a:lnTo>
                  <a:pt x="1974633" y="649263"/>
                </a:lnTo>
                <a:lnTo>
                  <a:pt x="1976061" y="643363"/>
                </a:lnTo>
                <a:lnTo>
                  <a:pt x="1981991" y="639741"/>
                </a:lnTo>
                <a:lnTo>
                  <a:pt x="1993791" y="642598"/>
                </a:lnTo>
                <a:lnTo>
                  <a:pt x="1997364" y="648573"/>
                </a:lnTo>
                <a:lnTo>
                  <a:pt x="1995936" y="654473"/>
                </a:lnTo>
                <a:lnTo>
                  <a:pt x="1994557" y="660327"/>
                </a:lnTo>
                <a:lnTo>
                  <a:pt x="1988578" y="663995"/>
                </a:lnTo>
                <a:lnTo>
                  <a:pt x="1982727" y="662521"/>
                </a:lnTo>
                <a:lnTo>
                  <a:pt x="1980525" y="662021"/>
                </a:lnTo>
                <a:lnTo>
                  <a:pt x="1978629" y="660871"/>
                </a:lnTo>
                <a:close/>
              </a:path>
              <a:path w="5142230" h="2300604">
                <a:moveTo>
                  <a:pt x="3346914" y="1741053"/>
                </a:moveTo>
                <a:lnTo>
                  <a:pt x="3343038" y="1736903"/>
                </a:lnTo>
                <a:lnTo>
                  <a:pt x="3341878" y="1733512"/>
                </a:lnTo>
                <a:lnTo>
                  <a:pt x="3342522" y="1729998"/>
                </a:lnTo>
                <a:lnTo>
                  <a:pt x="3343527" y="1724036"/>
                </a:lnTo>
                <a:lnTo>
                  <a:pt x="3349142" y="1719979"/>
                </a:lnTo>
                <a:lnTo>
                  <a:pt x="3361106" y="1722033"/>
                </a:lnTo>
                <a:lnTo>
                  <a:pt x="3365163" y="1727648"/>
                </a:lnTo>
                <a:lnTo>
                  <a:pt x="3363154" y="1739670"/>
                </a:lnTo>
                <a:lnTo>
                  <a:pt x="3357489" y="1743674"/>
                </a:lnTo>
                <a:lnTo>
                  <a:pt x="3349044" y="1742258"/>
                </a:lnTo>
                <a:lnTo>
                  <a:pt x="3346914" y="1741053"/>
                </a:lnTo>
                <a:close/>
              </a:path>
              <a:path w="5142230" h="2300604">
                <a:moveTo>
                  <a:pt x="1234324" y="426251"/>
                </a:moveTo>
                <a:lnTo>
                  <a:pt x="1230412" y="422062"/>
                </a:lnTo>
                <a:lnTo>
                  <a:pt x="1229486" y="417357"/>
                </a:lnTo>
                <a:lnTo>
                  <a:pt x="1231369" y="413215"/>
                </a:lnTo>
                <a:lnTo>
                  <a:pt x="1233781" y="407684"/>
                </a:lnTo>
                <a:lnTo>
                  <a:pt x="1240287" y="405167"/>
                </a:lnTo>
                <a:lnTo>
                  <a:pt x="1245820" y="407669"/>
                </a:lnTo>
                <a:lnTo>
                  <a:pt x="1251401" y="410125"/>
                </a:lnTo>
                <a:lnTo>
                  <a:pt x="1253873" y="416582"/>
                </a:lnTo>
                <a:lnTo>
                  <a:pt x="1251417" y="422164"/>
                </a:lnTo>
                <a:lnTo>
                  <a:pt x="1249009" y="427700"/>
                </a:lnTo>
                <a:lnTo>
                  <a:pt x="1242499" y="430212"/>
                </a:lnTo>
                <a:lnTo>
                  <a:pt x="1235526" y="427146"/>
                </a:lnTo>
                <a:lnTo>
                  <a:pt x="1234324" y="426251"/>
                </a:lnTo>
                <a:close/>
              </a:path>
              <a:path w="5142230" h="2300604">
                <a:moveTo>
                  <a:pt x="1909711" y="643984"/>
                </a:moveTo>
                <a:lnTo>
                  <a:pt x="1905839" y="639840"/>
                </a:lnTo>
                <a:lnTo>
                  <a:pt x="1905441" y="638534"/>
                </a:lnTo>
                <a:lnTo>
                  <a:pt x="1904708" y="635990"/>
                </a:lnTo>
                <a:lnTo>
                  <a:pt x="1905684" y="632245"/>
                </a:lnTo>
                <a:lnTo>
                  <a:pt x="1907094" y="626423"/>
                </a:lnTo>
                <a:lnTo>
                  <a:pt x="1908677" y="625478"/>
                </a:lnTo>
                <a:lnTo>
                  <a:pt x="1913192" y="622883"/>
                </a:lnTo>
                <a:lnTo>
                  <a:pt x="1918974" y="624283"/>
                </a:lnTo>
                <a:lnTo>
                  <a:pt x="1924825" y="625757"/>
                </a:lnTo>
                <a:lnTo>
                  <a:pt x="1928447" y="631687"/>
                </a:lnTo>
                <a:lnTo>
                  <a:pt x="1926970" y="637632"/>
                </a:lnTo>
                <a:lnTo>
                  <a:pt x="1925491" y="643478"/>
                </a:lnTo>
                <a:lnTo>
                  <a:pt x="1919561" y="647100"/>
                </a:lnTo>
                <a:lnTo>
                  <a:pt x="1913665" y="645578"/>
                </a:lnTo>
                <a:lnTo>
                  <a:pt x="1911557" y="645081"/>
                </a:lnTo>
                <a:lnTo>
                  <a:pt x="1909711" y="643984"/>
                </a:lnTo>
                <a:close/>
              </a:path>
              <a:path w="5142230" h="2300604">
                <a:moveTo>
                  <a:pt x="3332247" y="1321757"/>
                </a:moveTo>
                <a:lnTo>
                  <a:pt x="3328329" y="1317563"/>
                </a:lnTo>
                <a:lnTo>
                  <a:pt x="3327571" y="1316263"/>
                </a:lnTo>
                <a:lnTo>
                  <a:pt x="3327053" y="1314829"/>
                </a:lnTo>
                <a:lnTo>
                  <a:pt x="3324929" y="1309134"/>
                </a:lnTo>
                <a:lnTo>
                  <a:pt x="3327928" y="1302863"/>
                </a:lnTo>
                <a:lnTo>
                  <a:pt x="3333668" y="1300797"/>
                </a:lnTo>
                <a:lnTo>
                  <a:pt x="3339305" y="1298718"/>
                </a:lnTo>
                <a:lnTo>
                  <a:pt x="3345629" y="1301676"/>
                </a:lnTo>
                <a:lnTo>
                  <a:pt x="3349774" y="1313053"/>
                </a:lnTo>
                <a:lnTo>
                  <a:pt x="3346821" y="1319373"/>
                </a:lnTo>
                <a:lnTo>
                  <a:pt x="3336832" y="1322952"/>
                </a:lnTo>
                <a:lnTo>
                  <a:pt x="3332247" y="1321757"/>
                </a:lnTo>
                <a:close/>
              </a:path>
              <a:path w="5142230" h="2300604">
                <a:moveTo>
                  <a:pt x="1703496" y="589992"/>
                </a:moveTo>
                <a:lnTo>
                  <a:pt x="1699670" y="585896"/>
                </a:lnTo>
                <a:lnTo>
                  <a:pt x="1698575" y="581987"/>
                </a:lnTo>
                <a:lnTo>
                  <a:pt x="1699650" y="578153"/>
                </a:lnTo>
                <a:lnTo>
                  <a:pt x="1701267" y="572259"/>
                </a:lnTo>
                <a:lnTo>
                  <a:pt x="1707330" y="568878"/>
                </a:lnTo>
                <a:lnTo>
                  <a:pt x="1719018" y="572104"/>
                </a:lnTo>
                <a:lnTo>
                  <a:pt x="1722404" y="578172"/>
                </a:lnTo>
                <a:lnTo>
                  <a:pt x="1720787" y="584065"/>
                </a:lnTo>
                <a:lnTo>
                  <a:pt x="1719169" y="589859"/>
                </a:lnTo>
                <a:lnTo>
                  <a:pt x="1713526" y="593007"/>
                </a:lnTo>
                <a:lnTo>
                  <a:pt x="1713106" y="593241"/>
                </a:lnTo>
                <a:lnTo>
                  <a:pt x="1707258" y="591673"/>
                </a:lnTo>
                <a:lnTo>
                  <a:pt x="1705252" y="591090"/>
                </a:lnTo>
                <a:lnTo>
                  <a:pt x="1703496" y="589992"/>
                </a:lnTo>
                <a:close/>
              </a:path>
              <a:path w="5142230" h="2300604">
                <a:moveTo>
                  <a:pt x="2732788" y="860882"/>
                </a:moveTo>
                <a:lnTo>
                  <a:pt x="2728962" y="856786"/>
                </a:lnTo>
                <a:lnTo>
                  <a:pt x="2727877" y="852594"/>
                </a:lnTo>
                <a:lnTo>
                  <a:pt x="2731188" y="842845"/>
                </a:lnTo>
                <a:lnTo>
                  <a:pt x="2737426" y="839748"/>
                </a:lnTo>
                <a:lnTo>
                  <a:pt x="2743117" y="841736"/>
                </a:lnTo>
                <a:lnTo>
                  <a:pt x="2748863" y="843683"/>
                </a:lnTo>
                <a:lnTo>
                  <a:pt x="2751955" y="849925"/>
                </a:lnTo>
                <a:lnTo>
                  <a:pt x="2748066" y="861402"/>
                </a:lnTo>
                <a:lnTo>
                  <a:pt x="2741828" y="864499"/>
                </a:lnTo>
                <a:lnTo>
                  <a:pt x="2736087" y="862557"/>
                </a:lnTo>
                <a:lnTo>
                  <a:pt x="2734315" y="861930"/>
                </a:lnTo>
                <a:lnTo>
                  <a:pt x="2732788" y="860882"/>
                </a:lnTo>
                <a:close/>
              </a:path>
              <a:path w="5142230" h="2300604">
                <a:moveTo>
                  <a:pt x="3267964" y="1196935"/>
                </a:moveTo>
                <a:lnTo>
                  <a:pt x="3263119" y="1191749"/>
                </a:lnTo>
                <a:lnTo>
                  <a:pt x="3259649" y="1186764"/>
                </a:lnTo>
                <a:lnTo>
                  <a:pt x="3260826" y="1179911"/>
                </a:lnTo>
                <a:lnTo>
                  <a:pt x="3270792" y="1172985"/>
                </a:lnTo>
                <a:lnTo>
                  <a:pt x="3277645" y="1174162"/>
                </a:lnTo>
                <a:lnTo>
                  <a:pt x="3284576" y="1184123"/>
                </a:lnTo>
                <a:lnTo>
                  <a:pt x="3283398" y="1190976"/>
                </a:lnTo>
                <a:lnTo>
                  <a:pt x="3278418" y="1194441"/>
                </a:lnTo>
                <a:lnTo>
                  <a:pt x="3273918" y="1197640"/>
                </a:lnTo>
                <a:lnTo>
                  <a:pt x="3267964" y="1196935"/>
                </a:lnTo>
                <a:close/>
              </a:path>
              <a:path w="5142230" h="2300604">
                <a:moveTo>
                  <a:pt x="2799687" y="884502"/>
                </a:moveTo>
                <a:lnTo>
                  <a:pt x="2795811" y="880353"/>
                </a:lnTo>
                <a:lnTo>
                  <a:pt x="2794778" y="876022"/>
                </a:lnTo>
                <a:lnTo>
                  <a:pt x="2796236" y="872011"/>
                </a:lnTo>
                <a:lnTo>
                  <a:pt x="2798372" y="866282"/>
                </a:lnTo>
                <a:lnTo>
                  <a:pt x="2804698" y="863377"/>
                </a:lnTo>
                <a:lnTo>
                  <a:pt x="2810391" y="865463"/>
                </a:lnTo>
                <a:lnTo>
                  <a:pt x="2816026" y="867586"/>
                </a:lnTo>
                <a:lnTo>
                  <a:pt x="2818980" y="873876"/>
                </a:lnTo>
                <a:lnTo>
                  <a:pt x="2816849" y="879610"/>
                </a:lnTo>
                <a:lnTo>
                  <a:pt x="2814767" y="885299"/>
                </a:lnTo>
                <a:lnTo>
                  <a:pt x="2808437" y="888199"/>
                </a:lnTo>
                <a:lnTo>
                  <a:pt x="2801070" y="885494"/>
                </a:lnTo>
                <a:lnTo>
                  <a:pt x="2799687" y="884502"/>
                </a:lnTo>
                <a:close/>
              </a:path>
              <a:path w="5142230" h="2300604">
                <a:moveTo>
                  <a:pt x="1635229" y="570479"/>
                </a:moveTo>
                <a:lnTo>
                  <a:pt x="1631362" y="566339"/>
                </a:lnTo>
                <a:lnTo>
                  <a:pt x="1630271" y="562336"/>
                </a:lnTo>
                <a:lnTo>
                  <a:pt x="1633102" y="552660"/>
                </a:lnTo>
                <a:lnTo>
                  <a:pt x="1639211" y="549328"/>
                </a:lnTo>
                <a:lnTo>
                  <a:pt x="1645056" y="550990"/>
                </a:lnTo>
                <a:lnTo>
                  <a:pt x="1650852" y="552698"/>
                </a:lnTo>
                <a:lnTo>
                  <a:pt x="1654185" y="558807"/>
                </a:lnTo>
                <a:lnTo>
                  <a:pt x="1650765" y="570493"/>
                </a:lnTo>
                <a:lnTo>
                  <a:pt x="1644656" y="573826"/>
                </a:lnTo>
                <a:lnTo>
                  <a:pt x="1636850" y="571530"/>
                </a:lnTo>
                <a:lnTo>
                  <a:pt x="1635229" y="570479"/>
                </a:lnTo>
                <a:close/>
              </a:path>
              <a:path w="5142230" h="2300604">
                <a:moveTo>
                  <a:pt x="3170185" y="1088355"/>
                </a:moveTo>
                <a:lnTo>
                  <a:pt x="3165624" y="1083473"/>
                </a:lnTo>
                <a:lnTo>
                  <a:pt x="3165467" y="1077147"/>
                </a:lnTo>
                <a:lnTo>
                  <a:pt x="3173279" y="1068306"/>
                </a:lnTo>
                <a:lnTo>
                  <a:pt x="3180227" y="1067924"/>
                </a:lnTo>
                <a:lnTo>
                  <a:pt x="3184770" y="1071908"/>
                </a:lnTo>
                <a:lnTo>
                  <a:pt x="3189305" y="1075981"/>
                </a:lnTo>
                <a:lnTo>
                  <a:pt x="3189731" y="1082888"/>
                </a:lnTo>
                <a:lnTo>
                  <a:pt x="3185704" y="1087472"/>
                </a:lnTo>
                <a:lnTo>
                  <a:pt x="3181680" y="1091961"/>
                </a:lnTo>
                <a:lnTo>
                  <a:pt x="3174679" y="1092384"/>
                </a:lnTo>
                <a:lnTo>
                  <a:pt x="3170185" y="1088355"/>
                </a:lnTo>
                <a:close/>
              </a:path>
              <a:path w="5142230" h="2300604">
                <a:moveTo>
                  <a:pt x="3304185" y="1257116"/>
                </a:moveTo>
                <a:lnTo>
                  <a:pt x="3300223" y="1252874"/>
                </a:lnTo>
                <a:lnTo>
                  <a:pt x="3299632" y="1252046"/>
                </a:lnTo>
                <a:lnTo>
                  <a:pt x="3296356" y="1245802"/>
                </a:lnTo>
                <a:lnTo>
                  <a:pt x="3298470" y="1239171"/>
                </a:lnTo>
                <a:lnTo>
                  <a:pt x="3303850" y="1236327"/>
                </a:lnTo>
                <a:lnTo>
                  <a:pt x="3309231" y="1233584"/>
                </a:lnTo>
                <a:lnTo>
                  <a:pt x="3315862" y="1235698"/>
                </a:lnTo>
                <a:lnTo>
                  <a:pt x="3321444" y="1246463"/>
                </a:lnTo>
                <a:lnTo>
                  <a:pt x="3319402" y="1252976"/>
                </a:lnTo>
                <a:lnTo>
                  <a:pt x="3309483" y="1258193"/>
                </a:lnTo>
                <a:lnTo>
                  <a:pt x="3304185" y="1257116"/>
                </a:lnTo>
                <a:close/>
              </a:path>
              <a:path w="5142230" h="2300604">
                <a:moveTo>
                  <a:pt x="3284126" y="2090533"/>
                </a:moveTo>
                <a:lnTo>
                  <a:pt x="3280254" y="2086388"/>
                </a:lnTo>
                <a:lnTo>
                  <a:pt x="3279134" y="2083234"/>
                </a:lnTo>
                <a:lnTo>
                  <a:pt x="3279533" y="2079849"/>
                </a:lnTo>
                <a:lnTo>
                  <a:pt x="3280304" y="2073832"/>
                </a:lnTo>
                <a:lnTo>
                  <a:pt x="3285785" y="2069534"/>
                </a:lnTo>
                <a:lnTo>
                  <a:pt x="3297817" y="2070977"/>
                </a:lnTo>
                <a:lnTo>
                  <a:pt x="3302115" y="2076458"/>
                </a:lnTo>
                <a:lnTo>
                  <a:pt x="3301344" y="2082475"/>
                </a:lnTo>
                <a:lnTo>
                  <a:pt x="3300618" y="2088540"/>
                </a:lnTo>
                <a:lnTo>
                  <a:pt x="3295186" y="2092793"/>
                </a:lnTo>
                <a:lnTo>
                  <a:pt x="3286445" y="2091745"/>
                </a:lnTo>
                <a:lnTo>
                  <a:pt x="3284126" y="2090533"/>
                </a:lnTo>
                <a:close/>
              </a:path>
              <a:path w="5142230" h="2300604">
                <a:moveTo>
                  <a:pt x="3363067" y="1459143"/>
                </a:moveTo>
                <a:lnTo>
                  <a:pt x="3359200" y="1455003"/>
                </a:lnTo>
                <a:lnTo>
                  <a:pt x="3358188" y="1452844"/>
                </a:lnTo>
                <a:lnTo>
                  <a:pt x="3357894" y="1450379"/>
                </a:lnTo>
                <a:lnTo>
                  <a:pt x="3357250" y="1444314"/>
                </a:lnTo>
                <a:lnTo>
                  <a:pt x="3361585" y="1438886"/>
                </a:lnTo>
                <a:lnTo>
                  <a:pt x="3367605" y="1438293"/>
                </a:lnTo>
                <a:lnTo>
                  <a:pt x="3373625" y="1437601"/>
                </a:lnTo>
                <a:lnTo>
                  <a:pt x="3379043" y="1441936"/>
                </a:lnTo>
                <a:lnTo>
                  <a:pt x="3379740" y="1447960"/>
                </a:lnTo>
                <a:lnTo>
                  <a:pt x="3380379" y="1454019"/>
                </a:lnTo>
                <a:lnTo>
                  <a:pt x="3376044" y="1459447"/>
                </a:lnTo>
                <a:lnTo>
                  <a:pt x="3370025" y="1460139"/>
                </a:lnTo>
                <a:lnTo>
                  <a:pt x="3366425" y="1460489"/>
                </a:lnTo>
                <a:lnTo>
                  <a:pt x="3363067" y="1459143"/>
                </a:lnTo>
                <a:close/>
              </a:path>
              <a:path w="5142230" h="2300604">
                <a:moveTo>
                  <a:pt x="1840809" y="626626"/>
                </a:moveTo>
                <a:lnTo>
                  <a:pt x="1836937" y="622482"/>
                </a:lnTo>
                <a:lnTo>
                  <a:pt x="1835840" y="618668"/>
                </a:lnTo>
                <a:lnTo>
                  <a:pt x="1838335" y="609023"/>
                </a:lnTo>
                <a:lnTo>
                  <a:pt x="1844315" y="605454"/>
                </a:lnTo>
                <a:lnTo>
                  <a:pt x="1856058" y="608446"/>
                </a:lnTo>
                <a:lnTo>
                  <a:pt x="1859583" y="614467"/>
                </a:lnTo>
                <a:lnTo>
                  <a:pt x="1856586" y="626215"/>
                </a:lnTo>
                <a:lnTo>
                  <a:pt x="1850615" y="629793"/>
                </a:lnTo>
                <a:lnTo>
                  <a:pt x="1844839" y="628301"/>
                </a:lnTo>
                <a:lnTo>
                  <a:pt x="1842611" y="627774"/>
                </a:lnTo>
                <a:lnTo>
                  <a:pt x="1840809" y="626626"/>
                </a:lnTo>
                <a:close/>
              </a:path>
              <a:path w="5142230" h="2300604">
                <a:moveTo>
                  <a:pt x="2665412" y="838902"/>
                </a:moveTo>
                <a:lnTo>
                  <a:pt x="2661545" y="834762"/>
                </a:lnTo>
                <a:lnTo>
                  <a:pt x="2660453" y="830660"/>
                </a:lnTo>
                <a:lnTo>
                  <a:pt x="2661724" y="826743"/>
                </a:lnTo>
                <a:lnTo>
                  <a:pt x="2663522" y="820945"/>
                </a:lnTo>
                <a:lnTo>
                  <a:pt x="2669678" y="817760"/>
                </a:lnTo>
                <a:lnTo>
                  <a:pt x="2681304" y="821409"/>
                </a:lnTo>
                <a:lnTo>
                  <a:pt x="2684494" y="827560"/>
                </a:lnTo>
                <a:lnTo>
                  <a:pt x="2682647" y="833403"/>
                </a:lnTo>
                <a:lnTo>
                  <a:pt x="2680845" y="839196"/>
                </a:lnTo>
                <a:lnTo>
                  <a:pt x="2674648" y="842337"/>
                </a:lnTo>
                <a:lnTo>
                  <a:pt x="2667034" y="839953"/>
                </a:lnTo>
                <a:lnTo>
                  <a:pt x="2665412" y="838902"/>
                </a:lnTo>
                <a:close/>
              </a:path>
              <a:path w="5142230" h="2300604">
                <a:moveTo>
                  <a:pt x="3294170" y="2020155"/>
                </a:moveTo>
                <a:lnTo>
                  <a:pt x="3290343" y="2016059"/>
                </a:lnTo>
                <a:lnTo>
                  <a:pt x="3289184" y="2012667"/>
                </a:lnTo>
                <a:lnTo>
                  <a:pt x="3289729" y="2009145"/>
                </a:lnTo>
                <a:lnTo>
                  <a:pt x="3290735" y="2003184"/>
                </a:lnTo>
                <a:lnTo>
                  <a:pt x="3296398" y="1999081"/>
                </a:lnTo>
                <a:lnTo>
                  <a:pt x="3308415" y="2001095"/>
                </a:lnTo>
                <a:lnTo>
                  <a:pt x="3312419" y="2006750"/>
                </a:lnTo>
                <a:lnTo>
                  <a:pt x="3311414" y="2012711"/>
                </a:lnTo>
                <a:lnTo>
                  <a:pt x="3310458" y="2018726"/>
                </a:lnTo>
                <a:lnTo>
                  <a:pt x="3304798" y="2022735"/>
                </a:lnTo>
                <a:lnTo>
                  <a:pt x="3296300" y="2021360"/>
                </a:lnTo>
                <a:lnTo>
                  <a:pt x="3294170" y="2020155"/>
                </a:lnTo>
                <a:close/>
              </a:path>
              <a:path w="5142230" h="2300604">
                <a:moveTo>
                  <a:pt x="3366945" y="1529664"/>
                </a:moveTo>
                <a:lnTo>
                  <a:pt x="3363124" y="1525573"/>
                </a:lnTo>
                <a:lnTo>
                  <a:pt x="3361980" y="1522980"/>
                </a:lnTo>
                <a:lnTo>
                  <a:pt x="3361986" y="1520153"/>
                </a:lnTo>
                <a:lnTo>
                  <a:pt x="3361958" y="1514062"/>
                </a:lnTo>
                <a:lnTo>
                  <a:pt x="3366801" y="1509081"/>
                </a:lnTo>
                <a:lnTo>
                  <a:pt x="3372842" y="1508998"/>
                </a:lnTo>
                <a:lnTo>
                  <a:pt x="3378933" y="1508969"/>
                </a:lnTo>
                <a:lnTo>
                  <a:pt x="3383914" y="1513813"/>
                </a:lnTo>
                <a:lnTo>
                  <a:pt x="3383943" y="1519904"/>
                </a:lnTo>
                <a:lnTo>
                  <a:pt x="3384020" y="1525949"/>
                </a:lnTo>
                <a:lnTo>
                  <a:pt x="3379181" y="1530935"/>
                </a:lnTo>
                <a:lnTo>
                  <a:pt x="3373090" y="1530964"/>
                </a:lnTo>
                <a:lnTo>
                  <a:pt x="3369877" y="1531043"/>
                </a:lnTo>
                <a:lnTo>
                  <a:pt x="3366945" y="1529664"/>
                </a:lnTo>
                <a:close/>
              </a:path>
              <a:path w="5142230" h="2300604">
                <a:moveTo>
                  <a:pt x="3115090" y="1044137"/>
                </a:moveTo>
                <a:lnTo>
                  <a:pt x="3110565" y="1039293"/>
                </a:lnTo>
                <a:lnTo>
                  <a:pt x="3110116" y="1033535"/>
                </a:lnTo>
                <a:lnTo>
                  <a:pt x="3116899" y="1024276"/>
                </a:lnTo>
                <a:lnTo>
                  <a:pt x="3123780" y="1023236"/>
                </a:lnTo>
                <a:lnTo>
                  <a:pt x="3133546" y="1030366"/>
                </a:lnTo>
                <a:lnTo>
                  <a:pt x="3134582" y="1037242"/>
                </a:lnTo>
                <a:lnTo>
                  <a:pt x="3131066" y="1042179"/>
                </a:lnTo>
                <a:lnTo>
                  <a:pt x="3127501" y="1047062"/>
                </a:lnTo>
                <a:lnTo>
                  <a:pt x="3120571" y="1048148"/>
                </a:lnTo>
                <a:lnTo>
                  <a:pt x="3115090" y="1044137"/>
                </a:lnTo>
                <a:close/>
              </a:path>
              <a:path w="5142230" h="2300604">
                <a:moveTo>
                  <a:pt x="2185794" y="710506"/>
                </a:moveTo>
                <a:lnTo>
                  <a:pt x="2181923" y="706361"/>
                </a:lnTo>
                <a:lnTo>
                  <a:pt x="2180822" y="702641"/>
                </a:lnTo>
                <a:lnTo>
                  <a:pt x="2181705" y="698894"/>
                </a:lnTo>
                <a:lnTo>
                  <a:pt x="2183133" y="692995"/>
                </a:lnTo>
                <a:lnTo>
                  <a:pt x="2189063" y="689372"/>
                </a:lnTo>
                <a:lnTo>
                  <a:pt x="2195007" y="690750"/>
                </a:lnTo>
                <a:lnTo>
                  <a:pt x="2200911" y="692183"/>
                </a:lnTo>
                <a:lnTo>
                  <a:pt x="2204534" y="698114"/>
                </a:lnTo>
                <a:lnTo>
                  <a:pt x="2201677" y="709913"/>
                </a:lnTo>
                <a:lnTo>
                  <a:pt x="2195747" y="713535"/>
                </a:lnTo>
                <a:lnTo>
                  <a:pt x="2189843" y="712102"/>
                </a:lnTo>
                <a:lnTo>
                  <a:pt x="2187645" y="711607"/>
                </a:lnTo>
                <a:lnTo>
                  <a:pt x="2185794" y="710506"/>
                </a:lnTo>
                <a:close/>
              </a:path>
              <a:path w="5142230" h="2300604">
                <a:moveTo>
                  <a:pt x="1106312" y="364775"/>
                </a:moveTo>
                <a:lnTo>
                  <a:pt x="1102390" y="360576"/>
                </a:lnTo>
                <a:lnTo>
                  <a:pt x="1101527" y="355548"/>
                </a:lnTo>
                <a:lnTo>
                  <a:pt x="1103795" y="351329"/>
                </a:lnTo>
                <a:lnTo>
                  <a:pt x="1106577" y="345900"/>
                </a:lnTo>
                <a:lnTo>
                  <a:pt x="1113205" y="343807"/>
                </a:lnTo>
                <a:lnTo>
                  <a:pt x="1118590" y="346639"/>
                </a:lnTo>
                <a:lnTo>
                  <a:pt x="1123969" y="349367"/>
                </a:lnTo>
                <a:lnTo>
                  <a:pt x="1126106" y="356054"/>
                </a:lnTo>
                <a:lnTo>
                  <a:pt x="1120453" y="366814"/>
                </a:lnTo>
                <a:lnTo>
                  <a:pt x="1114005" y="368905"/>
                </a:lnTo>
                <a:lnTo>
                  <a:pt x="1113865" y="368950"/>
                </a:lnTo>
                <a:lnTo>
                  <a:pt x="1107372" y="365519"/>
                </a:lnTo>
                <a:lnTo>
                  <a:pt x="1106312" y="364775"/>
                </a:lnTo>
                <a:close/>
              </a:path>
              <a:path w="5142230" h="2300604">
                <a:moveTo>
                  <a:pt x="2930754" y="938203"/>
                </a:moveTo>
                <a:lnTo>
                  <a:pt x="2926878" y="934054"/>
                </a:lnTo>
                <a:lnTo>
                  <a:pt x="2925907" y="929300"/>
                </a:lnTo>
                <a:lnTo>
                  <a:pt x="2930395" y="919638"/>
                </a:lnTo>
                <a:lnTo>
                  <a:pt x="2936898" y="917215"/>
                </a:lnTo>
                <a:lnTo>
                  <a:pt x="2942431" y="919717"/>
                </a:lnTo>
                <a:lnTo>
                  <a:pt x="2947915" y="922264"/>
                </a:lnTo>
                <a:lnTo>
                  <a:pt x="2950378" y="928811"/>
                </a:lnTo>
                <a:lnTo>
                  <a:pt x="2945235" y="939824"/>
                </a:lnTo>
                <a:lnTo>
                  <a:pt x="2938737" y="942252"/>
                </a:lnTo>
                <a:lnTo>
                  <a:pt x="2933253" y="939705"/>
                </a:lnTo>
                <a:lnTo>
                  <a:pt x="2931906" y="939045"/>
                </a:lnTo>
                <a:lnTo>
                  <a:pt x="2930754" y="938203"/>
                </a:lnTo>
                <a:close/>
              </a:path>
              <a:path w="5142230" h="2300604">
                <a:moveTo>
                  <a:pt x="3055778" y="1004398"/>
                </a:moveTo>
                <a:lnTo>
                  <a:pt x="3051861" y="1000205"/>
                </a:lnTo>
                <a:lnTo>
                  <a:pt x="3051195" y="994800"/>
                </a:lnTo>
                <a:lnTo>
                  <a:pt x="3053798" y="990451"/>
                </a:lnTo>
                <a:lnTo>
                  <a:pt x="3056991" y="985267"/>
                </a:lnTo>
                <a:lnTo>
                  <a:pt x="3063802" y="983663"/>
                </a:lnTo>
                <a:lnTo>
                  <a:pt x="3074113" y="990009"/>
                </a:lnTo>
                <a:lnTo>
                  <a:pt x="3075723" y="996815"/>
                </a:lnTo>
                <a:lnTo>
                  <a:pt x="3069372" y="1007122"/>
                </a:lnTo>
                <a:lnTo>
                  <a:pt x="3062570" y="1008736"/>
                </a:lnTo>
                <a:lnTo>
                  <a:pt x="3056555" y="1005033"/>
                </a:lnTo>
                <a:lnTo>
                  <a:pt x="3055778" y="1004398"/>
                </a:lnTo>
                <a:close/>
              </a:path>
              <a:path w="5142230" h="2300604">
                <a:moveTo>
                  <a:pt x="2392535" y="761542"/>
                </a:moveTo>
                <a:lnTo>
                  <a:pt x="2388663" y="757397"/>
                </a:lnTo>
                <a:lnTo>
                  <a:pt x="2387561" y="753578"/>
                </a:lnTo>
                <a:lnTo>
                  <a:pt x="2389967" y="743935"/>
                </a:lnTo>
                <a:lnTo>
                  <a:pt x="2395988" y="740410"/>
                </a:lnTo>
                <a:lnTo>
                  <a:pt x="2407740" y="743412"/>
                </a:lnTo>
                <a:lnTo>
                  <a:pt x="2411264" y="749433"/>
                </a:lnTo>
                <a:lnTo>
                  <a:pt x="2408268" y="761181"/>
                </a:lnTo>
                <a:lnTo>
                  <a:pt x="2402247" y="764705"/>
                </a:lnTo>
                <a:lnTo>
                  <a:pt x="2396391" y="763226"/>
                </a:lnTo>
                <a:lnTo>
                  <a:pt x="2394292" y="762640"/>
                </a:lnTo>
                <a:lnTo>
                  <a:pt x="2392535" y="761542"/>
                </a:lnTo>
                <a:close/>
              </a:path>
              <a:path w="5142230" h="2300604">
                <a:moveTo>
                  <a:pt x="2865760" y="910073"/>
                </a:moveTo>
                <a:lnTo>
                  <a:pt x="2861888" y="905928"/>
                </a:lnTo>
                <a:lnTo>
                  <a:pt x="2860857" y="901404"/>
                </a:lnTo>
                <a:lnTo>
                  <a:pt x="2862512" y="897310"/>
                </a:lnTo>
                <a:lnTo>
                  <a:pt x="2864874" y="891725"/>
                </a:lnTo>
                <a:lnTo>
                  <a:pt x="2871288" y="889012"/>
                </a:lnTo>
                <a:lnTo>
                  <a:pt x="2882514" y="893600"/>
                </a:lnTo>
                <a:lnTo>
                  <a:pt x="2885218" y="900014"/>
                </a:lnTo>
                <a:lnTo>
                  <a:pt x="2880590" y="911286"/>
                </a:lnTo>
                <a:lnTo>
                  <a:pt x="2874220" y="913949"/>
                </a:lnTo>
                <a:lnTo>
                  <a:pt x="2868582" y="911628"/>
                </a:lnTo>
                <a:lnTo>
                  <a:pt x="2867003" y="911012"/>
                </a:lnTo>
                <a:lnTo>
                  <a:pt x="2865760" y="910073"/>
                </a:lnTo>
                <a:close/>
              </a:path>
              <a:path w="5142230" h="2300604">
                <a:moveTo>
                  <a:pt x="3334151" y="1810866"/>
                </a:moveTo>
                <a:lnTo>
                  <a:pt x="3330275" y="1806717"/>
                </a:lnTo>
                <a:lnTo>
                  <a:pt x="3329119" y="1803231"/>
                </a:lnTo>
                <a:lnTo>
                  <a:pt x="3330960" y="1793668"/>
                </a:lnTo>
                <a:lnTo>
                  <a:pt x="3336757" y="1789805"/>
                </a:lnTo>
                <a:lnTo>
                  <a:pt x="3348670" y="1792099"/>
                </a:lnTo>
                <a:lnTo>
                  <a:pt x="3352581" y="1797850"/>
                </a:lnTo>
                <a:lnTo>
                  <a:pt x="3351387" y="1803805"/>
                </a:lnTo>
                <a:lnTo>
                  <a:pt x="3350237" y="1809709"/>
                </a:lnTo>
                <a:lnTo>
                  <a:pt x="3344486" y="1813621"/>
                </a:lnTo>
                <a:lnTo>
                  <a:pt x="3338533" y="1812526"/>
                </a:lnTo>
                <a:lnTo>
                  <a:pt x="3336188" y="1812069"/>
                </a:lnTo>
                <a:lnTo>
                  <a:pt x="3334151" y="1810866"/>
                </a:lnTo>
                <a:close/>
              </a:path>
              <a:path w="5142230" h="2300604">
                <a:moveTo>
                  <a:pt x="1772070" y="608660"/>
                </a:moveTo>
                <a:lnTo>
                  <a:pt x="1768198" y="604516"/>
                </a:lnTo>
                <a:lnTo>
                  <a:pt x="1767100" y="600702"/>
                </a:lnTo>
                <a:lnTo>
                  <a:pt x="1769694" y="591065"/>
                </a:lnTo>
                <a:lnTo>
                  <a:pt x="1775715" y="587540"/>
                </a:lnTo>
                <a:lnTo>
                  <a:pt x="1787411" y="590676"/>
                </a:lnTo>
                <a:lnTo>
                  <a:pt x="1790936" y="596698"/>
                </a:lnTo>
                <a:lnTo>
                  <a:pt x="1787799" y="608393"/>
                </a:lnTo>
                <a:lnTo>
                  <a:pt x="1781778" y="611918"/>
                </a:lnTo>
                <a:lnTo>
                  <a:pt x="1773872" y="609807"/>
                </a:lnTo>
                <a:lnTo>
                  <a:pt x="1772070" y="608660"/>
                </a:lnTo>
                <a:close/>
              </a:path>
              <a:path w="5142230" h="2300604">
                <a:moveTo>
                  <a:pt x="3364632" y="1600400"/>
                </a:moveTo>
                <a:lnTo>
                  <a:pt x="3360765" y="1596260"/>
                </a:lnTo>
                <a:lnTo>
                  <a:pt x="3359635" y="1593389"/>
                </a:lnTo>
                <a:lnTo>
                  <a:pt x="3360233" y="1584156"/>
                </a:lnTo>
                <a:lnTo>
                  <a:pt x="3364880" y="1580138"/>
                </a:lnTo>
                <a:lnTo>
                  <a:pt x="3365486" y="1579614"/>
                </a:lnTo>
                <a:lnTo>
                  <a:pt x="3371564" y="1579963"/>
                </a:lnTo>
                <a:lnTo>
                  <a:pt x="3377594" y="1580357"/>
                </a:lnTo>
                <a:lnTo>
                  <a:pt x="3382181" y="1585659"/>
                </a:lnTo>
                <a:lnTo>
                  <a:pt x="3381787" y="1591688"/>
                </a:lnTo>
                <a:lnTo>
                  <a:pt x="3381344" y="1597763"/>
                </a:lnTo>
                <a:lnTo>
                  <a:pt x="3376697" y="1601781"/>
                </a:lnTo>
                <a:lnTo>
                  <a:pt x="3376091" y="1602305"/>
                </a:lnTo>
                <a:lnTo>
                  <a:pt x="3367141" y="1601717"/>
                </a:lnTo>
                <a:lnTo>
                  <a:pt x="3364632" y="1600400"/>
                </a:lnTo>
                <a:close/>
              </a:path>
              <a:path w="5142230" h="2300604">
                <a:moveTo>
                  <a:pt x="2994274" y="969446"/>
                </a:moveTo>
                <a:lnTo>
                  <a:pt x="2990356" y="965253"/>
                </a:lnTo>
                <a:lnTo>
                  <a:pt x="2989583" y="960223"/>
                </a:lnTo>
                <a:lnTo>
                  <a:pt x="2991801" y="955950"/>
                </a:lnTo>
                <a:lnTo>
                  <a:pt x="2994633" y="950575"/>
                </a:lnTo>
                <a:lnTo>
                  <a:pt x="3001311" y="948536"/>
                </a:lnTo>
                <a:lnTo>
                  <a:pt x="3011977" y="954187"/>
                </a:lnTo>
                <a:lnTo>
                  <a:pt x="3014065" y="960820"/>
                </a:lnTo>
                <a:lnTo>
                  <a:pt x="3008411" y="971580"/>
                </a:lnTo>
                <a:lnTo>
                  <a:pt x="3001732" y="973619"/>
                </a:lnTo>
                <a:lnTo>
                  <a:pt x="2995281" y="970231"/>
                </a:lnTo>
                <a:lnTo>
                  <a:pt x="2994274" y="969446"/>
                </a:lnTo>
                <a:close/>
              </a:path>
              <a:path w="5142230" h="2300604">
                <a:moveTo>
                  <a:pt x="1499575" y="528094"/>
                </a:moveTo>
                <a:lnTo>
                  <a:pt x="1495708" y="523954"/>
                </a:lnTo>
                <a:lnTo>
                  <a:pt x="1494623" y="519763"/>
                </a:lnTo>
                <a:lnTo>
                  <a:pt x="1495938" y="515795"/>
                </a:lnTo>
                <a:lnTo>
                  <a:pt x="1497832" y="510197"/>
                </a:lnTo>
                <a:lnTo>
                  <a:pt x="1497881" y="510054"/>
                </a:lnTo>
                <a:lnTo>
                  <a:pt x="1504078" y="506913"/>
                </a:lnTo>
                <a:lnTo>
                  <a:pt x="1509818" y="508855"/>
                </a:lnTo>
                <a:lnTo>
                  <a:pt x="1515608" y="510752"/>
                </a:lnTo>
                <a:lnTo>
                  <a:pt x="1518700" y="516994"/>
                </a:lnTo>
                <a:lnTo>
                  <a:pt x="1516806" y="522689"/>
                </a:lnTo>
                <a:lnTo>
                  <a:pt x="1514957" y="528334"/>
                </a:lnTo>
                <a:lnTo>
                  <a:pt x="1514910" y="528479"/>
                </a:lnTo>
                <a:lnTo>
                  <a:pt x="1508667" y="531571"/>
                </a:lnTo>
                <a:lnTo>
                  <a:pt x="1502919" y="529718"/>
                </a:lnTo>
                <a:lnTo>
                  <a:pt x="1501146" y="529091"/>
                </a:lnTo>
                <a:lnTo>
                  <a:pt x="1499575" y="528094"/>
                </a:lnTo>
                <a:close/>
              </a:path>
              <a:path w="5142230" h="2300604">
                <a:moveTo>
                  <a:pt x="3276323" y="2232415"/>
                </a:moveTo>
                <a:lnTo>
                  <a:pt x="3272496" y="2228320"/>
                </a:lnTo>
                <a:lnTo>
                  <a:pt x="3271357" y="2225731"/>
                </a:lnTo>
                <a:lnTo>
                  <a:pt x="3271183" y="2216845"/>
                </a:lnTo>
                <a:lnTo>
                  <a:pt x="3276030" y="2211869"/>
                </a:lnTo>
                <a:lnTo>
                  <a:pt x="3282125" y="2211746"/>
                </a:lnTo>
                <a:lnTo>
                  <a:pt x="3288166" y="2211664"/>
                </a:lnTo>
                <a:lnTo>
                  <a:pt x="3293195" y="2216462"/>
                </a:lnTo>
                <a:lnTo>
                  <a:pt x="3293273" y="2222507"/>
                </a:lnTo>
                <a:lnTo>
                  <a:pt x="3293400" y="2228606"/>
                </a:lnTo>
                <a:lnTo>
                  <a:pt x="3288557" y="2233587"/>
                </a:lnTo>
                <a:lnTo>
                  <a:pt x="3282458" y="2233705"/>
                </a:lnTo>
                <a:lnTo>
                  <a:pt x="3279250" y="2233790"/>
                </a:lnTo>
                <a:lnTo>
                  <a:pt x="3276323" y="2232415"/>
                </a:lnTo>
                <a:close/>
              </a:path>
              <a:path w="5142230" h="2300604">
                <a:moveTo>
                  <a:pt x="3223933" y="1141884"/>
                </a:moveTo>
                <a:lnTo>
                  <a:pt x="3219742" y="1137398"/>
                </a:lnTo>
                <a:lnTo>
                  <a:pt x="3215695" y="1132869"/>
                </a:lnTo>
                <a:lnTo>
                  <a:pt x="3216022" y="1125889"/>
                </a:lnTo>
                <a:lnTo>
                  <a:pt x="3220257" y="1122114"/>
                </a:lnTo>
                <a:lnTo>
                  <a:pt x="3224989" y="1117795"/>
                </a:lnTo>
                <a:lnTo>
                  <a:pt x="3232006" y="1118171"/>
                </a:lnTo>
                <a:lnTo>
                  <a:pt x="3236012" y="1122656"/>
                </a:lnTo>
                <a:lnTo>
                  <a:pt x="3240113" y="1127045"/>
                </a:lnTo>
                <a:lnTo>
                  <a:pt x="3239772" y="1134109"/>
                </a:lnTo>
                <a:lnTo>
                  <a:pt x="3235248" y="1138162"/>
                </a:lnTo>
                <a:lnTo>
                  <a:pt x="3230814" y="1142212"/>
                </a:lnTo>
                <a:lnTo>
                  <a:pt x="3223933" y="1141884"/>
                </a:lnTo>
                <a:close/>
              </a:path>
              <a:path w="5142230" h="2300604">
                <a:moveTo>
                  <a:pt x="1365712" y="480392"/>
                </a:moveTo>
                <a:lnTo>
                  <a:pt x="1361795" y="476199"/>
                </a:lnTo>
                <a:lnTo>
                  <a:pt x="1360811" y="471822"/>
                </a:lnTo>
                <a:lnTo>
                  <a:pt x="1362318" y="467766"/>
                </a:lnTo>
                <a:lnTo>
                  <a:pt x="1364494" y="462081"/>
                </a:lnTo>
                <a:lnTo>
                  <a:pt x="1370865" y="459224"/>
                </a:lnTo>
                <a:lnTo>
                  <a:pt x="1382195" y="463533"/>
                </a:lnTo>
                <a:lnTo>
                  <a:pt x="1385047" y="469909"/>
                </a:lnTo>
                <a:lnTo>
                  <a:pt x="1380739" y="481230"/>
                </a:lnTo>
                <a:lnTo>
                  <a:pt x="1374367" y="484086"/>
                </a:lnTo>
                <a:lnTo>
                  <a:pt x="1368727" y="481959"/>
                </a:lnTo>
                <a:lnTo>
                  <a:pt x="1367098" y="481289"/>
                </a:lnTo>
                <a:lnTo>
                  <a:pt x="1365712" y="480392"/>
                </a:lnTo>
                <a:close/>
              </a:path>
              <a:path w="5142230" h="2300604">
                <a:moveTo>
                  <a:pt x="1169864" y="396444"/>
                </a:moveTo>
                <a:lnTo>
                  <a:pt x="1165947" y="392251"/>
                </a:lnTo>
                <a:lnTo>
                  <a:pt x="1165024" y="387451"/>
                </a:lnTo>
                <a:lnTo>
                  <a:pt x="1169692" y="377786"/>
                </a:lnTo>
                <a:lnTo>
                  <a:pt x="1176237" y="375506"/>
                </a:lnTo>
                <a:lnTo>
                  <a:pt x="1181726" y="378058"/>
                </a:lnTo>
                <a:lnTo>
                  <a:pt x="1187207" y="380700"/>
                </a:lnTo>
                <a:lnTo>
                  <a:pt x="1189531" y="387294"/>
                </a:lnTo>
                <a:lnTo>
                  <a:pt x="1184293" y="398205"/>
                </a:lnTo>
                <a:lnTo>
                  <a:pt x="1177703" y="400535"/>
                </a:lnTo>
                <a:lnTo>
                  <a:pt x="1172218" y="397888"/>
                </a:lnTo>
                <a:lnTo>
                  <a:pt x="1170967" y="397331"/>
                </a:lnTo>
                <a:lnTo>
                  <a:pt x="1169864" y="396444"/>
                </a:lnTo>
                <a:close/>
              </a:path>
              <a:path w="5142230" h="2300604">
                <a:moveTo>
                  <a:pt x="3357464" y="1670923"/>
                </a:moveTo>
                <a:lnTo>
                  <a:pt x="3353596" y="1666783"/>
                </a:lnTo>
                <a:lnTo>
                  <a:pt x="3352476" y="1663629"/>
                </a:lnTo>
                <a:lnTo>
                  <a:pt x="3353695" y="1654182"/>
                </a:lnTo>
                <a:lnTo>
                  <a:pt x="3359168" y="1649973"/>
                </a:lnTo>
                <a:lnTo>
                  <a:pt x="3365185" y="1650744"/>
                </a:lnTo>
                <a:lnTo>
                  <a:pt x="3371209" y="1651426"/>
                </a:lnTo>
                <a:lnTo>
                  <a:pt x="3375459" y="1656953"/>
                </a:lnTo>
                <a:lnTo>
                  <a:pt x="3373911" y="1668981"/>
                </a:lnTo>
                <a:lnTo>
                  <a:pt x="3368430" y="1673279"/>
                </a:lnTo>
                <a:lnTo>
                  <a:pt x="3362418" y="1672513"/>
                </a:lnTo>
                <a:lnTo>
                  <a:pt x="3359787" y="1672140"/>
                </a:lnTo>
                <a:lnTo>
                  <a:pt x="3357464" y="1670923"/>
                </a:lnTo>
                <a:close/>
              </a:path>
              <a:path w="5142230" h="2300604">
                <a:moveTo>
                  <a:pt x="1432386" y="504945"/>
                </a:moveTo>
                <a:lnTo>
                  <a:pt x="1428514" y="500800"/>
                </a:lnTo>
                <a:lnTo>
                  <a:pt x="1427433" y="496515"/>
                </a:lnTo>
                <a:lnTo>
                  <a:pt x="1428891" y="492504"/>
                </a:lnTo>
                <a:lnTo>
                  <a:pt x="1430879" y="486812"/>
                </a:lnTo>
                <a:lnTo>
                  <a:pt x="1437208" y="483813"/>
                </a:lnTo>
                <a:lnTo>
                  <a:pt x="1448593" y="487887"/>
                </a:lnTo>
                <a:lnTo>
                  <a:pt x="1451636" y="494175"/>
                </a:lnTo>
                <a:lnTo>
                  <a:pt x="1449550" y="499859"/>
                </a:lnTo>
                <a:lnTo>
                  <a:pt x="1447562" y="505551"/>
                </a:lnTo>
                <a:lnTo>
                  <a:pt x="1441279" y="508599"/>
                </a:lnTo>
                <a:lnTo>
                  <a:pt x="1435541" y="506563"/>
                </a:lnTo>
                <a:lnTo>
                  <a:pt x="1433863" y="505939"/>
                </a:lnTo>
                <a:lnTo>
                  <a:pt x="1432386" y="504945"/>
                </a:lnTo>
                <a:close/>
              </a:path>
              <a:path w="5142230" h="2300604">
                <a:moveTo>
                  <a:pt x="2047696" y="677526"/>
                </a:moveTo>
                <a:lnTo>
                  <a:pt x="2043824" y="673382"/>
                </a:lnTo>
                <a:lnTo>
                  <a:pt x="2042723" y="669662"/>
                </a:lnTo>
                <a:lnTo>
                  <a:pt x="2043602" y="665910"/>
                </a:lnTo>
                <a:lnTo>
                  <a:pt x="2045030" y="660010"/>
                </a:lnTo>
                <a:lnTo>
                  <a:pt x="2050960" y="656388"/>
                </a:lnTo>
                <a:lnTo>
                  <a:pt x="2062808" y="659199"/>
                </a:lnTo>
                <a:lnTo>
                  <a:pt x="2066430" y="665129"/>
                </a:lnTo>
                <a:lnTo>
                  <a:pt x="2063574" y="676929"/>
                </a:lnTo>
                <a:lnTo>
                  <a:pt x="2057644" y="680551"/>
                </a:lnTo>
                <a:lnTo>
                  <a:pt x="2051749" y="679128"/>
                </a:lnTo>
                <a:lnTo>
                  <a:pt x="2049542" y="678623"/>
                </a:lnTo>
                <a:lnTo>
                  <a:pt x="2047696" y="677526"/>
                </a:lnTo>
                <a:close/>
              </a:path>
              <a:path w="5142230" h="2300604">
                <a:moveTo>
                  <a:pt x="2254816" y="727112"/>
                </a:moveTo>
                <a:lnTo>
                  <a:pt x="2250990" y="723016"/>
                </a:lnTo>
                <a:lnTo>
                  <a:pt x="2249862" y="719170"/>
                </a:lnTo>
                <a:lnTo>
                  <a:pt x="2250726" y="715501"/>
                </a:lnTo>
                <a:lnTo>
                  <a:pt x="2252155" y="709601"/>
                </a:lnTo>
                <a:lnTo>
                  <a:pt x="2258130" y="706028"/>
                </a:lnTo>
                <a:lnTo>
                  <a:pt x="2269930" y="708884"/>
                </a:lnTo>
                <a:lnTo>
                  <a:pt x="2273552" y="714815"/>
                </a:lnTo>
                <a:lnTo>
                  <a:pt x="2270696" y="726614"/>
                </a:lnTo>
                <a:lnTo>
                  <a:pt x="2264671" y="730233"/>
                </a:lnTo>
                <a:lnTo>
                  <a:pt x="2258820" y="728759"/>
                </a:lnTo>
                <a:lnTo>
                  <a:pt x="2256664" y="728308"/>
                </a:lnTo>
                <a:lnTo>
                  <a:pt x="2254816" y="727112"/>
                </a:lnTo>
                <a:close/>
              </a:path>
              <a:path w="5142230" h="2300604">
                <a:moveTo>
                  <a:pt x="2323731" y="744093"/>
                </a:moveTo>
                <a:lnTo>
                  <a:pt x="2319859" y="739948"/>
                </a:lnTo>
                <a:lnTo>
                  <a:pt x="2318713" y="736180"/>
                </a:lnTo>
                <a:lnTo>
                  <a:pt x="2319709" y="732359"/>
                </a:lnTo>
                <a:lnTo>
                  <a:pt x="2321118" y="726536"/>
                </a:lnTo>
                <a:lnTo>
                  <a:pt x="2322699" y="725589"/>
                </a:lnTo>
                <a:lnTo>
                  <a:pt x="2327209" y="722989"/>
                </a:lnTo>
                <a:lnTo>
                  <a:pt x="2332986" y="724481"/>
                </a:lnTo>
                <a:lnTo>
                  <a:pt x="2338890" y="725914"/>
                </a:lnTo>
                <a:lnTo>
                  <a:pt x="2342463" y="731890"/>
                </a:lnTo>
                <a:lnTo>
                  <a:pt x="2340985" y="737736"/>
                </a:lnTo>
                <a:lnTo>
                  <a:pt x="2339557" y="743636"/>
                </a:lnTo>
                <a:lnTo>
                  <a:pt x="2333586" y="747214"/>
                </a:lnTo>
                <a:lnTo>
                  <a:pt x="2327681" y="745781"/>
                </a:lnTo>
                <a:lnTo>
                  <a:pt x="2325533" y="745240"/>
                </a:lnTo>
                <a:lnTo>
                  <a:pt x="2323731" y="744093"/>
                </a:lnTo>
                <a:close/>
              </a:path>
              <a:path w="5142230" h="2300604">
                <a:moveTo>
                  <a:pt x="2116770" y="693993"/>
                </a:moveTo>
                <a:lnTo>
                  <a:pt x="2112893" y="689844"/>
                </a:lnTo>
                <a:lnTo>
                  <a:pt x="2111797" y="686129"/>
                </a:lnTo>
                <a:lnTo>
                  <a:pt x="2112680" y="682382"/>
                </a:lnTo>
                <a:lnTo>
                  <a:pt x="2114108" y="676482"/>
                </a:lnTo>
                <a:lnTo>
                  <a:pt x="2120038" y="672860"/>
                </a:lnTo>
                <a:lnTo>
                  <a:pt x="2131792" y="675668"/>
                </a:lnTo>
                <a:lnTo>
                  <a:pt x="2135414" y="681598"/>
                </a:lnTo>
                <a:lnTo>
                  <a:pt x="2134080" y="687501"/>
                </a:lnTo>
                <a:lnTo>
                  <a:pt x="2132652" y="693401"/>
                </a:lnTo>
                <a:lnTo>
                  <a:pt x="2126722" y="697023"/>
                </a:lnTo>
                <a:lnTo>
                  <a:pt x="2120822" y="695595"/>
                </a:lnTo>
                <a:lnTo>
                  <a:pt x="2118666" y="695144"/>
                </a:lnTo>
                <a:lnTo>
                  <a:pt x="2116770" y="693993"/>
                </a:lnTo>
                <a:close/>
              </a:path>
              <a:path w="5142230" h="2300604">
                <a:moveTo>
                  <a:pt x="2597623" y="818140"/>
                </a:moveTo>
                <a:lnTo>
                  <a:pt x="2593751" y="813996"/>
                </a:lnTo>
                <a:lnTo>
                  <a:pt x="2592655" y="809988"/>
                </a:lnTo>
                <a:lnTo>
                  <a:pt x="2595540" y="800271"/>
                </a:lnTo>
                <a:lnTo>
                  <a:pt x="2601644" y="796934"/>
                </a:lnTo>
                <a:lnTo>
                  <a:pt x="2613327" y="800447"/>
                </a:lnTo>
                <a:lnTo>
                  <a:pt x="2616566" y="806553"/>
                </a:lnTo>
                <a:lnTo>
                  <a:pt x="2614858" y="812349"/>
                </a:lnTo>
                <a:lnTo>
                  <a:pt x="2613101" y="818190"/>
                </a:lnTo>
                <a:lnTo>
                  <a:pt x="2607045" y="821482"/>
                </a:lnTo>
                <a:lnTo>
                  <a:pt x="2601204" y="819726"/>
                </a:lnTo>
                <a:lnTo>
                  <a:pt x="2599239" y="819187"/>
                </a:lnTo>
                <a:lnTo>
                  <a:pt x="2597623" y="818140"/>
                </a:lnTo>
                <a:close/>
              </a:path>
              <a:path w="5142230" h="2300604">
                <a:moveTo>
                  <a:pt x="3449240" y="1659790"/>
                </a:moveTo>
                <a:lnTo>
                  <a:pt x="3445601" y="1655894"/>
                </a:lnTo>
                <a:lnTo>
                  <a:pt x="3444509" y="1653161"/>
                </a:lnTo>
                <a:lnTo>
                  <a:pt x="3444662" y="1650197"/>
                </a:lnTo>
                <a:lnTo>
                  <a:pt x="3444861" y="1644349"/>
                </a:lnTo>
                <a:lnTo>
                  <a:pt x="3449778" y="1639838"/>
                </a:lnTo>
                <a:lnTo>
                  <a:pt x="3461469" y="1640331"/>
                </a:lnTo>
                <a:lnTo>
                  <a:pt x="3465979" y="1645159"/>
                </a:lnTo>
                <a:lnTo>
                  <a:pt x="3465486" y="1656849"/>
                </a:lnTo>
                <a:lnTo>
                  <a:pt x="3460561" y="1661450"/>
                </a:lnTo>
                <a:lnTo>
                  <a:pt x="3454717" y="1661156"/>
                </a:lnTo>
                <a:lnTo>
                  <a:pt x="3451888" y="1661060"/>
                </a:lnTo>
                <a:lnTo>
                  <a:pt x="3449240" y="1659790"/>
                </a:lnTo>
                <a:close/>
              </a:path>
              <a:path w="5142230" h="2300604">
                <a:moveTo>
                  <a:pt x="3136969" y="917322"/>
                </a:moveTo>
                <a:lnTo>
                  <a:pt x="3132488" y="912525"/>
                </a:lnTo>
                <a:lnTo>
                  <a:pt x="3131873" y="907371"/>
                </a:lnTo>
                <a:lnTo>
                  <a:pt x="3134266" y="903578"/>
                </a:lnTo>
                <a:lnTo>
                  <a:pt x="3137449" y="898677"/>
                </a:lnTo>
                <a:lnTo>
                  <a:pt x="3137711" y="898274"/>
                </a:lnTo>
                <a:lnTo>
                  <a:pt x="3144228" y="896844"/>
                </a:lnTo>
                <a:lnTo>
                  <a:pt x="3149168" y="899981"/>
                </a:lnTo>
                <a:lnTo>
                  <a:pt x="3154068" y="903174"/>
                </a:lnTo>
                <a:lnTo>
                  <a:pt x="3155494" y="909686"/>
                </a:lnTo>
                <a:lnTo>
                  <a:pt x="3152573" y="914183"/>
                </a:lnTo>
                <a:lnTo>
                  <a:pt x="3149427" y="919124"/>
                </a:lnTo>
                <a:lnTo>
                  <a:pt x="3149168" y="919531"/>
                </a:lnTo>
                <a:lnTo>
                  <a:pt x="3142651" y="920961"/>
                </a:lnTo>
                <a:lnTo>
                  <a:pt x="3137751" y="917768"/>
                </a:lnTo>
                <a:lnTo>
                  <a:pt x="3136969" y="917322"/>
                </a:lnTo>
                <a:close/>
              </a:path>
              <a:path w="5142230" h="2300604">
                <a:moveTo>
                  <a:pt x="3300658" y="1058239"/>
                </a:moveTo>
                <a:lnTo>
                  <a:pt x="3296468" y="1053753"/>
                </a:lnTo>
                <a:lnTo>
                  <a:pt x="3292700" y="1049328"/>
                </a:lnTo>
                <a:lnTo>
                  <a:pt x="3293256" y="1042691"/>
                </a:lnTo>
                <a:lnTo>
                  <a:pt x="3301391" y="1035759"/>
                </a:lnTo>
                <a:lnTo>
                  <a:pt x="3302154" y="1035110"/>
                </a:lnTo>
                <a:lnTo>
                  <a:pt x="3308796" y="1035671"/>
                </a:lnTo>
                <a:lnTo>
                  <a:pt x="3316332" y="1044519"/>
                </a:lnTo>
                <a:lnTo>
                  <a:pt x="3315821" y="1051206"/>
                </a:lnTo>
                <a:lnTo>
                  <a:pt x="3307676" y="1058126"/>
                </a:lnTo>
                <a:lnTo>
                  <a:pt x="3307065" y="1058645"/>
                </a:lnTo>
                <a:lnTo>
                  <a:pt x="3300658" y="1058239"/>
                </a:lnTo>
                <a:close/>
              </a:path>
              <a:path w="5142230" h="2300604">
                <a:moveTo>
                  <a:pt x="3195068" y="958011"/>
                </a:moveTo>
                <a:lnTo>
                  <a:pt x="3190306" y="952914"/>
                </a:lnTo>
                <a:lnTo>
                  <a:pt x="3189954" y="947356"/>
                </a:lnTo>
                <a:lnTo>
                  <a:pt x="3193116" y="943215"/>
                </a:lnTo>
                <a:lnTo>
                  <a:pt x="3196721" y="938570"/>
                </a:lnTo>
                <a:lnTo>
                  <a:pt x="3203312" y="937708"/>
                </a:lnTo>
                <a:lnTo>
                  <a:pt x="3207953" y="941308"/>
                </a:lnTo>
                <a:lnTo>
                  <a:pt x="3212607" y="944823"/>
                </a:lnTo>
                <a:lnTo>
                  <a:pt x="3213415" y="951455"/>
                </a:lnTo>
                <a:lnTo>
                  <a:pt x="3209909" y="956109"/>
                </a:lnTo>
                <a:lnTo>
                  <a:pt x="3206349" y="960704"/>
                </a:lnTo>
                <a:lnTo>
                  <a:pt x="3199713" y="961615"/>
                </a:lnTo>
                <a:lnTo>
                  <a:pt x="3195068" y="958011"/>
                </a:lnTo>
                <a:close/>
              </a:path>
              <a:path w="5142230" h="2300604">
                <a:moveTo>
                  <a:pt x="3075327" y="880855"/>
                </a:moveTo>
                <a:lnTo>
                  <a:pt x="3071546" y="876808"/>
                </a:lnTo>
                <a:lnTo>
                  <a:pt x="3070770" y="871871"/>
                </a:lnTo>
                <a:lnTo>
                  <a:pt x="3075847" y="862645"/>
                </a:lnTo>
                <a:lnTo>
                  <a:pt x="3082290" y="860744"/>
                </a:lnTo>
                <a:lnTo>
                  <a:pt x="3087387" y="863562"/>
                </a:lnTo>
                <a:lnTo>
                  <a:pt x="3092533" y="866333"/>
                </a:lnTo>
                <a:lnTo>
                  <a:pt x="3094388" y="872718"/>
                </a:lnTo>
                <a:lnTo>
                  <a:pt x="3091621" y="877869"/>
                </a:lnTo>
                <a:lnTo>
                  <a:pt x="3088799" y="882961"/>
                </a:lnTo>
                <a:lnTo>
                  <a:pt x="3082366" y="884871"/>
                </a:lnTo>
                <a:lnTo>
                  <a:pt x="3077314" y="882103"/>
                </a:lnTo>
                <a:lnTo>
                  <a:pt x="3076247" y="881547"/>
                </a:lnTo>
                <a:lnTo>
                  <a:pt x="3075327" y="880855"/>
                </a:lnTo>
                <a:close/>
              </a:path>
              <a:path w="5142230" h="2300604">
                <a:moveTo>
                  <a:pt x="3452232" y="1517937"/>
                </a:moveTo>
                <a:lnTo>
                  <a:pt x="3448538" y="1513982"/>
                </a:lnTo>
                <a:lnTo>
                  <a:pt x="3447441" y="1511537"/>
                </a:lnTo>
                <a:lnTo>
                  <a:pt x="3447307" y="1502988"/>
                </a:lnTo>
                <a:lnTo>
                  <a:pt x="3451956" y="1498189"/>
                </a:lnTo>
                <a:lnTo>
                  <a:pt x="3457767" y="1498056"/>
                </a:lnTo>
                <a:lnTo>
                  <a:pt x="3463624" y="1497973"/>
                </a:lnTo>
                <a:lnTo>
                  <a:pt x="3468423" y="1502621"/>
                </a:lnTo>
                <a:lnTo>
                  <a:pt x="3468590" y="1514335"/>
                </a:lnTo>
                <a:lnTo>
                  <a:pt x="3463947" y="1519138"/>
                </a:lnTo>
                <a:lnTo>
                  <a:pt x="3458139" y="1519177"/>
                </a:lnTo>
                <a:lnTo>
                  <a:pt x="3455020" y="1519259"/>
                </a:lnTo>
                <a:lnTo>
                  <a:pt x="3452232" y="1517937"/>
                </a:lnTo>
                <a:close/>
              </a:path>
              <a:path w="5142230" h="2300604">
                <a:moveTo>
                  <a:pt x="3248381" y="1003254"/>
                </a:moveTo>
                <a:lnTo>
                  <a:pt x="3244095" y="998667"/>
                </a:lnTo>
                <a:lnTo>
                  <a:pt x="3244077" y="992391"/>
                </a:lnTo>
                <a:lnTo>
                  <a:pt x="3247896" y="988366"/>
                </a:lnTo>
                <a:lnTo>
                  <a:pt x="3251918" y="984070"/>
                </a:lnTo>
                <a:lnTo>
                  <a:pt x="3258581" y="983872"/>
                </a:lnTo>
                <a:lnTo>
                  <a:pt x="3262882" y="987890"/>
                </a:lnTo>
                <a:lnTo>
                  <a:pt x="3267089" y="991904"/>
                </a:lnTo>
                <a:lnTo>
                  <a:pt x="3267287" y="998567"/>
                </a:lnTo>
                <a:lnTo>
                  <a:pt x="3263318" y="1002823"/>
                </a:lnTo>
                <a:lnTo>
                  <a:pt x="3259299" y="1007025"/>
                </a:lnTo>
                <a:lnTo>
                  <a:pt x="3252587" y="1007268"/>
                </a:lnTo>
                <a:lnTo>
                  <a:pt x="3248381" y="1003254"/>
                </a:lnTo>
                <a:close/>
              </a:path>
              <a:path w="5142230" h="2300604">
                <a:moveTo>
                  <a:pt x="2947170" y="820691"/>
                </a:moveTo>
                <a:lnTo>
                  <a:pt x="2943431" y="816688"/>
                </a:lnTo>
                <a:lnTo>
                  <a:pt x="2942546" y="812319"/>
                </a:lnTo>
                <a:lnTo>
                  <a:pt x="2944139" y="808356"/>
                </a:lnTo>
                <a:lnTo>
                  <a:pt x="2946356" y="803007"/>
                </a:lnTo>
                <a:lnTo>
                  <a:pt x="2952534" y="800432"/>
                </a:lnTo>
                <a:lnTo>
                  <a:pt x="2963331" y="804854"/>
                </a:lnTo>
                <a:lnTo>
                  <a:pt x="2965911" y="811037"/>
                </a:lnTo>
                <a:lnTo>
                  <a:pt x="2963694" y="816386"/>
                </a:lnTo>
                <a:lnTo>
                  <a:pt x="2961478" y="821834"/>
                </a:lnTo>
                <a:lnTo>
                  <a:pt x="2955305" y="824414"/>
                </a:lnTo>
                <a:lnTo>
                  <a:pt x="2949906" y="822153"/>
                </a:lnTo>
                <a:lnTo>
                  <a:pt x="2948462" y="821584"/>
                </a:lnTo>
                <a:lnTo>
                  <a:pt x="2947170" y="820691"/>
                </a:lnTo>
                <a:close/>
              </a:path>
              <a:path w="5142230" h="2300604">
                <a:moveTo>
                  <a:pt x="3446212" y="1730737"/>
                </a:moveTo>
                <a:lnTo>
                  <a:pt x="3442527" y="1726792"/>
                </a:lnTo>
                <a:lnTo>
                  <a:pt x="3441391" y="1724110"/>
                </a:lnTo>
                <a:lnTo>
                  <a:pt x="3441539" y="1721141"/>
                </a:lnTo>
                <a:lnTo>
                  <a:pt x="3441728" y="1715577"/>
                </a:lnTo>
                <a:lnTo>
                  <a:pt x="3446749" y="1710786"/>
                </a:lnTo>
                <a:lnTo>
                  <a:pt x="3458351" y="1711280"/>
                </a:lnTo>
                <a:lnTo>
                  <a:pt x="3462860" y="1716107"/>
                </a:lnTo>
                <a:lnTo>
                  <a:pt x="3462658" y="1722049"/>
                </a:lnTo>
                <a:lnTo>
                  <a:pt x="3462360" y="1727888"/>
                </a:lnTo>
                <a:lnTo>
                  <a:pt x="3457438" y="1732394"/>
                </a:lnTo>
                <a:lnTo>
                  <a:pt x="3451640" y="1732149"/>
                </a:lnTo>
                <a:lnTo>
                  <a:pt x="3448770" y="1732009"/>
                </a:lnTo>
                <a:lnTo>
                  <a:pt x="3446212" y="1730737"/>
                </a:lnTo>
                <a:close/>
              </a:path>
              <a:path w="5142230" h="2300604">
                <a:moveTo>
                  <a:pt x="3012158" y="849010"/>
                </a:moveTo>
                <a:lnTo>
                  <a:pt x="3008373" y="844958"/>
                </a:lnTo>
                <a:lnTo>
                  <a:pt x="3007494" y="840400"/>
                </a:lnTo>
                <a:lnTo>
                  <a:pt x="3009379" y="836357"/>
                </a:lnTo>
                <a:lnTo>
                  <a:pt x="3011866" y="831103"/>
                </a:lnTo>
                <a:lnTo>
                  <a:pt x="3018133" y="828819"/>
                </a:lnTo>
                <a:lnTo>
                  <a:pt x="3023432" y="831265"/>
                </a:lnTo>
                <a:lnTo>
                  <a:pt x="3028682" y="833757"/>
                </a:lnTo>
                <a:lnTo>
                  <a:pt x="3030970" y="840019"/>
                </a:lnTo>
                <a:lnTo>
                  <a:pt x="3026073" y="850612"/>
                </a:lnTo>
                <a:lnTo>
                  <a:pt x="3019721" y="852902"/>
                </a:lnTo>
                <a:lnTo>
                  <a:pt x="3014467" y="850405"/>
                </a:lnTo>
                <a:lnTo>
                  <a:pt x="3013216" y="849848"/>
                </a:lnTo>
                <a:lnTo>
                  <a:pt x="3012158" y="849010"/>
                </a:lnTo>
                <a:close/>
              </a:path>
              <a:path w="5142230" h="2300604">
                <a:moveTo>
                  <a:pt x="3451659" y="1588873"/>
                </a:moveTo>
                <a:lnTo>
                  <a:pt x="3447965" y="1584919"/>
                </a:lnTo>
                <a:lnTo>
                  <a:pt x="3446880" y="1582194"/>
                </a:lnTo>
                <a:lnTo>
                  <a:pt x="3446925" y="1579407"/>
                </a:lnTo>
                <a:lnTo>
                  <a:pt x="3447124" y="1573560"/>
                </a:lnTo>
                <a:lnTo>
                  <a:pt x="3451954" y="1568956"/>
                </a:lnTo>
                <a:lnTo>
                  <a:pt x="3457761" y="1569111"/>
                </a:lnTo>
                <a:lnTo>
                  <a:pt x="3463699" y="1569213"/>
                </a:lnTo>
                <a:lnTo>
                  <a:pt x="3468210" y="1574042"/>
                </a:lnTo>
                <a:lnTo>
                  <a:pt x="3468060" y="1579843"/>
                </a:lnTo>
                <a:lnTo>
                  <a:pt x="3467955" y="1585694"/>
                </a:lnTo>
                <a:lnTo>
                  <a:pt x="3463129" y="1590303"/>
                </a:lnTo>
                <a:lnTo>
                  <a:pt x="3454307" y="1590144"/>
                </a:lnTo>
                <a:lnTo>
                  <a:pt x="3451659" y="1588873"/>
                </a:lnTo>
                <a:close/>
              </a:path>
              <a:path w="5142230" h="2300604">
                <a:moveTo>
                  <a:pt x="3449020" y="1447249"/>
                </a:moveTo>
                <a:lnTo>
                  <a:pt x="3445331" y="1443300"/>
                </a:lnTo>
                <a:lnTo>
                  <a:pt x="3444268" y="1441087"/>
                </a:lnTo>
                <a:lnTo>
                  <a:pt x="3443564" y="1432806"/>
                </a:lnTo>
                <a:lnTo>
                  <a:pt x="3447939" y="1427715"/>
                </a:lnTo>
                <a:lnTo>
                  <a:pt x="3453714" y="1427250"/>
                </a:lnTo>
                <a:lnTo>
                  <a:pt x="3459538" y="1426741"/>
                </a:lnTo>
                <a:lnTo>
                  <a:pt x="3464678" y="1431070"/>
                </a:lnTo>
                <a:lnTo>
                  <a:pt x="3465089" y="1436886"/>
                </a:lnTo>
                <a:lnTo>
                  <a:pt x="3465604" y="1442715"/>
                </a:lnTo>
                <a:lnTo>
                  <a:pt x="3461229" y="1447806"/>
                </a:lnTo>
                <a:lnTo>
                  <a:pt x="3455453" y="1448271"/>
                </a:lnTo>
                <a:lnTo>
                  <a:pt x="3452086" y="1448576"/>
                </a:lnTo>
                <a:lnTo>
                  <a:pt x="3449020" y="1447249"/>
                </a:lnTo>
                <a:close/>
              </a:path>
              <a:path w="5142230" h="2300604">
                <a:moveTo>
                  <a:pt x="2679934" y="725715"/>
                </a:moveTo>
                <a:lnTo>
                  <a:pt x="2676204" y="721722"/>
                </a:lnTo>
                <a:lnTo>
                  <a:pt x="2675204" y="717817"/>
                </a:lnTo>
                <a:lnTo>
                  <a:pt x="2676370" y="714080"/>
                </a:lnTo>
                <a:lnTo>
                  <a:pt x="2678067" y="708468"/>
                </a:lnTo>
                <a:lnTo>
                  <a:pt x="2684031" y="705371"/>
                </a:lnTo>
                <a:lnTo>
                  <a:pt x="2695143" y="708860"/>
                </a:lnTo>
                <a:lnTo>
                  <a:pt x="2698250" y="714824"/>
                </a:lnTo>
                <a:lnTo>
                  <a:pt x="2696502" y="720383"/>
                </a:lnTo>
                <a:lnTo>
                  <a:pt x="2694800" y="725891"/>
                </a:lnTo>
                <a:lnTo>
                  <a:pt x="2688845" y="728998"/>
                </a:lnTo>
                <a:lnTo>
                  <a:pt x="2683286" y="727250"/>
                </a:lnTo>
                <a:lnTo>
                  <a:pt x="2681510" y="726718"/>
                </a:lnTo>
                <a:lnTo>
                  <a:pt x="2679934" y="725715"/>
                </a:lnTo>
                <a:close/>
              </a:path>
              <a:path w="5142230" h="2300604">
                <a:moveTo>
                  <a:pt x="2747459" y="747464"/>
                </a:moveTo>
                <a:lnTo>
                  <a:pt x="2743729" y="743471"/>
                </a:lnTo>
                <a:lnTo>
                  <a:pt x="2742732" y="739471"/>
                </a:lnTo>
                <a:lnTo>
                  <a:pt x="2745789" y="730232"/>
                </a:lnTo>
                <a:lnTo>
                  <a:pt x="2745837" y="730088"/>
                </a:lnTo>
                <a:lnTo>
                  <a:pt x="2751788" y="727075"/>
                </a:lnTo>
                <a:lnTo>
                  <a:pt x="2762899" y="730758"/>
                </a:lnTo>
                <a:lnTo>
                  <a:pt x="2765858" y="736760"/>
                </a:lnTo>
                <a:lnTo>
                  <a:pt x="2764016" y="742315"/>
                </a:lnTo>
                <a:lnTo>
                  <a:pt x="2762271" y="747680"/>
                </a:lnTo>
                <a:lnTo>
                  <a:pt x="2762224" y="747825"/>
                </a:lnTo>
                <a:lnTo>
                  <a:pt x="2756222" y="750784"/>
                </a:lnTo>
                <a:lnTo>
                  <a:pt x="2750663" y="749037"/>
                </a:lnTo>
                <a:lnTo>
                  <a:pt x="2748936" y="748459"/>
                </a:lnTo>
                <a:lnTo>
                  <a:pt x="2747459" y="747464"/>
                </a:lnTo>
                <a:close/>
              </a:path>
              <a:path w="5142230" h="2300604">
                <a:moveTo>
                  <a:pt x="3406119" y="1240238"/>
                </a:moveTo>
                <a:lnTo>
                  <a:pt x="3402384" y="1236240"/>
                </a:lnTo>
                <a:lnTo>
                  <a:pt x="3401622" y="1235034"/>
                </a:lnTo>
                <a:lnTo>
                  <a:pt x="3401097" y="1233689"/>
                </a:lnTo>
                <a:lnTo>
                  <a:pt x="3399070" y="1228196"/>
                </a:lnTo>
                <a:lnTo>
                  <a:pt x="3401874" y="1222107"/>
                </a:lnTo>
                <a:lnTo>
                  <a:pt x="3407372" y="1220075"/>
                </a:lnTo>
                <a:lnTo>
                  <a:pt x="3412821" y="1218089"/>
                </a:lnTo>
                <a:lnTo>
                  <a:pt x="3418906" y="1220888"/>
                </a:lnTo>
                <a:lnTo>
                  <a:pt x="3422928" y="1231840"/>
                </a:lnTo>
                <a:lnTo>
                  <a:pt x="3420124" y="1237930"/>
                </a:lnTo>
                <a:lnTo>
                  <a:pt x="3410516" y="1241426"/>
                </a:lnTo>
                <a:lnTo>
                  <a:pt x="3406119" y="1240238"/>
                </a:lnTo>
                <a:close/>
              </a:path>
              <a:path w="5142230" h="2300604">
                <a:moveTo>
                  <a:pt x="1443827" y="403220"/>
                </a:moveTo>
                <a:lnTo>
                  <a:pt x="1440092" y="399222"/>
                </a:lnTo>
                <a:lnTo>
                  <a:pt x="1439136" y="395266"/>
                </a:lnTo>
                <a:lnTo>
                  <a:pt x="1442164" y="385898"/>
                </a:lnTo>
                <a:lnTo>
                  <a:pt x="1448107" y="382877"/>
                </a:lnTo>
                <a:lnTo>
                  <a:pt x="1459172" y="386511"/>
                </a:lnTo>
                <a:lnTo>
                  <a:pt x="1462229" y="392421"/>
                </a:lnTo>
                <a:lnTo>
                  <a:pt x="1458640" y="403535"/>
                </a:lnTo>
                <a:lnTo>
                  <a:pt x="1452684" y="406543"/>
                </a:lnTo>
                <a:lnTo>
                  <a:pt x="1447125" y="404796"/>
                </a:lnTo>
                <a:lnTo>
                  <a:pt x="1445398" y="404218"/>
                </a:lnTo>
                <a:lnTo>
                  <a:pt x="1443827" y="403220"/>
                </a:lnTo>
                <a:close/>
              </a:path>
              <a:path w="5142230" h="2300604">
                <a:moveTo>
                  <a:pt x="1579698" y="444763"/>
                </a:moveTo>
                <a:lnTo>
                  <a:pt x="1575959" y="440759"/>
                </a:lnTo>
                <a:lnTo>
                  <a:pt x="1574955" y="436948"/>
                </a:lnTo>
                <a:lnTo>
                  <a:pt x="1577634" y="427598"/>
                </a:lnTo>
                <a:lnTo>
                  <a:pt x="1583503" y="424398"/>
                </a:lnTo>
                <a:lnTo>
                  <a:pt x="1589113" y="426006"/>
                </a:lnTo>
                <a:lnTo>
                  <a:pt x="1594675" y="427658"/>
                </a:lnTo>
                <a:lnTo>
                  <a:pt x="1597928" y="433486"/>
                </a:lnTo>
                <a:lnTo>
                  <a:pt x="1594713" y="444707"/>
                </a:lnTo>
                <a:lnTo>
                  <a:pt x="1588845" y="447907"/>
                </a:lnTo>
                <a:lnTo>
                  <a:pt x="1581364" y="445764"/>
                </a:lnTo>
                <a:lnTo>
                  <a:pt x="1579698" y="444763"/>
                </a:lnTo>
                <a:close/>
              </a:path>
              <a:path w="5142230" h="2300604">
                <a:moveTo>
                  <a:pt x="1511602" y="424552"/>
                </a:moveTo>
                <a:lnTo>
                  <a:pt x="1507867" y="420554"/>
                </a:lnTo>
                <a:lnTo>
                  <a:pt x="1506862" y="416644"/>
                </a:lnTo>
                <a:lnTo>
                  <a:pt x="1508028" y="412907"/>
                </a:lnTo>
                <a:lnTo>
                  <a:pt x="1509685" y="407350"/>
                </a:lnTo>
                <a:lnTo>
                  <a:pt x="1515599" y="404199"/>
                </a:lnTo>
                <a:lnTo>
                  <a:pt x="1526768" y="407554"/>
                </a:lnTo>
                <a:lnTo>
                  <a:pt x="1529919" y="413468"/>
                </a:lnTo>
                <a:lnTo>
                  <a:pt x="1526516" y="424682"/>
                </a:lnTo>
                <a:lnTo>
                  <a:pt x="1520602" y="427833"/>
                </a:lnTo>
                <a:lnTo>
                  <a:pt x="1515043" y="426086"/>
                </a:lnTo>
                <a:lnTo>
                  <a:pt x="1513173" y="425550"/>
                </a:lnTo>
                <a:lnTo>
                  <a:pt x="1511602" y="424552"/>
                </a:lnTo>
                <a:close/>
              </a:path>
              <a:path w="5142230" h="2300604">
                <a:moveTo>
                  <a:pt x="2814565" y="770426"/>
                </a:moveTo>
                <a:lnTo>
                  <a:pt x="2810835" y="766433"/>
                </a:lnTo>
                <a:lnTo>
                  <a:pt x="2809836" y="762334"/>
                </a:lnTo>
                <a:lnTo>
                  <a:pt x="2811199" y="758514"/>
                </a:lnTo>
                <a:lnTo>
                  <a:pt x="2813134" y="752962"/>
                </a:lnTo>
                <a:lnTo>
                  <a:pt x="2819223" y="750096"/>
                </a:lnTo>
                <a:lnTo>
                  <a:pt x="2830188" y="754014"/>
                </a:lnTo>
                <a:lnTo>
                  <a:pt x="2833048" y="760008"/>
                </a:lnTo>
                <a:lnTo>
                  <a:pt x="2829185" y="771023"/>
                </a:lnTo>
                <a:lnTo>
                  <a:pt x="2823137" y="773933"/>
                </a:lnTo>
                <a:lnTo>
                  <a:pt x="2815996" y="771372"/>
                </a:lnTo>
                <a:lnTo>
                  <a:pt x="2814565" y="770426"/>
                </a:lnTo>
                <a:close/>
              </a:path>
              <a:path w="5142230" h="2300604">
                <a:moveTo>
                  <a:pt x="1854403" y="517138"/>
                </a:moveTo>
                <a:lnTo>
                  <a:pt x="1850668" y="513140"/>
                </a:lnTo>
                <a:lnTo>
                  <a:pt x="1850286" y="511852"/>
                </a:lnTo>
                <a:lnTo>
                  <a:pt x="1849628" y="509485"/>
                </a:lnTo>
                <a:lnTo>
                  <a:pt x="1850489" y="505910"/>
                </a:lnTo>
                <a:lnTo>
                  <a:pt x="1851903" y="500289"/>
                </a:lnTo>
                <a:lnTo>
                  <a:pt x="1857597" y="496805"/>
                </a:lnTo>
                <a:lnTo>
                  <a:pt x="1868928" y="499551"/>
                </a:lnTo>
                <a:lnTo>
                  <a:pt x="1872368" y="505286"/>
                </a:lnTo>
                <a:lnTo>
                  <a:pt x="1869622" y="516617"/>
                </a:lnTo>
                <a:lnTo>
                  <a:pt x="1863932" y="520106"/>
                </a:lnTo>
                <a:lnTo>
                  <a:pt x="1858267" y="518733"/>
                </a:lnTo>
                <a:lnTo>
                  <a:pt x="1856208" y="518191"/>
                </a:lnTo>
                <a:lnTo>
                  <a:pt x="1854403" y="517138"/>
                </a:lnTo>
                <a:close/>
              </a:path>
              <a:path w="5142230" h="2300604">
                <a:moveTo>
                  <a:pt x="2881156" y="794792"/>
                </a:moveTo>
                <a:lnTo>
                  <a:pt x="2877416" y="790788"/>
                </a:lnTo>
                <a:lnTo>
                  <a:pt x="2876479" y="786560"/>
                </a:lnTo>
                <a:lnTo>
                  <a:pt x="2877975" y="782687"/>
                </a:lnTo>
                <a:lnTo>
                  <a:pt x="2880007" y="777238"/>
                </a:lnTo>
                <a:lnTo>
                  <a:pt x="2886096" y="774471"/>
                </a:lnTo>
                <a:lnTo>
                  <a:pt x="2896998" y="778614"/>
                </a:lnTo>
                <a:lnTo>
                  <a:pt x="2899769" y="784709"/>
                </a:lnTo>
                <a:lnTo>
                  <a:pt x="2895621" y="795615"/>
                </a:lnTo>
                <a:lnTo>
                  <a:pt x="2889531" y="798381"/>
                </a:lnTo>
                <a:lnTo>
                  <a:pt x="2884072" y="796350"/>
                </a:lnTo>
                <a:lnTo>
                  <a:pt x="2882493" y="795734"/>
                </a:lnTo>
                <a:lnTo>
                  <a:pt x="2881156" y="794792"/>
                </a:lnTo>
                <a:close/>
              </a:path>
              <a:path w="5142230" h="2300604">
                <a:moveTo>
                  <a:pt x="1376471" y="380674"/>
                </a:moveTo>
                <a:lnTo>
                  <a:pt x="1372781" y="376725"/>
                </a:lnTo>
                <a:lnTo>
                  <a:pt x="1371788" y="372631"/>
                </a:lnTo>
                <a:lnTo>
                  <a:pt x="1373051" y="368803"/>
                </a:lnTo>
                <a:lnTo>
                  <a:pt x="1374987" y="363251"/>
                </a:lnTo>
                <a:lnTo>
                  <a:pt x="1380981" y="360381"/>
                </a:lnTo>
                <a:lnTo>
                  <a:pt x="1391994" y="364155"/>
                </a:lnTo>
                <a:lnTo>
                  <a:pt x="1394953" y="370157"/>
                </a:lnTo>
                <a:lnTo>
                  <a:pt x="1391134" y="381221"/>
                </a:lnTo>
                <a:lnTo>
                  <a:pt x="1385132" y="384179"/>
                </a:lnTo>
                <a:lnTo>
                  <a:pt x="1377943" y="381664"/>
                </a:lnTo>
                <a:lnTo>
                  <a:pt x="1376471" y="380674"/>
                </a:lnTo>
                <a:close/>
              </a:path>
              <a:path w="5142230" h="2300604">
                <a:moveTo>
                  <a:pt x="2130810" y="582343"/>
                </a:moveTo>
                <a:lnTo>
                  <a:pt x="2127120" y="578394"/>
                </a:lnTo>
                <a:lnTo>
                  <a:pt x="2126013" y="574863"/>
                </a:lnTo>
                <a:lnTo>
                  <a:pt x="2126848" y="571261"/>
                </a:lnTo>
                <a:lnTo>
                  <a:pt x="2128221" y="565595"/>
                </a:lnTo>
                <a:lnTo>
                  <a:pt x="2133865" y="562058"/>
                </a:lnTo>
                <a:lnTo>
                  <a:pt x="2139531" y="563431"/>
                </a:lnTo>
                <a:lnTo>
                  <a:pt x="2145200" y="564710"/>
                </a:lnTo>
                <a:lnTo>
                  <a:pt x="2148734" y="570448"/>
                </a:lnTo>
                <a:lnTo>
                  <a:pt x="2146078" y="581777"/>
                </a:lnTo>
                <a:lnTo>
                  <a:pt x="2140438" y="585320"/>
                </a:lnTo>
                <a:lnTo>
                  <a:pt x="2132616" y="583496"/>
                </a:lnTo>
                <a:lnTo>
                  <a:pt x="2130810" y="582343"/>
                </a:lnTo>
                <a:close/>
              </a:path>
              <a:path w="5142230" h="2300604">
                <a:moveTo>
                  <a:pt x="1785491" y="500063"/>
                </a:moveTo>
                <a:lnTo>
                  <a:pt x="1781756" y="496065"/>
                </a:lnTo>
                <a:lnTo>
                  <a:pt x="1780701" y="492394"/>
                </a:lnTo>
                <a:lnTo>
                  <a:pt x="1781626" y="488790"/>
                </a:lnTo>
                <a:lnTo>
                  <a:pt x="1782999" y="483124"/>
                </a:lnTo>
                <a:lnTo>
                  <a:pt x="1788775" y="479728"/>
                </a:lnTo>
                <a:lnTo>
                  <a:pt x="1794441" y="481101"/>
                </a:lnTo>
                <a:lnTo>
                  <a:pt x="1800108" y="482574"/>
                </a:lnTo>
                <a:lnTo>
                  <a:pt x="1803498" y="488255"/>
                </a:lnTo>
                <a:lnTo>
                  <a:pt x="1800662" y="499588"/>
                </a:lnTo>
                <a:lnTo>
                  <a:pt x="1794927" y="503028"/>
                </a:lnTo>
                <a:lnTo>
                  <a:pt x="1789379" y="501683"/>
                </a:lnTo>
                <a:lnTo>
                  <a:pt x="1787202" y="501113"/>
                </a:lnTo>
                <a:lnTo>
                  <a:pt x="1785491" y="500063"/>
                </a:lnTo>
                <a:close/>
              </a:path>
              <a:path w="5142230" h="2300604">
                <a:moveTo>
                  <a:pt x="2337892" y="631791"/>
                </a:moveTo>
                <a:lnTo>
                  <a:pt x="2334203" y="627842"/>
                </a:lnTo>
                <a:lnTo>
                  <a:pt x="2333147" y="624171"/>
                </a:lnTo>
                <a:lnTo>
                  <a:pt x="2335441" y="614896"/>
                </a:lnTo>
                <a:lnTo>
                  <a:pt x="2336963" y="613984"/>
                </a:lnTo>
                <a:lnTo>
                  <a:pt x="2341296" y="611487"/>
                </a:lnTo>
                <a:lnTo>
                  <a:pt x="2346793" y="612875"/>
                </a:lnTo>
                <a:lnTo>
                  <a:pt x="2352463" y="614253"/>
                </a:lnTo>
                <a:lnTo>
                  <a:pt x="2355949" y="620037"/>
                </a:lnTo>
                <a:lnTo>
                  <a:pt x="2354530" y="625654"/>
                </a:lnTo>
                <a:lnTo>
                  <a:pt x="2353157" y="631319"/>
                </a:lnTo>
                <a:lnTo>
                  <a:pt x="2347422" y="634759"/>
                </a:lnTo>
                <a:lnTo>
                  <a:pt x="2341756" y="633386"/>
                </a:lnTo>
                <a:lnTo>
                  <a:pt x="2339698" y="632844"/>
                </a:lnTo>
                <a:lnTo>
                  <a:pt x="2337892" y="631791"/>
                </a:lnTo>
                <a:close/>
              </a:path>
              <a:path w="5142230" h="2300604">
                <a:moveTo>
                  <a:pt x="2406748" y="649100"/>
                </a:moveTo>
                <a:lnTo>
                  <a:pt x="2403013" y="645102"/>
                </a:lnTo>
                <a:lnTo>
                  <a:pt x="2401953" y="641426"/>
                </a:lnTo>
                <a:lnTo>
                  <a:pt x="2404346" y="632160"/>
                </a:lnTo>
                <a:lnTo>
                  <a:pt x="2410086" y="628725"/>
                </a:lnTo>
                <a:lnTo>
                  <a:pt x="2421411" y="631660"/>
                </a:lnTo>
                <a:lnTo>
                  <a:pt x="2424805" y="637346"/>
                </a:lnTo>
                <a:lnTo>
                  <a:pt x="2423402" y="642980"/>
                </a:lnTo>
                <a:lnTo>
                  <a:pt x="2421916" y="648720"/>
                </a:lnTo>
                <a:lnTo>
                  <a:pt x="2416135" y="652111"/>
                </a:lnTo>
                <a:lnTo>
                  <a:pt x="2410638" y="650722"/>
                </a:lnTo>
                <a:lnTo>
                  <a:pt x="2408459" y="650150"/>
                </a:lnTo>
                <a:lnTo>
                  <a:pt x="2406748" y="649100"/>
                </a:lnTo>
                <a:close/>
              </a:path>
              <a:path w="5142230" h="2300604">
                <a:moveTo>
                  <a:pt x="2199943" y="598581"/>
                </a:moveTo>
                <a:lnTo>
                  <a:pt x="2196254" y="594631"/>
                </a:lnTo>
                <a:lnTo>
                  <a:pt x="2195101" y="591051"/>
                </a:lnTo>
                <a:lnTo>
                  <a:pt x="2195973" y="587489"/>
                </a:lnTo>
                <a:lnTo>
                  <a:pt x="2197305" y="581779"/>
                </a:lnTo>
                <a:lnTo>
                  <a:pt x="2202990" y="578285"/>
                </a:lnTo>
                <a:lnTo>
                  <a:pt x="2214329" y="580942"/>
                </a:lnTo>
                <a:lnTo>
                  <a:pt x="2217912" y="586635"/>
                </a:lnTo>
                <a:lnTo>
                  <a:pt x="2216539" y="592300"/>
                </a:lnTo>
                <a:lnTo>
                  <a:pt x="2215211" y="598015"/>
                </a:lnTo>
                <a:lnTo>
                  <a:pt x="2209522" y="601504"/>
                </a:lnTo>
                <a:lnTo>
                  <a:pt x="2201700" y="599679"/>
                </a:lnTo>
                <a:lnTo>
                  <a:pt x="2199943" y="598581"/>
                </a:lnTo>
                <a:close/>
              </a:path>
              <a:path w="5142230" h="2300604">
                <a:moveTo>
                  <a:pt x="3443422" y="1801745"/>
                </a:moveTo>
                <a:lnTo>
                  <a:pt x="3439732" y="1797795"/>
                </a:lnTo>
                <a:lnTo>
                  <a:pt x="3438690" y="1795116"/>
                </a:lnTo>
                <a:lnTo>
                  <a:pt x="3438988" y="1786344"/>
                </a:lnTo>
                <a:lnTo>
                  <a:pt x="3443860" y="1781785"/>
                </a:lnTo>
                <a:lnTo>
                  <a:pt x="3455555" y="1782183"/>
                </a:lnTo>
                <a:lnTo>
                  <a:pt x="3460064" y="1787010"/>
                </a:lnTo>
                <a:lnTo>
                  <a:pt x="3459671" y="1798710"/>
                </a:lnTo>
                <a:lnTo>
                  <a:pt x="3454795" y="1803265"/>
                </a:lnTo>
                <a:lnTo>
                  <a:pt x="3446069" y="1803015"/>
                </a:lnTo>
                <a:lnTo>
                  <a:pt x="3443422" y="1801745"/>
                </a:lnTo>
                <a:close/>
              </a:path>
              <a:path w="5142230" h="2300604">
                <a:moveTo>
                  <a:pt x="2612044" y="705139"/>
                </a:moveTo>
                <a:lnTo>
                  <a:pt x="2608354" y="701190"/>
                </a:lnTo>
                <a:lnTo>
                  <a:pt x="2607306" y="697330"/>
                </a:lnTo>
                <a:lnTo>
                  <a:pt x="2608373" y="693585"/>
                </a:lnTo>
                <a:lnTo>
                  <a:pt x="2610030" y="688028"/>
                </a:lnTo>
                <a:lnTo>
                  <a:pt x="2615898" y="684829"/>
                </a:lnTo>
                <a:lnTo>
                  <a:pt x="2627116" y="688137"/>
                </a:lnTo>
                <a:lnTo>
                  <a:pt x="2630315" y="694006"/>
                </a:lnTo>
                <a:lnTo>
                  <a:pt x="2628658" y="699563"/>
                </a:lnTo>
                <a:lnTo>
                  <a:pt x="2626956" y="705170"/>
                </a:lnTo>
                <a:lnTo>
                  <a:pt x="2621088" y="708369"/>
                </a:lnTo>
                <a:lnTo>
                  <a:pt x="2615526" y="706716"/>
                </a:lnTo>
                <a:lnTo>
                  <a:pt x="2613656" y="706181"/>
                </a:lnTo>
                <a:lnTo>
                  <a:pt x="2612044" y="705139"/>
                </a:lnTo>
                <a:close/>
              </a:path>
              <a:path w="5142230" h="2300604">
                <a:moveTo>
                  <a:pt x="3426767" y="1307695"/>
                </a:moveTo>
                <a:lnTo>
                  <a:pt x="3423073" y="1303741"/>
                </a:lnTo>
                <a:lnTo>
                  <a:pt x="3422140" y="1302156"/>
                </a:lnTo>
                <a:lnTo>
                  <a:pt x="3420267" y="1294775"/>
                </a:lnTo>
                <a:lnTo>
                  <a:pt x="3423721" y="1288991"/>
                </a:lnTo>
                <a:lnTo>
                  <a:pt x="3429340" y="1287577"/>
                </a:lnTo>
                <a:lnTo>
                  <a:pt x="3435003" y="1286113"/>
                </a:lnTo>
                <a:lnTo>
                  <a:pt x="3440741" y="1289519"/>
                </a:lnTo>
                <a:lnTo>
                  <a:pt x="3443660" y="1300854"/>
                </a:lnTo>
                <a:lnTo>
                  <a:pt x="3440165" y="1306594"/>
                </a:lnTo>
                <a:lnTo>
                  <a:pt x="3430640" y="1309007"/>
                </a:lnTo>
                <a:lnTo>
                  <a:pt x="3426767" y="1307695"/>
                </a:lnTo>
                <a:close/>
              </a:path>
              <a:path w="5142230" h="2300604">
                <a:moveTo>
                  <a:pt x="3440786" y="1376952"/>
                </a:moveTo>
                <a:lnTo>
                  <a:pt x="3437101" y="1373008"/>
                </a:lnTo>
                <a:lnTo>
                  <a:pt x="3436124" y="1371081"/>
                </a:lnTo>
                <a:lnTo>
                  <a:pt x="3434881" y="1363202"/>
                </a:lnTo>
                <a:lnTo>
                  <a:pt x="3438753" y="1357768"/>
                </a:lnTo>
                <a:lnTo>
                  <a:pt x="3444491" y="1356873"/>
                </a:lnTo>
                <a:lnTo>
                  <a:pt x="3450283" y="1355937"/>
                </a:lnTo>
                <a:lnTo>
                  <a:pt x="3455723" y="1359903"/>
                </a:lnTo>
                <a:lnTo>
                  <a:pt x="3457504" y="1371389"/>
                </a:lnTo>
                <a:lnTo>
                  <a:pt x="3453632" y="1376823"/>
                </a:lnTo>
                <a:lnTo>
                  <a:pt x="3444234" y="1378297"/>
                </a:lnTo>
                <a:lnTo>
                  <a:pt x="3440786" y="1376952"/>
                </a:lnTo>
                <a:close/>
              </a:path>
              <a:path w="5142230" h="2300604">
                <a:moveTo>
                  <a:pt x="2061679" y="566304"/>
                </a:moveTo>
                <a:lnTo>
                  <a:pt x="2057944" y="562306"/>
                </a:lnTo>
                <a:lnTo>
                  <a:pt x="2056885" y="558729"/>
                </a:lnTo>
                <a:lnTo>
                  <a:pt x="2059041" y="549502"/>
                </a:lnTo>
                <a:lnTo>
                  <a:pt x="2064680" y="545960"/>
                </a:lnTo>
                <a:lnTo>
                  <a:pt x="2076109" y="548615"/>
                </a:lnTo>
                <a:lnTo>
                  <a:pt x="2079597" y="554305"/>
                </a:lnTo>
                <a:lnTo>
                  <a:pt x="2078323" y="559978"/>
                </a:lnTo>
                <a:lnTo>
                  <a:pt x="2076950" y="565644"/>
                </a:lnTo>
                <a:lnTo>
                  <a:pt x="2071306" y="569181"/>
                </a:lnTo>
                <a:lnTo>
                  <a:pt x="2063484" y="567357"/>
                </a:lnTo>
                <a:lnTo>
                  <a:pt x="2061679" y="566304"/>
                </a:lnTo>
                <a:close/>
              </a:path>
              <a:path w="5142230" h="2300604">
                <a:moveTo>
                  <a:pt x="2268967" y="614994"/>
                </a:moveTo>
                <a:lnTo>
                  <a:pt x="2265282" y="611050"/>
                </a:lnTo>
                <a:lnTo>
                  <a:pt x="2264928" y="609889"/>
                </a:lnTo>
                <a:lnTo>
                  <a:pt x="2264197" y="607346"/>
                </a:lnTo>
                <a:lnTo>
                  <a:pt x="2266427" y="598200"/>
                </a:lnTo>
                <a:lnTo>
                  <a:pt x="2272117" y="594712"/>
                </a:lnTo>
                <a:lnTo>
                  <a:pt x="2283443" y="597453"/>
                </a:lnTo>
                <a:lnTo>
                  <a:pt x="2286932" y="603142"/>
                </a:lnTo>
                <a:lnTo>
                  <a:pt x="2284186" y="614474"/>
                </a:lnTo>
                <a:lnTo>
                  <a:pt x="2278501" y="617967"/>
                </a:lnTo>
                <a:lnTo>
                  <a:pt x="2272835" y="616594"/>
                </a:lnTo>
                <a:lnTo>
                  <a:pt x="2270769" y="616141"/>
                </a:lnTo>
                <a:lnTo>
                  <a:pt x="2268967" y="614994"/>
                </a:lnTo>
                <a:close/>
              </a:path>
              <a:path w="5142230" h="2300604">
                <a:moveTo>
                  <a:pt x="2475392" y="666964"/>
                </a:moveTo>
                <a:lnTo>
                  <a:pt x="2471703" y="663015"/>
                </a:lnTo>
                <a:lnTo>
                  <a:pt x="2470602" y="659295"/>
                </a:lnTo>
                <a:lnTo>
                  <a:pt x="2473096" y="649942"/>
                </a:lnTo>
                <a:lnTo>
                  <a:pt x="2478636" y="646782"/>
                </a:lnTo>
                <a:lnTo>
                  <a:pt x="2478874" y="646646"/>
                </a:lnTo>
                <a:lnTo>
                  <a:pt x="2484536" y="648113"/>
                </a:lnTo>
                <a:lnTo>
                  <a:pt x="2490150" y="649626"/>
                </a:lnTo>
                <a:lnTo>
                  <a:pt x="2493541" y="655407"/>
                </a:lnTo>
                <a:lnTo>
                  <a:pt x="2492025" y="661115"/>
                </a:lnTo>
                <a:lnTo>
                  <a:pt x="2490507" y="666723"/>
                </a:lnTo>
                <a:lnTo>
                  <a:pt x="2484730" y="670020"/>
                </a:lnTo>
                <a:lnTo>
                  <a:pt x="2479072" y="668558"/>
                </a:lnTo>
                <a:lnTo>
                  <a:pt x="2477103" y="668014"/>
                </a:lnTo>
                <a:lnTo>
                  <a:pt x="2475392" y="666964"/>
                </a:lnTo>
                <a:close/>
              </a:path>
              <a:path w="5142230" h="2300604">
                <a:moveTo>
                  <a:pt x="2543876" y="685634"/>
                </a:moveTo>
                <a:lnTo>
                  <a:pt x="2540137" y="681631"/>
                </a:lnTo>
                <a:lnTo>
                  <a:pt x="2539085" y="677866"/>
                </a:lnTo>
                <a:lnTo>
                  <a:pt x="2540112" y="674176"/>
                </a:lnTo>
                <a:lnTo>
                  <a:pt x="2541715" y="668561"/>
                </a:lnTo>
                <a:lnTo>
                  <a:pt x="2547075" y="665502"/>
                </a:lnTo>
                <a:lnTo>
                  <a:pt x="2547492" y="665264"/>
                </a:lnTo>
                <a:lnTo>
                  <a:pt x="2553151" y="666826"/>
                </a:lnTo>
                <a:lnTo>
                  <a:pt x="2558762" y="668433"/>
                </a:lnTo>
                <a:lnTo>
                  <a:pt x="2562014" y="674261"/>
                </a:lnTo>
                <a:lnTo>
                  <a:pt x="2560501" y="679874"/>
                </a:lnTo>
                <a:lnTo>
                  <a:pt x="2558894" y="685485"/>
                </a:lnTo>
                <a:lnTo>
                  <a:pt x="2553491" y="688498"/>
                </a:lnTo>
                <a:lnTo>
                  <a:pt x="2553071" y="688733"/>
                </a:lnTo>
                <a:lnTo>
                  <a:pt x="2545493" y="686681"/>
                </a:lnTo>
                <a:lnTo>
                  <a:pt x="2543876" y="685634"/>
                </a:lnTo>
                <a:close/>
              </a:path>
              <a:path w="5142230" h="2300604">
                <a:moveTo>
                  <a:pt x="3458416" y="2085229"/>
                </a:moveTo>
                <a:lnTo>
                  <a:pt x="3454726" y="2081280"/>
                </a:lnTo>
                <a:lnTo>
                  <a:pt x="3453745" y="2079448"/>
                </a:lnTo>
                <a:lnTo>
                  <a:pt x="3452360" y="2071611"/>
                </a:lnTo>
                <a:lnTo>
                  <a:pt x="3456182" y="2066123"/>
                </a:lnTo>
                <a:lnTo>
                  <a:pt x="3467677" y="2064060"/>
                </a:lnTo>
                <a:lnTo>
                  <a:pt x="3473169" y="2067886"/>
                </a:lnTo>
                <a:lnTo>
                  <a:pt x="3475233" y="2079381"/>
                </a:lnTo>
                <a:lnTo>
                  <a:pt x="3471411" y="2084869"/>
                </a:lnTo>
                <a:lnTo>
                  <a:pt x="3465660" y="2085849"/>
                </a:lnTo>
                <a:lnTo>
                  <a:pt x="3462002" y="2086527"/>
                </a:lnTo>
                <a:lnTo>
                  <a:pt x="3458416" y="2085229"/>
                </a:lnTo>
                <a:close/>
              </a:path>
              <a:path w="5142230" h="2300604">
                <a:moveTo>
                  <a:pt x="3474512" y="2154656"/>
                </a:moveTo>
                <a:lnTo>
                  <a:pt x="3470772" y="2150653"/>
                </a:lnTo>
                <a:lnTo>
                  <a:pt x="3469877" y="2149206"/>
                </a:lnTo>
                <a:lnTo>
                  <a:pt x="3467865" y="2141872"/>
                </a:lnTo>
                <a:lnTo>
                  <a:pt x="3471131" y="2136082"/>
                </a:lnTo>
                <a:lnTo>
                  <a:pt x="3482382" y="2132877"/>
                </a:lnTo>
                <a:lnTo>
                  <a:pt x="3488213" y="2136187"/>
                </a:lnTo>
                <a:lnTo>
                  <a:pt x="3491323" y="2147434"/>
                </a:lnTo>
                <a:lnTo>
                  <a:pt x="3488062" y="2153229"/>
                </a:lnTo>
                <a:lnTo>
                  <a:pt x="3482437" y="2154832"/>
                </a:lnTo>
                <a:lnTo>
                  <a:pt x="3478524" y="2155921"/>
                </a:lnTo>
                <a:lnTo>
                  <a:pt x="3474512" y="2154656"/>
                </a:lnTo>
                <a:close/>
              </a:path>
              <a:path w="5142230" h="2300604">
                <a:moveTo>
                  <a:pt x="3343188" y="1114517"/>
                </a:moveTo>
                <a:lnTo>
                  <a:pt x="3338435" y="1109430"/>
                </a:lnTo>
                <a:lnTo>
                  <a:pt x="3335204" y="1104504"/>
                </a:lnTo>
                <a:lnTo>
                  <a:pt x="3336511" y="1097987"/>
                </a:lnTo>
                <a:lnTo>
                  <a:pt x="3341338" y="1094747"/>
                </a:lnTo>
                <a:lnTo>
                  <a:pt x="3346268" y="1091521"/>
                </a:lnTo>
                <a:lnTo>
                  <a:pt x="3352781" y="1092823"/>
                </a:lnTo>
                <a:lnTo>
                  <a:pt x="3359252" y="1102585"/>
                </a:lnTo>
                <a:lnTo>
                  <a:pt x="3357944" y="1109102"/>
                </a:lnTo>
                <a:lnTo>
                  <a:pt x="3353060" y="1112378"/>
                </a:lnTo>
                <a:lnTo>
                  <a:pt x="3348713" y="1115251"/>
                </a:lnTo>
                <a:lnTo>
                  <a:pt x="3343188" y="1114517"/>
                </a:lnTo>
                <a:close/>
              </a:path>
              <a:path w="5142230" h="2300604">
                <a:moveTo>
                  <a:pt x="1923420" y="533740"/>
                </a:moveTo>
                <a:lnTo>
                  <a:pt x="1919735" y="529795"/>
                </a:lnTo>
                <a:lnTo>
                  <a:pt x="1918676" y="526218"/>
                </a:lnTo>
                <a:lnTo>
                  <a:pt x="1919507" y="522611"/>
                </a:lnTo>
                <a:lnTo>
                  <a:pt x="1920880" y="516946"/>
                </a:lnTo>
                <a:lnTo>
                  <a:pt x="1926570" y="513457"/>
                </a:lnTo>
                <a:lnTo>
                  <a:pt x="1937897" y="516198"/>
                </a:lnTo>
                <a:lnTo>
                  <a:pt x="1941385" y="521888"/>
                </a:lnTo>
                <a:lnTo>
                  <a:pt x="1940061" y="527508"/>
                </a:lnTo>
                <a:lnTo>
                  <a:pt x="1938688" y="533174"/>
                </a:lnTo>
                <a:lnTo>
                  <a:pt x="1932995" y="536757"/>
                </a:lnTo>
                <a:lnTo>
                  <a:pt x="1925222" y="534887"/>
                </a:lnTo>
                <a:lnTo>
                  <a:pt x="1923420" y="533740"/>
                </a:lnTo>
                <a:close/>
              </a:path>
              <a:path w="5142230" h="2300604">
                <a:moveTo>
                  <a:pt x="3442185" y="1872753"/>
                </a:moveTo>
                <a:lnTo>
                  <a:pt x="3438491" y="1868799"/>
                </a:lnTo>
                <a:lnTo>
                  <a:pt x="3437402" y="1866264"/>
                </a:lnTo>
                <a:lnTo>
                  <a:pt x="3437414" y="1857578"/>
                </a:lnTo>
                <a:lnTo>
                  <a:pt x="3442149" y="1852872"/>
                </a:lnTo>
                <a:lnTo>
                  <a:pt x="3447958" y="1852933"/>
                </a:lnTo>
                <a:lnTo>
                  <a:pt x="3453807" y="1852938"/>
                </a:lnTo>
                <a:lnTo>
                  <a:pt x="3458554" y="1857726"/>
                </a:lnTo>
                <a:lnTo>
                  <a:pt x="3458503" y="1863536"/>
                </a:lnTo>
                <a:lnTo>
                  <a:pt x="3458492" y="1869390"/>
                </a:lnTo>
                <a:lnTo>
                  <a:pt x="3453753" y="1874091"/>
                </a:lnTo>
                <a:lnTo>
                  <a:pt x="3444878" y="1874072"/>
                </a:lnTo>
                <a:lnTo>
                  <a:pt x="3442185" y="1872753"/>
                </a:lnTo>
                <a:close/>
              </a:path>
              <a:path w="5142230" h="2300604">
                <a:moveTo>
                  <a:pt x="3378204" y="1175461"/>
                </a:moveTo>
                <a:lnTo>
                  <a:pt x="3374424" y="1171413"/>
                </a:lnTo>
                <a:lnTo>
                  <a:pt x="3373882" y="1170541"/>
                </a:lnTo>
                <a:lnTo>
                  <a:pt x="3373398" y="1169632"/>
                </a:lnTo>
                <a:lnTo>
                  <a:pt x="3370791" y="1164397"/>
                </a:lnTo>
                <a:lnTo>
                  <a:pt x="3372896" y="1158048"/>
                </a:lnTo>
                <a:lnTo>
                  <a:pt x="3377769" y="1155641"/>
                </a:lnTo>
                <a:lnTo>
                  <a:pt x="3383271" y="1152831"/>
                </a:lnTo>
                <a:lnTo>
                  <a:pt x="3389619" y="1154935"/>
                </a:lnTo>
                <a:lnTo>
                  <a:pt x="3392275" y="1160124"/>
                </a:lnTo>
                <a:lnTo>
                  <a:pt x="3394774" y="1165145"/>
                </a:lnTo>
                <a:lnTo>
                  <a:pt x="3394902" y="1165282"/>
                </a:lnTo>
                <a:lnTo>
                  <a:pt x="3392778" y="1171708"/>
                </a:lnTo>
                <a:lnTo>
                  <a:pt x="3387960" y="1174174"/>
                </a:lnTo>
                <a:lnTo>
                  <a:pt x="3383268" y="1176483"/>
                </a:lnTo>
                <a:lnTo>
                  <a:pt x="3378204" y="1175461"/>
                </a:lnTo>
                <a:close/>
              </a:path>
              <a:path w="5142230" h="2300604">
                <a:moveTo>
                  <a:pt x="3443449" y="1943799"/>
                </a:moveTo>
                <a:lnTo>
                  <a:pt x="3439759" y="1939850"/>
                </a:lnTo>
                <a:lnTo>
                  <a:pt x="3438655" y="1937494"/>
                </a:lnTo>
                <a:lnTo>
                  <a:pt x="3438329" y="1929032"/>
                </a:lnTo>
                <a:lnTo>
                  <a:pt x="3442886" y="1924136"/>
                </a:lnTo>
                <a:lnTo>
                  <a:pt x="3454520" y="1923687"/>
                </a:lnTo>
                <a:lnTo>
                  <a:pt x="3459465" y="1928199"/>
                </a:lnTo>
                <a:lnTo>
                  <a:pt x="3459919" y="1939828"/>
                </a:lnTo>
                <a:lnTo>
                  <a:pt x="3455403" y="1944768"/>
                </a:lnTo>
                <a:lnTo>
                  <a:pt x="3449544" y="1945045"/>
                </a:lnTo>
                <a:lnTo>
                  <a:pt x="3446331" y="1945125"/>
                </a:lnTo>
                <a:lnTo>
                  <a:pt x="3443449" y="1943799"/>
                </a:lnTo>
                <a:close/>
              </a:path>
              <a:path w="5142230" h="2300604">
                <a:moveTo>
                  <a:pt x="1716697" y="482331"/>
                </a:moveTo>
                <a:lnTo>
                  <a:pt x="1713007" y="478381"/>
                </a:lnTo>
                <a:lnTo>
                  <a:pt x="1711906" y="474662"/>
                </a:lnTo>
                <a:lnTo>
                  <a:pt x="1712792" y="471211"/>
                </a:lnTo>
                <a:lnTo>
                  <a:pt x="1714344" y="465444"/>
                </a:lnTo>
                <a:lnTo>
                  <a:pt x="1719948" y="462157"/>
                </a:lnTo>
                <a:lnTo>
                  <a:pt x="1720125" y="462053"/>
                </a:lnTo>
                <a:lnTo>
                  <a:pt x="1731404" y="464939"/>
                </a:lnTo>
                <a:lnTo>
                  <a:pt x="1734796" y="470720"/>
                </a:lnTo>
                <a:lnTo>
                  <a:pt x="1733336" y="476195"/>
                </a:lnTo>
                <a:lnTo>
                  <a:pt x="1731861" y="482045"/>
                </a:lnTo>
                <a:lnTo>
                  <a:pt x="1726153" y="485319"/>
                </a:lnTo>
                <a:lnTo>
                  <a:pt x="1720418" y="483968"/>
                </a:lnTo>
                <a:lnTo>
                  <a:pt x="1718408" y="483381"/>
                </a:lnTo>
                <a:lnTo>
                  <a:pt x="1716697" y="482331"/>
                </a:lnTo>
                <a:close/>
              </a:path>
              <a:path w="5142230" h="2300604">
                <a:moveTo>
                  <a:pt x="3448487" y="2014780"/>
                </a:moveTo>
                <a:lnTo>
                  <a:pt x="3444757" y="2010787"/>
                </a:lnTo>
                <a:lnTo>
                  <a:pt x="3443741" y="2008722"/>
                </a:lnTo>
                <a:lnTo>
                  <a:pt x="3442884" y="2000474"/>
                </a:lnTo>
                <a:lnTo>
                  <a:pt x="3447173" y="1995290"/>
                </a:lnTo>
                <a:lnTo>
                  <a:pt x="3452951" y="1994731"/>
                </a:lnTo>
                <a:lnTo>
                  <a:pt x="3458774" y="1994122"/>
                </a:lnTo>
                <a:lnTo>
                  <a:pt x="3463917" y="1998357"/>
                </a:lnTo>
                <a:lnTo>
                  <a:pt x="3465130" y="2010017"/>
                </a:lnTo>
                <a:lnTo>
                  <a:pt x="3460895" y="2015160"/>
                </a:lnTo>
                <a:lnTo>
                  <a:pt x="3451657" y="2016121"/>
                </a:lnTo>
                <a:lnTo>
                  <a:pt x="3448487" y="2014780"/>
                </a:lnTo>
                <a:close/>
              </a:path>
              <a:path w="5142230" h="2300604">
                <a:moveTo>
                  <a:pt x="1992501" y="550117"/>
                </a:moveTo>
                <a:lnTo>
                  <a:pt x="1988812" y="546168"/>
                </a:lnTo>
                <a:lnTo>
                  <a:pt x="1987753" y="542591"/>
                </a:lnTo>
                <a:lnTo>
                  <a:pt x="1989908" y="533364"/>
                </a:lnTo>
                <a:lnTo>
                  <a:pt x="1995601" y="529781"/>
                </a:lnTo>
                <a:lnTo>
                  <a:pt x="2001267" y="531154"/>
                </a:lnTo>
                <a:lnTo>
                  <a:pt x="2006981" y="532482"/>
                </a:lnTo>
                <a:lnTo>
                  <a:pt x="2010470" y="538171"/>
                </a:lnTo>
                <a:lnTo>
                  <a:pt x="2009191" y="543840"/>
                </a:lnTo>
                <a:lnTo>
                  <a:pt x="2007818" y="549506"/>
                </a:lnTo>
                <a:lnTo>
                  <a:pt x="2002174" y="553043"/>
                </a:lnTo>
                <a:lnTo>
                  <a:pt x="1994352" y="551219"/>
                </a:lnTo>
                <a:lnTo>
                  <a:pt x="1992501" y="550117"/>
                </a:lnTo>
                <a:close/>
              </a:path>
              <a:path w="5142230" h="2300604">
                <a:moveTo>
                  <a:pt x="1648064" y="463991"/>
                </a:moveTo>
                <a:lnTo>
                  <a:pt x="1644329" y="459992"/>
                </a:lnTo>
                <a:lnTo>
                  <a:pt x="1643277" y="456227"/>
                </a:lnTo>
                <a:lnTo>
                  <a:pt x="1644341" y="452576"/>
                </a:lnTo>
                <a:lnTo>
                  <a:pt x="1645858" y="446967"/>
                </a:lnTo>
                <a:lnTo>
                  <a:pt x="1651328" y="443830"/>
                </a:lnTo>
                <a:lnTo>
                  <a:pt x="1651685" y="443625"/>
                </a:lnTo>
                <a:lnTo>
                  <a:pt x="1662957" y="446700"/>
                </a:lnTo>
                <a:lnTo>
                  <a:pt x="1666201" y="452518"/>
                </a:lnTo>
                <a:lnTo>
                  <a:pt x="1664688" y="458131"/>
                </a:lnTo>
                <a:lnTo>
                  <a:pt x="1663131" y="463795"/>
                </a:lnTo>
                <a:lnTo>
                  <a:pt x="1657707" y="466884"/>
                </a:lnTo>
                <a:lnTo>
                  <a:pt x="1657349" y="467087"/>
                </a:lnTo>
                <a:lnTo>
                  <a:pt x="1651690" y="465526"/>
                </a:lnTo>
                <a:lnTo>
                  <a:pt x="1649771" y="465036"/>
                </a:lnTo>
                <a:lnTo>
                  <a:pt x="1648064" y="463991"/>
                </a:lnTo>
                <a:close/>
              </a:path>
              <a:path w="5142230" h="2300604">
                <a:moveTo>
                  <a:pt x="1309631" y="356824"/>
                </a:moveTo>
                <a:lnTo>
                  <a:pt x="1305896" y="352826"/>
                </a:lnTo>
                <a:lnTo>
                  <a:pt x="1304906" y="348638"/>
                </a:lnTo>
                <a:lnTo>
                  <a:pt x="1306312" y="344767"/>
                </a:lnTo>
                <a:lnTo>
                  <a:pt x="1308339" y="339313"/>
                </a:lnTo>
                <a:lnTo>
                  <a:pt x="1314383" y="336497"/>
                </a:lnTo>
                <a:lnTo>
                  <a:pt x="1319838" y="338524"/>
                </a:lnTo>
                <a:lnTo>
                  <a:pt x="1325341" y="340505"/>
                </a:lnTo>
                <a:lnTo>
                  <a:pt x="1328153" y="346644"/>
                </a:lnTo>
                <a:lnTo>
                  <a:pt x="1324100" y="357553"/>
                </a:lnTo>
                <a:lnTo>
                  <a:pt x="1318056" y="360369"/>
                </a:lnTo>
                <a:lnTo>
                  <a:pt x="1312601" y="358342"/>
                </a:lnTo>
                <a:lnTo>
                  <a:pt x="1310968" y="357767"/>
                </a:lnTo>
                <a:lnTo>
                  <a:pt x="1309631" y="356824"/>
                </a:lnTo>
                <a:close/>
              </a:path>
              <a:path w="5142230" h="2300604">
                <a:moveTo>
                  <a:pt x="3527799" y="2286769"/>
                </a:moveTo>
                <a:lnTo>
                  <a:pt x="3524014" y="2282717"/>
                </a:lnTo>
                <a:lnTo>
                  <a:pt x="3523478" y="2281948"/>
                </a:lnTo>
                <a:lnTo>
                  <a:pt x="3523081" y="2281132"/>
                </a:lnTo>
                <a:lnTo>
                  <a:pt x="3520278" y="2275980"/>
                </a:lnTo>
                <a:lnTo>
                  <a:pt x="3522194" y="2269625"/>
                </a:lnTo>
                <a:lnTo>
                  <a:pt x="3532443" y="2264077"/>
                </a:lnTo>
                <a:lnTo>
                  <a:pt x="3538842" y="2265943"/>
                </a:lnTo>
                <a:lnTo>
                  <a:pt x="3544440" y="2276236"/>
                </a:lnTo>
                <a:lnTo>
                  <a:pt x="3542476" y="2282637"/>
                </a:lnTo>
                <a:lnTo>
                  <a:pt x="3537334" y="2285441"/>
                </a:lnTo>
                <a:lnTo>
                  <a:pt x="3533002" y="2287743"/>
                </a:lnTo>
                <a:lnTo>
                  <a:pt x="3527799" y="2286769"/>
                </a:lnTo>
                <a:close/>
              </a:path>
              <a:path w="5142230" h="2300604">
                <a:moveTo>
                  <a:pt x="3497517" y="2222194"/>
                </a:moveTo>
                <a:lnTo>
                  <a:pt x="3493736" y="2218147"/>
                </a:lnTo>
                <a:lnTo>
                  <a:pt x="3493017" y="2217083"/>
                </a:lnTo>
                <a:lnTo>
                  <a:pt x="3492493" y="2215838"/>
                </a:lnTo>
                <a:lnTo>
                  <a:pt x="3490314" y="2210377"/>
                </a:lnTo>
                <a:lnTo>
                  <a:pt x="3492982" y="2204241"/>
                </a:lnTo>
                <a:lnTo>
                  <a:pt x="3498385" y="2202107"/>
                </a:lnTo>
                <a:lnTo>
                  <a:pt x="3503800" y="2199889"/>
                </a:lnTo>
                <a:lnTo>
                  <a:pt x="3509941" y="2202552"/>
                </a:lnTo>
                <a:lnTo>
                  <a:pt x="3512164" y="2207963"/>
                </a:lnTo>
                <a:lnTo>
                  <a:pt x="3514294" y="2213370"/>
                </a:lnTo>
                <a:lnTo>
                  <a:pt x="3511630" y="2219511"/>
                </a:lnTo>
                <a:lnTo>
                  <a:pt x="3506263" y="2221684"/>
                </a:lnTo>
                <a:lnTo>
                  <a:pt x="3502320" y="2223230"/>
                </a:lnTo>
                <a:lnTo>
                  <a:pt x="3502053" y="2223335"/>
                </a:lnTo>
                <a:lnTo>
                  <a:pt x="3497517" y="2222194"/>
                </a:lnTo>
                <a:close/>
              </a:path>
              <a:path w="5142230" h="2300604">
                <a:moveTo>
                  <a:pt x="3828977" y="2245751"/>
                </a:moveTo>
                <a:lnTo>
                  <a:pt x="3825055" y="2241552"/>
                </a:lnTo>
                <a:lnTo>
                  <a:pt x="3825079" y="2235421"/>
                </a:lnTo>
                <a:lnTo>
                  <a:pt x="3828847" y="2231536"/>
                </a:lnTo>
                <a:lnTo>
                  <a:pt x="3832715" y="2227466"/>
                </a:lnTo>
                <a:lnTo>
                  <a:pt x="3839087" y="2227348"/>
                </a:lnTo>
                <a:lnTo>
                  <a:pt x="3843157" y="2231216"/>
                </a:lnTo>
                <a:lnTo>
                  <a:pt x="3847183" y="2235134"/>
                </a:lnTo>
                <a:lnTo>
                  <a:pt x="3847342" y="2241560"/>
                </a:lnTo>
                <a:lnTo>
                  <a:pt x="3843429" y="2245581"/>
                </a:lnTo>
                <a:lnTo>
                  <a:pt x="3839609" y="2249606"/>
                </a:lnTo>
                <a:lnTo>
                  <a:pt x="3833133" y="2249711"/>
                </a:lnTo>
                <a:lnTo>
                  <a:pt x="3828977" y="2245751"/>
                </a:lnTo>
                <a:close/>
              </a:path>
              <a:path w="5142230" h="2300604">
                <a:moveTo>
                  <a:pt x="3661108" y="2023434"/>
                </a:moveTo>
                <a:lnTo>
                  <a:pt x="3657423" y="2019489"/>
                </a:lnTo>
                <a:lnTo>
                  <a:pt x="3656929" y="2018764"/>
                </a:lnTo>
                <a:lnTo>
                  <a:pt x="3656531" y="2017948"/>
                </a:lnTo>
                <a:lnTo>
                  <a:pt x="3653910" y="2012992"/>
                </a:lnTo>
                <a:lnTo>
                  <a:pt x="3655775" y="2006875"/>
                </a:lnTo>
                <a:lnTo>
                  <a:pt x="3665674" y="2001637"/>
                </a:lnTo>
                <a:lnTo>
                  <a:pt x="3671795" y="2003498"/>
                </a:lnTo>
                <a:lnTo>
                  <a:pt x="3677074" y="2013450"/>
                </a:lnTo>
                <a:lnTo>
                  <a:pt x="3675173" y="2019527"/>
                </a:lnTo>
                <a:lnTo>
                  <a:pt x="3670217" y="2022139"/>
                </a:lnTo>
                <a:lnTo>
                  <a:pt x="3666086" y="2024364"/>
                </a:lnTo>
                <a:lnTo>
                  <a:pt x="3661108" y="2023434"/>
                </a:lnTo>
                <a:close/>
              </a:path>
              <a:path w="5142230" h="2300604">
                <a:moveTo>
                  <a:pt x="3480131" y="1266976"/>
                </a:moveTo>
                <a:lnTo>
                  <a:pt x="3476578" y="1263173"/>
                </a:lnTo>
                <a:lnTo>
                  <a:pt x="3475731" y="1261680"/>
                </a:lnTo>
                <a:lnTo>
                  <a:pt x="3475264" y="1260007"/>
                </a:lnTo>
                <a:lnTo>
                  <a:pt x="3473849" y="1254582"/>
                </a:lnTo>
                <a:lnTo>
                  <a:pt x="3477100" y="1249070"/>
                </a:lnTo>
                <a:lnTo>
                  <a:pt x="3482489" y="1247606"/>
                </a:lnTo>
                <a:lnTo>
                  <a:pt x="3487915" y="1246181"/>
                </a:lnTo>
                <a:lnTo>
                  <a:pt x="3493471" y="1249391"/>
                </a:lnTo>
                <a:lnTo>
                  <a:pt x="3496316" y="1260257"/>
                </a:lnTo>
                <a:lnTo>
                  <a:pt x="3493101" y="1265808"/>
                </a:lnTo>
                <a:lnTo>
                  <a:pt x="3487675" y="1267233"/>
                </a:lnTo>
                <a:lnTo>
                  <a:pt x="3483954" y="1268234"/>
                </a:lnTo>
                <a:lnTo>
                  <a:pt x="3480131" y="1266976"/>
                </a:lnTo>
                <a:close/>
              </a:path>
              <a:path w="5142230" h="2300604">
                <a:moveTo>
                  <a:pt x="3737854" y="2143514"/>
                </a:moveTo>
                <a:lnTo>
                  <a:pt x="3733567" y="2138925"/>
                </a:lnTo>
                <a:lnTo>
                  <a:pt x="3730225" y="2134468"/>
                </a:lnTo>
                <a:lnTo>
                  <a:pt x="3731050" y="2128118"/>
                </a:lnTo>
                <a:lnTo>
                  <a:pt x="3735556" y="2124731"/>
                </a:lnTo>
                <a:lnTo>
                  <a:pt x="3739968" y="2121340"/>
                </a:lnTo>
                <a:lnTo>
                  <a:pt x="3746358" y="2122219"/>
                </a:lnTo>
                <a:lnTo>
                  <a:pt x="3749749" y="2126630"/>
                </a:lnTo>
                <a:lnTo>
                  <a:pt x="3753136" y="2131136"/>
                </a:lnTo>
                <a:lnTo>
                  <a:pt x="3752217" y="2137483"/>
                </a:lnTo>
                <a:lnTo>
                  <a:pt x="3747805" y="2140873"/>
                </a:lnTo>
                <a:lnTo>
                  <a:pt x="3743637" y="2144036"/>
                </a:lnTo>
                <a:lnTo>
                  <a:pt x="3737854" y="2143514"/>
                </a:lnTo>
                <a:close/>
              </a:path>
              <a:path w="5142230" h="2300604">
                <a:moveTo>
                  <a:pt x="3697075" y="2085004"/>
                </a:moveTo>
                <a:lnTo>
                  <a:pt x="3692923" y="2080560"/>
                </a:lnTo>
                <a:lnTo>
                  <a:pt x="3692606" y="2080025"/>
                </a:lnTo>
                <a:lnTo>
                  <a:pt x="3689557" y="2075294"/>
                </a:lnTo>
                <a:lnTo>
                  <a:pt x="3690949" y="2069063"/>
                </a:lnTo>
                <a:lnTo>
                  <a:pt x="3700366" y="2063015"/>
                </a:lnTo>
                <a:lnTo>
                  <a:pt x="3706692" y="2064410"/>
                </a:lnTo>
                <a:lnTo>
                  <a:pt x="3709647" y="2069138"/>
                </a:lnTo>
                <a:lnTo>
                  <a:pt x="3712646" y="2073814"/>
                </a:lnTo>
                <a:lnTo>
                  <a:pt x="3711299" y="2080094"/>
                </a:lnTo>
                <a:lnTo>
                  <a:pt x="3706573" y="2083149"/>
                </a:lnTo>
                <a:lnTo>
                  <a:pt x="3702371" y="2085786"/>
                </a:lnTo>
                <a:lnTo>
                  <a:pt x="3697075" y="2085004"/>
                </a:lnTo>
                <a:close/>
              </a:path>
              <a:path w="5142230" h="2300604">
                <a:moveTo>
                  <a:pt x="3783182" y="2198488"/>
                </a:moveTo>
                <a:lnTo>
                  <a:pt x="3779265" y="2194295"/>
                </a:lnTo>
                <a:lnTo>
                  <a:pt x="3775536" y="2190108"/>
                </a:lnTo>
                <a:lnTo>
                  <a:pt x="3775898" y="2183652"/>
                </a:lnTo>
                <a:lnTo>
                  <a:pt x="3783924" y="2176507"/>
                </a:lnTo>
                <a:lnTo>
                  <a:pt x="3784223" y="2176241"/>
                </a:lnTo>
                <a:lnTo>
                  <a:pt x="3790637" y="2176558"/>
                </a:lnTo>
                <a:lnTo>
                  <a:pt x="3798094" y="2184932"/>
                </a:lnTo>
                <a:lnTo>
                  <a:pt x="3797777" y="2191337"/>
                </a:lnTo>
                <a:lnTo>
                  <a:pt x="3789752" y="2198483"/>
                </a:lnTo>
                <a:lnTo>
                  <a:pt x="3789452" y="2198749"/>
                </a:lnTo>
                <a:lnTo>
                  <a:pt x="3783182" y="2198488"/>
                </a:lnTo>
                <a:close/>
              </a:path>
              <a:path w="5142230" h="2300604">
                <a:moveTo>
                  <a:pt x="3460016" y="1199112"/>
                </a:moveTo>
                <a:lnTo>
                  <a:pt x="3456418" y="1195260"/>
                </a:lnTo>
                <a:lnTo>
                  <a:pt x="3455656" y="1194054"/>
                </a:lnTo>
                <a:lnTo>
                  <a:pt x="3453383" y="1187320"/>
                </a:lnTo>
                <a:lnTo>
                  <a:pt x="3456218" y="1181558"/>
                </a:lnTo>
                <a:lnTo>
                  <a:pt x="3466867" y="1178002"/>
                </a:lnTo>
                <a:lnTo>
                  <a:pt x="3472629" y="1180846"/>
                </a:lnTo>
                <a:lnTo>
                  <a:pt x="3476185" y="1191495"/>
                </a:lnTo>
                <a:lnTo>
                  <a:pt x="3473295" y="1197199"/>
                </a:lnTo>
                <a:lnTo>
                  <a:pt x="3468041" y="1199003"/>
                </a:lnTo>
                <a:lnTo>
                  <a:pt x="3464130" y="1200291"/>
                </a:lnTo>
                <a:lnTo>
                  <a:pt x="3460016" y="1199112"/>
                </a:lnTo>
                <a:close/>
              </a:path>
              <a:path w="5142230" h="2300604">
                <a:moveTo>
                  <a:pt x="3538526" y="1616568"/>
                </a:moveTo>
                <a:lnTo>
                  <a:pt x="3534969" y="1612760"/>
                </a:lnTo>
                <a:lnTo>
                  <a:pt x="3533997" y="1610938"/>
                </a:lnTo>
                <a:lnTo>
                  <a:pt x="3532834" y="1603340"/>
                </a:lnTo>
                <a:lnTo>
                  <a:pt x="3536651" y="1598140"/>
                </a:lnTo>
                <a:lnTo>
                  <a:pt x="3542152" y="1597284"/>
                </a:lnTo>
                <a:lnTo>
                  <a:pt x="3547706" y="1596387"/>
                </a:lnTo>
                <a:lnTo>
                  <a:pt x="3552862" y="1600245"/>
                </a:lnTo>
                <a:lnTo>
                  <a:pt x="3554615" y="1611309"/>
                </a:lnTo>
                <a:lnTo>
                  <a:pt x="3550757" y="1616465"/>
                </a:lnTo>
                <a:lnTo>
                  <a:pt x="3541829" y="1617856"/>
                </a:lnTo>
                <a:lnTo>
                  <a:pt x="3538526" y="1616568"/>
                </a:lnTo>
                <a:close/>
              </a:path>
              <a:path w="5142230" h="2300604">
                <a:moveTo>
                  <a:pt x="3630251" y="1959123"/>
                </a:moveTo>
                <a:lnTo>
                  <a:pt x="3626657" y="1955276"/>
                </a:lnTo>
                <a:lnTo>
                  <a:pt x="3625975" y="1954351"/>
                </a:lnTo>
                <a:lnTo>
                  <a:pt x="3623234" y="1947897"/>
                </a:lnTo>
                <a:lnTo>
                  <a:pt x="3625688" y="1942118"/>
                </a:lnTo>
                <a:lnTo>
                  <a:pt x="3635943" y="1937652"/>
                </a:lnTo>
                <a:lnTo>
                  <a:pt x="3641905" y="1940027"/>
                </a:lnTo>
                <a:lnTo>
                  <a:pt x="3646371" y="1950282"/>
                </a:lnTo>
                <a:lnTo>
                  <a:pt x="3643948" y="1956289"/>
                </a:lnTo>
                <a:lnTo>
                  <a:pt x="3638869" y="1958477"/>
                </a:lnTo>
                <a:lnTo>
                  <a:pt x="3634795" y="1960274"/>
                </a:lnTo>
                <a:lnTo>
                  <a:pt x="3630251" y="1959123"/>
                </a:lnTo>
                <a:close/>
              </a:path>
              <a:path w="5142230" h="2300604">
                <a:moveTo>
                  <a:pt x="3564930" y="1756263"/>
                </a:moveTo>
                <a:lnTo>
                  <a:pt x="3561331" y="1752411"/>
                </a:lnTo>
                <a:lnTo>
                  <a:pt x="3560439" y="1750870"/>
                </a:lnTo>
                <a:lnTo>
                  <a:pt x="3558797" y="1743638"/>
                </a:lnTo>
                <a:lnTo>
                  <a:pt x="3561937" y="1738594"/>
                </a:lnTo>
                <a:lnTo>
                  <a:pt x="3562193" y="1738183"/>
                </a:lnTo>
                <a:lnTo>
                  <a:pt x="3567666" y="1736906"/>
                </a:lnTo>
                <a:lnTo>
                  <a:pt x="3573089" y="1735674"/>
                </a:lnTo>
                <a:lnTo>
                  <a:pt x="3578540" y="1739065"/>
                </a:lnTo>
                <a:lnTo>
                  <a:pt x="3581053" y="1749967"/>
                </a:lnTo>
                <a:lnTo>
                  <a:pt x="3577913" y="1755011"/>
                </a:lnTo>
                <a:lnTo>
                  <a:pt x="3577658" y="1755422"/>
                </a:lnTo>
                <a:lnTo>
                  <a:pt x="3572185" y="1756699"/>
                </a:lnTo>
                <a:lnTo>
                  <a:pt x="3568565" y="1757515"/>
                </a:lnTo>
                <a:lnTo>
                  <a:pt x="3564930" y="1756263"/>
                </a:lnTo>
                <a:close/>
              </a:path>
              <a:path w="5142230" h="2300604">
                <a:moveTo>
                  <a:pt x="3582648" y="1825179"/>
                </a:moveTo>
                <a:lnTo>
                  <a:pt x="3579049" y="1821327"/>
                </a:lnTo>
                <a:lnTo>
                  <a:pt x="3578249" y="1819883"/>
                </a:lnTo>
                <a:lnTo>
                  <a:pt x="3576220" y="1812921"/>
                </a:lnTo>
                <a:lnTo>
                  <a:pt x="3579385" y="1807317"/>
                </a:lnTo>
                <a:lnTo>
                  <a:pt x="3584773" y="1805753"/>
                </a:lnTo>
                <a:lnTo>
                  <a:pt x="3590157" y="1804284"/>
                </a:lnTo>
                <a:lnTo>
                  <a:pt x="3595765" y="1807355"/>
                </a:lnTo>
                <a:lnTo>
                  <a:pt x="3598797" y="1818128"/>
                </a:lnTo>
                <a:lnTo>
                  <a:pt x="3595727" y="1823735"/>
                </a:lnTo>
                <a:lnTo>
                  <a:pt x="3586520" y="1826392"/>
                </a:lnTo>
                <a:lnTo>
                  <a:pt x="3582648" y="1825179"/>
                </a:lnTo>
                <a:close/>
              </a:path>
              <a:path w="5142230" h="2300604">
                <a:moveTo>
                  <a:pt x="3604278" y="1892905"/>
                </a:moveTo>
                <a:lnTo>
                  <a:pt x="3600679" y="1889053"/>
                </a:lnTo>
                <a:lnTo>
                  <a:pt x="3599918" y="1887847"/>
                </a:lnTo>
                <a:lnTo>
                  <a:pt x="3599397" y="1886508"/>
                </a:lnTo>
                <a:lnTo>
                  <a:pt x="3597543" y="1881199"/>
                </a:lnTo>
                <a:lnTo>
                  <a:pt x="3600342" y="1875398"/>
                </a:lnTo>
                <a:lnTo>
                  <a:pt x="3610895" y="1871740"/>
                </a:lnTo>
                <a:lnTo>
                  <a:pt x="3616660" y="1874490"/>
                </a:lnTo>
                <a:lnTo>
                  <a:pt x="3618554" y="1879743"/>
                </a:lnTo>
                <a:lnTo>
                  <a:pt x="3620408" y="1885051"/>
                </a:lnTo>
                <a:lnTo>
                  <a:pt x="3617613" y="1890857"/>
                </a:lnTo>
                <a:lnTo>
                  <a:pt x="3612359" y="1892661"/>
                </a:lnTo>
                <a:lnTo>
                  <a:pt x="3608392" y="1894084"/>
                </a:lnTo>
                <a:lnTo>
                  <a:pt x="3604278" y="1892905"/>
                </a:lnTo>
                <a:close/>
              </a:path>
              <a:path w="5142230" h="2300604">
                <a:moveTo>
                  <a:pt x="3509209" y="1405624"/>
                </a:moveTo>
                <a:lnTo>
                  <a:pt x="3505660" y="1401826"/>
                </a:lnTo>
                <a:lnTo>
                  <a:pt x="3504684" y="1399999"/>
                </a:lnTo>
                <a:lnTo>
                  <a:pt x="3503477" y="1392451"/>
                </a:lnTo>
                <a:lnTo>
                  <a:pt x="3507191" y="1387238"/>
                </a:lnTo>
                <a:lnTo>
                  <a:pt x="3518208" y="1385347"/>
                </a:lnTo>
                <a:lnTo>
                  <a:pt x="3523466" y="1389119"/>
                </a:lnTo>
                <a:lnTo>
                  <a:pt x="3524363" y="1394673"/>
                </a:lnTo>
                <a:lnTo>
                  <a:pt x="3525308" y="1400181"/>
                </a:lnTo>
                <a:lnTo>
                  <a:pt x="3521586" y="1405385"/>
                </a:lnTo>
                <a:lnTo>
                  <a:pt x="3516036" y="1406286"/>
                </a:lnTo>
                <a:lnTo>
                  <a:pt x="3512570" y="1406876"/>
                </a:lnTo>
                <a:lnTo>
                  <a:pt x="3509209" y="1405624"/>
                </a:lnTo>
                <a:close/>
              </a:path>
              <a:path w="5142230" h="2300604">
                <a:moveTo>
                  <a:pt x="3550393" y="1686649"/>
                </a:moveTo>
                <a:lnTo>
                  <a:pt x="3546845" y="1682850"/>
                </a:lnTo>
                <a:lnTo>
                  <a:pt x="3545960" y="1681121"/>
                </a:lnTo>
                <a:lnTo>
                  <a:pt x="3545532" y="1679002"/>
                </a:lnTo>
                <a:lnTo>
                  <a:pt x="3544555" y="1673556"/>
                </a:lnTo>
                <a:lnTo>
                  <a:pt x="3548188" y="1668355"/>
                </a:lnTo>
                <a:lnTo>
                  <a:pt x="3559207" y="1666271"/>
                </a:lnTo>
                <a:lnTo>
                  <a:pt x="3564468" y="1669948"/>
                </a:lnTo>
                <a:lnTo>
                  <a:pt x="3566503" y="1680923"/>
                </a:lnTo>
                <a:lnTo>
                  <a:pt x="3562876" y="1686229"/>
                </a:lnTo>
                <a:lnTo>
                  <a:pt x="3557364" y="1687268"/>
                </a:lnTo>
                <a:lnTo>
                  <a:pt x="3553849" y="1687904"/>
                </a:lnTo>
                <a:lnTo>
                  <a:pt x="3550393" y="1686649"/>
                </a:lnTo>
                <a:close/>
              </a:path>
              <a:path w="5142230" h="2300604">
                <a:moveTo>
                  <a:pt x="3496238" y="1335926"/>
                </a:moveTo>
                <a:lnTo>
                  <a:pt x="3492690" y="1332128"/>
                </a:lnTo>
                <a:lnTo>
                  <a:pt x="3491796" y="1330488"/>
                </a:lnTo>
                <a:lnTo>
                  <a:pt x="3491389" y="1328585"/>
                </a:lnTo>
                <a:lnTo>
                  <a:pt x="3490300" y="1323119"/>
                </a:lnTo>
                <a:lnTo>
                  <a:pt x="3493792" y="1317766"/>
                </a:lnTo>
                <a:lnTo>
                  <a:pt x="3499261" y="1316584"/>
                </a:lnTo>
                <a:lnTo>
                  <a:pt x="3504776" y="1315449"/>
                </a:lnTo>
                <a:lnTo>
                  <a:pt x="3510134" y="1318936"/>
                </a:lnTo>
                <a:lnTo>
                  <a:pt x="3512398" y="1329961"/>
                </a:lnTo>
                <a:lnTo>
                  <a:pt x="3508915" y="1335324"/>
                </a:lnTo>
                <a:lnTo>
                  <a:pt x="3499783" y="1337180"/>
                </a:lnTo>
                <a:lnTo>
                  <a:pt x="3496238" y="1335926"/>
                </a:lnTo>
                <a:close/>
              </a:path>
              <a:path w="5142230" h="2300604">
                <a:moveTo>
                  <a:pt x="3528599" y="1546218"/>
                </a:moveTo>
                <a:lnTo>
                  <a:pt x="3525046" y="1542415"/>
                </a:lnTo>
                <a:lnTo>
                  <a:pt x="3524117" y="1540443"/>
                </a:lnTo>
                <a:lnTo>
                  <a:pt x="3523818" y="1538266"/>
                </a:lnTo>
                <a:lnTo>
                  <a:pt x="3523110" y="1532718"/>
                </a:lnTo>
                <a:lnTo>
                  <a:pt x="3527059" y="1527660"/>
                </a:lnTo>
                <a:lnTo>
                  <a:pt x="3538154" y="1526243"/>
                </a:lnTo>
                <a:lnTo>
                  <a:pt x="3543257" y="1530142"/>
                </a:lnTo>
                <a:lnTo>
                  <a:pt x="3544678" y="1541242"/>
                </a:lnTo>
                <a:lnTo>
                  <a:pt x="3540775" y="1546350"/>
                </a:lnTo>
                <a:lnTo>
                  <a:pt x="3535133" y="1547054"/>
                </a:lnTo>
                <a:lnTo>
                  <a:pt x="3531813" y="1547508"/>
                </a:lnTo>
                <a:lnTo>
                  <a:pt x="3528599" y="1546218"/>
                </a:lnTo>
                <a:close/>
              </a:path>
              <a:path w="5142230" h="2300604">
                <a:moveTo>
                  <a:pt x="3519662" y="1475756"/>
                </a:moveTo>
                <a:lnTo>
                  <a:pt x="3516114" y="1471958"/>
                </a:lnTo>
                <a:lnTo>
                  <a:pt x="3515186" y="1470085"/>
                </a:lnTo>
                <a:lnTo>
                  <a:pt x="3514126" y="1462401"/>
                </a:lnTo>
                <a:lnTo>
                  <a:pt x="3517984" y="1457245"/>
                </a:lnTo>
                <a:lnTo>
                  <a:pt x="3523576" y="1456486"/>
                </a:lnTo>
                <a:lnTo>
                  <a:pt x="3529123" y="1455778"/>
                </a:lnTo>
                <a:lnTo>
                  <a:pt x="3534190" y="1459637"/>
                </a:lnTo>
                <a:lnTo>
                  <a:pt x="3534988" y="1465183"/>
                </a:lnTo>
                <a:lnTo>
                  <a:pt x="3535700" y="1470736"/>
                </a:lnTo>
                <a:lnTo>
                  <a:pt x="3531843" y="1475892"/>
                </a:lnTo>
                <a:lnTo>
                  <a:pt x="3522881" y="1477050"/>
                </a:lnTo>
                <a:lnTo>
                  <a:pt x="3519662" y="1475756"/>
                </a:lnTo>
                <a:close/>
              </a:path>
              <a:path w="5142230" h="2300604">
                <a:moveTo>
                  <a:pt x="1733628" y="396844"/>
                </a:moveTo>
                <a:lnTo>
                  <a:pt x="1730070" y="393036"/>
                </a:lnTo>
                <a:lnTo>
                  <a:pt x="1729059" y="389607"/>
                </a:lnTo>
                <a:lnTo>
                  <a:pt x="1729789" y="386186"/>
                </a:lnTo>
                <a:lnTo>
                  <a:pt x="1731107" y="380754"/>
                </a:lnTo>
                <a:lnTo>
                  <a:pt x="1736554" y="377300"/>
                </a:lnTo>
                <a:lnTo>
                  <a:pt x="1741990" y="378623"/>
                </a:lnTo>
                <a:lnTo>
                  <a:pt x="1747471" y="379895"/>
                </a:lnTo>
                <a:lnTo>
                  <a:pt x="1750826" y="385344"/>
                </a:lnTo>
                <a:lnTo>
                  <a:pt x="1749598" y="390774"/>
                </a:lnTo>
                <a:lnTo>
                  <a:pt x="1748330" y="396259"/>
                </a:lnTo>
                <a:lnTo>
                  <a:pt x="1742881" y="399614"/>
                </a:lnTo>
                <a:lnTo>
                  <a:pt x="1737401" y="398342"/>
                </a:lnTo>
                <a:lnTo>
                  <a:pt x="1735339" y="397894"/>
                </a:lnTo>
                <a:lnTo>
                  <a:pt x="1733628" y="396844"/>
                </a:lnTo>
                <a:close/>
              </a:path>
              <a:path w="5142230" h="2300604">
                <a:moveTo>
                  <a:pt x="3271601" y="899574"/>
                </a:moveTo>
                <a:lnTo>
                  <a:pt x="3267452" y="895132"/>
                </a:lnTo>
                <a:lnTo>
                  <a:pt x="3267369" y="889182"/>
                </a:lnTo>
                <a:lnTo>
                  <a:pt x="3274685" y="881078"/>
                </a:lnTo>
                <a:lnTo>
                  <a:pt x="3281069" y="880776"/>
                </a:lnTo>
                <a:lnTo>
                  <a:pt x="3289398" y="888327"/>
                </a:lnTo>
                <a:lnTo>
                  <a:pt x="3289706" y="894714"/>
                </a:lnTo>
                <a:lnTo>
                  <a:pt x="3282151" y="903049"/>
                </a:lnTo>
                <a:lnTo>
                  <a:pt x="3275722" y="903303"/>
                </a:lnTo>
                <a:lnTo>
                  <a:pt x="3271601" y="899574"/>
                </a:lnTo>
                <a:close/>
              </a:path>
              <a:path w="5142230" h="2300604">
                <a:moveTo>
                  <a:pt x="3157021" y="816409"/>
                </a:moveTo>
                <a:lnTo>
                  <a:pt x="3153377" y="812508"/>
                </a:lnTo>
                <a:lnTo>
                  <a:pt x="3152688" y="807665"/>
                </a:lnTo>
                <a:lnTo>
                  <a:pt x="3157807" y="798874"/>
                </a:lnTo>
                <a:lnTo>
                  <a:pt x="3164001" y="797196"/>
                </a:lnTo>
                <a:lnTo>
                  <a:pt x="3173718" y="802811"/>
                </a:lnTo>
                <a:lnTo>
                  <a:pt x="3175402" y="809009"/>
                </a:lnTo>
                <a:lnTo>
                  <a:pt x="3169732" y="818679"/>
                </a:lnTo>
                <a:lnTo>
                  <a:pt x="3163539" y="820355"/>
                </a:lnTo>
                <a:lnTo>
                  <a:pt x="3158724" y="817549"/>
                </a:lnTo>
                <a:lnTo>
                  <a:pt x="3157803" y="817049"/>
                </a:lnTo>
                <a:lnTo>
                  <a:pt x="3157021" y="816409"/>
                </a:lnTo>
                <a:close/>
              </a:path>
              <a:path w="5142230" h="2300604">
                <a:moveTo>
                  <a:pt x="3216885" y="855176"/>
                </a:moveTo>
                <a:lnTo>
                  <a:pt x="3212680" y="850675"/>
                </a:lnTo>
                <a:lnTo>
                  <a:pt x="3212212" y="845388"/>
                </a:lnTo>
                <a:lnTo>
                  <a:pt x="3218405" y="836863"/>
                </a:lnTo>
                <a:lnTo>
                  <a:pt x="3224760" y="835848"/>
                </a:lnTo>
                <a:lnTo>
                  <a:pt x="3233842" y="842440"/>
                </a:lnTo>
                <a:lnTo>
                  <a:pt x="3234808" y="848752"/>
                </a:lnTo>
                <a:lnTo>
                  <a:pt x="3231537" y="853268"/>
                </a:lnTo>
                <a:lnTo>
                  <a:pt x="3228266" y="857876"/>
                </a:lnTo>
                <a:lnTo>
                  <a:pt x="3221954" y="858842"/>
                </a:lnTo>
                <a:lnTo>
                  <a:pt x="3216885" y="855176"/>
                </a:lnTo>
                <a:close/>
              </a:path>
              <a:path w="5142230" h="2300604">
                <a:moveTo>
                  <a:pt x="3324430" y="953587"/>
                </a:moveTo>
                <a:lnTo>
                  <a:pt x="3320467" y="949345"/>
                </a:lnTo>
                <a:lnTo>
                  <a:pt x="3316786" y="945113"/>
                </a:lnTo>
                <a:lnTo>
                  <a:pt x="3317194" y="938706"/>
                </a:lnTo>
                <a:lnTo>
                  <a:pt x="3325101" y="931825"/>
                </a:lnTo>
                <a:lnTo>
                  <a:pt x="3325605" y="931387"/>
                </a:lnTo>
                <a:lnTo>
                  <a:pt x="3332018" y="931798"/>
                </a:lnTo>
                <a:lnTo>
                  <a:pt x="3335692" y="936027"/>
                </a:lnTo>
                <a:lnTo>
                  <a:pt x="3339423" y="940212"/>
                </a:lnTo>
                <a:lnTo>
                  <a:pt x="3338965" y="946666"/>
                </a:lnTo>
                <a:lnTo>
                  <a:pt x="3331056" y="953544"/>
                </a:lnTo>
                <a:lnTo>
                  <a:pt x="3330604" y="953938"/>
                </a:lnTo>
                <a:lnTo>
                  <a:pt x="3324430" y="953587"/>
                </a:lnTo>
                <a:close/>
              </a:path>
              <a:path w="5142230" h="2300604">
                <a:moveTo>
                  <a:pt x="3367779" y="1009279"/>
                </a:moveTo>
                <a:lnTo>
                  <a:pt x="3363297" y="1004481"/>
                </a:lnTo>
                <a:lnTo>
                  <a:pt x="3360057" y="999838"/>
                </a:lnTo>
                <a:lnTo>
                  <a:pt x="3361215" y="993551"/>
                </a:lnTo>
                <a:lnTo>
                  <a:pt x="3365809" y="990355"/>
                </a:lnTo>
                <a:lnTo>
                  <a:pt x="3370449" y="987208"/>
                </a:lnTo>
                <a:lnTo>
                  <a:pt x="3376780" y="988316"/>
                </a:lnTo>
                <a:lnTo>
                  <a:pt x="3379975" y="992910"/>
                </a:lnTo>
                <a:lnTo>
                  <a:pt x="3383122" y="997549"/>
                </a:lnTo>
                <a:lnTo>
                  <a:pt x="3381969" y="1003840"/>
                </a:lnTo>
                <a:lnTo>
                  <a:pt x="3373162" y="1009958"/>
                </a:lnTo>
                <a:lnTo>
                  <a:pt x="3367779" y="1009279"/>
                </a:lnTo>
                <a:close/>
              </a:path>
              <a:path w="5142230" h="2300604">
                <a:moveTo>
                  <a:pt x="2768082" y="646576"/>
                </a:moveTo>
                <a:lnTo>
                  <a:pt x="2764484" y="642724"/>
                </a:lnTo>
                <a:lnTo>
                  <a:pt x="2763525" y="638862"/>
                </a:lnTo>
                <a:lnTo>
                  <a:pt x="2764741" y="635179"/>
                </a:lnTo>
                <a:lnTo>
                  <a:pt x="2766568" y="629902"/>
                </a:lnTo>
                <a:lnTo>
                  <a:pt x="2772288" y="627033"/>
                </a:lnTo>
                <a:lnTo>
                  <a:pt x="2782926" y="630600"/>
                </a:lnTo>
                <a:lnTo>
                  <a:pt x="2785751" y="636361"/>
                </a:lnTo>
                <a:lnTo>
                  <a:pt x="2782179" y="647004"/>
                </a:lnTo>
                <a:lnTo>
                  <a:pt x="2776422" y="649834"/>
                </a:lnTo>
                <a:lnTo>
                  <a:pt x="2771101" y="648048"/>
                </a:lnTo>
                <a:lnTo>
                  <a:pt x="2769464" y="647468"/>
                </a:lnTo>
                <a:lnTo>
                  <a:pt x="2768082" y="646576"/>
                </a:lnTo>
                <a:close/>
              </a:path>
              <a:path w="5142230" h="2300604">
                <a:moveTo>
                  <a:pt x="1458433" y="325019"/>
                </a:moveTo>
                <a:lnTo>
                  <a:pt x="1454875" y="321210"/>
                </a:lnTo>
                <a:lnTo>
                  <a:pt x="1453825" y="317544"/>
                </a:lnTo>
                <a:lnTo>
                  <a:pt x="1456491" y="308571"/>
                </a:lnTo>
                <a:lnTo>
                  <a:pt x="1462114" y="305500"/>
                </a:lnTo>
                <a:lnTo>
                  <a:pt x="1467495" y="307057"/>
                </a:lnTo>
                <a:lnTo>
                  <a:pt x="1472868" y="308703"/>
                </a:lnTo>
                <a:lnTo>
                  <a:pt x="1475934" y="314331"/>
                </a:lnTo>
                <a:lnTo>
                  <a:pt x="1474382" y="319707"/>
                </a:lnTo>
                <a:lnTo>
                  <a:pt x="1472731" y="325076"/>
                </a:lnTo>
                <a:lnTo>
                  <a:pt x="1467107" y="328146"/>
                </a:lnTo>
                <a:lnTo>
                  <a:pt x="1461780" y="326549"/>
                </a:lnTo>
                <a:lnTo>
                  <a:pt x="1459910" y="326013"/>
                </a:lnTo>
                <a:lnTo>
                  <a:pt x="1458433" y="325019"/>
                </a:lnTo>
                <a:close/>
              </a:path>
              <a:path w="5142230" h="2300604">
                <a:moveTo>
                  <a:pt x="3031149" y="751555"/>
                </a:moveTo>
                <a:lnTo>
                  <a:pt x="3027551" y="747702"/>
                </a:lnTo>
                <a:lnTo>
                  <a:pt x="3026664" y="743235"/>
                </a:lnTo>
                <a:lnTo>
                  <a:pt x="3028538" y="739375"/>
                </a:lnTo>
                <a:lnTo>
                  <a:pt x="3030933" y="734316"/>
                </a:lnTo>
                <a:lnTo>
                  <a:pt x="3036955" y="732160"/>
                </a:lnTo>
                <a:lnTo>
                  <a:pt x="3047079" y="736938"/>
                </a:lnTo>
                <a:lnTo>
                  <a:pt x="3049235" y="742960"/>
                </a:lnTo>
                <a:lnTo>
                  <a:pt x="3044452" y="753088"/>
                </a:lnTo>
                <a:lnTo>
                  <a:pt x="3038431" y="755244"/>
                </a:lnTo>
                <a:lnTo>
                  <a:pt x="3033366" y="752853"/>
                </a:lnTo>
                <a:lnTo>
                  <a:pt x="3032161" y="752344"/>
                </a:lnTo>
                <a:lnTo>
                  <a:pt x="3031149" y="751555"/>
                </a:lnTo>
                <a:close/>
              </a:path>
              <a:path w="5142230" h="2300604">
                <a:moveTo>
                  <a:pt x="2966563" y="722395"/>
                </a:moveTo>
                <a:lnTo>
                  <a:pt x="2962964" y="718543"/>
                </a:lnTo>
                <a:lnTo>
                  <a:pt x="2962076" y="714268"/>
                </a:lnTo>
                <a:lnTo>
                  <a:pt x="2963717" y="710453"/>
                </a:lnTo>
                <a:lnTo>
                  <a:pt x="2965968" y="705336"/>
                </a:lnTo>
                <a:lnTo>
                  <a:pt x="2971946" y="702939"/>
                </a:lnTo>
                <a:lnTo>
                  <a:pt x="2977067" y="705195"/>
                </a:lnTo>
                <a:lnTo>
                  <a:pt x="2982228" y="707396"/>
                </a:lnTo>
                <a:lnTo>
                  <a:pt x="2984512" y="713165"/>
                </a:lnTo>
                <a:lnTo>
                  <a:pt x="2980168" y="723665"/>
                </a:lnTo>
                <a:lnTo>
                  <a:pt x="2974135" y="726004"/>
                </a:lnTo>
                <a:lnTo>
                  <a:pt x="2969023" y="723758"/>
                </a:lnTo>
                <a:lnTo>
                  <a:pt x="2967714" y="723236"/>
                </a:lnTo>
                <a:lnTo>
                  <a:pt x="2966563" y="722395"/>
                </a:lnTo>
                <a:close/>
              </a:path>
              <a:path w="5142230" h="2300604">
                <a:moveTo>
                  <a:pt x="2901107" y="695334"/>
                </a:moveTo>
                <a:lnTo>
                  <a:pt x="2897513" y="691487"/>
                </a:lnTo>
                <a:lnTo>
                  <a:pt x="2896613" y="687297"/>
                </a:lnTo>
                <a:lnTo>
                  <a:pt x="2898115" y="683529"/>
                </a:lnTo>
                <a:lnTo>
                  <a:pt x="2900127" y="678353"/>
                </a:lnTo>
                <a:lnTo>
                  <a:pt x="2906068" y="675817"/>
                </a:lnTo>
                <a:lnTo>
                  <a:pt x="2916506" y="679954"/>
                </a:lnTo>
                <a:lnTo>
                  <a:pt x="2918992" y="685840"/>
                </a:lnTo>
                <a:lnTo>
                  <a:pt x="2914865" y="696280"/>
                </a:lnTo>
                <a:lnTo>
                  <a:pt x="2909019" y="698819"/>
                </a:lnTo>
                <a:lnTo>
                  <a:pt x="2902358" y="696184"/>
                </a:lnTo>
                <a:lnTo>
                  <a:pt x="2901107" y="695334"/>
                </a:lnTo>
                <a:close/>
              </a:path>
              <a:path w="5142230" h="2300604">
                <a:moveTo>
                  <a:pt x="2834935" y="670048"/>
                </a:moveTo>
                <a:lnTo>
                  <a:pt x="2831336" y="666196"/>
                </a:lnTo>
                <a:lnTo>
                  <a:pt x="2830385" y="662246"/>
                </a:lnTo>
                <a:lnTo>
                  <a:pt x="2833661" y="653241"/>
                </a:lnTo>
                <a:lnTo>
                  <a:pt x="2839513" y="650513"/>
                </a:lnTo>
                <a:lnTo>
                  <a:pt x="2844734" y="652485"/>
                </a:lnTo>
                <a:lnTo>
                  <a:pt x="2850003" y="654411"/>
                </a:lnTo>
                <a:lnTo>
                  <a:pt x="2852685" y="660215"/>
                </a:lnTo>
                <a:lnTo>
                  <a:pt x="2848838" y="670758"/>
                </a:lnTo>
                <a:lnTo>
                  <a:pt x="2843029" y="673435"/>
                </a:lnTo>
                <a:lnTo>
                  <a:pt x="2836226" y="670942"/>
                </a:lnTo>
                <a:lnTo>
                  <a:pt x="2834935" y="670048"/>
                </a:lnTo>
                <a:close/>
              </a:path>
              <a:path w="5142230" h="2300604">
                <a:moveTo>
                  <a:pt x="1526740" y="344575"/>
                </a:moveTo>
                <a:lnTo>
                  <a:pt x="1523187" y="340772"/>
                </a:lnTo>
                <a:lnTo>
                  <a:pt x="1522129" y="337195"/>
                </a:lnTo>
                <a:lnTo>
                  <a:pt x="1524606" y="328215"/>
                </a:lnTo>
                <a:lnTo>
                  <a:pt x="1529828" y="325301"/>
                </a:lnTo>
                <a:lnTo>
                  <a:pt x="1530189" y="325101"/>
                </a:lnTo>
                <a:lnTo>
                  <a:pt x="1540993" y="328065"/>
                </a:lnTo>
                <a:lnTo>
                  <a:pt x="1544157" y="333602"/>
                </a:lnTo>
                <a:lnTo>
                  <a:pt x="1542650" y="339027"/>
                </a:lnTo>
                <a:lnTo>
                  <a:pt x="1541192" y="344406"/>
                </a:lnTo>
                <a:lnTo>
                  <a:pt x="1535607" y="347615"/>
                </a:lnTo>
                <a:lnTo>
                  <a:pt x="1528312" y="345573"/>
                </a:lnTo>
                <a:lnTo>
                  <a:pt x="1526740" y="344575"/>
                </a:lnTo>
                <a:close/>
              </a:path>
              <a:path w="5142230" h="2300604">
                <a:moveTo>
                  <a:pt x="3880751" y="2294722"/>
                </a:moveTo>
                <a:lnTo>
                  <a:pt x="3876692" y="2290378"/>
                </a:lnTo>
                <a:lnTo>
                  <a:pt x="3876615" y="2284332"/>
                </a:lnTo>
                <a:lnTo>
                  <a:pt x="3880341" y="2280404"/>
                </a:lnTo>
                <a:lnTo>
                  <a:pt x="3884164" y="2276285"/>
                </a:lnTo>
                <a:lnTo>
                  <a:pt x="3890590" y="2276126"/>
                </a:lnTo>
                <a:lnTo>
                  <a:pt x="3894660" y="2279994"/>
                </a:lnTo>
                <a:lnTo>
                  <a:pt x="3898733" y="2283768"/>
                </a:lnTo>
                <a:lnTo>
                  <a:pt x="3898887" y="2290189"/>
                </a:lnTo>
                <a:lnTo>
                  <a:pt x="3895069" y="2294313"/>
                </a:lnTo>
                <a:lnTo>
                  <a:pt x="3891250" y="2298337"/>
                </a:lnTo>
                <a:lnTo>
                  <a:pt x="3884821" y="2298591"/>
                </a:lnTo>
                <a:lnTo>
                  <a:pt x="3880751" y="2294722"/>
                </a:lnTo>
                <a:close/>
              </a:path>
              <a:path w="5142230" h="2300604">
                <a:moveTo>
                  <a:pt x="3404377" y="1069370"/>
                </a:moveTo>
                <a:lnTo>
                  <a:pt x="3400737" y="1065474"/>
                </a:lnTo>
                <a:lnTo>
                  <a:pt x="3400243" y="1064749"/>
                </a:lnTo>
                <a:lnTo>
                  <a:pt x="3399796" y="1063979"/>
                </a:lnTo>
                <a:lnTo>
                  <a:pt x="3397125" y="1059069"/>
                </a:lnTo>
                <a:lnTo>
                  <a:pt x="3398945" y="1052903"/>
                </a:lnTo>
                <a:lnTo>
                  <a:pt x="3408806" y="1047527"/>
                </a:lnTo>
                <a:lnTo>
                  <a:pt x="3414927" y="1049388"/>
                </a:lnTo>
                <a:lnTo>
                  <a:pt x="3420304" y="1059248"/>
                </a:lnTo>
                <a:lnTo>
                  <a:pt x="3418439" y="1065365"/>
                </a:lnTo>
                <a:lnTo>
                  <a:pt x="3413532" y="1068031"/>
                </a:lnTo>
                <a:lnTo>
                  <a:pt x="3409443" y="1070298"/>
                </a:lnTo>
                <a:lnTo>
                  <a:pt x="3404377" y="1069370"/>
                </a:lnTo>
                <a:close/>
              </a:path>
              <a:path w="5142230" h="2300604">
                <a:moveTo>
                  <a:pt x="3435027" y="1132970"/>
                </a:moveTo>
                <a:lnTo>
                  <a:pt x="3431429" y="1129118"/>
                </a:lnTo>
                <a:lnTo>
                  <a:pt x="3430751" y="1128099"/>
                </a:lnTo>
                <a:lnTo>
                  <a:pt x="3427956" y="1121686"/>
                </a:lnTo>
                <a:lnTo>
                  <a:pt x="3430415" y="1115912"/>
                </a:lnTo>
                <a:lnTo>
                  <a:pt x="3440756" y="1111539"/>
                </a:lnTo>
                <a:lnTo>
                  <a:pt x="3446719" y="1113913"/>
                </a:lnTo>
                <a:lnTo>
                  <a:pt x="3448951" y="1119042"/>
                </a:lnTo>
                <a:lnTo>
                  <a:pt x="3451134" y="1124215"/>
                </a:lnTo>
                <a:lnTo>
                  <a:pt x="3448718" y="1130134"/>
                </a:lnTo>
                <a:lnTo>
                  <a:pt x="3443588" y="1132360"/>
                </a:lnTo>
                <a:lnTo>
                  <a:pt x="3439522" y="1134068"/>
                </a:lnTo>
                <a:lnTo>
                  <a:pt x="3435027" y="1132970"/>
                </a:lnTo>
                <a:close/>
              </a:path>
              <a:path w="5142230" h="2300604">
                <a:moveTo>
                  <a:pt x="1802913" y="412657"/>
                </a:moveTo>
                <a:lnTo>
                  <a:pt x="1799360" y="408854"/>
                </a:lnTo>
                <a:lnTo>
                  <a:pt x="1798389" y="405469"/>
                </a:lnTo>
                <a:lnTo>
                  <a:pt x="1799165" y="402096"/>
                </a:lnTo>
                <a:lnTo>
                  <a:pt x="1800343" y="396613"/>
                </a:lnTo>
                <a:lnTo>
                  <a:pt x="1805795" y="393163"/>
                </a:lnTo>
                <a:lnTo>
                  <a:pt x="1816664" y="395610"/>
                </a:lnTo>
                <a:lnTo>
                  <a:pt x="1820163" y="401017"/>
                </a:lnTo>
                <a:lnTo>
                  <a:pt x="1818890" y="406497"/>
                </a:lnTo>
                <a:lnTo>
                  <a:pt x="1817712" y="411981"/>
                </a:lnTo>
                <a:lnTo>
                  <a:pt x="1812260" y="415430"/>
                </a:lnTo>
                <a:lnTo>
                  <a:pt x="1804718" y="413710"/>
                </a:lnTo>
                <a:lnTo>
                  <a:pt x="1802913" y="412657"/>
                </a:lnTo>
                <a:close/>
              </a:path>
              <a:path w="5142230" h="2300604">
                <a:moveTo>
                  <a:pt x="2358300" y="532921"/>
                </a:moveTo>
                <a:lnTo>
                  <a:pt x="2354747" y="529117"/>
                </a:lnTo>
                <a:lnTo>
                  <a:pt x="2353731" y="525684"/>
                </a:lnTo>
                <a:lnTo>
                  <a:pt x="2354510" y="522217"/>
                </a:lnTo>
                <a:lnTo>
                  <a:pt x="2355779" y="516831"/>
                </a:lnTo>
                <a:lnTo>
                  <a:pt x="2361227" y="513376"/>
                </a:lnTo>
                <a:lnTo>
                  <a:pt x="2366712" y="514654"/>
                </a:lnTo>
                <a:lnTo>
                  <a:pt x="2372143" y="515972"/>
                </a:lnTo>
                <a:lnTo>
                  <a:pt x="2375547" y="521375"/>
                </a:lnTo>
                <a:lnTo>
                  <a:pt x="2373002" y="532335"/>
                </a:lnTo>
                <a:lnTo>
                  <a:pt x="2367554" y="535691"/>
                </a:lnTo>
                <a:lnTo>
                  <a:pt x="2362073" y="534418"/>
                </a:lnTo>
                <a:lnTo>
                  <a:pt x="2360060" y="533925"/>
                </a:lnTo>
                <a:lnTo>
                  <a:pt x="2358300" y="532921"/>
                </a:lnTo>
                <a:close/>
              </a:path>
              <a:path w="5142230" h="2300604">
                <a:moveTo>
                  <a:pt x="2219806" y="501864"/>
                </a:moveTo>
                <a:lnTo>
                  <a:pt x="2216253" y="498060"/>
                </a:lnTo>
                <a:lnTo>
                  <a:pt x="2215188" y="494672"/>
                </a:lnTo>
                <a:lnTo>
                  <a:pt x="2215964" y="491300"/>
                </a:lnTo>
                <a:lnTo>
                  <a:pt x="2217142" y="485816"/>
                </a:lnTo>
                <a:lnTo>
                  <a:pt x="2222548" y="482318"/>
                </a:lnTo>
                <a:lnTo>
                  <a:pt x="2227983" y="483541"/>
                </a:lnTo>
                <a:lnTo>
                  <a:pt x="2233466" y="484719"/>
                </a:lnTo>
                <a:lnTo>
                  <a:pt x="2236965" y="490126"/>
                </a:lnTo>
                <a:lnTo>
                  <a:pt x="2234609" y="501093"/>
                </a:lnTo>
                <a:lnTo>
                  <a:pt x="2229157" y="504542"/>
                </a:lnTo>
                <a:lnTo>
                  <a:pt x="2221611" y="502916"/>
                </a:lnTo>
                <a:lnTo>
                  <a:pt x="2219806" y="501864"/>
                </a:lnTo>
                <a:close/>
              </a:path>
              <a:path w="5142230" h="2300604">
                <a:moveTo>
                  <a:pt x="2289110" y="517111"/>
                </a:moveTo>
                <a:lnTo>
                  <a:pt x="2285552" y="513303"/>
                </a:lnTo>
                <a:lnTo>
                  <a:pt x="2284538" y="509968"/>
                </a:lnTo>
                <a:lnTo>
                  <a:pt x="2285263" y="506542"/>
                </a:lnTo>
                <a:lnTo>
                  <a:pt x="2286540" y="501067"/>
                </a:lnTo>
                <a:lnTo>
                  <a:pt x="2291939" y="497658"/>
                </a:lnTo>
                <a:lnTo>
                  <a:pt x="2297427" y="498841"/>
                </a:lnTo>
                <a:lnTo>
                  <a:pt x="2302862" y="500064"/>
                </a:lnTo>
                <a:lnTo>
                  <a:pt x="2306311" y="505516"/>
                </a:lnTo>
                <a:lnTo>
                  <a:pt x="2305088" y="510951"/>
                </a:lnTo>
                <a:lnTo>
                  <a:pt x="2303909" y="516434"/>
                </a:lnTo>
                <a:lnTo>
                  <a:pt x="2298457" y="519884"/>
                </a:lnTo>
                <a:lnTo>
                  <a:pt x="2292977" y="518612"/>
                </a:lnTo>
                <a:lnTo>
                  <a:pt x="2290915" y="518164"/>
                </a:lnTo>
                <a:lnTo>
                  <a:pt x="2289110" y="517111"/>
                </a:lnTo>
                <a:close/>
              </a:path>
              <a:path w="5142230" h="2300604">
                <a:moveTo>
                  <a:pt x="2150398" y="486896"/>
                </a:moveTo>
                <a:lnTo>
                  <a:pt x="2146840" y="483088"/>
                </a:lnTo>
                <a:lnTo>
                  <a:pt x="2145777" y="479799"/>
                </a:lnTo>
                <a:lnTo>
                  <a:pt x="2146552" y="476426"/>
                </a:lnTo>
                <a:lnTo>
                  <a:pt x="2147680" y="470889"/>
                </a:lnTo>
                <a:lnTo>
                  <a:pt x="2153038" y="467436"/>
                </a:lnTo>
                <a:lnTo>
                  <a:pt x="2158526" y="468619"/>
                </a:lnTo>
                <a:lnTo>
                  <a:pt x="2164058" y="469752"/>
                </a:lnTo>
                <a:lnTo>
                  <a:pt x="2167552" y="475154"/>
                </a:lnTo>
                <a:lnTo>
                  <a:pt x="2165196" y="486120"/>
                </a:lnTo>
                <a:lnTo>
                  <a:pt x="2159794" y="489624"/>
                </a:lnTo>
                <a:lnTo>
                  <a:pt x="2152249" y="487998"/>
                </a:lnTo>
                <a:lnTo>
                  <a:pt x="2150398" y="486896"/>
                </a:lnTo>
                <a:close/>
              </a:path>
              <a:path w="5142230" h="2300604">
                <a:moveTo>
                  <a:pt x="2632858" y="604064"/>
                </a:moveTo>
                <a:lnTo>
                  <a:pt x="2629300" y="600255"/>
                </a:lnTo>
                <a:lnTo>
                  <a:pt x="2628298" y="596544"/>
                </a:lnTo>
                <a:lnTo>
                  <a:pt x="2629363" y="592992"/>
                </a:lnTo>
                <a:lnTo>
                  <a:pt x="2630915" y="587616"/>
                </a:lnTo>
                <a:lnTo>
                  <a:pt x="2636539" y="584545"/>
                </a:lnTo>
                <a:lnTo>
                  <a:pt x="2647296" y="587654"/>
                </a:lnTo>
                <a:lnTo>
                  <a:pt x="2650407" y="593331"/>
                </a:lnTo>
                <a:lnTo>
                  <a:pt x="2647204" y="604075"/>
                </a:lnTo>
                <a:lnTo>
                  <a:pt x="2641581" y="607146"/>
                </a:lnTo>
                <a:lnTo>
                  <a:pt x="2634429" y="605061"/>
                </a:lnTo>
                <a:lnTo>
                  <a:pt x="2632858" y="604064"/>
                </a:lnTo>
                <a:close/>
              </a:path>
              <a:path w="5142230" h="2300604">
                <a:moveTo>
                  <a:pt x="2564635" y="584793"/>
                </a:moveTo>
                <a:lnTo>
                  <a:pt x="2561082" y="580990"/>
                </a:lnTo>
                <a:lnTo>
                  <a:pt x="2560072" y="577368"/>
                </a:lnTo>
                <a:lnTo>
                  <a:pt x="2562501" y="568433"/>
                </a:lnTo>
                <a:lnTo>
                  <a:pt x="2567730" y="565429"/>
                </a:lnTo>
                <a:lnTo>
                  <a:pt x="2568086" y="565224"/>
                </a:lnTo>
                <a:lnTo>
                  <a:pt x="2578886" y="568184"/>
                </a:lnTo>
                <a:lnTo>
                  <a:pt x="2582095" y="573769"/>
                </a:lnTo>
                <a:lnTo>
                  <a:pt x="2580593" y="579199"/>
                </a:lnTo>
                <a:lnTo>
                  <a:pt x="2579135" y="584579"/>
                </a:lnTo>
                <a:lnTo>
                  <a:pt x="2573906" y="587583"/>
                </a:lnTo>
                <a:lnTo>
                  <a:pt x="2573550" y="587788"/>
                </a:lnTo>
                <a:lnTo>
                  <a:pt x="2566255" y="585745"/>
                </a:lnTo>
                <a:lnTo>
                  <a:pt x="2564635" y="584793"/>
                </a:lnTo>
                <a:close/>
              </a:path>
              <a:path w="5142230" h="2300604">
                <a:moveTo>
                  <a:pt x="2496139" y="566599"/>
                </a:moveTo>
                <a:lnTo>
                  <a:pt x="2492541" y="562747"/>
                </a:lnTo>
                <a:lnTo>
                  <a:pt x="2491528" y="559219"/>
                </a:lnTo>
                <a:lnTo>
                  <a:pt x="2492401" y="555755"/>
                </a:lnTo>
                <a:lnTo>
                  <a:pt x="2493813" y="550327"/>
                </a:lnTo>
                <a:lnTo>
                  <a:pt x="2499353" y="547069"/>
                </a:lnTo>
                <a:lnTo>
                  <a:pt x="2510210" y="549894"/>
                </a:lnTo>
                <a:lnTo>
                  <a:pt x="2513417" y="555380"/>
                </a:lnTo>
                <a:lnTo>
                  <a:pt x="2512123" y="560739"/>
                </a:lnTo>
                <a:lnTo>
                  <a:pt x="2510692" y="566245"/>
                </a:lnTo>
                <a:lnTo>
                  <a:pt x="2505211" y="569468"/>
                </a:lnTo>
                <a:lnTo>
                  <a:pt x="2499852" y="568130"/>
                </a:lnTo>
                <a:lnTo>
                  <a:pt x="2497805" y="567600"/>
                </a:lnTo>
                <a:lnTo>
                  <a:pt x="2496139" y="566599"/>
                </a:lnTo>
                <a:close/>
              </a:path>
              <a:path w="5142230" h="2300604">
                <a:moveTo>
                  <a:pt x="2427328" y="549339"/>
                </a:moveTo>
                <a:lnTo>
                  <a:pt x="2423771" y="545531"/>
                </a:lnTo>
                <a:lnTo>
                  <a:pt x="2422714" y="542053"/>
                </a:lnTo>
                <a:lnTo>
                  <a:pt x="2423587" y="538589"/>
                </a:lnTo>
                <a:lnTo>
                  <a:pt x="2424905" y="533158"/>
                </a:lnTo>
                <a:lnTo>
                  <a:pt x="2430399" y="529851"/>
                </a:lnTo>
                <a:lnTo>
                  <a:pt x="2441262" y="532487"/>
                </a:lnTo>
                <a:lnTo>
                  <a:pt x="2444618" y="537936"/>
                </a:lnTo>
                <a:lnTo>
                  <a:pt x="2443251" y="543413"/>
                </a:lnTo>
                <a:lnTo>
                  <a:pt x="2441933" y="548845"/>
                </a:lnTo>
                <a:lnTo>
                  <a:pt x="2436484" y="552200"/>
                </a:lnTo>
                <a:lnTo>
                  <a:pt x="2429039" y="550388"/>
                </a:lnTo>
                <a:lnTo>
                  <a:pt x="2427328" y="549339"/>
                </a:lnTo>
                <a:close/>
              </a:path>
              <a:path w="5142230" h="2300604">
                <a:moveTo>
                  <a:pt x="2700707" y="624596"/>
                </a:moveTo>
                <a:lnTo>
                  <a:pt x="2697154" y="620793"/>
                </a:lnTo>
                <a:lnTo>
                  <a:pt x="2696151" y="616982"/>
                </a:lnTo>
                <a:lnTo>
                  <a:pt x="2697265" y="613385"/>
                </a:lnTo>
                <a:lnTo>
                  <a:pt x="2698952" y="608055"/>
                </a:lnTo>
                <a:lnTo>
                  <a:pt x="2704676" y="605092"/>
                </a:lnTo>
                <a:lnTo>
                  <a:pt x="2710000" y="606784"/>
                </a:lnTo>
                <a:lnTo>
                  <a:pt x="2715373" y="608430"/>
                </a:lnTo>
                <a:lnTo>
                  <a:pt x="2718296" y="614100"/>
                </a:lnTo>
                <a:lnTo>
                  <a:pt x="2716645" y="619469"/>
                </a:lnTo>
                <a:lnTo>
                  <a:pt x="2714958" y="624798"/>
                </a:lnTo>
                <a:lnTo>
                  <a:pt x="2709239" y="627766"/>
                </a:lnTo>
                <a:lnTo>
                  <a:pt x="2703914" y="626074"/>
                </a:lnTo>
                <a:lnTo>
                  <a:pt x="2702179" y="625586"/>
                </a:lnTo>
                <a:lnTo>
                  <a:pt x="2700707" y="624596"/>
                </a:lnTo>
                <a:close/>
              </a:path>
              <a:path w="5142230" h="2300604">
                <a:moveTo>
                  <a:pt x="1664414" y="380325"/>
                </a:moveTo>
                <a:lnTo>
                  <a:pt x="1660861" y="376522"/>
                </a:lnTo>
                <a:lnTo>
                  <a:pt x="1659894" y="373043"/>
                </a:lnTo>
                <a:lnTo>
                  <a:pt x="1660673" y="369576"/>
                </a:lnTo>
                <a:lnTo>
                  <a:pt x="1661991" y="364144"/>
                </a:lnTo>
                <a:lnTo>
                  <a:pt x="1667534" y="360792"/>
                </a:lnTo>
                <a:lnTo>
                  <a:pt x="1678438" y="363472"/>
                </a:lnTo>
                <a:lnTo>
                  <a:pt x="1681744" y="368966"/>
                </a:lnTo>
                <a:lnTo>
                  <a:pt x="1680431" y="374403"/>
                </a:lnTo>
                <a:lnTo>
                  <a:pt x="1679064" y="379880"/>
                </a:lnTo>
                <a:lnTo>
                  <a:pt x="1673570" y="383186"/>
                </a:lnTo>
                <a:lnTo>
                  <a:pt x="1666125" y="381375"/>
                </a:lnTo>
                <a:lnTo>
                  <a:pt x="1664414" y="380325"/>
                </a:lnTo>
                <a:close/>
              </a:path>
              <a:path w="5142230" h="2300604">
                <a:moveTo>
                  <a:pt x="2080931" y="472257"/>
                </a:moveTo>
                <a:lnTo>
                  <a:pt x="2077378" y="468454"/>
                </a:lnTo>
                <a:lnTo>
                  <a:pt x="2076314" y="465066"/>
                </a:lnTo>
                <a:lnTo>
                  <a:pt x="2078219" y="456255"/>
                </a:lnTo>
                <a:lnTo>
                  <a:pt x="2083580" y="452708"/>
                </a:lnTo>
                <a:lnTo>
                  <a:pt x="2094546" y="455064"/>
                </a:lnTo>
                <a:lnTo>
                  <a:pt x="2097999" y="460422"/>
                </a:lnTo>
                <a:lnTo>
                  <a:pt x="2096915" y="465909"/>
                </a:lnTo>
                <a:lnTo>
                  <a:pt x="2095737" y="471392"/>
                </a:lnTo>
                <a:lnTo>
                  <a:pt x="2090331" y="474890"/>
                </a:lnTo>
                <a:lnTo>
                  <a:pt x="2082737" y="473310"/>
                </a:lnTo>
                <a:lnTo>
                  <a:pt x="2080931" y="472257"/>
                </a:lnTo>
                <a:close/>
              </a:path>
              <a:path w="5142230" h="2300604">
                <a:moveTo>
                  <a:pt x="1595418" y="362964"/>
                </a:moveTo>
                <a:lnTo>
                  <a:pt x="1591865" y="359161"/>
                </a:lnTo>
                <a:lnTo>
                  <a:pt x="1590852" y="355633"/>
                </a:lnTo>
                <a:lnTo>
                  <a:pt x="1593182" y="346690"/>
                </a:lnTo>
                <a:lnTo>
                  <a:pt x="1598609" y="343507"/>
                </a:lnTo>
                <a:lnTo>
                  <a:pt x="1609583" y="346262"/>
                </a:lnTo>
                <a:lnTo>
                  <a:pt x="1612841" y="351802"/>
                </a:lnTo>
                <a:lnTo>
                  <a:pt x="1611424" y="357030"/>
                </a:lnTo>
                <a:lnTo>
                  <a:pt x="1609971" y="362610"/>
                </a:lnTo>
                <a:lnTo>
                  <a:pt x="1604476" y="365916"/>
                </a:lnTo>
                <a:lnTo>
                  <a:pt x="1599169" y="364535"/>
                </a:lnTo>
                <a:lnTo>
                  <a:pt x="1597079" y="363960"/>
                </a:lnTo>
                <a:lnTo>
                  <a:pt x="1595418" y="362964"/>
                </a:lnTo>
                <a:close/>
              </a:path>
              <a:path w="5142230" h="2300604">
                <a:moveTo>
                  <a:pt x="2011419" y="457569"/>
                </a:moveTo>
                <a:lnTo>
                  <a:pt x="2007867" y="453766"/>
                </a:lnTo>
                <a:lnTo>
                  <a:pt x="2006798" y="450472"/>
                </a:lnTo>
                <a:lnTo>
                  <a:pt x="2007480" y="447096"/>
                </a:lnTo>
                <a:lnTo>
                  <a:pt x="2008658" y="441613"/>
                </a:lnTo>
                <a:lnTo>
                  <a:pt x="2014064" y="438115"/>
                </a:lnTo>
                <a:lnTo>
                  <a:pt x="2019498" y="439239"/>
                </a:lnTo>
                <a:lnTo>
                  <a:pt x="2024986" y="440422"/>
                </a:lnTo>
                <a:lnTo>
                  <a:pt x="2028533" y="445783"/>
                </a:lnTo>
                <a:lnTo>
                  <a:pt x="2026177" y="456750"/>
                </a:lnTo>
                <a:lnTo>
                  <a:pt x="2020816" y="460297"/>
                </a:lnTo>
                <a:lnTo>
                  <a:pt x="2015328" y="459114"/>
                </a:lnTo>
                <a:lnTo>
                  <a:pt x="2013225" y="458622"/>
                </a:lnTo>
                <a:lnTo>
                  <a:pt x="2011419" y="457569"/>
                </a:lnTo>
                <a:close/>
              </a:path>
              <a:path w="5142230" h="2300604">
                <a:moveTo>
                  <a:pt x="1872356" y="427956"/>
                </a:moveTo>
                <a:lnTo>
                  <a:pt x="1868804" y="424153"/>
                </a:lnTo>
                <a:lnTo>
                  <a:pt x="1867784" y="420814"/>
                </a:lnTo>
                <a:lnTo>
                  <a:pt x="1868560" y="417441"/>
                </a:lnTo>
                <a:lnTo>
                  <a:pt x="1869738" y="411958"/>
                </a:lnTo>
                <a:lnTo>
                  <a:pt x="1875145" y="408459"/>
                </a:lnTo>
                <a:lnTo>
                  <a:pt x="1880579" y="409683"/>
                </a:lnTo>
                <a:lnTo>
                  <a:pt x="1886063" y="410861"/>
                </a:lnTo>
                <a:lnTo>
                  <a:pt x="1889561" y="416267"/>
                </a:lnTo>
                <a:lnTo>
                  <a:pt x="1888337" y="421702"/>
                </a:lnTo>
                <a:lnTo>
                  <a:pt x="1887159" y="427186"/>
                </a:lnTo>
                <a:lnTo>
                  <a:pt x="1881753" y="430684"/>
                </a:lnTo>
                <a:lnTo>
                  <a:pt x="1874203" y="429053"/>
                </a:lnTo>
                <a:lnTo>
                  <a:pt x="1872356" y="427956"/>
                </a:lnTo>
                <a:close/>
              </a:path>
              <a:path w="5142230" h="2300604">
                <a:moveTo>
                  <a:pt x="1941908" y="442882"/>
                </a:moveTo>
                <a:lnTo>
                  <a:pt x="1938355" y="439078"/>
                </a:lnTo>
                <a:lnTo>
                  <a:pt x="1937287" y="435784"/>
                </a:lnTo>
                <a:lnTo>
                  <a:pt x="1939146" y="426925"/>
                </a:lnTo>
                <a:lnTo>
                  <a:pt x="1944553" y="423427"/>
                </a:lnTo>
                <a:lnTo>
                  <a:pt x="1955474" y="425734"/>
                </a:lnTo>
                <a:lnTo>
                  <a:pt x="1959021" y="431095"/>
                </a:lnTo>
                <a:lnTo>
                  <a:pt x="1956665" y="442062"/>
                </a:lnTo>
                <a:lnTo>
                  <a:pt x="1951258" y="445560"/>
                </a:lnTo>
                <a:lnTo>
                  <a:pt x="1945820" y="444431"/>
                </a:lnTo>
                <a:lnTo>
                  <a:pt x="1943713" y="443934"/>
                </a:lnTo>
                <a:lnTo>
                  <a:pt x="1941908" y="442882"/>
                </a:lnTo>
                <a:close/>
              </a:path>
              <a:path w="5142230" h="2300604">
                <a:moveTo>
                  <a:pt x="3094668" y="782798"/>
                </a:moveTo>
                <a:lnTo>
                  <a:pt x="3091070" y="778946"/>
                </a:lnTo>
                <a:lnTo>
                  <a:pt x="3090330" y="774341"/>
                </a:lnTo>
                <a:lnTo>
                  <a:pt x="3092301" y="770391"/>
                </a:lnTo>
                <a:lnTo>
                  <a:pt x="3094877" y="765427"/>
                </a:lnTo>
                <a:lnTo>
                  <a:pt x="3100987" y="763463"/>
                </a:lnTo>
                <a:lnTo>
                  <a:pt x="3105951" y="766040"/>
                </a:lnTo>
                <a:lnTo>
                  <a:pt x="3110961" y="768573"/>
                </a:lnTo>
                <a:lnTo>
                  <a:pt x="3112927" y="774681"/>
                </a:lnTo>
                <a:lnTo>
                  <a:pt x="3110400" y="779698"/>
                </a:lnTo>
                <a:lnTo>
                  <a:pt x="3107775" y="784707"/>
                </a:lnTo>
                <a:lnTo>
                  <a:pt x="3101784" y="786603"/>
                </a:lnTo>
                <a:lnTo>
                  <a:pt x="3095635" y="783539"/>
                </a:lnTo>
                <a:lnTo>
                  <a:pt x="3094668" y="782798"/>
                </a:lnTo>
                <a:close/>
              </a:path>
              <a:path w="5142230" h="2300604">
                <a:moveTo>
                  <a:pt x="1700059" y="319269"/>
                </a:moveTo>
                <a:lnTo>
                  <a:pt x="1696642" y="315612"/>
                </a:lnTo>
                <a:lnTo>
                  <a:pt x="1695668" y="312321"/>
                </a:lnTo>
                <a:lnTo>
                  <a:pt x="1697658" y="303797"/>
                </a:lnTo>
                <a:lnTo>
                  <a:pt x="1702866" y="300575"/>
                </a:lnTo>
                <a:lnTo>
                  <a:pt x="1713359" y="303010"/>
                </a:lnTo>
                <a:lnTo>
                  <a:pt x="1716580" y="308218"/>
                </a:lnTo>
                <a:lnTo>
                  <a:pt x="1714141" y="318705"/>
                </a:lnTo>
                <a:lnTo>
                  <a:pt x="1708889" y="321977"/>
                </a:lnTo>
                <a:lnTo>
                  <a:pt x="1703692" y="320715"/>
                </a:lnTo>
                <a:lnTo>
                  <a:pt x="1701724" y="320270"/>
                </a:lnTo>
                <a:lnTo>
                  <a:pt x="1700059" y="319269"/>
                </a:lnTo>
                <a:close/>
              </a:path>
              <a:path w="5142230" h="2300604">
                <a:moveTo>
                  <a:pt x="1838480" y="350933"/>
                </a:moveTo>
                <a:lnTo>
                  <a:pt x="1835064" y="347276"/>
                </a:lnTo>
                <a:lnTo>
                  <a:pt x="1834046" y="344035"/>
                </a:lnTo>
                <a:lnTo>
                  <a:pt x="1834819" y="340757"/>
                </a:lnTo>
                <a:lnTo>
                  <a:pt x="1835987" y="335557"/>
                </a:lnTo>
                <a:lnTo>
                  <a:pt x="1841194" y="332236"/>
                </a:lnTo>
                <a:lnTo>
                  <a:pt x="1851645" y="334626"/>
                </a:lnTo>
                <a:lnTo>
                  <a:pt x="1854911" y="339784"/>
                </a:lnTo>
                <a:lnTo>
                  <a:pt x="1853793" y="345038"/>
                </a:lnTo>
                <a:lnTo>
                  <a:pt x="1852624" y="350239"/>
                </a:lnTo>
                <a:lnTo>
                  <a:pt x="1847413" y="353555"/>
                </a:lnTo>
                <a:lnTo>
                  <a:pt x="1840199" y="351893"/>
                </a:lnTo>
                <a:lnTo>
                  <a:pt x="1838480" y="350933"/>
                </a:lnTo>
                <a:close/>
              </a:path>
              <a:path w="5142230" h="2300604">
                <a:moveTo>
                  <a:pt x="3518738" y="1206257"/>
                </a:moveTo>
                <a:lnTo>
                  <a:pt x="3515276" y="1202551"/>
                </a:lnTo>
                <a:lnTo>
                  <a:pt x="3514605" y="1201442"/>
                </a:lnTo>
                <a:lnTo>
                  <a:pt x="3514124" y="1200148"/>
                </a:lnTo>
                <a:lnTo>
                  <a:pt x="3512367" y="1195041"/>
                </a:lnTo>
                <a:lnTo>
                  <a:pt x="3515014" y="1189464"/>
                </a:lnTo>
                <a:lnTo>
                  <a:pt x="3525252" y="1185959"/>
                </a:lnTo>
                <a:lnTo>
                  <a:pt x="3530713" y="1188678"/>
                </a:lnTo>
                <a:lnTo>
                  <a:pt x="3534235" y="1198801"/>
                </a:lnTo>
                <a:lnTo>
                  <a:pt x="3531543" y="1204329"/>
                </a:lnTo>
                <a:lnTo>
                  <a:pt x="3522757" y="1207433"/>
                </a:lnTo>
                <a:lnTo>
                  <a:pt x="3518738" y="1206257"/>
                </a:lnTo>
                <a:close/>
              </a:path>
              <a:path w="5142230" h="2300604">
                <a:moveTo>
                  <a:pt x="3541184" y="1273586"/>
                </a:moveTo>
                <a:lnTo>
                  <a:pt x="3537722" y="1269880"/>
                </a:lnTo>
                <a:lnTo>
                  <a:pt x="3536960" y="1268674"/>
                </a:lnTo>
                <a:lnTo>
                  <a:pt x="3536537" y="1267244"/>
                </a:lnTo>
                <a:lnTo>
                  <a:pt x="3534865" y="1262131"/>
                </a:lnTo>
                <a:lnTo>
                  <a:pt x="3537700" y="1256661"/>
                </a:lnTo>
                <a:lnTo>
                  <a:pt x="3547632" y="1253413"/>
                </a:lnTo>
                <a:lnTo>
                  <a:pt x="3547912" y="1253322"/>
                </a:lnTo>
                <a:lnTo>
                  <a:pt x="3553431" y="1256200"/>
                </a:lnTo>
                <a:lnTo>
                  <a:pt x="3555009" y="1261310"/>
                </a:lnTo>
                <a:lnTo>
                  <a:pt x="3556672" y="1266414"/>
                </a:lnTo>
                <a:lnTo>
                  <a:pt x="3553846" y="1271893"/>
                </a:lnTo>
                <a:lnTo>
                  <a:pt x="3548734" y="1273555"/>
                </a:lnTo>
                <a:lnTo>
                  <a:pt x="3545059" y="1274705"/>
                </a:lnTo>
                <a:lnTo>
                  <a:pt x="3541184" y="1273586"/>
                </a:lnTo>
                <a:close/>
              </a:path>
              <a:path w="5142230" h="2300604">
                <a:moveTo>
                  <a:pt x="1977187" y="381435"/>
                </a:moveTo>
                <a:lnTo>
                  <a:pt x="1973771" y="377778"/>
                </a:lnTo>
                <a:lnTo>
                  <a:pt x="1972749" y="374533"/>
                </a:lnTo>
                <a:lnTo>
                  <a:pt x="1973472" y="371300"/>
                </a:lnTo>
                <a:lnTo>
                  <a:pt x="1974595" y="366051"/>
                </a:lnTo>
                <a:lnTo>
                  <a:pt x="1979802" y="362730"/>
                </a:lnTo>
                <a:lnTo>
                  <a:pt x="1985007" y="363903"/>
                </a:lnTo>
                <a:lnTo>
                  <a:pt x="1990257" y="365026"/>
                </a:lnTo>
                <a:lnTo>
                  <a:pt x="1993617" y="370187"/>
                </a:lnTo>
                <a:lnTo>
                  <a:pt x="1992494" y="375437"/>
                </a:lnTo>
                <a:lnTo>
                  <a:pt x="1991327" y="380736"/>
                </a:lnTo>
                <a:lnTo>
                  <a:pt x="1986160" y="384002"/>
                </a:lnTo>
                <a:lnTo>
                  <a:pt x="1980915" y="382884"/>
                </a:lnTo>
                <a:lnTo>
                  <a:pt x="1978898" y="382485"/>
                </a:lnTo>
                <a:lnTo>
                  <a:pt x="1977187" y="381435"/>
                </a:lnTo>
                <a:close/>
              </a:path>
              <a:path w="5142230" h="2300604">
                <a:moveTo>
                  <a:pt x="1769243" y="335268"/>
                </a:moveTo>
                <a:lnTo>
                  <a:pt x="1765826" y="331611"/>
                </a:lnTo>
                <a:lnTo>
                  <a:pt x="1764804" y="328365"/>
                </a:lnTo>
                <a:lnTo>
                  <a:pt x="1766793" y="319841"/>
                </a:lnTo>
                <a:lnTo>
                  <a:pt x="1771997" y="316614"/>
                </a:lnTo>
                <a:lnTo>
                  <a:pt x="1782444" y="319000"/>
                </a:lnTo>
                <a:lnTo>
                  <a:pt x="1785719" y="324168"/>
                </a:lnTo>
                <a:lnTo>
                  <a:pt x="1784502" y="329414"/>
                </a:lnTo>
                <a:lnTo>
                  <a:pt x="1783330" y="334708"/>
                </a:lnTo>
                <a:lnTo>
                  <a:pt x="1778122" y="337930"/>
                </a:lnTo>
                <a:lnTo>
                  <a:pt x="1770903" y="336264"/>
                </a:lnTo>
                <a:lnTo>
                  <a:pt x="1769243" y="335268"/>
                </a:lnTo>
                <a:close/>
              </a:path>
              <a:path w="5142230" h="2300604">
                <a:moveTo>
                  <a:pt x="1907781" y="366274"/>
                </a:moveTo>
                <a:lnTo>
                  <a:pt x="1904365" y="362617"/>
                </a:lnTo>
                <a:lnTo>
                  <a:pt x="1903393" y="359426"/>
                </a:lnTo>
                <a:lnTo>
                  <a:pt x="1905288" y="350898"/>
                </a:lnTo>
                <a:lnTo>
                  <a:pt x="1910446" y="347623"/>
                </a:lnTo>
                <a:lnTo>
                  <a:pt x="1920949" y="349873"/>
                </a:lnTo>
                <a:lnTo>
                  <a:pt x="1924261" y="355080"/>
                </a:lnTo>
                <a:lnTo>
                  <a:pt x="1921925" y="365580"/>
                </a:lnTo>
                <a:lnTo>
                  <a:pt x="1916763" y="368851"/>
                </a:lnTo>
                <a:lnTo>
                  <a:pt x="1911513" y="367728"/>
                </a:lnTo>
                <a:lnTo>
                  <a:pt x="1909546" y="367283"/>
                </a:lnTo>
                <a:lnTo>
                  <a:pt x="1907781" y="366274"/>
                </a:lnTo>
                <a:close/>
              </a:path>
              <a:path w="5142230" h="2300604">
                <a:moveTo>
                  <a:pt x="4267840" y="2283113"/>
                </a:moveTo>
                <a:lnTo>
                  <a:pt x="4263911" y="2278907"/>
                </a:lnTo>
                <a:lnTo>
                  <a:pt x="4263675" y="2273572"/>
                </a:lnTo>
                <a:lnTo>
                  <a:pt x="4266738" y="2269715"/>
                </a:lnTo>
                <a:lnTo>
                  <a:pt x="4270138" y="2265535"/>
                </a:lnTo>
                <a:lnTo>
                  <a:pt x="4276244" y="2264936"/>
                </a:lnTo>
                <a:lnTo>
                  <a:pt x="4284564" y="2271691"/>
                </a:lnTo>
                <a:lnTo>
                  <a:pt x="4285248" y="2277800"/>
                </a:lnTo>
                <a:lnTo>
                  <a:pt x="4278502" y="2286120"/>
                </a:lnTo>
                <a:lnTo>
                  <a:pt x="4272384" y="2286804"/>
                </a:lnTo>
                <a:lnTo>
                  <a:pt x="4267840" y="2283113"/>
                </a:lnTo>
                <a:close/>
              </a:path>
              <a:path w="5142230" h="2300604">
                <a:moveTo>
                  <a:pt x="3562436" y="1341300"/>
                </a:moveTo>
                <a:lnTo>
                  <a:pt x="3558975" y="1337594"/>
                </a:lnTo>
                <a:lnTo>
                  <a:pt x="3558262" y="1336343"/>
                </a:lnTo>
                <a:lnTo>
                  <a:pt x="3556215" y="1329753"/>
                </a:lnTo>
                <a:lnTo>
                  <a:pt x="3559091" y="1324328"/>
                </a:lnTo>
                <a:lnTo>
                  <a:pt x="3564201" y="1322760"/>
                </a:lnTo>
                <a:lnTo>
                  <a:pt x="3569354" y="1321141"/>
                </a:lnTo>
                <a:lnTo>
                  <a:pt x="3574780" y="1324017"/>
                </a:lnTo>
                <a:lnTo>
                  <a:pt x="3577926" y="1334227"/>
                </a:lnTo>
                <a:lnTo>
                  <a:pt x="3575096" y="1339701"/>
                </a:lnTo>
                <a:lnTo>
                  <a:pt x="3566268" y="1342469"/>
                </a:lnTo>
                <a:lnTo>
                  <a:pt x="3562436" y="1341300"/>
                </a:lnTo>
                <a:close/>
              </a:path>
              <a:path w="5142230" h="2300604">
                <a:moveTo>
                  <a:pt x="3193834" y="752791"/>
                </a:moveTo>
                <a:lnTo>
                  <a:pt x="3189722" y="748389"/>
                </a:lnTo>
                <a:lnTo>
                  <a:pt x="3189193" y="743622"/>
                </a:lnTo>
                <a:lnTo>
                  <a:pt x="3194259" y="735653"/>
                </a:lnTo>
                <a:lnTo>
                  <a:pt x="3194481" y="735304"/>
                </a:lnTo>
                <a:lnTo>
                  <a:pt x="3200517" y="733947"/>
                </a:lnTo>
                <a:lnTo>
                  <a:pt x="3205001" y="736890"/>
                </a:lnTo>
                <a:lnTo>
                  <a:pt x="3209530" y="739782"/>
                </a:lnTo>
                <a:lnTo>
                  <a:pt x="3210881" y="745824"/>
                </a:lnTo>
                <a:lnTo>
                  <a:pt x="3208166" y="749953"/>
                </a:lnTo>
                <a:lnTo>
                  <a:pt x="3205048" y="754825"/>
                </a:lnTo>
                <a:lnTo>
                  <a:pt x="3199060" y="756136"/>
                </a:lnTo>
                <a:lnTo>
                  <a:pt x="3193834" y="752791"/>
                </a:lnTo>
                <a:close/>
              </a:path>
              <a:path w="5142230" h="2300604">
                <a:moveTo>
                  <a:pt x="3252032" y="793489"/>
                </a:moveTo>
                <a:lnTo>
                  <a:pt x="3247591" y="788735"/>
                </a:lnTo>
                <a:lnTo>
                  <a:pt x="3247314" y="783651"/>
                </a:lnTo>
                <a:lnTo>
                  <a:pt x="3250229" y="779833"/>
                </a:lnTo>
                <a:lnTo>
                  <a:pt x="3253440" y="775546"/>
                </a:lnTo>
                <a:lnTo>
                  <a:pt x="3259556" y="774763"/>
                </a:lnTo>
                <a:lnTo>
                  <a:pt x="3263788" y="778023"/>
                </a:lnTo>
                <a:lnTo>
                  <a:pt x="3268070" y="781237"/>
                </a:lnTo>
                <a:lnTo>
                  <a:pt x="3268903" y="787307"/>
                </a:lnTo>
                <a:lnTo>
                  <a:pt x="3262428" y="795921"/>
                </a:lnTo>
                <a:lnTo>
                  <a:pt x="3256311" y="796705"/>
                </a:lnTo>
                <a:lnTo>
                  <a:pt x="3252032" y="793489"/>
                </a:lnTo>
                <a:close/>
              </a:path>
              <a:path w="5142230" h="2300604">
                <a:moveTo>
                  <a:pt x="3305058" y="838917"/>
                </a:moveTo>
                <a:lnTo>
                  <a:pt x="3301182" y="834767"/>
                </a:lnTo>
                <a:lnTo>
                  <a:pt x="3301198" y="828918"/>
                </a:lnTo>
                <a:lnTo>
                  <a:pt x="3304820" y="825169"/>
                </a:lnTo>
                <a:lnTo>
                  <a:pt x="3308492" y="821282"/>
                </a:lnTo>
                <a:lnTo>
                  <a:pt x="3314680" y="821163"/>
                </a:lnTo>
                <a:lnTo>
                  <a:pt x="3322400" y="828643"/>
                </a:lnTo>
                <a:lnTo>
                  <a:pt x="3322478" y="834788"/>
                </a:lnTo>
                <a:lnTo>
                  <a:pt x="3318806" y="838675"/>
                </a:lnTo>
                <a:lnTo>
                  <a:pt x="3315086" y="842516"/>
                </a:lnTo>
                <a:lnTo>
                  <a:pt x="3308898" y="842635"/>
                </a:lnTo>
                <a:lnTo>
                  <a:pt x="3305058" y="838917"/>
                </a:lnTo>
                <a:close/>
              </a:path>
              <a:path w="5142230" h="2300604">
                <a:moveTo>
                  <a:pt x="2871628" y="605912"/>
                </a:moveTo>
                <a:lnTo>
                  <a:pt x="2868212" y="602255"/>
                </a:lnTo>
                <a:lnTo>
                  <a:pt x="2867300" y="598542"/>
                </a:lnTo>
                <a:lnTo>
                  <a:pt x="2870089" y="590091"/>
                </a:lnTo>
                <a:lnTo>
                  <a:pt x="2870137" y="589947"/>
                </a:lnTo>
                <a:lnTo>
                  <a:pt x="2875711" y="587214"/>
                </a:lnTo>
                <a:lnTo>
                  <a:pt x="2885839" y="590628"/>
                </a:lnTo>
                <a:lnTo>
                  <a:pt x="2888580" y="596103"/>
                </a:lnTo>
                <a:lnTo>
                  <a:pt x="2885255" y="606131"/>
                </a:lnTo>
                <a:lnTo>
                  <a:pt x="2885207" y="606275"/>
                </a:lnTo>
                <a:lnTo>
                  <a:pt x="2879684" y="609061"/>
                </a:lnTo>
                <a:lnTo>
                  <a:pt x="2873014" y="606809"/>
                </a:lnTo>
                <a:lnTo>
                  <a:pt x="2871628" y="605912"/>
                </a:lnTo>
                <a:close/>
              </a:path>
              <a:path w="5142230" h="2300604">
                <a:moveTo>
                  <a:pt x="2804051" y="584303"/>
                </a:moveTo>
                <a:lnTo>
                  <a:pt x="2800635" y="580646"/>
                </a:lnTo>
                <a:lnTo>
                  <a:pt x="2799720" y="577027"/>
                </a:lnTo>
                <a:lnTo>
                  <a:pt x="2802324" y="568476"/>
                </a:lnTo>
                <a:lnTo>
                  <a:pt x="2807806" y="565547"/>
                </a:lnTo>
                <a:lnTo>
                  <a:pt x="2818083" y="568730"/>
                </a:lnTo>
                <a:lnTo>
                  <a:pt x="2820914" y="574203"/>
                </a:lnTo>
                <a:lnTo>
                  <a:pt x="2819376" y="579301"/>
                </a:lnTo>
                <a:lnTo>
                  <a:pt x="2817780" y="584435"/>
                </a:lnTo>
                <a:lnTo>
                  <a:pt x="2812352" y="587324"/>
                </a:lnTo>
                <a:lnTo>
                  <a:pt x="2805531" y="585203"/>
                </a:lnTo>
                <a:lnTo>
                  <a:pt x="2804051" y="584303"/>
                </a:lnTo>
                <a:close/>
              </a:path>
              <a:path w="5142230" h="2300604">
                <a:moveTo>
                  <a:pt x="3069282" y="683974"/>
                </a:moveTo>
                <a:lnTo>
                  <a:pt x="3065815" y="680263"/>
                </a:lnTo>
                <a:lnTo>
                  <a:pt x="3065063" y="676035"/>
                </a:lnTo>
                <a:lnTo>
                  <a:pt x="3069088" y="667444"/>
                </a:lnTo>
                <a:lnTo>
                  <a:pt x="3074914" y="665371"/>
                </a:lnTo>
                <a:lnTo>
                  <a:pt x="3079745" y="667707"/>
                </a:lnTo>
                <a:lnTo>
                  <a:pt x="3084623" y="669999"/>
                </a:lnTo>
                <a:lnTo>
                  <a:pt x="3086694" y="675834"/>
                </a:lnTo>
                <a:lnTo>
                  <a:pt x="3082022" y="685495"/>
                </a:lnTo>
                <a:lnTo>
                  <a:pt x="3076283" y="687560"/>
                </a:lnTo>
                <a:lnTo>
                  <a:pt x="3070247" y="684716"/>
                </a:lnTo>
                <a:lnTo>
                  <a:pt x="3069282" y="683974"/>
                </a:lnTo>
                <a:close/>
              </a:path>
              <a:path w="5142230" h="2300604">
                <a:moveTo>
                  <a:pt x="3943192" y="2006745"/>
                </a:moveTo>
                <a:lnTo>
                  <a:pt x="3939452" y="2002741"/>
                </a:lnTo>
                <a:lnTo>
                  <a:pt x="3939422" y="1996844"/>
                </a:lnTo>
                <a:lnTo>
                  <a:pt x="3943088" y="1993145"/>
                </a:lnTo>
                <a:lnTo>
                  <a:pt x="3946856" y="1989260"/>
                </a:lnTo>
                <a:lnTo>
                  <a:pt x="3952996" y="1989186"/>
                </a:lnTo>
                <a:lnTo>
                  <a:pt x="3960669" y="1996618"/>
                </a:lnTo>
                <a:lnTo>
                  <a:pt x="3960793" y="2002812"/>
                </a:lnTo>
                <a:lnTo>
                  <a:pt x="3957026" y="2006696"/>
                </a:lnTo>
                <a:lnTo>
                  <a:pt x="3953262" y="2010487"/>
                </a:lnTo>
                <a:lnTo>
                  <a:pt x="3947122" y="2010561"/>
                </a:lnTo>
                <a:lnTo>
                  <a:pt x="3943192" y="2006745"/>
                </a:lnTo>
                <a:close/>
              </a:path>
              <a:path w="5142230" h="2300604">
                <a:moveTo>
                  <a:pt x="3848804" y="1907366"/>
                </a:moveTo>
                <a:lnTo>
                  <a:pt x="3845018" y="1903314"/>
                </a:lnTo>
                <a:lnTo>
                  <a:pt x="3841480" y="1899233"/>
                </a:lnTo>
                <a:lnTo>
                  <a:pt x="3841877" y="1893109"/>
                </a:lnTo>
                <a:lnTo>
                  <a:pt x="3849445" y="1886548"/>
                </a:lnTo>
                <a:lnTo>
                  <a:pt x="3850001" y="1886068"/>
                </a:lnTo>
                <a:lnTo>
                  <a:pt x="3856165" y="1886509"/>
                </a:lnTo>
                <a:lnTo>
                  <a:pt x="3863211" y="1894638"/>
                </a:lnTo>
                <a:lnTo>
                  <a:pt x="3862719" y="1900758"/>
                </a:lnTo>
                <a:lnTo>
                  <a:pt x="3859233" y="1903771"/>
                </a:lnTo>
                <a:lnTo>
                  <a:pt x="3858677" y="1904251"/>
                </a:lnTo>
                <a:lnTo>
                  <a:pt x="3854739" y="1907757"/>
                </a:lnTo>
                <a:lnTo>
                  <a:pt x="3848804" y="1907366"/>
                </a:lnTo>
                <a:close/>
              </a:path>
              <a:path w="5142230" h="2300604">
                <a:moveTo>
                  <a:pt x="2392878" y="473948"/>
                </a:moveTo>
                <a:lnTo>
                  <a:pt x="2389461" y="470291"/>
                </a:lnTo>
                <a:lnTo>
                  <a:pt x="2389123" y="469146"/>
                </a:lnTo>
                <a:lnTo>
                  <a:pt x="2388506" y="466923"/>
                </a:lnTo>
                <a:lnTo>
                  <a:pt x="2390527" y="458529"/>
                </a:lnTo>
                <a:lnTo>
                  <a:pt x="2395731" y="455303"/>
                </a:lnTo>
                <a:lnTo>
                  <a:pt x="2400982" y="456525"/>
                </a:lnTo>
                <a:lnTo>
                  <a:pt x="2406179" y="457788"/>
                </a:lnTo>
                <a:lnTo>
                  <a:pt x="2409401" y="462996"/>
                </a:lnTo>
                <a:lnTo>
                  <a:pt x="2408184" y="468242"/>
                </a:lnTo>
                <a:lnTo>
                  <a:pt x="2406921" y="473439"/>
                </a:lnTo>
                <a:lnTo>
                  <a:pt x="2401713" y="476661"/>
                </a:lnTo>
                <a:lnTo>
                  <a:pt x="2396466" y="475444"/>
                </a:lnTo>
                <a:lnTo>
                  <a:pt x="2394548" y="474954"/>
                </a:lnTo>
                <a:lnTo>
                  <a:pt x="2392878" y="473948"/>
                </a:lnTo>
                <a:close/>
              </a:path>
              <a:path w="5142230" h="2300604">
                <a:moveTo>
                  <a:pt x="2667787" y="544588"/>
                </a:moveTo>
                <a:lnTo>
                  <a:pt x="2664371" y="540931"/>
                </a:lnTo>
                <a:lnTo>
                  <a:pt x="2663452" y="537406"/>
                </a:lnTo>
                <a:lnTo>
                  <a:pt x="2664367" y="533987"/>
                </a:lnTo>
                <a:lnTo>
                  <a:pt x="2665819" y="528895"/>
                </a:lnTo>
                <a:lnTo>
                  <a:pt x="2670790" y="526103"/>
                </a:lnTo>
                <a:lnTo>
                  <a:pt x="2671210" y="525868"/>
                </a:lnTo>
                <a:lnTo>
                  <a:pt x="2681546" y="528722"/>
                </a:lnTo>
                <a:lnTo>
                  <a:pt x="2684573" y="534112"/>
                </a:lnTo>
                <a:lnTo>
                  <a:pt x="2683076" y="539255"/>
                </a:lnTo>
                <a:lnTo>
                  <a:pt x="2681624" y="544445"/>
                </a:lnTo>
                <a:lnTo>
                  <a:pt x="2676229" y="547467"/>
                </a:lnTo>
                <a:lnTo>
                  <a:pt x="2671137" y="546024"/>
                </a:lnTo>
                <a:lnTo>
                  <a:pt x="2669313" y="545537"/>
                </a:lnTo>
                <a:lnTo>
                  <a:pt x="2667787" y="544588"/>
                </a:lnTo>
                <a:close/>
              </a:path>
              <a:path w="5142230" h="2300604">
                <a:moveTo>
                  <a:pt x="2530710" y="507815"/>
                </a:moveTo>
                <a:lnTo>
                  <a:pt x="2527344" y="504212"/>
                </a:lnTo>
                <a:lnTo>
                  <a:pt x="2526328" y="500778"/>
                </a:lnTo>
                <a:lnTo>
                  <a:pt x="2527194" y="497503"/>
                </a:lnTo>
                <a:lnTo>
                  <a:pt x="2528506" y="492260"/>
                </a:lnTo>
                <a:lnTo>
                  <a:pt x="2533801" y="489131"/>
                </a:lnTo>
                <a:lnTo>
                  <a:pt x="2538999" y="490493"/>
                </a:lnTo>
                <a:lnTo>
                  <a:pt x="2544242" y="491804"/>
                </a:lnTo>
                <a:lnTo>
                  <a:pt x="2547367" y="497104"/>
                </a:lnTo>
                <a:lnTo>
                  <a:pt x="2544652" y="507492"/>
                </a:lnTo>
                <a:lnTo>
                  <a:pt x="2539457" y="510630"/>
                </a:lnTo>
                <a:lnTo>
                  <a:pt x="2534321" y="509335"/>
                </a:lnTo>
                <a:lnTo>
                  <a:pt x="2532331" y="508866"/>
                </a:lnTo>
                <a:lnTo>
                  <a:pt x="2530710" y="507815"/>
                </a:lnTo>
                <a:close/>
              </a:path>
              <a:path w="5142230" h="2300604">
                <a:moveTo>
                  <a:pt x="2599360" y="525783"/>
                </a:moveTo>
                <a:lnTo>
                  <a:pt x="2595943" y="522126"/>
                </a:lnTo>
                <a:lnTo>
                  <a:pt x="2594968" y="518736"/>
                </a:lnTo>
                <a:lnTo>
                  <a:pt x="2597294" y="510181"/>
                </a:lnTo>
                <a:lnTo>
                  <a:pt x="2602402" y="507242"/>
                </a:lnTo>
                <a:lnTo>
                  <a:pt x="2602639" y="507105"/>
                </a:lnTo>
                <a:lnTo>
                  <a:pt x="2607780" y="508503"/>
                </a:lnTo>
                <a:lnTo>
                  <a:pt x="2612978" y="509865"/>
                </a:lnTo>
                <a:lnTo>
                  <a:pt x="2616049" y="515205"/>
                </a:lnTo>
                <a:lnTo>
                  <a:pt x="2614647" y="520350"/>
                </a:lnTo>
                <a:lnTo>
                  <a:pt x="2613294" y="525549"/>
                </a:lnTo>
                <a:lnTo>
                  <a:pt x="2607949" y="528625"/>
                </a:lnTo>
                <a:lnTo>
                  <a:pt x="2600931" y="526781"/>
                </a:lnTo>
                <a:lnTo>
                  <a:pt x="2599360" y="525783"/>
                </a:lnTo>
                <a:close/>
              </a:path>
              <a:path w="5142230" h="2300604">
                <a:moveTo>
                  <a:pt x="3896718" y="1960026"/>
                </a:moveTo>
                <a:lnTo>
                  <a:pt x="3889385" y="1952175"/>
                </a:lnTo>
                <a:lnTo>
                  <a:pt x="3889549" y="1946096"/>
                </a:lnTo>
                <a:lnTo>
                  <a:pt x="3893404" y="1942403"/>
                </a:lnTo>
                <a:lnTo>
                  <a:pt x="3897255" y="1938705"/>
                </a:lnTo>
                <a:lnTo>
                  <a:pt x="3903626" y="1938878"/>
                </a:lnTo>
                <a:lnTo>
                  <a:pt x="3910870" y="1946632"/>
                </a:lnTo>
                <a:lnTo>
                  <a:pt x="3910702" y="1952806"/>
                </a:lnTo>
                <a:lnTo>
                  <a:pt x="3902902" y="1960194"/>
                </a:lnTo>
                <a:lnTo>
                  <a:pt x="3896718" y="1960026"/>
                </a:lnTo>
                <a:close/>
              </a:path>
              <a:path w="5142230" h="2300604">
                <a:moveTo>
                  <a:pt x="3132392" y="716147"/>
                </a:moveTo>
                <a:lnTo>
                  <a:pt x="3128885" y="712392"/>
                </a:lnTo>
                <a:lnTo>
                  <a:pt x="3128141" y="707882"/>
                </a:lnTo>
                <a:lnTo>
                  <a:pt x="3130253" y="704083"/>
                </a:lnTo>
                <a:lnTo>
                  <a:pt x="3132819" y="699403"/>
                </a:lnTo>
                <a:lnTo>
                  <a:pt x="3138775" y="697665"/>
                </a:lnTo>
                <a:lnTo>
                  <a:pt x="3148187" y="702853"/>
                </a:lnTo>
                <a:lnTo>
                  <a:pt x="3149874" y="708764"/>
                </a:lnTo>
                <a:lnTo>
                  <a:pt x="3144690" y="718172"/>
                </a:lnTo>
                <a:lnTo>
                  <a:pt x="3138775" y="719854"/>
                </a:lnTo>
                <a:lnTo>
                  <a:pt x="3133170" y="716789"/>
                </a:lnTo>
                <a:lnTo>
                  <a:pt x="3132392" y="716147"/>
                </a:lnTo>
                <a:close/>
              </a:path>
              <a:path w="5142230" h="2300604">
                <a:moveTo>
                  <a:pt x="2461855" y="490605"/>
                </a:moveTo>
                <a:lnTo>
                  <a:pt x="2458439" y="486948"/>
                </a:lnTo>
                <a:lnTo>
                  <a:pt x="2457514" y="483612"/>
                </a:lnTo>
                <a:lnTo>
                  <a:pt x="2458286" y="480333"/>
                </a:lnTo>
                <a:lnTo>
                  <a:pt x="2459598" y="475091"/>
                </a:lnTo>
                <a:lnTo>
                  <a:pt x="2464852" y="471918"/>
                </a:lnTo>
                <a:lnTo>
                  <a:pt x="2470044" y="473175"/>
                </a:lnTo>
                <a:lnTo>
                  <a:pt x="2475292" y="474492"/>
                </a:lnTo>
                <a:lnTo>
                  <a:pt x="2478465" y="479746"/>
                </a:lnTo>
                <a:lnTo>
                  <a:pt x="2477198" y="484938"/>
                </a:lnTo>
                <a:lnTo>
                  <a:pt x="2475886" y="490181"/>
                </a:lnTo>
                <a:lnTo>
                  <a:pt x="2470632" y="493354"/>
                </a:lnTo>
                <a:lnTo>
                  <a:pt x="2465439" y="492096"/>
                </a:lnTo>
                <a:lnTo>
                  <a:pt x="2463521" y="491606"/>
                </a:lnTo>
                <a:lnTo>
                  <a:pt x="2461855" y="490605"/>
                </a:lnTo>
                <a:close/>
              </a:path>
              <a:path w="5142230" h="2300604">
                <a:moveTo>
                  <a:pt x="2736052" y="564002"/>
                </a:moveTo>
                <a:lnTo>
                  <a:pt x="2732636" y="560345"/>
                </a:lnTo>
                <a:lnTo>
                  <a:pt x="2731669" y="556865"/>
                </a:lnTo>
                <a:lnTo>
                  <a:pt x="2732636" y="553405"/>
                </a:lnTo>
                <a:lnTo>
                  <a:pt x="2734133" y="548263"/>
                </a:lnTo>
                <a:lnTo>
                  <a:pt x="2739569" y="545285"/>
                </a:lnTo>
                <a:lnTo>
                  <a:pt x="2749854" y="548279"/>
                </a:lnTo>
                <a:lnTo>
                  <a:pt x="2752827" y="553710"/>
                </a:lnTo>
                <a:lnTo>
                  <a:pt x="2749838" y="563999"/>
                </a:lnTo>
                <a:lnTo>
                  <a:pt x="2744450" y="566931"/>
                </a:lnTo>
                <a:lnTo>
                  <a:pt x="2739308" y="565434"/>
                </a:lnTo>
                <a:lnTo>
                  <a:pt x="2737578" y="564951"/>
                </a:lnTo>
                <a:lnTo>
                  <a:pt x="2736052" y="564002"/>
                </a:lnTo>
                <a:close/>
              </a:path>
              <a:path w="5142230" h="2300604">
                <a:moveTo>
                  <a:pt x="2115898" y="411551"/>
                </a:moveTo>
                <a:lnTo>
                  <a:pt x="2112482" y="407894"/>
                </a:lnTo>
                <a:lnTo>
                  <a:pt x="2111509" y="404702"/>
                </a:lnTo>
                <a:lnTo>
                  <a:pt x="2112233" y="401470"/>
                </a:lnTo>
                <a:lnTo>
                  <a:pt x="2113356" y="396220"/>
                </a:lnTo>
                <a:lnTo>
                  <a:pt x="2118563" y="392899"/>
                </a:lnTo>
                <a:lnTo>
                  <a:pt x="2123817" y="394027"/>
                </a:lnTo>
                <a:lnTo>
                  <a:pt x="2129017" y="395195"/>
                </a:lnTo>
                <a:lnTo>
                  <a:pt x="2132378" y="400357"/>
                </a:lnTo>
                <a:lnTo>
                  <a:pt x="2131255" y="405606"/>
                </a:lnTo>
                <a:lnTo>
                  <a:pt x="2130042" y="410857"/>
                </a:lnTo>
                <a:lnTo>
                  <a:pt x="2124879" y="414127"/>
                </a:lnTo>
                <a:lnTo>
                  <a:pt x="2119630" y="413004"/>
                </a:lnTo>
                <a:lnTo>
                  <a:pt x="2117662" y="412560"/>
                </a:lnTo>
                <a:lnTo>
                  <a:pt x="2115898" y="411551"/>
                </a:lnTo>
                <a:close/>
              </a:path>
              <a:path w="5142230" h="2300604">
                <a:moveTo>
                  <a:pt x="3494184" y="1139800"/>
                </a:moveTo>
                <a:lnTo>
                  <a:pt x="3490722" y="1136094"/>
                </a:lnTo>
                <a:lnTo>
                  <a:pt x="3490093" y="1135029"/>
                </a:lnTo>
                <a:lnTo>
                  <a:pt x="3489659" y="1133883"/>
                </a:lnTo>
                <a:lnTo>
                  <a:pt x="3487657" y="1128904"/>
                </a:lnTo>
                <a:lnTo>
                  <a:pt x="3490117" y="1123228"/>
                </a:lnTo>
                <a:lnTo>
                  <a:pt x="3495045" y="1121273"/>
                </a:lnTo>
                <a:lnTo>
                  <a:pt x="3500073" y="1119324"/>
                </a:lnTo>
                <a:lnTo>
                  <a:pt x="3505704" y="1121734"/>
                </a:lnTo>
                <a:lnTo>
                  <a:pt x="3507706" y="1126712"/>
                </a:lnTo>
                <a:lnTo>
                  <a:pt x="3509660" y="1131735"/>
                </a:lnTo>
                <a:lnTo>
                  <a:pt x="3507200" y="1137411"/>
                </a:lnTo>
                <a:lnTo>
                  <a:pt x="3502222" y="1139313"/>
                </a:lnTo>
                <a:lnTo>
                  <a:pt x="3498725" y="1140752"/>
                </a:lnTo>
                <a:lnTo>
                  <a:pt x="3498396" y="1140887"/>
                </a:lnTo>
                <a:lnTo>
                  <a:pt x="3494184" y="1139800"/>
                </a:lnTo>
                <a:close/>
              </a:path>
              <a:path w="5142230" h="2300604">
                <a:moveTo>
                  <a:pt x="2046542" y="396443"/>
                </a:moveTo>
                <a:lnTo>
                  <a:pt x="2043176" y="392840"/>
                </a:lnTo>
                <a:lnTo>
                  <a:pt x="2042105" y="389641"/>
                </a:lnTo>
                <a:lnTo>
                  <a:pt x="2044000" y="381113"/>
                </a:lnTo>
                <a:lnTo>
                  <a:pt x="2049158" y="377837"/>
                </a:lnTo>
                <a:lnTo>
                  <a:pt x="2059661" y="380088"/>
                </a:lnTo>
                <a:lnTo>
                  <a:pt x="2062973" y="385295"/>
                </a:lnTo>
                <a:lnTo>
                  <a:pt x="2061809" y="390500"/>
                </a:lnTo>
                <a:lnTo>
                  <a:pt x="2060686" y="395749"/>
                </a:lnTo>
                <a:lnTo>
                  <a:pt x="2055516" y="399109"/>
                </a:lnTo>
                <a:lnTo>
                  <a:pt x="2048258" y="397498"/>
                </a:lnTo>
                <a:lnTo>
                  <a:pt x="2046542" y="396443"/>
                </a:lnTo>
                <a:close/>
              </a:path>
              <a:path w="5142230" h="2300604">
                <a:moveTo>
                  <a:pt x="3605179" y="1476689"/>
                </a:moveTo>
                <a:lnTo>
                  <a:pt x="3601763" y="1473032"/>
                </a:lnTo>
                <a:lnTo>
                  <a:pt x="3601001" y="1471826"/>
                </a:lnTo>
                <a:lnTo>
                  <a:pt x="3598862" y="1465332"/>
                </a:lnTo>
                <a:lnTo>
                  <a:pt x="3601643" y="1459903"/>
                </a:lnTo>
                <a:lnTo>
                  <a:pt x="3606706" y="1458187"/>
                </a:lnTo>
                <a:lnTo>
                  <a:pt x="3611858" y="1456470"/>
                </a:lnTo>
                <a:lnTo>
                  <a:pt x="3617341" y="1459210"/>
                </a:lnTo>
                <a:lnTo>
                  <a:pt x="3620675" y="1469427"/>
                </a:lnTo>
                <a:lnTo>
                  <a:pt x="3617939" y="1474904"/>
                </a:lnTo>
                <a:lnTo>
                  <a:pt x="3612877" y="1476620"/>
                </a:lnTo>
                <a:lnTo>
                  <a:pt x="3609105" y="1477861"/>
                </a:lnTo>
                <a:lnTo>
                  <a:pt x="3605179" y="1476689"/>
                </a:lnTo>
                <a:close/>
              </a:path>
              <a:path w="5142230" h="2300604">
                <a:moveTo>
                  <a:pt x="2185255" y="426757"/>
                </a:moveTo>
                <a:lnTo>
                  <a:pt x="2181839" y="423100"/>
                </a:lnTo>
                <a:lnTo>
                  <a:pt x="2180862" y="419904"/>
                </a:lnTo>
                <a:lnTo>
                  <a:pt x="2181540" y="416622"/>
                </a:lnTo>
                <a:lnTo>
                  <a:pt x="2182709" y="411422"/>
                </a:lnTo>
                <a:lnTo>
                  <a:pt x="2187920" y="408106"/>
                </a:lnTo>
                <a:lnTo>
                  <a:pt x="2198419" y="410352"/>
                </a:lnTo>
                <a:lnTo>
                  <a:pt x="2201735" y="415563"/>
                </a:lnTo>
                <a:lnTo>
                  <a:pt x="2200513" y="420804"/>
                </a:lnTo>
                <a:lnTo>
                  <a:pt x="2199395" y="426058"/>
                </a:lnTo>
                <a:lnTo>
                  <a:pt x="2194179" y="429370"/>
                </a:lnTo>
                <a:lnTo>
                  <a:pt x="2188983" y="428206"/>
                </a:lnTo>
                <a:lnTo>
                  <a:pt x="2186967" y="427807"/>
                </a:lnTo>
                <a:lnTo>
                  <a:pt x="2185255" y="426757"/>
                </a:lnTo>
                <a:close/>
              </a:path>
              <a:path w="5142230" h="2300604">
                <a:moveTo>
                  <a:pt x="2323796" y="457863"/>
                </a:moveTo>
                <a:lnTo>
                  <a:pt x="2320379" y="454206"/>
                </a:lnTo>
                <a:lnTo>
                  <a:pt x="2319357" y="450961"/>
                </a:lnTo>
                <a:lnTo>
                  <a:pt x="2321346" y="442437"/>
                </a:lnTo>
                <a:lnTo>
                  <a:pt x="2326509" y="439166"/>
                </a:lnTo>
                <a:lnTo>
                  <a:pt x="2337001" y="441600"/>
                </a:lnTo>
                <a:lnTo>
                  <a:pt x="2340272" y="446763"/>
                </a:lnTo>
                <a:lnTo>
                  <a:pt x="2337833" y="457250"/>
                </a:lnTo>
                <a:lnTo>
                  <a:pt x="2332675" y="460526"/>
                </a:lnTo>
                <a:lnTo>
                  <a:pt x="2325461" y="458864"/>
                </a:lnTo>
                <a:lnTo>
                  <a:pt x="2323796" y="457863"/>
                </a:lnTo>
                <a:close/>
              </a:path>
              <a:path w="5142230" h="2300604">
                <a:moveTo>
                  <a:pt x="2254553" y="442193"/>
                </a:moveTo>
                <a:lnTo>
                  <a:pt x="2251137" y="438536"/>
                </a:lnTo>
                <a:lnTo>
                  <a:pt x="2250163" y="435246"/>
                </a:lnTo>
                <a:lnTo>
                  <a:pt x="2252058" y="426718"/>
                </a:lnTo>
                <a:lnTo>
                  <a:pt x="2257267" y="423496"/>
                </a:lnTo>
                <a:lnTo>
                  <a:pt x="2267762" y="425836"/>
                </a:lnTo>
                <a:lnTo>
                  <a:pt x="2271028" y="430994"/>
                </a:lnTo>
                <a:lnTo>
                  <a:pt x="2269815" y="436245"/>
                </a:lnTo>
                <a:lnTo>
                  <a:pt x="2268693" y="441494"/>
                </a:lnTo>
                <a:lnTo>
                  <a:pt x="2263481" y="444810"/>
                </a:lnTo>
                <a:lnTo>
                  <a:pt x="2256267" y="443148"/>
                </a:lnTo>
                <a:lnTo>
                  <a:pt x="2254553" y="442193"/>
                </a:lnTo>
                <a:close/>
              </a:path>
              <a:path w="5142230" h="2300604">
                <a:moveTo>
                  <a:pt x="3803607" y="1852434"/>
                </a:moveTo>
                <a:lnTo>
                  <a:pt x="3799547" y="1848089"/>
                </a:lnTo>
                <a:lnTo>
                  <a:pt x="3796244" y="1843869"/>
                </a:lnTo>
                <a:lnTo>
                  <a:pt x="3797023" y="1837763"/>
                </a:lnTo>
                <a:lnTo>
                  <a:pt x="3805458" y="1831153"/>
                </a:lnTo>
                <a:lnTo>
                  <a:pt x="3811569" y="1831927"/>
                </a:lnTo>
                <a:lnTo>
                  <a:pt x="3818224" y="1840420"/>
                </a:lnTo>
                <a:lnTo>
                  <a:pt x="3817445" y="1846526"/>
                </a:lnTo>
                <a:lnTo>
                  <a:pt x="3813180" y="1849780"/>
                </a:lnTo>
                <a:lnTo>
                  <a:pt x="3810356" y="1852036"/>
                </a:lnTo>
                <a:lnTo>
                  <a:pt x="3809206" y="1852954"/>
                </a:lnTo>
                <a:lnTo>
                  <a:pt x="3803607" y="1852434"/>
                </a:lnTo>
                <a:close/>
              </a:path>
              <a:path w="5142230" h="2300604">
                <a:moveTo>
                  <a:pt x="3656268" y="1609477"/>
                </a:moveTo>
                <a:lnTo>
                  <a:pt x="3652765" y="1605727"/>
                </a:lnTo>
                <a:lnTo>
                  <a:pt x="3652133" y="1604856"/>
                </a:lnTo>
                <a:lnTo>
                  <a:pt x="3651738" y="1603846"/>
                </a:lnTo>
                <a:lnTo>
                  <a:pt x="3649544" y="1598956"/>
                </a:lnTo>
                <a:lnTo>
                  <a:pt x="3651675" y="1593222"/>
                </a:lnTo>
                <a:lnTo>
                  <a:pt x="3656570" y="1591033"/>
                </a:lnTo>
                <a:lnTo>
                  <a:pt x="3661508" y="1588793"/>
                </a:lnTo>
                <a:lnTo>
                  <a:pt x="3667239" y="1591018"/>
                </a:lnTo>
                <a:lnTo>
                  <a:pt x="3671623" y="1600794"/>
                </a:lnTo>
                <a:lnTo>
                  <a:pt x="3669451" y="1606484"/>
                </a:lnTo>
                <a:lnTo>
                  <a:pt x="3664607" y="1608727"/>
                </a:lnTo>
                <a:lnTo>
                  <a:pt x="3660676" y="1610481"/>
                </a:lnTo>
                <a:lnTo>
                  <a:pt x="3656268" y="1609477"/>
                </a:lnTo>
                <a:close/>
              </a:path>
              <a:path w="5142230" h="2300604">
                <a:moveTo>
                  <a:pt x="4048544" y="2102904"/>
                </a:moveTo>
                <a:lnTo>
                  <a:pt x="4044442" y="2098513"/>
                </a:lnTo>
                <a:lnTo>
                  <a:pt x="4044258" y="2093038"/>
                </a:lnTo>
                <a:lnTo>
                  <a:pt x="4047550" y="2089231"/>
                </a:lnTo>
                <a:lnTo>
                  <a:pt x="4051082" y="2085192"/>
                </a:lnTo>
                <a:lnTo>
                  <a:pt x="4057239" y="2084746"/>
                </a:lnTo>
                <a:lnTo>
                  <a:pt x="4061269" y="2088277"/>
                </a:lnTo>
                <a:lnTo>
                  <a:pt x="4065352" y="2091768"/>
                </a:lnTo>
                <a:lnTo>
                  <a:pt x="4065758" y="2097872"/>
                </a:lnTo>
                <a:lnTo>
                  <a:pt x="4062271" y="2101960"/>
                </a:lnTo>
                <a:lnTo>
                  <a:pt x="4058735" y="2105994"/>
                </a:lnTo>
                <a:lnTo>
                  <a:pt x="4052582" y="2106445"/>
                </a:lnTo>
                <a:lnTo>
                  <a:pt x="4048544" y="2102904"/>
                </a:lnTo>
                <a:close/>
              </a:path>
              <a:path w="5142230" h="2300604">
                <a:moveTo>
                  <a:pt x="4157850" y="2194109"/>
                </a:moveTo>
                <a:lnTo>
                  <a:pt x="4153600" y="2189559"/>
                </a:lnTo>
                <a:lnTo>
                  <a:pt x="4153272" y="2184223"/>
                </a:lnTo>
                <a:lnTo>
                  <a:pt x="4159776" y="2176230"/>
                </a:lnTo>
                <a:lnTo>
                  <a:pt x="4165890" y="2175640"/>
                </a:lnTo>
                <a:lnTo>
                  <a:pt x="4170074" y="2178946"/>
                </a:lnTo>
                <a:lnTo>
                  <a:pt x="4174254" y="2182345"/>
                </a:lnTo>
                <a:lnTo>
                  <a:pt x="4174844" y="2188451"/>
                </a:lnTo>
                <a:lnTo>
                  <a:pt x="4171539" y="2192634"/>
                </a:lnTo>
                <a:lnTo>
                  <a:pt x="4168144" y="2196820"/>
                </a:lnTo>
                <a:lnTo>
                  <a:pt x="4161980" y="2197455"/>
                </a:lnTo>
                <a:lnTo>
                  <a:pt x="4157850" y="2194109"/>
                </a:lnTo>
                <a:close/>
              </a:path>
              <a:path w="5142230" h="2300604">
                <a:moveTo>
                  <a:pt x="3761427" y="1795064"/>
                </a:moveTo>
                <a:lnTo>
                  <a:pt x="3757181" y="1790519"/>
                </a:lnTo>
                <a:lnTo>
                  <a:pt x="3754168" y="1786121"/>
                </a:lnTo>
                <a:lnTo>
                  <a:pt x="3755225" y="1780019"/>
                </a:lnTo>
                <a:lnTo>
                  <a:pt x="3764067" y="1773942"/>
                </a:lnTo>
                <a:lnTo>
                  <a:pt x="3770124" y="1775050"/>
                </a:lnTo>
                <a:lnTo>
                  <a:pt x="3773137" y="1779449"/>
                </a:lnTo>
                <a:lnTo>
                  <a:pt x="3776240" y="1783846"/>
                </a:lnTo>
                <a:lnTo>
                  <a:pt x="3775137" y="1789898"/>
                </a:lnTo>
                <a:lnTo>
                  <a:pt x="3770695" y="1792962"/>
                </a:lnTo>
                <a:lnTo>
                  <a:pt x="3766724" y="1795749"/>
                </a:lnTo>
                <a:lnTo>
                  <a:pt x="3761427" y="1795064"/>
                </a:lnTo>
                <a:close/>
              </a:path>
              <a:path w="5142230" h="2300604">
                <a:moveTo>
                  <a:pt x="3628856" y="1543772"/>
                </a:moveTo>
                <a:lnTo>
                  <a:pt x="3625395" y="1540066"/>
                </a:lnTo>
                <a:lnTo>
                  <a:pt x="3624774" y="1539011"/>
                </a:lnTo>
                <a:lnTo>
                  <a:pt x="3624246" y="1537761"/>
                </a:lnTo>
                <a:lnTo>
                  <a:pt x="3622386" y="1532741"/>
                </a:lnTo>
                <a:lnTo>
                  <a:pt x="3624896" y="1527119"/>
                </a:lnTo>
                <a:lnTo>
                  <a:pt x="3629912" y="1525255"/>
                </a:lnTo>
                <a:lnTo>
                  <a:pt x="3634935" y="1523301"/>
                </a:lnTo>
                <a:lnTo>
                  <a:pt x="3640518" y="1525857"/>
                </a:lnTo>
                <a:lnTo>
                  <a:pt x="3644379" y="1535855"/>
                </a:lnTo>
                <a:lnTo>
                  <a:pt x="3641870" y="1541477"/>
                </a:lnTo>
                <a:lnTo>
                  <a:pt x="3633023" y="1544811"/>
                </a:lnTo>
                <a:lnTo>
                  <a:pt x="3628856" y="1543772"/>
                </a:lnTo>
                <a:close/>
              </a:path>
              <a:path w="5142230" h="2300604">
                <a:moveTo>
                  <a:pt x="3434917" y="1011356"/>
                </a:moveTo>
                <a:lnTo>
                  <a:pt x="3431405" y="1007596"/>
                </a:lnTo>
                <a:lnTo>
                  <a:pt x="3430956" y="1006920"/>
                </a:lnTo>
                <a:lnTo>
                  <a:pt x="3427983" y="1001489"/>
                </a:lnTo>
                <a:lnTo>
                  <a:pt x="3429644" y="995545"/>
                </a:lnTo>
                <a:lnTo>
                  <a:pt x="3439077" y="990394"/>
                </a:lnTo>
                <a:lnTo>
                  <a:pt x="3445014" y="992153"/>
                </a:lnTo>
                <a:lnTo>
                  <a:pt x="3450117" y="1001530"/>
                </a:lnTo>
                <a:lnTo>
                  <a:pt x="3448456" y="1007474"/>
                </a:lnTo>
                <a:lnTo>
                  <a:pt x="3439750" y="1012229"/>
                </a:lnTo>
                <a:lnTo>
                  <a:pt x="3434917" y="1011356"/>
                </a:lnTo>
                <a:close/>
              </a:path>
              <a:path w="5142230" h="2300604">
                <a:moveTo>
                  <a:pt x="3004544" y="655238"/>
                </a:moveTo>
                <a:lnTo>
                  <a:pt x="3001128" y="651581"/>
                </a:lnTo>
                <a:lnTo>
                  <a:pt x="3000269" y="647535"/>
                </a:lnTo>
                <a:lnTo>
                  <a:pt x="3001763" y="643856"/>
                </a:lnTo>
                <a:lnTo>
                  <a:pt x="3003819" y="638922"/>
                </a:lnTo>
                <a:lnTo>
                  <a:pt x="3009515" y="636614"/>
                </a:lnTo>
                <a:lnTo>
                  <a:pt x="3014598" y="638733"/>
                </a:lnTo>
                <a:lnTo>
                  <a:pt x="3019432" y="640682"/>
                </a:lnTo>
                <a:lnTo>
                  <a:pt x="3021785" y="646428"/>
                </a:lnTo>
                <a:lnTo>
                  <a:pt x="3017630" y="656345"/>
                </a:lnTo>
                <a:lnTo>
                  <a:pt x="3011929" y="658648"/>
                </a:lnTo>
                <a:lnTo>
                  <a:pt x="3006999" y="656597"/>
                </a:lnTo>
                <a:lnTo>
                  <a:pt x="3005693" y="656082"/>
                </a:lnTo>
                <a:lnTo>
                  <a:pt x="3004544" y="655238"/>
                </a:lnTo>
                <a:close/>
              </a:path>
              <a:path w="5142230" h="2300604">
                <a:moveTo>
                  <a:pt x="3687426" y="1673425"/>
                </a:moveTo>
                <a:lnTo>
                  <a:pt x="3683964" y="1669720"/>
                </a:lnTo>
                <a:lnTo>
                  <a:pt x="3683469" y="1668995"/>
                </a:lnTo>
                <a:lnTo>
                  <a:pt x="3683019" y="1668219"/>
                </a:lnTo>
                <a:lnTo>
                  <a:pt x="3680543" y="1663419"/>
                </a:lnTo>
                <a:lnTo>
                  <a:pt x="3682394" y="1657581"/>
                </a:lnTo>
                <a:lnTo>
                  <a:pt x="3691865" y="1652568"/>
                </a:lnTo>
                <a:lnTo>
                  <a:pt x="3697747" y="1654369"/>
                </a:lnTo>
                <a:lnTo>
                  <a:pt x="3700232" y="1659179"/>
                </a:lnTo>
                <a:lnTo>
                  <a:pt x="3702761" y="1663939"/>
                </a:lnTo>
                <a:lnTo>
                  <a:pt x="3700906" y="1669772"/>
                </a:lnTo>
                <a:lnTo>
                  <a:pt x="3696146" y="1672301"/>
                </a:lnTo>
                <a:lnTo>
                  <a:pt x="3692210" y="1674344"/>
                </a:lnTo>
                <a:lnTo>
                  <a:pt x="3687426" y="1673425"/>
                </a:lnTo>
                <a:close/>
              </a:path>
              <a:path w="5142230" h="2300604">
                <a:moveTo>
                  <a:pt x="4102828" y="2148992"/>
                </a:moveTo>
                <a:lnTo>
                  <a:pt x="4098631" y="2144499"/>
                </a:lnTo>
                <a:lnTo>
                  <a:pt x="4098439" y="2139113"/>
                </a:lnTo>
                <a:lnTo>
                  <a:pt x="4101596" y="2135259"/>
                </a:lnTo>
                <a:lnTo>
                  <a:pt x="4105037" y="2131123"/>
                </a:lnTo>
                <a:lnTo>
                  <a:pt x="4111149" y="2130627"/>
                </a:lnTo>
                <a:lnTo>
                  <a:pt x="4119362" y="2137464"/>
                </a:lnTo>
                <a:lnTo>
                  <a:pt x="4119961" y="2143579"/>
                </a:lnTo>
                <a:lnTo>
                  <a:pt x="4113066" y="2151838"/>
                </a:lnTo>
                <a:lnTo>
                  <a:pt x="4107009" y="2152392"/>
                </a:lnTo>
                <a:lnTo>
                  <a:pt x="4102828" y="2148992"/>
                </a:lnTo>
                <a:close/>
              </a:path>
              <a:path w="5142230" h="2300604">
                <a:moveTo>
                  <a:pt x="3995249" y="2055726"/>
                </a:moveTo>
                <a:lnTo>
                  <a:pt x="3991286" y="2051484"/>
                </a:lnTo>
                <a:lnTo>
                  <a:pt x="3991195" y="2045717"/>
                </a:lnTo>
                <a:lnTo>
                  <a:pt x="3994632" y="2041967"/>
                </a:lnTo>
                <a:lnTo>
                  <a:pt x="3998209" y="2037977"/>
                </a:lnTo>
                <a:lnTo>
                  <a:pt x="4004360" y="2037719"/>
                </a:lnTo>
                <a:lnTo>
                  <a:pt x="4008345" y="2041301"/>
                </a:lnTo>
                <a:lnTo>
                  <a:pt x="4012282" y="2044928"/>
                </a:lnTo>
                <a:lnTo>
                  <a:pt x="4012594" y="2051029"/>
                </a:lnTo>
                <a:lnTo>
                  <a:pt x="4005376" y="2059040"/>
                </a:lnTo>
                <a:lnTo>
                  <a:pt x="3999235" y="2059308"/>
                </a:lnTo>
                <a:lnTo>
                  <a:pt x="3995249" y="2055726"/>
                </a:lnTo>
                <a:close/>
              </a:path>
              <a:path w="5142230" h="2300604">
                <a:moveTo>
                  <a:pt x="3722673" y="1735398"/>
                </a:moveTo>
                <a:lnTo>
                  <a:pt x="3718646" y="1731088"/>
                </a:lnTo>
                <a:lnTo>
                  <a:pt x="3715475" y="1725933"/>
                </a:lnTo>
                <a:lnTo>
                  <a:pt x="3716906" y="1719939"/>
                </a:lnTo>
                <a:lnTo>
                  <a:pt x="3721533" y="1717169"/>
                </a:lnTo>
                <a:lnTo>
                  <a:pt x="3726109" y="1714346"/>
                </a:lnTo>
                <a:lnTo>
                  <a:pt x="3732059" y="1715828"/>
                </a:lnTo>
                <a:lnTo>
                  <a:pt x="3734877" y="1720409"/>
                </a:lnTo>
                <a:lnTo>
                  <a:pt x="3737647" y="1725035"/>
                </a:lnTo>
                <a:lnTo>
                  <a:pt x="3736170" y="1730981"/>
                </a:lnTo>
                <a:lnTo>
                  <a:pt x="3727635" y="1736214"/>
                </a:lnTo>
                <a:lnTo>
                  <a:pt x="3722673" y="1735398"/>
                </a:lnTo>
                <a:close/>
              </a:path>
              <a:path w="5142230" h="2300604">
                <a:moveTo>
                  <a:pt x="3356374" y="894335"/>
                </a:moveTo>
                <a:lnTo>
                  <a:pt x="3352506" y="890196"/>
                </a:lnTo>
                <a:lnTo>
                  <a:pt x="3349060" y="886019"/>
                </a:lnTo>
                <a:lnTo>
                  <a:pt x="3349645" y="879902"/>
                </a:lnTo>
                <a:lnTo>
                  <a:pt x="3357020" y="873817"/>
                </a:lnTo>
                <a:lnTo>
                  <a:pt x="3357948" y="873050"/>
                </a:lnTo>
                <a:lnTo>
                  <a:pt x="3364070" y="873641"/>
                </a:lnTo>
                <a:lnTo>
                  <a:pt x="3370865" y="881894"/>
                </a:lnTo>
                <a:lnTo>
                  <a:pt x="3370284" y="888016"/>
                </a:lnTo>
                <a:lnTo>
                  <a:pt x="3367069" y="890731"/>
                </a:lnTo>
                <a:lnTo>
                  <a:pt x="3366202" y="891464"/>
                </a:lnTo>
                <a:lnTo>
                  <a:pt x="3362941" y="894136"/>
                </a:lnTo>
                <a:lnTo>
                  <a:pt x="3362219" y="894727"/>
                </a:lnTo>
                <a:lnTo>
                  <a:pt x="3356374" y="894335"/>
                </a:lnTo>
                <a:close/>
              </a:path>
              <a:path w="5142230" h="2300604">
                <a:moveTo>
                  <a:pt x="3466568" y="1074561"/>
                </a:moveTo>
                <a:lnTo>
                  <a:pt x="3463101" y="1070850"/>
                </a:lnTo>
                <a:lnTo>
                  <a:pt x="3462475" y="1069984"/>
                </a:lnTo>
                <a:lnTo>
                  <a:pt x="3459842" y="1064134"/>
                </a:lnTo>
                <a:lnTo>
                  <a:pt x="3461926" y="1058352"/>
                </a:lnTo>
                <a:lnTo>
                  <a:pt x="3466817" y="1056157"/>
                </a:lnTo>
                <a:lnTo>
                  <a:pt x="3471710" y="1053869"/>
                </a:lnTo>
                <a:lnTo>
                  <a:pt x="3477489" y="1056050"/>
                </a:lnTo>
                <a:lnTo>
                  <a:pt x="3479731" y="1060894"/>
                </a:lnTo>
                <a:lnTo>
                  <a:pt x="3481922" y="1065778"/>
                </a:lnTo>
                <a:lnTo>
                  <a:pt x="3479838" y="1071561"/>
                </a:lnTo>
                <a:lnTo>
                  <a:pt x="3474951" y="1073760"/>
                </a:lnTo>
                <a:lnTo>
                  <a:pt x="3471012" y="1075605"/>
                </a:lnTo>
                <a:lnTo>
                  <a:pt x="3466568" y="1074561"/>
                </a:lnTo>
                <a:close/>
              </a:path>
              <a:path w="5142230" h="2300604">
                <a:moveTo>
                  <a:pt x="2938570" y="629383"/>
                </a:moveTo>
                <a:lnTo>
                  <a:pt x="2935154" y="625726"/>
                </a:lnTo>
                <a:lnTo>
                  <a:pt x="2934204" y="621875"/>
                </a:lnTo>
                <a:lnTo>
                  <a:pt x="2935552" y="618332"/>
                </a:lnTo>
                <a:lnTo>
                  <a:pt x="2937423" y="613298"/>
                </a:lnTo>
                <a:lnTo>
                  <a:pt x="2943035" y="610703"/>
                </a:lnTo>
                <a:lnTo>
                  <a:pt x="2953105" y="614445"/>
                </a:lnTo>
                <a:lnTo>
                  <a:pt x="2955649" y="620003"/>
                </a:lnTo>
                <a:lnTo>
                  <a:pt x="2951912" y="630078"/>
                </a:lnTo>
                <a:lnTo>
                  <a:pt x="2946300" y="632672"/>
                </a:lnTo>
                <a:lnTo>
                  <a:pt x="2941260" y="630797"/>
                </a:lnTo>
                <a:lnTo>
                  <a:pt x="2939816" y="630228"/>
                </a:lnTo>
                <a:lnTo>
                  <a:pt x="2938570" y="629383"/>
                </a:lnTo>
                <a:close/>
              </a:path>
              <a:path w="5142230" h="2300604">
                <a:moveTo>
                  <a:pt x="4212977" y="2238752"/>
                </a:moveTo>
                <a:lnTo>
                  <a:pt x="4208778" y="2234257"/>
                </a:lnTo>
                <a:lnTo>
                  <a:pt x="4208498" y="2228875"/>
                </a:lnTo>
                <a:lnTo>
                  <a:pt x="4214953" y="2220927"/>
                </a:lnTo>
                <a:lnTo>
                  <a:pt x="4221066" y="2220238"/>
                </a:lnTo>
                <a:lnTo>
                  <a:pt x="4229432" y="2227043"/>
                </a:lnTo>
                <a:lnTo>
                  <a:pt x="4230022" y="2233148"/>
                </a:lnTo>
                <a:lnTo>
                  <a:pt x="4226675" y="2237288"/>
                </a:lnTo>
                <a:lnTo>
                  <a:pt x="4223321" y="2241517"/>
                </a:lnTo>
                <a:lnTo>
                  <a:pt x="4217206" y="2242107"/>
                </a:lnTo>
                <a:lnTo>
                  <a:pt x="4212977" y="2238752"/>
                </a:lnTo>
                <a:close/>
              </a:path>
              <a:path w="5142230" h="2300604">
                <a:moveTo>
                  <a:pt x="3398509" y="950876"/>
                </a:moveTo>
                <a:lnTo>
                  <a:pt x="3394219" y="946284"/>
                </a:lnTo>
                <a:lnTo>
                  <a:pt x="3391256" y="941747"/>
                </a:lnTo>
                <a:lnTo>
                  <a:pt x="3392406" y="935742"/>
                </a:lnTo>
                <a:lnTo>
                  <a:pt x="3401342" y="929768"/>
                </a:lnTo>
                <a:lnTo>
                  <a:pt x="3407392" y="930965"/>
                </a:lnTo>
                <a:lnTo>
                  <a:pt x="3413368" y="939901"/>
                </a:lnTo>
                <a:lnTo>
                  <a:pt x="3412170" y="945950"/>
                </a:lnTo>
                <a:lnTo>
                  <a:pt x="3403667" y="951611"/>
                </a:lnTo>
                <a:lnTo>
                  <a:pt x="3398509" y="950876"/>
                </a:lnTo>
                <a:close/>
              </a:path>
              <a:path w="5142230" h="2300604">
                <a:moveTo>
                  <a:pt x="3583403" y="1409099"/>
                </a:moveTo>
                <a:lnTo>
                  <a:pt x="3579987" y="1405442"/>
                </a:lnTo>
                <a:lnTo>
                  <a:pt x="3579274" y="1404190"/>
                </a:lnTo>
                <a:lnTo>
                  <a:pt x="3577227" y="1397601"/>
                </a:lnTo>
                <a:lnTo>
                  <a:pt x="3580062" y="1392131"/>
                </a:lnTo>
                <a:lnTo>
                  <a:pt x="3590321" y="1388940"/>
                </a:lnTo>
                <a:lnTo>
                  <a:pt x="3595746" y="1391815"/>
                </a:lnTo>
                <a:lnTo>
                  <a:pt x="3597319" y="1396920"/>
                </a:lnTo>
                <a:lnTo>
                  <a:pt x="3598982" y="1402023"/>
                </a:lnTo>
                <a:lnTo>
                  <a:pt x="3596111" y="1407454"/>
                </a:lnTo>
                <a:lnTo>
                  <a:pt x="3590998" y="1409116"/>
                </a:lnTo>
                <a:lnTo>
                  <a:pt x="3587279" y="1410217"/>
                </a:lnTo>
                <a:lnTo>
                  <a:pt x="3583403" y="1409099"/>
                </a:lnTo>
                <a:close/>
              </a:path>
              <a:path w="5142230" h="2300604">
                <a:moveTo>
                  <a:pt x="2327615" y="380333"/>
                </a:moveTo>
                <a:lnTo>
                  <a:pt x="2324335" y="376823"/>
                </a:lnTo>
                <a:lnTo>
                  <a:pt x="2323397" y="373864"/>
                </a:lnTo>
                <a:lnTo>
                  <a:pt x="2323972" y="370862"/>
                </a:lnTo>
                <a:lnTo>
                  <a:pt x="2324899" y="365795"/>
                </a:lnTo>
                <a:lnTo>
                  <a:pt x="2329729" y="362461"/>
                </a:lnTo>
                <a:lnTo>
                  <a:pt x="2334801" y="363394"/>
                </a:lnTo>
                <a:lnTo>
                  <a:pt x="2339819" y="364367"/>
                </a:lnTo>
                <a:lnTo>
                  <a:pt x="2343148" y="369201"/>
                </a:lnTo>
                <a:lnTo>
                  <a:pt x="2341292" y="379335"/>
                </a:lnTo>
                <a:lnTo>
                  <a:pt x="2336413" y="382616"/>
                </a:lnTo>
                <a:lnTo>
                  <a:pt x="2331391" y="381737"/>
                </a:lnTo>
                <a:lnTo>
                  <a:pt x="2329375" y="381337"/>
                </a:lnTo>
                <a:lnTo>
                  <a:pt x="2327615" y="380333"/>
                </a:lnTo>
                <a:close/>
              </a:path>
              <a:path w="5142230" h="2300604">
                <a:moveTo>
                  <a:pt x="3545176" y="1120880"/>
                </a:moveTo>
                <a:lnTo>
                  <a:pt x="3541187" y="1116610"/>
                </a:lnTo>
                <a:lnTo>
                  <a:pt x="3538491" y="1111185"/>
                </a:lnTo>
                <a:lnTo>
                  <a:pt x="3540287" y="1105581"/>
                </a:lnTo>
                <a:lnTo>
                  <a:pt x="3544606" y="1103360"/>
                </a:lnTo>
                <a:lnTo>
                  <a:pt x="3549462" y="1100936"/>
                </a:lnTo>
                <a:lnTo>
                  <a:pt x="3555024" y="1102780"/>
                </a:lnTo>
                <a:lnTo>
                  <a:pt x="3559711" y="1111907"/>
                </a:lnTo>
                <a:lnTo>
                  <a:pt x="3557872" y="1117560"/>
                </a:lnTo>
                <a:lnTo>
                  <a:pt x="3553510" y="1119735"/>
                </a:lnTo>
                <a:lnTo>
                  <a:pt x="3549507" y="1121804"/>
                </a:lnTo>
                <a:lnTo>
                  <a:pt x="3545176" y="1120880"/>
                </a:lnTo>
                <a:close/>
              </a:path>
              <a:path w="5142230" h="2300604">
                <a:moveTo>
                  <a:pt x="4606170" y="2225368"/>
                </a:moveTo>
                <a:lnTo>
                  <a:pt x="4601863" y="2220757"/>
                </a:lnTo>
                <a:lnTo>
                  <a:pt x="4601437" y="2216001"/>
                </a:lnTo>
                <a:lnTo>
                  <a:pt x="4607090" y="2208173"/>
                </a:lnTo>
                <a:lnTo>
                  <a:pt x="4612877" y="2207232"/>
                </a:lnTo>
                <a:lnTo>
                  <a:pt x="4621266" y="2213283"/>
                </a:lnTo>
                <a:lnTo>
                  <a:pt x="4622149" y="2219115"/>
                </a:lnTo>
                <a:lnTo>
                  <a:pt x="4619180" y="2223268"/>
                </a:lnTo>
                <a:lnTo>
                  <a:pt x="4616109" y="2227406"/>
                </a:lnTo>
                <a:lnTo>
                  <a:pt x="4610317" y="2228342"/>
                </a:lnTo>
                <a:lnTo>
                  <a:pt x="4606170" y="2225368"/>
                </a:lnTo>
                <a:close/>
              </a:path>
              <a:path w="5142230" h="2300604">
                <a:moveTo>
                  <a:pt x="3007689" y="575133"/>
                </a:moveTo>
                <a:lnTo>
                  <a:pt x="3004368" y="571579"/>
                </a:lnTo>
                <a:lnTo>
                  <a:pt x="3003654" y="567488"/>
                </a:lnTo>
                <a:lnTo>
                  <a:pt x="3005290" y="563960"/>
                </a:lnTo>
                <a:lnTo>
                  <a:pt x="3007520" y="559312"/>
                </a:lnTo>
                <a:lnTo>
                  <a:pt x="3013068" y="557333"/>
                </a:lnTo>
                <a:lnTo>
                  <a:pt x="3017669" y="559519"/>
                </a:lnTo>
                <a:lnTo>
                  <a:pt x="3022317" y="561660"/>
                </a:lnTo>
                <a:lnTo>
                  <a:pt x="3024341" y="567248"/>
                </a:lnTo>
                <a:lnTo>
                  <a:pt x="3022105" y="571894"/>
                </a:lnTo>
                <a:lnTo>
                  <a:pt x="3019968" y="576546"/>
                </a:lnTo>
                <a:lnTo>
                  <a:pt x="3014424" y="578529"/>
                </a:lnTo>
                <a:lnTo>
                  <a:pt x="3009726" y="576335"/>
                </a:lnTo>
                <a:lnTo>
                  <a:pt x="3008659" y="575780"/>
                </a:lnTo>
                <a:lnTo>
                  <a:pt x="3007689" y="575133"/>
                </a:lnTo>
                <a:close/>
              </a:path>
              <a:path w="5142230" h="2300604">
                <a:moveTo>
                  <a:pt x="4033879" y="1804328"/>
                </a:moveTo>
                <a:lnTo>
                  <a:pt x="4029909" y="1800078"/>
                </a:lnTo>
                <a:lnTo>
                  <a:pt x="4029716" y="1794886"/>
                </a:lnTo>
                <a:lnTo>
                  <a:pt x="4032714" y="1791254"/>
                </a:lnTo>
                <a:lnTo>
                  <a:pt x="4036059" y="1787308"/>
                </a:lnTo>
                <a:lnTo>
                  <a:pt x="4041883" y="1786798"/>
                </a:lnTo>
                <a:lnTo>
                  <a:pt x="4045832" y="1790048"/>
                </a:lnTo>
                <a:lnTo>
                  <a:pt x="4049783" y="1793397"/>
                </a:lnTo>
                <a:lnTo>
                  <a:pt x="4050293" y="1799222"/>
                </a:lnTo>
                <a:lnTo>
                  <a:pt x="4046994" y="1803216"/>
                </a:lnTo>
                <a:lnTo>
                  <a:pt x="4043698" y="1807117"/>
                </a:lnTo>
                <a:lnTo>
                  <a:pt x="4037869" y="1807622"/>
                </a:lnTo>
                <a:lnTo>
                  <a:pt x="4033879" y="1804328"/>
                </a:lnTo>
                <a:close/>
              </a:path>
              <a:path w="5142230" h="2300604">
                <a:moveTo>
                  <a:pt x="2257753" y="367616"/>
                </a:moveTo>
                <a:lnTo>
                  <a:pt x="2254468" y="364101"/>
                </a:lnTo>
                <a:lnTo>
                  <a:pt x="2253486" y="361192"/>
                </a:lnTo>
                <a:lnTo>
                  <a:pt x="2254061" y="358190"/>
                </a:lnTo>
                <a:lnTo>
                  <a:pt x="2254988" y="353123"/>
                </a:lnTo>
                <a:lnTo>
                  <a:pt x="2259818" y="349790"/>
                </a:lnTo>
                <a:lnTo>
                  <a:pt x="2269907" y="351596"/>
                </a:lnTo>
                <a:lnTo>
                  <a:pt x="2273240" y="356436"/>
                </a:lnTo>
                <a:lnTo>
                  <a:pt x="2272361" y="361457"/>
                </a:lnTo>
                <a:lnTo>
                  <a:pt x="2271429" y="366519"/>
                </a:lnTo>
                <a:lnTo>
                  <a:pt x="2266599" y="369853"/>
                </a:lnTo>
                <a:lnTo>
                  <a:pt x="2259512" y="368621"/>
                </a:lnTo>
                <a:lnTo>
                  <a:pt x="2257753" y="367616"/>
                </a:lnTo>
                <a:close/>
              </a:path>
              <a:path w="5142230" h="2300604">
                <a:moveTo>
                  <a:pt x="4201973" y="1935104"/>
                </a:moveTo>
                <a:lnTo>
                  <a:pt x="4198193" y="1931057"/>
                </a:lnTo>
                <a:lnTo>
                  <a:pt x="4197752" y="1926090"/>
                </a:lnTo>
                <a:lnTo>
                  <a:pt x="4203541" y="1918308"/>
                </a:lnTo>
                <a:lnTo>
                  <a:pt x="4209283" y="1917419"/>
                </a:lnTo>
                <a:lnTo>
                  <a:pt x="4213478" y="1920440"/>
                </a:lnTo>
                <a:lnTo>
                  <a:pt x="4217621" y="1923509"/>
                </a:lnTo>
                <a:lnTo>
                  <a:pt x="4218458" y="1929292"/>
                </a:lnTo>
                <a:lnTo>
                  <a:pt x="4215489" y="1933445"/>
                </a:lnTo>
                <a:lnTo>
                  <a:pt x="4212417" y="1937584"/>
                </a:lnTo>
                <a:lnTo>
                  <a:pt x="4206580" y="1938471"/>
                </a:lnTo>
                <a:lnTo>
                  <a:pt x="4202481" y="1935452"/>
                </a:lnTo>
                <a:lnTo>
                  <a:pt x="4201973" y="1935104"/>
                </a:lnTo>
                <a:close/>
              </a:path>
              <a:path w="5142230" h="2300604">
                <a:moveTo>
                  <a:pt x="3788806" y="1553712"/>
                </a:moveTo>
                <a:lnTo>
                  <a:pt x="3784882" y="1549513"/>
                </a:lnTo>
                <a:lnTo>
                  <a:pt x="3781757" y="1545483"/>
                </a:lnTo>
                <a:lnTo>
                  <a:pt x="3782527" y="1539660"/>
                </a:lnTo>
                <a:lnTo>
                  <a:pt x="3786600" y="1536494"/>
                </a:lnTo>
                <a:lnTo>
                  <a:pt x="3790715" y="1533372"/>
                </a:lnTo>
                <a:lnTo>
                  <a:pt x="3796547" y="1534142"/>
                </a:lnTo>
                <a:lnTo>
                  <a:pt x="3799660" y="1538256"/>
                </a:lnTo>
                <a:lnTo>
                  <a:pt x="3802780" y="1542280"/>
                </a:lnTo>
                <a:lnTo>
                  <a:pt x="3801971" y="1548159"/>
                </a:lnTo>
                <a:lnTo>
                  <a:pt x="3794117" y="1554218"/>
                </a:lnTo>
                <a:lnTo>
                  <a:pt x="3788806" y="1553712"/>
                </a:lnTo>
                <a:close/>
              </a:path>
              <a:path w="5142230" h="2300604">
                <a:moveTo>
                  <a:pt x="2187779" y="355269"/>
                </a:moveTo>
                <a:lnTo>
                  <a:pt x="2184504" y="351763"/>
                </a:lnTo>
                <a:lnTo>
                  <a:pt x="2183517" y="348849"/>
                </a:lnTo>
                <a:lnTo>
                  <a:pt x="2184091" y="345848"/>
                </a:lnTo>
                <a:lnTo>
                  <a:pt x="2184970" y="340826"/>
                </a:lnTo>
                <a:lnTo>
                  <a:pt x="2189803" y="337398"/>
                </a:lnTo>
                <a:lnTo>
                  <a:pt x="2194875" y="338331"/>
                </a:lnTo>
                <a:lnTo>
                  <a:pt x="2199892" y="339205"/>
                </a:lnTo>
                <a:lnTo>
                  <a:pt x="2203274" y="343998"/>
                </a:lnTo>
                <a:lnTo>
                  <a:pt x="2202440" y="349069"/>
                </a:lnTo>
                <a:lnTo>
                  <a:pt x="2201513" y="354136"/>
                </a:lnTo>
                <a:lnTo>
                  <a:pt x="2196724" y="357513"/>
                </a:lnTo>
                <a:lnTo>
                  <a:pt x="2191604" y="356626"/>
                </a:lnTo>
                <a:lnTo>
                  <a:pt x="2189587" y="356227"/>
                </a:lnTo>
                <a:lnTo>
                  <a:pt x="2187779" y="355269"/>
                </a:lnTo>
                <a:close/>
              </a:path>
              <a:path w="5142230" h="2300604">
                <a:moveTo>
                  <a:pt x="4663216" y="2266594"/>
                </a:moveTo>
                <a:lnTo>
                  <a:pt x="4659375" y="2262482"/>
                </a:lnTo>
                <a:lnTo>
                  <a:pt x="4658943" y="2257619"/>
                </a:lnTo>
                <a:lnTo>
                  <a:pt x="4661618" y="2253934"/>
                </a:lnTo>
                <a:lnTo>
                  <a:pt x="4664591" y="2249786"/>
                </a:lnTo>
                <a:lnTo>
                  <a:pt x="4670428" y="2248899"/>
                </a:lnTo>
                <a:lnTo>
                  <a:pt x="4678764" y="2254891"/>
                </a:lnTo>
                <a:lnTo>
                  <a:pt x="4679705" y="2260687"/>
                </a:lnTo>
                <a:lnTo>
                  <a:pt x="4676677" y="2264876"/>
                </a:lnTo>
                <a:lnTo>
                  <a:pt x="4673708" y="2269028"/>
                </a:lnTo>
                <a:lnTo>
                  <a:pt x="4667871" y="2269916"/>
                </a:lnTo>
                <a:lnTo>
                  <a:pt x="4663216" y="2266594"/>
                </a:lnTo>
                <a:close/>
              </a:path>
              <a:path w="5142230" h="2300604">
                <a:moveTo>
                  <a:pt x="3980044" y="1757646"/>
                </a:moveTo>
                <a:lnTo>
                  <a:pt x="3976167" y="1753496"/>
                </a:lnTo>
                <a:lnTo>
                  <a:pt x="3976072" y="1748116"/>
                </a:lnTo>
                <a:lnTo>
                  <a:pt x="3979260" y="1744491"/>
                </a:lnTo>
                <a:lnTo>
                  <a:pt x="3982745" y="1740696"/>
                </a:lnTo>
                <a:lnTo>
                  <a:pt x="3988558" y="1740369"/>
                </a:lnTo>
                <a:lnTo>
                  <a:pt x="3996215" y="1747197"/>
                </a:lnTo>
                <a:lnTo>
                  <a:pt x="3996528" y="1753104"/>
                </a:lnTo>
                <a:lnTo>
                  <a:pt x="3989710" y="1760761"/>
                </a:lnTo>
                <a:lnTo>
                  <a:pt x="3983798" y="1761079"/>
                </a:lnTo>
                <a:lnTo>
                  <a:pt x="3980044" y="1757646"/>
                </a:lnTo>
                <a:close/>
              </a:path>
              <a:path w="5142230" h="2300604">
                <a:moveTo>
                  <a:pt x="2536438" y="422749"/>
                </a:moveTo>
                <a:lnTo>
                  <a:pt x="2533163" y="419244"/>
                </a:lnTo>
                <a:lnTo>
                  <a:pt x="2532183" y="416142"/>
                </a:lnTo>
                <a:lnTo>
                  <a:pt x="2534017" y="408037"/>
                </a:lnTo>
                <a:lnTo>
                  <a:pt x="2538987" y="404854"/>
                </a:lnTo>
                <a:lnTo>
                  <a:pt x="2549011" y="407178"/>
                </a:lnTo>
                <a:lnTo>
                  <a:pt x="2552144" y="412095"/>
                </a:lnTo>
                <a:lnTo>
                  <a:pt x="2549919" y="422127"/>
                </a:lnTo>
                <a:lnTo>
                  <a:pt x="2544902" y="425261"/>
                </a:lnTo>
                <a:lnTo>
                  <a:pt x="2539936" y="424148"/>
                </a:lnTo>
                <a:lnTo>
                  <a:pt x="2538062" y="423706"/>
                </a:lnTo>
                <a:lnTo>
                  <a:pt x="2536438" y="422749"/>
                </a:lnTo>
                <a:close/>
              </a:path>
              <a:path w="5142230" h="2300604">
                <a:moveTo>
                  <a:pt x="3708878" y="1435993"/>
                </a:moveTo>
                <a:lnTo>
                  <a:pt x="3704996" y="1431838"/>
                </a:lnTo>
                <a:lnTo>
                  <a:pt x="3702002" y="1426874"/>
                </a:lnTo>
                <a:lnTo>
                  <a:pt x="3703420" y="1421158"/>
                </a:lnTo>
                <a:lnTo>
                  <a:pt x="3712194" y="1415892"/>
                </a:lnTo>
                <a:lnTo>
                  <a:pt x="3717905" y="1417313"/>
                </a:lnTo>
                <a:lnTo>
                  <a:pt x="3723179" y="1426084"/>
                </a:lnTo>
                <a:lnTo>
                  <a:pt x="3721753" y="1431790"/>
                </a:lnTo>
                <a:lnTo>
                  <a:pt x="3717367" y="1434426"/>
                </a:lnTo>
                <a:lnTo>
                  <a:pt x="3713557" y="1436798"/>
                </a:lnTo>
                <a:lnTo>
                  <a:pt x="3708878" y="1435993"/>
                </a:lnTo>
                <a:close/>
              </a:path>
              <a:path w="5142230" h="2300604">
                <a:moveTo>
                  <a:pt x="2742400" y="475983"/>
                </a:moveTo>
                <a:lnTo>
                  <a:pt x="2739121" y="472472"/>
                </a:lnTo>
                <a:lnTo>
                  <a:pt x="2738196" y="469136"/>
                </a:lnTo>
                <a:lnTo>
                  <a:pt x="2739152" y="465859"/>
                </a:lnTo>
                <a:lnTo>
                  <a:pt x="2740647" y="460911"/>
                </a:lnTo>
                <a:lnTo>
                  <a:pt x="2745789" y="458107"/>
                </a:lnTo>
                <a:lnTo>
                  <a:pt x="2755655" y="461044"/>
                </a:lnTo>
                <a:lnTo>
                  <a:pt x="2758454" y="466191"/>
                </a:lnTo>
                <a:lnTo>
                  <a:pt x="2756964" y="471144"/>
                </a:lnTo>
                <a:lnTo>
                  <a:pt x="2755518" y="476047"/>
                </a:lnTo>
                <a:lnTo>
                  <a:pt x="2750327" y="478897"/>
                </a:lnTo>
                <a:lnTo>
                  <a:pt x="2745422" y="477361"/>
                </a:lnTo>
                <a:lnTo>
                  <a:pt x="2743786" y="476880"/>
                </a:lnTo>
                <a:lnTo>
                  <a:pt x="2742400" y="475983"/>
                </a:lnTo>
                <a:close/>
              </a:path>
              <a:path w="5142230" h="2300604">
                <a:moveTo>
                  <a:pt x="4375315" y="2059079"/>
                </a:moveTo>
                <a:lnTo>
                  <a:pt x="4371425" y="2054915"/>
                </a:lnTo>
                <a:lnTo>
                  <a:pt x="4371035" y="2050102"/>
                </a:lnTo>
                <a:lnTo>
                  <a:pt x="4373661" y="2046461"/>
                </a:lnTo>
                <a:lnTo>
                  <a:pt x="4376594" y="2042270"/>
                </a:lnTo>
                <a:lnTo>
                  <a:pt x="4382429" y="2041284"/>
                </a:lnTo>
                <a:lnTo>
                  <a:pt x="4386578" y="2044256"/>
                </a:lnTo>
                <a:lnTo>
                  <a:pt x="4390773" y="2047186"/>
                </a:lnTo>
                <a:lnTo>
                  <a:pt x="4391760" y="2053030"/>
                </a:lnTo>
                <a:lnTo>
                  <a:pt x="4388787" y="2057178"/>
                </a:lnTo>
                <a:lnTo>
                  <a:pt x="4385804" y="2061416"/>
                </a:lnTo>
                <a:lnTo>
                  <a:pt x="4380017" y="2062356"/>
                </a:lnTo>
                <a:lnTo>
                  <a:pt x="4375315" y="2059079"/>
                </a:lnTo>
                <a:close/>
              </a:path>
              <a:path w="5142230" h="2300604">
                <a:moveTo>
                  <a:pt x="2117806" y="343020"/>
                </a:moveTo>
                <a:lnTo>
                  <a:pt x="2114531" y="339514"/>
                </a:lnTo>
                <a:lnTo>
                  <a:pt x="2113639" y="336604"/>
                </a:lnTo>
                <a:lnTo>
                  <a:pt x="2114118" y="333599"/>
                </a:lnTo>
                <a:lnTo>
                  <a:pt x="2114998" y="328578"/>
                </a:lnTo>
                <a:lnTo>
                  <a:pt x="2119830" y="325149"/>
                </a:lnTo>
                <a:lnTo>
                  <a:pt x="2124902" y="326082"/>
                </a:lnTo>
                <a:lnTo>
                  <a:pt x="2129919" y="326956"/>
                </a:lnTo>
                <a:lnTo>
                  <a:pt x="2133347" y="331799"/>
                </a:lnTo>
                <a:lnTo>
                  <a:pt x="2132468" y="336820"/>
                </a:lnTo>
                <a:lnTo>
                  <a:pt x="2131540" y="341887"/>
                </a:lnTo>
                <a:lnTo>
                  <a:pt x="2126751" y="345265"/>
                </a:lnTo>
                <a:lnTo>
                  <a:pt x="2121730" y="344386"/>
                </a:lnTo>
                <a:lnTo>
                  <a:pt x="2119614" y="343979"/>
                </a:lnTo>
                <a:lnTo>
                  <a:pt x="2117806" y="343020"/>
                </a:lnTo>
                <a:close/>
              </a:path>
              <a:path w="5142230" h="2300604">
                <a:moveTo>
                  <a:pt x="2674177" y="456713"/>
                </a:moveTo>
                <a:lnTo>
                  <a:pt x="2670898" y="453202"/>
                </a:lnTo>
                <a:lnTo>
                  <a:pt x="2669973" y="449866"/>
                </a:lnTo>
                <a:lnTo>
                  <a:pt x="2670836" y="446685"/>
                </a:lnTo>
                <a:lnTo>
                  <a:pt x="2672233" y="441728"/>
                </a:lnTo>
                <a:lnTo>
                  <a:pt x="2677332" y="438781"/>
                </a:lnTo>
                <a:lnTo>
                  <a:pt x="2682248" y="440133"/>
                </a:lnTo>
                <a:lnTo>
                  <a:pt x="2687208" y="441435"/>
                </a:lnTo>
                <a:lnTo>
                  <a:pt x="2690150" y="446540"/>
                </a:lnTo>
                <a:lnTo>
                  <a:pt x="2687452" y="456456"/>
                </a:lnTo>
                <a:lnTo>
                  <a:pt x="2682581" y="459257"/>
                </a:lnTo>
                <a:lnTo>
                  <a:pt x="2682343" y="459393"/>
                </a:lnTo>
                <a:lnTo>
                  <a:pt x="2677383" y="458092"/>
                </a:lnTo>
                <a:lnTo>
                  <a:pt x="2675657" y="457613"/>
                </a:lnTo>
                <a:lnTo>
                  <a:pt x="2674177" y="456713"/>
                </a:lnTo>
                <a:close/>
              </a:path>
              <a:path w="5142230" h="2300604">
                <a:moveTo>
                  <a:pt x="4088773" y="1849016"/>
                </a:moveTo>
                <a:lnTo>
                  <a:pt x="4084980" y="1844955"/>
                </a:lnTo>
                <a:lnTo>
                  <a:pt x="4084740" y="1839909"/>
                </a:lnTo>
                <a:lnTo>
                  <a:pt x="4087649" y="1836278"/>
                </a:lnTo>
                <a:lnTo>
                  <a:pt x="4090808" y="1832231"/>
                </a:lnTo>
                <a:lnTo>
                  <a:pt x="4096634" y="1831528"/>
                </a:lnTo>
                <a:lnTo>
                  <a:pt x="4100683" y="1834786"/>
                </a:lnTo>
                <a:lnTo>
                  <a:pt x="4104729" y="1837945"/>
                </a:lnTo>
                <a:lnTo>
                  <a:pt x="4105379" y="1843821"/>
                </a:lnTo>
                <a:lnTo>
                  <a:pt x="4098965" y="1851813"/>
                </a:lnTo>
                <a:lnTo>
                  <a:pt x="4093139" y="1852516"/>
                </a:lnTo>
                <a:lnTo>
                  <a:pt x="4088773" y="1849016"/>
                </a:lnTo>
                <a:close/>
              </a:path>
              <a:path w="5142230" h="2300604">
                <a:moveTo>
                  <a:pt x="3673336" y="1374294"/>
                </a:moveTo>
                <a:lnTo>
                  <a:pt x="3670016" y="1370739"/>
                </a:lnTo>
                <a:lnTo>
                  <a:pt x="3669566" y="1370063"/>
                </a:lnTo>
                <a:lnTo>
                  <a:pt x="3666723" y="1364867"/>
                </a:lnTo>
                <a:lnTo>
                  <a:pt x="3668373" y="1359207"/>
                </a:lnTo>
                <a:lnTo>
                  <a:pt x="3672853" y="1356766"/>
                </a:lnTo>
                <a:lnTo>
                  <a:pt x="3677370" y="1354272"/>
                </a:lnTo>
                <a:lnTo>
                  <a:pt x="3683030" y="1355934"/>
                </a:lnTo>
                <a:lnTo>
                  <a:pt x="3687960" y="1364925"/>
                </a:lnTo>
                <a:lnTo>
                  <a:pt x="3686304" y="1370580"/>
                </a:lnTo>
                <a:lnTo>
                  <a:pt x="3677984" y="1375165"/>
                </a:lnTo>
                <a:lnTo>
                  <a:pt x="3673336" y="1374294"/>
                </a:lnTo>
                <a:close/>
              </a:path>
              <a:path w="5142230" h="2300604">
                <a:moveTo>
                  <a:pt x="2397364" y="393613"/>
                </a:moveTo>
                <a:lnTo>
                  <a:pt x="2394084" y="390102"/>
                </a:lnTo>
                <a:lnTo>
                  <a:pt x="2393141" y="387138"/>
                </a:lnTo>
                <a:lnTo>
                  <a:pt x="2394692" y="379024"/>
                </a:lnTo>
                <a:lnTo>
                  <a:pt x="2399577" y="375749"/>
                </a:lnTo>
                <a:lnTo>
                  <a:pt x="2409659" y="377744"/>
                </a:lnTo>
                <a:lnTo>
                  <a:pt x="2412939" y="382624"/>
                </a:lnTo>
                <a:lnTo>
                  <a:pt x="2410992" y="392661"/>
                </a:lnTo>
                <a:lnTo>
                  <a:pt x="2406108" y="395936"/>
                </a:lnTo>
                <a:lnTo>
                  <a:pt x="2401045" y="395013"/>
                </a:lnTo>
                <a:lnTo>
                  <a:pt x="2399078" y="394568"/>
                </a:lnTo>
                <a:lnTo>
                  <a:pt x="2397364" y="393613"/>
                </a:lnTo>
                <a:close/>
              </a:path>
              <a:path w="5142230" h="2300604">
                <a:moveTo>
                  <a:pt x="4259524" y="1976771"/>
                </a:moveTo>
                <a:lnTo>
                  <a:pt x="4255688" y="1972664"/>
                </a:lnTo>
                <a:lnTo>
                  <a:pt x="4255297" y="1967845"/>
                </a:lnTo>
                <a:lnTo>
                  <a:pt x="4257922" y="1964207"/>
                </a:lnTo>
                <a:lnTo>
                  <a:pt x="4260895" y="1959959"/>
                </a:lnTo>
                <a:lnTo>
                  <a:pt x="4266691" y="1959028"/>
                </a:lnTo>
                <a:lnTo>
                  <a:pt x="4275026" y="1965020"/>
                </a:lnTo>
                <a:lnTo>
                  <a:pt x="4276014" y="1970864"/>
                </a:lnTo>
                <a:lnTo>
                  <a:pt x="4270016" y="1979206"/>
                </a:lnTo>
                <a:lnTo>
                  <a:pt x="4264220" y="1980137"/>
                </a:lnTo>
                <a:lnTo>
                  <a:pt x="4260032" y="1977119"/>
                </a:lnTo>
                <a:lnTo>
                  <a:pt x="4259524" y="1976771"/>
                </a:lnTo>
                <a:close/>
              </a:path>
              <a:path w="5142230" h="2300604">
                <a:moveTo>
                  <a:pt x="4317412" y="2018015"/>
                </a:moveTo>
                <a:lnTo>
                  <a:pt x="4313526" y="2013855"/>
                </a:lnTo>
                <a:lnTo>
                  <a:pt x="4313089" y="2009087"/>
                </a:lnTo>
                <a:lnTo>
                  <a:pt x="4315674" y="2005402"/>
                </a:lnTo>
                <a:lnTo>
                  <a:pt x="4318691" y="2001205"/>
                </a:lnTo>
                <a:lnTo>
                  <a:pt x="4324483" y="2000269"/>
                </a:lnTo>
                <a:lnTo>
                  <a:pt x="4328680" y="2003197"/>
                </a:lnTo>
                <a:lnTo>
                  <a:pt x="4332827" y="2006171"/>
                </a:lnTo>
                <a:lnTo>
                  <a:pt x="4333862" y="2011970"/>
                </a:lnTo>
                <a:lnTo>
                  <a:pt x="4330841" y="2016162"/>
                </a:lnTo>
                <a:lnTo>
                  <a:pt x="4327908" y="2020354"/>
                </a:lnTo>
                <a:lnTo>
                  <a:pt x="4322071" y="2021341"/>
                </a:lnTo>
                <a:lnTo>
                  <a:pt x="4317412" y="2018015"/>
                </a:lnTo>
                <a:close/>
              </a:path>
              <a:path w="5142230" h="2300604">
                <a:moveTo>
                  <a:pt x="2466992" y="407644"/>
                </a:moveTo>
                <a:lnTo>
                  <a:pt x="2463758" y="404182"/>
                </a:lnTo>
                <a:lnTo>
                  <a:pt x="2462775" y="401174"/>
                </a:lnTo>
                <a:lnTo>
                  <a:pt x="2463447" y="398081"/>
                </a:lnTo>
                <a:lnTo>
                  <a:pt x="2464469" y="393017"/>
                </a:lnTo>
                <a:lnTo>
                  <a:pt x="2469440" y="389835"/>
                </a:lnTo>
                <a:lnTo>
                  <a:pt x="2479470" y="391970"/>
                </a:lnTo>
                <a:lnTo>
                  <a:pt x="2482656" y="396847"/>
                </a:lnTo>
                <a:lnTo>
                  <a:pt x="2481634" y="401910"/>
                </a:lnTo>
                <a:lnTo>
                  <a:pt x="2480566" y="406926"/>
                </a:lnTo>
                <a:lnTo>
                  <a:pt x="2475640" y="410157"/>
                </a:lnTo>
                <a:lnTo>
                  <a:pt x="2470625" y="409089"/>
                </a:lnTo>
                <a:lnTo>
                  <a:pt x="2468658" y="408645"/>
                </a:lnTo>
                <a:lnTo>
                  <a:pt x="2466992" y="407644"/>
                </a:lnTo>
                <a:close/>
              </a:path>
              <a:path w="5142230" h="2300604">
                <a:moveTo>
                  <a:pt x="3071058" y="606800"/>
                </a:moveTo>
                <a:lnTo>
                  <a:pt x="3067733" y="603241"/>
                </a:lnTo>
                <a:lnTo>
                  <a:pt x="3067077" y="598922"/>
                </a:lnTo>
                <a:lnTo>
                  <a:pt x="3068995" y="595304"/>
                </a:lnTo>
                <a:lnTo>
                  <a:pt x="3071411" y="590856"/>
                </a:lnTo>
                <a:lnTo>
                  <a:pt x="3077040" y="589058"/>
                </a:lnTo>
                <a:lnTo>
                  <a:pt x="3081539" y="591530"/>
                </a:lnTo>
                <a:lnTo>
                  <a:pt x="3086078" y="593946"/>
                </a:lnTo>
                <a:lnTo>
                  <a:pt x="3087774" y="599576"/>
                </a:lnTo>
                <a:lnTo>
                  <a:pt x="3082983" y="608617"/>
                </a:lnTo>
                <a:lnTo>
                  <a:pt x="3077309" y="610366"/>
                </a:lnTo>
                <a:lnTo>
                  <a:pt x="3071889" y="607393"/>
                </a:lnTo>
                <a:lnTo>
                  <a:pt x="3071058" y="606800"/>
                </a:lnTo>
                <a:close/>
              </a:path>
              <a:path w="5142230" h="2300604">
                <a:moveTo>
                  <a:pt x="3747211" y="1495990"/>
                </a:moveTo>
                <a:lnTo>
                  <a:pt x="3743041" y="1491527"/>
                </a:lnTo>
                <a:lnTo>
                  <a:pt x="3740164" y="1487274"/>
                </a:lnTo>
                <a:lnTo>
                  <a:pt x="3741262" y="1481510"/>
                </a:lnTo>
                <a:lnTo>
                  <a:pt x="3749762" y="1475751"/>
                </a:lnTo>
                <a:lnTo>
                  <a:pt x="3755532" y="1476845"/>
                </a:lnTo>
                <a:lnTo>
                  <a:pt x="3761290" y="1485354"/>
                </a:lnTo>
                <a:lnTo>
                  <a:pt x="3760192" y="1491119"/>
                </a:lnTo>
                <a:lnTo>
                  <a:pt x="3755944" y="1494001"/>
                </a:lnTo>
                <a:lnTo>
                  <a:pt x="3752120" y="1496651"/>
                </a:lnTo>
                <a:lnTo>
                  <a:pt x="3747211" y="1495990"/>
                </a:lnTo>
                <a:close/>
              </a:path>
              <a:path w="5142230" h="2300604">
                <a:moveTo>
                  <a:pt x="3133244" y="642384"/>
                </a:moveTo>
                <a:lnTo>
                  <a:pt x="3129269" y="638129"/>
                </a:lnTo>
                <a:lnTo>
                  <a:pt x="3128678" y="633683"/>
                </a:lnTo>
                <a:lnTo>
                  <a:pt x="3130928" y="630029"/>
                </a:lnTo>
                <a:lnTo>
                  <a:pt x="3133582" y="625641"/>
                </a:lnTo>
                <a:lnTo>
                  <a:pt x="3139095" y="624306"/>
                </a:lnTo>
                <a:lnTo>
                  <a:pt x="3139244" y="624270"/>
                </a:lnTo>
                <a:lnTo>
                  <a:pt x="3148078" y="629622"/>
                </a:lnTo>
                <a:lnTo>
                  <a:pt x="3149395" y="635332"/>
                </a:lnTo>
                <a:lnTo>
                  <a:pt x="3144092" y="644121"/>
                </a:lnTo>
                <a:lnTo>
                  <a:pt x="3138337" y="645488"/>
                </a:lnTo>
                <a:lnTo>
                  <a:pt x="3133986" y="642787"/>
                </a:lnTo>
                <a:lnTo>
                  <a:pt x="3133244" y="642384"/>
                </a:lnTo>
                <a:close/>
              </a:path>
              <a:path w="5142230" h="2300604">
                <a:moveTo>
                  <a:pt x="3640115" y="1311460"/>
                </a:moveTo>
                <a:lnTo>
                  <a:pt x="3636794" y="1307906"/>
                </a:lnTo>
                <a:lnTo>
                  <a:pt x="3636300" y="1307181"/>
                </a:lnTo>
                <a:lnTo>
                  <a:pt x="3635855" y="1306409"/>
                </a:lnTo>
                <a:lnTo>
                  <a:pt x="3633556" y="1301800"/>
                </a:lnTo>
                <a:lnTo>
                  <a:pt x="3635304" y="1296240"/>
                </a:lnTo>
                <a:lnTo>
                  <a:pt x="3644481" y="1291502"/>
                </a:lnTo>
                <a:lnTo>
                  <a:pt x="3650031" y="1293339"/>
                </a:lnTo>
                <a:lnTo>
                  <a:pt x="3654730" y="1302473"/>
                </a:lnTo>
                <a:lnTo>
                  <a:pt x="3652981" y="1307932"/>
                </a:lnTo>
                <a:lnTo>
                  <a:pt x="3652934" y="1308077"/>
                </a:lnTo>
                <a:lnTo>
                  <a:pt x="3644620" y="1312374"/>
                </a:lnTo>
                <a:lnTo>
                  <a:pt x="3640115" y="1311460"/>
                </a:lnTo>
                <a:close/>
              </a:path>
              <a:path w="5142230" h="2300604">
                <a:moveTo>
                  <a:pt x="3833509" y="1608995"/>
                </a:moveTo>
                <a:lnTo>
                  <a:pt x="3829869" y="1605099"/>
                </a:lnTo>
                <a:lnTo>
                  <a:pt x="3826508" y="1601208"/>
                </a:lnTo>
                <a:lnTo>
                  <a:pt x="3826989" y="1595271"/>
                </a:lnTo>
                <a:lnTo>
                  <a:pt x="3830263" y="1592520"/>
                </a:lnTo>
                <a:lnTo>
                  <a:pt x="3834166" y="1589171"/>
                </a:lnTo>
                <a:lnTo>
                  <a:pt x="3834773" y="1588648"/>
                </a:lnTo>
                <a:lnTo>
                  <a:pt x="3840655" y="1589080"/>
                </a:lnTo>
                <a:lnTo>
                  <a:pt x="3843971" y="1593021"/>
                </a:lnTo>
                <a:lnTo>
                  <a:pt x="3847328" y="1596908"/>
                </a:lnTo>
                <a:lnTo>
                  <a:pt x="3846896" y="1602799"/>
                </a:lnTo>
                <a:lnTo>
                  <a:pt x="3843573" y="1605595"/>
                </a:lnTo>
                <a:lnTo>
                  <a:pt x="3839718" y="1608897"/>
                </a:lnTo>
                <a:lnTo>
                  <a:pt x="3839161" y="1609376"/>
                </a:lnTo>
                <a:lnTo>
                  <a:pt x="3833509" y="1608995"/>
                </a:lnTo>
                <a:close/>
              </a:path>
              <a:path w="5142230" h="2300604">
                <a:moveTo>
                  <a:pt x="3440137" y="936203"/>
                </a:moveTo>
                <a:lnTo>
                  <a:pt x="3435930" y="931699"/>
                </a:lnTo>
                <a:lnTo>
                  <a:pt x="3433101" y="927402"/>
                </a:lnTo>
                <a:lnTo>
                  <a:pt x="3434283" y="921632"/>
                </a:lnTo>
                <a:lnTo>
                  <a:pt x="3442836" y="916025"/>
                </a:lnTo>
                <a:lnTo>
                  <a:pt x="3448556" y="917165"/>
                </a:lnTo>
                <a:lnTo>
                  <a:pt x="3451475" y="921460"/>
                </a:lnTo>
                <a:lnTo>
                  <a:pt x="3454256" y="925710"/>
                </a:lnTo>
                <a:lnTo>
                  <a:pt x="3453119" y="931530"/>
                </a:lnTo>
                <a:lnTo>
                  <a:pt x="3448821" y="934358"/>
                </a:lnTo>
                <a:lnTo>
                  <a:pt x="3444960" y="936869"/>
                </a:lnTo>
                <a:lnTo>
                  <a:pt x="3440137" y="936203"/>
                </a:lnTo>
                <a:close/>
              </a:path>
              <a:path w="5142230" h="2300604">
                <a:moveTo>
                  <a:pt x="3608191" y="1247962"/>
                </a:moveTo>
                <a:lnTo>
                  <a:pt x="3604870" y="1244408"/>
                </a:lnTo>
                <a:lnTo>
                  <a:pt x="3604371" y="1243678"/>
                </a:lnTo>
                <a:lnTo>
                  <a:pt x="3601682" y="1238255"/>
                </a:lnTo>
                <a:lnTo>
                  <a:pt x="3603523" y="1232700"/>
                </a:lnTo>
                <a:lnTo>
                  <a:pt x="3612555" y="1228198"/>
                </a:lnTo>
                <a:lnTo>
                  <a:pt x="3612744" y="1228104"/>
                </a:lnTo>
                <a:lnTo>
                  <a:pt x="3618294" y="1230041"/>
                </a:lnTo>
                <a:lnTo>
                  <a:pt x="3622845" y="1239213"/>
                </a:lnTo>
                <a:lnTo>
                  <a:pt x="3620999" y="1244763"/>
                </a:lnTo>
                <a:lnTo>
                  <a:pt x="3612648" y="1248921"/>
                </a:lnTo>
                <a:lnTo>
                  <a:pt x="3608191" y="1247962"/>
                </a:lnTo>
                <a:close/>
              </a:path>
              <a:path w="5142230" h="2300604">
                <a:moveTo>
                  <a:pt x="3927834" y="1708990"/>
                </a:moveTo>
                <a:lnTo>
                  <a:pt x="3924092" y="1704984"/>
                </a:lnTo>
                <a:lnTo>
                  <a:pt x="3924145" y="1699470"/>
                </a:lnTo>
                <a:lnTo>
                  <a:pt x="3931192" y="1692156"/>
                </a:lnTo>
                <a:lnTo>
                  <a:pt x="3937049" y="1692072"/>
                </a:lnTo>
                <a:lnTo>
                  <a:pt x="3944454" y="1699217"/>
                </a:lnTo>
                <a:lnTo>
                  <a:pt x="3944484" y="1705114"/>
                </a:lnTo>
                <a:lnTo>
                  <a:pt x="3937389" y="1712474"/>
                </a:lnTo>
                <a:lnTo>
                  <a:pt x="3931483" y="1712603"/>
                </a:lnTo>
                <a:lnTo>
                  <a:pt x="3927834" y="1708990"/>
                </a:lnTo>
                <a:close/>
              </a:path>
              <a:path w="5142230" h="2300604">
                <a:moveTo>
                  <a:pt x="2876889" y="520644"/>
                </a:moveTo>
                <a:lnTo>
                  <a:pt x="2873610" y="517133"/>
                </a:lnTo>
                <a:lnTo>
                  <a:pt x="2872744" y="513467"/>
                </a:lnTo>
                <a:lnTo>
                  <a:pt x="2873993" y="510017"/>
                </a:lnTo>
                <a:lnTo>
                  <a:pt x="2875807" y="505209"/>
                </a:lnTo>
                <a:lnTo>
                  <a:pt x="2881182" y="502754"/>
                </a:lnTo>
                <a:lnTo>
                  <a:pt x="2890739" y="506336"/>
                </a:lnTo>
                <a:lnTo>
                  <a:pt x="2893244" y="511657"/>
                </a:lnTo>
                <a:lnTo>
                  <a:pt x="2891430" y="516465"/>
                </a:lnTo>
                <a:lnTo>
                  <a:pt x="2889661" y="521314"/>
                </a:lnTo>
                <a:lnTo>
                  <a:pt x="2884286" y="523769"/>
                </a:lnTo>
                <a:lnTo>
                  <a:pt x="2878091" y="521438"/>
                </a:lnTo>
                <a:lnTo>
                  <a:pt x="2876889" y="520644"/>
                </a:lnTo>
                <a:close/>
              </a:path>
              <a:path w="5142230" h="2300604">
                <a:moveTo>
                  <a:pt x="3477503" y="996244"/>
                </a:moveTo>
                <a:lnTo>
                  <a:pt x="3473664" y="992134"/>
                </a:lnTo>
                <a:lnTo>
                  <a:pt x="3473265" y="991512"/>
                </a:lnTo>
                <a:lnTo>
                  <a:pt x="3470678" y="987080"/>
                </a:lnTo>
                <a:lnTo>
                  <a:pt x="3472142" y="981412"/>
                </a:lnTo>
                <a:lnTo>
                  <a:pt x="3476578" y="978830"/>
                </a:lnTo>
                <a:lnTo>
                  <a:pt x="3480959" y="976189"/>
                </a:lnTo>
                <a:lnTo>
                  <a:pt x="3486670" y="977610"/>
                </a:lnTo>
                <a:lnTo>
                  <a:pt x="3491939" y="986477"/>
                </a:lnTo>
                <a:lnTo>
                  <a:pt x="3490427" y="992190"/>
                </a:lnTo>
                <a:lnTo>
                  <a:pt x="3486041" y="994826"/>
                </a:lnTo>
                <a:lnTo>
                  <a:pt x="3482185" y="997050"/>
                </a:lnTo>
                <a:lnTo>
                  <a:pt x="3477503" y="996244"/>
                </a:lnTo>
                <a:close/>
              </a:path>
              <a:path w="5142230" h="2300604">
                <a:moveTo>
                  <a:pt x="3399071" y="878464"/>
                </a:moveTo>
                <a:lnTo>
                  <a:pt x="3395245" y="874368"/>
                </a:lnTo>
                <a:lnTo>
                  <a:pt x="3392133" y="870253"/>
                </a:lnTo>
                <a:lnTo>
                  <a:pt x="3392894" y="864420"/>
                </a:lnTo>
                <a:lnTo>
                  <a:pt x="3401082" y="858232"/>
                </a:lnTo>
                <a:lnTo>
                  <a:pt x="3406915" y="859001"/>
                </a:lnTo>
                <a:lnTo>
                  <a:pt x="3410031" y="863121"/>
                </a:lnTo>
                <a:lnTo>
                  <a:pt x="3413148" y="867139"/>
                </a:lnTo>
                <a:lnTo>
                  <a:pt x="3412339" y="873018"/>
                </a:lnTo>
                <a:lnTo>
                  <a:pt x="3408268" y="876090"/>
                </a:lnTo>
                <a:lnTo>
                  <a:pt x="3404435" y="879022"/>
                </a:lnTo>
                <a:lnTo>
                  <a:pt x="3399071" y="878464"/>
                </a:lnTo>
                <a:close/>
              </a:path>
              <a:path w="5142230" h="2300604">
                <a:moveTo>
                  <a:pt x="3301747" y="769784"/>
                </a:moveTo>
                <a:lnTo>
                  <a:pt x="3298004" y="765777"/>
                </a:lnTo>
                <a:lnTo>
                  <a:pt x="3297963" y="760260"/>
                </a:lnTo>
                <a:lnTo>
                  <a:pt x="3301390" y="756694"/>
                </a:lnTo>
                <a:lnTo>
                  <a:pt x="3304913" y="752937"/>
                </a:lnTo>
                <a:lnTo>
                  <a:pt x="3310771" y="752761"/>
                </a:lnTo>
                <a:lnTo>
                  <a:pt x="3318274" y="759814"/>
                </a:lnTo>
                <a:lnTo>
                  <a:pt x="3318409" y="765723"/>
                </a:lnTo>
                <a:lnTo>
                  <a:pt x="3311398" y="773177"/>
                </a:lnTo>
                <a:lnTo>
                  <a:pt x="3305444" y="773351"/>
                </a:lnTo>
                <a:lnTo>
                  <a:pt x="3301747" y="769784"/>
                </a:lnTo>
                <a:close/>
              </a:path>
              <a:path w="5142230" h="2300604">
                <a:moveTo>
                  <a:pt x="3354194" y="823971"/>
                </a:moveTo>
                <a:lnTo>
                  <a:pt x="3350637" y="820162"/>
                </a:lnTo>
                <a:lnTo>
                  <a:pt x="3347231" y="816322"/>
                </a:lnTo>
                <a:lnTo>
                  <a:pt x="3347569" y="810427"/>
                </a:lnTo>
                <a:lnTo>
                  <a:pt x="3351369" y="806968"/>
                </a:lnTo>
                <a:lnTo>
                  <a:pt x="3354868" y="803874"/>
                </a:lnTo>
                <a:lnTo>
                  <a:pt x="3355220" y="803563"/>
                </a:lnTo>
                <a:lnTo>
                  <a:pt x="3361104" y="803901"/>
                </a:lnTo>
                <a:lnTo>
                  <a:pt x="3367924" y="811592"/>
                </a:lnTo>
                <a:lnTo>
                  <a:pt x="3367585" y="817488"/>
                </a:lnTo>
                <a:lnTo>
                  <a:pt x="3360243" y="823993"/>
                </a:lnTo>
                <a:lnTo>
                  <a:pt x="3359992" y="824216"/>
                </a:lnTo>
                <a:lnTo>
                  <a:pt x="3354194" y="823971"/>
                </a:lnTo>
                <a:close/>
              </a:path>
              <a:path w="5142230" h="2300604">
                <a:moveTo>
                  <a:pt x="2942859" y="546493"/>
                </a:moveTo>
                <a:lnTo>
                  <a:pt x="2939574" y="542978"/>
                </a:lnTo>
                <a:lnTo>
                  <a:pt x="2938763" y="539079"/>
                </a:lnTo>
                <a:lnTo>
                  <a:pt x="2940208" y="535638"/>
                </a:lnTo>
                <a:lnTo>
                  <a:pt x="2942162" y="530891"/>
                </a:lnTo>
                <a:lnTo>
                  <a:pt x="2947617" y="528616"/>
                </a:lnTo>
                <a:lnTo>
                  <a:pt x="2957111" y="532622"/>
                </a:lnTo>
                <a:lnTo>
                  <a:pt x="2959339" y="538038"/>
                </a:lnTo>
                <a:lnTo>
                  <a:pt x="2955424" y="547530"/>
                </a:lnTo>
                <a:lnTo>
                  <a:pt x="2949969" y="549805"/>
                </a:lnTo>
                <a:lnTo>
                  <a:pt x="2945225" y="547752"/>
                </a:lnTo>
                <a:lnTo>
                  <a:pt x="2943965" y="547286"/>
                </a:lnTo>
                <a:lnTo>
                  <a:pt x="2942859" y="546493"/>
                </a:lnTo>
                <a:close/>
              </a:path>
              <a:path w="5142230" h="2300604">
                <a:moveTo>
                  <a:pt x="2605477" y="438984"/>
                </a:moveTo>
                <a:lnTo>
                  <a:pt x="2602243" y="435522"/>
                </a:lnTo>
                <a:lnTo>
                  <a:pt x="2601285" y="432248"/>
                </a:lnTo>
                <a:lnTo>
                  <a:pt x="2602035" y="429141"/>
                </a:lnTo>
                <a:lnTo>
                  <a:pt x="2603292" y="424133"/>
                </a:lnTo>
                <a:lnTo>
                  <a:pt x="2604645" y="423333"/>
                </a:lnTo>
                <a:lnTo>
                  <a:pt x="2608469" y="421171"/>
                </a:lnTo>
                <a:lnTo>
                  <a:pt x="2618272" y="423552"/>
                </a:lnTo>
                <a:lnTo>
                  <a:pt x="2621362" y="428619"/>
                </a:lnTo>
                <a:lnTo>
                  <a:pt x="2620101" y="433623"/>
                </a:lnTo>
                <a:lnTo>
                  <a:pt x="2618893" y="438586"/>
                </a:lnTo>
                <a:lnTo>
                  <a:pt x="2613885" y="441630"/>
                </a:lnTo>
                <a:lnTo>
                  <a:pt x="2608876" y="440374"/>
                </a:lnTo>
                <a:lnTo>
                  <a:pt x="2607048" y="439981"/>
                </a:lnTo>
                <a:lnTo>
                  <a:pt x="2605477" y="438984"/>
                </a:lnTo>
                <a:close/>
              </a:path>
              <a:path w="5142230" h="2300604">
                <a:moveTo>
                  <a:pt x="3192366" y="680940"/>
                </a:moveTo>
                <a:lnTo>
                  <a:pt x="3188479" y="676780"/>
                </a:lnTo>
                <a:lnTo>
                  <a:pt x="3188043" y="672012"/>
                </a:lnTo>
                <a:lnTo>
                  <a:pt x="3193545" y="664124"/>
                </a:lnTo>
                <a:lnTo>
                  <a:pt x="3199387" y="663141"/>
                </a:lnTo>
                <a:lnTo>
                  <a:pt x="3207779" y="668998"/>
                </a:lnTo>
                <a:lnTo>
                  <a:pt x="3208814" y="674798"/>
                </a:lnTo>
                <a:lnTo>
                  <a:pt x="3202909" y="683235"/>
                </a:lnTo>
                <a:lnTo>
                  <a:pt x="3197109" y="684261"/>
                </a:lnTo>
                <a:lnTo>
                  <a:pt x="3192366" y="680940"/>
                </a:lnTo>
                <a:close/>
              </a:path>
              <a:path w="5142230" h="2300604">
                <a:moveTo>
                  <a:pt x="3248611" y="723261"/>
                </a:moveTo>
                <a:lnTo>
                  <a:pt x="3244871" y="719257"/>
                </a:lnTo>
                <a:lnTo>
                  <a:pt x="3244627" y="714108"/>
                </a:lnTo>
                <a:lnTo>
                  <a:pt x="3247629" y="710482"/>
                </a:lnTo>
                <a:lnTo>
                  <a:pt x="3250834" y="706483"/>
                </a:lnTo>
                <a:lnTo>
                  <a:pt x="3256660" y="705880"/>
                </a:lnTo>
                <a:lnTo>
                  <a:pt x="3260708" y="709139"/>
                </a:lnTo>
                <a:lnTo>
                  <a:pt x="3264658" y="712389"/>
                </a:lnTo>
                <a:lnTo>
                  <a:pt x="3265263" y="718215"/>
                </a:lnTo>
                <a:lnTo>
                  <a:pt x="3262053" y="722210"/>
                </a:lnTo>
                <a:lnTo>
                  <a:pt x="3258808" y="726163"/>
                </a:lnTo>
                <a:lnTo>
                  <a:pt x="3252932" y="726813"/>
                </a:lnTo>
                <a:lnTo>
                  <a:pt x="3248611" y="723261"/>
                </a:lnTo>
                <a:close/>
              </a:path>
              <a:path w="5142230" h="2300604">
                <a:moveTo>
                  <a:pt x="4716557" y="2300034"/>
                </a:moveTo>
                <a:lnTo>
                  <a:pt x="4716488" y="2299183"/>
                </a:lnTo>
                <a:lnTo>
                  <a:pt x="4722140" y="2291355"/>
                </a:lnTo>
                <a:lnTo>
                  <a:pt x="4727977" y="2290468"/>
                </a:lnTo>
                <a:lnTo>
                  <a:pt x="4736320" y="2296463"/>
                </a:lnTo>
                <a:lnTo>
                  <a:pt x="4736850" y="2299965"/>
                </a:lnTo>
                <a:lnTo>
                  <a:pt x="4730248" y="2300034"/>
                </a:lnTo>
                <a:lnTo>
                  <a:pt x="4716557" y="2300034"/>
                </a:lnTo>
                <a:close/>
              </a:path>
              <a:path w="5142230" h="2300604">
                <a:moveTo>
                  <a:pt x="4491117" y="2142188"/>
                </a:moveTo>
                <a:lnTo>
                  <a:pt x="4486770" y="2137535"/>
                </a:lnTo>
                <a:lnTo>
                  <a:pt x="4486384" y="2132821"/>
                </a:lnTo>
                <a:lnTo>
                  <a:pt x="4492033" y="2124989"/>
                </a:lnTo>
                <a:lnTo>
                  <a:pt x="4497826" y="2124050"/>
                </a:lnTo>
                <a:lnTo>
                  <a:pt x="4506166" y="2130048"/>
                </a:lnTo>
                <a:lnTo>
                  <a:pt x="4507099" y="2135933"/>
                </a:lnTo>
                <a:lnTo>
                  <a:pt x="4504130" y="2140086"/>
                </a:lnTo>
                <a:lnTo>
                  <a:pt x="4501056" y="2144227"/>
                </a:lnTo>
                <a:lnTo>
                  <a:pt x="4495264" y="2145163"/>
                </a:lnTo>
                <a:lnTo>
                  <a:pt x="4491117" y="2142188"/>
                </a:lnTo>
                <a:close/>
              </a:path>
              <a:path w="5142230" h="2300604">
                <a:moveTo>
                  <a:pt x="1908191" y="304448"/>
                </a:moveTo>
                <a:lnTo>
                  <a:pt x="1904911" y="300938"/>
                </a:lnTo>
                <a:lnTo>
                  <a:pt x="1903977" y="297884"/>
                </a:lnTo>
                <a:lnTo>
                  <a:pt x="1904600" y="294837"/>
                </a:lnTo>
                <a:lnTo>
                  <a:pt x="1905573" y="289819"/>
                </a:lnTo>
                <a:lnTo>
                  <a:pt x="1910498" y="286587"/>
                </a:lnTo>
                <a:lnTo>
                  <a:pt x="1915512" y="287556"/>
                </a:lnTo>
                <a:lnTo>
                  <a:pt x="1920581" y="288583"/>
                </a:lnTo>
                <a:lnTo>
                  <a:pt x="1923856" y="293458"/>
                </a:lnTo>
                <a:lnTo>
                  <a:pt x="1921817" y="303590"/>
                </a:lnTo>
                <a:lnTo>
                  <a:pt x="1916887" y="306817"/>
                </a:lnTo>
                <a:lnTo>
                  <a:pt x="1911873" y="305848"/>
                </a:lnTo>
                <a:lnTo>
                  <a:pt x="1909905" y="305404"/>
                </a:lnTo>
                <a:lnTo>
                  <a:pt x="1908191" y="304448"/>
                </a:lnTo>
                <a:close/>
              </a:path>
              <a:path w="5142230" h="2300604">
                <a:moveTo>
                  <a:pt x="3576794" y="1184347"/>
                </a:moveTo>
                <a:lnTo>
                  <a:pt x="3573464" y="1180782"/>
                </a:lnTo>
                <a:lnTo>
                  <a:pt x="3572929" y="1180013"/>
                </a:lnTo>
                <a:lnTo>
                  <a:pt x="3570235" y="1174586"/>
                </a:lnTo>
                <a:lnTo>
                  <a:pt x="3572124" y="1168986"/>
                </a:lnTo>
                <a:lnTo>
                  <a:pt x="3581108" y="1164528"/>
                </a:lnTo>
                <a:lnTo>
                  <a:pt x="3581297" y="1164434"/>
                </a:lnTo>
                <a:lnTo>
                  <a:pt x="3586893" y="1166320"/>
                </a:lnTo>
                <a:lnTo>
                  <a:pt x="3589197" y="1170934"/>
                </a:lnTo>
                <a:lnTo>
                  <a:pt x="3591444" y="1175592"/>
                </a:lnTo>
                <a:lnTo>
                  <a:pt x="3589559" y="1181096"/>
                </a:lnTo>
                <a:lnTo>
                  <a:pt x="3581202" y="1185251"/>
                </a:lnTo>
                <a:lnTo>
                  <a:pt x="3576794" y="1184347"/>
                </a:lnTo>
                <a:close/>
              </a:path>
              <a:path w="5142230" h="2300604">
                <a:moveTo>
                  <a:pt x="3881135" y="1661933"/>
                </a:moveTo>
                <a:lnTo>
                  <a:pt x="3874075" y="1654375"/>
                </a:lnTo>
                <a:lnTo>
                  <a:pt x="3874276" y="1648627"/>
                </a:lnTo>
                <a:lnTo>
                  <a:pt x="3881735" y="1641559"/>
                </a:lnTo>
                <a:lnTo>
                  <a:pt x="3887724" y="1641715"/>
                </a:lnTo>
                <a:lnTo>
                  <a:pt x="3894694" y="1649176"/>
                </a:lnTo>
                <a:lnTo>
                  <a:pt x="3894541" y="1655072"/>
                </a:lnTo>
                <a:lnTo>
                  <a:pt x="3887031" y="1662086"/>
                </a:lnTo>
                <a:lnTo>
                  <a:pt x="3881135" y="1661933"/>
                </a:lnTo>
                <a:close/>
              </a:path>
              <a:path w="5142230" h="2300604">
                <a:moveTo>
                  <a:pt x="4548166" y="2183412"/>
                </a:moveTo>
                <a:lnTo>
                  <a:pt x="4544281" y="2179253"/>
                </a:lnTo>
                <a:lnTo>
                  <a:pt x="4543890" y="2174440"/>
                </a:lnTo>
                <a:lnTo>
                  <a:pt x="4546565" y="2170754"/>
                </a:lnTo>
                <a:lnTo>
                  <a:pt x="4549539" y="2166606"/>
                </a:lnTo>
                <a:lnTo>
                  <a:pt x="4555380" y="2165624"/>
                </a:lnTo>
                <a:lnTo>
                  <a:pt x="4559525" y="2168692"/>
                </a:lnTo>
                <a:lnTo>
                  <a:pt x="4563713" y="2171710"/>
                </a:lnTo>
                <a:lnTo>
                  <a:pt x="4564652" y="2177507"/>
                </a:lnTo>
                <a:lnTo>
                  <a:pt x="4561626" y="2181694"/>
                </a:lnTo>
                <a:lnTo>
                  <a:pt x="4558612" y="2185798"/>
                </a:lnTo>
                <a:lnTo>
                  <a:pt x="4552820" y="2186734"/>
                </a:lnTo>
                <a:lnTo>
                  <a:pt x="4548166" y="2183412"/>
                </a:lnTo>
                <a:close/>
              </a:path>
              <a:path w="5142230" h="2300604">
                <a:moveTo>
                  <a:pt x="3512285" y="1058008"/>
                </a:moveTo>
                <a:lnTo>
                  <a:pt x="3508348" y="1053794"/>
                </a:lnTo>
                <a:lnTo>
                  <a:pt x="3507996" y="1053026"/>
                </a:lnTo>
                <a:lnTo>
                  <a:pt x="3505552" y="1048553"/>
                </a:lnTo>
                <a:lnTo>
                  <a:pt x="3507202" y="1042893"/>
                </a:lnTo>
                <a:lnTo>
                  <a:pt x="3511775" y="1040457"/>
                </a:lnTo>
                <a:lnTo>
                  <a:pt x="3516250" y="1038011"/>
                </a:lnTo>
                <a:lnTo>
                  <a:pt x="3521904" y="1039669"/>
                </a:lnTo>
                <a:lnTo>
                  <a:pt x="3526791" y="1048709"/>
                </a:lnTo>
                <a:lnTo>
                  <a:pt x="3525130" y="1054361"/>
                </a:lnTo>
                <a:lnTo>
                  <a:pt x="3520566" y="1056807"/>
                </a:lnTo>
                <a:lnTo>
                  <a:pt x="3516766" y="1058896"/>
                </a:lnTo>
                <a:lnTo>
                  <a:pt x="3512285" y="1058008"/>
                </a:lnTo>
                <a:close/>
              </a:path>
              <a:path w="5142230" h="2300604">
                <a:moveTo>
                  <a:pt x="4144928" y="1892608"/>
                </a:moveTo>
                <a:lnTo>
                  <a:pt x="4141197" y="1888615"/>
                </a:lnTo>
                <a:lnTo>
                  <a:pt x="4140850" y="1883552"/>
                </a:lnTo>
                <a:lnTo>
                  <a:pt x="4143616" y="1879964"/>
                </a:lnTo>
                <a:lnTo>
                  <a:pt x="4146684" y="1875819"/>
                </a:lnTo>
                <a:lnTo>
                  <a:pt x="4152517" y="1875027"/>
                </a:lnTo>
                <a:lnTo>
                  <a:pt x="4156612" y="1878142"/>
                </a:lnTo>
                <a:lnTo>
                  <a:pt x="4160753" y="1881204"/>
                </a:lnTo>
                <a:lnTo>
                  <a:pt x="4161551" y="1887042"/>
                </a:lnTo>
                <a:lnTo>
                  <a:pt x="4155324" y="1895233"/>
                </a:lnTo>
                <a:lnTo>
                  <a:pt x="4149490" y="1896026"/>
                </a:lnTo>
                <a:lnTo>
                  <a:pt x="4145390" y="1892907"/>
                </a:lnTo>
                <a:lnTo>
                  <a:pt x="4144928" y="1892608"/>
                </a:lnTo>
                <a:close/>
              </a:path>
              <a:path w="5142230" h="2300604">
                <a:moveTo>
                  <a:pt x="1977933" y="317916"/>
                </a:moveTo>
                <a:lnTo>
                  <a:pt x="1974695" y="314450"/>
                </a:lnTo>
                <a:lnTo>
                  <a:pt x="1973757" y="311491"/>
                </a:lnTo>
                <a:lnTo>
                  <a:pt x="1974290" y="308445"/>
                </a:lnTo>
                <a:lnTo>
                  <a:pt x="1975218" y="303378"/>
                </a:lnTo>
                <a:lnTo>
                  <a:pt x="1980098" y="300098"/>
                </a:lnTo>
                <a:lnTo>
                  <a:pt x="1990232" y="301953"/>
                </a:lnTo>
                <a:lnTo>
                  <a:pt x="1993561" y="306788"/>
                </a:lnTo>
                <a:lnTo>
                  <a:pt x="1991606" y="316914"/>
                </a:lnTo>
                <a:lnTo>
                  <a:pt x="1986776" y="320247"/>
                </a:lnTo>
                <a:lnTo>
                  <a:pt x="1981754" y="319269"/>
                </a:lnTo>
                <a:lnTo>
                  <a:pt x="1979688" y="318916"/>
                </a:lnTo>
                <a:lnTo>
                  <a:pt x="1977933" y="317916"/>
                </a:lnTo>
                <a:close/>
              </a:path>
              <a:path w="5142230" h="2300604">
                <a:moveTo>
                  <a:pt x="2809941" y="497260"/>
                </a:moveTo>
                <a:lnTo>
                  <a:pt x="2806657" y="493745"/>
                </a:lnTo>
                <a:lnTo>
                  <a:pt x="2805787" y="490174"/>
                </a:lnTo>
                <a:lnTo>
                  <a:pt x="2808478" y="482107"/>
                </a:lnTo>
                <a:lnTo>
                  <a:pt x="2808526" y="481963"/>
                </a:lnTo>
                <a:lnTo>
                  <a:pt x="2813761" y="479356"/>
                </a:lnTo>
                <a:lnTo>
                  <a:pt x="2823514" y="482563"/>
                </a:lnTo>
                <a:lnTo>
                  <a:pt x="2826167" y="487847"/>
                </a:lnTo>
                <a:lnTo>
                  <a:pt x="2822957" y="497411"/>
                </a:lnTo>
                <a:lnTo>
                  <a:pt x="2822909" y="497555"/>
                </a:lnTo>
                <a:lnTo>
                  <a:pt x="2817626" y="500208"/>
                </a:lnTo>
                <a:lnTo>
                  <a:pt x="2812774" y="498631"/>
                </a:lnTo>
                <a:lnTo>
                  <a:pt x="2811281" y="498108"/>
                </a:lnTo>
                <a:lnTo>
                  <a:pt x="2809941" y="497260"/>
                </a:lnTo>
                <a:close/>
              </a:path>
              <a:path w="5142230" h="2300604">
                <a:moveTo>
                  <a:pt x="4433113" y="2100232"/>
                </a:moveTo>
                <a:lnTo>
                  <a:pt x="4429226" y="2096071"/>
                </a:lnTo>
                <a:lnTo>
                  <a:pt x="4428840" y="2091258"/>
                </a:lnTo>
                <a:lnTo>
                  <a:pt x="4434441" y="2083469"/>
                </a:lnTo>
                <a:lnTo>
                  <a:pt x="4440280" y="2082489"/>
                </a:lnTo>
                <a:lnTo>
                  <a:pt x="4448622" y="2088484"/>
                </a:lnTo>
                <a:lnTo>
                  <a:pt x="4449552" y="2094271"/>
                </a:lnTo>
                <a:lnTo>
                  <a:pt x="4443562" y="2102616"/>
                </a:lnTo>
                <a:lnTo>
                  <a:pt x="4437768" y="2103554"/>
                </a:lnTo>
                <a:lnTo>
                  <a:pt x="4433113" y="2100232"/>
                </a:lnTo>
                <a:close/>
              </a:path>
              <a:path w="5142230" h="2300604">
                <a:moveTo>
                  <a:pt x="2047841" y="330682"/>
                </a:moveTo>
                <a:lnTo>
                  <a:pt x="2044607" y="327220"/>
                </a:lnTo>
                <a:lnTo>
                  <a:pt x="2043669" y="324261"/>
                </a:lnTo>
                <a:lnTo>
                  <a:pt x="2044149" y="321256"/>
                </a:lnTo>
                <a:lnTo>
                  <a:pt x="2045077" y="316189"/>
                </a:lnTo>
                <a:lnTo>
                  <a:pt x="2049907" y="312855"/>
                </a:lnTo>
                <a:lnTo>
                  <a:pt x="2059995" y="314662"/>
                </a:lnTo>
                <a:lnTo>
                  <a:pt x="2063377" y="319456"/>
                </a:lnTo>
                <a:lnTo>
                  <a:pt x="2062445" y="324518"/>
                </a:lnTo>
                <a:lnTo>
                  <a:pt x="2061566" y="329539"/>
                </a:lnTo>
                <a:lnTo>
                  <a:pt x="2056733" y="332968"/>
                </a:lnTo>
                <a:lnTo>
                  <a:pt x="2051666" y="332040"/>
                </a:lnTo>
                <a:lnTo>
                  <a:pt x="2049601" y="331686"/>
                </a:lnTo>
                <a:lnTo>
                  <a:pt x="2047841" y="330682"/>
                </a:lnTo>
                <a:close/>
              </a:path>
              <a:path w="5142230" h="2300604">
                <a:moveTo>
                  <a:pt x="2688005" y="412476"/>
                </a:moveTo>
                <a:lnTo>
                  <a:pt x="2684907" y="409160"/>
                </a:lnTo>
                <a:lnTo>
                  <a:pt x="2683976" y="406012"/>
                </a:lnTo>
                <a:lnTo>
                  <a:pt x="2686129" y="398249"/>
                </a:lnTo>
                <a:lnTo>
                  <a:pt x="2690992" y="395440"/>
                </a:lnTo>
                <a:lnTo>
                  <a:pt x="2700441" y="398028"/>
                </a:lnTo>
                <a:lnTo>
                  <a:pt x="2703249" y="402892"/>
                </a:lnTo>
                <a:lnTo>
                  <a:pt x="2700662" y="412340"/>
                </a:lnTo>
                <a:lnTo>
                  <a:pt x="2695798" y="415149"/>
                </a:lnTo>
                <a:lnTo>
                  <a:pt x="2689436" y="413421"/>
                </a:lnTo>
                <a:lnTo>
                  <a:pt x="2688005" y="412476"/>
                </a:lnTo>
                <a:close/>
              </a:path>
              <a:path w="5142230" h="2300604">
                <a:moveTo>
                  <a:pt x="4947476" y="2166413"/>
                </a:moveTo>
                <a:lnTo>
                  <a:pt x="4943726" y="2162399"/>
                </a:lnTo>
                <a:lnTo>
                  <a:pt x="4943224" y="2158049"/>
                </a:lnTo>
                <a:lnTo>
                  <a:pt x="4945256" y="2154946"/>
                </a:lnTo>
                <a:lnTo>
                  <a:pt x="4947897" y="2150833"/>
                </a:lnTo>
                <a:lnTo>
                  <a:pt x="4948156" y="2150428"/>
                </a:lnTo>
                <a:lnTo>
                  <a:pt x="4953631" y="2149249"/>
                </a:lnTo>
                <a:lnTo>
                  <a:pt x="4961854" y="2154533"/>
                </a:lnTo>
                <a:lnTo>
                  <a:pt x="4963077" y="2160048"/>
                </a:lnTo>
                <a:lnTo>
                  <a:pt x="4960649" y="2163800"/>
                </a:lnTo>
                <a:lnTo>
                  <a:pt x="4957969" y="2167871"/>
                </a:lnTo>
                <a:lnTo>
                  <a:pt x="4957705" y="2168271"/>
                </a:lnTo>
                <a:lnTo>
                  <a:pt x="4952230" y="2169450"/>
                </a:lnTo>
                <a:lnTo>
                  <a:pt x="4948120" y="2166807"/>
                </a:lnTo>
                <a:lnTo>
                  <a:pt x="4947476" y="2166413"/>
                </a:lnTo>
                <a:close/>
              </a:path>
              <a:path w="5142230" h="2300604">
                <a:moveTo>
                  <a:pt x="4827703" y="2088829"/>
                </a:moveTo>
                <a:lnTo>
                  <a:pt x="4824515" y="2085416"/>
                </a:lnTo>
                <a:lnTo>
                  <a:pt x="4824052" y="2080917"/>
                </a:lnTo>
                <a:lnTo>
                  <a:pt x="4828677" y="2073744"/>
                </a:lnTo>
                <a:lnTo>
                  <a:pt x="4828937" y="2073341"/>
                </a:lnTo>
                <a:lnTo>
                  <a:pt x="4834403" y="2072152"/>
                </a:lnTo>
                <a:lnTo>
                  <a:pt x="4842626" y="2077437"/>
                </a:lnTo>
                <a:lnTo>
                  <a:pt x="4843858" y="2082961"/>
                </a:lnTo>
                <a:lnTo>
                  <a:pt x="4841430" y="2086713"/>
                </a:lnTo>
                <a:lnTo>
                  <a:pt x="4838477" y="2091175"/>
                </a:lnTo>
                <a:lnTo>
                  <a:pt x="4833011" y="2092363"/>
                </a:lnTo>
                <a:lnTo>
                  <a:pt x="4828898" y="2089722"/>
                </a:lnTo>
                <a:lnTo>
                  <a:pt x="4827703" y="2088829"/>
                </a:lnTo>
                <a:close/>
              </a:path>
              <a:path w="5142230" h="2300604">
                <a:moveTo>
                  <a:pt x="4170867" y="1668680"/>
                </a:moveTo>
                <a:lnTo>
                  <a:pt x="4166695" y="1664213"/>
                </a:lnTo>
                <a:lnTo>
                  <a:pt x="4166266" y="1659746"/>
                </a:lnTo>
                <a:lnTo>
                  <a:pt x="4168791" y="1656292"/>
                </a:lnTo>
                <a:lnTo>
                  <a:pt x="4171613" y="1652277"/>
                </a:lnTo>
                <a:lnTo>
                  <a:pt x="4177122" y="1651331"/>
                </a:lnTo>
                <a:lnTo>
                  <a:pt x="4185148" y="1656992"/>
                </a:lnTo>
                <a:lnTo>
                  <a:pt x="4186094" y="1662500"/>
                </a:lnTo>
                <a:lnTo>
                  <a:pt x="4180439" y="1670522"/>
                </a:lnTo>
                <a:lnTo>
                  <a:pt x="4174882" y="1671512"/>
                </a:lnTo>
                <a:lnTo>
                  <a:pt x="4170867" y="1668680"/>
                </a:lnTo>
                <a:close/>
              </a:path>
              <a:path w="5142230" h="2300604">
                <a:moveTo>
                  <a:pt x="4887888" y="2127845"/>
                </a:moveTo>
                <a:lnTo>
                  <a:pt x="4884133" y="2123826"/>
                </a:lnTo>
                <a:lnTo>
                  <a:pt x="4883636" y="2119481"/>
                </a:lnTo>
                <a:lnTo>
                  <a:pt x="4888312" y="2112267"/>
                </a:lnTo>
                <a:lnTo>
                  <a:pt x="4888573" y="2111865"/>
                </a:lnTo>
                <a:lnTo>
                  <a:pt x="4894043" y="2110681"/>
                </a:lnTo>
                <a:lnTo>
                  <a:pt x="4902266" y="2115965"/>
                </a:lnTo>
                <a:lnTo>
                  <a:pt x="4903442" y="2121524"/>
                </a:lnTo>
                <a:lnTo>
                  <a:pt x="4901063" y="2125236"/>
                </a:lnTo>
                <a:lnTo>
                  <a:pt x="4898117" y="2129703"/>
                </a:lnTo>
                <a:lnTo>
                  <a:pt x="4892599" y="2130931"/>
                </a:lnTo>
                <a:lnTo>
                  <a:pt x="4888532" y="2128238"/>
                </a:lnTo>
                <a:lnTo>
                  <a:pt x="4887888" y="2127845"/>
                </a:lnTo>
                <a:close/>
              </a:path>
              <a:path w="5142230" h="2300604">
                <a:moveTo>
                  <a:pt x="4648835" y="1974774"/>
                </a:moveTo>
                <a:lnTo>
                  <a:pt x="4645039" y="1970711"/>
                </a:lnTo>
                <a:lnTo>
                  <a:pt x="4644536" y="1966455"/>
                </a:lnTo>
                <a:lnTo>
                  <a:pt x="4646611" y="1963105"/>
                </a:lnTo>
                <a:lnTo>
                  <a:pt x="4649166" y="1958902"/>
                </a:lnTo>
                <a:lnTo>
                  <a:pt x="4654757" y="1957555"/>
                </a:lnTo>
                <a:lnTo>
                  <a:pt x="4663077" y="1962749"/>
                </a:lnTo>
                <a:lnTo>
                  <a:pt x="4664305" y="1968167"/>
                </a:lnTo>
                <a:lnTo>
                  <a:pt x="4661830" y="1972263"/>
                </a:lnTo>
                <a:lnTo>
                  <a:pt x="4659187" y="1976372"/>
                </a:lnTo>
                <a:lnTo>
                  <a:pt x="4653640" y="1977765"/>
                </a:lnTo>
                <a:lnTo>
                  <a:pt x="4648835" y="1974774"/>
                </a:lnTo>
                <a:close/>
              </a:path>
              <a:path w="5142230" h="2300604">
                <a:moveTo>
                  <a:pt x="2956107" y="503885"/>
                </a:moveTo>
                <a:lnTo>
                  <a:pt x="2952968" y="500525"/>
                </a:lnTo>
                <a:lnTo>
                  <a:pt x="2952242" y="496812"/>
                </a:lnTo>
                <a:lnTo>
                  <a:pt x="2953682" y="493466"/>
                </a:lnTo>
                <a:lnTo>
                  <a:pt x="2955582" y="488952"/>
                </a:lnTo>
                <a:lnTo>
                  <a:pt x="2960751" y="486863"/>
                </a:lnTo>
                <a:lnTo>
                  <a:pt x="2969822" y="490707"/>
                </a:lnTo>
                <a:lnTo>
                  <a:pt x="2971800" y="495756"/>
                </a:lnTo>
                <a:lnTo>
                  <a:pt x="2969963" y="500437"/>
                </a:lnTo>
                <a:lnTo>
                  <a:pt x="2968017" y="504903"/>
                </a:lnTo>
                <a:lnTo>
                  <a:pt x="2962851" y="506999"/>
                </a:lnTo>
                <a:lnTo>
                  <a:pt x="2958337" y="505097"/>
                </a:lnTo>
                <a:lnTo>
                  <a:pt x="2957172" y="504633"/>
                </a:lnTo>
                <a:lnTo>
                  <a:pt x="2956107" y="503885"/>
                </a:lnTo>
                <a:close/>
              </a:path>
              <a:path w="5142230" h="2300604">
                <a:moveTo>
                  <a:pt x="3083755" y="565262"/>
                </a:moveTo>
                <a:lnTo>
                  <a:pt x="3080562" y="561844"/>
                </a:lnTo>
                <a:lnTo>
                  <a:pt x="3079905" y="557719"/>
                </a:lnTo>
                <a:lnTo>
                  <a:pt x="3084180" y="549981"/>
                </a:lnTo>
                <a:lnTo>
                  <a:pt x="3089523" y="548369"/>
                </a:lnTo>
                <a:lnTo>
                  <a:pt x="3098138" y="553096"/>
                </a:lnTo>
                <a:lnTo>
                  <a:pt x="3099750" y="558438"/>
                </a:lnTo>
                <a:lnTo>
                  <a:pt x="3095019" y="567058"/>
                </a:lnTo>
                <a:lnTo>
                  <a:pt x="3089631" y="568622"/>
                </a:lnTo>
                <a:lnTo>
                  <a:pt x="3085371" y="566309"/>
                </a:lnTo>
                <a:lnTo>
                  <a:pt x="3084486" y="565849"/>
                </a:lnTo>
                <a:lnTo>
                  <a:pt x="3083755" y="565262"/>
                </a:lnTo>
                <a:close/>
              </a:path>
              <a:path w="5142230" h="2300604">
                <a:moveTo>
                  <a:pt x="4228795" y="1708798"/>
                </a:moveTo>
                <a:lnTo>
                  <a:pt x="4225098" y="1704840"/>
                </a:lnTo>
                <a:lnTo>
                  <a:pt x="4224651" y="1700352"/>
                </a:lnTo>
                <a:lnTo>
                  <a:pt x="4227032" y="1696840"/>
                </a:lnTo>
                <a:lnTo>
                  <a:pt x="4229767" y="1692733"/>
                </a:lnTo>
                <a:lnTo>
                  <a:pt x="4235327" y="1691739"/>
                </a:lnTo>
                <a:lnTo>
                  <a:pt x="4243404" y="1697260"/>
                </a:lnTo>
                <a:lnTo>
                  <a:pt x="4244443" y="1702773"/>
                </a:lnTo>
                <a:lnTo>
                  <a:pt x="4238925" y="1710841"/>
                </a:lnTo>
                <a:lnTo>
                  <a:pt x="4233463" y="1711934"/>
                </a:lnTo>
                <a:lnTo>
                  <a:pt x="4229403" y="1709153"/>
                </a:lnTo>
                <a:lnTo>
                  <a:pt x="4228795" y="1708798"/>
                </a:lnTo>
                <a:close/>
              </a:path>
              <a:path w="5142230" h="2300604">
                <a:moveTo>
                  <a:pt x="4768660" y="2050748"/>
                </a:moveTo>
                <a:lnTo>
                  <a:pt x="4764869" y="2046690"/>
                </a:lnTo>
                <a:lnTo>
                  <a:pt x="4764372" y="2042345"/>
                </a:lnTo>
                <a:lnTo>
                  <a:pt x="4766396" y="2039233"/>
                </a:lnTo>
                <a:lnTo>
                  <a:pt x="4769081" y="2035167"/>
                </a:lnTo>
                <a:lnTo>
                  <a:pt x="4769345" y="2034768"/>
                </a:lnTo>
                <a:lnTo>
                  <a:pt x="4774815" y="2033584"/>
                </a:lnTo>
                <a:lnTo>
                  <a:pt x="4783043" y="2038873"/>
                </a:lnTo>
                <a:lnTo>
                  <a:pt x="4784222" y="2044437"/>
                </a:lnTo>
                <a:lnTo>
                  <a:pt x="4781795" y="2048096"/>
                </a:lnTo>
                <a:lnTo>
                  <a:pt x="4779149" y="2052202"/>
                </a:lnTo>
                <a:lnTo>
                  <a:pt x="4778889" y="2052607"/>
                </a:lnTo>
                <a:lnTo>
                  <a:pt x="4773418" y="2053790"/>
                </a:lnTo>
                <a:lnTo>
                  <a:pt x="4769308" y="2051147"/>
                </a:lnTo>
                <a:lnTo>
                  <a:pt x="4768660" y="2050748"/>
                </a:lnTo>
                <a:close/>
              </a:path>
              <a:path w="5142230" h="2300604">
                <a:moveTo>
                  <a:pt x="5006515" y="2204489"/>
                </a:moveTo>
                <a:lnTo>
                  <a:pt x="5003327" y="2201076"/>
                </a:lnTo>
                <a:lnTo>
                  <a:pt x="5002864" y="2196577"/>
                </a:lnTo>
                <a:lnTo>
                  <a:pt x="5007525" y="2189348"/>
                </a:lnTo>
                <a:lnTo>
                  <a:pt x="5007749" y="2189001"/>
                </a:lnTo>
                <a:lnTo>
                  <a:pt x="5013263" y="2187767"/>
                </a:lnTo>
                <a:lnTo>
                  <a:pt x="5017325" y="2190456"/>
                </a:lnTo>
                <a:lnTo>
                  <a:pt x="5021438" y="2193097"/>
                </a:lnTo>
                <a:lnTo>
                  <a:pt x="5022670" y="2198621"/>
                </a:lnTo>
                <a:lnTo>
                  <a:pt x="5020247" y="2202380"/>
                </a:lnTo>
                <a:lnTo>
                  <a:pt x="5017336" y="2206790"/>
                </a:lnTo>
                <a:lnTo>
                  <a:pt x="5011822" y="2208023"/>
                </a:lnTo>
                <a:lnTo>
                  <a:pt x="5007710" y="2205382"/>
                </a:lnTo>
                <a:lnTo>
                  <a:pt x="5006515" y="2204489"/>
                </a:lnTo>
                <a:close/>
              </a:path>
              <a:path w="5142230" h="2300604">
                <a:moveTo>
                  <a:pt x="2890391" y="477524"/>
                </a:moveTo>
                <a:lnTo>
                  <a:pt x="2887248" y="474159"/>
                </a:lnTo>
                <a:lnTo>
                  <a:pt x="2886429" y="470642"/>
                </a:lnTo>
                <a:lnTo>
                  <a:pt x="2887674" y="467379"/>
                </a:lnTo>
                <a:lnTo>
                  <a:pt x="2889388" y="462765"/>
                </a:lnTo>
                <a:lnTo>
                  <a:pt x="2894520" y="460436"/>
                </a:lnTo>
                <a:lnTo>
                  <a:pt x="2899081" y="462192"/>
                </a:lnTo>
                <a:lnTo>
                  <a:pt x="2903701" y="463912"/>
                </a:lnTo>
                <a:lnTo>
                  <a:pt x="2906028" y="469043"/>
                </a:lnTo>
                <a:lnTo>
                  <a:pt x="2904308" y="473654"/>
                </a:lnTo>
                <a:lnTo>
                  <a:pt x="2902554" y="478224"/>
                </a:lnTo>
                <a:lnTo>
                  <a:pt x="2897421" y="480553"/>
                </a:lnTo>
                <a:lnTo>
                  <a:pt x="2892856" y="478791"/>
                </a:lnTo>
                <a:lnTo>
                  <a:pt x="2891502" y="478321"/>
                </a:lnTo>
                <a:lnTo>
                  <a:pt x="2890391" y="477524"/>
                </a:lnTo>
                <a:close/>
              </a:path>
              <a:path w="5142230" h="2300604">
                <a:moveTo>
                  <a:pt x="4287885" y="1748298"/>
                </a:moveTo>
                <a:lnTo>
                  <a:pt x="4284136" y="1744285"/>
                </a:lnTo>
                <a:lnTo>
                  <a:pt x="4283685" y="1739894"/>
                </a:lnTo>
                <a:lnTo>
                  <a:pt x="4285978" y="1736382"/>
                </a:lnTo>
                <a:lnTo>
                  <a:pt x="4288666" y="1732319"/>
                </a:lnTo>
                <a:lnTo>
                  <a:pt x="4294179" y="1731186"/>
                </a:lnTo>
                <a:lnTo>
                  <a:pt x="4302352" y="1736609"/>
                </a:lnTo>
                <a:lnTo>
                  <a:pt x="4303489" y="1742030"/>
                </a:lnTo>
                <a:lnTo>
                  <a:pt x="4300792" y="1746183"/>
                </a:lnTo>
                <a:lnTo>
                  <a:pt x="4298105" y="1750246"/>
                </a:lnTo>
                <a:lnTo>
                  <a:pt x="4292596" y="1751384"/>
                </a:lnTo>
                <a:lnTo>
                  <a:pt x="4288533" y="1748696"/>
                </a:lnTo>
                <a:lnTo>
                  <a:pt x="4287885" y="1748298"/>
                </a:lnTo>
                <a:close/>
              </a:path>
              <a:path w="5142230" h="2300604">
                <a:moveTo>
                  <a:pt x="3020695" y="533043"/>
                </a:moveTo>
                <a:lnTo>
                  <a:pt x="3017552" y="529678"/>
                </a:lnTo>
                <a:lnTo>
                  <a:pt x="3016788" y="525735"/>
                </a:lnTo>
                <a:lnTo>
                  <a:pt x="3018461" y="522346"/>
                </a:lnTo>
                <a:lnTo>
                  <a:pt x="3020543" y="517926"/>
                </a:lnTo>
                <a:lnTo>
                  <a:pt x="3025851" y="516082"/>
                </a:lnTo>
                <a:lnTo>
                  <a:pt x="3034719" y="520297"/>
                </a:lnTo>
                <a:lnTo>
                  <a:pt x="3036574" y="525605"/>
                </a:lnTo>
                <a:lnTo>
                  <a:pt x="3032308" y="534430"/>
                </a:lnTo>
                <a:lnTo>
                  <a:pt x="3027004" y="536280"/>
                </a:lnTo>
                <a:lnTo>
                  <a:pt x="3022586" y="534189"/>
                </a:lnTo>
                <a:lnTo>
                  <a:pt x="3021564" y="533682"/>
                </a:lnTo>
                <a:lnTo>
                  <a:pt x="3020695" y="533043"/>
                </a:lnTo>
                <a:close/>
              </a:path>
              <a:path w="5142230" h="2300604">
                <a:moveTo>
                  <a:pt x="4113181" y="1626965"/>
                </a:moveTo>
                <a:lnTo>
                  <a:pt x="4109105" y="1622601"/>
                </a:lnTo>
                <a:lnTo>
                  <a:pt x="4108767" y="1618040"/>
                </a:lnTo>
                <a:lnTo>
                  <a:pt x="4111342" y="1614539"/>
                </a:lnTo>
                <a:lnTo>
                  <a:pt x="4114214" y="1610578"/>
                </a:lnTo>
                <a:lnTo>
                  <a:pt x="4119762" y="1609769"/>
                </a:lnTo>
                <a:lnTo>
                  <a:pt x="4123723" y="1612643"/>
                </a:lnTo>
                <a:lnTo>
                  <a:pt x="4127688" y="1615613"/>
                </a:lnTo>
                <a:lnTo>
                  <a:pt x="4128491" y="1621164"/>
                </a:lnTo>
                <a:lnTo>
                  <a:pt x="4125571" y="1625079"/>
                </a:lnTo>
                <a:lnTo>
                  <a:pt x="4122697" y="1629042"/>
                </a:lnTo>
                <a:lnTo>
                  <a:pt x="4117094" y="1629884"/>
                </a:lnTo>
                <a:lnTo>
                  <a:pt x="4113181" y="1626965"/>
                </a:lnTo>
                <a:close/>
              </a:path>
              <a:path w="5142230" h="2300604">
                <a:moveTo>
                  <a:pt x="2756116" y="432115"/>
                </a:moveTo>
                <a:lnTo>
                  <a:pt x="2753023" y="428804"/>
                </a:lnTo>
                <a:lnTo>
                  <a:pt x="2752144" y="425517"/>
                </a:lnTo>
                <a:lnTo>
                  <a:pt x="2753102" y="422339"/>
                </a:lnTo>
                <a:lnTo>
                  <a:pt x="2754534" y="417714"/>
                </a:lnTo>
                <a:lnTo>
                  <a:pt x="2759489" y="415003"/>
                </a:lnTo>
                <a:lnTo>
                  <a:pt x="2764159" y="416484"/>
                </a:lnTo>
                <a:lnTo>
                  <a:pt x="2768833" y="417871"/>
                </a:lnTo>
                <a:lnTo>
                  <a:pt x="2771495" y="422871"/>
                </a:lnTo>
                <a:lnTo>
                  <a:pt x="2770109" y="427545"/>
                </a:lnTo>
                <a:lnTo>
                  <a:pt x="2768623" y="432211"/>
                </a:lnTo>
                <a:lnTo>
                  <a:pt x="2763722" y="434881"/>
                </a:lnTo>
                <a:lnTo>
                  <a:pt x="2757456" y="432963"/>
                </a:lnTo>
                <a:lnTo>
                  <a:pt x="2756116" y="432115"/>
                </a:lnTo>
                <a:close/>
              </a:path>
              <a:path w="5142230" h="2300604">
                <a:moveTo>
                  <a:pt x="2823645" y="453677"/>
                </a:moveTo>
                <a:lnTo>
                  <a:pt x="2820553" y="450366"/>
                </a:lnTo>
                <a:lnTo>
                  <a:pt x="2819676" y="446985"/>
                </a:lnTo>
                <a:lnTo>
                  <a:pt x="2822353" y="439097"/>
                </a:lnTo>
                <a:lnTo>
                  <a:pt x="2827348" y="436622"/>
                </a:lnTo>
                <a:lnTo>
                  <a:pt x="2836682" y="439774"/>
                </a:lnTo>
                <a:lnTo>
                  <a:pt x="2839157" y="444766"/>
                </a:lnTo>
                <a:lnTo>
                  <a:pt x="2836005" y="454102"/>
                </a:lnTo>
                <a:lnTo>
                  <a:pt x="2831012" y="456575"/>
                </a:lnTo>
                <a:lnTo>
                  <a:pt x="2826340" y="454996"/>
                </a:lnTo>
                <a:lnTo>
                  <a:pt x="2824897" y="454526"/>
                </a:lnTo>
                <a:lnTo>
                  <a:pt x="2823645" y="453677"/>
                </a:lnTo>
                <a:close/>
              </a:path>
              <a:path w="5142230" h="2300604">
                <a:moveTo>
                  <a:pt x="4708920" y="2012504"/>
                </a:moveTo>
                <a:lnTo>
                  <a:pt x="4705124" y="2008441"/>
                </a:lnTo>
                <a:lnTo>
                  <a:pt x="4704582" y="2004147"/>
                </a:lnTo>
                <a:lnTo>
                  <a:pt x="4706675" y="2000914"/>
                </a:lnTo>
                <a:lnTo>
                  <a:pt x="4709270" y="1996752"/>
                </a:lnTo>
                <a:lnTo>
                  <a:pt x="4709416" y="1996518"/>
                </a:lnTo>
                <a:lnTo>
                  <a:pt x="4714939" y="1995294"/>
                </a:lnTo>
                <a:lnTo>
                  <a:pt x="4719052" y="1997935"/>
                </a:lnTo>
                <a:lnTo>
                  <a:pt x="4723212" y="2000532"/>
                </a:lnTo>
                <a:lnTo>
                  <a:pt x="4724435" y="2006046"/>
                </a:lnTo>
                <a:lnTo>
                  <a:pt x="4721946" y="2009931"/>
                </a:lnTo>
                <a:lnTo>
                  <a:pt x="4719343" y="2014083"/>
                </a:lnTo>
                <a:lnTo>
                  <a:pt x="4719196" y="2014318"/>
                </a:lnTo>
                <a:lnTo>
                  <a:pt x="4713733" y="2015505"/>
                </a:lnTo>
                <a:lnTo>
                  <a:pt x="4708920" y="2012504"/>
                </a:lnTo>
                <a:close/>
              </a:path>
              <a:path w="5142230" h="2300604">
                <a:moveTo>
                  <a:pt x="3544145" y="1003751"/>
                </a:moveTo>
                <a:lnTo>
                  <a:pt x="3540311" y="999646"/>
                </a:lnTo>
                <a:lnTo>
                  <a:pt x="3537419" y="995672"/>
                </a:lnTo>
                <a:lnTo>
                  <a:pt x="3538367" y="990139"/>
                </a:lnTo>
                <a:lnTo>
                  <a:pt x="3546301" y="984362"/>
                </a:lnTo>
                <a:lnTo>
                  <a:pt x="3551841" y="985305"/>
                </a:lnTo>
                <a:lnTo>
                  <a:pt x="3557567" y="993196"/>
                </a:lnTo>
                <a:lnTo>
                  <a:pt x="3556674" y="998787"/>
                </a:lnTo>
                <a:lnTo>
                  <a:pt x="3552752" y="1001629"/>
                </a:lnTo>
                <a:lnTo>
                  <a:pt x="3549024" y="1004281"/>
                </a:lnTo>
                <a:lnTo>
                  <a:pt x="3544145" y="1003751"/>
                </a:lnTo>
                <a:close/>
              </a:path>
              <a:path w="5142230" h="2300604">
                <a:moveTo>
                  <a:pt x="4000883" y="1539303"/>
                </a:moveTo>
                <a:lnTo>
                  <a:pt x="3997044" y="1535193"/>
                </a:lnTo>
                <a:lnTo>
                  <a:pt x="3996842" y="1530285"/>
                </a:lnTo>
                <a:lnTo>
                  <a:pt x="3999649" y="1526842"/>
                </a:lnTo>
                <a:lnTo>
                  <a:pt x="4002798" y="1523078"/>
                </a:lnTo>
                <a:lnTo>
                  <a:pt x="4008390" y="1522511"/>
                </a:lnTo>
                <a:lnTo>
                  <a:pt x="4012206" y="1525622"/>
                </a:lnTo>
                <a:lnTo>
                  <a:pt x="4015967" y="1528765"/>
                </a:lnTo>
                <a:lnTo>
                  <a:pt x="4016437" y="1534352"/>
                </a:lnTo>
                <a:lnTo>
                  <a:pt x="4013386" y="1538125"/>
                </a:lnTo>
                <a:lnTo>
                  <a:pt x="4010236" y="1541889"/>
                </a:lnTo>
                <a:lnTo>
                  <a:pt x="4004646" y="1542453"/>
                </a:lnTo>
                <a:lnTo>
                  <a:pt x="4000883" y="1539303"/>
                </a:lnTo>
                <a:close/>
              </a:path>
              <a:path w="5142230" h="2300604">
                <a:moveTo>
                  <a:pt x="3946009" y="1492488"/>
                </a:moveTo>
                <a:lnTo>
                  <a:pt x="3942916" y="1489177"/>
                </a:lnTo>
                <a:lnTo>
                  <a:pt x="3942809" y="1483980"/>
                </a:lnTo>
                <a:lnTo>
                  <a:pt x="3945850" y="1480492"/>
                </a:lnTo>
                <a:lnTo>
                  <a:pt x="3949095" y="1476830"/>
                </a:lnTo>
                <a:lnTo>
                  <a:pt x="3954724" y="1476503"/>
                </a:lnTo>
                <a:lnTo>
                  <a:pt x="3962057" y="1482984"/>
                </a:lnTo>
                <a:lnTo>
                  <a:pt x="3962380" y="1488608"/>
                </a:lnTo>
                <a:lnTo>
                  <a:pt x="3955904" y="1495946"/>
                </a:lnTo>
                <a:lnTo>
                  <a:pt x="3950321" y="1496322"/>
                </a:lnTo>
                <a:lnTo>
                  <a:pt x="3946009" y="1492488"/>
                </a:lnTo>
                <a:close/>
              </a:path>
              <a:path w="5142230" h="2300604">
                <a:moveTo>
                  <a:pt x="4347509" y="1787005"/>
                </a:moveTo>
                <a:lnTo>
                  <a:pt x="4343764" y="1782997"/>
                </a:lnTo>
                <a:lnTo>
                  <a:pt x="4343267" y="1778650"/>
                </a:lnTo>
                <a:lnTo>
                  <a:pt x="4345244" y="1775488"/>
                </a:lnTo>
                <a:lnTo>
                  <a:pt x="4348106" y="1771025"/>
                </a:lnTo>
                <a:lnTo>
                  <a:pt x="4353624" y="1769797"/>
                </a:lnTo>
                <a:lnTo>
                  <a:pt x="4361847" y="1775081"/>
                </a:lnTo>
                <a:lnTo>
                  <a:pt x="4363077" y="1780598"/>
                </a:lnTo>
                <a:lnTo>
                  <a:pt x="4357963" y="1788516"/>
                </a:lnTo>
                <a:lnTo>
                  <a:pt x="4357739" y="1788863"/>
                </a:lnTo>
                <a:lnTo>
                  <a:pt x="4352275" y="1790050"/>
                </a:lnTo>
                <a:lnTo>
                  <a:pt x="4347509" y="1787005"/>
                </a:lnTo>
                <a:close/>
              </a:path>
              <a:path w="5142230" h="2300604">
                <a:moveTo>
                  <a:pt x="4056441" y="1583919"/>
                </a:moveTo>
                <a:lnTo>
                  <a:pt x="4052507" y="1579707"/>
                </a:lnTo>
                <a:lnTo>
                  <a:pt x="4052166" y="1574947"/>
                </a:lnTo>
                <a:lnTo>
                  <a:pt x="4054925" y="1571447"/>
                </a:lnTo>
                <a:lnTo>
                  <a:pt x="4057890" y="1567581"/>
                </a:lnTo>
                <a:lnTo>
                  <a:pt x="4063482" y="1566923"/>
                </a:lnTo>
                <a:lnTo>
                  <a:pt x="4067352" y="1569892"/>
                </a:lnTo>
                <a:lnTo>
                  <a:pt x="4071208" y="1572946"/>
                </a:lnTo>
                <a:lnTo>
                  <a:pt x="4071917" y="1578492"/>
                </a:lnTo>
                <a:lnTo>
                  <a:pt x="4068907" y="1582309"/>
                </a:lnTo>
                <a:lnTo>
                  <a:pt x="4065898" y="1586225"/>
                </a:lnTo>
                <a:lnTo>
                  <a:pt x="4060304" y="1586885"/>
                </a:lnTo>
                <a:lnTo>
                  <a:pt x="4056441" y="1583919"/>
                </a:lnTo>
                <a:close/>
              </a:path>
              <a:path w="5142230" h="2300604">
                <a:moveTo>
                  <a:pt x="3502127" y="946553"/>
                </a:moveTo>
                <a:lnTo>
                  <a:pt x="3498396" y="942559"/>
                </a:lnTo>
                <a:lnTo>
                  <a:pt x="3495505" y="938586"/>
                </a:lnTo>
                <a:lnTo>
                  <a:pt x="3496264" y="933046"/>
                </a:lnTo>
                <a:lnTo>
                  <a:pt x="3504107" y="927171"/>
                </a:lnTo>
                <a:lnTo>
                  <a:pt x="3509699" y="927974"/>
                </a:lnTo>
                <a:lnTo>
                  <a:pt x="3515568" y="935823"/>
                </a:lnTo>
                <a:lnTo>
                  <a:pt x="3514768" y="941419"/>
                </a:lnTo>
                <a:lnTo>
                  <a:pt x="3510844" y="944354"/>
                </a:lnTo>
                <a:lnTo>
                  <a:pt x="3507161" y="947055"/>
                </a:lnTo>
                <a:lnTo>
                  <a:pt x="3502127" y="946553"/>
                </a:lnTo>
                <a:close/>
              </a:path>
              <a:path w="5142230" h="2300604">
                <a:moveTo>
                  <a:pt x="3314468" y="728954"/>
                </a:moveTo>
                <a:lnTo>
                  <a:pt x="3310819" y="725048"/>
                </a:lnTo>
                <a:lnTo>
                  <a:pt x="3310811" y="719861"/>
                </a:lnTo>
                <a:lnTo>
                  <a:pt x="3313997" y="716428"/>
                </a:lnTo>
                <a:lnTo>
                  <a:pt x="3317279" y="712805"/>
                </a:lnTo>
                <a:lnTo>
                  <a:pt x="3322905" y="712571"/>
                </a:lnTo>
                <a:lnTo>
                  <a:pt x="3330091" y="719290"/>
                </a:lnTo>
                <a:lnTo>
                  <a:pt x="3330326" y="724915"/>
                </a:lnTo>
                <a:lnTo>
                  <a:pt x="3323658" y="732048"/>
                </a:lnTo>
                <a:lnTo>
                  <a:pt x="3318031" y="732282"/>
                </a:lnTo>
                <a:lnTo>
                  <a:pt x="3314468" y="728954"/>
                </a:lnTo>
                <a:close/>
              </a:path>
              <a:path w="5142230" h="2300604">
                <a:moveTo>
                  <a:pt x="3367657" y="782083"/>
                </a:moveTo>
                <a:lnTo>
                  <a:pt x="3360918" y="774869"/>
                </a:lnTo>
                <a:lnTo>
                  <a:pt x="3361152" y="769350"/>
                </a:lnTo>
                <a:lnTo>
                  <a:pt x="3368269" y="762601"/>
                </a:lnTo>
                <a:lnTo>
                  <a:pt x="3373932" y="762798"/>
                </a:lnTo>
                <a:lnTo>
                  <a:pt x="3380628" y="769966"/>
                </a:lnTo>
                <a:lnTo>
                  <a:pt x="3380430" y="775620"/>
                </a:lnTo>
                <a:lnTo>
                  <a:pt x="3373264" y="782315"/>
                </a:lnTo>
                <a:lnTo>
                  <a:pt x="3367657" y="782083"/>
                </a:lnTo>
                <a:close/>
              </a:path>
              <a:path w="5142230" h="2300604">
                <a:moveTo>
                  <a:pt x="3894051" y="1444883"/>
                </a:moveTo>
                <a:lnTo>
                  <a:pt x="3890449" y="1441026"/>
                </a:lnTo>
                <a:lnTo>
                  <a:pt x="3890444" y="1435743"/>
                </a:lnTo>
                <a:lnTo>
                  <a:pt x="3893769" y="1432363"/>
                </a:lnTo>
                <a:lnTo>
                  <a:pt x="3897147" y="1428843"/>
                </a:lnTo>
                <a:lnTo>
                  <a:pt x="3902764" y="1428699"/>
                </a:lnTo>
                <a:lnTo>
                  <a:pt x="3909805" y="1435453"/>
                </a:lnTo>
                <a:lnTo>
                  <a:pt x="3909948" y="1441081"/>
                </a:lnTo>
                <a:lnTo>
                  <a:pt x="3903144" y="1448168"/>
                </a:lnTo>
                <a:lnTo>
                  <a:pt x="3897572" y="1448260"/>
                </a:lnTo>
                <a:lnTo>
                  <a:pt x="3894051" y="1444883"/>
                </a:lnTo>
                <a:close/>
              </a:path>
              <a:path w="5142230" h="2300604">
                <a:moveTo>
                  <a:pt x="3459011" y="890232"/>
                </a:moveTo>
                <a:lnTo>
                  <a:pt x="3455412" y="886380"/>
                </a:lnTo>
                <a:lnTo>
                  <a:pt x="3452382" y="882454"/>
                </a:lnTo>
                <a:lnTo>
                  <a:pt x="3453044" y="876905"/>
                </a:lnTo>
                <a:lnTo>
                  <a:pt x="3455717" y="874784"/>
                </a:lnTo>
                <a:lnTo>
                  <a:pt x="3456872" y="873868"/>
                </a:lnTo>
                <a:lnTo>
                  <a:pt x="3460802" y="870844"/>
                </a:lnTo>
                <a:lnTo>
                  <a:pt x="3466346" y="871500"/>
                </a:lnTo>
                <a:lnTo>
                  <a:pt x="3469336" y="875382"/>
                </a:lnTo>
                <a:lnTo>
                  <a:pt x="3472363" y="879211"/>
                </a:lnTo>
                <a:lnTo>
                  <a:pt x="3471752" y="884813"/>
                </a:lnTo>
                <a:lnTo>
                  <a:pt x="3467874" y="887797"/>
                </a:lnTo>
                <a:lnTo>
                  <a:pt x="3465185" y="889902"/>
                </a:lnTo>
                <a:lnTo>
                  <a:pt x="3464184" y="890687"/>
                </a:lnTo>
                <a:lnTo>
                  <a:pt x="3459011" y="890232"/>
                </a:lnTo>
                <a:close/>
              </a:path>
              <a:path w="5142230" h="2300604">
                <a:moveTo>
                  <a:pt x="3414376" y="835221"/>
                </a:moveTo>
                <a:lnTo>
                  <a:pt x="3410873" y="831471"/>
                </a:lnTo>
                <a:lnTo>
                  <a:pt x="3407738" y="827725"/>
                </a:lnTo>
                <a:lnTo>
                  <a:pt x="3408218" y="822081"/>
                </a:lnTo>
                <a:lnTo>
                  <a:pt x="3414985" y="816420"/>
                </a:lnTo>
                <a:lnTo>
                  <a:pt x="3415701" y="815821"/>
                </a:lnTo>
                <a:lnTo>
                  <a:pt x="3421306" y="816246"/>
                </a:lnTo>
                <a:lnTo>
                  <a:pt x="3427612" y="823779"/>
                </a:lnTo>
                <a:lnTo>
                  <a:pt x="3427132" y="829422"/>
                </a:lnTo>
                <a:lnTo>
                  <a:pt x="3420364" y="835083"/>
                </a:lnTo>
                <a:lnTo>
                  <a:pt x="3419751" y="835596"/>
                </a:lnTo>
                <a:lnTo>
                  <a:pt x="3414376" y="835221"/>
                </a:lnTo>
                <a:close/>
              </a:path>
              <a:path w="5142230" h="2300604">
                <a:moveTo>
                  <a:pt x="3799496" y="1344737"/>
                </a:moveTo>
                <a:lnTo>
                  <a:pt x="3796039" y="1341037"/>
                </a:lnTo>
                <a:lnTo>
                  <a:pt x="3792809" y="1337288"/>
                </a:lnTo>
                <a:lnTo>
                  <a:pt x="3793241" y="1331689"/>
                </a:lnTo>
                <a:lnTo>
                  <a:pt x="3800125" y="1325765"/>
                </a:lnTo>
                <a:lnTo>
                  <a:pt x="3800681" y="1325287"/>
                </a:lnTo>
                <a:lnTo>
                  <a:pt x="3806285" y="1325712"/>
                </a:lnTo>
                <a:lnTo>
                  <a:pt x="3812684" y="1333148"/>
                </a:lnTo>
                <a:lnTo>
                  <a:pt x="3812261" y="1338757"/>
                </a:lnTo>
                <a:lnTo>
                  <a:pt x="3805370" y="1344673"/>
                </a:lnTo>
                <a:lnTo>
                  <a:pt x="3804912" y="1345065"/>
                </a:lnTo>
                <a:lnTo>
                  <a:pt x="3799496" y="1344737"/>
                </a:lnTo>
                <a:close/>
              </a:path>
              <a:path w="5142230" h="2300604">
                <a:moveTo>
                  <a:pt x="3710456" y="1233982"/>
                </a:moveTo>
                <a:lnTo>
                  <a:pt x="3706720" y="1229983"/>
                </a:lnTo>
                <a:lnTo>
                  <a:pt x="3703780" y="1226054"/>
                </a:lnTo>
                <a:lnTo>
                  <a:pt x="3704540" y="1220514"/>
                </a:lnTo>
                <a:lnTo>
                  <a:pt x="3708413" y="1217525"/>
                </a:lnTo>
                <a:lnTo>
                  <a:pt x="3712337" y="1214590"/>
                </a:lnTo>
                <a:lnTo>
                  <a:pt x="3717888" y="1215349"/>
                </a:lnTo>
                <a:lnTo>
                  <a:pt x="3720869" y="1219222"/>
                </a:lnTo>
                <a:lnTo>
                  <a:pt x="3723808" y="1223151"/>
                </a:lnTo>
                <a:lnTo>
                  <a:pt x="3723048" y="1228691"/>
                </a:lnTo>
                <a:lnTo>
                  <a:pt x="3719172" y="1231682"/>
                </a:lnTo>
                <a:lnTo>
                  <a:pt x="3715485" y="1234478"/>
                </a:lnTo>
                <a:lnTo>
                  <a:pt x="3710456" y="1233982"/>
                </a:lnTo>
                <a:close/>
              </a:path>
              <a:path w="5142230" h="2300604">
                <a:moveTo>
                  <a:pt x="4588501" y="1937360"/>
                </a:moveTo>
                <a:lnTo>
                  <a:pt x="4584698" y="1933288"/>
                </a:lnTo>
                <a:lnTo>
                  <a:pt x="4584204" y="1929047"/>
                </a:lnTo>
                <a:lnTo>
                  <a:pt x="4586354" y="1925578"/>
                </a:lnTo>
                <a:lnTo>
                  <a:pt x="4588905" y="1921369"/>
                </a:lnTo>
                <a:lnTo>
                  <a:pt x="4594146" y="1920140"/>
                </a:lnTo>
                <a:lnTo>
                  <a:pt x="4594372" y="1920087"/>
                </a:lnTo>
                <a:lnTo>
                  <a:pt x="4598533" y="1922683"/>
                </a:lnTo>
                <a:lnTo>
                  <a:pt x="4602741" y="1925236"/>
                </a:lnTo>
                <a:lnTo>
                  <a:pt x="4604023" y="1930713"/>
                </a:lnTo>
                <a:lnTo>
                  <a:pt x="4598868" y="1938973"/>
                </a:lnTo>
                <a:lnTo>
                  <a:pt x="4593403" y="1940359"/>
                </a:lnTo>
                <a:lnTo>
                  <a:pt x="4589243" y="1937763"/>
                </a:lnTo>
                <a:lnTo>
                  <a:pt x="4588501" y="1937360"/>
                </a:lnTo>
                <a:close/>
              </a:path>
              <a:path w="5142230" h="2300604">
                <a:moveTo>
                  <a:pt x="4406900" y="1824580"/>
                </a:moveTo>
                <a:lnTo>
                  <a:pt x="4403712" y="1821166"/>
                </a:lnTo>
                <a:lnTo>
                  <a:pt x="4403202" y="1816712"/>
                </a:lnTo>
                <a:lnTo>
                  <a:pt x="4407837" y="1809260"/>
                </a:lnTo>
                <a:lnTo>
                  <a:pt x="4407948" y="1809082"/>
                </a:lnTo>
                <a:lnTo>
                  <a:pt x="4413466" y="1807854"/>
                </a:lnTo>
                <a:lnTo>
                  <a:pt x="4421786" y="1813048"/>
                </a:lnTo>
                <a:lnTo>
                  <a:pt x="4423014" y="1818566"/>
                </a:lnTo>
                <a:lnTo>
                  <a:pt x="4420485" y="1822503"/>
                </a:lnTo>
                <a:lnTo>
                  <a:pt x="4417882" y="1826656"/>
                </a:lnTo>
                <a:lnTo>
                  <a:pt x="4417771" y="1826834"/>
                </a:lnTo>
                <a:lnTo>
                  <a:pt x="4412298" y="1828111"/>
                </a:lnTo>
                <a:lnTo>
                  <a:pt x="4408189" y="1825467"/>
                </a:lnTo>
                <a:lnTo>
                  <a:pt x="4407544" y="1825074"/>
                </a:lnTo>
                <a:lnTo>
                  <a:pt x="4406900" y="1824580"/>
                </a:lnTo>
                <a:close/>
              </a:path>
              <a:path w="5142230" h="2300604">
                <a:moveTo>
                  <a:pt x="3585570" y="1061487"/>
                </a:moveTo>
                <a:lnTo>
                  <a:pt x="3581640" y="1057280"/>
                </a:lnTo>
                <a:lnTo>
                  <a:pt x="3578748" y="1053307"/>
                </a:lnTo>
                <a:lnTo>
                  <a:pt x="3579696" y="1047773"/>
                </a:lnTo>
                <a:lnTo>
                  <a:pt x="3587726" y="1042098"/>
                </a:lnTo>
                <a:lnTo>
                  <a:pt x="3593220" y="1042992"/>
                </a:lnTo>
                <a:lnTo>
                  <a:pt x="3598895" y="1051023"/>
                </a:lnTo>
                <a:lnTo>
                  <a:pt x="3598001" y="1056515"/>
                </a:lnTo>
                <a:lnTo>
                  <a:pt x="3594031" y="1059401"/>
                </a:lnTo>
                <a:lnTo>
                  <a:pt x="3590303" y="1061962"/>
                </a:lnTo>
                <a:lnTo>
                  <a:pt x="3585570" y="1061487"/>
                </a:lnTo>
                <a:close/>
              </a:path>
              <a:path w="5142230" h="2300604">
                <a:moveTo>
                  <a:pt x="3626705" y="1119306"/>
                </a:moveTo>
                <a:lnTo>
                  <a:pt x="3622819" y="1115145"/>
                </a:lnTo>
                <a:lnTo>
                  <a:pt x="3619930" y="1111169"/>
                </a:lnTo>
                <a:lnTo>
                  <a:pt x="3620873" y="1105631"/>
                </a:lnTo>
                <a:lnTo>
                  <a:pt x="3624843" y="1102745"/>
                </a:lnTo>
                <a:lnTo>
                  <a:pt x="3628862" y="1099912"/>
                </a:lnTo>
                <a:lnTo>
                  <a:pt x="3634399" y="1100857"/>
                </a:lnTo>
                <a:lnTo>
                  <a:pt x="3637232" y="1104868"/>
                </a:lnTo>
                <a:lnTo>
                  <a:pt x="3640078" y="1108793"/>
                </a:lnTo>
                <a:lnTo>
                  <a:pt x="3639135" y="1114331"/>
                </a:lnTo>
                <a:lnTo>
                  <a:pt x="3635165" y="1117217"/>
                </a:lnTo>
                <a:lnTo>
                  <a:pt x="3631489" y="1119830"/>
                </a:lnTo>
                <a:lnTo>
                  <a:pt x="3626705" y="1119306"/>
                </a:lnTo>
                <a:close/>
              </a:path>
              <a:path w="5142230" h="2300604">
                <a:moveTo>
                  <a:pt x="3668119" y="1176930"/>
                </a:moveTo>
                <a:lnTo>
                  <a:pt x="3664285" y="1172825"/>
                </a:lnTo>
                <a:lnTo>
                  <a:pt x="3661402" y="1168861"/>
                </a:lnTo>
                <a:lnTo>
                  <a:pt x="3662295" y="1163270"/>
                </a:lnTo>
                <a:lnTo>
                  <a:pt x="3670191" y="1157547"/>
                </a:lnTo>
                <a:lnTo>
                  <a:pt x="3675779" y="1158444"/>
                </a:lnTo>
                <a:lnTo>
                  <a:pt x="3681505" y="1166335"/>
                </a:lnTo>
                <a:lnTo>
                  <a:pt x="3680657" y="1171876"/>
                </a:lnTo>
                <a:lnTo>
                  <a:pt x="3676728" y="1174806"/>
                </a:lnTo>
                <a:lnTo>
                  <a:pt x="3673054" y="1177426"/>
                </a:lnTo>
                <a:lnTo>
                  <a:pt x="3668119" y="1176930"/>
                </a:lnTo>
                <a:close/>
              </a:path>
              <a:path w="5142230" h="2300604">
                <a:moveTo>
                  <a:pt x="4467130" y="1862174"/>
                </a:moveTo>
                <a:lnTo>
                  <a:pt x="4463946" y="1858765"/>
                </a:lnTo>
                <a:lnTo>
                  <a:pt x="4463388" y="1854355"/>
                </a:lnTo>
                <a:lnTo>
                  <a:pt x="4468127" y="1846723"/>
                </a:lnTo>
                <a:lnTo>
                  <a:pt x="4473377" y="1845498"/>
                </a:lnTo>
                <a:lnTo>
                  <a:pt x="4473600" y="1845446"/>
                </a:lnTo>
                <a:lnTo>
                  <a:pt x="4477760" y="1848043"/>
                </a:lnTo>
                <a:lnTo>
                  <a:pt x="4481970" y="1850593"/>
                </a:lnTo>
                <a:lnTo>
                  <a:pt x="4483253" y="1856070"/>
                </a:lnTo>
                <a:lnTo>
                  <a:pt x="4478055" y="1864386"/>
                </a:lnTo>
                <a:lnTo>
                  <a:pt x="4472628" y="1865712"/>
                </a:lnTo>
                <a:lnTo>
                  <a:pt x="4467774" y="1862668"/>
                </a:lnTo>
                <a:lnTo>
                  <a:pt x="4467130" y="1862174"/>
                </a:lnTo>
                <a:close/>
              </a:path>
              <a:path w="5142230" h="2300604">
                <a:moveTo>
                  <a:pt x="3754057" y="1290039"/>
                </a:moveTo>
                <a:lnTo>
                  <a:pt x="3750458" y="1286187"/>
                </a:lnTo>
                <a:lnTo>
                  <a:pt x="3747422" y="1282349"/>
                </a:lnTo>
                <a:lnTo>
                  <a:pt x="3748038" y="1276752"/>
                </a:lnTo>
                <a:lnTo>
                  <a:pt x="3750786" y="1274515"/>
                </a:lnTo>
                <a:lnTo>
                  <a:pt x="3751825" y="1273670"/>
                </a:lnTo>
                <a:lnTo>
                  <a:pt x="3754610" y="1271473"/>
                </a:lnTo>
                <a:lnTo>
                  <a:pt x="3755662" y="1270643"/>
                </a:lnTo>
                <a:lnTo>
                  <a:pt x="3761254" y="1271254"/>
                </a:lnTo>
                <a:lnTo>
                  <a:pt x="3764341" y="1275045"/>
                </a:lnTo>
                <a:lnTo>
                  <a:pt x="3767368" y="1278874"/>
                </a:lnTo>
                <a:lnTo>
                  <a:pt x="3766752" y="1284471"/>
                </a:lnTo>
                <a:lnTo>
                  <a:pt x="3764004" y="1286707"/>
                </a:lnTo>
                <a:lnTo>
                  <a:pt x="3762965" y="1287552"/>
                </a:lnTo>
                <a:lnTo>
                  <a:pt x="3760178" y="1289748"/>
                </a:lnTo>
                <a:lnTo>
                  <a:pt x="3759285" y="1290452"/>
                </a:lnTo>
                <a:lnTo>
                  <a:pt x="3754057" y="1290039"/>
                </a:lnTo>
                <a:close/>
              </a:path>
              <a:path w="5142230" h="2300604">
                <a:moveTo>
                  <a:pt x="3847122" y="1397676"/>
                </a:moveTo>
                <a:lnTo>
                  <a:pt x="3840431" y="1390514"/>
                </a:lnTo>
                <a:lnTo>
                  <a:pt x="3840624" y="1384854"/>
                </a:lnTo>
                <a:lnTo>
                  <a:pt x="3847834" y="1378207"/>
                </a:lnTo>
                <a:lnTo>
                  <a:pt x="3853356" y="1378348"/>
                </a:lnTo>
                <a:lnTo>
                  <a:pt x="3860052" y="1385516"/>
                </a:lnTo>
                <a:lnTo>
                  <a:pt x="3859856" y="1391077"/>
                </a:lnTo>
                <a:lnTo>
                  <a:pt x="3852735" y="1397820"/>
                </a:lnTo>
                <a:lnTo>
                  <a:pt x="3847122" y="1397676"/>
                </a:lnTo>
                <a:close/>
              </a:path>
              <a:path w="5142230" h="2300604">
                <a:moveTo>
                  <a:pt x="4527518" y="1899547"/>
                </a:moveTo>
                <a:lnTo>
                  <a:pt x="4524325" y="1896129"/>
                </a:lnTo>
                <a:lnTo>
                  <a:pt x="4523768" y="1891718"/>
                </a:lnTo>
                <a:lnTo>
                  <a:pt x="4528516" y="1884096"/>
                </a:lnTo>
                <a:lnTo>
                  <a:pt x="4533766" y="1882871"/>
                </a:lnTo>
                <a:lnTo>
                  <a:pt x="4533988" y="1882819"/>
                </a:lnTo>
                <a:lnTo>
                  <a:pt x="4538149" y="1885416"/>
                </a:lnTo>
                <a:lnTo>
                  <a:pt x="4542359" y="1887966"/>
                </a:lnTo>
                <a:lnTo>
                  <a:pt x="4543632" y="1893433"/>
                </a:lnTo>
                <a:lnTo>
                  <a:pt x="4538444" y="1901759"/>
                </a:lnTo>
                <a:lnTo>
                  <a:pt x="4532972" y="1903036"/>
                </a:lnTo>
                <a:lnTo>
                  <a:pt x="4528854" y="1900490"/>
                </a:lnTo>
                <a:lnTo>
                  <a:pt x="4528162" y="1900041"/>
                </a:lnTo>
                <a:lnTo>
                  <a:pt x="4527518" y="1899547"/>
                </a:lnTo>
                <a:close/>
              </a:path>
              <a:path w="5142230" h="2300604">
                <a:moveTo>
                  <a:pt x="3260903" y="682659"/>
                </a:moveTo>
                <a:lnTo>
                  <a:pt x="3257295" y="678796"/>
                </a:lnTo>
                <a:lnTo>
                  <a:pt x="3257040" y="673932"/>
                </a:lnTo>
                <a:lnTo>
                  <a:pt x="3259901" y="670447"/>
                </a:lnTo>
                <a:lnTo>
                  <a:pt x="3262907" y="666625"/>
                </a:lnTo>
                <a:lnTo>
                  <a:pt x="3268549" y="666020"/>
                </a:lnTo>
                <a:lnTo>
                  <a:pt x="3276175" y="672227"/>
                </a:lnTo>
                <a:lnTo>
                  <a:pt x="3276789" y="677772"/>
                </a:lnTo>
                <a:lnTo>
                  <a:pt x="3270582" y="685397"/>
                </a:lnTo>
                <a:lnTo>
                  <a:pt x="3265037" y="686011"/>
                </a:lnTo>
                <a:lnTo>
                  <a:pt x="3260903" y="682659"/>
                </a:lnTo>
                <a:close/>
              </a:path>
              <a:path w="5142230" h="2300604">
                <a:moveTo>
                  <a:pt x="2271908" y="322069"/>
                </a:moveTo>
                <a:lnTo>
                  <a:pt x="2268765" y="318704"/>
                </a:lnTo>
                <a:lnTo>
                  <a:pt x="2267869" y="315889"/>
                </a:lnTo>
                <a:lnTo>
                  <a:pt x="2269264" y="308194"/>
                </a:lnTo>
                <a:lnTo>
                  <a:pt x="2273899" y="305042"/>
                </a:lnTo>
                <a:lnTo>
                  <a:pt x="2283569" y="306792"/>
                </a:lnTo>
                <a:lnTo>
                  <a:pt x="2286716" y="311431"/>
                </a:lnTo>
                <a:lnTo>
                  <a:pt x="2284971" y="321097"/>
                </a:lnTo>
                <a:lnTo>
                  <a:pt x="2280332" y="324244"/>
                </a:lnTo>
                <a:lnTo>
                  <a:pt x="2273528" y="323021"/>
                </a:lnTo>
                <a:lnTo>
                  <a:pt x="2271908" y="322069"/>
                </a:lnTo>
                <a:close/>
              </a:path>
              <a:path w="5142230" h="2300604">
                <a:moveTo>
                  <a:pt x="2411402" y="348722"/>
                </a:moveTo>
                <a:lnTo>
                  <a:pt x="2408300" y="345402"/>
                </a:lnTo>
                <a:lnTo>
                  <a:pt x="2407412" y="342496"/>
                </a:lnTo>
                <a:lnTo>
                  <a:pt x="2408902" y="334805"/>
                </a:lnTo>
                <a:lnTo>
                  <a:pt x="2413631" y="331656"/>
                </a:lnTo>
                <a:lnTo>
                  <a:pt x="2423200" y="333592"/>
                </a:lnTo>
                <a:lnTo>
                  <a:pt x="2426342" y="338226"/>
                </a:lnTo>
                <a:lnTo>
                  <a:pt x="2424413" y="347891"/>
                </a:lnTo>
                <a:lnTo>
                  <a:pt x="2419728" y="350989"/>
                </a:lnTo>
                <a:lnTo>
                  <a:pt x="2414899" y="350022"/>
                </a:lnTo>
                <a:lnTo>
                  <a:pt x="2413022" y="349674"/>
                </a:lnTo>
                <a:lnTo>
                  <a:pt x="2411402" y="348722"/>
                </a:lnTo>
                <a:close/>
              </a:path>
              <a:path w="5142230" h="2300604">
                <a:moveTo>
                  <a:pt x="2480976" y="362987"/>
                </a:moveTo>
                <a:lnTo>
                  <a:pt x="2477878" y="359672"/>
                </a:lnTo>
                <a:lnTo>
                  <a:pt x="2476940" y="356713"/>
                </a:lnTo>
                <a:lnTo>
                  <a:pt x="2477606" y="353808"/>
                </a:lnTo>
                <a:lnTo>
                  <a:pt x="2478568" y="348974"/>
                </a:lnTo>
                <a:lnTo>
                  <a:pt x="2483303" y="345929"/>
                </a:lnTo>
                <a:lnTo>
                  <a:pt x="2492865" y="347954"/>
                </a:lnTo>
                <a:lnTo>
                  <a:pt x="2495963" y="352639"/>
                </a:lnTo>
                <a:lnTo>
                  <a:pt x="2494902" y="357466"/>
                </a:lnTo>
                <a:lnTo>
                  <a:pt x="2493935" y="362295"/>
                </a:lnTo>
                <a:lnTo>
                  <a:pt x="2489204" y="365345"/>
                </a:lnTo>
                <a:lnTo>
                  <a:pt x="2484423" y="364332"/>
                </a:lnTo>
                <a:lnTo>
                  <a:pt x="2482550" y="363891"/>
                </a:lnTo>
                <a:lnTo>
                  <a:pt x="2480976" y="362987"/>
                </a:lnTo>
                <a:close/>
              </a:path>
              <a:path w="5142230" h="2300604">
                <a:moveTo>
                  <a:pt x="2550328" y="378189"/>
                </a:moveTo>
                <a:lnTo>
                  <a:pt x="2547231" y="374873"/>
                </a:lnTo>
                <a:lnTo>
                  <a:pt x="2546289" y="371909"/>
                </a:lnTo>
                <a:lnTo>
                  <a:pt x="2548069" y="364138"/>
                </a:lnTo>
                <a:lnTo>
                  <a:pt x="2552844" y="361138"/>
                </a:lnTo>
                <a:lnTo>
                  <a:pt x="2557622" y="362244"/>
                </a:lnTo>
                <a:lnTo>
                  <a:pt x="2562354" y="363302"/>
                </a:lnTo>
                <a:lnTo>
                  <a:pt x="2565355" y="368078"/>
                </a:lnTo>
                <a:lnTo>
                  <a:pt x="2564248" y="372856"/>
                </a:lnTo>
                <a:lnTo>
                  <a:pt x="2563190" y="377588"/>
                </a:lnTo>
                <a:lnTo>
                  <a:pt x="2558414" y="380589"/>
                </a:lnTo>
                <a:lnTo>
                  <a:pt x="2551854" y="379138"/>
                </a:lnTo>
                <a:lnTo>
                  <a:pt x="2550328" y="378189"/>
                </a:lnTo>
                <a:close/>
              </a:path>
              <a:path w="5142230" h="2300604">
                <a:moveTo>
                  <a:pt x="3204512" y="640182"/>
                </a:moveTo>
                <a:lnTo>
                  <a:pt x="3200810" y="636219"/>
                </a:lnTo>
                <a:lnTo>
                  <a:pt x="3200463" y="631647"/>
                </a:lnTo>
                <a:lnTo>
                  <a:pt x="3202849" y="628140"/>
                </a:lnTo>
                <a:lnTo>
                  <a:pt x="3205718" y="624172"/>
                </a:lnTo>
                <a:lnTo>
                  <a:pt x="3211275" y="623181"/>
                </a:lnTo>
                <a:lnTo>
                  <a:pt x="3219301" y="628842"/>
                </a:lnTo>
                <a:lnTo>
                  <a:pt x="3220199" y="634395"/>
                </a:lnTo>
                <a:lnTo>
                  <a:pt x="3217366" y="638402"/>
                </a:lnTo>
                <a:lnTo>
                  <a:pt x="3214592" y="642372"/>
                </a:lnTo>
                <a:lnTo>
                  <a:pt x="3209035" y="643363"/>
                </a:lnTo>
                <a:lnTo>
                  <a:pt x="3204512" y="640182"/>
                </a:lnTo>
                <a:close/>
              </a:path>
              <a:path w="5142230" h="2300604">
                <a:moveTo>
                  <a:pt x="2619357" y="394607"/>
                </a:moveTo>
                <a:lnTo>
                  <a:pt x="2616259" y="391291"/>
                </a:lnTo>
                <a:lnTo>
                  <a:pt x="2615324" y="388238"/>
                </a:lnTo>
                <a:lnTo>
                  <a:pt x="2617288" y="380468"/>
                </a:lnTo>
                <a:lnTo>
                  <a:pt x="2618569" y="379688"/>
                </a:lnTo>
                <a:lnTo>
                  <a:pt x="2622181" y="377592"/>
                </a:lnTo>
                <a:lnTo>
                  <a:pt x="2631610" y="379964"/>
                </a:lnTo>
                <a:lnTo>
                  <a:pt x="2634516" y="384737"/>
                </a:lnTo>
                <a:lnTo>
                  <a:pt x="2633315" y="389511"/>
                </a:lnTo>
                <a:lnTo>
                  <a:pt x="2632158" y="394236"/>
                </a:lnTo>
                <a:lnTo>
                  <a:pt x="2627296" y="397143"/>
                </a:lnTo>
                <a:lnTo>
                  <a:pt x="2622567" y="395991"/>
                </a:lnTo>
                <a:lnTo>
                  <a:pt x="2620837" y="395507"/>
                </a:lnTo>
                <a:lnTo>
                  <a:pt x="2619357" y="394607"/>
                </a:lnTo>
                <a:close/>
              </a:path>
              <a:path w="5142230" h="2300604">
                <a:moveTo>
                  <a:pt x="5125739" y="2281581"/>
                </a:moveTo>
                <a:lnTo>
                  <a:pt x="5122545" y="2278163"/>
                </a:lnTo>
                <a:lnTo>
                  <a:pt x="5122083" y="2273664"/>
                </a:lnTo>
                <a:lnTo>
                  <a:pt x="5126745" y="2266436"/>
                </a:lnTo>
                <a:lnTo>
                  <a:pt x="5126968" y="2266088"/>
                </a:lnTo>
                <a:lnTo>
                  <a:pt x="5132491" y="2264864"/>
                </a:lnTo>
                <a:lnTo>
                  <a:pt x="5136553" y="2267552"/>
                </a:lnTo>
                <a:lnTo>
                  <a:pt x="5140711" y="2270242"/>
                </a:lnTo>
                <a:lnTo>
                  <a:pt x="5131041" y="2285110"/>
                </a:lnTo>
                <a:lnTo>
                  <a:pt x="5126931" y="2282467"/>
                </a:lnTo>
                <a:lnTo>
                  <a:pt x="5125739" y="2281581"/>
                </a:lnTo>
                <a:close/>
              </a:path>
              <a:path w="5142230" h="2300604">
                <a:moveTo>
                  <a:pt x="3144957" y="600771"/>
                </a:moveTo>
                <a:lnTo>
                  <a:pt x="3141769" y="597357"/>
                </a:lnTo>
                <a:lnTo>
                  <a:pt x="3141211" y="592947"/>
                </a:lnTo>
                <a:lnTo>
                  <a:pt x="3146000" y="585268"/>
                </a:lnTo>
                <a:lnTo>
                  <a:pt x="3151477" y="583997"/>
                </a:lnTo>
                <a:lnTo>
                  <a:pt x="3159797" y="589190"/>
                </a:lnTo>
                <a:lnTo>
                  <a:pt x="3161071" y="594657"/>
                </a:lnTo>
                <a:lnTo>
                  <a:pt x="3155878" y="602978"/>
                </a:lnTo>
                <a:lnTo>
                  <a:pt x="3150406" y="604255"/>
                </a:lnTo>
                <a:lnTo>
                  <a:pt x="3145601" y="601265"/>
                </a:lnTo>
                <a:lnTo>
                  <a:pt x="3144957" y="600771"/>
                </a:lnTo>
                <a:close/>
              </a:path>
              <a:path w="5142230" h="2300604">
                <a:moveTo>
                  <a:pt x="5066699" y="2243505"/>
                </a:moveTo>
                <a:lnTo>
                  <a:pt x="5062945" y="2239486"/>
                </a:lnTo>
                <a:lnTo>
                  <a:pt x="5062448" y="2235141"/>
                </a:lnTo>
                <a:lnTo>
                  <a:pt x="5064480" y="2232038"/>
                </a:lnTo>
                <a:lnTo>
                  <a:pt x="5067125" y="2227929"/>
                </a:lnTo>
                <a:lnTo>
                  <a:pt x="5067384" y="2227525"/>
                </a:lnTo>
                <a:lnTo>
                  <a:pt x="5072855" y="2226341"/>
                </a:lnTo>
                <a:lnTo>
                  <a:pt x="5081119" y="2231669"/>
                </a:lnTo>
                <a:lnTo>
                  <a:pt x="5082303" y="2237137"/>
                </a:lnTo>
                <a:lnTo>
                  <a:pt x="5079876" y="2240897"/>
                </a:lnTo>
                <a:lnTo>
                  <a:pt x="5077193" y="2244963"/>
                </a:lnTo>
                <a:lnTo>
                  <a:pt x="5076928" y="2245363"/>
                </a:lnTo>
                <a:lnTo>
                  <a:pt x="5071458" y="2246547"/>
                </a:lnTo>
                <a:lnTo>
                  <a:pt x="5067348" y="2243904"/>
                </a:lnTo>
                <a:lnTo>
                  <a:pt x="5066699" y="2243505"/>
                </a:lnTo>
                <a:close/>
              </a:path>
              <a:path w="5142230" h="2300604">
                <a:moveTo>
                  <a:pt x="2341658" y="335155"/>
                </a:moveTo>
                <a:lnTo>
                  <a:pt x="2338566" y="331844"/>
                </a:lnTo>
                <a:lnTo>
                  <a:pt x="2337624" y="328980"/>
                </a:lnTo>
                <a:lnTo>
                  <a:pt x="2339114" y="321288"/>
                </a:lnTo>
                <a:lnTo>
                  <a:pt x="2343753" y="318141"/>
                </a:lnTo>
                <a:lnTo>
                  <a:pt x="2348581" y="319009"/>
                </a:lnTo>
                <a:lnTo>
                  <a:pt x="2353370" y="319932"/>
                </a:lnTo>
                <a:lnTo>
                  <a:pt x="2356562" y="324620"/>
                </a:lnTo>
                <a:lnTo>
                  <a:pt x="2354721" y="334183"/>
                </a:lnTo>
                <a:lnTo>
                  <a:pt x="2350038" y="337380"/>
                </a:lnTo>
                <a:lnTo>
                  <a:pt x="2345254" y="336462"/>
                </a:lnTo>
                <a:lnTo>
                  <a:pt x="2343327" y="336062"/>
                </a:lnTo>
                <a:lnTo>
                  <a:pt x="2341658" y="335155"/>
                </a:lnTo>
                <a:close/>
              </a:path>
              <a:path w="5142230" h="2300604">
                <a:moveTo>
                  <a:pt x="2132245" y="296212"/>
                </a:moveTo>
                <a:lnTo>
                  <a:pt x="2129148" y="292897"/>
                </a:lnTo>
                <a:lnTo>
                  <a:pt x="2128158" y="290078"/>
                </a:lnTo>
                <a:lnTo>
                  <a:pt x="2129647" y="282386"/>
                </a:lnTo>
                <a:lnTo>
                  <a:pt x="2134241" y="279190"/>
                </a:lnTo>
                <a:lnTo>
                  <a:pt x="2143903" y="281030"/>
                </a:lnTo>
                <a:lnTo>
                  <a:pt x="2147099" y="285624"/>
                </a:lnTo>
                <a:lnTo>
                  <a:pt x="2145259" y="295286"/>
                </a:lnTo>
                <a:lnTo>
                  <a:pt x="2140620" y="298433"/>
                </a:lnTo>
                <a:lnTo>
                  <a:pt x="2133910" y="297213"/>
                </a:lnTo>
                <a:lnTo>
                  <a:pt x="2132245" y="296212"/>
                </a:lnTo>
                <a:close/>
              </a:path>
              <a:path w="5142230" h="2300604">
                <a:moveTo>
                  <a:pt x="2202052" y="309163"/>
                </a:moveTo>
                <a:lnTo>
                  <a:pt x="2198950" y="305843"/>
                </a:lnTo>
                <a:lnTo>
                  <a:pt x="2198059" y="303032"/>
                </a:lnTo>
                <a:lnTo>
                  <a:pt x="2199454" y="295337"/>
                </a:lnTo>
                <a:lnTo>
                  <a:pt x="2204043" y="292137"/>
                </a:lnTo>
                <a:lnTo>
                  <a:pt x="2208881" y="293014"/>
                </a:lnTo>
                <a:lnTo>
                  <a:pt x="2213665" y="293932"/>
                </a:lnTo>
                <a:lnTo>
                  <a:pt x="2216901" y="298570"/>
                </a:lnTo>
                <a:lnTo>
                  <a:pt x="2215988" y="303359"/>
                </a:lnTo>
                <a:lnTo>
                  <a:pt x="2215115" y="308192"/>
                </a:lnTo>
                <a:lnTo>
                  <a:pt x="2210517" y="311382"/>
                </a:lnTo>
                <a:lnTo>
                  <a:pt x="2203717" y="310164"/>
                </a:lnTo>
                <a:lnTo>
                  <a:pt x="2202052" y="309163"/>
                </a:lnTo>
                <a:close/>
              </a:path>
            </a:pathLst>
          </a:custGeom>
          <a:solidFill>
            <a:srgbClr val="FABE04"/>
          </a:solidFill>
        </p:spPr>
        <p:txBody>
          <a:bodyPr wrap="square" lIns="0" tIns="0" rIns="0" bIns="0" rtlCol="0"/>
          <a:lstStyle/>
          <a:p>
            <a:endParaRPr/>
          </a:p>
        </p:txBody>
      </p:sp>
      <p:sp>
        <p:nvSpPr>
          <p:cNvPr id="14" name="object 14"/>
          <p:cNvSpPr txBox="1"/>
          <p:nvPr/>
        </p:nvSpPr>
        <p:spPr>
          <a:xfrm>
            <a:off x="13811310" y="2759095"/>
            <a:ext cx="1578610" cy="460375"/>
          </a:xfrm>
          <a:prstGeom prst="rect">
            <a:avLst/>
          </a:prstGeom>
        </p:spPr>
        <p:txBody>
          <a:bodyPr vert="horz" wrap="square" lIns="0" tIns="12700" rIns="0" bIns="0" rtlCol="0">
            <a:spAutoFit/>
          </a:bodyPr>
          <a:lstStyle/>
          <a:p>
            <a:pPr marL="12700">
              <a:lnSpc>
                <a:spcPct val="100000"/>
              </a:lnSpc>
              <a:spcBef>
                <a:spcPts val="100"/>
              </a:spcBef>
            </a:pPr>
            <a:r>
              <a:rPr sz="2850" spc="-40" dirty="0">
                <a:latin typeface="Verdana"/>
                <a:cs typeface="Verdana"/>
              </a:rPr>
              <a:t>About</a:t>
            </a:r>
            <a:r>
              <a:rPr sz="2850" spc="-225" dirty="0">
                <a:latin typeface="Verdana"/>
                <a:cs typeface="Verdana"/>
              </a:rPr>
              <a:t> </a:t>
            </a:r>
            <a:r>
              <a:rPr sz="2850" spc="-25" dirty="0">
                <a:latin typeface="Verdana"/>
                <a:cs typeface="Verdana"/>
              </a:rPr>
              <a:t>us</a:t>
            </a:r>
            <a:endParaRPr sz="2850" dirty="0">
              <a:latin typeface="Verdana"/>
              <a:cs typeface="Verdana"/>
            </a:endParaRPr>
          </a:p>
        </p:txBody>
      </p:sp>
      <p:sp>
        <p:nvSpPr>
          <p:cNvPr id="15" name="object 15"/>
          <p:cNvSpPr txBox="1"/>
          <p:nvPr/>
        </p:nvSpPr>
        <p:spPr>
          <a:xfrm>
            <a:off x="11838559" y="1322213"/>
            <a:ext cx="3111026" cy="451406"/>
          </a:xfrm>
          <a:prstGeom prst="rect">
            <a:avLst/>
          </a:prstGeom>
        </p:spPr>
        <p:txBody>
          <a:bodyPr vert="horz" wrap="square" lIns="0" tIns="12700" rIns="0" bIns="0" rtlCol="0">
            <a:spAutoFit/>
          </a:bodyPr>
          <a:lstStyle/>
          <a:p>
            <a:pPr marL="12700">
              <a:lnSpc>
                <a:spcPct val="100000"/>
              </a:lnSpc>
              <a:spcBef>
                <a:spcPts val="100"/>
              </a:spcBef>
            </a:pPr>
            <a:r>
              <a:rPr lang="en-IN" sz="2850" spc="-30" dirty="0" smtClean="0">
                <a:solidFill>
                  <a:srgbClr val="FFFFFF"/>
                </a:solidFill>
                <a:latin typeface="Verdana"/>
                <a:cs typeface="Verdana"/>
              </a:rPr>
              <a:t>Output:</a:t>
            </a:r>
            <a:endParaRPr sz="2850" dirty="0">
              <a:latin typeface="Verdana"/>
              <a:cs typeface="Verdana"/>
            </a:endParaRPr>
          </a:p>
        </p:txBody>
      </p:sp>
      <p:sp>
        <p:nvSpPr>
          <p:cNvPr id="16" name="object 16"/>
          <p:cNvSpPr txBox="1"/>
          <p:nvPr/>
        </p:nvSpPr>
        <p:spPr>
          <a:xfrm>
            <a:off x="703732" y="1322213"/>
            <a:ext cx="10287000" cy="997709"/>
          </a:xfrm>
          <a:prstGeom prst="rect">
            <a:avLst/>
          </a:prstGeom>
        </p:spPr>
        <p:txBody>
          <a:bodyPr vert="horz" wrap="square" lIns="0" tIns="12700" rIns="0" bIns="0" rtlCol="0">
            <a:spAutoFit/>
          </a:bodyPr>
          <a:lstStyle/>
          <a:p>
            <a:pPr marL="12700">
              <a:lnSpc>
                <a:spcPct val="100000"/>
              </a:lnSpc>
              <a:spcBef>
                <a:spcPts val="100"/>
              </a:spcBef>
            </a:pPr>
            <a:r>
              <a:rPr lang="en-IN" sz="3200" dirty="0" smtClean="0">
                <a:latin typeface="Trebuchet MS"/>
                <a:cs typeface="Trebuchet MS"/>
              </a:rPr>
              <a:t>5.</a:t>
            </a:r>
            <a:r>
              <a:rPr lang="en-US" sz="3200" dirty="0" smtClean="0">
                <a:latin typeface="Trebuchet MS"/>
                <a:cs typeface="Trebuchet MS"/>
              </a:rPr>
              <a:t> Get the average payment amount per customer who has placed more than 3 orders.</a:t>
            </a:r>
            <a:endParaRPr sz="3200" dirty="0">
              <a:latin typeface="Trebuchet MS"/>
              <a:cs typeface="Trebuchet MS"/>
            </a:endParaRPr>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1401" y="3467100"/>
            <a:ext cx="9513434" cy="441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239827" y="2473048"/>
            <a:ext cx="3524173" cy="6664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 name="object 16"/>
          <p:cNvSpPr txBox="1"/>
          <p:nvPr/>
        </p:nvSpPr>
        <p:spPr>
          <a:xfrm>
            <a:off x="769463" y="445412"/>
            <a:ext cx="10287000" cy="505267"/>
          </a:xfrm>
          <a:prstGeom prst="rect">
            <a:avLst/>
          </a:prstGeom>
        </p:spPr>
        <p:txBody>
          <a:bodyPr vert="horz" wrap="square" lIns="0" tIns="12700" rIns="0" bIns="0" rtlCol="0">
            <a:spAutoFit/>
          </a:bodyPr>
          <a:lstStyle/>
          <a:p>
            <a:pPr marL="12700">
              <a:lnSpc>
                <a:spcPct val="100000"/>
              </a:lnSpc>
              <a:spcBef>
                <a:spcPts val="100"/>
              </a:spcBef>
            </a:pPr>
            <a:r>
              <a:rPr lang="en-IN" sz="3200" dirty="0" smtClean="0">
                <a:solidFill>
                  <a:schemeClr val="tx2">
                    <a:lumMod val="50000"/>
                  </a:schemeClr>
                </a:solidFill>
                <a:latin typeface="Stencil" pitchFamily="82" charset="0"/>
                <a:cs typeface="Trebuchet MS"/>
              </a:rPr>
              <a:t>E-Commerce Database Management System</a:t>
            </a:r>
            <a:endParaRPr sz="3200" dirty="0">
              <a:solidFill>
                <a:schemeClr val="tx2">
                  <a:lumMod val="50000"/>
                </a:schemeClr>
              </a:solidFill>
              <a:latin typeface="Stencil" pitchFamily="82" charset="0"/>
              <a:cs typeface="Trebuchet MS"/>
            </a:endParaRPr>
          </a:p>
        </p:txBody>
      </p:sp>
    </p:spTree>
    <p:extLst>
      <p:ext uri="{BB962C8B-B14F-4D97-AF65-F5344CB8AC3E}">
        <p14:creationId xmlns:p14="http://schemas.microsoft.com/office/powerpoint/2010/main" val="27054710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6553200" cy="10287000"/>
          </a:xfrm>
          <a:custGeom>
            <a:avLst/>
            <a:gdLst/>
            <a:ahLst/>
            <a:cxnLst/>
            <a:rect l="l" t="t" r="r" b="b"/>
            <a:pathLst>
              <a:path w="9732010" h="10287000">
                <a:moveTo>
                  <a:pt x="9731471" y="10286999"/>
                </a:moveTo>
                <a:lnTo>
                  <a:pt x="0" y="10286999"/>
                </a:lnTo>
                <a:lnTo>
                  <a:pt x="0" y="0"/>
                </a:lnTo>
                <a:lnTo>
                  <a:pt x="9731471" y="0"/>
                </a:lnTo>
                <a:lnTo>
                  <a:pt x="9731471" y="10286999"/>
                </a:lnTo>
                <a:close/>
              </a:path>
            </a:pathLst>
          </a:custGeom>
          <a:solidFill>
            <a:srgbClr val="000000"/>
          </a:solidFill>
        </p:spPr>
        <p:txBody>
          <a:bodyPr wrap="square" lIns="0" tIns="0" rIns="0" bIns="0" rtlCol="0"/>
          <a:lstStyle/>
          <a:p>
            <a:endParaRPr/>
          </a:p>
        </p:txBody>
      </p:sp>
      <p:sp>
        <p:nvSpPr>
          <p:cNvPr id="9" name="object 9"/>
          <p:cNvSpPr txBox="1"/>
          <p:nvPr/>
        </p:nvSpPr>
        <p:spPr>
          <a:xfrm>
            <a:off x="7467600" y="266700"/>
            <a:ext cx="1423035" cy="460375"/>
          </a:xfrm>
          <a:prstGeom prst="rect">
            <a:avLst/>
          </a:prstGeom>
        </p:spPr>
        <p:txBody>
          <a:bodyPr vert="horz" wrap="square" lIns="0" tIns="12700" rIns="0" bIns="0" rtlCol="0">
            <a:spAutoFit/>
          </a:bodyPr>
          <a:lstStyle/>
          <a:p>
            <a:pPr marL="12700">
              <a:lnSpc>
                <a:spcPct val="100000"/>
              </a:lnSpc>
              <a:spcBef>
                <a:spcPts val="100"/>
              </a:spcBef>
            </a:pPr>
            <a:r>
              <a:rPr sz="2850" spc="-45" dirty="0">
                <a:solidFill>
                  <a:srgbClr val="FFFFFF"/>
                </a:solidFill>
                <a:latin typeface="Verdana"/>
                <a:cs typeface="Verdana"/>
              </a:rPr>
              <a:t>Borcelle</a:t>
            </a:r>
            <a:endParaRPr sz="2850" dirty="0">
              <a:latin typeface="Verdana"/>
              <a:cs typeface="Verdana"/>
            </a:endParaRPr>
          </a:p>
        </p:txBody>
      </p:sp>
      <p:sp>
        <p:nvSpPr>
          <p:cNvPr id="14" name="object 6"/>
          <p:cNvSpPr/>
          <p:nvPr/>
        </p:nvSpPr>
        <p:spPr>
          <a:xfrm>
            <a:off x="7162800" y="1091670"/>
            <a:ext cx="10612211" cy="1765830"/>
          </a:xfrm>
          <a:custGeom>
            <a:avLst/>
            <a:gdLst/>
            <a:ahLst/>
            <a:cxnLst/>
            <a:rect l="l" t="t" r="r" b="b"/>
            <a:pathLst>
              <a:path w="5956934" h="993775">
                <a:moveTo>
                  <a:pt x="5956567" y="993408"/>
                </a:moveTo>
                <a:lnTo>
                  <a:pt x="0" y="993408"/>
                </a:lnTo>
                <a:lnTo>
                  <a:pt x="0" y="0"/>
                </a:lnTo>
                <a:lnTo>
                  <a:pt x="5956567" y="0"/>
                </a:lnTo>
                <a:lnTo>
                  <a:pt x="5956567" y="993408"/>
                </a:lnTo>
                <a:close/>
              </a:path>
            </a:pathLst>
          </a:custGeom>
          <a:solidFill>
            <a:srgbClr val="FABE04"/>
          </a:solidFill>
        </p:spPr>
        <p:txBody>
          <a:bodyPr wrap="square" lIns="0" tIns="0" rIns="0" bIns="0" rtlCol="0"/>
          <a:lstStyle/>
          <a:p>
            <a:endParaRPr dirty="0"/>
          </a:p>
        </p:txBody>
      </p:sp>
      <p:sp>
        <p:nvSpPr>
          <p:cNvPr id="15" name="object 16"/>
          <p:cNvSpPr txBox="1"/>
          <p:nvPr/>
        </p:nvSpPr>
        <p:spPr>
          <a:xfrm>
            <a:off x="7162800" y="1091670"/>
            <a:ext cx="10439400" cy="1490152"/>
          </a:xfrm>
          <a:prstGeom prst="rect">
            <a:avLst/>
          </a:prstGeom>
        </p:spPr>
        <p:txBody>
          <a:bodyPr vert="horz" wrap="square" lIns="0" tIns="12700" rIns="0" bIns="0" rtlCol="0">
            <a:spAutoFit/>
          </a:bodyPr>
          <a:lstStyle/>
          <a:p>
            <a:pPr marL="12700">
              <a:lnSpc>
                <a:spcPct val="100000"/>
              </a:lnSpc>
              <a:spcBef>
                <a:spcPts val="100"/>
              </a:spcBef>
            </a:pPr>
            <a:r>
              <a:rPr lang="en-IN" sz="3200" dirty="0" smtClean="0">
                <a:latin typeface="Trebuchet MS"/>
                <a:cs typeface="Trebuchet MS"/>
              </a:rPr>
              <a:t>6.</a:t>
            </a:r>
            <a:r>
              <a:rPr lang="en-US" sz="3200" dirty="0" smtClean="0">
                <a:latin typeface="Trebuchet MS"/>
                <a:cs typeface="Trebuchet MS"/>
              </a:rPr>
              <a:t>Retrieve the number of payments made per customer where the payment status is 'Payment </a:t>
            </a:r>
            <a:r>
              <a:rPr lang="en-US" sz="3200" dirty="0" err="1" smtClean="0">
                <a:latin typeface="Trebuchet MS"/>
                <a:cs typeface="Trebuchet MS"/>
              </a:rPr>
              <a:t>Successed</a:t>
            </a:r>
            <a:r>
              <a:rPr lang="en-US" sz="3200" dirty="0" smtClean="0">
                <a:latin typeface="Trebuchet MS"/>
                <a:cs typeface="Trebuchet MS"/>
              </a:rPr>
              <a:t>' and group by customer, ordering by payment count .</a:t>
            </a:r>
            <a:endParaRPr sz="3200" dirty="0">
              <a:latin typeface="Trebuchet MS"/>
              <a:cs typeface="Trebuchet MS"/>
            </a:endParaRPr>
          </a:p>
        </p:txBody>
      </p:sp>
      <p:pic>
        <p:nvPicPr>
          <p:cNvPr id="16" name="object 4"/>
          <p:cNvPicPr/>
          <p:nvPr/>
        </p:nvPicPr>
        <p:blipFill>
          <a:blip r:embed="rId2" cstate="print"/>
          <a:stretch>
            <a:fillRect/>
          </a:stretch>
        </p:blipFill>
        <p:spPr>
          <a:xfrm>
            <a:off x="0" y="33618"/>
            <a:ext cx="6407534" cy="4488501"/>
          </a:xfrm>
          <a:prstGeom prst="rect">
            <a:avLst/>
          </a:prstGeom>
        </p:spPr>
      </p:pic>
      <p:sp>
        <p:nvSpPr>
          <p:cNvPr id="18" name="object 15"/>
          <p:cNvSpPr txBox="1"/>
          <p:nvPr/>
        </p:nvSpPr>
        <p:spPr>
          <a:xfrm>
            <a:off x="197960" y="1091670"/>
            <a:ext cx="3111026" cy="451406"/>
          </a:xfrm>
          <a:prstGeom prst="rect">
            <a:avLst/>
          </a:prstGeom>
        </p:spPr>
        <p:txBody>
          <a:bodyPr vert="horz" wrap="square" lIns="0" tIns="12700" rIns="0" bIns="0" rtlCol="0">
            <a:spAutoFit/>
          </a:bodyPr>
          <a:lstStyle/>
          <a:p>
            <a:pPr marL="12700">
              <a:lnSpc>
                <a:spcPct val="100000"/>
              </a:lnSpc>
              <a:spcBef>
                <a:spcPts val="100"/>
              </a:spcBef>
            </a:pPr>
            <a:r>
              <a:rPr lang="en-IN" sz="2850" spc="-30" dirty="0" smtClean="0">
                <a:solidFill>
                  <a:srgbClr val="FFFFFF"/>
                </a:solidFill>
                <a:latin typeface="Verdana"/>
                <a:cs typeface="Verdana"/>
              </a:rPr>
              <a:t> Output:</a:t>
            </a:r>
            <a:endParaRPr sz="2850" dirty="0">
              <a:latin typeface="Verdana"/>
              <a:cs typeface="Verdana"/>
            </a:endParaRPr>
          </a:p>
        </p:txBody>
      </p:sp>
      <p:sp>
        <p:nvSpPr>
          <p:cNvPr id="17" name="object 10"/>
          <p:cNvSpPr/>
          <p:nvPr/>
        </p:nvSpPr>
        <p:spPr>
          <a:xfrm>
            <a:off x="6557682" y="7857015"/>
            <a:ext cx="5142230" cy="2300605"/>
          </a:xfrm>
          <a:custGeom>
            <a:avLst/>
            <a:gdLst/>
            <a:ahLst/>
            <a:cxnLst/>
            <a:rect l="l" t="t" r="r" b="b"/>
            <a:pathLst>
              <a:path w="5142230" h="2300604">
                <a:moveTo>
                  <a:pt x="304967" y="2237500"/>
                </a:moveTo>
                <a:lnTo>
                  <a:pt x="298355" y="2230422"/>
                </a:lnTo>
                <a:lnTo>
                  <a:pt x="293162" y="2223494"/>
                </a:lnTo>
                <a:lnTo>
                  <a:pt x="294632" y="2213729"/>
                </a:lnTo>
                <a:lnTo>
                  <a:pt x="301555" y="2208540"/>
                </a:lnTo>
                <a:lnTo>
                  <a:pt x="308528" y="2203396"/>
                </a:lnTo>
                <a:lnTo>
                  <a:pt x="318303" y="2204857"/>
                </a:lnTo>
                <a:lnTo>
                  <a:pt x="328644" y="2218664"/>
                </a:lnTo>
                <a:lnTo>
                  <a:pt x="327174" y="2228428"/>
                </a:lnTo>
                <a:lnTo>
                  <a:pt x="313802" y="2238454"/>
                </a:lnTo>
                <a:lnTo>
                  <a:pt x="304967" y="2237500"/>
                </a:lnTo>
                <a:close/>
              </a:path>
              <a:path w="5142230" h="2300604">
                <a:moveTo>
                  <a:pt x="345873" y="2295168"/>
                </a:moveTo>
                <a:lnTo>
                  <a:pt x="339536" y="2288385"/>
                </a:lnTo>
                <a:lnTo>
                  <a:pt x="334232" y="2280557"/>
                </a:lnTo>
                <a:lnTo>
                  <a:pt x="336075" y="2270800"/>
                </a:lnTo>
                <a:lnTo>
                  <a:pt x="343273" y="2265994"/>
                </a:lnTo>
                <a:lnTo>
                  <a:pt x="350420" y="2261133"/>
                </a:lnTo>
                <a:lnTo>
                  <a:pt x="360133" y="2263027"/>
                </a:lnTo>
                <a:lnTo>
                  <a:pt x="369795" y="2277377"/>
                </a:lnTo>
                <a:lnTo>
                  <a:pt x="367906" y="2287085"/>
                </a:lnTo>
                <a:lnTo>
                  <a:pt x="360754" y="2291940"/>
                </a:lnTo>
                <a:lnTo>
                  <a:pt x="354281" y="2296252"/>
                </a:lnTo>
                <a:lnTo>
                  <a:pt x="345873" y="2295168"/>
                </a:lnTo>
                <a:close/>
              </a:path>
              <a:path w="5142230" h="2300604">
                <a:moveTo>
                  <a:pt x="216674" y="2126857"/>
                </a:moveTo>
                <a:lnTo>
                  <a:pt x="210431" y="2120173"/>
                </a:lnTo>
                <a:lnTo>
                  <a:pt x="204897" y="2113565"/>
                </a:lnTo>
                <a:lnTo>
                  <a:pt x="205751" y="2103727"/>
                </a:lnTo>
                <a:lnTo>
                  <a:pt x="211089" y="2099178"/>
                </a:lnTo>
                <a:lnTo>
                  <a:pt x="217693" y="2093638"/>
                </a:lnTo>
                <a:lnTo>
                  <a:pt x="218923" y="2092609"/>
                </a:lnTo>
                <a:lnTo>
                  <a:pt x="228810" y="2093417"/>
                </a:lnTo>
                <a:lnTo>
                  <a:pt x="239874" y="2106630"/>
                </a:lnTo>
                <a:lnTo>
                  <a:pt x="239066" y="2116517"/>
                </a:lnTo>
                <a:lnTo>
                  <a:pt x="233690" y="2121026"/>
                </a:lnTo>
                <a:lnTo>
                  <a:pt x="227112" y="2126593"/>
                </a:lnTo>
                <a:lnTo>
                  <a:pt x="226093" y="2127458"/>
                </a:lnTo>
                <a:lnTo>
                  <a:pt x="216674" y="2126857"/>
                </a:lnTo>
                <a:close/>
              </a:path>
              <a:path w="5142230" h="2300604">
                <a:moveTo>
                  <a:pt x="170491" y="2072921"/>
                </a:moveTo>
                <a:lnTo>
                  <a:pt x="164391" y="2066392"/>
                </a:lnTo>
                <a:lnTo>
                  <a:pt x="158759" y="2059875"/>
                </a:lnTo>
                <a:lnTo>
                  <a:pt x="159474" y="2049985"/>
                </a:lnTo>
                <a:lnTo>
                  <a:pt x="171650" y="2039463"/>
                </a:lnTo>
                <a:lnTo>
                  <a:pt x="172509" y="2038721"/>
                </a:lnTo>
                <a:lnTo>
                  <a:pt x="182344" y="2039386"/>
                </a:lnTo>
                <a:lnTo>
                  <a:pt x="193712" y="2052425"/>
                </a:lnTo>
                <a:lnTo>
                  <a:pt x="192998" y="2062315"/>
                </a:lnTo>
                <a:lnTo>
                  <a:pt x="180813" y="2072829"/>
                </a:lnTo>
                <a:lnTo>
                  <a:pt x="180055" y="2073483"/>
                </a:lnTo>
                <a:lnTo>
                  <a:pt x="170491" y="2072921"/>
                </a:lnTo>
                <a:close/>
              </a:path>
              <a:path w="5142230" h="2300604">
                <a:moveTo>
                  <a:pt x="123927" y="2019460"/>
                </a:moveTo>
                <a:lnTo>
                  <a:pt x="117817" y="2012919"/>
                </a:lnTo>
                <a:lnTo>
                  <a:pt x="112095" y="2006403"/>
                </a:lnTo>
                <a:lnTo>
                  <a:pt x="112761" y="1996559"/>
                </a:lnTo>
                <a:lnTo>
                  <a:pt x="124997" y="1985807"/>
                </a:lnTo>
                <a:lnTo>
                  <a:pt x="125749" y="1985147"/>
                </a:lnTo>
                <a:lnTo>
                  <a:pt x="135644" y="1985866"/>
                </a:lnTo>
                <a:lnTo>
                  <a:pt x="147005" y="1998810"/>
                </a:lnTo>
                <a:lnTo>
                  <a:pt x="146381" y="2008698"/>
                </a:lnTo>
                <a:lnTo>
                  <a:pt x="139819" y="2014381"/>
                </a:lnTo>
                <a:lnTo>
                  <a:pt x="134097" y="2019398"/>
                </a:lnTo>
                <a:lnTo>
                  <a:pt x="133444" y="2019971"/>
                </a:lnTo>
                <a:lnTo>
                  <a:pt x="123927" y="2019460"/>
                </a:lnTo>
                <a:close/>
              </a:path>
              <a:path w="5142230" h="2300604">
                <a:moveTo>
                  <a:pt x="261646" y="2181547"/>
                </a:moveTo>
                <a:lnTo>
                  <a:pt x="255265" y="2174716"/>
                </a:lnTo>
                <a:lnTo>
                  <a:pt x="249877" y="2167970"/>
                </a:lnTo>
                <a:lnTo>
                  <a:pt x="250964" y="2158089"/>
                </a:lnTo>
                <a:lnTo>
                  <a:pt x="264459" y="2147317"/>
                </a:lnTo>
                <a:lnTo>
                  <a:pt x="274288" y="2148454"/>
                </a:lnTo>
                <a:lnTo>
                  <a:pt x="285113" y="2161899"/>
                </a:lnTo>
                <a:lnTo>
                  <a:pt x="283976" y="2171728"/>
                </a:lnTo>
                <a:lnTo>
                  <a:pt x="277226" y="2177111"/>
                </a:lnTo>
                <a:lnTo>
                  <a:pt x="270823" y="2182280"/>
                </a:lnTo>
                <a:lnTo>
                  <a:pt x="261646" y="2181547"/>
                </a:lnTo>
                <a:close/>
              </a:path>
              <a:path w="5142230" h="2300604">
                <a:moveTo>
                  <a:pt x="31141" y="1911631"/>
                </a:moveTo>
                <a:lnTo>
                  <a:pt x="24906" y="1904956"/>
                </a:lnTo>
                <a:lnTo>
                  <a:pt x="19366" y="1898351"/>
                </a:lnTo>
                <a:lnTo>
                  <a:pt x="20274" y="1888464"/>
                </a:lnTo>
                <a:lnTo>
                  <a:pt x="26878" y="1882924"/>
                </a:lnTo>
                <a:lnTo>
                  <a:pt x="32189" y="1878542"/>
                </a:lnTo>
                <a:lnTo>
                  <a:pt x="33582" y="1877393"/>
                </a:lnTo>
                <a:lnTo>
                  <a:pt x="43375" y="1878297"/>
                </a:lnTo>
                <a:lnTo>
                  <a:pt x="54485" y="1891559"/>
                </a:lnTo>
                <a:lnTo>
                  <a:pt x="53587" y="1901447"/>
                </a:lnTo>
                <a:lnTo>
                  <a:pt x="41692" y="1911391"/>
                </a:lnTo>
                <a:lnTo>
                  <a:pt x="40564" y="1912334"/>
                </a:lnTo>
                <a:lnTo>
                  <a:pt x="31141" y="1911631"/>
                </a:lnTo>
                <a:close/>
              </a:path>
              <a:path w="5142230" h="2300604">
                <a:moveTo>
                  <a:pt x="77219" y="1965843"/>
                </a:moveTo>
                <a:lnTo>
                  <a:pt x="71069" y="1959260"/>
                </a:lnTo>
                <a:lnTo>
                  <a:pt x="65437" y="1952743"/>
                </a:lnTo>
                <a:lnTo>
                  <a:pt x="66147" y="1942848"/>
                </a:lnTo>
                <a:lnTo>
                  <a:pt x="78326" y="1932329"/>
                </a:lnTo>
                <a:lnTo>
                  <a:pt x="79236" y="1931543"/>
                </a:lnTo>
                <a:lnTo>
                  <a:pt x="89116" y="1932257"/>
                </a:lnTo>
                <a:lnTo>
                  <a:pt x="100435" y="1945342"/>
                </a:lnTo>
                <a:lnTo>
                  <a:pt x="99721" y="1955231"/>
                </a:lnTo>
                <a:lnTo>
                  <a:pt x="87537" y="1965745"/>
                </a:lnTo>
                <a:lnTo>
                  <a:pt x="86774" y="1966404"/>
                </a:lnTo>
                <a:lnTo>
                  <a:pt x="77219" y="1965843"/>
                </a:lnTo>
                <a:close/>
              </a:path>
              <a:path w="5142230" h="2300604">
                <a:moveTo>
                  <a:pt x="0" y="1853578"/>
                </a:moveTo>
                <a:lnTo>
                  <a:pt x="0" y="1823852"/>
                </a:lnTo>
                <a:lnTo>
                  <a:pt x="10126" y="1836938"/>
                </a:lnTo>
                <a:lnTo>
                  <a:pt x="8854" y="1846719"/>
                </a:lnTo>
                <a:lnTo>
                  <a:pt x="0" y="1853578"/>
                </a:lnTo>
                <a:close/>
              </a:path>
              <a:path w="5142230" h="2300604">
                <a:moveTo>
                  <a:pt x="799057" y="2223919"/>
                </a:moveTo>
                <a:lnTo>
                  <a:pt x="792856" y="2217280"/>
                </a:lnTo>
                <a:lnTo>
                  <a:pt x="792316" y="2216507"/>
                </a:lnTo>
                <a:lnTo>
                  <a:pt x="787736" y="2209453"/>
                </a:lnTo>
                <a:lnTo>
                  <a:pt x="789704" y="2200036"/>
                </a:lnTo>
                <a:lnTo>
                  <a:pt x="803810" y="2190885"/>
                </a:lnTo>
                <a:lnTo>
                  <a:pt x="813232" y="2192858"/>
                </a:lnTo>
                <a:lnTo>
                  <a:pt x="822378" y="2206950"/>
                </a:lnTo>
                <a:lnTo>
                  <a:pt x="820410" y="2216377"/>
                </a:lnTo>
                <a:lnTo>
                  <a:pt x="813361" y="2220953"/>
                </a:lnTo>
                <a:lnTo>
                  <a:pt x="807079" y="2225077"/>
                </a:lnTo>
                <a:lnTo>
                  <a:pt x="799057" y="2223919"/>
                </a:lnTo>
                <a:close/>
              </a:path>
              <a:path w="5142230" h="2300604">
                <a:moveTo>
                  <a:pt x="249425" y="1662529"/>
                </a:moveTo>
                <a:lnTo>
                  <a:pt x="243458" y="1656141"/>
                </a:lnTo>
                <a:lnTo>
                  <a:pt x="243485" y="1646884"/>
                </a:lnTo>
                <a:lnTo>
                  <a:pt x="249160" y="1641035"/>
                </a:lnTo>
                <a:lnTo>
                  <a:pt x="255076" y="1635061"/>
                </a:lnTo>
                <a:lnTo>
                  <a:pt x="264717" y="1634912"/>
                </a:lnTo>
                <a:lnTo>
                  <a:pt x="276686" y="1646650"/>
                </a:lnTo>
                <a:lnTo>
                  <a:pt x="276821" y="1656285"/>
                </a:lnTo>
                <a:lnTo>
                  <a:pt x="270955" y="1662313"/>
                </a:lnTo>
                <a:lnTo>
                  <a:pt x="265044" y="1668301"/>
                </a:lnTo>
                <a:lnTo>
                  <a:pt x="255457" y="1668399"/>
                </a:lnTo>
                <a:lnTo>
                  <a:pt x="249425" y="1662529"/>
                </a:lnTo>
                <a:close/>
              </a:path>
              <a:path w="5142230" h="2300604">
                <a:moveTo>
                  <a:pt x="352928" y="1760424"/>
                </a:moveTo>
                <a:lnTo>
                  <a:pt x="346729" y="1753788"/>
                </a:lnTo>
                <a:lnTo>
                  <a:pt x="346611" y="1744767"/>
                </a:lnTo>
                <a:lnTo>
                  <a:pt x="357737" y="1732739"/>
                </a:lnTo>
                <a:lnTo>
                  <a:pt x="367387" y="1732307"/>
                </a:lnTo>
                <a:lnTo>
                  <a:pt x="379698" y="1743726"/>
                </a:lnTo>
                <a:lnTo>
                  <a:pt x="380125" y="1753371"/>
                </a:lnTo>
                <a:lnTo>
                  <a:pt x="368706" y="1765682"/>
                </a:lnTo>
                <a:lnTo>
                  <a:pt x="359109" y="1766063"/>
                </a:lnTo>
                <a:lnTo>
                  <a:pt x="352928" y="1760424"/>
                </a:lnTo>
                <a:close/>
              </a:path>
              <a:path w="5142230" h="2300604">
                <a:moveTo>
                  <a:pt x="457968" y="1856152"/>
                </a:moveTo>
                <a:lnTo>
                  <a:pt x="451677" y="1849418"/>
                </a:lnTo>
                <a:lnTo>
                  <a:pt x="451513" y="1840542"/>
                </a:lnTo>
                <a:lnTo>
                  <a:pt x="456954" y="1834638"/>
                </a:lnTo>
                <a:lnTo>
                  <a:pt x="462548" y="1828407"/>
                </a:lnTo>
                <a:lnTo>
                  <a:pt x="472148" y="1827932"/>
                </a:lnTo>
                <a:lnTo>
                  <a:pt x="484595" y="1839214"/>
                </a:lnTo>
                <a:lnTo>
                  <a:pt x="485081" y="1848814"/>
                </a:lnTo>
                <a:lnTo>
                  <a:pt x="479433" y="1855084"/>
                </a:lnTo>
                <a:lnTo>
                  <a:pt x="473798" y="1861271"/>
                </a:lnTo>
                <a:lnTo>
                  <a:pt x="464194" y="1861751"/>
                </a:lnTo>
                <a:lnTo>
                  <a:pt x="457968" y="1856152"/>
                </a:lnTo>
                <a:close/>
              </a:path>
              <a:path w="5142230" h="2300604">
                <a:moveTo>
                  <a:pt x="300855" y="1711914"/>
                </a:moveTo>
                <a:lnTo>
                  <a:pt x="294751" y="1705380"/>
                </a:lnTo>
                <a:lnTo>
                  <a:pt x="294636" y="1696265"/>
                </a:lnTo>
                <a:lnTo>
                  <a:pt x="300217" y="1690412"/>
                </a:lnTo>
                <a:lnTo>
                  <a:pt x="305997" y="1684282"/>
                </a:lnTo>
                <a:lnTo>
                  <a:pt x="315586" y="1683990"/>
                </a:lnTo>
                <a:lnTo>
                  <a:pt x="327844" y="1695549"/>
                </a:lnTo>
                <a:lnTo>
                  <a:pt x="328136" y="1705147"/>
                </a:lnTo>
                <a:lnTo>
                  <a:pt x="316577" y="1717406"/>
                </a:lnTo>
                <a:lnTo>
                  <a:pt x="306938" y="1717644"/>
                </a:lnTo>
                <a:lnTo>
                  <a:pt x="300855" y="1711914"/>
                </a:lnTo>
                <a:close/>
              </a:path>
              <a:path w="5142230" h="2300604">
                <a:moveTo>
                  <a:pt x="405345" y="1808421"/>
                </a:moveTo>
                <a:lnTo>
                  <a:pt x="399154" y="1801795"/>
                </a:lnTo>
                <a:lnTo>
                  <a:pt x="398988" y="1792820"/>
                </a:lnTo>
                <a:lnTo>
                  <a:pt x="404335" y="1786911"/>
                </a:lnTo>
                <a:lnTo>
                  <a:pt x="410018" y="1780680"/>
                </a:lnTo>
                <a:lnTo>
                  <a:pt x="419663" y="1780262"/>
                </a:lnTo>
                <a:lnTo>
                  <a:pt x="432031" y="1791537"/>
                </a:lnTo>
                <a:lnTo>
                  <a:pt x="432552" y="1801185"/>
                </a:lnTo>
                <a:lnTo>
                  <a:pt x="421220" y="1813588"/>
                </a:lnTo>
                <a:lnTo>
                  <a:pt x="411575" y="1814015"/>
                </a:lnTo>
                <a:lnTo>
                  <a:pt x="405345" y="1808421"/>
                </a:lnTo>
                <a:close/>
              </a:path>
              <a:path w="5142230" h="2300604">
                <a:moveTo>
                  <a:pt x="64137" y="1457145"/>
                </a:moveTo>
                <a:lnTo>
                  <a:pt x="57795" y="1450356"/>
                </a:lnTo>
                <a:lnTo>
                  <a:pt x="52646" y="1443671"/>
                </a:lnTo>
                <a:lnTo>
                  <a:pt x="53962" y="1434132"/>
                </a:lnTo>
                <a:lnTo>
                  <a:pt x="67245" y="1423915"/>
                </a:lnTo>
                <a:lnTo>
                  <a:pt x="76832" y="1425185"/>
                </a:lnTo>
                <a:lnTo>
                  <a:pt x="87001" y="1438514"/>
                </a:lnTo>
                <a:lnTo>
                  <a:pt x="85779" y="1448056"/>
                </a:lnTo>
                <a:lnTo>
                  <a:pt x="79089" y="1453210"/>
                </a:lnTo>
                <a:lnTo>
                  <a:pt x="72837" y="1457954"/>
                </a:lnTo>
                <a:lnTo>
                  <a:pt x="64137" y="1457145"/>
                </a:lnTo>
                <a:close/>
              </a:path>
              <a:path w="5142230" h="2300604">
                <a:moveTo>
                  <a:pt x="22348" y="1399411"/>
                </a:moveTo>
                <a:lnTo>
                  <a:pt x="15637" y="1392227"/>
                </a:lnTo>
                <a:lnTo>
                  <a:pt x="10870" y="1385267"/>
                </a:lnTo>
                <a:lnTo>
                  <a:pt x="12703" y="1375793"/>
                </a:lnTo>
                <a:lnTo>
                  <a:pt x="26576" y="1366304"/>
                </a:lnTo>
                <a:lnTo>
                  <a:pt x="36004" y="1368088"/>
                </a:lnTo>
                <a:lnTo>
                  <a:pt x="45488" y="1381955"/>
                </a:lnTo>
                <a:lnTo>
                  <a:pt x="43754" y="1391437"/>
                </a:lnTo>
                <a:lnTo>
                  <a:pt x="36794" y="1396205"/>
                </a:lnTo>
                <a:lnTo>
                  <a:pt x="30464" y="1400474"/>
                </a:lnTo>
                <a:lnTo>
                  <a:pt x="22348" y="1399411"/>
                </a:lnTo>
                <a:close/>
              </a:path>
              <a:path w="5142230" h="2300604">
                <a:moveTo>
                  <a:pt x="108783" y="1512669"/>
                </a:moveTo>
                <a:lnTo>
                  <a:pt x="102722" y="1506181"/>
                </a:lnTo>
                <a:lnTo>
                  <a:pt x="97326" y="1499808"/>
                </a:lnTo>
                <a:lnTo>
                  <a:pt x="98129" y="1490210"/>
                </a:lnTo>
                <a:lnTo>
                  <a:pt x="103375" y="1485757"/>
                </a:lnTo>
                <a:lnTo>
                  <a:pt x="109778" y="1480393"/>
                </a:lnTo>
                <a:lnTo>
                  <a:pt x="111009" y="1479365"/>
                </a:lnTo>
                <a:lnTo>
                  <a:pt x="120564" y="1480209"/>
                </a:lnTo>
                <a:lnTo>
                  <a:pt x="131412" y="1492995"/>
                </a:lnTo>
                <a:lnTo>
                  <a:pt x="130564" y="1502644"/>
                </a:lnTo>
                <a:lnTo>
                  <a:pt x="125368" y="1507051"/>
                </a:lnTo>
                <a:lnTo>
                  <a:pt x="124196" y="1508045"/>
                </a:lnTo>
                <a:lnTo>
                  <a:pt x="118900" y="1512444"/>
                </a:lnTo>
                <a:lnTo>
                  <a:pt x="117924" y="1513256"/>
                </a:lnTo>
                <a:lnTo>
                  <a:pt x="108783" y="1512669"/>
                </a:lnTo>
                <a:close/>
              </a:path>
              <a:path w="5142230" h="2300604">
                <a:moveTo>
                  <a:pt x="834899" y="2284474"/>
                </a:moveTo>
                <a:lnTo>
                  <a:pt x="829433" y="2278623"/>
                </a:lnTo>
                <a:lnTo>
                  <a:pt x="828660" y="2277601"/>
                </a:lnTo>
                <a:lnTo>
                  <a:pt x="827997" y="2276403"/>
                </a:lnTo>
                <a:lnTo>
                  <a:pt x="824046" y="2269045"/>
                </a:lnTo>
                <a:lnTo>
                  <a:pt x="826767" y="2259838"/>
                </a:lnTo>
                <a:lnTo>
                  <a:pt x="834128" y="2255792"/>
                </a:lnTo>
                <a:lnTo>
                  <a:pt x="841534" y="2251795"/>
                </a:lnTo>
                <a:lnTo>
                  <a:pt x="850788" y="2254565"/>
                </a:lnTo>
                <a:lnTo>
                  <a:pt x="858736" y="2269329"/>
                </a:lnTo>
                <a:lnTo>
                  <a:pt x="856014" y="2278537"/>
                </a:lnTo>
                <a:lnTo>
                  <a:pt x="848654" y="2282582"/>
                </a:lnTo>
                <a:lnTo>
                  <a:pt x="842402" y="2285957"/>
                </a:lnTo>
                <a:lnTo>
                  <a:pt x="834899" y="2284474"/>
                </a:lnTo>
                <a:close/>
              </a:path>
              <a:path w="5142230" h="2300604">
                <a:moveTo>
                  <a:pt x="0" y="1335562"/>
                </a:moveTo>
                <a:lnTo>
                  <a:pt x="0" y="1310932"/>
                </a:lnTo>
                <a:lnTo>
                  <a:pt x="7363" y="1323255"/>
                </a:lnTo>
                <a:lnTo>
                  <a:pt x="4967" y="1332616"/>
                </a:lnTo>
                <a:lnTo>
                  <a:pt x="0" y="1335562"/>
                </a:lnTo>
                <a:close/>
              </a:path>
              <a:path w="5142230" h="2300604">
                <a:moveTo>
                  <a:pt x="667404" y="2058257"/>
                </a:moveTo>
                <a:lnTo>
                  <a:pt x="655880" y="2045921"/>
                </a:lnTo>
                <a:lnTo>
                  <a:pt x="656207" y="2036301"/>
                </a:lnTo>
                <a:lnTo>
                  <a:pt x="668540" y="2024871"/>
                </a:lnTo>
                <a:lnTo>
                  <a:pt x="678155" y="2025203"/>
                </a:lnTo>
                <a:lnTo>
                  <a:pt x="689592" y="2037447"/>
                </a:lnTo>
                <a:lnTo>
                  <a:pt x="689261" y="2047052"/>
                </a:lnTo>
                <a:lnTo>
                  <a:pt x="676978" y="2058536"/>
                </a:lnTo>
                <a:lnTo>
                  <a:pt x="667404" y="2058257"/>
                </a:lnTo>
                <a:close/>
              </a:path>
              <a:path w="5142230" h="2300604">
                <a:moveTo>
                  <a:pt x="562052" y="1952127"/>
                </a:moveTo>
                <a:lnTo>
                  <a:pt x="555993" y="1945642"/>
                </a:lnTo>
                <a:lnTo>
                  <a:pt x="555932" y="1936486"/>
                </a:lnTo>
                <a:lnTo>
                  <a:pt x="567338" y="1924552"/>
                </a:lnTo>
                <a:lnTo>
                  <a:pt x="576973" y="1924309"/>
                </a:lnTo>
                <a:lnTo>
                  <a:pt x="589093" y="1935915"/>
                </a:lnTo>
                <a:lnTo>
                  <a:pt x="589380" y="1945508"/>
                </a:lnTo>
                <a:lnTo>
                  <a:pt x="583555" y="1951589"/>
                </a:lnTo>
                <a:lnTo>
                  <a:pt x="577776" y="1957718"/>
                </a:lnTo>
                <a:lnTo>
                  <a:pt x="568132" y="1957961"/>
                </a:lnTo>
                <a:lnTo>
                  <a:pt x="562052" y="1952127"/>
                </a:lnTo>
                <a:close/>
              </a:path>
              <a:path w="5142230" h="2300604">
                <a:moveTo>
                  <a:pt x="612549" y="2001296"/>
                </a:moveTo>
                <a:lnTo>
                  <a:pt x="606719" y="1995055"/>
                </a:lnTo>
                <a:lnTo>
                  <a:pt x="606848" y="1985712"/>
                </a:lnTo>
                <a:lnTo>
                  <a:pt x="618625" y="1973980"/>
                </a:lnTo>
                <a:lnTo>
                  <a:pt x="628209" y="1973976"/>
                </a:lnTo>
                <a:lnTo>
                  <a:pt x="640126" y="1985853"/>
                </a:lnTo>
                <a:lnTo>
                  <a:pt x="640077" y="1995478"/>
                </a:lnTo>
                <a:lnTo>
                  <a:pt x="634214" y="2001420"/>
                </a:lnTo>
                <a:lnTo>
                  <a:pt x="628253" y="2007354"/>
                </a:lnTo>
                <a:lnTo>
                  <a:pt x="618575" y="2007355"/>
                </a:lnTo>
                <a:lnTo>
                  <a:pt x="612549" y="2001296"/>
                </a:lnTo>
                <a:close/>
              </a:path>
              <a:path w="5142230" h="2300604">
                <a:moveTo>
                  <a:pt x="155878" y="1566201"/>
                </a:moveTo>
                <a:lnTo>
                  <a:pt x="144307" y="1553815"/>
                </a:lnTo>
                <a:lnTo>
                  <a:pt x="144724" y="1544203"/>
                </a:lnTo>
                <a:lnTo>
                  <a:pt x="150918" y="1538508"/>
                </a:lnTo>
                <a:lnTo>
                  <a:pt x="156906" y="1533090"/>
                </a:lnTo>
                <a:lnTo>
                  <a:pt x="157153" y="1532866"/>
                </a:lnTo>
                <a:lnTo>
                  <a:pt x="166765" y="1533283"/>
                </a:lnTo>
                <a:lnTo>
                  <a:pt x="172411" y="1539523"/>
                </a:lnTo>
                <a:lnTo>
                  <a:pt x="178097" y="1545609"/>
                </a:lnTo>
                <a:lnTo>
                  <a:pt x="177680" y="1555328"/>
                </a:lnTo>
                <a:lnTo>
                  <a:pt x="171481" y="1561019"/>
                </a:lnTo>
                <a:lnTo>
                  <a:pt x="165493" y="1566436"/>
                </a:lnTo>
                <a:lnTo>
                  <a:pt x="165295" y="1566615"/>
                </a:lnTo>
                <a:lnTo>
                  <a:pt x="155878" y="1566201"/>
                </a:lnTo>
                <a:close/>
              </a:path>
              <a:path w="5142230" h="2300604">
                <a:moveTo>
                  <a:pt x="714323" y="2111025"/>
                </a:moveTo>
                <a:lnTo>
                  <a:pt x="708315" y="2104593"/>
                </a:lnTo>
                <a:lnTo>
                  <a:pt x="702868" y="2098176"/>
                </a:lnTo>
                <a:lnTo>
                  <a:pt x="703667" y="2088573"/>
                </a:lnTo>
                <a:lnTo>
                  <a:pt x="715383" y="2078632"/>
                </a:lnTo>
                <a:lnTo>
                  <a:pt x="716453" y="2077725"/>
                </a:lnTo>
                <a:lnTo>
                  <a:pt x="726105" y="2078478"/>
                </a:lnTo>
                <a:lnTo>
                  <a:pt x="736950" y="2091358"/>
                </a:lnTo>
                <a:lnTo>
                  <a:pt x="736200" y="2100916"/>
                </a:lnTo>
                <a:lnTo>
                  <a:pt x="724478" y="2110850"/>
                </a:lnTo>
                <a:lnTo>
                  <a:pt x="723560" y="2111627"/>
                </a:lnTo>
                <a:lnTo>
                  <a:pt x="714323" y="2111025"/>
                </a:lnTo>
                <a:close/>
              </a:path>
              <a:path w="5142230" h="2300604">
                <a:moveTo>
                  <a:pt x="198744" y="1611805"/>
                </a:moveTo>
                <a:lnTo>
                  <a:pt x="193096" y="1605758"/>
                </a:lnTo>
                <a:lnTo>
                  <a:pt x="193327" y="1596320"/>
                </a:lnTo>
                <a:lnTo>
                  <a:pt x="199286" y="1590480"/>
                </a:lnTo>
                <a:lnTo>
                  <a:pt x="199718" y="1590063"/>
                </a:lnTo>
                <a:lnTo>
                  <a:pt x="205333" y="1584647"/>
                </a:lnTo>
                <a:lnTo>
                  <a:pt x="214960" y="1584786"/>
                </a:lnTo>
                <a:lnTo>
                  <a:pt x="226687" y="1596841"/>
                </a:lnTo>
                <a:lnTo>
                  <a:pt x="226548" y="1606468"/>
                </a:lnTo>
                <a:lnTo>
                  <a:pt x="226111" y="1606889"/>
                </a:lnTo>
                <a:lnTo>
                  <a:pt x="220495" y="1612304"/>
                </a:lnTo>
                <a:lnTo>
                  <a:pt x="214488" y="1618190"/>
                </a:lnTo>
                <a:lnTo>
                  <a:pt x="204862" y="1618051"/>
                </a:lnTo>
                <a:lnTo>
                  <a:pt x="198744" y="1611805"/>
                </a:lnTo>
                <a:close/>
              </a:path>
              <a:path w="5142230" h="2300604">
                <a:moveTo>
                  <a:pt x="758534" y="2166171"/>
                </a:moveTo>
                <a:lnTo>
                  <a:pt x="752151" y="2159338"/>
                </a:lnTo>
                <a:lnTo>
                  <a:pt x="747045" y="2152602"/>
                </a:lnTo>
                <a:lnTo>
                  <a:pt x="748451" y="2143061"/>
                </a:lnTo>
                <a:lnTo>
                  <a:pt x="761830" y="2132947"/>
                </a:lnTo>
                <a:lnTo>
                  <a:pt x="771369" y="2134263"/>
                </a:lnTo>
                <a:lnTo>
                  <a:pt x="781485" y="2147731"/>
                </a:lnTo>
                <a:lnTo>
                  <a:pt x="780169" y="2157270"/>
                </a:lnTo>
                <a:lnTo>
                  <a:pt x="773436" y="2162281"/>
                </a:lnTo>
                <a:lnTo>
                  <a:pt x="767185" y="2167025"/>
                </a:lnTo>
                <a:lnTo>
                  <a:pt x="758534" y="2166171"/>
                </a:lnTo>
                <a:close/>
              </a:path>
              <a:path w="5142230" h="2300604">
                <a:moveTo>
                  <a:pt x="510350" y="1903918"/>
                </a:moveTo>
                <a:lnTo>
                  <a:pt x="504156" y="1897286"/>
                </a:lnTo>
                <a:lnTo>
                  <a:pt x="504038" y="1888265"/>
                </a:lnTo>
                <a:lnTo>
                  <a:pt x="515119" y="1876179"/>
                </a:lnTo>
                <a:lnTo>
                  <a:pt x="524764" y="1875752"/>
                </a:lnTo>
                <a:lnTo>
                  <a:pt x="537169" y="1887174"/>
                </a:lnTo>
                <a:lnTo>
                  <a:pt x="537550" y="1896771"/>
                </a:lnTo>
                <a:lnTo>
                  <a:pt x="531862" y="1902997"/>
                </a:lnTo>
                <a:lnTo>
                  <a:pt x="526177" y="1909130"/>
                </a:lnTo>
                <a:lnTo>
                  <a:pt x="516532" y="1909557"/>
                </a:lnTo>
                <a:lnTo>
                  <a:pt x="510350" y="1903918"/>
                </a:lnTo>
                <a:close/>
              </a:path>
              <a:path w="5142230" h="2300604">
                <a:moveTo>
                  <a:pt x="311083" y="1372452"/>
                </a:moveTo>
                <a:lnTo>
                  <a:pt x="305205" y="1366160"/>
                </a:lnTo>
                <a:lnTo>
                  <a:pt x="304883" y="1357790"/>
                </a:lnTo>
                <a:lnTo>
                  <a:pt x="309702" y="1352001"/>
                </a:lnTo>
                <a:lnTo>
                  <a:pt x="314972" y="1345717"/>
                </a:lnTo>
                <a:lnTo>
                  <a:pt x="324248" y="1344895"/>
                </a:lnTo>
                <a:lnTo>
                  <a:pt x="336830" y="1355431"/>
                </a:lnTo>
                <a:lnTo>
                  <a:pt x="337642" y="1364707"/>
                </a:lnTo>
                <a:lnTo>
                  <a:pt x="327165" y="1377243"/>
                </a:lnTo>
                <a:lnTo>
                  <a:pt x="317835" y="1378106"/>
                </a:lnTo>
                <a:lnTo>
                  <a:pt x="311083" y="1372452"/>
                </a:lnTo>
                <a:close/>
              </a:path>
              <a:path w="5142230" h="2300604">
                <a:moveTo>
                  <a:pt x="121095" y="1170824"/>
                </a:moveTo>
                <a:lnTo>
                  <a:pt x="115120" y="1164428"/>
                </a:lnTo>
                <a:lnTo>
                  <a:pt x="114716" y="1163800"/>
                </a:lnTo>
                <a:lnTo>
                  <a:pt x="110029" y="1157121"/>
                </a:lnTo>
                <a:lnTo>
                  <a:pt x="111717" y="1147883"/>
                </a:lnTo>
                <a:lnTo>
                  <a:pt x="125152" y="1138610"/>
                </a:lnTo>
                <a:lnTo>
                  <a:pt x="134354" y="1140250"/>
                </a:lnTo>
                <a:lnTo>
                  <a:pt x="143668" y="1153739"/>
                </a:lnTo>
                <a:lnTo>
                  <a:pt x="141982" y="1162892"/>
                </a:lnTo>
                <a:lnTo>
                  <a:pt x="135303" y="1167570"/>
                </a:lnTo>
                <a:lnTo>
                  <a:pt x="129170" y="1171747"/>
                </a:lnTo>
                <a:lnTo>
                  <a:pt x="121095" y="1170824"/>
                </a:lnTo>
                <a:close/>
              </a:path>
              <a:path w="5142230" h="2300604">
                <a:moveTo>
                  <a:pt x="0" y="842644"/>
                </a:moveTo>
                <a:lnTo>
                  <a:pt x="0" y="818485"/>
                </a:lnTo>
                <a:lnTo>
                  <a:pt x="505" y="818776"/>
                </a:lnTo>
                <a:lnTo>
                  <a:pt x="4736" y="834546"/>
                </a:lnTo>
                <a:lnTo>
                  <a:pt x="0" y="842644"/>
                </a:lnTo>
                <a:close/>
              </a:path>
              <a:path w="5142230" h="2300604">
                <a:moveTo>
                  <a:pt x="1280867" y="2283698"/>
                </a:moveTo>
                <a:lnTo>
                  <a:pt x="1275624" y="2278085"/>
                </a:lnTo>
                <a:lnTo>
                  <a:pt x="1274467" y="2276162"/>
                </a:lnTo>
                <a:lnTo>
                  <a:pt x="1273827" y="2274011"/>
                </a:lnTo>
                <a:lnTo>
                  <a:pt x="1271360" y="2266190"/>
                </a:lnTo>
                <a:lnTo>
                  <a:pt x="1275651" y="2257881"/>
                </a:lnTo>
                <a:lnTo>
                  <a:pt x="1283478" y="2255409"/>
                </a:lnTo>
                <a:lnTo>
                  <a:pt x="1291260" y="2252987"/>
                </a:lnTo>
                <a:lnTo>
                  <a:pt x="1299564" y="2257283"/>
                </a:lnTo>
                <a:lnTo>
                  <a:pt x="1304511" y="2272842"/>
                </a:lnTo>
                <a:lnTo>
                  <a:pt x="1300215" y="2281146"/>
                </a:lnTo>
                <a:lnTo>
                  <a:pt x="1286757" y="2285409"/>
                </a:lnTo>
                <a:lnTo>
                  <a:pt x="1280867" y="2283698"/>
                </a:lnTo>
                <a:close/>
              </a:path>
              <a:path w="5142230" h="2300604">
                <a:moveTo>
                  <a:pt x="24468" y="980109"/>
                </a:moveTo>
                <a:lnTo>
                  <a:pt x="19184" y="974453"/>
                </a:lnTo>
                <a:lnTo>
                  <a:pt x="18157" y="972855"/>
                </a:lnTo>
                <a:lnTo>
                  <a:pt x="14611" y="963293"/>
                </a:lnTo>
                <a:lnTo>
                  <a:pt x="18490" y="954738"/>
                </a:lnTo>
                <a:lnTo>
                  <a:pt x="26187" y="951931"/>
                </a:lnTo>
                <a:lnTo>
                  <a:pt x="33837" y="949076"/>
                </a:lnTo>
                <a:lnTo>
                  <a:pt x="42343" y="953001"/>
                </a:lnTo>
                <a:lnTo>
                  <a:pt x="48049" y="968297"/>
                </a:lnTo>
                <a:lnTo>
                  <a:pt x="44129" y="976808"/>
                </a:lnTo>
                <a:lnTo>
                  <a:pt x="36474" y="979658"/>
                </a:lnTo>
                <a:lnTo>
                  <a:pt x="30694" y="981780"/>
                </a:lnTo>
                <a:lnTo>
                  <a:pt x="24468" y="980109"/>
                </a:lnTo>
                <a:close/>
              </a:path>
              <a:path w="5142230" h="2300604">
                <a:moveTo>
                  <a:pt x="539860" y="1540417"/>
                </a:moveTo>
                <a:lnTo>
                  <a:pt x="534531" y="1534712"/>
                </a:lnTo>
                <a:lnTo>
                  <a:pt x="533754" y="1527037"/>
                </a:lnTo>
                <a:lnTo>
                  <a:pt x="537728" y="1521224"/>
                </a:lnTo>
                <a:lnTo>
                  <a:pt x="542255" y="1514438"/>
                </a:lnTo>
                <a:lnTo>
                  <a:pt x="551474" y="1512675"/>
                </a:lnTo>
                <a:lnTo>
                  <a:pt x="564992" y="1521770"/>
                </a:lnTo>
                <a:lnTo>
                  <a:pt x="566760" y="1530993"/>
                </a:lnTo>
                <a:lnTo>
                  <a:pt x="562233" y="1537779"/>
                </a:lnTo>
                <a:lnTo>
                  <a:pt x="557661" y="1544516"/>
                </a:lnTo>
                <a:lnTo>
                  <a:pt x="548478" y="1546328"/>
                </a:lnTo>
                <a:lnTo>
                  <a:pt x="541656" y="1541752"/>
                </a:lnTo>
                <a:lnTo>
                  <a:pt x="540732" y="1541154"/>
                </a:lnTo>
                <a:lnTo>
                  <a:pt x="539860" y="1540417"/>
                </a:lnTo>
                <a:close/>
              </a:path>
              <a:path w="5142230" h="2300604">
                <a:moveTo>
                  <a:pt x="82975" y="1110176"/>
                </a:moveTo>
                <a:lnTo>
                  <a:pt x="77646" y="1104471"/>
                </a:lnTo>
                <a:lnTo>
                  <a:pt x="76924" y="1103502"/>
                </a:lnTo>
                <a:lnTo>
                  <a:pt x="72338" y="1095367"/>
                </a:lnTo>
                <a:lnTo>
                  <a:pt x="74864" y="1086342"/>
                </a:lnTo>
                <a:lnTo>
                  <a:pt x="81987" y="1082335"/>
                </a:lnTo>
                <a:lnTo>
                  <a:pt x="89156" y="1078378"/>
                </a:lnTo>
                <a:lnTo>
                  <a:pt x="98182" y="1080904"/>
                </a:lnTo>
                <a:lnTo>
                  <a:pt x="106141" y="1095201"/>
                </a:lnTo>
                <a:lnTo>
                  <a:pt x="103570" y="1104168"/>
                </a:lnTo>
                <a:lnTo>
                  <a:pt x="96446" y="1108174"/>
                </a:lnTo>
                <a:lnTo>
                  <a:pt x="90383" y="1111556"/>
                </a:lnTo>
                <a:lnTo>
                  <a:pt x="82975" y="1110176"/>
                </a:lnTo>
                <a:close/>
              </a:path>
              <a:path w="5142230" h="2300604">
                <a:moveTo>
                  <a:pt x="51162" y="1046209"/>
                </a:moveTo>
                <a:lnTo>
                  <a:pt x="45878" y="1040553"/>
                </a:lnTo>
                <a:lnTo>
                  <a:pt x="44978" y="1039111"/>
                </a:lnTo>
                <a:lnTo>
                  <a:pt x="44234" y="1037523"/>
                </a:lnTo>
                <a:lnTo>
                  <a:pt x="40991" y="1030043"/>
                </a:lnTo>
                <a:lnTo>
                  <a:pt x="44455" y="1021338"/>
                </a:lnTo>
                <a:lnTo>
                  <a:pt x="51884" y="1018050"/>
                </a:lnTo>
                <a:lnTo>
                  <a:pt x="59403" y="1014760"/>
                </a:lnTo>
                <a:lnTo>
                  <a:pt x="68114" y="1018220"/>
                </a:lnTo>
                <a:lnTo>
                  <a:pt x="74638" y="1033219"/>
                </a:lnTo>
                <a:lnTo>
                  <a:pt x="71231" y="1041888"/>
                </a:lnTo>
                <a:lnTo>
                  <a:pt x="57813" y="1047758"/>
                </a:lnTo>
                <a:lnTo>
                  <a:pt x="51162" y="1046209"/>
                </a:lnTo>
                <a:close/>
              </a:path>
              <a:path w="5142230" h="2300604">
                <a:moveTo>
                  <a:pt x="423871" y="1459847"/>
                </a:moveTo>
                <a:lnTo>
                  <a:pt x="417800" y="1453349"/>
                </a:lnTo>
                <a:lnTo>
                  <a:pt x="417133" y="1445597"/>
                </a:lnTo>
                <a:lnTo>
                  <a:pt x="421386" y="1439788"/>
                </a:lnTo>
                <a:lnTo>
                  <a:pt x="426148" y="1433157"/>
                </a:lnTo>
                <a:lnTo>
                  <a:pt x="435452" y="1431680"/>
                </a:lnTo>
                <a:lnTo>
                  <a:pt x="448627" y="1441287"/>
                </a:lnTo>
                <a:lnTo>
                  <a:pt x="450107" y="1450496"/>
                </a:lnTo>
                <a:lnTo>
                  <a:pt x="445349" y="1457132"/>
                </a:lnTo>
                <a:lnTo>
                  <a:pt x="440546" y="1463719"/>
                </a:lnTo>
                <a:lnTo>
                  <a:pt x="431283" y="1465250"/>
                </a:lnTo>
                <a:lnTo>
                  <a:pt x="423871" y="1459847"/>
                </a:lnTo>
                <a:close/>
              </a:path>
              <a:path w="5142230" h="2300604">
                <a:moveTo>
                  <a:pt x="1223" y="912795"/>
                </a:moveTo>
                <a:lnTo>
                  <a:pt x="0" y="911485"/>
                </a:lnTo>
                <a:lnTo>
                  <a:pt x="0" y="885735"/>
                </a:lnTo>
                <a:lnTo>
                  <a:pt x="3789" y="884556"/>
                </a:lnTo>
                <a:lnTo>
                  <a:pt x="11611" y="882080"/>
                </a:lnTo>
                <a:lnTo>
                  <a:pt x="19920" y="886380"/>
                </a:lnTo>
                <a:lnTo>
                  <a:pt x="24818" y="901984"/>
                </a:lnTo>
                <a:lnTo>
                  <a:pt x="20513" y="910288"/>
                </a:lnTo>
                <a:lnTo>
                  <a:pt x="7113" y="914506"/>
                </a:lnTo>
                <a:lnTo>
                  <a:pt x="1223" y="912795"/>
                </a:lnTo>
                <a:close/>
              </a:path>
              <a:path w="5142230" h="2300604">
                <a:moveTo>
                  <a:pt x="481954" y="1501008"/>
                </a:moveTo>
                <a:lnTo>
                  <a:pt x="475837" y="1494460"/>
                </a:lnTo>
                <a:lnTo>
                  <a:pt x="475118" y="1486849"/>
                </a:lnTo>
                <a:lnTo>
                  <a:pt x="479187" y="1481039"/>
                </a:lnTo>
                <a:lnTo>
                  <a:pt x="483801" y="1474346"/>
                </a:lnTo>
                <a:lnTo>
                  <a:pt x="493016" y="1472686"/>
                </a:lnTo>
                <a:lnTo>
                  <a:pt x="506443" y="1481967"/>
                </a:lnTo>
                <a:lnTo>
                  <a:pt x="508107" y="1491177"/>
                </a:lnTo>
                <a:lnTo>
                  <a:pt x="498827" y="1504604"/>
                </a:lnTo>
                <a:lnTo>
                  <a:pt x="489611" y="1506273"/>
                </a:lnTo>
                <a:lnTo>
                  <a:pt x="482878" y="1501606"/>
                </a:lnTo>
                <a:lnTo>
                  <a:pt x="481954" y="1501008"/>
                </a:lnTo>
                <a:close/>
              </a:path>
              <a:path w="5142230" h="2300604">
                <a:moveTo>
                  <a:pt x="831444" y="1743660"/>
                </a:moveTo>
                <a:lnTo>
                  <a:pt x="825416" y="1737207"/>
                </a:lnTo>
                <a:lnTo>
                  <a:pt x="824901" y="1729227"/>
                </a:lnTo>
                <a:lnTo>
                  <a:pt x="829352" y="1723435"/>
                </a:lnTo>
                <a:lnTo>
                  <a:pt x="834247" y="1716945"/>
                </a:lnTo>
                <a:lnTo>
                  <a:pt x="843589" y="1715705"/>
                </a:lnTo>
                <a:lnTo>
                  <a:pt x="856566" y="1725589"/>
                </a:lnTo>
                <a:lnTo>
                  <a:pt x="857756" y="1734878"/>
                </a:lnTo>
                <a:lnTo>
                  <a:pt x="852861" y="1741368"/>
                </a:lnTo>
                <a:lnTo>
                  <a:pt x="847877" y="1747859"/>
                </a:lnTo>
                <a:lnTo>
                  <a:pt x="838628" y="1749103"/>
                </a:lnTo>
                <a:lnTo>
                  <a:pt x="831444" y="1743660"/>
                </a:lnTo>
                <a:close/>
              </a:path>
              <a:path w="5142230" h="2300604">
                <a:moveTo>
                  <a:pt x="657791" y="1619447"/>
                </a:moveTo>
                <a:lnTo>
                  <a:pt x="652416" y="1613693"/>
                </a:lnTo>
                <a:lnTo>
                  <a:pt x="651684" y="1606067"/>
                </a:lnTo>
                <a:lnTo>
                  <a:pt x="655560" y="1600256"/>
                </a:lnTo>
                <a:lnTo>
                  <a:pt x="660186" y="1593469"/>
                </a:lnTo>
                <a:lnTo>
                  <a:pt x="669355" y="1591652"/>
                </a:lnTo>
                <a:lnTo>
                  <a:pt x="682879" y="1600850"/>
                </a:lnTo>
                <a:lnTo>
                  <a:pt x="684691" y="1610024"/>
                </a:lnTo>
                <a:lnTo>
                  <a:pt x="680113" y="1616765"/>
                </a:lnTo>
                <a:lnTo>
                  <a:pt x="675542" y="1623592"/>
                </a:lnTo>
                <a:lnTo>
                  <a:pt x="666324" y="1625355"/>
                </a:lnTo>
                <a:lnTo>
                  <a:pt x="658617" y="1620136"/>
                </a:lnTo>
                <a:lnTo>
                  <a:pt x="657791" y="1619447"/>
                </a:lnTo>
                <a:close/>
              </a:path>
              <a:path w="5142230" h="2300604">
                <a:moveTo>
                  <a:pt x="716334" y="1659439"/>
                </a:moveTo>
                <a:lnTo>
                  <a:pt x="710964" y="1653690"/>
                </a:lnTo>
                <a:lnTo>
                  <a:pt x="710235" y="1645970"/>
                </a:lnTo>
                <a:lnTo>
                  <a:pt x="714304" y="1640160"/>
                </a:lnTo>
                <a:lnTo>
                  <a:pt x="718971" y="1633426"/>
                </a:lnTo>
                <a:lnTo>
                  <a:pt x="728186" y="1631757"/>
                </a:lnTo>
                <a:lnTo>
                  <a:pt x="741649" y="1641095"/>
                </a:lnTo>
                <a:lnTo>
                  <a:pt x="743274" y="1650352"/>
                </a:lnTo>
                <a:lnTo>
                  <a:pt x="738606" y="1656996"/>
                </a:lnTo>
                <a:lnTo>
                  <a:pt x="733939" y="1663720"/>
                </a:lnTo>
                <a:lnTo>
                  <a:pt x="724728" y="1665394"/>
                </a:lnTo>
                <a:lnTo>
                  <a:pt x="717994" y="1660727"/>
                </a:lnTo>
                <a:lnTo>
                  <a:pt x="717165" y="1660132"/>
                </a:lnTo>
                <a:lnTo>
                  <a:pt x="716334" y="1659439"/>
                </a:lnTo>
                <a:close/>
              </a:path>
              <a:path w="5142230" h="2300604">
                <a:moveTo>
                  <a:pt x="598846" y="1579904"/>
                </a:moveTo>
                <a:lnTo>
                  <a:pt x="593521" y="1574204"/>
                </a:lnTo>
                <a:lnTo>
                  <a:pt x="592736" y="1566619"/>
                </a:lnTo>
                <a:lnTo>
                  <a:pt x="601148" y="1554022"/>
                </a:lnTo>
                <a:lnTo>
                  <a:pt x="610369" y="1552164"/>
                </a:lnTo>
                <a:lnTo>
                  <a:pt x="623892" y="1561264"/>
                </a:lnTo>
                <a:lnTo>
                  <a:pt x="625794" y="1570445"/>
                </a:lnTo>
                <a:lnTo>
                  <a:pt x="621177" y="1577223"/>
                </a:lnTo>
                <a:lnTo>
                  <a:pt x="616650" y="1584008"/>
                </a:lnTo>
                <a:lnTo>
                  <a:pt x="607477" y="1585820"/>
                </a:lnTo>
                <a:lnTo>
                  <a:pt x="599717" y="1580642"/>
                </a:lnTo>
                <a:lnTo>
                  <a:pt x="598846" y="1579904"/>
                </a:lnTo>
                <a:close/>
              </a:path>
              <a:path w="5142230" h="2300604">
                <a:moveTo>
                  <a:pt x="774780" y="1701183"/>
                </a:moveTo>
                <a:lnTo>
                  <a:pt x="768705" y="1694681"/>
                </a:lnTo>
                <a:lnTo>
                  <a:pt x="768090" y="1686887"/>
                </a:lnTo>
                <a:lnTo>
                  <a:pt x="777200" y="1674450"/>
                </a:lnTo>
                <a:lnTo>
                  <a:pt x="786455" y="1673019"/>
                </a:lnTo>
                <a:lnTo>
                  <a:pt x="799627" y="1682720"/>
                </a:lnTo>
                <a:lnTo>
                  <a:pt x="801054" y="1691970"/>
                </a:lnTo>
                <a:lnTo>
                  <a:pt x="796161" y="1698559"/>
                </a:lnTo>
                <a:lnTo>
                  <a:pt x="791357" y="1705147"/>
                </a:lnTo>
                <a:lnTo>
                  <a:pt x="782102" y="1706578"/>
                </a:lnTo>
                <a:lnTo>
                  <a:pt x="775559" y="1701724"/>
                </a:lnTo>
                <a:lnTo>
                  <a:pt x="774780" y="1701183"/>
                </a:lnTo>
                <a:close/>
              </a:path>
              <a:path w="5142230" h="2300604">
                <a:moveTo>
                  <a:pt x="1100575" y="1984059"/>
                </a:moveTo>
                <a:lnTo>
                  <a:pt x="1094882" y="1977964"/>
                </a:lnTo>
                <a:lnTo>
                  <a:pt x="1089422" y="1971924"/>
                </a:lnTo>
                <a:lnTo>
                  <a:pt x="1089878" y="1962549"/>
                </a:lnTo>
                <a:lnTo>
                  <a:pt x="1101615" y="1951938"/>
                </a:lnTo>
                <a:lnTo>
                  <a:pt x="1102011" y="1951580"/>
                </a:lnTo>
                <a:lnTo>
                  <a:pt x="1111337" y="1952082"/>
                </a:lnTo>
                <a:lnTo>
                  <a:pt x="1122306" y="1964215"/>
                </a:lnTo>
                <a:lnTo>
                  <a:pt x="1121800" y="1973545"/>
                </a:lnTo>
                <a:lnTo>
                  <a:pt x="1115806" y="1979053"/>
                </a:lnTo>
                <a:lnTo>
                  <a:pt x="1110063" y="1984157"/>
                </a:lnTo>
                <a:lnTo>
                  <a:pt x="1109769" y="1984419"/>
                </a:lnTo>
                <a:lnTo>
                  <a:pt x="1100575" y="1984059"/>
                </a:lnTo>
                <a:close/>
              </a:path>
              <a:path w="5142230" h="2300604">
                <a:moveTo>
                  <a:pt x="941977" y="1831975"/>
                </a:moveTo>
                <a:lnTo>
                  <a:pt x="936099" y="1825682"/>
                </a:lnTo>
                <a:lnTo>
                  <a:pt x="935777" y="1817323"/>
                </a:lnTo>
                <a:lnTo>
                  <a:pt x="940695" y="1811542"/>
                </a:lnTo>
                <a:lnTo>
                  <a:pt x="945951" y="1805253"/>
                </a:lnTo>
                <a:lnTo>
                  <a:pt x="955287" y="1804485"/>
                </a:lnTo>
                <a:lnTo>
                  <a:pt x="967769" y="1815012"/>
                </a:lnTo>
                <a:lnTo>
                  <a:pt x="968534" y="1824433"/>
                </a:lnTo>
                <a:lnTo>
                  <a:pt x="957961" y="1836867"/>
                </a:lnTo>
                <a:lnTo>
                  <a:pt x="948635" y="1837636"/>
                </a:lnTo>
                <a:lnTo>
                  <a:pt x="941977" y="1831975"/>
                </a:lnTo>
                <a:close/>
              </a:path>
              <a:path w="5142230" h="2300604">
                <a:moveTo>
                  <a:pt x="995388" y="1878789"/>
                </a:moveTo>
                <a:lnTo>
                  <a:pt x="989371" y="1872347"/>
                </a:lnTo>
                <a:lnTo>
                  <a:pt x="989199" y="1863660"/>
                </a:lnTo>
                <a:lnTo>
                  <a:pt x="994395" y="1857893"/>
                </a:lnTo>
                <a:lnTo>
                  <a:pt x="999893" y="1851844"/>
                </a:lnTo>
                <a:lnTo>
                  <a:pt x="1009250" y="1851411"/>
                </a:lnTo>
                <a:lnTo>
                  <a:pt x="1021345" y="1862393"/>
                </a:lnTo>
                <a:lnTo>
                  <a:pt x="1021772" y="1871755"/>
                </a:lnTo>
                <a:lnTo>
                  <a:pt x="1010795" y="1883845"/>
                </a:lnTo>
                <a:lnTo>
                  <a:pt x="1001432" y="1884282"/>
                </a:lnTo>
                <a:lnTo>
                  <a:pt x="995388" y="1878789"/>
                </a:lnTo>
                <a:close/>
              </a:path>
              <a:path w="5142230" h="2300604">
                <a:moveTo>
                  <a:pt x="887832" y="1787601"/>
                </a:moveTo>
                <a:lnTo>
                  <a:pt x="881340" y="1780651"/>
                </a:lnTo>
                <a:lnTo>
                  <a:pt x="880873" y="1772635"/>
                </a:lnTo>
                <a:lnTo>
                  <a:pt x="885517" y="1766844"/>
                </a:lnTo>
                <a:lnTo>
                  <a:pt x="890597" y="1760455"/>
                </a:lnTo>
                <a:lnTo>
                  <a:pt x="899929" y="1759399"/>
                </a:lnTo>
                <a:lnTo>
                  <a:pt x="912712" y="1769564"/>
                </a:lnTo>
                <a:lnTo>
                  <a:pt x="913708" y="1778851"/>
                </a:lnTo>
                <a:lnTo>
                  <a:pt x="903553" y="1791634"/>
                </a:lnTo>
                <a:lnTo>
                  <a:pt x="894221" y="1792681"/>
                </a:lnTo>
                <a:lnTo>
                  <a:pt x="887832" y="1787601"/>
                </a:lnTo>
                <a:close/>
              </a:path>
              <a:path w="5142230" h="2300604">
                <a:moveTo>
                  <a:pt x="366737" y="1417161"/>
                </a:moveTo>
                <a:lnTo>
                  <a:pt x="360760" y="1410763"/>
                </a:lnTo>
                <a:lnTo>
                  <a:pt x="360283" y="1402726"/>
                </a:lnTo>
                <a:lnTo>
                  <a:pt x="369723" y="1390447"/>
                </a:lnTo>
                <a:lnTo>
                  <a:pt x="379017" y="1389253"/>
                </a:lnTo>
                <a:lnTo>
                  <a:pt x="391990" y="1399231"/>
                </a:lnTo>
                <a:lnTo>
                  <a:pt x="393180" y="1408520"/>
                </a:lnTo>
                <a:lnTo>
                  <a:pt x="388150" y="1414962"/>
                </a:lnTo>
                <a:lnTo>
                  <a:pt x="383161" y="1421449"/>
                </a:lnTo>
                <a:lnTo>
                  <a:pt x="373867" y="1422644"/>
                </a:lnTo>
                <a:lnTo>
                  <a:pt x="366737" y="1417161"/>
                </a:lnTo>
                <a:close/>
              </a:path>
              <a:path w="5142230" h="2300604">
                <a:moveTo>
                  <a:pt x="211981" y="1281028"/>
                </a:moveTo>
                <a:lnTo>
                  <a:pt x="200688" y="1268939"/>
                </a:lnTo>
                <a:lnTo>
                  <a:pt x="200952" y="1259838"/>
                </a:lnTo>
                <a:lnTo>
                  <a:pt x="206761" y="1254229"/>
                </a:lnTo>
                <a:lnTo>
                  <a:pt x="212713" y="1248568"/>
                </a:lnTo>
                <a:lnTo>
                  <a:pt x="222146" y="1248794"/>
                </a:lnTo>
                <a:lnTo>
                  <a:pt x="227663" y="1254699"/>
                </a:lnTo>
                <a:lnTo>
                  <a:pt x="233318" y="1260557"/>
                </a:lnTo>
                <a:lnTo>
                  <a:pt x="233140" y="1269946"/>
                </a:lnTo>
                <a:lnTo>
                  <a:pt x="226944" y="1275834"/>
                </a:lnTo>
                <a:lnTo>
                  <a:pt x="221321" y="1281251"/>
                </a:lnTo>
                <a:lnTo>
                  <a:pt x="211981" y="1281028"/>
                </a:lnTo>
                <a:close/>
              </a:path>
              <a:path w="5142230" h="2300604">
                <a:moveTo>
                  <a:pt x="1188171" y="2094649"/>
                </a:moveTo>
                <a:lnTo>
                  <a:pt x="1181639" y="2087658"/>
                </a:lnTo>
                <a:lnTo>
                  <a:pt x="1177059" y="2080888"/>
                </a:lnTo>
                <a:lnTo>
                  <a:pt x="1178832" y="2071652"/>
                </a:lnTo>
                <a:lnTo>
                  <a:pt x="1192368" y="2062487"/>
                </a:lnTo>
                <a:lnTo>
                  <a:pt x="1201518" y="2064257"/>
                </a:lnTo>
                <a:lnTo>
                  <a:pt x="1210688" y="2077788"/>
                </a:lnTo>
                <a:lnTo>
                  <a:pt x="1208954" y="2086977"/>
                </a:lnTo>
                <a:lnTo>
                  <a:pt x="1202194" y="2091567"/>
                </a:lnTo>
                <a:lnTo>
                  <a:pt x="1196059" y="2095655"/>
                </a:lnTo>
                <a:lnTo>
                  <a:pt x="1188171" y="2094649"/>
                </a:lnTo>
                <a:close/>
              </a:path>
              <a:path w="5142230" h="2300604">
                <a:moveTo>
                  <a:pt x="1256204" y="2217709"/>
                </a:moveTo>
                <a:lnTo>
                  <a:pt x="1250915" y="2212048"/>
                </a:lnTo>
                <a:lnTo>
                  <a:pt x="1250066" y="2210650"/>
                </a:lnTo>
                <a:lnTo>
                  <a:pt x="1249317" y="2209066"/>
                </a:lnTo>
                <a:lnTo>
                  <a:pt x="1246083" y="2201596"/>
                </a:lnTo>
                <a:lnTo>
                  <a:pt x="1249444" y="2192878"/>
                </a:lnTo>
                <a:lnTo>
                  <a:pt x="1256972" y="2189598"/>
                </a:lnTo>
                <a:lnTo>
                  <a:pt x="1264401" y="2186310"/>
                </a:lnTo>
                <a:lnTo>
                  <a:pt x="1273151" y="2189724"/>
                </a:lnTo>
                <a:lnTo>
                  <a:pt x="1279733" y="2204677"/>
                </a:lnTo>
                <a:lnTo>
                  <a:pt x="1276309" y="2213436"/>
                </a:lnTo>
                <a:lnTo>
                  <a:pt x="1268839" y="2216671"/>
                </a:lnTo>
                <a:lnTo>
                  <a:pt x="1262900" y="2219306"/>
                </a:lnTo>
                <a:lnTo>
                  <a:pt x="1256204" y="2217709"/>
                </a:lnTo>
                <a:close/>
              </a:path>
              <a:path w="5142230" h="2300604">
                <a:moveTo>
                  <a:pt x="164380" y="1227717"/>
                </a:moveTo>
                <a:lnTo>
                  <a:pt x="158405" y="1221320"/>
                </a:lnTo>
                <a:lnTo>
                  <a:pt x="153194" y="1215058"/>
                </a:lnTo>
                <a:lnTo>
                  <a:pt x="154078" y="1205740"/>
                </a:lnTo>
                <a:lnTo>
                  <a:pt x="160345" y="1200525"/>
                </a:lnTo>
                <a:lnTo>
                  <a:pt x="165258" y="1196497"/>
                </a:lnTo>
                <a:lnTo>
                  <a:pt x="166654" y="1195353"/>
                </a:lnTo>
                <a:lnTo>
                  <a:pt x="175976" y="1196241"/>
                </a:lnTo>
                <a:lnTo>
                  <a:pt x="186407" y="1208776"/>
                </a:lnTo>
                <a:lnTo>
                  <a:pt x="185475" y="1218139"/>
                </a:lnTo>
                <a:lnTo>
                  <a:pt x="174315" y="1227404"/>
                </a:lnTo>
                <a:lnTo>
                  <a:pt x="173184" y="1228343"/>
                </a:lnTo>
                <a:lnTo>
                  <a:pt x="164380" y="1227717"/>
                </a:lnTo>
                <a:close/>
              </a:path>
              <a:path w="5142230" h="2300604">
                <a:moveTo>
                  <a:pt x="1224923" y="2154606"/>
                </a:moveTo>
                <a:lnTo>
                  <a:pt x="1219593" y="2148901"/>
                </a:lnTo>
                <a:lnTo>
                  <a:pt x="1218924" y="2147892"/>
                </a:lnTo>
                <a:lnTo>
                  <a:pt x="1214329" y="2139757"/>
                </a:lnTo>
                <a:lnTo>
                  <a:pt x="1216865" y="2130732"/>
                </a:lnTo>
                <a:lnTo>
                  <a:pt x="1223988" y="2126725"/>
                </a:lnTo>
                <a:lnTo>
                  <a:pt x="1231152" y="2122772"/>
                </a:lnTo>
                <a:lnTo>
                  <a:pt x="1240182" y="2125294"/>
                </a:lnTo>
                <a:lnTo>
                  <a:pt x="1248101" y="2139537"/>
                </a:lnTo>
                <a:lnTo>
                  <a:pt x="1245570" y="2148558"/>
                </a:lnTo>
                <a:lnTo>
                  <a:pt x="1238442" y="2152569"/>
                </a:lnTo>
                <a:lnTo>
                  <a:pt x="1232383" y="2155946"/>
                </a:lnTo>
                <a:lnTo>
                  <a:pt x="1224923" y="2154606"/>
                </a:lnTo>
                <a:close/>
              </a:path>
              <a:path w="5142230" h="2300604">
                <a:moveTo>
                  <a:pt x="1146238" y="2037827"/>
                </a:moveTo>
                <a:lnTo>
                  <a:pt x="1140226" y="2031390"/>
                </a:lnTo>
                <a:lnTo>
                  <a:pt x="1135156" y="2024986"/>
                </a:lnTo>
                <a:lnTo>
                  <a:pt x="1136228" y="2015675"/>
                </a:lnTo>
                <a:lnTo>
                  <a:pt x="1142633" y="2010606"/>
                </a:lnTo>
                <a:lnTo>
                  <a:pt x="1148986" y="2005492"/>
                </a:lnTo>
                <a:lnTo>
                  <a:pt x="1158298" y="2006555"/>
                </a:lnTo>
                <a:lnTo>
                  <a:pt x="1168436" y="2019373"/>
                </a:lnTo>
                <a:lnTo>
                  <a:pt x="1167369" y="2028679"/>
                </a:lnTo>
                <a:lnTo>
                  <a:pt x="1160955" y="2033748"/>
                </a:lnTo>
                <a:lnTo>
                  <a:pt x="1154899" y="2038594"/>
                </a:lnTo>
                <a:lnTo>
                  <a:pt x="1146238" y="2037827"/>
                </a:lnTo>
                <a:close/>
              </a:path>
              <a:path w="5142230" h="2300604">
                <a:moveTo>
                  <a:pt x="1046378" y="1927215"/>
                </a:moveTo>
                <a:lnTo>
                  <a:pt x="1040639" y="1921071"/>
                </a:lnTo>
                <a:lnTo>
                  <a:pt x="1040708" y="1911966"/>
                </a:lnTo>
                <a:lnTo>
                  <a:pt x="1046382" y="1906301"/>
                </a:lnTo>
                <a:lnTo>
                  <a:pt x="1052098" y="1900495"/>
                </a:lnTo>
                <a:lnTo>
                  <a:pt x="1061493" y="1900484"/>
                </a:lnTo>
                <a:lnTo>
                  <a:pt x="1073046" y="1911981"/>
                </a:lnTo>
                <a:lnTo>
                  <a:pt x="1073110" y="1921326"/>
                </a:lnTo>
                <a:lnTo>
                  <a:pt x="1067336" y="1927168"/>
                </a:lnTo>
                <a:lnTo>
                  <a:pt x="1061570" y="1932920"/>
                </a:lnTo>
                <a:lnTo>
                  <a:pt x="1052225" y="1932984"/>
                </a:lnTo>
                <a:lnTo>
                  <a:pt x="1046378" y="1927215"/>
                </a:lnTo>
                <a:close/>
              </a:path>
              <a:path w="5142230" h="2300604">
                <a:moveTo>
                  <a:pt x="256862" y="1324761"/>
                </a:moveTo>
                <a:lnTo>
                  <a:pt x="251619" y="1319149"/>
                </a:lnTo>
                <a:lnTo>
                  <a:pt x="251495" y="1310316"/>
                </a:lnTo>
                <a:lnTo>
                  <a:pt x="256835" y="1304606"/>
                </a:lnTo>
                <a:lnTo>
                  <a:pt x="262379" y="1298606"/>
                </a:lnTo>
                <a:lnTo>
                  <a:pt x="271733" y="1298258"/>
                </a:lnTo>
                <a:lnTo>
                  <a:pt x="283725" y="1309345"/>
                </a:lnTo>
                <a:lnTo>
                  <a:pt x="284067" y="1318695"/>
                </a:lnTo>
                <a:lnTo>
                  <a:pt x="272994" y="1330692"/>
                </a:lnTo>
                <a:lnTo>
                  <a:pt x="263635" y="1331034"/>
                </a:lnTo>
                <a:lnTo>
                  <a:pt x="256862" y="1324761"/>
                </a:lnTo>
                <a:close/>
              </a:path>
              <a:path w="5142230" h="2300604">
                <a:moveTo>
                  <a:pt x="79106" y="659234"/>
                </a:moveTo>
                <a:lnTo>
                  <a:pt x="74054" y="653827"/>
                </a:lnTo>
                <a:lnTo>
                  <a:pt x="72850" y="651756"/>
                </a:lnTo>
                <a:lnTo>
                  <a:pt x="70262" y="641655"/>
                </a:lnTo>
                <a:lnTo>
                  <a:pt x="74829" y="633836"/>
                </a:lnTo>
                <a:lnTo>
                  <a:pt x="82545" y="631833"/>
                </a:lnTo>
                <a:lnTo>
                  <a:pt x="90208" y="629870"/>
                </a:lnTo>
                <a:lnTo>
                  <a:pt x="98036" y="634437"/>
                </a:lnTo>
                <a:lnTo>
                  <a:pt x="101997" y="649821"/>
                </a:lnTo>
                <a:lnTo>
                  <a:pt x="97435" y="657644"/>
                </a:lnTo>
                <a:lnTo>
                  <a:pt x="84431" y="661025"/>
                </a:lnTo>
                <a:lnTo>
                  <a:pt x="79106" y="659234"/>
                </a:lnTo>
                <a:close/>
              </a:path>
              <a:path w="5142230" h="2300604">
                <a:moveTo>
                  <a:pt x="349840" y="1143662"/>
                </a:moveTo>
                <a:lnTo>
                  <a:pt x="343964" y="1137371"/>
                </a:lnTo>
                <a:lnTo>
                  <a:pt x="343827" y="1128926"/>
                </a:lnTo>
                <a:lnTo>
                  <a:pt x="348883" y="1123381"/>
                </a:lnTo>
                <a:lnTo>
                  <a:pt x="354275" y="1117522"/>
                </a:lnTo>
                <a:lnTo>
                  <a:pt x="363355" y="1117075"/>
                </a:lnTo>
                <a:lnTo>
                  <a:pt x="375076" y="1127766"/>
                </a:lnTo>
                <a:lnTo>
                  <a:pt x="375523" y="1136846"/>
                </a:lnTo>
                <a:lnTo>
                  <a:pt x="370130" y="1142705"/>
                </a:lnTo>
                <a:lnTo>
                  <a:pt x="364832" y="1148567"/>
                </a:lnTo>
                <a:lnTo>
                  <a:pt x="355743" y="1149013"/>
                </a:lnTo>
                <a:lnTo>
                  <a:pt x="349840" y="1143662"/>
                </a:lnTo>
                <a:close/>
              </a:path>
              <a:path w="5142230" h="2300604">
                <a:moveTo>
                  <a:pt x="404434" y="1190374"/>
                </a:moveTo>
                <a:lnTo>
                  <a:pt x="398132" y="1183627"/>
                </a:lnTo>
                <a:lnTo>
                  <a:pt x="397750" y="1175790"/>
                </a:lnTo>
                <a:lnTo>
                  <a:pt x="402243" y="1170141"/>
                </a:lnTo>
                <a:lnTo>
                  <a:pt x="407268" y="1163986"/>
                </a:lnTo>
                <a:lnTo>
                  <a:pt x="416313" y="1163014"/>
                </a:lnTo>
                <a:lnTo>
                  <a:pt x="428680" y="1172929"/>
                </a:lnTo>
                <a:lnTo>
                  <a:pt x="429647" y="1181979"/>
                </a:lnTo>
                <a:lnTo>
                  <a:pt x="424667" y="1188183"/>
                </a:lnTo>
                <a:lnTo>
                  <a:pt x="419638" y="1194333"/>
                </a:lnTo>
                <a:lnTo>
                  <a:pt x="410638" y="1195353"/>
                </a:lnTo>
                <a:lnTo>
                  <a:pt x="404434" y="1190374"/>
                </a:lnTo>
                <a:close/>
              </a:path>
              <a:path w="5142230" h="2300604">
                <a:moveTo>
                  <a:pt x="1610909" y="2133801"/>
                </a:moveTo>
                <a:lnTo>
                  <a:pt x="1605811" y="2128344"/>
                </a:lnTo>
                <a:lnTo>
                  <a:pt x="1604733" y="2126603"/>
                </a:lnTo>
                <a:lnTo>
                  <a:pt x="1601516" y="2117099"/>
                </a:lnTo>
                <a:lnTo>
                  <a:pt x="1605575" y="2108933"/>
                </a:lnTo>
                <a:lnTo>
                  <a:pt x="1613073" y="2106403"/>
                </a:lnTo>
                <a:lnTo>
                  <a:pt x="1620615" y="2103822"/>
                </a:lnTo>
                <a:lnTo>
                  <a:pt x="1628786" y="2107877"/>
                </a:lnTo>
                <a:lnTo>
                  <a:pt x="1633851" y="2122878"/>
                </a:lnTo>
                <a:lnTo>
                  <a:pt x="1629796" y="2131049"/>
                </a:lnTo>
                <a:lnTo>
                  <a:pt x="1616753" y="2135463"/>
                </a:lnTo>
                <a:lnTo>
                  <a:pt x="1610909" y="2133801"/>
                </a:lnTo>
                <a:close/>
              </a:path>
              <a:path w="5142230" h="2300604">
                <a:moveTo>
                  <a:pt x="303766" y="1099326"/>
                </a:moveTo>
                <a:lnTo>
                  <a:pt x="292788" y="1087574"/>
                </a:lnTo>
                <a:lnTo>
                  <a:pt x="292996" y="1078707"/>
                </a:lnTo>
                <a:lnTo>
                  <a:pt x="298654" y="1073239"/>
                </a:lnTo>
                <a:lnTo>
                  <a:pt x="304416" y="1067765"/>
                </a:lnTo>
                <a:lnTo>
                  <a:pt x="313619" y="1067940"/>
                </a:lnTo>
                <a:lnTo>
                  <a:pt x="318991" y="1073690"/>
                </a:lnTo>
                <a:lnTo>
                  <a:pt x="324463" y="1079353"/>
                </a:lnTo>
                <a:lnTo>
                  <a:pt x="324290" y="1088463"/>
                </a:lnTo>
                <a:lnTo>
                  <a:pt x="318291" y="1094260"/>
                </a:lnTo>
                <a:lnTo>
                  <a:pt x="312872" y="1099495"/>
                </a:lnTo>
                <a:lnTo>
                  <a:pt x="303766" y="1099326"/>
                </a:lnTo>
                <a:close/>
              </a:path>
              <a:path w="5142230" h="2300604">
                <a:moveTo>
                  <a:pt x="1552720" y="2005728"/>
                </a:moveTo>
                <a:lnTo>
                  <a:pt x="1547527" y="2000169"/>
                </a:lnTo>
                <a:lnTo>
                  <a:pt x="1546896" y="1999298"/>
                </a:lnTo>
                <a:lnTo>
                  <a:pt x="1546313" y="1998381"/>
                </a:lnTo>
                <a:lnTo>
                  <a:pt x="1542346" y="1991495"/>
                </a:lnTo>
                <a:lnTo>
                  <a:pt x="1544628" y="1982697"/>
                </a:lnTo>
                <a:lnTo>
                  <a:pt x="1551514" y="1978730"/>
                </a:lnTo>
                <a:lnTo>
                  <a:pt x="1558350" y="1974709"/>
                </a:lnTo>
                <a:lnTo>
                  <a:pt x="1567153" y="1976996"/>
                </a:lnTo>
                <a:lnTo>
                  <a:pt x="1575136" y="1990723"/>
                </a:lnTo>
                <a:lnTo>
                  <a:pt x="1572854" y="1999520"/>
                </a:lnTo>
                <a:lnTo>
                  <a:pt x="1566013" y="2003536"/>
                </a:lnTo>
                <a:lnTo>
                  <a:pt x="1560085" y="2006965"/>
                </a:lnTo>
                <a:lnTo>
                  <a:pt x="1552720" y="2005728"/>
                </a:lnTo>
                <a:close/>
              </a:path>
              <a:path w="5142230" h="2300604">
                <a:moveTo>
                  <a:pt x="121260" y="795264"/>
                </a:moveTo>
                <a:lnTo>
                  <a:pt x="116163" y="789808"/>
                </a:lnTo>
                <a:lnTo>
                  <a:pt x="115132" y="788215"/>
                </a:lnTo>
                <a:lnTo>
                  <a:pt x="114487" y="786351"/>
                </a:lnTo>
                <a:lnTo>
                  <a:pt x="111715" y="778888"/>
                </a:lnTo>
                <a:lnTo>
                  <a:pt x="115589" y="770621"/>
                </a:lnTo>
                <a:lnTo>
                  <a:pt x="122999" y="767899"/>
                </a:lnTo>
                <a:lnTo>
                  <a:pt x="130503" y="765180"/>
                </a:lnTo>
                <a:lnTo>
                  <a:pt x="138729" y="769001"/>
                </a:lnTo>
                <a:lnTo>
                  <a:pt x="144170" y="783916"/>
                </a:lnTo>
                <a:lnTo>
                  <a:pt x="140345" y="792146"/>
                </a:lnTo>
                <a:lnTo>
                  <a:pt x="132891" y="794909"/>
                </a:lnTo>
                <a:lnTo>
                  <a:pt x="127293" y="796942"/>
                </a:lnTo>
                <a:lnTo>
                  <a:pt x="121260" y="795264"/>
                </a:lnTo>
                <a:close/>
              </a:path>
              <a:path w="5142230" h="2300604">
                <a:moveTo>
                  <a:pt x="1585102" y="2068250"/>
                </a:moveTo>
                <a:lnTo>
                  <a:pt x="1579955" y="2062740"/>
                </a:lnTo>
                <a:lnTo>
                  <a:pt x="1579094" y="2061526"/>
                </a:lnTo>
                <a:lnTo>
                  <a:pt x="1578441" y="2060044"/>
                </a:lnTo>
                <a:lnTo>
                  <a:pt x="1575098" y="2052849"/>
                </a:lnTo>
                <a:lnTo>
                  <a:pt x="1578269" y="2044318"/>
                </a:lnTo>
                <a:lnTo>
                  <a:pt x="1585505" y="2041019"/>
                </a:lnTo>
                <a:lnTo>
                  <a:pt x="1592705" y="2037681"/>
                </a:lnTo>
                <a:lnTo>
                  <a:pt x="1601232" y="2040846"/>
                </a:lnTo>
                <a:lnTo>
                  <a:pt x="1607873" y="2055287"/>
                </a:lnTo>
                <a:lnTo>
                  <a:pt x="1604699" y="2063813"/>
                </a:lnTo>
                <a:lnTo>
                  <a:pt x="1597458" y="2067108"/>
                </a:lnTo>
                <a:lnTo>
                  <a:pt x="1591707" y="2069749"/>
                </a:lnTo>
                <a:lnTo>
                  <a:pt x="1585102" y="2068250"/>
                </a:lnTo>
                <a:close/>
              </a:path>
              <a:path w="5142230" h="2300604">
                <a:moveTo>
                  <a:pt x="460023" y="1232678"/>
                </a:moveTo>
                <a:lnTo>
                  <a:pt x="454785" y="1227070"/>
                </a:lnTo>
                <a:lnTo>
                  <a:pt x="454196" y="1219402"/>
                </a:lnTo>
                <a:lnTo>
                  <a:pt x="462916" y="1207330"/>
                </a:lnTo>
                <a:lnTo>
                  <a:pt x="471888" y="1205889"/>
                </a:lnTo>
                <a:lnTo>
                  <a:pt x="484790" y="1215203"/>
                </a:lnTo>
                <a:lnTo>
                  <a:pt x="486231" y="1224175"/>
                </a:lnTo>
                <a:lnTo>
                  <a:pt x="481569" y="1230621"/>
                </a:lnTo>
                <a:lnTo>
                  <a:pt x="476871" y="1237028"/>
                </a:lnTo>
                <a:lnTo>
                  <a:pt x="467895" y="1238464"/>
                </a:lnTo>
                <a:lnTo>
                  <a:pt x="461494" y="1233861"/>
                </a:lnTo>
                <a:lnTo>
                  <a:pt x="460023" y="1232678"/>
                </a:lnTo>
                <a:close/>
              </a:path>
              <a:path w="5142230" h="2300604">
                <a:moveTo>
                  <a:pt x="1471413" y="1890833"/>
                </a:moveTo>
                <a:lnTo>
                  <a:pt x="1465719" y="1884738"/>
                </a:lnTo>
                <a:lnTo>
                  <a:pt x="1460641" y="1878715"/>
                </a:lnTo>
                <a:lnTo>
                  <a:pt x="1461375" y="1869629"/>
                </a:lnTo>
                <a:lnTo>
                  <a:pt x="1472404" y="1860321"/>
                </a:lnTo>
                <a:lnTo>
                  <a:pt x="1473527" y="1859373"/>
                </a:lnTo>
                <a:lnTo>
                  <a:pt x="1482564" y="1860153"/>
                </a:lnTo>
                <a:lnTo>
                  <a:pt x="1492816" y="1872300"/>
                </a:lnTo>
                <a:lnTo>
                  <a:pt x="1492041" y="1881342"/>
                </a:lnTo>
                <a:lnTo>
                  <a:pt x="1481001" y="1890637"/>
                </a:lnTo>
                <a:lnTo>
                  <a:pt x="1480079" y="1891411"/>
                </a:lnTo>
                <a:lnTo>
                  <a:pt x="1471413" y="1890833"/>
                </a:lnTo>
                <a:close/>
              </a:path>
              <a:path w="5142230" h="2300604">
                <a:moveTo>
                  <a:pt x="764923" y="1415182"/>
                </a:moveTo>
                <a:lnTo>
                  <a:pt x="759776" y="1409672"/>
                </a:lnTo>
                <a:lnTo>
                  <a:pt x="758725" y="1403074"/>
                </a:lnTo>
                <a:lnTo>
                  <a:pt x="761604" y="1397554"/>
                </a:lnTo>
                <a:lnTo>
                  <a:pt x="765338" y="1390506"/>
                </a:lnTo>
                <a:lnTo>
                  <a:pt x="773974" y="1387825"/>
                </a:lnTo>
                <a:lnTo>
                  <a:pt x="788029" y="1395149"/>
                </a:lnTo>
                <a:lnTo>
                  <a:pt x="790755" y="1403834"/>
                </a:lnTo>
                <a:lnTo>
                  <a:pt x="787111" y="1410881"/>
                </a:lnTo>
                <a:lnTo>
                  <a:pt x="783382" y="1417935"/>
                </a:lnTo>
                <a:lnTo>
                  <a:pt x="774746" y="1420615"/>
                </a:lnTo>
                <a:lnTo>
                  <a:pt x="767694" y="1416976"/>
                </a:lnTo>
                <a:lnTo>
                  <a:pt x="766206" y="1416165"/>
                </a:lnTo>
                <a:lnTo>
                  <a:pt x="764923" y="1415182"/>
                </a:lnTo>
                <a:close/>
              </a:path>
              <a:path w="5142230" h="2300604">
                <a:moveTo>
                  <a:pt x="256492" y="1045602"/>
                </a:moveTo>
                <a:lnTo>
                  <a:pt x="250571" y="1039264"/>
                </a:lnTo>
                <a:lnTo>
                  <a:pt x="245684" y="1033045"/>
                </a:lnTo>
                <a:lnTo>
                  <a:pt x="246751" y="1024022"/>
                </a:lnTo>
                <a:lnTo>
                  <a:pt x="252910" y="1019081"/>
                </a:lnTo>
                <a:lnTo>
                  <a:pt x="259173" y="1014153"/>
                </a:lnTo>
                <a:lnTo>
                  <a:pt x="268201" y="1015216"/>
                </a:lnTo>
                <a:lnTo>
                  <a:pt x="278021" y="1027683"/>
                </a:lnTo>
                <a:lnTo>
                  <a:pt x="276958" y="1036711"/>
                </a:lnTo>
                <a:lnTo>
                  <a:pt x="270795" y="1041647"/>
                </a:lnTo>
                <a:lnTo>
                  <a:pt x="264829" y="1046306"/>
                </a:lnTo>
                <a:lnTo>
                  <a:pt x="256492" y="1045602"/>
                </a:lnTo>
                <a:close/>
              </a:path>
              <a:path w="5142230" h="2300604">
                <a:moveTo>
                  <a:pt x="640049" y="1347194"/>
                </a:moveTo>
                <a:lnTo>
                  <a:pt x="634907" y="1341689"/>
                </a:lnTo>
                <a:lnTo>
                  <a:pt x="633907" y="1334852"/>
                </a:lnTo>
                <a:lnTo>
                  <a:pt x="637122" y="1329301"/>
                </a:lnTo>
                <a:lnTo>
                  <a:pt x="641041" y="1322353"/>
                </a:lnTo>
                <a:lnTo>
                  <a:pt x="649803" y="1320003"/>
                </a:lnTo>
                <a:lnTo>
                  <a:pt x="656710" y="1323878"/>
                </a:lnTo>
                <a:lnTo>
                  <a:pt x="663610" y="1327842"/>
                </a:lnTo>
                <a:lnTo>
                  <a:pt x="666004" y="1336563"/>
                </a:lnTo>
                <a:lnTo>
                  <a:pt x="662085" y="1343511"/>
                </a:lnTo>
                <a:lnTo>
                  <a:pt x="658169" y="1350365"/>
                </a:lnTo>
                <a:lnTo>
                  <a:pt x="649400" y="1352804"/>
                </a:lnTo>
                <a:lnTo>
                  <a:pt x="642495" y="1348845"/>
                </a:lnTo>
                <a:lnTo>
                  <a:pt x="641202" y="1348135"/>
                </a:lnTo>
                <a:lnTo>
                  <a:pt x="640049" y="1347194"/>
                </a:lnTo>
                <a:close/>
              </a:path>
              <a:path w="5142230" h="2300604">
                <a:moveTo>
                  <a:pt x="1200231" y="1655473"/>
                </a:moveTo>
                <a:lnTo>
                  <a:pt x="1194203" y="1649020"/>
                </a:lnTo>
                <a:lnTo>
                  <a:pt x="1193425" y="1641833"/>
                </a:lnTo>
                <a:lnTo>
                  <a:pt x="1197204" y="1636202"/>
                </a:lnTo>
                <a:lnTo>
                  <a:pt x="1201585" y="1629553"/>
                </a:lnTo>
                <a:lnTo>
                  <a:pt x="1210521" y="1627780"/>
                </a:lnTo>
                <a:lnTo>
                  <a:pt x="1223725" y="1636539"/>
                </a:lnTo>
                <a:lnTo>
                  <a:pt x="1225498" y="1645474"/>
                </a:lnTo>
                <a:lnTo>
                  <a:pt x="1221166" y="1652078"/>
                </a:lnTo>
                <a:lnTo>
                  <a:pt x="1216740" y="1658678"/>
                </a:lnTo>
                <a:lnTo>
                  <a:pt x="1207849" y="1660500"/>
                </a:lnTo>
                <a:lnTo>
                  <a:pt x="1200231" y="1655473"/>
                </a:lnTo>
                <a:close/>
              </a:path>
              <a:path w="5142230" h="2300604">
                <a:moveTo>
                  <a:pt x="578728" y="1311168"/>
                </a:moveTo>
                <a:lnTo>
                  <a:pt x="573581" y="1305658"/>
                </a:lnTo>
                <a:lnTo>
                  <a:pt x="572685" y="1298551"/>
                </a:lnTo>
                <a:lnTo>
                  <a:pt x="576165" y="1292892"/>
                </a:lnTo>
                <a:lnTo>
                  <a:pt x="580188" y="1286144"/>
                </a:lnTo>
                <a:lnTo>
                  <a:pt x="588817" y="1284052"/>
                </a:lnTo>
                <a:lnTo>
                  <a:pt x="589047" y="1283996"/>
                </a:lnTo>
                <a:lnTo>
                  <a:pt x="602599" y="1292247"/>
                </a:lnTo>
                <a:lnTo>
                  <a:pt x="604747" y="1301105"/>
                </a:lnTo>
                <a:lnTo>
                  <a:pt x="600651" y="1307854"/>
                </a:lnTo>
                <a:lnTo>
                  <a:pt x="596492" y="1314652"/>
                </a:lnTo>
                <a:lnTo>
                  <a:pt x="587742" y="1316809"/>
                </a:lnTo>
                <a:lnTo>
                  <a:pt x="580894" y="1312705"/>
                </a:lnTo>
                <a:lnTo>
                  <a:pt x="579780" y="1312001"/>
                </a:lnTo>
                <a:lnTo>
                  <a:pt x="578728" y="1311168"/>
                </a:lnTo>
                <a:close/>
              </a:path>
              <a:path w="5142230" h="2300604">
                <a:moveTo>
                  <a:pt x="1139703" y="1616778"/>
                </a:moveTo>
                <a:lnTo>
                  <a:pt x="1134506" y="1611214"/>
                </a:lnTo>
                <a:lnTo>
                  <a:pt x="1133665" y="1604156"/>
                </a:lnTo>
                <a:lnTo>
                  <a:pt x="1137104" y="1598453"/>
                </a:lnTo>
                <a:lnTo>
                  <a:pt x="1141289" y="1591790"/>
                </a:lnTo>
                <a:lnTo>
                  <a:pt x="1149841" y="1589704"/>
                </a:lnTo>
                <a:lnTo>
                  <a:pt x="1150064" y="1589650"/>
                </a:lnTo>
                <a:lnTo>
                  <a:pt x="1163616" y="1597900"/>
                </a:lnTo>
                <a:lnTo>
                  <a:pt x="1165769" y="1606755"/>
                </a:lnTo>
                <a:lnTo>
                  <a:pt x="1161574" y="1613504"/>
                </a:lnTo>
                <a:lnTo>
                  <a:pt x="1157477" y="1620262"/>
                </a:lnTo>
                <a:lnTo>
                  <a:pt x="1148623" y="1622416"/>
                </a:lnTo>
                <a:lnTo>
                  <a:pt x="1141870" y="1618315"/>
                </a:lnTo>
                <a:lnTo>
                  <a:pt x="1140715" y="1617567"/>
                </a:lnTo>
                <a:lnTo>
                  <a:pt x="1139703" y="1616778"/>
                </a:lnTo>
                <a:close/>
              </a:path>
              <a:path w="5142230" h="2300604">
                <a:moveTo>
                  <a:pt x="1078660" y="1580756"/>
                </a:moveTo>
                <a:lnTo>
                  <a:pt x="1073558" y="1575295"/>
                </a:lnTo>
                <a:lnTo>
                  <a:pt x="1072518" y="1568414"/>
                </a:lnTo>
                <a:lnTo>
                  <a:pt x="1079693" y="1555959"/>
                </a:lnTo>
                <a:lnTo>
                  <a:pt x="1088462" y="1553519"/>
                </a:lnTo>
                <a:lnTo>
                  <a:pt x="1102216" y="1561399"/>
                </a:lnTo>
                <a:lnTo>
                  <a:pt x="1104655" y="1570169"/>
                </a:lnTo>
                <a:lnTo>
                  <a:pt x="1096726" y="1583968"/>
                </a:lnTo>
                <a:lnTo>
                  <a:pt x="1088001" y="1586357"/>
                </a:lnTo>
                <a:lnTo>
                  <a:pt x="1081057" y="1582443"/>
                </a:lnTo>
                <a:lnTo>
                  <a:pt x="1079808" y="1581692"/>
                </a:lnTo>
                <a:lnTo>
                  <a:pt x="1078660" y="1580756"/>
                </a:lnTo>
                <a:close/>
              </a:path>
              <a:path w="5142230" h="2300604">
                <a:moveTo>
                  <a:pt x="1257512" y="1695091"/>
                </a:moveTo>
                <a:lnTo>
                  <a:pt x="1252278" y="1689488"/>
                </a:lnTo>
                <a:lnTo>
                  <a:pt x="1251689" y="1681820"/>
                </a:lnTo>
                <a:lnTo>
                  <a:pt x="1255846" y="1676202"/>
                </a:lnTo>
                <a:lnTo>
                  <a:pt x="1260504" y="1669751"/>
                </a:lnTo>
                <a:lnTo>
                  <a:pt x="1269475" y="1668310"/>
                </a:lnTo>
                <a:lnTo>
                  <a:pt x="1282328" y="1677670"/>
                </a:lnTo>
                <a:lnTo>
                  <a:pt x="1283721" y="1686687"/>
                </a:lnTo>
                <a:lnTo>
                  <a:pt x="1279013" y="1693085"/>
                </a:lnTo>
                <a:lnTo>
                  <a:pt x="1274405" y="1699490"/>
                </a:lnTo>
                <a:lnTo>
                  <a:pt x="1265438" y="1700936"/>
                </a:lnTo>
                <a:lnTo>
                  <a:pt x="1258987" y="1696279"/>
                </a:lnTo>
                <a:lnTo>
                  <a:pt x="1257512" y="1695091"/>
                </a:lnTo>
                <a:close/>
              </a:path>
              <a:path w="5142230" h="2300604">
                <a:moveTo>
                  <a:pt x="1629704" y="2201719"/>
                </a:moveTo>
                <a:lnTo>
                  <a:pt x="1624644" y="2196301"/>
                </a:lnTo>
                <a:lnTo>
                  <a:pt x="1623351" y="2194039"/>
                </a:lnTo>
                <a:lnTo>
                  <a:pt x="1622778" y="2191470"/>
                </a:lnTo>
                <a:lnTo>
                  <a:pt x="1621111" y="2183723"/>
                </a:lnTo>
                <a:lnTo>
                  <a:pt x="1625948" y="2175999"/>
                </a:lnTo>
                <a:lnTo>
                  <a:pt x="1633705" y="2174332"/>
                </a:lnTo>
                <a:lnTo>
                  <a:pt x="1641456" y="2172561"/>
                </a:lnTo>
                <a:lnTo>
                  <a:pt x="1649131" y="2177453"/>
                </a:lnTo>
                <a:lnTo>
                  <a:pt x="1652613" y="2192910"/>
                </a:lnTo>
                <a:lnTo>
                  <a:pt x="1647725" y="2200581"/>
                </a:lnTo>
                <a:lnTo>
                  <a:pt x="1639974" y="2202352"/>
                </a:lnTo>
                <a:lnTo>
                  <a:pt x="1634832" y="2203494"/>
                </a:lnTo>
                <a:lnTo>
                  <a:pt x="1629704" y="2201719"/>
                </a:lnTo>
                <a:close/>
              </a:path>
              <a:path w="5142230" h="2300604">
                <a:moveTo>
                  <a:pt x="1368203" y="1784454"/>
                </a:moveTo>
                <a:lnTo>
                  <a:pt x="1362277" y="1778110"/>
                </a:lnTo>
                <a:lnTo>
                  <a:pt x="1362141" y="1769755"/>
                </a:lnTo>
                <a:lnTo>
                  <a:pt x="1367147" y="1764165"/>
                </a:lnTo>
                <a:lnTo>
                  <a:pt x="1372494" y="1758257"/>
                </a:lnTo>
                <a:lnTo>
                  <a:pt x="1381573" y="1757811"/>
                </a:lnTo>
                <a:lnTo>
                  <a:pt x="1393344" y="1768456"/>
                </a:lnTo>
                <a:lnTo>
                  <a:pt x="1393839" y="1777490"/>
                </a:lnTo>
                <a:lnTo>
                  <a:pt x="1383189" y="1789256"/>
                </a:lnTo>
                <a:lnTo>
                  <a:pt x="1374111" y="1789801"/>
                </a:lnTo>
                <a:lnTo>
                  <a:pt x="1368203" y="1784454"/>
                </a:lnTo>
                <a:close/>
              </a:path>
              <a:path w="5142230" h="2300604">
                <a:moveTo>
                  <a:pt x="215010" y="987404"/>
                </a:moveTo>
                <a:lnTo>
                  <a:pt x="209122" y="981102"/>
                </a:lnTo>
                <a:lnTo>
                  <a:pt x="208623" y="980372"/>
                </a:lnTo>
                <a:lnTo>
                  <a:pt x="204367" y="973665"/>
                </a:lnTo>
                <a:lnTo>
                  <a:pt x="206279" y="964765"/>
                </a:lnTo>
                <a:lnTo>
                  <a:pt x="212982" y="960504"/>
                </a:lnTo>
                <a:lnTo>
                  <a:pt x="219648" y="956203"/>
                </a:lnTo>
                <a:lnTo>
                  <a:pt x="228504" y="958157"/>
                </a:lnTo>
                <a:lnTo>
                  <a:pt x="237110" y="971485"/>
                </a:lnTo>
                <a:lnTo>
                  <a:pt x="235158" y="980430"/>
                </a:lnTo>
                <a:lnTo>
                  <a:pt x="228446" y="984682"/>
                </a:lnTo>
                <a:lnTo>
                  <a:pt x="222609" y="988501"/>
                </a:lnTo>
                <a:lnTo>
                  <a:pt x="215010" y="987404"/>
                </a:lnTo>
                <a:close/>
              </a:path>
              <a:path w="5142230" h="2300604">
                <a:moveTo>
                  <a:pt x="1314248" y="1738524"/>
                </a:moveTo>
                <a:lnTo>
                  <a:pt x="1308508" y="1732380"/>
                </a:lnTo>
                <a:lnTo>
                  <a:pt x="1308072" y="1724387"/>
                </a:lnTo>
                <a:lnTo>
                  <a:pt x="1312651" y="1718731"/>
                </a:lnTo>
                <a:lnTo>
                  <a:pt x="1317586" y="1712578"/>
                </a:lnTo>
                <a:lnTo>
                  <a:pt x="1326636" y="1711611"/>
                </a:lnTo>
                <a:lnTo>
                  <a:pt x="1338993" y="1721516"/>
                </a:lnTo>
                <a:lnTo>
                  <a:pt x="1339964" y="1730571"/>
                </a:lnTo>
                <a:lnTo>
                  <a:pt x="1330055" y="1742933"/>
                </a:lnTo>
                <a:lnTo>
                  <a:pt x="1321005" y="1743900"/>
                </a:lnTo>
                <a:lnTo>
                  <a:pt x="1314801" y="1738921"/>
                </a:lnTo>
                <a:lnTo>
                  <a:pt x="1314248" y="1738524"/>
                </a:lnTo>
                <a:close/>
              </a:path>
              <a:path w="5142230" h="2300604">
                <a:moveTo>
                  <a:pt x="178857" y="925734"/>
                </a:moveTo>
                <a:lnTo>
                  <a:pt x="173660" y="920170"/>
                </a:lnTo>
                <a:lnTo>
                  <a:pt x="172941" y="919117"/>
                </a:lnTo>
                <a:lnTo>
                  <a:pt x="168638" y="910982"/>
                </a:lnTo>
                <a:lnTo>
                  <a:pt x="171348" y="902251"/>
                </a:lnTo>
                <a:lnTo>
                  <a:pt x="185333" y="894838"/>
                </a:lnTo>
                <a:lnTo>
                  <a:pt x="194074" y="897548"/>
                </a:lnTo>
                <a:lnTo>
                  <a:pt x="201433" y="911584"/>
                </a:lnTo>
                <a:lnTo>
                  <a:pt x="198772" y="920279"/>
                </a:lnTo>
                <a:lnTo>
                  <a:pt x="185892" y="927106"/>
                </a:lnTo>
                <a:lnTo>
                  <a:pt x="178857" y="925734"/>
                </a:lnTo>
                <a:close/>
              </a:path>
              <a:path w="5142230" h="2300604">
                <a:moveTo>
                  <a:pt x="827963" y="1447868"/>
                </a:moveTo>
                <a:lnTo>
                  <a:pt x="822866" y="1442412"/>
                </a:lnTo>
                <a:lnTo>
                  <a:pt x="821767" y="1435859"/>
                </a:lnTo>
                <a:lnTo>
                  <a:pt x="824646" y="1430339"/>
                </a:lnTo>
                <a:lnTo>
                  <a:pt x="828240" y="1423239"/>
                </a:lnTo>
                <a:lnTo>
                  <a:pt x="836925" y="1420513"/>
                </a:lnTo>
                <a:lnTo>
                  <a:pt x="851029" y="1427791"/>
                </a:lnTo>
                <a:lnTo>
                  <a:pt x="853803" y="1436430"/>
                </a:lnTo>
                <a:lnTo>
                  <a:pt x="846520" y="1450530"/>
                </a:lnTo>
                <a:lnTo>
                  <a:pt x="838047" y="1453286"/>
                </a:lnTo>
                <a:lnTo>
                  <a:pt x="837837" y="1453355"/>
                </a:lnTo>
                <a:lnTo>
                  <a:pt x="830785" y="1449715"/>
                </a:lnTo>
                <a:lnTo>
                  <a:pt x="829297" y="1448905"/>
                </a:lnTo>
                <a:lnTo>
                  <a:pt x="827963" y="1447868"/>
                </a:lnTo>
                <a:close/>
              </a:path>
              <a:path w="5142230" h="2300604">
                <a:moveTo>
                  <a:pt x="1514708" y="1946563"/>
                </a:moveTo>
                <a:lnTo>
                  <a:pt x="1508501" y="1939918"/>
                </a:lnTo>
                <a:lnTo>
                  <a:pt x="1503911" y="1933441"/>
                </a:lnTo>
                <a:lnTo>
                  <a:pt x="1505440" y="1924424"/>
                </a:lnTo>
                <a:lnTo>
                  <a:pt x="1511879" y="1919879"/>
                </a:lnTo>
                <a:lnTo>
                  <a:pt x="1518316" y="1915236"/>
                </a:lnTo>
                <a:lnTo>
                  <a:pt x="1527328" y="1916770"/>
                </a:lnTo>
                <a:lnTo>
                  <a:pt x="1536561" y="1929685"/>
                </a:lnTo>
                <a:lnTo>
                  <a:pt x="1534986" y="1938653"/>
                </a:lnTo>
                <a:lnTo>
                  <a:pt x="1528499" y="1943243"/>
                </a:lnTo>
                <a:lnTo>
                  <a:pt x="1522600" y="1947484"/>
                </a:lnTo>
                <a:lnTo>
                  <a:pt x="1514708" y="1946563"/>
                </a:lnTo>
                <a:close/>
              </a:path>
              <a:path w="5142230" h="2300604">
                <a:moveTo>
                  <a:pt x="62488" y="590031"/>
                </a:moveTo>
                <a:lnTo>
                  <a:pt x="57432" y="584618"/>
                </a:lnTo>
                <a:lnTo>
                  <a:pt x="56185" y="582404"/>
                </a:lnTo>
                <a:lnTo>
                  <a:pt x="55615" y="579741"/>
                </a:lnTo>
                <a:lnTo>
                  <a:pt x="53894" y="572034"/>
                </a:lnTo>
                <a:lnTo>
                  <a:pt x="58782" y="564364"/>
                </a:lnTo>
                <a:lnTo>
                  <a:pt x="74289" y="560926"/>
                </a:lnTo>
                <a:lnTo>
                  <a:pt x="81960" y="565814"/>
                </a:lnTo>
                <a:lnTo>
                  <a:pt x="83632" y="573566"/>
                </a:lnTo>
                <a:lnTo>
                  <a:pt x="85398" y="581321"/>
                </a:lnTo>
                <a:lnTo>
                  <a:pt x="80510" y="588992"/>
                </a:lnTo>
                <a:lnTo>
                  <a:pt x="67567" y="591851"/>
                </a:lnTo>
                <a:lnTo>
                  <a:pt x="62488" y="590031"/>
                </a:lnTo>
                <a:close/>
              </a:path>
              <a:path w="5142230" h="2300604">
                <a:moveTo>
                  <a:pt x="891109" y="1480373"/>
                </a:moveTo>
                <a:lnTo>
                  <a:pt x="885967" y="1474868"/>
                </a:lnTo>
                <a:lnTo>
                  <a:pt x="884913" y="1468364"/>
                </a:lnTo>
                <a:lnTo>
                  <a:pt x="887742" y="1462791"/>
                </a:lnTo>
                <a:lnTo>
                  <a:pt x="891386" y="1455744"/>
                </a:lnTo>
                <a:lnTo>
                  <a:pt x="900066" y="1453013"/>
                </a:lnTo>
                <a:lnTo>
                  <a:pt x="914129" y="1460247"/>
                </a:lnTo>
                <a:lnTo>
                  <a:pt x="916949" y="1468936"/>
                </a:lnTo>
                <a:lnTo>
                  <a:pt x="909666" y="1483035"/>
                </a:lnTo>
                <a:lnTo>
                  <a:pt x="901127" y="1485721"/>
                </a:lnTo>
                <a:lnTo>
                  <a:pt x="900986" y="1485765"/>
                </a:lnTo>
                <a:lnTo>
                  <a:pt x="893881" y="1482167"/>
                </a:lnTo>
                <a:lnTo>
                  <a:pt x="892402" y="1481366"/>
                </a:lnTo>
                <a:lnTo>
                  <a:pt x="891109" y="1480373"/>
                </a:lnTo>
                <a:close/>
              </a:path>
              <a:path w="5142230" h="2300604">
                <a:moveTo>
                  <a:pt x="147857" y="861465"/>
                </a:moveTo>
                <a:lnTo>
                  <a:pt x="142709" y="855955"/>
                </a:lnTo>
                <a:lnTo>
                  <a:pt x="141811" y="854602"/>
                </a:lnTo>
                <a:lnTo>
                  <a:pt x="137952" y="845789"/>
                </a:lnTo>
                <a:lnTo>
                  <a:pt x="141267" y="837305"/>
                </a:lnTo>
                <a:lnTo>
                  <a:pt x="155833" y="831003"/>
                </a:lnTo>
                <a:lnTo>
                  <a:pt x="164313" y="834313"/>
                </a:lnTo>
                <a:lnTo>
                  <a:pt x="170664" y="848834"/>
                </a:lnTo>
                <a:lnTo>
                  <a:pt x="167349" y="857318"/>
                </a:lnTo>
                <a:lnTo>
                  <a:pt x="160071" y="860464"/>
                </a:lnTo>
                <a:lnTo>
                  <a:pt x="154363" y="862966"/>
                </a:lnTo>
                <a:lnTo>
                  <a:pt x="147857" y="861465"/>
                </a:lnTo>
                <a:close/>
              </a:path>
              <a:path w="5142230" h="2300604">
                <a:moveTo>
                  <a:pt x="1641169" y="2271271"/>
                </a:moveTo>
                <a:lnTo>
                  <a:pt x="1636159" y="2265907"/>
                </a:lnTo>
                <a:lnTo>
                  <a:pt x="1634791" y="2263076"/>
                </a:lnTo>
                <a:lnTo>
                  <a:pt x="1633466" y="2252078"/>
                </a:lnTo>
                <a:lnTo>
                  <a:pt x="1639138" y="2244953"/>
                </a:lnTo>
                <a:lnTo>
                  <a:pt x="1647007" y="2243994"/>
                </a:lnTo>
                <a:lnTo>
                  <a:pt x="1654922" y="2243083"/>
                </a:lnTo>
                <a:lnTo>
                  <a:pt x="1662042" y="2248750"/>
                </a:lnTo>
                <a:lnTo>
                  <a:pt x="1662912" y="2256621"/>
                </a:lnTo>
                <a:lnTo>
                  <a:pt x="1663872" y="2264490"/>
                </a:lnTo>
                <a:lnTo>
                  <a:pt x="1658200" y="2271615"/>
                </a:lnTo>
                <a:lnTo>
                  <a:pt x="1650331" y="2272574"/>
                </a:lnTo>
                <a:lnTo>
                  <a:pt x="1645593" y="2273074"/>
                </a:lnTo>
                <a:lnTo>
                  <a:pt x="1641169" y="2271271"/>
                </a:lnTo>
                <a:close/>
              </a:path>
              <a:path w="5142230" h="2300604">
                <a:moveTo>
                  <a:pt x="1418673" y="1832910"/>
                </a:moveTo>
                <a:lnTo>
                  <a:pt x="1413207" y="1827059"/>
                </a:lnTo>
                <a:lnTo>
                  <a:pt x="1413364" y="1818137"/>
                </a:lnTo>
                <a:lnTo>
                  <a:pt x="1418937" y="1812666"/>
                </a:lnTo>
                <a:lnTo>
                  <a:pt x="1419417" y="1812202"/>
                </a:lnTo>
                <a:lnTo>
                  <a:pt x="1424648" y="1807148"/>
                </a:lnTo>
                <a:lnTo>
                  <a:pt x="1433757" y="1807222"/>
                </a:lnTo>
                <a:lnTo>
                  <a:pt x="1444838" y="1818594"/>
                </a:lnTo>
                <a:lnTo>
                  <a:pt x="1444768" y="1827708"/>
                </a:lnTo>
                <a:lnTo>
                  <a:pt x="1444288" y="1828172"/>
                </a:lnTo>
                <a:lnTo>
                  <a:pt x="1439057" y="1833226"/>
                </a:lnTo>
                <a:lnTo>
                  <a:pt x="1433386" y="1838788"/>
                </a:lnTo>
                <a:lnTo>
                  <a:pt x="1424236" y="1838670"/>
                </a:lnTo>
                <a:lnTo>
                  <a:pt x="1418673" y="1832910"/>
                </a:lnTo>
                <a:close/>
              </a:path>
              <a:path w="5142230" h="2300604">
                <a:moveTo>
                  <a:pt x="1016710" y="1546403"/>
                </a:moveTo>
                <a:lnTo>
                  <a:pt x="1011563" y="1540893"/>
                </a:lnTo>
                <a:lnTo>
                  <a:pt x="1010516" y="1534201"/>
                </a:lnTo>
                <a:lnTo>
                  <a:pt x="1017317" y="1521639"/>
                </a:lnTo>
                <a:lnTo>
                  <a:pt x="1026044" y="1519056"/>
                </a:lnTo>
                <a:lnTo>
                  <a:pt x="1040044" y="1526614"/>
                </a:lnTo>
                <a:lnTo>
                  <a:pt x="1042627" y="1535341"/>
                </a:lnTo>
                <a:lnTo>
                  <a:pt x="1038802" y="1542293"/>
                </a:lnTo>
                <a:lnTo>
                  <a:pt x="1035023" y="1549293"/>
                </a:lnTo>
                <a:lnTo>
                  <a:pt x="1026296" y="1551875"/>
                </a:lnTo>
                <a:lnTo>
                  <a:pt x="1019296" y="1548096"/>
                </a:lnTo>
                <a:lnTo>
                  <a:pt x="1017953" y="1547342"/>
                </a:lnTo>
                <a:lnTo>
                  <a:pt x="1016710" y="1546403"/>
                </a:lnTo>
                <a:close/>
              </a:path>
              <a:path w="5142230" h="2300604">
                <a:moveTo>
                  <a:pt x="954065" y="1513065"/>
                </a:moveTo>
                <a:lnTo>
                  <a:pt x="948963" y="1507604"/>
                </a:lnTo>
                <a:lnTo>
                  <a:pt x="947867" y="1500958"/>
                </a:lnTo>
                <a:lnTo>
                  <a:pt x="950742" y="1495433"/>
                </a:lnTo>
                <a:lnTo>
                  <a:pt x="954480" y="1488389"/>
                </a:lnTo>
                <a:lnTo>
                  <a:pt x="963165" y="1485663"/>
                </a:lnTo>
                <a:lnTo>
                  <a:pt x="977217" y="1493081"/>
                </a:lnTo>
                <a:lnTo>
                  <a:pt x="979942" y="1501766"/>
                </a:lnTo>
                <a:lnTo>
                  <a:pt x="972568" y="1515768"/>
                </a:lnTo>
                <a:lnTo>
                  <a:pt x="963888" y="1518498"/>
                </a:lnTo>
                <a:lnTo>
                  <a:pt x="956832" y="1514854"/>
                </a:lnTo>
                <a:lnTo>
                  <a:pt x="955353" y="1514053"/>
                </a:lnTo>
                <a:lnTo>
                  <a:pt x="954065" y="1513065"/>
                </a:lnTo>
                <a:close/>
              </a:path>
              <a:path w="5142230" h="2300604">
                <a:moveTo>
                  <a:pt x="98542" y="727741"/>
                </a:moveTo>
                <a:lnTo>
                  <a:pt x="93486" y="722329"/>
                </a:lnTo>
                <a:lnTo>
                  <a:pt x="92370" y="720449"/>
                </a:lnTo>
                <a:lnTo>
                  <a:pt x="91636" y="718295"/>
                </a:lnTo>
                <a:lnTo>
                  <a:pt x="89351" y="710669"/>
                </a:lnTo>
                <a:lnTo>
                  <a:pt x="93637" y="702647"/>
                </a:lnTo>
                <a:lnTo>
                  <a:pt x="101174" y="700354"/>
                </a:lnTo>
                <a:lnTo>
                  <a:pt x="108760" y="698016"/>
                </a:lnTo>
                <a:lnTo>
                  <a:pt x="116781" y="702302"/>
                </a:lnTo>
                <a:lnTo>
                  <a:pt x="121453" y="717469"/>
                </a:lnTo>
                <a:lnTo>
                  <a:pt x="117172" y="725495"/>
                </a:lnTo>
                <a:lnTo>
                  <a:pt x="109635" y="727788"/>
                </a:lnTo>
                <a:lnTo>
                  <a:pt x="104195" y="729491"/>
                </a:lnTo>
                <a:lnTo>
                  <a:pt x="98542" y="727741"/>
                </a:lnTo>
                <a:close/>
              </a:path>
              <a:path w="5142230" h="2300604">
                <a:moveTo>
                  <a:pt x="0" y="168350"/>
                </a:moveTo>
                <a:lnTo>
                  <a:pt x="0" y="141614"/>
                </a:lnTo>
                <a:lnTo>
                  <a:pt x="5778" y="140978"/>
                </a:lnTo>
                <a:lnTo>
                  <a:pt x="13685" y="140157"/>
                </a:lnTo>
                <a:lnTo>
                  <a:pt x="20766" y="145879"/>
                </a:lnTo>
                <a:lnTo>
                  <a:pt x="22443" y="161652"/>
                </a:lnTo>
                <a:lnTo>
                  <a:pt x="16730" y="168732"/>
                </a:lnTo>
                <a:lnTo>
                  <a:pt x="8818" y="169549"/>
                </a:lnTo>
                <a:lnTo>
                  <a:pt x="4175" y="170052"/>
                </a:lnTo>
                <a:lnTo>
                  <a:pt x="0" y="168350"/>
                </a:lnTo>
                <a:close/>
              </a:path>
              <a:path w="5142230" h="2300604">
                <a:moveTo>
                  <a:pt x="518599" y="1273095"/>
                </a:moveTo>
                <a:lnTo>
                  <a:pt x="513411" y="1267542"/>
                </a:lnTo>
                <a:lnTo>
                  <a:pt x="512616" y="1260239"/>
                </a:lnTo>
                <a:lnTo>
                  <a:pt x="520736" y="1247916"/>
                </a:lnTo>
                <a:lnTo>
                  <a:pt x="529626" y="1246094"/>
                </a:lnTo>
                <a:lnTo>
                  <a:pt x="542869" y="1254806"/>
                </a:lnTo>
                <a:lnTo>
                  <a:pt x="544741" y="1263750"/>
                </a:lnTo>
                <a:lnTo>
                  <a:pt x="536033" y="1276998"/>
                </a:lnTo>
                <a:lnTo>
                  <a:pt x="527089" y="1278861"/>
                </a:lnTo>
                <a:lnTo>
                  <a:pt x="519476" y="1273838"/>
                </a:lnTo>
                <a:lnTo>
                  <a:pt x="518599" y="1273095"/>
                </a:lnTo>
                <a:close/>
              </a:path>
              <a:path w="5142230" h="2300604">
                <a:moveTo>
                  <a:pt x="35944" y="450284"/>
                </a:moveTo>
                <a:lnTo>
                  <a:pt x="30934" y="444920"/>
                </a:lnTo>
                <a:lnTo>
                  <a:pt x="29606" y="442325"/>
                </a:lnTo>
                <a:lnTo>
                  <a:pt x="29091" y="439428"/>
                </a:lnTo>
                <a:lnTo>
                  <a:pt x="27894" y="431598"/>
                </a:lnTo>
                <a:lnTo>
                  <a:pt x="33198" y="424178"/>
                </a:lnTo>
                <a:lnTo>
                  <a:pt x="48862" y="421689"/>
                </a:lnTo>
                <a:lnTo>
                  <a:pt x="56229" y="427034"/>
                </a:lnTo>
                <a:lnTo>
                  <a:pt x="58770" y="442657"/>
                </a:lnTo>
                <a:lnTo>
                  <a:pt x="53416" y="450024"/>
                </a:lnTo>
                <a:lnTo>
                  <a:pt x="45587" y="451320"/>
                </a:lnTo>
                <a:lnTo>
                  <a:pt x="40651" y="452096"/>
                </a:lnTo>
                <a:lnTo>
                  <a:pt x="35944" y="450284"/>
                </a:lnTo>
                <a:close/>
              </a:path>
              <a:path w="5142230" h="2300604">
                <a:moveTo>
                  <a:pt x="48242" y="520336"/>
                </a:moveTo>
                <a:lnTo>
                  <a:pt x="43186" y="514924"/>
                </a:lnTo>
                <a:lnTo>
                  <a:pt x="41852" y="512518"/>
                </a:lnTo>
                <a:lnTo>
                  <a:pt x="41379" y="509764"/>
                </a:lnTo>
                <a:lnTo>
                  <a:pt x="39899" y="501924"/>
                </a:lnTo>
                <a:lnTo>
                  <a:pt x="45063" y="494452"/>
                </a:lnTo>
                <a:lnTo>
                  <a:pt x="60649" y="491489"/>
                </a:lnTo>
                <a:lnTo>
                  <a:pt x="68121" y="496653"/>
                </a:lnTo>
                <a:lnTo>
                  <a:pt x="69650" y="504447"/>
                </a:lnTo>
                <a:lnTo>
                  <a:pt x="71084" y="512238"/>
                </a:lnTo>
                <a:lnTo>
                  <a:pt x="65965" y="519759"/>
                </a:lnTo>
                <a:lnTo>
                  <a:pt x="58174" y="521194"/>
                </a:lnTo>
                <a:lnTo>
                  <a:pt x="53137" y="522155"/>
                </a:lnTo>
                <a:lnTo>
                  <a:pt x="48242" y="520336"/>
                </a:lnTo>
                <a:close/>
              </a:path>
              <a:path w="5142230" h="2300604">
                <a:moveTo>
                  <a:pt x="0" y="99052"/>
                </a:moveTo>
                <a:lnTo>
                  <a:pt x="0" y="70198"/>
                </a:lnTo>
                <a:lnTo>
                  <a:pt x="6223" y="69513"/>
                </a:lnTo>
                <a:lnTo>
                  <a:pt x="13303" y="75235"/>
                </a:lnTo>
                <a:lnTo>
                  <a:pt x="14981" y="91008"/>
                </a:lnTo>
                <a:lnTo>
                  <a:pt x="9268" y="98089"/>
                </a:lnTo>
                <a:lnTo>
                  <a:pt x="0" y="99052"/>
                </a:lnTo>
                <a:close/>
              </a:path>
              <a:path w="5142230" h="2300604">
                <a:moveTo>
                  <a:pt x="0" y="27599"/>
                </a:moveTo>
                <a:lnTo>
                  <a:pt x="0" y="0"/>
                </a:lnTo>
                <a:lnTo>
                  <a:pt x="5701" y="4539"/>
                </a:lnTo>
                <a:lnTo>
                  <a:pt x="7477" y="20321"/>
                </a:lnTo>
                <a:lnTo>
                  <a:pt x="1760" y="27396"/>
                </a:lnTo>
                <a:lnTo>
                  <a:pt x="0" y="27599"/>
                </a:lnTo>
                <a:close/>
              </a:path>
              <a:path w="5142230" h="2300604">
                <a:moveTo>
                  <a:pt x="25308" y="379957"/>
                </a:moveTo>
                <a:lnTo>
                  <a:pt x="20298" y="374593"/>
                </a:lnTo>
                <a:lnTo>
                  <a:pt x="18924" y="371950"/>
                </a:lnTo>
                <a:lnTo>
                  <a:pt x="17407" y="361040"/>
                </a:lnTo>
                <a:lnTo>
                  <a:pt x="22848" y="353766"/>
                </a:lnTo>
                <a:lnTo>
                  <a:pt x="30724" y="352618"/>
                </a:lnTo>
                <a:lnTo>
                  <a:pt x="38597" y="351564"/>
                </a:lnTo>
                <a:lnTo>
                  <a:pt x="45866" y="357000"/>
                </a:lnTo>
                <a:lnTo>
                  <a:pt x="46924" y="364877"/>
                </a:lnTo>
                <a:lnTo>
                  <a:pt x="48073" y="372753"/>
                </a:lnTo>
                <a:lnTo>
                  <a:pt x="42586" y="379978"/>
                </a:lnTo>
                <a:lnTo>
                  <a:pt x="34706" y="381122"/>
                </a:lnTo>
                <a:lnTo>
                  <a:pt x="29921" y="381766"/>
                </a:lnTo>
                <a:lnTo>
                  <a:pt x="25308" y="379957"/>
                </a:lnTo>
                <a:close/>
              </a:path>
              <a:path w="5142230" h="2300604">
                <a:moveTo>
                  <a:pt x="702186" y="1381747"/>
                </a:moveTo>
                <a:lnTo>
                  <a:pt x="697080" y="1376281"/>
                </a:lnTo>
                <a:lnTo>
                  <a:pt x="696038" y="1369593"/>
                </a:lnTo>
                <a:lnTo>
                  <a:pt x="702834" y="1357026"/>
                </a:lnTo>
                <a:lnTo>
                  <a:pt x="711566" y="1354448"/>
                </a:lnTo>
                <a:lnTo>
                  <a:pt x="718516" y="1358174"/>
                </a:lnTo>
                <a:lnTo>
                  <a:pt x="725472" y="1362003"/>
                </a:lnTo>
                <a:lnTo>
                  <a:pt x="728103" y="1370685"/>
                </a:lnTo>
                <a:lnTo>
                  <a:pt x="720545" y="1384685"/>
                </a:lnTo>
                <a:lnTo>
                  <a:pt x="711813" y="1387263"/>
                </a:lnTo>
                <a:lnTo>
                  <a:pt x="704818" y="1383489"/>
                </a:lnTo>
                <a:lnTo>
                  <a:pt x="703429" y="1382686"/>
                </a:lnTo>
                <a:lnTo>
                  <a:pt x="702186" y="1381747"/>
                </a:lnTo>
                <a:close/>
              </a:path>
              <a:path w="5142230" h="2300604">
                <a:moveTo>
                  <a:pt x="15900" y="309478"/>
                </a:moveTo>
                <a:lnTo>
                  <a:pt x="10894" y="304120"/>
                </a:lnTo>
                <a:lnTo>
                  <a:pt x="9568" y="301332"/>
                </a:lnTo>
                <a:lnTo>
                  <a:pt x="9113" y="298205"/>
                </a:lnTo>
                <a:lnTo>
                  <a:pt x="8153" y="290336"/>
                </a:lnTo>
                <a:lnTo>
                  <a:pt x="13779" y="283162"/>
                </a:lnTo>
                <a:lnTo>
                  <a:pt x="21649" y="282203"/>
                </a:lnTo>
                <a:lnTo>
                  <a:pt x="29473" y="281194"/>
                </a:lnTo>
                <a:lnTo>
                  <a:pt x="36695" y="286775"/>
                </a:lnTo>
                <a:lnTo>
                  <a:pt x="38659" y="302563"/>
                </a:lnTo>
                <a:lnTo>
                  <a:pt x="33082" y="309690"/>
                </a:lnTo>
                <a:lnTo>
                  <a:pt x="20423" y="311289"/>
                </a:lnTo>
                <a:lnTo>
                  <a:pt x="15900" y="309478"/>
                </a:lnTo>
                <a:close/>
              </a:path>
              <a:path w="5142230" h="2300604">
                <a:moveTo>
                  <a:pt x="7542" y="238951"/>
                </a:moveTo>
                <a:lnTo>
                  <a:pt x="2486" y="233538"/>
                </a:lnTo>
                <a:lnTo>
                  <a:pt x="1119" y="230706"/>
                </a:lnTo>
                <a:lnTo>
                  <a:pt x="0" y="219613"/>
                </a:lnTo>
                <a:lnTo>
                  <a:pt x="5563" y="212493"/>
                </a:lnTo>
                <a:lnTo>
                  <a:pt x="13429" y="211628"/>
                </a:lnTo>
                <a:lnTo>
                  <a:pt x="21344" y="210717"/>
                </a:lnTo>
                <a:lnTo>
                  <a:pt x="28468" y="216389"/>
                </a:lnTo>
                <a:lnTo>
                  <a:pt x="30240" y="232165"/>
                </a:lnTo>
                <a:lnTo>
                  <a:pt x="24573" y="239294"/>
                </a:lnTo>
                <a:lnTo>
                  <a:pt x="16658" y="240205"/>
                </a:lnTo>
                <a:lnTo>
                  <a:pt x="12014" y="240708"/>
                </a:lnTo>
                <a:lnTo>
                  <a:pt x="7542" y="238951"/>
                </a:lnTo>
                <a:close/>
              </a:path>
              <a:path w="5142230" h="2300604">
                <a:moveTo>
                  <a:pt x="1599470" y="1622560"/>
                </a:moveTo>
                <a:lnTo>
                  <a:pt x="1593714" y="1616399"/>
                </a:lnTo>
                <a:lnTo>
                  <a:pt x="1593124" y="1609121"/>
                </a:lnTo>
                <a:lnTo>
                  <a:pt x="1597045" y="1603641"/>
                </a:lnTo>
                <a:lnTo>
                  <a:pt x="1601549" y="1597417"/>
                </a:lnTo>
                <a:lnTo>
                  <a:pt x="1610286" y="1595920"/>
                </a:lnTo>
                <a:lnTo>
                  <a:pt x="1622820" y="1604939"/>
                </a:lnTo>
                <a:lnTo>
                  <a:pt x="1624227" y="1613678"/>
                </a:lnTo>
                <a:lnTo>
                  <a:pt x="1619719" y="1619898"/>
                </a:lnTo>
                <a:lnTo>
                  <a:pt x="1615257" y="1626166"/>
                </a:lnTo>
                <a:lnTo>
                  <a:pt x="1606523" y="1627569"/>
                </a:lnTo>
                <a:lnTo>
                  <a:pt x="1599470" y="1622560"/>
                </a:lnTo>
                <a:close/>
              </a:path>
              <a:path w="5142230" h="2300604">
                <a:moveTo>
                  <a:pt x="964734" y="1307783"/>
                </a:moveTo>
                <a:lnTo>
                  <a:pt x="959815" y="1302517"/>
                </a:lnTo>
                <a:lnTo>
                  <a:pt x="958599" y="1296622"/>
                </a:lnTo>
                <a:lnTo>
                  <a:pt x="963971" y="1284289"/>
                </a:lnTo>
                <a:lnTo>
                  <a:pt x="972205" y="1281081"/>
                </a:lnTo>
                <a:lnTo>
                  <a:pt x="986254" y="1287224"/>
                </a:lnTo>
                <a:lnTo>
                  <a:pt x="989561" y="1295457"/>
                </a:lnTo>
                <a:lnTo>
                  <a:pt x="986443" y="1302479"/>
                </a:lnTo>
                <a:lnTo>
                  <a:pt x="983365" y="1309546"/>
                </a:lnTo>
                <a:lnTo>
                  <a:pt x="975140" y="1312764"/>
                </a:lnTo>
                <a:lnTo>
                  <a:pt x="968069" y="1309691"/>
                </a:lnTo>
                <a:lnTo>
                  <a:pt x="966254" y="1308921"/>
                </a:lnTo>
                <a:lnTo>
                  <a:pt x="964734" y="1307783"/>
                </a:lnTo>
                <a:close/>
              </a:path>
              <a:path w="5142230" h="2300604">
                <a:moveTo>
                  <a:pt x="1095201" y="1363872"/>
                </a:moveTo>
                <a:lnTo>
                  <a:pt x="1090282" y="1358605"/>
                </a:lnTo>
                <a:lnTo>
                  <a:pt x="1089017" y="1352756"/>
                </a:lnTo>
                <a:lnTo>
                  <a:pt x="1091272" y="1347545"/>
                </a:lnTo>
                <a:lnTo>
                  <a:pt x="1094295" y="1340420"/>
                </a:lnTo>
                <a:lnTo>
                  <a:pt x="1102528" y="1337112"/>
                </a:lnTo>
                <a:lnTo>
                  <a:pt x="1109599" y="1340186"/>
                </a:lnTo>
                <a:lnTo>
                  <a:pt x="1116678" y="1343169"/>
                </a:lnTo>
                <a:lnTo>
                  <a:pt x="1119917" y="1351231"/>
                </a:lnTo>
                <a:lnTo>
                  <a:pt x="1116908" y="1358468"/>
                </a:lnTo>
                <a:lnTo>
                  <a:pt x="1113933" y="1365548"/>
                </a:lnTo>
                <a:lnTo>
                  <a:pt x="1105701" y="1368855"/>
                </a:lnTo>
                <a:lnTo>
                  <a:pt x="1098630" y="1365782"/>
                </a:lnTo>
                <a:lnTo>
                  <a:pt x="1096815" y="1365012"/>
                </a:lnTo>
                <a:lnTo>
                  <a:pt x="1095201" y="1363872"/>
                </a:lnTo>
                <a:close/>
              </a:path>
              <a:path w="5142230" h="2300604">
                <a:moveTo>
                  <a:pt x="1891611" y="2016224"/>
                </a:moveTo>
                <a:lnTo>
                  <a:pt x="1886692" y="2010958"/>
                </a:lnTo>
                <a:lnTo>
                  <a:pt x="1885579" y="2008985"/>
                </a:lnTo>
                <a:lnTo>
                  <a:pt x="1882836" y="1999402"/>
                </a:lnTo>
                <a:lnTo>
                  <a:pt x="1887153" y="1991708"/>
                </a:lnTo>
                <a:lnTo>
                  <a:pt x="1894549" y="1989557"/>
                </a:lnTo>
                <a:lnTo>
                  <a:pt x="1901981" y="1987444"/>
                </a:lnTo>
                <a:lnTo>
                  <a:pt x="1909675" y="1991771"/>
                </a:lnTo>
                <a:lnTo>
                  <a:pt x="1913885" y="2006639"/>
                </a:lnTo>
                <a:lnTo>
                  <a:pt x="1909568" y="2014333"/>
                </a:lnTo>
                <a:lnTo>
                  <a:pt x="1896931" y="2017911"/>
                </a:lnTo>
                <a:lnTo>
                  <a:pt x="1891611" y="2016224"/>
                </a:lnTo>
                <a:close/>
              </a:path>
              <a:path w="5142230" h="2300604">
                <a:moveTo>
                  <a:pt x="1655175" y="1665477"/>
                </a:moveTo>
                <a:lnTo>
                  <a:pt x="1649611" y="1659521"/>
                </a:lnTo>
                <a:lnTo>
                  <a:pt x="1649323" y="1651686"/>
                </a:lnTo>
                <a:lnTo>
                  <a:pt x="1653851" y="1646270"/>
                </a:lnTo>
                <a:lnTo>
                  <a:pt x="1658775" y="1640300"/>
                </a:lnTo>
                <a:lnTo>
                  <a:pt x="1667536" y="1639512"/>
                </a:lnTo>
                <a:lnTo>
                  <a:pt x="1679376" y="1649353"/>
                </a:lnTo>
                <a:lnTo>
                  <a:pt x="1680209" y="1658162"/>
                </a:lnTo>
                <a:lnTo>
                  <a:pt x="1675244" y="1664088"/>
                </a:lnTo>
                <a:lnTo>
                  <a:pt x="1670364" y="1670007"/>
                </a:lnTo>
                <a:lnTo>
                  <a:pt x="1661514" y="1670796"/>
                </a:lnTo>
                <a:lnTo>
                  <a:pt x="1655175" y="1665477"/>
                </a:lnTo>
                <a:close/>
              </a:path>
              <a:path w="5142230" h="2300604">
                <a:moveTo>
                  <a:pt x="1869100" y="1949412"/>
                </a:moveTo>
                <a:lnTo>
                  <a:pt x="1864135" y="1944097"/>
                </a:lnTo>
                <a:lnTo>
                  <a:pt x="1863191" y="1942696"/>
                </a:lnTo>
                <a:lnTo>
                  <a:pt x="1862540" y="1941021"/>
                </a:lnTo>
                <a:lnTo>
                  <a:pt x="1859669" y="1933842"/>
                </a:lnTo>
                <a:lnTo>
                  <a:pt x="1863155" y="1925746"/>
                </a:lnTo>
                <a:lnTo>
                  <a:pt x="1870285" y="1922920"/>
                </a:lnTo>
                <a:lnTo>
                  <a:pt x="1877419" y="1920000"/>
                </a:lnTo>
                <a:lnTo>
                  <a:pt x="1885515" y="1923486"/>
                </a:lnTo>
                <a:lnTo>
                  <a:pt x="1888435" y="1930620"/>
                </a:lnTo>
                <a:lnTo>
                  <a:pt x="1891256" y="1937745"/>
                </a:lnTo>
                <a:lnTo>
                  <a:pt x="1887816" y="1945890"/>
                </a:lnTo>
                <a:lnTo>
                  <a:pt x="1880685" y="1948716"/>
                </a:lnTo>
                <a:lnTo>
                  <a:pt x="1875185" y="1950941"/>
                </a:lnTo>
                <a:lnTo>
                  <a:pt x="1869100" y="1949412"/>
                </a:lnTo>
                <a:close/>
              </a:path>
              <a:path w="5142230" h="2300604">
                <a:moveTo>
                  <a:pt x="336437" y="872143"/>
                </a:moveTo>
                <a:lnTo>
                  <a:pt x="330733" y="866037"/>
                </a:lnTo>
                <a:lnTo>
                  <a:pt x="326063" y="858986"/>
                </a:lnTo>
                <a:lnTo>
                  <a:pt x="327822" y="850312"/>
                </a:lnTo>
                <a:lnTo>
                  <a:pt x="340665" y="841774"/>
                </a:lnTo>
                <a:lnTo>
                  <a:pt x="349344" y="843538"/>
                </a:lnTo>
                <a:lnTo>
                  <a:pt x="357828" y="856432"/>
                </a:lnTo>
                <a:lnTo>
                  <a:pt x="356069" y="865106"/>
                </a:lnTo>
                <a:lnTo>
                  <a:pt x="349599" y="869323"/>
                </a:lnTo>
                <a:lnTo>
                  <a:pt x="343851" y="873140"/>
                </a:lnTo>
                <a:lnTo>
                  <a:pt x="336437" y="872143"/>
                </a:lnTo>
                <a:close/>
              </a:path>
              <a:path w="5142230" h="2300604">
                <a:moveTo>
                  <a:pt x="586213" y="1112056"/>
                </a:moveTo>
                <a:lnTo>
                  <a:pt x="581203" y="1106693"/>
                </a:lnTo>
                <a:lnTo>
                  <a:pt x="580357" y="1099630"/>
                </a:lnTo>
                <a:lnTo>
                  <a:pt x="583942" y="1094181"/>
                </a:lnTo>
                <a:lnTo>
                  <a:pt x="588172" y="1087664"/>
                </a:lnTo>
                <a:lnTo>
                  <a:pt x="596784" y="1085837"/>
                </a:lnTo>
                <a:lnTo>
                  <a:pt x="603251" y="1090023"/>
                </a:lnTo>
                <a:lnTo>
                  <a:pt x="609714" y="1094303"/>
                </a:lnTo>
                <a:lnTo>
                  <a:pt x="611546" y="1102910"/>
                </a:lnTo>
                <a:lnTo>
                  <a:pt x="607360" y="1109377"/>
                </a:lnTo>
                <a:lnTo>
                  <a:pt x="603129" y="1115795"/>
                </a:lnTo>
                <a:lnTo>
                  <a:pt x="594521" y="1117626"/>
                </a:lnTo>
                <a:lnTo>
                  <a:pt x="588055" y="1113441"/>
                </a:lnTo>
                <a:lnTo>
                  <a:pt x="587085" y="1112794"/>
                </a:lnTo>
                <a:lnTo>
                  <a:pt x="586213" y="1112056"/>
                </a:lnTo>
                <a:close/>
              </a:path>
              <a:path w="5142230" h="2300604">
                <a:moveTo>
                  <a:pt x="1540119" y="1582584"/>
                </a:moveTo>
                <a:lnTo>
                  <a:pt x="1535109" y="1577220"/>
                </a:lnTo>
                <a:lnTo>
                  <a:pt x="1534260" y="1570251"/>
                </a:lnTo>
                <a:lnTo>
                  <a:pt x="1537473" y="1565090"/>
                </a:lnTo>
                <a:lnTo>
                  <a:pt x="1541611" y="1558572"/>
                </a:lnTo>
                <a:lnTo>
                  <a:pt x="1541796" y="1558281"/>
                </a:lnTo>
                <a:lnTo>
                  <a:pt x="1550361" y="1556306"/>
                </a:lnTo>
                <a:lnTo>
                  <a:pt x="1563396" y="1564492"/>
                </a:lnTo>
                <a:lnTo>
                  <a:pt x="1565416" y="1573106"/>
                </a:lnTo>
                <a:lnTo>
                  <a:pt x="1561460" y="1579331"/>
                </a:lnTo>
                <a:lnTo>
                  <a:pt x="1557359" y="1585888"/>
                </a:lnTo>
                <a:lnTo>
                  <a:pt x="1557176" y="1586181"/>
                </a:lnTo>
                <a:lnTo>
                  <a:pt x="1548570" y="1588112"/>
                </a:lnTo>
                <a:lnTo>
                  <a:pt x="1542100" y="1584020"/>
                </a:lnTo>
                <a:lnTo>
                  <a:pt x="1541032" y="1583365"/>
                </a:lnTo>
                <a:lnTo>
                  <a:pt x="1540119" y="1582584"/>
                </a:lnTo>
                <a:close/>
              </a:path>
              <a:path w="5142230" h="2300604">
                <a:moveTo>
                  <a:pt x="708462" y="1184761"/>
                </a:moveTo>
                <a:lnTo>
                  <a:pt x="703501" y="1179451"/>
                </a:lnTo>
                <a:lnTo>
                  <a:pt x="702497" y="1172902"/>
                </a:lnTo>
                <a:lnTo>
                  <a:pt x="705418" y="1167525"/>
                </a:lnTo>
                <a:lnTo>
                  <a:pt x="709142" y="1160759"/>
                </a:lnTo>
                <a:lnTo>
                  <a:pt x="717583" y="1158261"/>
                </a:lnTo>
                <a:lnTo>
                  <a:pt x="731118" y="1165614"/>
                </a:lnTo>
                <a:lnTo>
                  <a:pt x="733616" y="1174056"/>
                </a:lnTo>
                <a:lnTo>
                  <a:pt x="729933" y="1180865"/>
                </a:lnTo>
                <a:lnTo>
                  <a:pt x="726262" y="1187590"/>
                </a:lnTo>
                <a:lnTo>
                  <a:pt x="717768" y="1190129"/>
                </a:lnTo>
                <a:lnTo>
                  <a:pt x="711052" y="1186459"/>
                </a:lnTo>
                <a:lnTo>
                  <a:pt x="709704" y="1185700"/>
                </a:lnTo>
                <a:lnTo>
                  <a:pt x="708462" y="1184761"/>
                </a:lnTo>
                <a:close/>
              </a:path>
              <a:path w="5142230" h="2300604">
                <a:moveTo>
                  <a:pt x="1479274" y="1546286"/>
                </a:moveTo>
                <a:lnTo>
                  <a:pt x="1474309" y="1540971"/>
                </a:lnTo>
                <a:lnTo>
                  <a:pt x="1473356" y="1534282"/>
                </a:lnTo>
                <a:lnTo>
                  <a:pt x="1476416" y="1528858"/>
                </a:lnTo>
                <a:lnTo>
                  <a:pt x="1480284" y="1522149"/>
                </a:lnTo>
                <a:lnTo>
                  <a:pt x="1488813" y="1519843"/>
                </a:lnTo>
                <a:lnTo>
                  <a:pt x="1502146" y="1527467"/>
                </a:lnTo>
                <a:lnTo>
                  <a:pt x="1504502" y="1536050"/>
                </a:lnTo>
                <a:lnTo>
                  <a:pt x="1496872" y="1549387"/>
                </a:lnTo>
                <a:lnTo>
                  <a:pt x="1488343" y="1551693"/>
                </a:lnTo>
                <a:lnTo>
                  <a:pt x="1481626" y="1547924"/>
                </a:lnTo>
                <a:lnTo>
                  <a:pt x="1480377" y="1547173"/>
                </a:lnTo>
                <a:lnTo>
                  <a:pt x="1479274" y="1546286"/>
                </a:lnTo>
                <a:close/>
              </a:path>
              <a:path w="5142230" h="2300604">
                <a:moveTo>
                  <a:pt x="107330" y="129752"/>
                </a:moveTo>
                <a:lnTo>
                  <a:pt x="102411" y="124486"/>
                </a:lnTo>
                <a:lnTo>
                  <a:pt x="101170" y="121984"/>
                </a:lnTo>
                <a:lnTo>
                  <a:pt x="100656" y="119186"/>
                </a:lnTo>
                <a:lnTo>
                  <a:pt x="99452" y="111545"/>
                </a:lnTo>
                <a:lnTo>
                  <a:pt x="104604" y="104450"/>
                </a:lnTo>
                <a:lnTo>
                  <a:pt x="119796" y="101945"/>
                </a:lnTo>
                <a:lnTo>
                  <a:pt x="126985" y="107100"/>
                </a:lnTo>
                <a:lnTo>
                  <a:pt x="129490" y="122292"/>
                </a:lnTo>
                <a:lnTo>
                  <a:pt x="124290" y="129433"/>
                </a:lnTo>
                <a:lnTo>
                  <a:pt x="112104" y="131441"/>
                </a:lnTo>
                <a:lnTo>
                  <a:pt x="111946" y="131467"/>
                </a:lnTo>
                <a:lnTo>
                  <a:pt x="107330" y="129752"/>
                </a:lnTo>
                <a:close/>
              </a:path>
              <a:path w="5142230" h="2300604">
                <a:moveTo>
                  <a:pt x="1417171" y="1512258"/>
                </a:moveTo>
                <a:lnTo>
                  <a:pt x="1412206" y="1506943"/>
                </a:lnTo>
                <a:lnTo>
                  <a:pt x="1411150" y="1500534"/>
                </a:lnTo>
                <a:lnTo>
                  <a:pt x="1417556" y="1488331"/>
                </a:lnTo>
                <a:lnTo>
                  <a:pt x="1426005" y="1485744"/>
                </a:lnTo>
                <a:lnTo>
                  <a:pt x="1439641" y="1492912"/>
                </a:lnTo>
                <a:lnTo>
                  <a:pt x="1442233" y="1501356"/>
                </a:lnTo>
                <a:lnTo>
                  <a:pt x="1435061" y="1514987"/>
                </a:lnTo>
                <a:lnTo>
                  <a:pt x="1426621" y="1517584"/>
                </a:lnTo>
                <a:lnTo>
                  <a:pt x="1418365" y="1513243"/>
                </a:lnTo>
                <a:lnTo>
                  <a:pt x="1417171" y="1512258"/>
                </a:lnTo>
                <a:close/>
              </a:path>
              <a:path w="5142230" h="2300604">
                <a:moveTo>
                  <a:pt x="528120" y="1072448"/>
                </a:moveTo>
                <a:lnTo>
                  <a:pt x="522369" y="1066292"/>
                </a:lnTo>
                <a:lnTo>
                  <a:pt x="521783" y="1059018"/>
                </a:lnTo>
                <a:lnTo>
                  <a:pt x="525748" y="1053488"/>
                </a:lnTo>
                <a:lnTo>
                  <a:pt x="530256" y="1047268"/>
                </a:lnTo>
                <a:lnTo>
                  <a:pt x="538991" y="1045866"/>
                </a:lnTo>
                <a:lnTo>
                  <a:pt x="551479" y="1054836"/>
                </a:lnTo>
                <a:lnTo>
                  <a:pt x="552877" y="1063566"/>
                </a:lnTo>
                <a:lnTo>
                  <a:pt x="548414" y="1069834"/>
                </a:lnTo>
                <a:lnTo>
                  <a:pt x="543911" y="1076059"/>
                </a:lnTo>
                <a:lnTo>
                  <a:pt x="535172" y="1077456"/>
                </a:lnTo>
                <a:lnTo>
                  <a:pt x="528120" y="1072448"/>
                </a:lnTo>
                <a:close/>
              </a:path>
              <a:path w="5142230" h="2300604">
                <a:moveTo>
                  <a:pt x="1225417" y="1420376"/>
                </a:moveTo>
                <a:lnTo>
                  <a:pt x="1220453" y="1415061"/>
                </a:lnTo>
                <a:lnTo>
                  <a:pt x="1219286" y="1409120"/>
                </a:lnTo>
                <a:lnTo>
                  <a:pt x="1224752" y="1396791"/>
                </a:lnTo>
                <a:lnTo>
                  <a:pt x="1232986" y="1393583"/>
                </a:lnTo>
                <a:lnTo>
                  <a:pt x="1247077" y="1399869"/>
                </a:lnTo>
                <a:lnTo>
                  <a:pt x="1250241" y="1408144"/>
                </a:lnTo>
                <a:lnTo>
                  <a:pt x="1243999" y="1422184"/>
                </a:lnTo>
                <a:lnTo>
                  <a:pt x="1235724" y="1425349"/>
                </a:lnTo>
                <a:lnTo>
                  <a:pt x="1228702" y="1422230"/>
                </a:lnTo>
                <a:lnTo>
                  <a:pt x="1226940" y="1421419"/>
                </a:lnTo>
                <a:lnTo>
                  <a:pt x="1225417" y="1420376"/>
                </a:lnTo>
                <a:close/>
              </a:path>
              <a:path w="5142230" h="2300604">
                <a:moveTo>
                  <a:pt x="425246" y="983927"/>
                </a:moveTo>
                <a:lnTo>
                  <a:pt x="414633" y="972565"/>
                </a:lnTo>
                <a:lnTo>
                  <a:pt x="414929" y="963889"/>
                </a:lnTo>
                <a:lnTo>
                  <a:pt x="420396" y="958599"/>
                </a:lnTo>
                <a:lnTo>
                  <a:pt x="425954" y="953307"/>
                </a:lnTo>
                <a:lnTo>
                  <a:pt x="435013" y="953524"/>
                </a:lnTo>
                <a:lnTo>
                  <a:pt x="445446" y="964692"/>
                </a:lnTo>
                <a:lnTo>
                  <a:pt x="445242" y="973466"/>
                </a:lnTo>
                <a:lnTo>
                  <a:pt x="439438" y="978982"/>
                </a:lnTo>
                <a:lnTo>
                  <a:pt x="434069" y="984085"/>
                </a:lnTo>
                <a:lnTo>
                  <a:pt x="425246" y="983927"/>
                </a:lnTo>
                <a:close/>
              </a:path>
              <a:path w="5142230" h="2300604">
                <a:moveTo>
                  <a:pt x="130983" y="269826"/>
                </a:moveTo>
                <a:lnTo>
                  <a:pt x="126063" y="264560"/>
                </a:lnTo>
                <a:lnTo>
                  <a:pt x="124770" y="262198"/>
                </a:lnTo>
                <a:lnTo>
                  <a:pt x="122955" y="251849"/>
                </a:lnTo>
                <a:lnTo>
                  <a:pt x="128015" y="244657"/>
                </a:lnTo>
                <a:lnTo>
                  <a:pt x="135569" y="243261"/>
                </a:lnTo>
                <a:lnTo>
                  <a:pt x="143169" y="241915"/>
                </a:lnTo>
                <a:lnTo>
                  <a:pt x="150455" y="246978"/>
                </a:lnTo>
                <a:lnTo>
                  <a:pt x="153082" y="262008"/>
                </a:lnTo>
                <a:lnTo>
                  <a:pt x="149371" y="267517"/>
                </a:lnTo>
                <a:lnTo>
                  <a:pt x="148088" y="269370"/>
                </a:lnTo>
                <a:lnTo>
                  <a:pt x="140563" y="270697"/>
                </a:lnTo>
                <a:lnTo>
                  <a:pt x="135644" y="271590"/>
                </a:lnTo>
                <a:lnTo>
                  <a:pt x="130983" y="269826"/>
                </a:lnTo>
                <a:close/>
              </a:path>
              <a:path w="5142230" h="2300604">
                <a:moveTo>
                  <a:pt x="143947" y="339713"/>
                </a:moveTo>
                <a:lnTo>
                  <a:pt x="139073" y="334495"/>
                </a:lnTo>
                <a:lnTo>
                  <a:pt x="137825" y="332182"/>
                </a:lnTo>
                <a:lnTo>
                  <a:pt x="135819" y="321921"/>
                </a:lnTo>
                <a:lnTo>
                  <a:pt x="140788" y="314631"/>
                </a:lnTo>
                <a:lnTo>
                  <a:pt x="155902" y="311652"/>
                </a:lnTo>
                <a:lnTo>
                  <a:pt x="163241" y="316576"/>
                </a:lnTo>
                <a:lnTo>
                  <a:pt x="164681" y="324178"/>
                </a:lnTo>
                <a:lnTo>
                  <a:pt x="166171" y="331735"/>
                </a:lnTo>
                <a:lnTo>
                  <a:pt x="161202" y="339025"/>
                </a:lnTo>
                <a:lnTo>
                  <a:pt x="153645" y="340515"/>
                </a:lnTo>
                <a:lnTo>
                  <a:pt x="148751" y="341434"/>
                </a:lnTo>
                <a:lnTo>
                  <a:pt x="143947" y="339713"/>
                </a:lnTo>
                <a:close/>
              </a:path>
              <a:path w="5142230" h="2300604">
                <a:moveTo>
                  <a:pt x="646636" y="1149662"/>
                </a:moveTo>
                <a:lnTo>
                  <a:pt x="641621" y="1144293"/>
                </a:lnTo>
                <a:lnTo>
                  <a:pt x="640771" y="1137518"/>
                </a:lnTo>
                <a:lnTo>
                  <a:pt x="647838" y="1125437"/>
                </a:lnTo>
                <a:lnTo>
                  <a:pt x="656532" y="1123209"/>
                </a:lnTo>
                <a:lnTo>
                  <a:pt x="656665" y="1123352"/>
                </a:lnTo>
                <a:lnTo>
                  <a:pt x="669691" y="1131138"/>
                </a:lnTo>
                <a:lnTo>
                  <a:pt x="671903" y="1139664"/>
                </a:lnTo>
                <a:lnTo>
                  <a:pt x="663994" y="1152896"/>
                </a:lnTo>
                <a:lnTo>
                  <a:pt x="655468" y="1155108"/>
                </a:lnTo>
                <a:lnTo>
                  <a:pt x="648851" y="1151153"/>
                </a:lnTo>
                <a:lnTo>
                  <a:pt x="647693" y="1150500"/>
                </a:lnTo>
                <a:lnTo>
                  <a:pt x="646636" y="1149662"/>
                </a:lnTo>
                <a:close/>
              </a:path>
              <a:path w="5142230" h="2300604">
                <a:moveTo>
                  <a:pt x="1160436" y="1391868"/>
                </a:moveTo>
                <a:lnTo>
                  <a:pt x="1155471" y="1386554"/>
                </a:lnTo>
                <a:lnTo>
                  <a:pt x="1154301" y="1380707"/>
                </a:lnTo>
                <a:lnTo>
                  <a:pt x="1156510" y="1375448"/>
                </a:lnTo>
                <a:lnTo>
                  <a:pt x="1159583" y="1368376"/>
                </a:lnTo>
                <a:lnTo>
                  <a:pt x="1167808" y="1365158"/>
                </a:lnTo>
                <a:lnTo>
                  <a:pt x="1181958" y="1371215"/>
                </a:lnTo>
                <a:lnTo>
                  <a:pt x="1185172" y="1379445"/>
                </a:lnTo>
                <a:lnTo>
                  <a:pt x="1182140" y="1386560"/>
                </a:lnTo>
                <a:lnTo>
                  <a:pt x="1179115" y="1393585"/>
                </a:lnTo>
                <a:lnTo>
                  <a:pt x="1170890" y="1396804"/>
                </a:lnTo>
                <a:lnTo>
                  <a:pt x="1163811" y="1393820"/>
                </a:lnTo>
                <a:lnTo>
                  <a:pt x="1161955" y="1393006"/>
                </a:lnTo>
                <a:lnTo>
                  <a:pt x="1160436" y="1391868"/>
                </a:lnTo>
                <a:close/>
              </a:path>
              <a:path w="5142230" h="2300604">
                <a:moveTo>
                  <a:pt x="118869" y="199775"/>
                </a:moveTo>
                <a:lnTo>
                  <a:pt x="114000" y="194562"/>
                </a:lnTo>
                <a:lnTo>
                  <a:pt x="112714" y="192111"/>
                </a:lnTo>
                <a:lnTo>
                  <a:pt x="110939" y="181707"/>
                </a:lnTo>
                <a:lnTo>
                  <a:pt x="116098" y="174522"/>
                </a:lnTo>
                <a:lnTo>
                  <a:pt x="131286" y="172013"/>
                </a:lnTo>
                <a:lnTo>
                  <a:pt x="138483" y="177078"/>
                </a:lnTo>
                <a:lnTo>
                  <a:pt x="141033" y="192319"/>
                </a:lnTo>
                <a:lnTo>
                  <a:pt x="135923" y="199458"/>
                </a:lnTo>
                <a:lnTo>
                  <a:pt x="128282" y="200761"/>
                </a:lnTo>
                <a:lnTo>
                  <a:pt x="123688" y="201512"/>
                </a:lnTo>
                <a:lnTo>
                  <a:pt x="123530" y="201538"/>
                </a:lnTo>
                <a:lnTo>
                  <a:pt x="118869" y="199775"/>
                </a:lnTo>
                <a:close/>
              </a:path>
              <a:path w="5142230" h="2300604">
                <a:moveTo>
                  <a:pt x="1353964" y="1480176"/>
                </a:moveTo>
                <a:lnTo>
                  <a:pt x="1348999" y="1474861"/>
                </a:lnTo>
                <a:lnTo>
                  <a:pt x="1347936" y="1468640"/>
                </a:lnTo>
                <a:lnTo>
                  <a:pt x="1350525" y="1463299"/>
                </a:lnTo>
                <a:lnTo>
                  <a:pt x="1353924" y="1456381"/>
                </a:lnTo>
                <a:lnTo>
                  <a:pt x="1362329" y="1453551"/>
                </a:lnTo>
                <a:lnTo>
                  <a:pt x="1376166" y="1460348"/>
                </a:lnTo>
                <a:lnTo>
                  <a:pt x="1378950" y="1468705"/>
                </a:lnTo>
                <a:lnTo>
                  <a:pt x="1372202" y="1482496"/>
                </a:lnTo>
                <a:lnTo>
                  <a:pt x="1363842" y="1485375"/>
                </a:lnTo>
                <a:lnTo>
                  <a:pt x="1356924" y="1481976"/>
                </a:lnTo>
                <a:lnTo>
                  <a:pt x="1355346" y="1481167"/>
                </a:lnTo>
                <a:lnTo>
                  <a:pt x="1353964" y="1480176"/>
                </a:lnTo>
                <a:close/>
              </a:path>
              <a:path w="5142230" h="2300604">
                <a:moveTo>
                  <a:pt x="1289991" y="1449621"/>
                </a:moveTo>
                <a:lnTo>
                  <a:pt x="1285077" y="1444359"/>
                </a:lnTo>
                <a:lnTo>
                  <a:pt x="1283867" y="1438275"/>
                </a:lnTo>
                <a:lnTo>
                  <a:pt x="1289573" y="1426006"/>
                </a:lnTo>
                <a:lnTo>
                  <a:pt x="1297890" y="1422985"/>
                </a:lnTo>
                <a:lnTo>
                  <a:pt x="1311880" y="1429456"/>
                </a:lnTo>
                <a:lnTo>
                  <a:pt x="1314897" y="1437769"/>
                </a:lnTo>
                <a:lnTo>
                  <a:pt x="1308384" y="1451715"/>
                </a:lnTo>
                <a:lnTo>
                  <a:pt x="1300112" y="1454785"/>
                </a:lnTo>
                <a:lnTo>
                  <a:pt x="1293142" y="1451526"/>
                </a:lnTo>
                <a:lnTo>
                  <a:pt x="1291465" y="1450709"/>
                </a:lnTo>
                <a:lnTo>
                  <a:pt x="1289991" y="1449621"/>
                </a:lnTo>
                <a:close/>
              </a:path>
              <a:path w="5142230" h="2300604">
                <a:moveTo>
                  <a:pt x="95836" y="59680"/>
                </a:moveTo>
                <a:lnTo>
                  <a:pt x="90917" y="54414"/>
                </a:lnTo>
                <a:lnTo>
                  <a:pt x="89631" y="51962"/>
                </a:lnTo>
                <a:lnTo>
                  <a:pt x="89207" y="49162"/>
                </a:lnTo>
                <a:lnTo>
                  <a:pt x="87955" y="41566"/>
                </a:lnTo>
                <a:lnTo>
                  <a:pt x="93064" y="34328"/>
                </a:lnTo>
                <a:lnTo>
                  <a:pt x="108256" y="31824"/>
                </a:lnTo>
                <a:lnTo>
                  <a:pt x="115445" y="36978"/>
                </a:lnTo>
                <a:lnTo>
                  <a:pt x="117950" y="52171"/>
                </a:lnTo>
                <a:lnTo>
                  <a:pt x="112790" y="59355"/>
                </a:lnTo>
                <a:lnTo>
                  <a:pt x="100605" y="61364"/>
                </a:lnTo>
                <a:lnTo>
                  <a:pt x="100447" y="61390"/>
                </a:lnTo>
                <a:lnTo>
                  <a:pt x="95836" y="59680"/>
                </a:lnTo>
                <a:close/>
              </a:path>
              <a:path w="5142230" h="2300604">
                <a:moveTo>
                  <a:pt x="1839448" y="1885609"/>
                </a:moveTo>
                <a:lnTo>
                  <a:pt x="1834442" y="1880250"/>
                </a:lnTo>
                <a:lnTo>
                  <a:pt x="1833720" y="1879282"/>
                </a:lnTo>
                <a:lnTo>
                  <a:pt x="1829550" y="1871397"/>
                </a:lnTo>
                <a:lnTo>
                  <a:pt x="1832052" y="1862933"/>
                </a:lnTo>
                <a:lnTo>
                  <a:pt x="1838885" y="1859299"/>
                </a:lnTo>
                <a:lnTo>
                  <a:pt x="1845618" y="1855657"/>
                </a:lnTo>
                <a:lnTo>
                  <a:pt x="1854119" y="1858207"/>
                </a:lnTo>
                <a:lnTo>
                  <a:pt x="1857716" y="1864991"/>
                </a:lnTo>
                <a:lnTo>
                  <a:pt x="1861404" y="1871773"/>
                </a:lnTo>
                <a:lnTo>
                  <a:pt x="1858803" y="1880230"/>
                </a:lnTo>
                <a:lnTo>
                  <a:pt x="1852069" y="1883872"/>
                </a:lnTo>
                <a:lnTo>
                  <a:pt x="1846347" y="1886934"/>
                </a:lnTo>
                <a:lnTo>
                  <a:pt x="1839448" y="1885609"/>
                </a:lnTo>
                <a:close/>
              </a:path>
              <a:path w="5142230" h="2300604">
                <a:moveTo>
                  <a:pt x="1803230" y="1825530"/>
                </a:moveTo>
                <a:lnTo>
                  <a:pt x="1797062" y="1818927"/>
                </a:lnTo>
                <a:lnTo>
                  <a:pt x="1792747" y="1812549"/>
                </a:lnTo>
                <a:lnTo>
                  <a:pt x="1794317" y="1803868"/>
                </a:lnTo>
                <a:lnTo>
                  <a:pt x="1800696" y="1799553"/>
                </a:lnTo>
                <a:lnTo>
                  <a:pt x="1807029" y="1795190"/>
                </a:lnTo>
                <a:lnTo>
                  <a:pt x="1815755" y="1796809"/>
                </a:lnTo>
                <a:lnTo>
                  <a:pt x="1824429" y="1809515"/>
                </a:lnTo>
                <a:lnTo>
                  <a:pt x="1822818" y="1818152"/>
                </a:lnTo>
                <a:lnTo>
                  <a:pt x="1816485" y="1822515"/>
                </a:lnTo>
                <a:lnTo>
                  <a:pt x="1810680" y="1826468"/>
                </a:lnTo>
                <a:lnTo>
                  <a:pt x="1803230" y="1825530"/>
                </a:lnTo>
                <a:close/>
              </a:path>
              <a:path w="5142230" h="2300604">
                <a:moveTo>
                  <a:pt x="1918610" y="2225664"/>
                </a:moveTo>
                <a:lnTo>
                  <a:pt x="1913741" y="2220451"/>
                </a:lnTo>
                <a:lnTo>
                  <a:pt x="1912339" y="2217094"/>
                </a:lnTo>
                <a:lnTo>
                  <a:pt x="1912326" y="2213463"/>
                </a:lnTo>
                <a:lnTo>
                  <a:pt x="1912253" y="2205761"/>
                </a:lnTo>
                <a:lnTo>
                  <a:pt x="1918510" y="2199459"/>
                </a:lnTo>
                <a:lnTo>
                  <a:pt x="1926205" y="2199485"/>
                </a:lnTo>
                <a:lnTo>
                  <a:pt x="1933907" y="2199421"/>
                </a:lnTo>
                <a:lnTo>
                  <a:pt x="1940163" y="2205630"/>
                </a:lnTo>
                <a:lnTo>
                  <a:pt x="1940232" y="2213327"/>
                </a:lnTo>
                <a:lnTo>
                  <a:pt x="1940247" y="2221065"/>
                </a:lnTo>
                <a:lnTo>
                  <a:pt x="1934043" y="2227327"/>
                </a:lnTo>
                <a:lnTo>
                  <a:pt x="1922287" y="2227351"/>
                </a:lnTo>
                <a:lnTo>
                  <a:pt x="1918610" y="2225664"/>
                </a:lnTo>
                <a:close/>
              </a:path>
              <a:path w="5142230" h="2300604">
                <a:moveTo>
                  <a:pt x="266879" y="747539"/>
                </a:moveTo>
                <a:lnTo>
                  <a:pt x="261914" y="742224"/>
                </a:lnTo>
                <a:lnTo>
                  <a:pt x="261058" y="741015"/>
                </a:lnTo>
                <a:lnTo>
                  <a:pt x="257188" y="732669"/>
                </a:lnTo>
                <a:lnTo>
                  <a:pt x="260208" y="724368"/>
                </a:lnTo>
                <a:lnTo>
                  <a:pt x="267163" y="721159"/>
                </a:lnTo>
                <a:lnTo>
                  <a:pt x="274121" y="717855"/>
                </a:lnTo>
                <a:lnTo>
                  <a:pt x="282421" y="720876"/>
                </a:lnTo>
                <a:lnTo>
                  <a:pt x="288976" y="734832"/>
                </a:lnTo>
                <a:lnTo>
                  <a:pt x="285960" y="743137"/>
                </a:lnTo>
                <a:lnTo>
                  <a:pt x="273344" y="748987"/>
                </a:lnTo>
                <a:lnTo>
                  <a:pt x="266879" y="747539"/>
                </a:lnTo>
                <a:close/>
              </a:path>
              <a:path w="5142230" h="2300604">
                <a:moveTo>
                  <a:pt x="174528" y="478601"/>
                </a:moveTo>
                <a:lnTo>
                  <a:pt x="169613" y="473340"/>
                </a:lnTo>
                <a:lnTo>
                  <a:pt x="168503" y="471272"/>
                </a:lnTo>
                <a:lnTo>
                  <a:pt x="167873" y="468838"/>
                </a:lnTo>
                <a:lnTo>
                  <a:pt x="166007" y="461367"/>
                </a:lnTo>
                <a:lnTo>
                  <a:pt x="170488" y="453946"/>
                </a:lnTo>
                <a:lnTo>
                  <a:pt x="185507" y="450082"/>
                </a:lnTo>
                <a:lnTo>
                  <a:pt x="193097" y="454689"/>
                </a:lnTo>
                <a:lnTo>
                  <a:pt x="196791" y="469591"/>
                </a:lnTo>
                <a:lnTo>
                  <a:pt x="192307" y="477106"/>
                </a:lnTo>
                <a:lnTo>
                  <a:pt x="184809" y="479050"/>
                </a:lnTo>
                <a:lnTo>
                  <a:pt x="179663" y="480286"/>
                </a:lnTo>
                <a:lnTo>
                  <a:pt x="174528" y="478601"/>
                </a:lnTo>
                <a:close/>
              </a:path>
              <a:path w="5142230" h="2300604">
                <a:moveTo>
                  <a:pt x="1915825" y="2155042"/>
                </a:moveTo>
                <a:lnTo>
                  <a:pt x="1910947" y="2149820"/>
                </a:lnTo>
                <a:lnTo>
                  <a:pt x="1909583" y="2146894"/>
                </a:lnTo>
                <a:lnTo>
                  <a:pt x="1909320" y="2143679"/>
                </a:lnTo>
                <a:lnTo>
                  <a:pt x="1908632" y="2136003"/>
                </a:lnTo>
                <a:lnTo>
                  <a:pt x="1914390" y="2129264"/>
                </a:lnTo>
                <a:lnTo>
                  <a:pt x="1929729" y="2127992"/>
                </a:lnTo>
                <a:lnTo>
                  <a:pt x="1936471" y="2133646"/>
                </a:lnTo>
                <a:lnTo>
                  <a:pt x="1937748" y="2148990"/>
                </a:lnTo>
                <a:lnTo>
                  <a:pt x="1932040" y="2155783"/>
                </a:lnTo>
                <a:lnTo>
                  <a:pt x="1919920" y="2156787"/>
                </a:lnTo>
                <a:lnTo>
                  <a:pt x="1915825" y="2155042"/>
                </a:lnTo>
                <a:close/>
              </a:path>
              <a:path w="5142230" h="2300604">
                <a:moveTo>
                  <a:pt x="835296" y="1249082"/>
                </a:moveTo>
                <a:lnTo>
                  <a:pt x="830336" y="1243772"/>
                </a:lnTo>
                <a:lnTo>
                  <a:pt x="829221" y="1237691"/>
                </a:lnTo>
                <a:lnTo>
                  <a:pt x="831716" y="1232347"/>
                </a:lnTo>
                <a:lnTo>
                  <a:pt x="835069" y="1225379"/>
                </a:lnTo>
                <a:lnTo>
                  <a:pt x="843338" y="1222403"/>
                </a:lnTo>
                <a:lnTo>
                  <a:pt x="857275" y="1229015"/>
                </a:lnTo>
                <a:lnTo>
                  <a:pt x="860203" y="1237329"/>
                </a:lnTo>
                <a:lnTo>
                  <a:pt x="856944" y="1244300"/>
                </a:lnTo>
                <a:lnTo>
                  <a:pt x="853640" y="1251221"/>
                </a:lnTo>
                <a:lnTo>
                  <a:pt x="845322" y="1254243"/>
                </a:lnTo>
                <a:lnTo>
                  <a:pt x="838355" y="1250890"/>
                </a:lnTo>
                <a:lnTo>
                  <a:pt x="836729" y="1250127"/>
                </a:lnTo>
                <a:lnTo>
                  <a:pt x="835296" y="1249082"/>
                </a:lnTo>
                <a:close/>
              </a:path>
              <a:path w="5142230" h="2300604">
                <a:moveTo>
                  <a:pt x="193011" y="547358"/>
                </a:moveTo>
                <a:lnTo>
                  <a:pt x="188092" y="542092"/>
                </a:lnTo>
                <a:lnTo>
                  <a:pt x="186979" y="540119"/>
                </a:lnTo>
                <a:lnTo>
                  <a:pt x="186339" y="537968"/>
                </a:lnTo>
                <a:lnTo>
                  <a:pt x="184236" y="530536"/>
                </a:lnTo>
                <a:lnTo>
                  <a:pt x="188459" y="522838"/>
                </a:lnTo>
                <a:lnTo>
                  <a:pt x="195900" y="520736"/>
                </a:lnTo>
                <a:lnTo>
                  <a:pt x="203291" y="518580"/>
                </a:lnTo>
                <a:lnTo>
                  <a:pt x="211030" y="522856"/>
                </a:lnTo>
                <a:lnTo>
                  <a:pt x="213186" y="530247"/>
                </a:lnTo>
                <a:lnTo>
                  <a:pt x="215248" y="537635"/>
                </a:lnTo>
                <a:lnTo>
                  <a:pt x="210971" y="545373"/>
                </a:lnTo>
                <a:lnTo>
                  <a:pt x="203576" y="547524"/>
                </a:lnTo>
                <a:lnTo>
                  <a:pt x="198384" y="549005"/>
                </a:lnTo>
                <a:lnTo>
                  <a:pt x="193011" y="547358"/>
                </a:lnTo>
                <a:close/>
              </a:path>
              <a:path w="5142230" h="2300604">
                <a:moveTo>
                  <a:pt x="1760498" y="1769621"/>
                </a:moveTo>
                <a:lnTo>
                  <a:pt x="1754898" y="1763626"/>
                </a:lnTo>
                <a:lnTo>
                  <a:pt x="1749899" y="1757786"/>
                </a:lnTo>
                <a:lnTo>
                  <a:pt x="1750628" y="1748987"/>
                </a:lnTo>
                <a:lnTo>
                  <a:pt x="1755480" y="1744896"/>
                </a:lnTo>
                <a:lnTo>
                  <a:pt x="1761326" y="1739913"/>
                </a:lnTo>
                <a:lnTo>
                  <a:pt x="1762392" y="1739002"/>
                </a:lnTo>
                <a:lnTo>
                  <a:pt x="1771191" y="1739721"/>
                </a:lnTo>
                <a:lnTo>
                  <a:pt x="1781133" y="1751536"/>
                </a:lnTo>
                <a:lnTo>
                  <a:pt x="1780408" y="1760340"/>
                </a:lnTo>
                <a:lnTo>
                  <a:pt x="1775602" y="1764382"/>
                </a:lnTo>
                <a:lnTo>
                  <a:pt x="1769698" y="1769402"/>
                </a:lnTo>
                <a:lnTo>
                  <a:pt x="1768834" y="1770138"/>
                </a:lnTo>
                <a:lnTo>
                  <a:pt x="1760498" y="1769621"/>
                </a:lnTo>
                <a:close/>
              </a:path>
              <a:path w="5142230" h="2300604">
                <a:moveTo>
                  <a:pt x="238655" y="682137"/>
                </a:moveTo>
                <a:lnTo>
                  <a:pt x="233690" y="676823"/>
                </a:lnTo>
                <a:lnTo>
                  <a:pt x="232795" y="675376"/>
                </a:lnTo>
                <a:lnTo>
                  <a:pt x="229272" y="666522"/>
                </a:lnTo>
                <a:lnTo>
                  <a:pt x="232807" y="658381"/>
                </a:lnTo>
                <a:lnTo>
                  <a:pt x="239983" y="655604"/>
                </a:lnTo>
                <a:lnTo>
                  <a:pt x="247109" y="652773"/>
                </a:lnTo>
                <a:lnTo>
                  <a:pt x="255204" y="656259"/>
                </a:lnTo>
                <a:lnTo>
                  <a:pt x="260858" y="670619"/>
                </a:lnTo>
                <a:lnTo>
                  <a:pt x="257372" y="678714"/>
                </a:lnTo>
                <a:lnTo>
                  <a:pt x="250191" y="681487"/>
                </a:lnTo>
                <a:lnTo>
                  <a:pt x="244691" y="683712"/>
                </a:lnTo>
                <a:lnTo>
                  <a:pt x="238655" y="682137"/>
                </a:lnTo>
                <a:close/>
              </a:path>
              <a:path w="5142230" h="2300604">
                <a:moveTo>
                  <a:pt x="1707437" y="1712624"/>
                </a:moveTo>
                <a:lnTo>
                  <a:pt x="1701975" y="1706778"/>
                </a:lnTo>
                <a:lnTo>
                  <a:pt x="1701977" y="1698276"/>
                </a:lnTo>
                <a:lnTo>
                  <a:pt x="1707304" y="1692933"/>
                </a:lnTo>
                <a:lnTo>
                  <a:pt x="1712684" y="1687451"/>
                </a:lnTo>
                <a:lnTo>
                  <a:pt x="1721472" y="1687378"/>
                </a:lnTo>
                <a:lnTo>
                  <a:pt x="1732482" y="1698186"/>
                </a:lnTo>
                <a:lnTo>
                  <a:pt x="1732556" y="1706964"/>
                </a:lnTo>
                <a:lnTo>
                  <a:pt x="1721752" y="1717979"/>
                </a:lnTo>
                <a:lnTo>
                  <a:pt x="1712964" y="1718053"/>
                </a:lnTo>
                <a:lnTo>
                  <a:pt x="1707437" y="1712624"/>
                </a:lnTo>
                <a:close/>
              </a:path>
              <a:path w="5142230" h="2300604">
                <a:moveTo>
                  <a:pt x="771448" y="1217780"/>
                </a:moveTo>
                <a:lnTo>
                  <a:pt x="766488" y="1212470"/>
                </a:lnTo>
                <a:lnTo>
                  <a:pt x="765412" y="1206137"/>
                </a:lnTo>
                <a:lnTo>
                  <a:pt x="768112" y="1200817"/>
                </a:lnTo>
                <a:lnTo>
                  <a:pt x="771556" y="1193948"/>
                </a:lnTo>
                <a:lnTo>
                  <a:pt x="779954" y="1191207"/>
                </a:lnTo>
                <a:lnTo>
                  <a:pt x="793743" y="1198149"/>
                </a:lnTo>
                <a:lnTo>
                  <a:pt x="796479" y="1206551"/>
                </a:lnTo>
                <a:lnTo>
                  <a:pt x="793030" y="1213416"/>
                </a:lnTo>
                <a:lnTo>
                  <a:pt x="789545" y="1220242"/>
                </a:lnTo>
                <a:lnTo>
                  <a:pt x="781189" y="1223026"/>
                </a:lnTo>
                <a:lnTo>
                  <a:pt x="772782" y="1218817"/>
                </a:lnTo>
                <a:lnTo>
                  <a:pt x="771448" y="1217780"/>
                </a:lnTo>
                <a:close/>
              </a:path>
              <a:path w="5142230" h="2300604">
                <a:moveTo>
                  <a:pt x="1916157" y="2296347"/>
                </a:moveTo>
                <a:lnTo>
                  <a:pt x="1911283" y="2291130"/>
                </a:lnTo>
                <a:lnTo>
                  <a:pt x="1909850" y="2287446"/>
                </a:lnTo>
                <a:lnTo>
                  <a:pt x="1910083" y="2283394"/>
                </a:lnTo>
                <a:lnTo>
                  <a:pt x="1910580" y="2275716"/>
                </a:lnTo>
                <a:lnTo>
                  <a:pt x="1916495" y="2270514"/>
                </a:lnTo>
                <a:lnTo>
                  <a:pt x="1917247" y="2269853"/>
                </a:lnTo>
                <a:lnTo>
                  <a:pt x="1924927" y="2270449"/>
                </a:lnTo>
                <a:lnTo>
                  <a:pt x="1932605" y="2270947"/>
                </a:lnTo>
                <a:lnTo>
                  <a:pt x="1938418" y="2277560"/>
                </a:lnTo>
                <a:lnTo>
                  <a:pt x="1937423" y="2292917"/>
                </a:lnTo>
                <a:lnTo>
                  <a:pt x="1931507" y="2298117"/>
                </a:lnTo>
                <a:lnTo>
                  <a:pt x="1930805" y="2298734"/>
                </a:lnTo>
                <a:lnTo>
                  <a:pt x="1923127" y="2298237"/>
                </a:lnTo>
                <a:lnTo>
                  <a:pt x="1919406" y="2297969"/>
                </a:lnTo>
                <a:lnTo>
                  <a:pt x="1916157" y="2296347"/>
                </a:lnTo>
                <a:close/>
              </a:path>
              <a:path w="5142230" h="2300604">
                <a:moveTo>
                  <a:pt x="158336" y="409364"/>
                </a:moveTo>
                <a:lnTo>
                  <a:pt x="153457" y="404142"/>
                </a:lnTo>
                <a:lnTo>
                  <a:pt x="152264" y="401887"/>
                </a:lnTo>
                <a:lnTo>
                  <a:pt x="151686" y="399314"/>
                </a:lnTo>
                <a:lnTo>
                  <a:pt x="150058" y="391804"/>
                </a:lnTo>
                <a:lnTo>
                  <a:pt x="154842" y="384413"/>
                </a:lnTo>
                <a:lnTo>
                  <a:pt x="162356" y="382781"/>
                </a:lnTo>
                <a:lnTo>
                  <a:pt x="169825" y="381099"/>
                </a:lnTo>
                <a:lnTo>
                  <a:pt x="177310" y="385886"/>
                </a:lnTo>
                <a:lnTo>
                  <a:pt x="180576" y="400916"/>
                </a:lnTo>
                <a:lnTo>
                  <a:pt x="175784" y="408396"/>
                </a:lnTo>
                <a:lnTo>
                  <a:pt x="168274" y="410033"/>
                </a:lnTo>
                <a:lnTo>
                  <a:pt x="163324" y="411087"/>
                </a:lnTo>
                <a:lnTo>
                  <a:pt x="158336" y="409364"/>
                </a:lnTo>
                <a:close/>
              </a:path>
              <a:path w="5142230" h="2300604">
                <a:moveTo>
                  <a:pt x="214258" y="615261"/>
                </a:moveTo>
                <a:lnTo>
                  <a:pt x="209288" y="609941"/>
                </a:lnTo>
                <a:lnTo>
                  <a:pt x="208264" y="608259"/>
                </a:lnTo>
                <a:lnTo>
                  <a:pt x="207574" y="606347"/>
                </a:lnTo>
                <a:lnTo>
                  <a:pt x="205132" y="599040"/>
                </a:lnTo>
                <a:lnTo>
                  <a:pt x="209037" y="591101"/>
                </a:lnTo>
                <a:lnTo>
                  <a:pt x="223650" y="586216"/>
                </a:lnTo>
                <a:lnTo>
                  <a:pt x="231590" y="590121"/>
                </a:lnTo>
                <a:lnTo>
                  <a:pt x="236474" y="604734"/>
                </a:lnTo>
                <a:lnTo>
                  <a:pt x="232523" y="612625"/>
                </a:lnTo>
                <a:lnTo>
                  <a:pt x="225262" y="615116"/>
                </a:lnTo>
                <a:lnTo>
                  <a:pt x="219868" y="616868"/>
                </a:lnTo>
                <a:lnTo>
                  <a:pt x="214258" y="615261"/>
                </a:lnTo>
                <a:close/>
              </a:path>
              <a:path w="5142230" h="2300604">
                <a:moveTo>
                  <a:pt x="378265" y="929920"/>
                </a:moveTo>
                <a:lnTo>
                  <a:pt x="372572" y="923825"/>
                </a:lnTo>
                <a:lnTo>
                  <a:pt x="367825" y="917767"/>
                </a:lnTo>
                <a:lnTo>
                  <a:pt x="368833" y="908973"/>
                </a:lnTo>
                <a:lnTo>
                  <a:pt x="374896" y="904222"/>
                </a:lnTo>
                <a:lnTo>
                  <a:pt x="380913" y="899423"/>
                </a:lnTo>
                <a:lnTo>
                  <a:pt x="389654" y="900471"/>
                </a:lnTo>
                <a:lnTo>
                  <a:pt x="399257" y="912511"/>
                </a:lnTo>
                <a:lnTo>
                  <a:pt x="398250" y="921305"/>
                </a:lnTo>
                <a:lnTo>
                  <a:pt x="392232" y="926104"/>
                </a:lnTo>
                <a:lnTo>
                  <a:pt x="386413" y="930627"/>
                </a:lnTo>
                <a:lnTo>
                  <a:pt x="378265" y="929920"/>
                </a:lnTo>
                <a:close/>
              </a:path>
              <a:path w="5142230" h="2300604">
                <a:moveTo>
                  <a:pt x="899811" y="1278947"/>
                </a:moveTo>
                <a:lnTo>
                  <a:pt x="894846" y="1273632"/>
                </a:lnTo>
                <a:lnTo>
                  <a:pt x="893679" y="1267691"/>
                </a:lnTo>
                <a:lnTo>
                  <a:pt x="896032" y="1262390"/>
                </a:lnTo>
                <a:lnTo>
                  <a:pt x="899240" y="1255365"/>
                </a:lnTo>
                <a:lnTo>
                  <a:pt x="907466" y="1252246"/>
                </a:lnTo>
                <a:lnTo>
                  <a:pt x="921513" y="1258583"/>
                </a:lnTo>
                <a:lnTo>
                  <a:pt x="924677" y="1266858"/>
                </a:lnTo>
                <a:lnTo>
                  <a:pt x="921464" y="1273877"/>
                </a:lnTo>
                <a:lnTo>
                  <a:pt x="918341" y="1280895"/>
                </a:lnTo>
                <a:lnTo>
                  <a:pt x="910025" y="1284016"/>
                </a:lnTo>
                <a:lnTo>
                  <a:pt x="901285" y="1280036"/>
                </a:lnTo>
                <a:lnTo>
                  <a:pt x="899811" y="1278947"/>
                </a:lnTo>
                <a:close/>
              </a:path>
              <a:path w="5142230" h="2300604">
                <a:moveTo>
                  <a:pt x="1029914" y="1336014"/>
                </a:moveTo>
                <a:lnTo>
                  <a:pt x="1024949" y="1330700"/>
                </a:lnTo>
                <a:lnTo>
                  <a:pt x="1023779" y="1324853"/>
                </a:lnTo>
                <a:lnTo>
                  <a:pt x="1025984" y="1319589"/>
                </a:lnTo>
                <a:lnTo>
                  <a:pt x="1029057" y="1312517"/>
                </a:lnTo>
                <a:lnTo>
                  <a:pt x="1037241" y="1309255"/>
                </a:lnTo>
                <a:lnTo>
                  <a:pt x="1044320" y="1312239"/>
                </a:lnTo>
                <a:lnTo>
                  <a:pt x="1051391" y="1315312"/>
                </a:lnTo>
                <a:lnTo>
                  <a:pt x="1054653" y="1323496"/>
                </a:lnTo>
                <a:lnTo>
                  <a:pt x="1051674" y="1330571"/>
                </a:lnTo>
                <a:lnTo>
                  <a:pt x="1048596" y="1337637"/>
                </a:lnTo>
                <a:lnTo>
                  <a:pt x="1040413" y="1340899"/>
                </a:lnTo>
                <a:lnTo>
                  <a:pt x="1033343" y="1337925"/>
                </a:lnTo>
                <a:lnTo>
                  <a:pt x="1031478" y="1337102"/>
                </a:lnTo>
                <a:lnTo>
                  <a:pt x="1029914" y="1336014"/>
                </a:lnTo>
                <a:close/>
              </a:path>
              <a:path w="5142230" h="2300604">
                <a:moveTo>
                  <a:pt x="1907016" y="2085009"/>
                </a:moveTo>
                <a:lnTo>
                  <a:pt x="1902146" y="2079797"/>
                </a:lnTo>
                <a:lnTo>
                  <a:pt x="1900861" y="2077345"/>
                </a:lnTo>
                <a:lnTo>
                  <a:pt x="1899037" y="2066987"/>
                </a:lnTo>
                <a:lnTo>
                  <a:pt x="1904151" y="2059754"/>
                </a:lnTo>
                <a:lnTo>
                  <a:pt x="1911701" y="2058453"/>
                </a:lnTo>
                <a:lnTo>
                  <a:pt x="1919301" y="2057106"/>
                </a:lnTo>
                <a:lnTo>
                  <a:pt x="1926542" y="2062121"/>
                </a:lnTo>
                <a:lnTo>
                  <a:pt x="1929164" y="2077146"/>
                </a:lnTo>
                <a:lnTo>
                  <a:pt x="1925488" y="2082594"/>
                </a:lnTo>
                <a:lnTo>
                  <a:pt x="1924126" y="2084558"/>
                </a:lnTo>
                <a:lnTo>
                  <a:pt x="1916683" y="2085876"/>
                </a:lnTo>
                <a:lnTo>
                  <a:pt x="1911725" y="2086727"/>
                </a:lnTo>
                <a:lnTo>
                  <a:pt x="1907016" y="2085009"/>
                </a:lnTo>
                <a:close/>
              </a:path>
              <a:path w="5142230" h="2300604">
                <a:moveTo>
                  <a:pt x="299320" y="811102"/>
                </a:moveTo>
                <a:lnTo>
                  <a:pt x="294264" y="805689"/>
                </a:lnTo>
                <a:lnTo>
                  <a:pt x="293587" y="804769"/>
                </a:lnTo>
                <a:lnTo>
                  <a:pt x="293003" y="803753"/>
                </a:lnTo>
                <a:lnTo>
                  <a:pt x="289271" y="797022"/>
                </a:lnTo>
                <a:lnTo>
                  <a:pt x="291733" y="788513"/>
                </a:lnTo>
                <a:lnTo>
                  <a:pt x="305206" y="781041"/>
                </a:lnTo>
                <a:lnTo>
                  <a:pt x="313714" y="783502"/>
                </a:lnTo>
                <a:lnTo>
                  <a:pt x="321138" y="797021"/>
                </a:lnTo>
                <a:lnTo>
                  <a:pt x="318725" y="805483"/>
                </a:lnTo>
                <a:lnTo>
                  <a:pt x="306263" y="812377"/>
                </a:lnTo>
                <a:lnTo>
                  <a:pt x="299320" y="811102"/>
                </a:lnTo>
                <a:close/>
              </a:path>
              <a:path w="5142230" h="2300604">
                <a:moveTo>
                  <a:pt x="472222" y="1028250"/>
                </a:moveTo>
                <a:lnTo>
                  <a:pt x="466385" y="1022002"/>
                </a:lnTo>
                <a:lnTo>
                  <a:pt x="466094" y="1013968"/>
                </a:lnTo>
                <a:lnTo>
                  <a:pt x="475871" y="1002735"/>
                </a:lnTo>
                <a:lnTo>
                  <a:pt x="484724" y="1002144"/>
                </a:lnTo>
                <a:lnTo>
                  <a:pt x="496325" y="1012217"/>
                </a:lnTo>
                <a:lnTo>
                  <a:pt x="496921" y="1021065"/>
                </a:lnTo>
                <a:lnTo>
                  <a:pt x="486848" y="1032666"/>
                </a:lnTo>
                <a:lnTo>
                  <a:pt x="478045" y="1033311"/>
                </a:lnTo>
                <a:lnTo>
                  <a:pt x="472222" y="1028250"/>
                </a:lnTo>
                <a:close/>
              </a:path>
              <a:path w="5142230" h="2300604">
                <a:moveTo>
                  <a:pt x="1630612" y="1403907"/>
                </a:moveTo>
                <a:lnTo>
                  <a:pt x="1625783" y="1398738"/>
                </a:lnTo>
                <a:lnTo>
                  <a:pt x="1624658" y="1392841"/>
                </a:lnTo>
                <a:lnTo>
                  <a:pt x="1627008" y="1387733"/>
                </a:lnTo>
                <a:lnTo>
                  <a:pt x="1630166" y="1380948"/>
                </a:lnTo>
                <a:lnTo>
                  <a:pt x="1638197" y="1378011"/>
                </a:lnTo>
                <a:lnTo>
                  <a:pt x="1651816" y="1384281"/>
                </a:lnTo>
                <a:lnTo>
                  <a:pt x="1654748" y="1392308"/>
                </a:lnTo>
                <a:lnTo>
                  <a:pt x="1648437" y="1405883"/>
                </a:lnTo>
                <a:lnTo>
                  <a:pt x="1640406" y="1408820"/>
                </a:lnTo>
                <a:lnTo>
                  <a:pt x="1631994" y="1404898"/>
                </a:lnTo>
                <a:lnTo>
                  <a:pt x="1630612" y="1403907"/>
                </a:lnTo>
                <a:close/>
              </a:path>
              <a:path w="5142230" h="2300604">
                <a:moveTo>
                  <a:pt x="1757282" y="1467367"/>
                </a:moveTo>
                <a:lnTo>
                  <a:pt x="1752413" y="1462155"/>
                </a:lnTo>
                <a:lnTo>
                  <a:pt x="1751447" y="1455843"/>
                </a:lnTo>
                <a:lnTo>
                  <a:pt x="1757891" y="1444071"/>
                </a:lnTo>
                <a:lnTo>
                  <a:pt x="1766140" y="1441661"/>
                </a:lnTo>
                <a:lnTo>
                  <a:pt x="1779210" y="1448810"/>
                </a:lnTo>
                <a:lnTo>
                  <a:pt x="1781620" y="1457059"/>
                </a:lnTo>
                <a:lnTo>
                  <a:pt x="1774467" y="1470124"/>
                </a:lnTo>
                <a:lnTo>
                  <a:pt x="1766218" y="1472534"/>
                </a:lnTo>
                <a:lnTo>
                  <a:pt x="1758389" y="1468260"/>
                </a:lnTo>
                <a:lnTo>
                  <a:pt x="1757282" y="1467367"/>
                </a:lnTo>
                <a:close/>
              </a:path>
              <a:path w="5142230" h="2300604">
                <a:moveTo>
                  <a:pt x="1936726" y="1582629"/>
                </a:moveTo>
                <a:lnTo>
                  <a:pt x="1930785" y="1576270"/>
                </a:lnTo>
                <a:lnTo>
                  <a:pt x="1930341" y="1568952"/>
                </a:lnTo>
                <a:lnTo>
                  <a:pt x="1939271" y="1557789"/>
                </a:lnTo>
                <a:lnTo>
                  <a:pt x="1947755" y="1556803"/>
                </a:lnTo>
                <a:lnTo>
                  <a:pt x="1959423" y="1566165"/>
                </a:lnTo>
                <a:lnTo>
                  <a:pt x="1960413" y="1574654"/>
                </a:lnTo>
                <a:lnTo>
                  <a:pt x="1951046" y="1586327"/>
                </a:lnTo>
                <a:lnTo>
                  <a:pt x="1942557" y="1587308"/>
                </a:lnTo>
                <a:lnTo>
                  <a:pt x="1936726" y="1582629"/>
                </a:lnTo>
                <a:close/>
              </a:path>
              <a:path w="5142230" h="2300604">
                <a:moveTo>
                  <a:pt x="1818691" y="1502509"/>
                </a:moveTo>
                <a:lnTo>
                  <a:pt x="1813862" y="1497341"/>
                </a:lnTo>
                <a:lnTo>
                  <a:pt x="1813001" y="1490749"/>
                </a:lnTo>
                <a:lnTo>
                  <a:pt x="1816152" y="1485423"/>
                </a:lnTo>
                <a:lnTo>
                  <a:pt x="1820056" y="1479045"/>
                </a:lnTo>
                <a:lnTo>
                  <a:pt x="1828193" y="1477004"/>
                </a:lnTo>
                <a:lnTo>
                  <a:pt x="1828341" y="1476967"/>
                </a:lnTo>
                <a:lnTo>
                  <a:pt x="1841109" y="1484672"/>
                </a:lnTo>
                <a:lnTo>
                  <a:pt x="1843134" y="1492998"/>
                </a:lnTo>
                <a:lnTo>
                  <a:pt x="1839333" y="1499388"/>
                </a:lnTo>
                <a:lnTo>
                  <a:pt x="1835474" y="1505814"/>
                </a:lnTo>
                <a:lnTo>
                  <a:pt x="1827144" y="1507844"/>
                </a:lnTo>
                <a:lnTo>
                  <a:pt x="1820812" y="1503998"/>
                </a:lnTo>
                <a:lnTo>
                  <a:pt x="1819654" y="1503345"/>
                </a:lnTo>
                <a:lnTo>
                  <a:pt x="1818691" y="1502509"/>
                </a:lnTo>
                <a:close/>
              </a:path>
              <a:path w="5142230" h="2300604">
                <a:moveTo>
                  <a:pt x="1878538" y="1540378"/>
                </a:moveTo>
                <a:lnTo>
                  <a:pt x="1873619" y="1535112"/>
                </a:lnTo>
                <a:lnTo>
                  <a:pt x="1872910" y="1528196"/>
                </a:lnTo>
                <a:lnTo>
                  <a:pt x="1880568" y="1516649"/>
                </a:lnTo>
                <a:lnTo>
                  <a:pt x="1888985" y="1515005"/>
                </a:lnTo>
                <a:lnTo>
                  <a:pt x="1901402" y="1523311"/>
                </a:lnTo>
                <a:lnTo>
                  <a:pt x="1903095" y="1531673"/>
                </a:lnTo>
                <a:lnTo>
                  <a:pt x="1898965" y="1537906"/>
                </a:lnTo>
                <a:lnTo>
                  <a:pt x="1894789" y="1544090"/>
                </a:lnTo>
                <a:lnTo>
                  <a:pt x="1886422" y="1545788"/>
                </a:lnTo>
                <a:lnTo>
                  <a:pt x="1880189" y="1541657"/>
                </a:lnTo>
                <a:lnTo>
                  <a:pt x="1879314" y="1541014"/>
                </a:lnTo>
                <a:lnTo>
                  <a:pt x="1878538" y="1540378"/>
                </a:lnTo>
                <a:close/>
              </a:path>
              <a:path w="5142230" h="2300604">
                <a:moveTo>
                  <a:pt x="1036159" y="1170568"/>
                </a:moveTo>
                <a:lnTo>
                  <a:pt x="1031377" y="1165449"/>
                </a:lnTo>
                <a:lnTo>
                  <a:pt x="1030197" y="1159885"/>
                </a:lnTo>
                <a:lnTo>
                  <a:pt x="1032162" y="1154853"/>
                </a:lnTo>
                <a:lnTo>
                  <a:pt x="1034995" y="1147915"/>
                </a:lnTo>
                <a:lnTo>
                  <a:pt x="1042846" y="1144590"/>
                </a:lnTo>
                <a:lnTo>
                  <a:pt x="1056684" y="1150117"/>
                </a:lnTo>
                <a:lnTo>
                  <a:pt x="1060045" y="1158016"/>
                </a:lnTo>
                <a:lnTo>
                  <a:pt x="1057266" y="1164914"/>
                </a:lnTo>
                <a:lnTo>
                  <a:pt x="1054527" y="1171855"/>
                </a:lnTo>
                <a:lnTo>
                  <a:pt x="1046623" y="1175221"/>
                </a:lnTo>
                <a:lnTo>
                  <a:pt x="1037822" y="1171664"/>
                </a:lnTo>
                <a:lnTo>
                  <a:pt x="1036159" y="1170568"/>
                </a:lnTo>
                <a:close/>
              </a:path>
              <a:path w="5142230" h="2300604">
                <a:moveTo>
                  <a:pt x="1694477" y="1434543"/>
                </a:moveTo>
                <a:lnTo>
                  <a:pt x="1689654" y="1429380"/>
                </a:lnTo>
                <a:lnTo>
                  <a:pt x="1688616" y="1423284"/>
                </a:lnTo>
                <a:lnTo>
                  <a:pt x="1691216" y="1418150"/>
                </a:lnTo>
                <a:lnTo>
                  <a:pt x="1694560" y="1411465"/>
                </a:lnTo>
                <a:lnTo>
                  <a:pt x="1702679" y="1408720"/>
                </a:lnTo>
                <a:lnTo>
                  <a:pt x="1715999" y="1415453"/>
                </a:lnTo>
                <a:lnTo>
                  <a:pt x="1718744" y="1423572"/>
                </a:lnTo>
                <a:lnTo>
                  <a:pt x="1712052" y="1436936"/>
                </a:lnTo>
                <a:lnTo>
                  <a:pt x="1703888" y="1439632"/>
                </a:lnTo>
                <a:lnTo>
                  <a:pt x="1697208" y="1436293"/>
                </a:lnTo>
                <a:lnTo>
                  <a:pt x="1695770" y="1435536"/>
                </a:lnTo>
                <a:lnTo>
                  <a:pt x="1694477" y="1434543"/>
                </a:lnTo>
                <a:close/>
              </a:path>
              <a:path w="5142230" h="2300604">
                <a:moveTo>
                  <a:pt x="1168679" y="1221817"/>
                </a:moveTo>
                <a:lnTo>
                  <a:pt x="1163896" y="1216697"/>
                </a:lnTo>
                <a:lnTo>
                  <a:pt x="1162665" y="1211273"/>
                </a:lnTo>
                <a:lnTo>
                  <a:pt x="1164528" y="1206328"/>
                </a:lnTo>
                <a:lnTo>
                  <a:pt x="1167126" y="1199335"/>
                </a:lnTo>
                <a:lnTo>
                  <a:pt x="1174947" y="1195782"/>
                </a:lnTo>
                <a:lnTo>
                  <a:pt x="1188930" y="1201073"/>
                </a:lnTo>
                <a:lnTo>
                  <a:pt x="1192442" y="1208840"/>
                </a:lnTo>
                <a:lnTo>
                  <a:pt x="1187245" y="1222826"/>
                </a:lnTo>
                <a:lnTo>
                  <a:pt x="1179429" y="1226384"/>
                </a:lnTo>
                <a:lnTo>
                  <a:pt x="1172436" y="1223786"/>
                </a:lnTo>
                <a:lnTo>
                  <a:pt x="1170387" y="1222961"/>
                </a:lnTo>
                <a:lnTo>
                  <a:pt x="1168679" y="1221817"/>
                </a:lnTo>
                <a:close/>
              </a:path>
              <a:path w="5142230" h="2300604">
                <a:moveTo>
                  <a:pt x="1368256" y="1296073"/>
                </a:moveTo>
                <a:lnTo>
                  <a:pt x="1363473" y="1290953"/>
                </a:lnTo>
                <a:lnTo>
                  <a:pt x="1362287" y="1285578"/>
                </a:lnTo>
                <a:lnTo>
                  <a:pt x="1364109" y="1280588"/>
                </a:lnTo>
                <a:lnTo>
                  <a:pt x="1366802" y="1273599"/>
                </a:lnTo>
                <a:lnTo>
                  <a:pt x="1374570" y="1270086"/>
                </a:lnTo>
                <a:lnTo>
                  <a:pt x="1381563" y="1272685"/>
                </a:lnTo>
                <a:lnTo>
                  <a:pt x="1388548" y="1275373"/>
                </a:lnTo>
                <a:lnTo>
                  <a:pt x="1392065" y="1283145"/>
                </a:lnTo>
                <a:lnTo>
                  <a:pt x="1389466" y="1290138"/>
                </a:lnTo>
                <a:lnTo>
                  <a:pt x="1386773" y="1297128"/>
                </a:lnTo>
                <a:lnTo>
                  <a:pt x="1379001" y="1300635"/>
                </a:lnTo>
                <a:lnTo>
                  <a:pt x="1372008" y="1298037"/>
                </a:lnTo>
                <a:lnTo>
                  <a:pt x="1370005" y="1297260"/>
                </a:lnTo>
                <a:lnTo>
                  <a:pt x="1368256" y="1296073"/>
                </a:lnTo>
                <a:close/>
              </a:path>
              <a:path w="5142230" h="2300604">
                <a:moveTo>
                  <a:pt x="1102265" y="1196565"/>
                </a:moveTo>
                <a:lnTo>
                  <a:pt x="1097482" y="1191445"/>
                </a:lnTo>
                <a:lnTo>
                  <a:pt x="1096246" y="1186017"/>
                </a:lnTo>
                <a:lnTo>
                  <a:pt x="1098216" y="1180990"/>
                </a:lnTo>
                <a:lnTo>
                  <a:pt x="1100860" y="1174045"/>
                </a:lnTo>
                <a:lnTo>
                  <a:pt x="1108722" y="1170536"/>
                </a:lnTo>
                <a:lnTo>
                  <a:pt x="1122652" y="1175967"/>
                </a:lnTo>
                <a:lnTo>
                  <a:pt x="1126116" y="1183780"/>
                </a:lnTo>
                <a:lnTo>
                  <a:pt x="1123423" y="1190770"/>
                </a:lnTo>
                <a:lnTo>
                  <a:pt x="1120734" y="1197666"/>
                </a:lnTo>
                <a:lnTo>
                  <a:pt x="1112921" y="1201129"/>
                </a:lnTo>
                <a:lnTo>
                  <a:pt x="1103973" y="1197709"/>
                </a:lnTo>
                <a:lnTo>
                  <a:pt x="1102265" y="1196565"/>
                </a:lnTo>
                <a:close/>
              </a:path>
              <a:path w="5142230" h="2300604">
                <a:moveTo>
                  <a:pt x="1565832" y="1375028"/>
                </a:moveTo>
                <a:lnTo>
                  <a:pt x="1561044" y="1369904"/>
                </a:lnTo>
                <a:lnTo>
                  <a:pt x="1559921" y="1364205"/>
                </a:lnTo>
                <a:lnTo>
                  <a:pt x="1562078" y="1359085"/>
                </a:lnTo>
                <a:lnTo>
                  <a:pt x="1565092" y="1352244"/>
                </a:lnTo>
                <a:lnTo>
                  <a:pt x="1572994" y="1349071"/>
                </a:lnTo>
                <a:lnTo>
                  <a:pt x="1586720" y="1354967"/>
                </a:lnTo>
                <a:lnTo>
                  <a:pt x="1589895" y="1362959"/>
                </a:lnTo>
                <a:lnTo>
                  <a:pt x="1586922" y="1369845"/>
                </a:lnTo>
                <a:lnTo>
                  <a:pt x="1583998" y="1376685"/>
                </a:lnTo>
                <a:lnTo>
                  <a:pt x="1576006" y="1379860"/>
                </a:lnTo>
                <a:lnTo>
                  <a:pt x="1569120" y="1376887"/>
                </a:lnTo>
                <a:lnTo>
                  <a:pt x="1567400" y="1376120"/>
                </a:lnTo>
                <a:lnTo>
                  <a:pt x="1565832" y="1375028"/>
                </a:lnTo>
                <a:close/>
              </a:path>
              <a:path w="5142230" h="2300604">
                <a:moveTo>
                  <a:pt x="1235252" y="1246555"/>
                </a:moveTo>
                <a:lnTo>
                  <a:pt x="1230470" y="1241435"/>
                </a:lnTo>
                <a:lnTo>
                  <a:pt x="1229186" y="1236151"/>
                </a:lnTo>
                <a:lnTo>
                  <a:pt x="1231004" y="1231157"/>
                </a:lnTo>
                <a:lnTo>
                  <a:pt x="1233602" y="1224164"/>
                </a:lnTo>
                <a:lnTo>
                  <a:pt x="1241377" y="1220562"/>
                </a:lnTo>
                <a:lnTo>
                  <a:pt x="1248416" y="1223209"/>
                </a:lnTo>
                <a:lnTo>
                  <a:pt x="1255458" y="1225762"/>
                </a:lnTo>
                <a:lnTo>
                  <a:pt x="1258970" y="1233529"/>
                </a:lnTo>
                <a:lnTo>
                  <a:pt x="1256417" y="1240571"/>
                </a:lnTo>
                <a:lnTo>
                  <a:pt x="1253819" y="1247564"/>
                </a:lnTo>
                <a:lnTo>
                  <a:pt x="1246002" y="1251122"/>
                </a:lnTo>
                <a:lnTo>
                  <a:pt x="1239009" y="1248524"/>
                </a:lnTo>
                <a:lnTo>
                  <a:pt x="1236957" y="1247793"/>
                </a:lnTo>
                <a:lnTo>
                  <a:pt x="1235252" y="1246555"/>
                </a:lnTo>
                <a:close/>
              </a:path>
              <a:path w="5142230" h="2300604">
                <a:moveTo>
                  <a:pt x="1301780" y="1271244"/>
                </a:moveTo>
                <a:lnTo>
                  <a:pt x="1296997" y="1266124"/>
                </a:lnTo>
                <a:lnTo>
                  <a:pt x="1295763" y="1260794"/>
                </a:lnTo>
                <a:lnTo>
                  <a:pt x="1297585" y="1255805"/>
                </a:lnTo>
                <a:lnTo>
                  <a:pt x="1300232" y="1248766"/>
                </a:lnTo>
                <a:lnTo>
                  <a:pt x="1308000" y="1245254"/>
                </a:lnTo>
                <a:lnTo>
                  <a:pt x="1322034" y="1250405"/>
                </a:lnTo>
                <a:lnTo>
                  <a:pt x="1325592" y="1258222"/>
                </a:lnTo>
                <a:lnTo>
                  <a:pt x="1320395" y="1272208"/>
                </a:lnTo>
                <a:lnTo>
                  <a:pt x="1312574" y="1275761"/>
                </a:lnTo>
                <a:lnTo>
                  <a:pt x="1305581" y="1273162"/>
                </a:lnTo>
                <a:lnTo>
                  <a:pt x="1303529" y="1272431"/>
                </a:lnTo>
                <a:lnTo>
                  <a:pt x="1301780" y="1271244"/>
                </a:lnTo>
                <a:close/>
              </a:path>
              <a:path w="5142230" h="2300604">
                <a:moveTo>
                  <a:pt x="1434568" y="1321411"/>
                </a:moveTo>
                <a:lnTo>
                  <a:pt x="1429790" y="1316296"/>
                </a:lnTo>
                <a:lnTo>
                  <a:pt x="1428554" y="1310867"/>
                </a:lnTo>
                <a:lnTo>
                  <a:pt x="1430524" y="1305840"/>
                </a:lnTo>
                <a:lnTo>
                  <a:pt x="1433216" y="1298850"/>
                </a:lnTo>
                <a:lnTo>
                  <a:pt x="1441075" y="1295435"/>
                </a:lnTo>
                <a:lnTo>
                  <a:pt x="1455006" y="1300867"/>
                </a:lnTo>
                <a:lnTo>
                  <a:pt x="1458421" y="1308725"/>
                </a:lnTo>
                <a:lnTo>
                  <a:pt x="1455682" y="1315666"/>
                </a:lnTo>
                <a:lnTo>
                  <a:pt x="1452985" y="1322651"/>
                </a:lnTo>
                <a:lnTo>
                  <a:pt x="1445131" y="1326071"/>
                </a:lnTo>
                <a:lnTo>
                  <a:pt x="1438190" y="1323332"/>
                </a:lnTo>
                <a:lnTo>
                  <a:pt x="1436232" y="1322605"/>
                </a:lnTo>
                <a:lnTo>
                  <a:pt x="1434568" y="1321411"/>
                </a:lnTo>
                <a:close/>
              </a:path>
              <a:path w="5142230" h="2300604">
                <a:moveTo>
                  <a:pt x="1500434" y="1347640"/>
                </a:moveTo>
                <a:lnTo>
                  <a:pt x="1495647" y="1342515"/>
                </a:lnTo>
                <a:lnTo>
                  <a:pt x="1494472" y="1336956"/>
                </a:lnTo>
                <a:lnTo>
                  <a:pt x="1499360" y="1324985"/>
                </a:lnTo>
                <a:lnTo>
                  <a:pt x="1507220" y="1321669"/>
                </a:lnTo>
                <a:lnTo>
                  <a:pt x="1521091" y="1327330"/>
                </a:lnTo>
                <a:lnTo>
                  <a:pt x="1524367" y="1335236"/>
                </a:lnTo>
                <a:lnTo>
                  <a:pt x="1521583" y="1342128"/>
                </a:lnTo>
                <a:lnTo>
                  <a:pt x="1518750" y="1349066"/>
                </a:lnTo>
                <a:lnTo>
                  <a:pt x="1510850" y="1352338"/>
                </a:lnTo>
                <a:lnTo>
                  <a:pt x="1502048" y="1348780"/>
                </a:lnTo>
                <a:lnTo>
                  <a:pt x="1500434" y="1347640"/>
                </a:lnTo>
                <a:close/>
              </a:path>
              <a:path w="5142230" h="2300604">
                <a:moveTo>
                  <a:pt x="2167440" y="2080518"/>
                </a:moveTo>
                <a:lnTo>
                  <a:pt x="2162703" y="2075447"/>
                </a:lnTo>
                <a:lnTo>
                  <a:pt x="2161344" y="2072233"/>
                </a:lnTo>
                <a:lnTo>
                  <a:pt x="2161298" y="2061236"/>
                </a:lnTo>
                <a:lnTo>
                  <a:pt x="2167312" y="2055162"/>
                </a:lnTo>
                <a:lnTo>
                  <a:pt x="2182227" y="2055098"/>
                </a:lnTo>
                <a:lnTo>
                  <a:pt x="2188306" y="2061117"/>
                </a:lnTo>
                <a:lnTo>
                  <a:pt x="2188360" y="2076032"/>
                </a:lnTo>
                <a:lnTo>
                  <a:pt x="2182351" y="2082111"/>
                </a:lnTo>
                <a:lnTo>
                  <a:pt x="2170972" y="2082149"/>
                </a:lnTo>
                <a:lnTo>
                  <a:pt x="2167440" y="2080518"/>
                </a:lnTo>
                <a:close/>
              </a:path>
              <a:path w="5142230" h="2300604">
                <a:moveTo>
                  <a:pt x="2147217" y="2291702"/>
                </a:moveTo>
                <a:lnTo>
                  <a:pt x="2142530" y="2286684"/>
                </a:lnTo>
                <a:lnTo>
                  <a:pt x="2141117" y="2282435"/>
                </a:lnTo>
                <a:lnTo>
                  <a:pt x="2141826" y="2278111"/>
                </a:lnTo>
                <a:lnTo>
                  <a:pt x="2143162" y="2270744"/>
                </a:lnTo>
                <a:lnTo>
                  <a:pt x="2150129" y="2265788"/>
                </a:lnTo>
                <a:lnTo>
                  <a:pt x="2157500" y="2267130"/>
                </a:lnTo>
                <a:lnTo>
                  <a:pt x="2164865" y="2268367"/>
                </a:lnTo>
                <a:lnTo>
                  <a:pt x="2169777" y="2275384"/>
                </a:lnTo>
                <a:lnTo>
                  <a:pt x="2168535" y="2282754"/>
                </a:lnTo>
                <a:lnTo>
                  <a:pt x="2167242" y="2290070"/>
                </a:lnTo>
                <a:lnTo>
                  <a:pt x="2160231" y="2295076"/>
                </a:lnTo>
                <a:lnTo>
                  <a:pt x="2152860" y="2293735"/>
                </a:lnTo>
                <a:lnTo>
                  <a:pt x="2149860" y="2293260"/>
                </a:lnTo>
                <a:lnTo>
                  <a:pt x="2147217" y="2291702"/>
                </a:lnTo>
                <a:close/>
              </a:path>
              <a:path w="5142230" h="2300604">
                <a:moveTo>
                  <a:pt x="841046" y="1084473"/>
                </a:moveTo>
                <a:lnTo>
                  <a:pt x="836263" y="1079353"/>
                </a:lnTo>
                <a:lnTo>
                  <a:pt x="835193" y="1073321"/>
                </a:lnTo>
                <a:lnTo>
                  <a:pt x="841029" y="1061387"/>
                </a:lnTo>
                <a:lnTo>
                  <a:pt x="849102" y="1058593"/>
                </a:lnTo>
                <a:lnTo>
                  <a:pt x="862520" y="1065235"/>
                </a:lnTo>
                <a:lnTo>
                  <a:pt x="865314" y="1073308"/>
                </a:lnTo>
                <a:lnTo>
                  <a:pt x="862016" y="1080041"/>
                </a:lnTo>
                <a:lnTo>
                  <a:pt x="858721" y="1086680"/>
                </a:lnTo>
                <a:lnTo>
                  <a:pt x="850648" y="1089474"/>
                </a:lnTo>
                <a:lnTo>
                  <a:pt x="843910" y="1086171"/>
                </a:lnTo>
                <a:lnTo>
                  <a:pt x="842428" y="1085465"/>
                </a:lnTo>
                <a:lnTo>
                  <a:pt x="841046" y="1084473"/>
                </a:lnTo>
                <a:close/>
              </a:path>
              <a:path w="5142230" h="2300604">
                <a:moveTo>
                  <a:pt x="2113868" y="1805587"/>
                </a:moveTo>
                <a:lnTo>
                  <a:pt x="2109035" y="1800413"/>
                </a:lnTo>
                <a:lnTo>
                  <a:pt x="2108232" y="1799163"/>
                </a:lnTo>
                <a:lnTo>
                  <a:pt x="2104494" y="1790958"/>
                </a:lnTo>
                <a:lnTo>
                  <a:pt x="2107555" y="1782994"/>
                </a:lnTo>
                <a:lnTo>
                  <a:pt x="2121172" y="1776849"/>
                </a:lnTo>
                <a:lnTo>
                  <a:pt x="2129190" y="1779860"/>
                </a:lnTo>
                <a:lnTo>
                  <a:pt x="2135336" y="1793476"/>
                </a:lnTo>
                <a:lnTo>
                  <a:pt x="2132271" y="1801535"/>
                </a:lnTo>
                <a:lnTo>
                  <a:pt x="2125417" y="1804559"/>
                </a:lnTo>
                <a:lnTo>
                  <a:pt x="2120051" y="1807025"/>
                </a:lnTo>
                <a:lnTo>
                  <a:pt x="2113868" y="1805587"/>
                </a:lnTo>
                <a:close/>
              </a:path>
              <a:path w="5142230" h="2300604">
                <a:moveTo>
                  <a:pt x="2081297" y="1743449"/>
                </a:moveTo>
                <a:lnTo>
                  <a:pt x="2075727" y="1737487"/>
                </a:lnTo>
                <a:lnTo>
                  <a:pt x="2071293" y="1730297"/>
                </a:lnTo>
                <a:lnTo>
                  <a:pt x="2073277" y="1721961"/>
                </a:lnTo>
                <a:lnTo>
                  <a:pt x="2079693" y="1718077"/>
                </a:lnTo>
                <a:lnTo>
                  <a:pt x="2086009" y="1714185"/>
                </a:lnTo>
                <a:lnTo>
                  <a:pt x="2094345" y="1716168"/>
                </a:lnTo>
                <a:lnTo>
                  <a:pt x="2102171" y="1728846"/>
                </a:lnTo>
                <a:lnTo>
                  <a:pt x="2100187" y="1737182"/>
                </a:lnTo>
                <a:lnTo>
                  <a:pt x="2093826" y="1741124"/>
                </a:lnTo>
                <a:lnTo>
                  <a:pt x="2088230" y="1744517"/>
                </a:lnTo>
                <a:lnTo>
                  <a:pt x="2081297" y="1743449"/>
                </a:lnTo>
                <a:close/>
              </a:path>
              <a:path w="5142230" h="2300604">
                <a:moveTo>
                  <a:pt x="409304" y="735690"/>
                </a:moveTo>
                <a:lnTo>
                  <a:pt x="403641" y="729628"/>
                </a:lnTo>
                <a:lnTo>
                  <a:pt x="403153" y="728715"/>
                </a:lnTo>
                <a:lnTo>
                  <a:pt x="399354" y="722302"/>
                </a:lnTo>
                <a:lnTo>
                  <a:pt x="401576" y="714026"/>
                </a:lnTo>
                <a:lnTo>
                  <a:pt x="407979" y="710226"/>
                </a:lnTo>
                <a:lnTo>
                  <a:pt x="414433" y="706480"/>
                </a:lnTo>
                <a:lnTo>
                  <a:pt x="422767" y="708657"/>
                </a:lnTo>
                <a:lnTo>
                  <a:pt x="430254" y="721560"/>
                </a:lnTo>
                <a:lnTo>
                  <a:pt x="428090" y="729799"/>
                </a:lnTo>
                <a:lnTo>
                  <a:pt x="421628" y="733635"/>
                </a:lnTo>
                <a:lnTo>
                  <a:pt x="416047" y="736849"/>
                </a:lnTo>
                <a:lnTo>
                  <a:pt x="409304" y="735690"/>
                </a:lnTo>
                <a:close/>
              </a:path>
              <a:path w="5142230" h="2300604">
                <a:moveTo>
                  <a:pt x="301553" y="472260"/>
                </a:moveTo>
                <a:lnTo>
                  <a:pt x="296766" y="467135"/>
                </a:lnTo>
                <a:lnTo>
                  <a:pt x="295696" y="465404"/>
                </a:lnTo>
                <a:lnTo>
                  <a:pt x="295104" y="463401"/>
                </a:lnTo>
                <a:lnTo>
                  <a:pt x="292892" y="456244"/>
                </a:lnTo>
                <a:lnTo>
                  <a:pt x="296928" y="448639"/>
                </a:lnTo>
                <a:lnTo>
                  <a:pt x="311193" y="444262"/>
                </a:lnTo>
                <a:lnTo>
                  <a:pt x="318752" y="448249"/>
                </a:lnTo>
                <a:lnTo>
                  <a:pt x="323175" y="462563"/>
                </a:lnTo>
                <a:lnTo>
                  <a:pt x="319188" y="470122"/>
                </a:lnTo>
                <a:lnTo>
                  <a:pt x="306926" y="473906"/>
                </a:lnTo>
                <a:lnTo>
                  <a:pt x="301553" y="472260"/>
                </a:lnTo>
                <a:close/>
              </a:path>
              <a:path w="5142230" h="2300604">
                <a:moveTo>
                  <a:pt x="2157961" y="2221683"/>
                </a:moveTo>
                <a:lnTo>
                  <a:pt x="2153224" y="2216612"/>
                </a:lnTo>
                <a:lnTo>
                  <a:pt x="2151752" y="2212690"/>
                </a:lnTo>
                <a:lnTo>
                  <a:pt x="2153185" y="2201125"/>
                </a:lnTo>
                <a:lnTo>
                  <a:pt x="2159973" y="2195880"/>
                </a:lnTo>
                <a:lnTo>
                  <a:pt x="2167396" y="2196789"/>
                </a:lnTo>
                <a:lnTo>
                  <a:pt x="2174780" y="2197753"/>
                </a:lnTo>
                <a:lnTo>
                  <a:pt x="2180074" y="2204496"/>
                </a:lnTo>
                <a:lnTo>
                  <a:pt x="2179115" y="2211875"/>
                </a:lnTo>
                <a:lnTo>
                  <a:pt x="2178201" y="2219303"/>
                </a:lnTo>
                <a:lnTo>
                  <a:pt x="2171408" y="2224543"/>
                </a:lnTo>
                <a:lnTo>
                  <a:pt x="2164030" y="2223683"/>
                </a:lnTo>
                <a:lnTo>
                  <a:pt x="2160788" y="2223242"/>
                </a:lnTo>
                <a:lnTo>
                  <a:pt x="2157961" y="2221683"/>
                </a:lnTo>
                <a:close/>
              </a:path>
              <a:path w="5142230" h="2300604">
                <a:moveTo>
                  <a:pt x="2155178" y="1939930"/>
                </a:moveTo>
                <a:lnTo>
                  <a:pt x="2150400" y="1934816"/>
                </a:lnTo>
                <a:lnTo>
                  <a:pt x="2149198" y="1932551"/>
                </a:lnTo>
                <a:lnTo>
                  <a:pt x="2148677" y="1929942"/>
                </a:lnTo>
                <a:lnTo>
                  <a:pt x="2147317" y="1922620"/>
                </a:lnTo>
                <a:lnTo>
                  <a:pt x="2152141" y="1915566"/>
                </a:lnTo>
                <a:lnTo>
                  <a:pt x="2159461" y="1914116"/>
                </a:lnTo>
                <a:lnTo>
                  <a:pt x="2166772" y="1912755"/>
                </a:lnTo>
                <a:lnTo>
                  <a:pt x="2173880" y="1917529"/>
                </a:lnTo>
                <a:lnTo>
                  <a:pt x="2176688" y="1932264"/>
                </a:lnTo>
                <a:lnTo>
                  <a:pt x="2171868" y="1939323"/>
                </a:lnTo>
                <a:lnTo>
                  <a:pt x="2159752" y="1941602"/>
                </a:lnTo>
                <a:lnTo>
                  <a:pt x="2155178" y="1939930"/>
                </a:lnTo>
                <a:close/>
              </a:path>
              <a:path w="5142230" h="2300604">
                <a:moveTo>
                  <a:pt x="2138484" y="1871428"/>
                </a:moveTo>
                <a:lnTo>
                  <a:pt x="2133747" y="1866357"/>
                </a:lnTo>
                <a:lnTo>
                  <a:pt x="2132632" y="1864577"/>
                </a:lnTo>
                <a:lnTo>
                  <a:pt x="2132039" y="1862574"/>
                </a:lnTo>
                <a:lnTo>
                  <a:pt x="2129828" y="1855417"/>
                </a:lnTo>
                <a:lnTo>
                  <a:pt x="2133815" y="1847857"/>
                </a:lnTo>
                <a:lnTo>
                  <a:pt x="2148075" y="1843475"/>
                </a:lnTo>
                <a:lnTo>
                  <a:pt x="2155683" y="1847417"/>
                </a:lnTo>
                <a:lnTo>
                  <a:pt x="2160065" y="1861686"/>
                </a:lnTo>
                <a:lnTo>
                  <a:pt x="2156078" y="1869246"/>
                </a:lnTo>
                <a:lnTo>
                  <a:pt x="2148962" y="1871501"/>
                </a:lnTo>
                <a:lnTo>
                  <a:pt x="2143862" y="1873079"/>
                </a:lnTo>
                <a:lnTo>
                  <a:pt x="2138484" y="1871428"/>
                </a:lnTo>
                <a:close/>
              </a:path>
              <a:path w="5142230" h="2300604">
                <a:moveTo>
                  <a:pt x="263301" y="335325"/>
                </a:moveTo>
                <a:lnTo>
                  <a:pt x="258518" y="330205"/>
                </a:lnTo>
                <a:lnTo>
                  <a:pt x="257405" y="328231"/>
                </a:lnTo>
                <a:lnTo>
                  <a:pt x="254991" y="318707"/>
                </a:lnTo>
                <a:lnTo>
                  <a:pt x="259422" y="311331"/>
                </a:lnTo>
                <a:lnTo>
                  <a:pt x="273820" y="307683"/>
                </a:lnTo>
                <a:lnTo>
                  <a:pt x="281183" y="312045"/>
                </a:lnTo>
                <a:lnTo>
                  <a:pt x="284845" y="326522"/>
                </a:lnTo>
                <a:lnTo>
                  <a:pt x="280487" y="333880"/>
                </a:lnTo>
                <a:lnTo>
                  <a:pt x="268296" y="336958"/>
                </a:lnTo>
                <a:lnTo>
                  <a:pt x="263301" y="335325"/>
                </a:lnTo>
                <a:close/>
              </a:path>
              <a:path w="5142230" h="2300604">
                <a:moveTo>
                  <a:pt x="970518" y="1143407"/>
                </a:moveTo>
                <a:lnTo>
                  <a:pt x="965690" y="1138239"/>
                </a:lnTo>
                <a:lnTo>
                  <a:pt x="964509" y="1132576"/>
                </a:lnTo>
                <a:lnTo>
                  <a:pt x="966622" y="1127507"/>
                </a:lnTo>
                <a:lnTo>
                  <a:pt x="969546" y="1120667"/>
                </a:lnTo>
                <a:lnTo>
                  <a:pt x="977492" y="1117443"/>
                </a:lnTo>
                <a:lnTo>
                  <a:pt x="991267" y="1123294"/>
                </a:lnTo>
                <a:lnTo>
                  <a:pt x="994420" y="1131068"/>
                </a:lnTo>
                <a:lnTo>
                  <a:pt x="988642" y="1144921"/>
                </a:lnTo>
                <a:lnTo>
                  <a:pt x="980696" y="1148144"/>
                </a:lnTo>
                <a:lnTo>
                  <a:pt x="971992" y="1144496"/>
                </a:lnTo>
                <a:lnTo>
                  <a:pt x="970518" y="1143407"/>
                </a:lnTo>
                <a:close/>
              </a:path>
              <a:path w="5142230" h="2300604">
                <a:moveTo>
                  <a:pt x="495291" y="849828"/>
                </a:moveTo>
                <a:lnTo>
                  <a:pt x="484997" y="838808"/>
                </a:lnTo>
                <a:lnTo>
                  <a:pt x="485380" y="830323"/>
                </a:lnTo>
                <a:lnTo>
                  <a:pt x="496159" y="820162"/>
                </a:lnTo>
                <a:lnTo>
                  <a:pt x="504835" y="820458"/>
                </a:lnTo>
                <a:lnTo>
                  <a:pt x="514988" y="831326"/>
                </a:lnTo>
                <a:lnTo>
                  <a:pt x="514704" y="839819"/>
                </a:lnTo>
                <a:lnTo>
                  <a:pt x="503827" y="850071"/>
                </a:lnTo>
                <a:lnTo>
                  <a:pt x="495291" y="849828"/>
                </a:lnTo>
                <a:close/>
              </a:path>
              <a:path w="5142230" h="2300604">
                <a:moveTo>
                  <a:pt x="715579" y="1017414"/>
                </a:moveTo>
                <a:lnTo>
                  <a:pt x="710751" y="1012245"/>
                </a:lnTo>
                <a:lnTo>
                  <a:pt x="709840" y="1005699"/>
                </a:lnTo>
                <a:lnTo>
                  <a:pt x="716707" y="993989"/>
                </a:lnTo>
                <a:lnTo>
                  <a:pt x="724991" y="991811"/>
                </a:lnTo>
                <a:lnTo>
                  <a:pt x="737863" y="999336"/>
                </a:lnTo>
                <a:lnTo>
                  <a:pt x="740036" y="1007624"/>
                </a:lnTo>
                <a:lnTo>
                  <a:pt x="732517" y="1020492"/>
                </a:lnTo>
                <a:lnTo>
                  <a:pt x="724274" y="1022714"/>
                </a:lnTo>
                <a:lnTo>
                  <a:pt x="717790" y="1018901"/>
                </a:lnTo>
                <a:lnTo>
                  <a:pt x="716636" y="1018252"/>
                </a:lnTo>
                <a:lnTo>
                  <a:pt x="715579" y="1017414"/>
                </a:lnTo>
                <a:close/>
              </a:path>
              <a:path w="5142230" h="2300604">
                <a:moveTo>
                  <a:pt x="281546" y="404022"/>
                </a:moveTo>
                <a:lnTo>
                  <a:pt x="276809" y="398951"/>
                </a:lnTo>
                <a:lnTo>
                  <a:pt x="275692" y="397072"/>
                </a:lnTo>
                <a:lnTo>
                  <a:pt x="275106" y="394880"/>
                </a:lnTo>
                <a:lnTo>
                  <a:pt x="273086" y="387635"/>
                </a:lnTo>
                <a:lnTo>
                  <a:pt x="277304" y="380226"/>
                </a:lnTo>
                <a:lnTo>
                  <a:pt x="284500" y="378252"/>
                </a:lnTo>
                <a:lnTo>
                  <a:pt x="291646" y="376224"/>
                </a:lnTo>
                <a:lnTo>
                  <a:pt x="299150" y="380445"/>
                </a:lnTo>
                <a:lnTo>
                  <a:pt x="303098" y="394837"/>
                </a:lnTo>
                <a:lnTo>
                  <a:pt x="298930" y="402300"/>
                </a:lnTo>
                <a:lnTo>
                  <a:pt x="291734" y="404274"/>
                </a:lnTo>
                <a:lnTo>
                  <a:pt x="286681" y="405707"/>
                </a:lnTo>
                <a:lnTo>
                  <a:pt x="281546" y="404022"/>
                </a:lnTo>
                <a:close/>
              </a:path>
              <a:path w="5142230" h="2300604">
                <a:moveTo>
                  <a:pt x="542062" y="894617"/>
                </a:moveTo>
                <a:lnTo>
                  <a:pt x="536408" y="888565"/>
                </a:lnTo>
                <a:lnTo>
                  <a:pt x="536254" y="880775"/>
                </a:lnTo>
                <a:lnTo>
                  <a:pt x="540918" y="875505"/>
                </a:lnTo>
                <a:lnTo>
                  <a:pt x="545830" y="869912"/>
                </a:lnTo>
                <a:lnTo>
                  <a:pt x="554346" y="869353"/>
                </a:lnTo>
                <a:lnTo>
                  <a:pt x="565528" y="879270"/>
                </a:lnTo>
                <a:lnTo>
                  <a:pt x="566088" y="887786"/>
                </a:lnTo>
                <a:lnTo>
                  <a:pt x="556216" y="899017"/>
                </a:lnTo>
                <a:lnTo>
                  <a:pt x="547649" y="899523"/>
                </a:lnTo>
                <a:lnTo>
                  <a:pt x="542062" y="894617"/>
                </a:lnTo>
                <a:close/>
              </a:path>
              <a:path w="5142230" h="2300604">
                <a:moveTo>
                  <a:pt x="323796" y="539861"/>
                </a:moveTo>
                <a:lnTo>
                  <a:pt x="319018" y="534746"/>
                </a:lnTo>
                <a:lnTo>
                  <a:pt x="317987" y="533153"/>
                </a:lnTo>
                <a:lnTo>
                  <a:pt x="314890" y="524267"/>
                </a:lnTo>
                <a:lnTo>
                  <a:pt x="318646" y="516558"/>
                </a:lnTo>
                <a:lnTo>
                  <a:pt x="325669" y="514106"/>
                </a:lnTo>
                <a:lnTo>
                  <a:pt x="332810" y="511584"/>
                </a:lnTo>
                <a:lnTo>
                  <a:pt x="340446" y="515360"/>
                </a:lnTo>
                <a:lnTo>
                  <a:pt x="345354" y="529411"/>
                </a:lnTo>
                <a:lnTo>
                  <a:pt x="341644" y="537169"/>
                </a:lnTo>
                <a:lnTo>
                  <a:pt x="334575" y="539572"/>
                </a:lnTo>
                <a:lnTo>
                  <a:pt x="329366" y="541425"/>
                </a:lnTo>
                <a:lnTo>
                  <a:pt x="323796" y="539861"/>
                </a:lnTo>
                <a:close/>
              </a:path>
              <a:path w="5142230" h="2300604">
                <a:moveTo>
                  <a:pt x="214700" y="127784"/>
                </a:moveTo>
                <a:lnTo>
                  <a:pt x="209967" y="122718"/>
                </a:lnTo>
                <a:lnTo>
                  <a:pt x="208812" y="120602"/>
                </a:lnTo>
                <a:lnTo>
                  <a:pt x="208235" y="118127"/>
                </a:lnTo>
                <a:lnTo>
                  <a:pt x="206642" y="110850"/>
                </a:lnTo>
                <a:lnTo>
                  <a:pt x="211226" y="103636"/>
                </a:lnTo>
                <a:lnTo>
                  <a:pt x="218458" y="101994"/>
                </a:lnTo>
                <a:lnTo>
                  <a:pt x="225788" y="100360"/>
                </a:lnTo>
                <a:lnTo>
                  <a:pt x="232997" y="104949"/>
                </a:lnTo>
                <a:lnTo>
                  <a:pt x="236278" y="119507"/>
                </a:lnTo>
                <a:lnTo>
                  <a:pt x="231686" y="126809"/>
                </a:lnTo>
                <a:lnTo>
                  <a:pt x="219557" y="129465"/>
                </a:lnTo>
                <a:lnTo>
                  <a:pt x="214700" y="127784"/>
                </a:lnTo>
                <a:close/>
              </a:path>
              <a:path w="5142230" h="2300604">
                <a:moveTo>
                  <a:pt x="655055" y="979994"/>
                </a:moveTo>
                <a:lnTo>
                  <a:pt x="650136" y="974728"/>
                </a:lnTo>
                <a:lnTo>
                  <a:pt x="649424" y="967905"/>
                </a:lnTo>
                <a:lnTo>
                  <a:pt x="656996" y="956266"/>
                </a:lnTo>
                <a:lnTo>
                  <a:pt x="665363" y="954568"/>
                </a:lnTo>
                <a:lnTo>
                  <a:pt x="677872" y="962779"/>
                </a:lnTo>
                <a:lnTo>
                  <a:pt x="679623" y="971105"/>
                </a:lnTo>
                <a:lnTo>
                  <a:pt x="675538" y="977386"/>
                </a:lnTo>
                <a:lnTo>
                  <a:pt x="671408" y="983619"/>
                </a:lnTo>
                <a:lnTo>
                  <a:pt x="663033" y="985406"/>
                </a:lnTo>
                <a:lnTo>
                  <a:pt x="655877" y="980678"/>
                </a:lnTo>
                <a:lnTo>
                  <a:pt x="655055" y="979994"/>
                </a:lnTo>
                <a:close/>
              </a:path>
              <a:path w="5142230" h="2300604">
                <a:moveTo>
                  <a:pt x="2164938" y="2151247"/>
                </a:moveTo>
                <a:lnTo>
                  <a:pt x="2160201" y="2146176"/>
                </a:lnTo>
                <a:lnTo>
                  <a:pt x="2158814" y="2142541"/>
                </a:lnTo>
                <a:lnTo>
                  <a:pt x="2159040" y="2138678"/>
                </a:lnTo>
                <a:lnTo>
                  <a:pt x="2159531" y="2131188"/>
                </a:lnTo>
                <a:lnTo>
                  <a:pt x="2165292" y="2126212"/>
                </a:lnTo>
                <a:lnTo>
                  <a:pt x="2166000" y="2125601"/>
                </a:lnTo>
                <a:lnTo>
                  <a:pt x="2173439" y="2126039"/>
                </a:lnTo>
                <a:lnTo>
                  <a:pt x="2180885" y="2126580"/>
                </a:lnTo>
                <a:lnTo>
                  <a:pt x="2186520" y="2133004"/>
                </a:lnTo>
                <a:lnTo>
                  <a:pt x="2185537" y="2147884"/>
                </a:lnTo>
                <a:lnTo>
                  <a:pt x="2179817" y="2152904"/>
                </a:lnTo>
                <a:lnTo>
                  <a:pt x="2179065" y="2153565"/>
                </a:lnTo>
                <a:lnTo>
                  <a:pt x="2171674" y="2153082"/>
                </a:lnTo>
                <a:lnTo>
                  <a:pt x="2168043" y="2152812"/>
                </a:lnTo>
                <a:lnTo>
                  <a:pt x="2164938" y="2151247"/>
                </a:lnTo>
                <a:close/>
              </a:path>
              <a:path w="5142230" h="2300604">
                <a:moveTo>
                  <a:pt x="2040896" y="1686028"/>
                </a:moveTo>
                <a:lnTo>
                  <a:pt x="2035334" y="1680074"/>
                </a:lnTo>
                <a:lnTo>
                  <a:pt x="2030664" y="1674292"/>
                </a:lnTo>
                <a:lnTo>
                  <a:pt x="2031567" y="1665778"/>
                </a:lnTo>
                <a:lnTo>
                  <a:pt x="2037438" y="1661116"/>
                </a:lnTo>
                <a:lnTo>
                  <a:pt x="2043215" y="1656450"/>
                </a:lnTo>
                <a:lnTo>
                  <a:pt x="2051734" y="1657358"/>
                </a:lnTo>
                <a:lnTo>
                  <a:pt x="2061063" y="1669006"/>
                </a:lnTo>
                <a:lnTo>
                  <a:pt x="2060155" y="1677515"/>
                </a:lnTo>
                <a:lnTo>
                  <a:pt x="2050101" y="1685618"/>
                </a:lnTo>
                <a:lnTo>
                  <a:pt x="2048796" y="1686665"/>
                </a:lnTo>
                <a:lnTo>
                  <a:pt x="2040896" y="1686028"/>
                </a:lnTo>
                <a:close/>
              </a:path>
              <a:path w="5142230" h="2300604">
                <a:moveTo>
                  <a:pt x="230283" y="197151"/>
                </a:moveTo>
                <a:lnTo>
                  <a:pt x="225501" y="192031"/>
                </a:lnTo>
                <a:lnTo>
                  <a:pt x="224341" y="189910"/>
                </a:lnTo>
                <a:lnTo>
                  <a:pt x="222170" y="180158"/>
                </a:lnTo>
                <a:lnTo>
                  <a:pt x="226764" y="172954"/>
                </a:lnTo>
                <a:lnTo>
                  <a:pt x="233995" y="171312"/>
                </a:lnTo>
                <a:lnTo>
                  <a:pt x="241276" y="169624"/>
                </a:lnTo>
                <a:lnTo>
                  <a:pt x="248529" y="174163"/>
                </a:lnTo>
                <a:lnTo>
                  <a:pt x="251860" y="188774"/>
                </a:lnTo>
                <a:lnTo>
                  <a:pt x="247271" y="195983"/>
                </a:lnTo>
                <a:lnTo>
                  <a:pt x="239991" y="197670"/>
                </a:lnTo>
                <a:lnTo>
                  <a:pt x="235139" y="198733"/>
                </a:lnTo>
                <a:lnTo>
                  <a:pt x="230283" y="197151"/>
                </a:lnTo>
                <a:close/>
              </a:path>
              <a:path w="5142230" h="2300604">
                <a:moveTo>
                  <a:pt x="905347" y="1114794"/>
                </a:moveTo>
                <a:lnTo>
                  <a:pt x="900569" y="1109679"/>
                </a:lnTo>
                <a:lnTo>
                  <a:pt x="899444" y="1103881"/>
                </a:lnTo>
                <a:lnTo>
                  <a:pt x="901744" y="1098719"/>
                </a:lnTo>
                <a:lnTo>
                  <a:pt x="904857" y="1091886"/>
                </a:lnTo>
                <a:lnTo>
                  <a:pt x="912842" y="1088900"/>
                </a:lnTo>
                <a:lnTo>
                  <a:pt x="926460" y="1095071"/>
                </a:lnTo>
                <a:lnTo>
                  <a:pt x="929496" y="1103110"/>
                </a:lnTo>
                <a:lnTo>
                  <a:pt x="926432" y="1109899"/>
                </a:lnTo>
                <a:lnTo>
                  <a:pt x="923320" y="1116733"/>
                </a:lnTo>
                <a:lnTo>
                  <a:pt x="915329" y="1119713"/>
                </a:lnTo>
                <a:lnTo>
                  <a:pt x="908496" y="1116601"/>
                </a:lnTo>
                <a:lnTo>
                  <a:pt x="906820" y="1115883"/>
                </a:lnTo>
                <a:lnTo>
                  <a:pt x="905347" y="1114794"/>
                </a:lnTo>
                <a:close/>
              </a:path>
              <a:path w="5142230" h="2300604">
                <a:moveTo>
                  <a:pt x="376614" y="672057"/>
                </a:moveTo>
                <a:lnTo>
                  <a:pt x="371786" y="666888"/>
                </a:lnTo>
                <a:lnTo>
                  <a:pt x="370930" y="665679"/>
                </a:lnTo>
                <a:lnTo>
                  <a:pt x="370363" y="664290"/>
                </a:lnTo>
                <a:lnTo>
                  <a:pt x="367242" y="657528"/>
                </a:lnTo>
                <a:lnTo>
                  <a:pt x="370253" y="649510"/>
                </a:lnTo>
                <a:lnTo>
                  <a:pt x="377016" y="646388"/>
                </a:lnTo>
                <a:lnTo>
                  <a:pt x="383824" y="643315"/>
                </a:lnTo>
                <a:lnTo>
                  <a:pt x="391796" y="646278"/>
                </a:lnTo>
                <a:lnTo>
                  <a:pt x="394963" y="653089"/>
                </a:lnTo>
                <a:lnTo>
                  <a:pt x="398036" y="659898"/>
                </a:lnTo>
                <a:lnTo>
                  <a:pt x="395025" y="667915"/>
                </a:lnTo>
                <a:lnTo>
                  <a:pt x="388217" y="670988"/>
                </a:lnTo>
                <a:lnTo>
                  <a:pt x="382845" y="673449"/>
                </a:lnTo>
                <a:lnTo>
                  <a:pt x="376614" y="672057"/>
                </a:lnTo>
                <a:close/>
              </a:path>
              <a:path w="5142230" h="2300604">
                <a:moveTo>
                  <a:pt x="246340" y="266341"/>
                </a:moveTo>
                <a:lnTo>
                  <a:pt x="241557" y="261221"/>
                </a:lnTo>
                <a:lnTo>
                  <a:pt x="240443" y="259148"/>
                </a:lnTo>
                <a:lnTo>
                  <a:pt x="238131" y="249538"/>
                </a:lnTo>
                <a:lnTo>
                  <a:pt x="242411" y="242585"/>
                </a:lnTo>
                <a:lnTo>
                  <a:pt x="242629" y="242232"/>
                </a:lnTo>
                <a:lnTo>
                  <a:pt x="249909" y="240544"/>
                </a:lnTo>
                <a:lnTo>
                  <a:pt x="257139" y="238803"/>
                </a:lnTo>
                <a:lnTo>
                  <a:pt x="264450" y="243305"/>
                </a:lnTo>
                <a:lnTo>
                  <a:pt x="266187" y="250540"/>
                </a:lnTo>
                <a:lnTo>
                  <a:pt x="267874" y="257820"/>
                </a:lnTo>
                <a:lnTo>
                  <a:pt x="263638" y="264722"/>
                </a:lnTo>
                <a:lnTo>
                  <a:pt x="263421" y="265076"/>
                </a:lnTo>
                <a:lnTo>
                  <a:pt x="256142" y="266863"/>
                </a:lnTo>
                <a:lnTo>
                  <a:pt x="251242" y="267971"/>
                </a:lnTo>
                <a:lnTo>
                  <a:pt x="246340" y="266341"/>
                </a:lnTo>
                <a:close/>
              </a:path>
              <a:path w="5142230" h="2300604">
                <a:moveTo>
                  <a:pt x="449092" y="795193"/>
                </a:moveTo>
                <a:lnTo>
                  <a:pt x="443397" y="789097"/>
                </a:lnTo>
                <a:lnTo>
                  <a:pt x="438926" y="783138"/>
                </a:lnTo>
                <a:lnTo>
                  <a:pt x="440113" y="774633"/>
                </a:lnTo>
                <a:lnTo>
                  <a:pt x="446026" y="770113"/>
                </a:lnTo>
                <a:lnTo>
                  <a:pt x="451985" y="765642"/>
                </a:lnTo>
                <a:lnTo>
                  <a:pt x="460490" y="766829"/>
                </a:lnTo>
                <a:lnTo>
                  <a:pt x="469480" y="778701"/>
                </a:lnTo>
                <a:lnTo>
                  <a:pt x="468294" y="787206"/>
                </a:lnTo>
                <a:lnTo>
                  <a:pt x="462381" y="791725"/>
                </a:lnTo>
                <a:lnTo>
                  <a:pt x="456808" y="795926"/>
                </a:lnTo>
                <a:lnTo>
                  <a:pt x="449092" y="795193"/>
                </a:lnTo>
                <a:close/>
              </a:path>
              <a:path w="5142230" h="2300604">
                <a:moveTo>
                  <a:pt x="777749" y="1052100"/>
                </a:moveTo>
                <a:lnTo>
                  <a:pt x="772921" y="1046931"/>
                </a:lnTo>
                <a:lnTo>
                  <a:pt x="771911" y="1040670"/>
                </a:lnTo>
                <a:lnTo>
                  <a:pt x="774686" y="1035430"/>
                </a:lnTo>
                <a:lnTo>
                  <a:pt x="778210" y="1028841"/>
                </a:lnTo>
                <a:lnTo>
                  <a:pt x="786373" y="1026338"/>
                </a:lnTo>
                <a:lnTo>
                  <a:pt x="799589" y="1033350"/>
                </a:lnTo>
                <a:lnTo>
                  <a:pt x="802097" y="1041509"/>
                </a:lnTo>
                <a:lnTo>
                  <a:pt x="798613" y="1048141"/>
                </a:lnTo>
                <a:lnTo>
                  <a:pt x="795085" y="1054725"/>
                </a:lnTo>
                <a:lnTo>
                  <a:pt x="786881" y="1057184"/>
                </a:lnTo>
                <a:lnTo>
                  <a:pt x="780289" y="1053744"/>
                </a:lnTo>
                <a:lnTo>
                  <a:pt x="778950" y="1052995"/>
                </a:lnTo>
                <a:lnTo>
                  <a:pt x="777749" y="1052100"/>
                </a:lnTo>
                <a:close/>
              </a:path>
              <a:path w="5142230" h="2300604">
                <a:moveTo>
                  <a:pt x="348676" y="606570"/>
                </a:moveTo>
                <a:lnTo>
                  <a:pt x="343843" y="601397"/>
                </a:lnTo>
                <a:lnTo>
                  <a:pt x="342899" y="599996"/>
                </a:lnTo>
                <a:lnTo>
                  <a:pt x="342298" y="598375"/>
                </a:lnTo>
                <a:lnTo>
                  <a:pt x="339560" y="591436"/>
                </a:lnTo>
                <a:lnTo>
                  <a:pt x="342897" y="583571"/>
                </a:lnTo>
                <a:lnTo>
                  <a:pt x="356823" y="578050"/>
                </a:lnTo>
                <a:lnTo>
                  <a:pt x="364684" y="581480"/>
                </a:lnTo>
                <a:lnTo>
                  <a:pt x="370160" y="595357"/>
                </a:lnTo>
                <a:lnTo>
                  <a:pt x="366778" y="603174"/>
                </a:lnTo>
                <a:lnTo>
                  <a:pt x="359840" y="605912"/>
                </a:lnTo>
                <a:lnTo>
                  <a:pt x="354527" y="608044"/>
                </a:lnTo>
                <a:lnTo>
                  <a:pt x="348676" y="606570"/>
                </a:lnTo>
                <a:close/>
              </a:path>
              <a:path w="5142230" h="2300604">
                <a:moveTo>
                  <a:pt x="2164503" y="2009929"/>
                </a:moveTo>
                <a:lnTo>
                  <a:pt x="2159766" y="2004858"/>
                </a:lnTo>
                <a:lnTo>
                  <a:pt x="2158449" y="2002080"/>
                </a:lnTo>
                <a:lnTo>
                  <a:pt x="2157534" y="1991521"/>
                </a:lnTo>
                <a:lnTo>
                  <a:pt x="2162998" y="1984956"/>
                </a:lnTo>
                <a:lnTo>
                  <a:pt x="2170476" y="1984262"/>
                </a:lnTo>
                <a:lnTo>
                  <a:pt x="2177914" y="1983623"/>
                </a:lnTo>
                <a:lnTo>
                  <a:pt x="2184426" y="1989127"/>
                </a:lnTo>
                <a:lnTo>
                  <a:pt x="2185812" y="2004003"/>
                </a:lnTo>
                <a:lnTo>
                  <a:pt x="2180250" y="2010560"/>
                </a:lnTo>
                <a:lnTo>
                  <a:pt x="2168507" y="2011576"/>
                </a:lnTo>
                <a:lnTo>
                  <a:pt x="2164503" y="2009929"/>
                </a:lnTo>
                <a:close/>
              </a:path>
              <a:path w="5142230" h="2300604">
                <a:moveTo>
                  <a:pt x="597274" y="939546"/>
                </a:moveTo>
                <a:lnTo>
                  <a:pt x="591757" y="933641"/>
                </a:lnTo>
                <a:lnTo>
                  <a:pt x="591305" y="926412"/>
                </a:lnTo>
                <a:lnTo>
                  <a:pt x="595309" y="921120"/>
                </a:lnTo>
                <a:lnTo>
                  <a:pt x="599762" y="915134"/>
                </a:lnTo>
                <a:lnTo>
                  <a:pt x="608252" y="913959"/>
                </a:lnTo>
                <a:lnTo>
                  <a:pt x="620170" y="922905"/>
                </a:lnTo>
                <a:lnTo>
                  <a:pt x="621398" y="931355"/>
                </a:lnTo>
                <a:lnTo>
                  <a:pt x="616892" y="937381"/>
                </a:lnTo>
                <a:lnTo>
                  <a:pt x="612394" y="943318"/>
                </a:lnTo>
                <a:lnTo>
                  <a:pt x="603949" y="944542"/>
                </a:lnTo>
                <a:lnTo>
                  <a:pt x="597971" y="940000"/>
                </a:lnTo>
                <a:lnTo>
                  <a:pt x="597274" y="939546"/>
                </a:lnTo>
                <a:close/>
              </a:path>
              <a:path w="5142230" h="2300604">
                <a:moveTo>
                  <a:pt x="1988788" y="1628684"/>
                </a:moveTo>
                <a:lnTo>
                  <a:pt x="1983504" y="1623027"/>
                </a:lnTo>
                <a:lnTo>
                  <a:pt x="1983545" y="1614762"/>
                </a:lnTo>
                <a:lnTo>
                  <a:pt x="1988637" y="1609559"/>
                </a:lnTo>
                <a:lnTo>
                  <a:pt x="1993916" y="1604262"/>
                </a:lnTo>
                <a:lnTo>
                  <a:pt x="2002462" y="1604222"/>
                </a:lnTo>
                <a:lnTo>
                  <a:pt x="2013102" y="1614635"/>
                </a:lnTo>
                <a:lnTo>
                  <a:pt x="2013188" y="1623231"/>
                </a:lnTo>
                <a:lnTo>
                  <a:pt x="2007909" y="1628527"/>
                </a:lnTo>
                <a:lnTo>
                  <a:pt x="2002675" y="1633873"/>
                </a:lnTo>
                <a:lnTo>
                  <a:pt x="1994129" y="1633912"/>
                </a:lnTo>
                <a:lnTo>
                  <a:pt x="1988788" y="1628684"/>
                </a:lnTo>
                <a:close/>
              </a:path>
              <a:path w="5142230" h="2300604">
                <a:moveTo>
                  <a:pt x="1200954" y="1087754"/>
                </a:moveTo>
                <a:lnTo>
                  <a:pt x="1196308" y="1082781"/>
                </a:lnTo>
                <a:lnTo>
                  <a:pt x="1195067" y="1077640"/>
                </a:lnTo>
                <a:lnTo>
                  <a:pt x="1199286" y="1066028"/>
                </a:lnTo>
                <a:lnTo>
                  <a:pt x="1206865" y="1062509"/>
                </a:lnTo>
                <a:lnTo>
                  <a:pt x="1220476" y="1067500"/>
                </a:lnTo>
                <a:lnTo>
                  <a:pt x="1223954" y="1075035"/>
                </a:lnTo>
                <a:lnTo>
                  <a:pt x="1218958" y="1088650"/>
                </a:lnTo>
                <a:lnTo>
                  <a:pt x="1211423" y="1092119"/>
                </a:lnTo>
                <a:lnTo>
                  <a:pt x="1202658" y="1088893"/>
                </a:lnTo>
                <a:lnTo>
                  <a:pt x="1200954" y="1087754"/>
                </a:lnTo>
                <a:close/>
              </a:path>
              <a:path w="5142230" h="2300604">
                <a:moveTo>
                  <a:pt x="2407019" y="2061239"/>
                </a:moveTo>
                <a:lnTo>
                  <a:pt x="2402419" y="2056315"/>
                </a:lnTo>
                <a:lnTo>
                  <a:pt x="2401032" y="2052679"/>
                </a:lnTo>
                <a:lnTo>
                  <a:pt x="2402121" y="2041627"/>
                </a:lnTo>
                <a:lnTo>
                  <a:pt x="2407100" y="2037476"/>
                </a:lnTo>
                <a:lnTo>
                  <a:pt x="2408486" y="2036320"/>
                </a:lnTo>
                <a:lnTo>
                  <a:pt x="2422932" y="2037709"/>
                </a:lnTo>
                <a:lnTo>
                  <a:pt x="2428186" y="2044115"/>
                </a:lnTo>
                <a:lnTo>
                  <a:pt x="2427520" y="2051320"/>
                </a:lnTo>
                <a:lnTo>
                  <a:pt x="2426756" y="2058517"/>
                </a:lnTo>
                <a:lnTo>
                  <a:pt x="2421777" y="2062668"/>
                </a:lnTo>
                <a:lnTo>
                  <a:pt x="2420391" y="2063824"/>
                </a:lnTo>
                <a:lnTo>
                  <a:pt x="2413189" y="2063054"/>
                </a:lnTo>
                <a:lnTo>
                  <a:pt x="2409895" y="2062753"/>
                </a:lnTo>
                <a:lnTo>
                  <a:pt x="2407019" y="2061239"/>
                </a:lnTo>
                <a:close/>
              </a:path>
              <a:path w="5142230" h="2300604">
                <a:moveTo>
                  <a:pt x="331900" y="168791"/>
                </a:moveTo>
                <a:lnTo>
                  <a:pt x="327299" y="163866"/>
                </a:lnTo>
                <a:lnTo>
                  <a:pt x="326228" y="162036"/>
                </a:lnTo>
                <a:lnTo>
                  <a:pt x="323607" y="153071"/>
                </a:lnTo>
                <a:lnTo>
                  <a:pt x="327629" y="145843"/>
                </a:lnTo>
                <a:lnTo>
                  <a:pt x="341553" y="141785"/>
                </a:lnTo>
                <a:lnTo>
                  <a:pt x="348780" y="145808"/>
                </a:lnTo>
                <a:lnTo>
                  <a:pt x="352839" y="159731"/>
                </a:lnTo>
                <a:lnTo>
                  <a:pt x="348816" y="166959"/>
                </a:lnTo>
                <a:lnTo>
                  <a:pt x="341850" y="168983"/>
                </a:lnTo>
                <a:lnTo>
                  <a:pt x="336944" y="170379"/>
                </a:lnTo>
                <a:lnTo>
                  <a:pt x="331900" y="168791"/>
                </a:lnTo>
                <a:close/>
              </a:path>
              <a:path w="5142230" h="2300604">
                <a:moveTo>
                  <a:pt x="1335238" y="1134342"/>
                </a:moveTo>
                <a:lnTo>
                  <a:pt x="1330592" y="1129368"/>
                </a:lnTo>
                <a:lnTo>
                  <a:pt x="1329344" y="1124416"/>
                </a:lnTo>
                <a:lnTo>
                  <a:pt x="1330874" y="1119700"/>
                </a:lnTo>
                <a:lnTo>
                  <a:pt x="1333066" y="1113054"/>
                </a:lnTo>
                <a:lnTo>
                  <a:pt x="1333137" y="1112837"/>
                </a:lnTo>
                <a:lnTo>
                  <a:pt x="1340580" y="1109172"/>
                </a:lnTo>
                <a:lnTo>
                  <a:pt x="1354301" y="1113694"/>
                </a:lnTo>
                <a:lnTo>
                  <a:pt x="1358014" y="1121091"/>
                </a:lnTo>
                <a:lnTo>
                  <a:pt x="1355751" y="1127954"/>
                </a:lnTo>
                <a:lnTo>
                  <a:pt x="1353511" y="1134646"/>
                </a:lnTo>
                <a:lnTo>
                  <a:pt x="1353439" y="1134862"/>
                </a:lnTo>
                <a:lnTo>
                  <a:pt x="1346046" y="1138581"/>
                </a:lnTo>
                <a:lnTo>
                  <a:pt x="1339184" y="1136317"/>
                </a:lnTo>
                <a:lnTo>
                  <a:pt x="1337037" y="1135583"/>
                </a:lnTo>
                <a:lnTo>
                  <a:pt x="1335238" y="1134342"/>
                </a:lnTo>
                <a:close/>
              </a:path>
              <a:path w="5142230" h="2300604">
                <a:moveTo>
                  <a:pt x="543604" y="694324"/>
                </a:moveTo>
                <a:lnTo>
                  <a:pt x="538035" y="688362"/>
                </a:lnTo>
                <a:lnTo>
                  <a:pt x="533701" y="682550"/>
                </a:lnTo>
                <a:lnTo>
                  <a:pt x="534878" y="674328"/>
                </a:lnTo>
                <a:lnTo>
                  <a:pt x="546454" y="665705"/>
                </a:lnTo>
                <a:lnTo>
                  <a:pt x="554676" y="666882"/>
                </a:lnTo>
                <a:lnTo>
                  <a:pt x="563344" y="678507"/>
                </a:lnTo>
                <a:lnTo>
                  <a:pt x="562118" y="686675"/>
                </a:lnTo>
                <a:lnTo>
                  <a:pt x="556355" y="691063"/>
                </a:lnTo>
                <a:lnTo>
                  <a:pt x="550928" y="695028"/>
                </a:lnTo>
                <a:lnTo>
                  <a:pt x="543604" y="694324"/>
                </a:lnTo>
                <a:close/>
              </a:path>
              <a:path w="5142230" h="2300604">
                <a:moveTo>
                  <a:pt x="937934" y="979892"/>
                </a:moveTo>
                <a:lnTo>
                  <a:pt x="933288" y="974919"/>
                </a:lnTo>
                <a:lnTo>
                  <a:pt x="932213" y="969175"/>
                </a:lnTo>
                <a:lnTo>
                  <a:pt x="934548" y="964245"/>
                </a:lnTo>
                <a:lnTo>
                  <a:pt x="937511" y="957642"/>
                </a:lnTo>
                <a:lnTo>
                  <a:pt x="945355" y="954798"/>
                </a:lnTo>
                <a:lnTo>
                  <a:pt x="958463" y="960815"/>
                </a:lnTo>
                <a:lnTo>
                  <a:pt x="961361" y="968609"/>
                </a:lnTo>
                <a:lnTo>
                  <a:pt x="955291" y="981758"/>
                </a:lnTo>
                <a:lnTo>
                  <a:pt x="947497" y="984656"/>
                </a:lnTo>
                <a:lnTo>
                  <a:pt x="939317" y="980884"/>
                </a:lnTo>
                <a:lnTo>
                  <a:pt x="937934" y="979892"/>
                </a:lnTo>
                <a:close/>
              </a:path>
              <a:path w="5142230" h="2300604">
                <a:moveTo>
                  <a:pt x="2286217" y="1597924"/>
                </a:moveTo>
                <a:lnTo>
                  <a:pt x="2281070" y="1592414"/>
                </a:lnTo>
                <a:lnTo>
                  <a:pt x="2276346" y="1586966"/>
                </a:lnTo>
                <a:lnTo>
                  <a:pt x="2276911" y="1578676"/>
                </a:lnTo>
                <a:lnTo>
                  <a:pt x="2287101" y="1569840"/>
                </a:lnTo>
                <a:lnTo>
                  <a:pt x="2287808" y="1569228"/>
                </a:lnTo>
                <a:lnTo>
                  <a:pt x="2296093" y="1569788"/>
                </a:lnTo>
                <a:lnTo>
                  <a:pt x="2305587" y="1580733"/>
                </a:lnTo>
                <a:lnTo>
                  <a:pt x="2304981" y="1588979"/>
                </a:lnTo>
                <a:lnTo>
                  <a:pt x="2299578" y="1593752"/>
                </a:lnTo>
                <a:lnTo>
                  <a:pt x="2294833" y="1597861"/>
                </a:lnTo>
                <a:lnTo>
                  <a:pt x="2294227" y="1598386"/>
                </a:lnTo>
                <a:lnTo>
                  <a:pt x="2286217" y="1597924"/>
                </a:lnTo>
                <a:close/>
              </a:path>
              <a:path w="5142230" h="2300604">
                <a:moveTo>
                  <a:pt x="589551" y="749081"/>
                </a:moveTo>
                <a:lnTo>
                  <a:pt x="579667" y="738500"/>
                </a:lnTo>
                <a:lnTo>
                  <a:pt x="579901" y="730246"/>
                </a:lnTo>
                <a:lnTo>
                  <a:pt x="590432" y="720308"/>
                </a:lnTo>
                <a:lnTo>
                  <a:pt x="598830" y="720599"/>
                </a:lnTo>
                <a:lnTo>
                  <a:pt x="608623" y="731082"/>
                </a:lnTo>
                <a:lnTo>
                  <a:pt x="608435" y="739384"/>
                </a:lnTo>
                <a:lnTo>
                  <a:pt x="597854" y="749269"/>
                </a:lnTo>
                <a:lnTo>
                  <a:pt x="589551" y="749081"/>
                </a:lnTo>
                <a:close/>
              </a:path>
              <a:path w="5142230" h="2300604">
                <a:moveTo>
                  <a:pt x="1267892" y="1111513"/>
                </a:moveTo>
                <a:lnTo>
                  <a:pt x="1263291" y="1106588"/>
                </a:lnTo>
                <a:lnTo>
                  <a:pt x="1262042" y="1101537"/>
                </a:lnTo>
                <a:lnTo>
                  <a:pt x="1266028" y="1089969"/>
                </a:lnTo>
                <a:lnTo>
                  <a:pt x="1273516" y="1086353"/>
                </a:lnTo>
                <a:lnTo>
                  <a:pt x="1280326" y="1088657"/>
                </a:lnTo>
                <a:lnTo>
                  <a:pt x="1287141" y="1091065"/>
                </a:lnTo>
                <a:lnTo>
                  <a:pt x="1290806" y="1098508"/>
                </a:lnTo>
                <a:lnTo>
                  <a:pt x="1288448" y="1105367"/>
                </a:lnTo>
                <a:lnTo>
                  <a:pt x="1286045" y="1112178"/>
                </a:lnTo>
                <a:lnTo>
                  <a:pt x="1278651" y="1115798"/>
                </a:lnTo>
                <a:lnTo>
                  <a:pt x="1271792" y="1113440"/>
                </a:lnTo>
                <a:lnTo>
                  <a:pt x="1269690" y="1112754"/>
                </a:lnTo>
                <a:lnTo>
                  <a:pt x="1267892" y="1111513"/>
                </a:lnTo>
                <a:close/>
              </a:path>
              <a:path w="5142230" h="2300604">
                <a:moveTo>
                  <a:pt x="2411552" y="1990631"/>
                </a:moveTo>
                <a:lnTo>
                  <a:pt x="2406997" y="1985755"/>
                </a:lnTo>
                <a:lnTo>
                  <a:pt x="2405648" y="1982356"/>
                </a:lnTo>
                <a:lnTo>
                  <a:pt x="2405867" y="1971643"/>
                </a:lnTo>
                <a:lnTo>
                  <a:pt x="2411873" y="1965951"/>
                </a:lnTo>
                <a:lnTo>
                  <a:pt x="2419133" y="1966099"/>
                </a:lnTo>
                <a:lnTo>
                  <a:pt x="2426350" y="1966298"/>
                </a:lnTo>
                <a:lnTo>
                  <a:pt x="2432095" y="1972253"/>
                </a:lnTo>
                <a:lnTo>
                  <a:pt x="2431947" y="1979523"/>
                </a:lnTo>
                <a:lnTo>
                  <a:pt x="2431744" y="1986734"/>
                </a:lnTo>
                <a:lnTo>
                  <a:pt x="2425748" y="1992436"/>
                </a:lnTo>
                <a:lnTo>
                  <a:pt x="2414846" y="1992202"/>
                </a:lnTo>
                <a:lnTo>
                  <a:pt x="2411552" y="1990631"/>
                </a:lnTo>
                <a:close/>
              </a:path>
              <a:path w="5142230" h="2300604">
                <a:moveTo>
                  <a:pt x="1402652" y="1156559"/>
                </a:moveTo>
                <a:lnTo>
                  <a:pt x="1398052" y="1151634"/>
                </a:lnTo>
                <a:lnTo>
                  <a:pt x="1396800" y="1146677"/>
                </a:lnTo>
                <a:lnTo>
                  <a:pt x="1400597" y="1135103"/>
                </a:lnTo>
                <a:lnTo>
                  <a:pt x="1407949" y="1131340"/>
                </a:lnTo>
                <a:lnTo>
                  <a:pt x="1414860" y="1133558"/>
                </a:lnTo>
                <a:lnTo>
                  <a:pt x="1421723" y="1135822"/>
                </a:lnTo>
                <a:lnTo>
                  <a:pt x="1425485" y="1143173"/>
                </a:lnTo>
                <a:lnTo>
                  <a:pt x="1423267" y="1150085"/>
                </a:lnTo>
                <a:lnTo>
                  <a:pt x="1421004" y="1156947"/>
                </a:lnTo>
                <a:lnTo>
                  <a:pt x="1413604" y="1160755"/>
                </a:lnTo>
                <a:lnTo>
                  <a:pt x="1406737" y="1158487"/>
                </a:lnTo>
                <a:lnTo>
                  <a:pt x="1404546" y="1157803"/>
                </a:lnTo>
                <a:lnTo>
                  <a:pt x="1402652" y="1156559"/>
                </a:lnTo>
                <a:close/>
              </a:path>
              <a:path w="5142230" h="2300604">
                <a:moveTo>
                  <a:pt x="414605" y="440795"/>
                </a:moveTo>
                <a:lnTo>
                  <a:pt x="409959" y="435822"/>
                </a:lnTo>
                <a:lnTo>
                  <a:pt x="409019" y="434326"/>
                </a:lnTo>
                <a:lnTo>
                  <a:pt x="405958" y="425771"/>
                </a:lnTo>
                <a:lnTo>
                  <a:pt x="409519" y="418245"/>
                </a:lnTo>
                <a:lnTo>
                  <a:pt x="416305" y="415832"/>
                </a:lnTo>
                <a:lnTo>
                  <a:pt x="423140" y="413374"/>
                </a:lnTo>
                <a:lnTo>
                  <a:pt x="430616" y="416881"/>
                </a:lnTo>
                <a:lnTo>
                  <a:pt x="435533" y="430550"/>
                </a:lnTo>
                <a:lnTo>
                  <a:pt x="431931" y="438033"/>
                </a:lnTo>
                <a:lnTo>
                  <a:pt x="425141" y="440441"/>
                </a:lnTo>
                <a:lnTo>
                  <a:pt x="420030" y="442302"/>
                </a:lnTo>
                <a:lnTo>
                  <a:pt x="414605" y="440795"/>
                </a:lnTo>
                <a:close/>
              </a:path>
              <a:path w="5142230" h="2300604">
                <a:moveTo>
                  <a:pt x="440245" y="507242"/>
                </a:moveTo>
                <a:lnTo>
                  <a:pt x="435598" y="502269"/>
                </a:lnTo>
                <a:lnTo>
                  <a:pt x="434700" y="500916"/>
                </a:lnTo>
                <a:lnTo>
                  <a:pt x="434137" y="499433"/>
                </a:lnTo>
                <a:lnTo>
                  <a:pt x="431344" y="492729"/>
                </a:lnTo>
                <a:lnTo>
                  <a:pt x="434531" y="485095"/>
                </a:lnTo>
                <a:lnTo>
                  <a:pt x="447891" y="479554"/>
                </a:lnTo>
                <a:lnTo>
                  <a:pt x="455573" y="482696"/>
                </a:lnTo>
                <a:lnTo>
                  <a:pt x="461061" y="496096"/>
                </a:lnTo>
                <a:lnTo>
                  <a:pt x="457879" y="503735"/>
                </a:lnTo>
                <a:lnTo>
                  <a:pt x="451223" y="506483"/>
                </a:lnTo>
                <a:lnTo>
                  <a:pt x="446181" y="508612"/>
                </a:lnTo>
                <a:lnTo>
                  <a:pt x="446050" y="508667"/>
                </a:lnTo>
                <a:lnTo>
                  <a:pt x="440245" y="507242"/>
                </a:lnTo>
                <a:close/>
              </a:path>
              <a:path w="5142230" h="2300604">
                <a:moveTo>
                  <a:pt x="2361954" y="1715457"/>
                </a:moveTo>
                <a:lnTo>
                  <a:pt x="2357257" y="1710430"/>
                </a:lnTo>
                <a:lnTo>
                  <a:pt x="2356493" y="1709318"/>
                </a:lnTo>
                <a:lnTo>
                  <a:pt x="2352848" y="1701410"/>
                </a:lnTo>
                <a:lnTo>
                  <a:pt x="2355751" y="1693667"/>
                </a:lnTo>
                <a:lnTo>
                  <a:pt x="2362276" y="1690584"/>
                </a:lnTo>
                <a:lnTo>
                  <a:pt x="2368852" y="1687555"/>
                </a:lnTo>
                <a:lnTo>
                  <a:pt x="2376679" y="1690461"/>
                </a:lnTo>
                <a:lnTo>
                  <a:pt x="2382752" y="1703608"/>
                </a:lnTo>
                <a:lnTo>
                  <a:pt x="2379844" y="1711345"/>
                </a:lnTo>
                <a:lnTo>
                  <a:pt x="2367992" y="1716839"/>
                </a:lnTo>
                <a:lnTo>
                  <a:pt x="2361954" y="1715457"/>
                </a:lnTo>
                <a:close/>
              </a:path>
              <a:path w="5142230" h="2300604">
                <a:moveTo>
                  <a:pt x="1002956" y="1008737"/>
                </a:moveTo>
                <a:lnTo>
                  <a:pt x="998310" y="1003763"/>
                </a:lnTo>
                <a:lnTo>
                  <a:pt x="997176" y="998248"/>
                </a:lnTo>
                <a:lnTo>
                  <a:pt x="1002101" y="986708"/>
                </a:lnTo>
                <a:lnTo>
                  <a:pt x="1009807" y="983618"/>
                </a:lnTo>
                <a:lnTo>
                  <a:pt x="1023116" y="989264"/>
                </a:lnTo>
                <a:lnTo>
                  <a:pt x="1026157" y="997016"/>
                </a:lnTo>
                <a:lnTo>
                  <a:pt x="1020511" y="1010326"/>
                </a:lnTo>
                <a:lnTo>
                  <a:pt x="1012805" y="1013415"/>
                </a:lnTo>
                <a:lnTo>
                  <a:pt x="1004430" y="1009825"/>
                </a:lnTo>
                <a:lnTo>
                  <a:pt x="1002956" y="1008737"/>
                </a:lnTo>
                <a:close/>
              </a:path>
              <a:path w="5142230" h="2300604">
                <a:moveTo>
                  <a:pt x="469661" y="572161"/>
                </a:moveTo>
                <a:lnTo>
                  <a:pt x="464973" y="567143"/>
                </a:lnTo>
                <a:lnTo>
                  <a:pt x="464206" y="566126"/>
                </a:lnTo>
                <a:lnTo>
                  <a:pt x="460456" y="558397"/>
                </a:lnTo>
                <a:lnTo>
                  <a:pt x="463083" y="550555"/>
                </a:lnTo>
                <a:lnTo>
                  <a:pt x="469612" y="547379"/>
                </a:lnTo>
                <a:lnTo>
                  <a:pt x="475783" y="544308"/>
                </a:lnTo>
                <a:lnTo>
                  <a:pt x="476095" y="544153"/>
                </a:lnTo>
                <a:lnTo>
                  <a:pt x="483934" y="546875"/>
                </a:lnTo>
                <a:lnTo>
                  <a:pt x="487159" y="553358"/>
                </a:lnTo>
                <a:lnTo>
                  <a:pt x="490290" y="559838"/>
                </a:lnTo>
                <a:lnTo>
                  <a:pt x="487663" y="567679"/>
                </a:lnTo>
                <a:lnTo>
                  <a:pt x="481134" y="570856"/>
                </a:lnTo>
                <a:lnTo>
                  <a:pt x="475851" y="573509"/>
                </a:lnTo>
                <a:lnTo>
                  <a:pt x="469661" y="572161"/>
                </a:lnTo>
                <a:close/>
              </a:path>
              <a:path w="5142230" h="2300604">
                <a:moveTo>
                  <a:pt x="2386619" y="1781253"/>
                </a:moveTo>
                <a:lnTo>
                  <a:pt x="2382018" y="1776328"/>
                </a:lnTo>
                <a:lnTo>
                  <a:pt x="2380998" y="1774551"/>
                </a:lnTo>
                <a:lnTo>
                  <a:pt x="2380400" y="1772543"/>
                </a:lnTo>
                <a:lnTo>
                  <a:pt x="2378278" y="1765678"/>
                </a:lnTo>
                <a:lnTo>
                  <a:pt x="2382205" y="1758347"/>
                </a:lnTo>
                <a:lnTo>
                  <a:pt x="2389126" y="1756274"/>
                </a:lnTo>
                <a:lnTo>
                  <a:pt x="2396041" y="1754097"/>
                </a:lnTo>
                <a:lnTo>
                  <a:pt x="2403371" y="1758034"/>
                </a:lnTo>
                <a:lnTo>
                  <a:pt x="2407567" y="1771910"/>
                </a:lnTo>
                <a:lnTo>
                  <a:pt x="2403640" y="1779240"/>
                </a:lnTo>
                <a:lnTo>
                  <a:pt x="2391806" y="1782798"/>
                </a:lnTo>
                <a:lnTo>
                  <a:pt x="2386619" y="1781253"/>
                </a:lnTo>
                <a:close/>
              </a:path>
              <a:path w="5142230" h="2300604">
                <a:moveTo>
                  <a:pt x="2369447" y="2270468"/>
                </a:moveTo>
                <a:lnTo>
                  <a:pt x="2364851" y="2265548"/>
                </a:lnTo>
                <a:lnTo>
                  <a:pt x="2363539" y="2261113"/>
                </a:lnTo>
                <a:lnTo>
                  <a:pt x="2366287" y="2249588"/>
                </a:lnTo>
                <a:lnTo>
                  <a:pt x="2373374" y="2245250"/>
                </a:lnTo>
                <a:lnTo>
                  <a:pt x="2380396" y="2247000"/>
                </a:lnTo>
                <a:lnTo>
                  <a:pt x="2387426" y="2248660"/>
                </a:lnTo>
                <a:lnTo>
                  <a:pt x="2391760" y="2255743"/>
                </a:lnTo>
                <a:lnTo>
                  <a:pt x="2388359" y="2269795"/>
                </a:lnTo>
                <a:lnTo>
                  <a:pt x="2381271" y="2274133"/>
                </a:lnTo>
                <a:lnTo>
                  <a:pt x="2371666" y="2271866"/>
                </a:lnTo>
                <a:lnTo>
                  <a:pt x="2369447" y="2270468"/>
                </a:lnTo>
                <a:close/>
              </a:path>
              <a:path w="5142230" h="2300604">
                <a:moveTo>
                  <a:pt x="2385073" y="2201276"/>
                </a:moveTo>
                <a:lnTo>
                  <a:pt x="2380468" y="2196346"/>
                </a:lnTo>
                <a:lnTo>
                  <a:pt x="2379108" y="2192056"/>
                </a:lnTo>
                <a:lnTo>
                  <a:pt x="2379978" y="2187709"/>
                </a:lnTo>
                <a:lnTo>
                  <a:pt x="2381427" y="2180658"/>
                </a:lnTo>
                <a:lnTo>
                  <a:pt x="2388386" y="2176085"/>
                </a:lnTo>
                <a:lnTo>
                  <a:pt x="2402543" y="2179021"/>
                </a:lnTo>
                <a:lnTo>
                  <a:pt x="2407120" y="2185876"/>
                </a:lnTo>
                <a:lnTo>
                  <a:pt x="2405650" y="2193002"/>
                </a:lnTo>
                <a:lnTo>
                  <a:pt x="2404234" y="2200087"/>
                </a:lnTo>
                <a:lnTo>
                  <a:pt x="2397275" y="2204661"/>
                </a:lnTo>
                <a:lnTo>
                  <a:pt x="2390195" y="2203240"/>
                </a:lnTo>
                <a:lnTo>
                  <a:pt x="2387435" y="2202631"/>
                </a:lnTo>
                <a:lnTo>
                  <a:pt x="2385073" y="2201276"/>
                </a:lnTo>
                <a:close/>
              </a:path>
              <a:path w="5142230" h="2300604">
                <a:moveTo>
                  <a:pt x="503693" y="634885"/>
                </a:moveTo>
                <a:lnTo>
                  <a:pt x="498951" y="629809"/>
                </a:lnTo>
                <a:lnTo>
                  <a:pt x="498415" y="629040"/>
                </a:lnTo>
                <a:lnTo>
                  <a:pt x="494217" y="622005"/>
                </a:lnTo>
                <a:lnTo>
                  <a:pt x="496236" y="614001"/>
                </a:lnTo>
                <a:lnTo>
                  <a:pt x="502403" y="610240"/>
                </a:lnTo>
                <a:lnTo>
                  <a:pt x="508619" y="606533"/>
                </a:lnTo>
                <a:lnTo>
                  <a:pt x="516673" y="608606"/>
                </a:lnTo>
                <a:lnTo>
                  <a:pt x="524135" y="620993"/>
                </a:lnTo>
                <a:lnTo>
                  <a:pt x="522067" y="629043"/>
                </a:lnTo>
                <a:lnTo>
                  <a:pt x="515851" y="632750"/>
                </a:lnTo>
                <a:lnTo>
                  <a:pt x="510500" y="636014"/>
                </a:lnTo>
                <a:lnTo>
                  <a:pt x="503693" y="634885"/>
                </a:lnTo>
                <a:close/>
              </a:path>
              <a:path w="5142230" h="2300604">
                <a:moveTo>
                  <a:pt x="2328416" y="1653947"/>
                </a:moveTo>
                <a:lnTo>
                  <a:pt x="2323075" y="1648229"/>
                </a:lnTo>
                <a:lnTo>
                  <a:pt x="2318674" y="1641466"/>
                </a:lnTo>
                <a:lnTo>
                  <a:pt x="2320414" y="1633358"/>
                </a:lnTo>
                <a:lnTo>
                  <a:pt x="2332530" y="1625508"/>
                </a:lnTo>
                <a:lnTo>
                  <a:pt x="2340643" y="1627253"/>
                </a:lnTo>
                <a:lnTo>
                  <a:pt x="2348492" y="1639369"/>
                </a:lnTo>
                <a:lnTo>
                  <a:pt x="2346794" y="1647521"/>
                </a:lnTo>
                <a:lnTo>
                  <a:pt x="2335309" y="1654972"/>
                </a:lnTo>
                <a:lnTo>
                  <a:pt x="2328416" y="1653947"/>
                </a:lnTo>
                <a:close/>
              </a:path>
              <a:path w="5142230" h="2300604">
                <a:moveTo>
                  <a:pt x="1134446" y="1062499"/>
                </a:moveTo>
                <a:lnTo>
                  <a:pt x="1129800" y="1057526"/>
                </a:lnTo>
                <a:lnTo>
                  <a:pt x="1128611" y="1052245"/>
                </a:lnTo>
                <a:lnTo>
                  <a:pt x="1130569" y="1047402"/>
                </a:lnTo>
                <a:lnTo>
                  <a:pt x="1133207" y="1040646"/>
                </a:lnTo>
                <a:lnTo>
                  <a:pt x="1140779" y="1037316"/>
                </a:lnTo>
                <a:lnTo>
                  <a:pt x="1147531" y="1039949"/>
                </a:lnTo>
                <a:lnTo>
                  <a:pt x="1154237" y="1042632"/>
                </a:lnTo>
                <a:lnTo>
                  <a:pt x="1157572" y="1050209"/>
                </a:lnTo>
                <a:lnTo>
                  <a:pt x="1152297" y="1063721"/>
                </a:lnTo>
                <a:lnTo>
                  <a:pt x="1144674" y="1066997"/>
                </a:lnTo>
                <a:lnTo>
                  <a:pt x="1136055" y="1063635"/>
                </a:lnTo>
                <a:lnTo>
                  <a:pt x="1134446" y="1062499"/>
                </a:lnTo>
                <a:close/>
              </a:path>
              <a:path w="5142230" h="2300604">
                <a:moveTo>
                  <a:pt x="351338" y="237104"/>
                </a:moveTo>
                <a:lnTo>
                  <a:pt x="346692" y="232130"/>
                </a:lnTo>
                <a:lnTo>
                  <a:pt x="345621" y="230300"/>
                </a:lnTo>
                <a:lnTo>
                  <a:pt x="345028" y="228297"/>
                </a:lnTo>
                <a:lnTo>
                  <a:pt x="343048" y="221290"/>
                </a:lnTo>
                <a:lnTo>
                  <a:pt x="347071" y="214062"/>
                </a:lnTo>
                <a:lnTo>
                  <a:pt x="354078" y="212082"/>
                </a:lnTo>
                <a:lnTo>
                  <a:pt x="361037" y="210147"/>
                </a:lnTo>
                <a:lnTo>
                  <a:pt x="368264" y="214170"/>
                </a:lnTo>
                <a:lnTo>
                  <a:pt x="372228" y="228090"/>
                </a:lnTo>
                <a:lnTo>
                  <a:pt x="368205" y="235317"/>
                </a:lnTo>
                <a:lnTo>
                  <a:pt x="361198" y="237298"/>
                </a:lnTo>
                <a:lnTo>
                  <a:pt x="356337" y="238643"/>
                </a:lnTo>
                <a:lnTo>
                  <a:pt x="351338" y="237104"/>
                </a:lnTo>
                <a:close/>
              </a:path>
              <a:path w="5142230" h="2300604">
                <a:moveTo>
                  <a:pt x="2410464" y="1919968"/>
                </a:moveTo>
                <a:lnTo>
                  <a:pt x="2405859" y="1915039"/>
                </a:lnTo>
                <a:lnTo>
                  <a:pt x="2404590" y="1912215"/>
                </a:lnTo>
                <a:lnTo>
                  <a:pt x="2404409" y="1909088"/>
                </a:lnTo>
                <a:lnTo>
                  <a:pt x="2403903" y="1901900"/>
                </a:lnTo>
                <a:lnTo>
                  <a:pt x="2409403" y="1895667"/>
                </a:lnTo>
                <a:lnTo>
                  <a:pt x="2416641" y="1895205"/>
                </a:lnTo>
                <a:lnTo>
                  <a:pt x="2423835" y="1894694"/>
                </a:lnTo>
                <a:lnTo>
                  <a:pt x="2430068" y="1900194"/>
                </a:lnTo>
                <a:lnTo>
                  <a:pt x="2430530" y="1907433"/>
                </a:lnTo>
                <a:lnTo>
                  <a:pt x="2431040" y="1914626"/>
                </a:lnTo>
                <a:lnTo>
                  <a:pt x="2425540" y="1920859"/>
                </a:lnTo>
                <a:lnTo>
                  <a:pt x="2414234" y="1921560"/>
                </a:lnTo>
                <a:lnTo>
                  <a:pt x="2410464" y="1919968"/>
                </a:lnTo>
                <a:close/>
              </a:path>
              <a:path w="5142230" h="2300604">
                <a:moveTo>
                  <a:pt x="391826" y="373402"/>
                </a:moveTo>
                <a:lnTo>
                  <a:pt x="387180" y="368429"/>
                </a:lnTo>
                <a:lnTo>
                  <a:pt x="386156" y="366746"/>
                </a:lnTo>
                <a:lnTo>
                  <a:pt x="385560" y="364838"/>
                </a:lnTo>
                <a:lnTo>
                  <a:pt x="383340" y="357964"/>
                </a:lnTo>
                <a:lnTo>
                  <a:pt x="387127" y="350582"/>
                </a:lnTo>
                <a:lnTo>
                  <a:pt x="394051" y="348414"/>
                </a:lnTo>
                <a:lnTo>
                  <a:pt x="400644" y="346284"/>
                </a:lnTo>
                <a:lnTo>
                  <a:pt x="400924" y="346194"/>
                </a:lnTo>
                <a:lnTo>
                  <a:pt x="408302" y="349985"/>
                </a:lnTo>
                <a:lnTo>
                  <a:pt x="410523" y="356859"/>
                </a:lnTo>
                <a:lnTo>
                  <a:pt x="412695" y="363779"/>
                </a:lnTo>
                <a:lnTo>
                  <a:pt x="408898" y="371151"/>
                </a:lnTo>
                <a:lnTo>
                  <a:pt x="402025" y="373372"/>
                </a:lnTo>
                <a:lnTo>
                  <a:pt x="397019" y="374953"/>
                </a:lnTo>
                <a:lnTo>
                  <a:pt x="391826" y="373402"/>
                </a:lnTo>
                <a:close/>
              </a:path>
              <a:path w="5142230" h="2300604">
                <a:moveTo>
                  <a:pt x="1068496" y="1036083"/>
                </a:moveTo>
                <a:lnTo>
                  <a:pt x="1063850" y="1031110"/>
                </a:lnTo>
                <a:lnTo>
                  <a:pt x="1062664" y="1025734"/>
                </a:lnTo>
                <a:lnTo>
                  <a:pt x="1067445" y="1014137"/>
                </a:lnTo>
                <a:lnTo>
                  <a:pt x="1075064" y="1010955"/>
                </a:lnTo>
                <a:lnTo>
                  <a:pt x="1081771" y="1013638"/>
                </a:lnTo>
                <a:lnTo>
                  <a:pt x="1088429" y="1016367"/>
                </a:lnTo>
                <a:lnTo>
                  <a:pt x="1091662" y="1024031"/>
                </a:lnTo>
                <a:lnTo>
                  <a:pt x="1088974" y="1030733"/>
                </a:lnTo>
                <a:lnTo>
                  <a:pt x="1086250" y="1037396"/>
                </a:lnTo>
                <a:lnTo>
                  <a:pt x="1078586" y="1040628"/>
                </a:lnTo>
                <a:lnTo>
                  <a:pt x="1071879" y="1037945"/>
                </a:lnTo>
                <a:lnTo>
                  <a:pt x="1070064" y="1037175"/>
                </a:lnTo>
                <a:lnTo>
                  <a:pt x="1068496" y="1036083"/>
                </a:lnTo>
                <a:close/>
              </a:path>
              <a:path w="5142230" h="2300604">
                <a:moveTo>
                  <a:pt x="2402559" y="1849829"/>
                </a:moveTo>
                <a:lnTo>
                  <a:pt x="2397959" y="1844904"/>
                </a:lnTo>
                <a:lnTo>
                  <a:pt x="2396711" y="1842591"/>
                </a:lnTo>
                <a:lnTo>
                  <a:pt x="2396285" y="1839985"/>
                </a:lnTo>
                <a:lnTo>
                  <a:pt x="2395063" y="1832909"/>
                </a:lnTo>
                <a:lnTo>
                  <a:pt x="2399827" y="1826084"/>
                </a:lnTo>
                <a:lnTo>
                  <a:pt x="2406997" y="1824865"/>
                </a:lnTo>
                <a:lnTo>
                  <a:pt x="2414117" y="1823592"/>
                </a:lnTo>
                <a:lnTo>
                  <a:pt x="2420898" y="1828406"/>
                </a:lnTo>
                <a:lnTo>
                  <a:pt x="2423340" y="1842652"/>
                </a:lnTo>
                <a:lnTo>
                  <a:pt x="2418571" y="1849472"/>
                </a:lnTo>
                <a:lnTo>
                  <a:pt x="2411612" y="1850625"/>
                </a:lnTo>
                <a:lnTo>
                  <a:pt x="2406974" y="1851427"/>
                </a:lnTo>
                <a:lnTo>
                  <a:pt x="2403958" y="1850349"/>
                </a:lnTo>
                <a:lnTo>
                  <a:pt x="2402559" y="1849829"/>
                </a:lnTo>
                <a:close/>
              </a:path>
              <a:path w="5142230" h="2300604">
                <a:moveTo>
                  <a:pt x="370968" y="305329"/>
                </a:moveTo>
                <a:lnTo>
                  <a:pt x="366368" y="300404"/>
                </a:lnTo>
                <a:lnTo>
                  <a:pt x="365294" y="298668"/>
                </a:lnTo>
                <a:lnTo>
                  <a:pt x="364750" y="296620"/>
                </a:lnTo>
                <a:lnTo>
                  <a:pt x="362672" y="289703"/>
                </a:lnTo>
                <a:lnTo>
                  <a:pt x="366649" y="282427"/>
                </a:lnTo>
                <a:lnTo>
                  <a:pt x="373565" y="280349"/>
                </a:lnTo>
                <a:lnTo>
                  <a:pt x="380527" y="278320"/>
                </a:lnTo>
                <a:lnTo>
                  <a:pt x="387803" y="282297"/>
                </a:lnTo>
                <a:lnTo>
                  <a:pt x="389881" y="289213"/>
                </a:lnTo>
                <a:lnTo>
                  <a:pt x="391910" y="296175"/>
                </a:lnTo>
                <a:lnTo>
                  <a:pt x="387933" y="303452"/>
                </a:lnTo>
                <a:lnTo>
                  <a:pt x="380972" y="305481"/>
                </a:lnTo>
                <a:lnTo>
                  <a:pt x="376058" y="306966"/>
                </a:lnTo>
                <a:lnTo>
                  <a:pt x="370968" y="305329"/>
                </a:lnTo>
                <a:close/>
              </a:path>
              <a:path w="5142230" h="2300604">
                <a:moveTo>
                  <a:pt x="2397831" y="2131458"/>
                </a:moveTo>
                <a:lnTo>
                  <a:pt x="2393276" y="2126582"/>
                </a:lnTo>
                <a:lnTo>
                  <a:pt x="2391907" y="2122574"/>
                </a:lnTo>
                <a:lnTo>
                  <a:pt x="2392515" y="2118436"/>
                </a:lnTo>
                <a:lnTo>
                  <a:pt x="2393653" y="2111346"/>
                </a:lnTo>
                <a:lnTo>
                  <a:pt x="2400387" y="2106434"/>
                </a:lnTo>
                <a:lnTo>
                  <a:pt x="2414665" y="2108619"/>
                </a:lnTo>
                <a:lnTo>
                  <a:pt x="2419528" y="2115390"/>
                </a:lnTo>
                <a:lnTo>
                  <a:pt x="2418390" y="2122480"/>
                </a:lnTo>
                <a:lnTo>
                  <a:pt x="2417297" y="2129618"/>
                </a:lnTo>
                <a:lnTo>
                  <a:pt x="2410621" y="2134494"/>
                </a:lnTo>
                <a:lnTo>
                  <a:pt x="2403478" y="2133397"/>
                </a:lnTo>
                <a:lnTo>
                  <a:pt x="2400428" y="2132967"/>
                </a:lnTo>
                <a:lnTo>
                  <a:pt x="2397831" y="2131458"/>
                </a:lnTo>
                <a:close/>
              </a:path>
              <a:path w="5142230" h="2300604">
                <a:moveTo>
                  <a:pt x="1870302" y="1323264"/>
                </a:moveTo>
                <a:lnTo>
                  <a:pt x="1865656" y="1318291"/>
                </a:lnTo>
                <a:lnTo>
                  <a:pt x="1864566" y="1312725"/>
                </a:lnTo>
                <a:lnTo>
                  <a:pt x="1869585" y="1301188"/>
                </a:lnTo>
                <a:lnTo>
                  <a:pt x="1877337" y="1298147"/>
                </a:lnTo>
                <a:lnTo>
                  <a:pt x="1890599" y="1303938"/>
                </a:lnTo>
                <a:lnTo>
                  <a:pt x="1893594" y="1311641"/>
                </a:lnTo>
                <a:lnTo>
                  <a:pt x="1890726" y="1318247"/>
                </a:lnTo>
                <a:lnTo>
                  <a:pt x="1887804" y="1324894"/>
                </a:lnTo>
                <a:lnTo>
                  <a:pt x="1880101" y="1327889"/>
                </a:lnTo>
                <a:lnTo>
                  <a:pt x="1873451" y="1325071"/>
                </a:lnTo>
                <a:lnTo>
                  <a:pt x="1871725" y="1324299"/>
                </a:lnTo>
                <a:lnTo>
                  <a:pt x="1870302" y="1323264"/>
                </a:lnTo>
                <a:close/>
              </a:path>
              <a:path w="5142230" h="2300604">
                <a:moveTo>
                  <a:pt x="2232372" y="1543216"/>
                </a:moveTo>
                <a:lnTo>
                  <a:pt x="2226896" y="1537355"/>
                </a:lnTo>
                <a:lnTo>
                  <a:pt x="2226737" y="1529853"/>
                </a:lnTo>
                <a:lnTo>
                  <a:pt x="2231255" y="1524719"/>
                </a:lnTo>
                <a:lnTo>
                  <a:pt x="2236061" y="1519308"/>
                </a:lnTo>
                <a:lnTo>
                  <a:pt x="2244386" y="1518836"/>
                </a:lnTo>
                <a:lnTo>
                  <a:pt x="2255200" y="1528457"/>
                </a:lnTo>
                <a:lnTo>
                  <a:pt x="2255626" y="1536733"/>
                </a:lnTo>
                <a:lnTo>
                  <a:pt x="2246010" y="1547552"/>
                </a:lnTo>
                <a:lnTo>
                  <a:pt x="2237779" y="1548027"/>
                </a:lnTo>
                <a:lnTo>
                  <a:pt x="2232372" y="1543216"/>
                </a:lnTo>
                <a:close/>
              </a:path>
              <a:path w="5142230" h="2300604">
                <a:moveTo>
                  <a:pt x="1738832" y="1270305"/>
                </a:moveTo>
                <a:lnTo>
                  <a:pt x="1734186" y="1265331"/>
                </a:lnTo>
                <a:lnTo>
                  <a:pt x="1732993" y="1260145"/>
                </a:lnTo>
                <a:lnTo>
                  <a:pt x="1737348" y="1248580"/>
                </a:lnTo>
                <a:lnTo>
                  <a:pt x="1744882" y="1245112"/>
                </a:lnTo>
                <a:lnTo>
                  <a:pt x="1758400" y="1250199"/>
                </a:lnTo>
                <a:lnTo>
                  <a:pt x="1761873" y="1257729"/>
                </a:lnTo>
                <a:lnTo>
                  <a:pt x="1759281" y="1264533"/>
                </a:lnTo>
                <a:lnTo>
                  <a:pt x="1756779" y="1271336"/>
                </a:lnTo>
                <a:lnTo>
                  <a:pt x="1749256" y="1274720"/>
                </a:lnTo>
                <a:lnTo>
                  <a:pt x="1740491" y="1271494"/>
                </a:lnTo>
                <a:lnTo>
                  <a:pt x="1738832" y="1270305"/>
                </a:lnTo>
                <a:close/>
              </a:path>
              <a:path w="5142230" h="2300604">
                <a:moveTo>
                  <a:pt x="1934734" y="1352650"/>
                </a:moveTo>
                <a:lnTo>
                  <a:pt x="1930088" y="1347677"/>
                </a:lnTo>
                <a:lnTo>
                  <a:pt x="1929053" y="1341877"/>
                </a:lnTo>
                <a:lnTo>
                  <a:pt x="1931446" y="1336912"/>
                </a:lnTo>
                <a:lnTo>
                  <a:pt x="1934549" y="1330361"/>
                </a:lnTo>
                <a:lnTo>
                  <a:pt x="1942385" y="1327606"/>
                </a:lnTo>
                <a:lnTo>
                  <a:pt x="1955438" y="1333857"/>
                </a:lnTo>
                <a:lnTo>
                  <a:pt x="1958188" y="1341689"/>
                </a:lnTo>
                <a:lnTo>
                  <a:pt x="1955044" y="1348196"/>
                </a:lnTo>
                <a:lnTo>
                  <a:pt x="1951937" y="1354742"/>
                </a:lnTo>
                <a:lnTo>
                  <a:pt x="1944101" y="1357496"/>
                </a:lnTo>
                <a:lnTo>
                  <a:pt x="1936117" y="1353641"/>
                </a:lnTo>
                <a:lnTo>
                  <a:pt x="1934734" y="1352650"/>
                </a:lnTo>
                <a:close/>
              </a:path>
              <a:path w="5142230" h="2300604">
                <a:moveTo>
                  <a:pt x="1804946" y="1295919"/>
                </a:moveTo>
                <a:lnTo>
                  <a:pt x="1800299" y="1290946"/>
                </a:lnTo>
                <a:lnTo>
                  <a:pt x="1799118" y="1285576"/>
                </a:lnTo>
                <a:lnTo>
                  <a:pt x="1803755" y="1274021"/>
                </a:lnTo>
                <a:lnTo>
                  <a:pt x="1811424" y="1270793"/>
                </a:lnTo>
                <a:lnTo>
                  <a:pt x="1824837" y="1276159"/>
                </a:lnTo>
                <a:lnTo>
                  <a:pt x="1828119" y="1283777"/>
                </a:lnTo>
                <a:lnTo>
                  <a:pt x="1825382" y="1290525"/>
                </a:lnTo>
                <a:lnTo>
                  <a:pt x="1822699" y="1297232"/>
                </a:lnTo>
                <a:lnTo>
                  <a:pt x="1815040" y="1300469"/>
                </a:lnTo>
                <a:lnTo>
                  <a:pt x="1808333" y="1297786"/>
                </a:lnTo>
                <a:lnTo>
                  <a:pt x="1806518" y="1297016"/>
                </a:lnTo>
                <a:lnTo>
                  <a:pt x="1804946" y="1295919"/>
                </a:lnTo>
                <a:close/>
              </a:path>
              <a:path w="5142230" h="2300604">
                <a:moveTo>
                  <a:pt x="750088" y="878607"/>
                </a:moveTo>
                <a:lnTo>
                  <a:pt x="745356" y="873541"/>
                </a:lnTo>
                <a:lnTo>
                  <a:pt x="744634" y="867002"/>
                </a:lnTo>
                <a:lnTo>
                  <a:pt x="751816" y="855727"/>
                </a:lnTo>
                <a:lnTo>
                  <a:pt x="759944" y="853969"/>
                </a:lnTo>
                <a:lnTo>
                  <a:pt x="772098" y="861799"/>
                </a:lnTo>
                <a:lnTo>
                  <a:pt x="773900" y="869886"/>
                </a:lnTo>
                <a:lnTo>
                  <a:pt x="770006" y="875980"/>
                </a:lnTo>
                <a:lnTo>
                  <a:pt x="766026" y="882081"/>
                </a:lnTo>
                <a:lnTo>
                  <a:pt x="757988" y="883838"/>
                </a:lnTo>
                <a:lnTo>
                  <a:pt x="751884" y="879943"/>
                </a:lnTo>
                <a:lnTo>
                  <a:pt x="750919" y="879301"/>
                </a:lnTo>
                <a:lnTo>
                  <a:pt x="750088" y="878607"/>
                </a:lnTo>
                <a:close/>
              </a:path>
              <a:path w="5142230" h="2300604">
                <a:moveTo>
                  <a:pt x="692017" y="838631"/>
                </a:moveTo>
                <a:lnTo>
                  <a:pt x="686672" y="832910"/>
                </a:lnTo>
                <a:lnTo>
                  <a:pt x="686170" y="825922"/>
                </a:lnTo>
                <a:lnTo>
                  <a:pt x="689975" y="820806"/>
                </a:lnTo>
                <a:lnTo>
                  <a:pt x="694286" y="814962"/>
                </a:lnTo>
                <a:lnTo>
                  <a:pt x="702493" y="813778"/>
                </a:lnTo>
                <a:lnTo>
                  <a:pt x="714097" y="822388"/>
                </a:lnTo>
                <a:lnTo>
                  <a:pt x="715327" y="830644"/>
                </a:lnTo>
                <a:lnTo>
                  <a:pt x="711024" y="836399"/>
                </a:lnTo>
                <a:lnTo>
                  <a:pt x="706713" y="842243"/>
                </a:lnTo>
                <a:lnTo>
                  <a:pt x="698510" y="843432"/>
                </a:lnTo>
                <a:lnTo>
                  <a:pt x="692661" y="839125"/>
                </a:lnTo>
                <a:lnTo>
                  <a:pt x="692017" y="838631"/>
                </a:lnTo>
                <a:close/>
              </a:path>
              <a:path w="5142230" h="2300604">
                <a:moveTo>
                  <a:pt x="2059749" y="1419128"/>
                </a:moveTo>
                <a:lnTo>
                  <a:pt x="2055011" y="1414057"/>
                </a:lnTo>
                <a:lnTo>
                  <a:pt x="2054184" y="1407698"/>
                </a:lnTo>
                <a:lnTo>
                  <a:pt x="2060944" y="1396361"/>
                </a:lnTo>
                <a:lnTo>
                  <a:pt x="2069070" y="1394308"/>
                </a:lnTo>
                <a:lnTo>
                  <a:pt x="2069203" y="1394450"/>
                </a:lnTo>
                <a:lnTo>
                  <a:pt x="2081391" y="1401731"/>
                </a:lnTo>
                <a:lnTo>
                  <a:pt x="2083484" y="1409738"/>
                </a:lnTo>
                <a:lnTo>
                  <a:pt x="2079731" y="1415984"/>
                </a:lnTo>
                <a:lnTo>
                  <a:pt x="2076075" y="1422138"/>
                </a:lnTo>
                <a:lnTo>
                  <a:pt x="2067978" y="1424223"/>
                </a:lnTo>
                <a:lnTo>
                  <a:pt x="2060710" y="1419864"/>
                </a:lnTo>
                <a:lnTo>
                  <a:pt x="2059749" y="1419128"/>
                </a:lnTo>
                <a:close/>
              </a:path>
              <a:path w="5142230" h="2300604">
                <a:moveTo>
                  <a:pt x="636605" y="793879"/>
                </a:moveTo>
                <a:lnTo>
                  <a:pt x="631132" y="788021"/>
                </a:lnTo>
                <a:lnTo>
                  <a:pt x="630871" y="780508"/>
                </a:lnTo>
                <a:lnTo>
                  <a:pt x="635394" y="775379"/>
                </a:lnTo>
                <a:lnTo>
                  <a:pt x="640204" y="769972"/>
                </a:lnTo>
                <a:lnTo>
                  <a:pt x="648438" y="769402"/>
                </a:lnTo>
                <a:lnTo>
                  <a:pt x="659301" y="778978"/>
                </a:lnTo>
                <a:lnTo>
                  <a:pt x="659822" y="787257"/>
                </a:lnTo>
                <a:lnTo>
                  <a:pt x="650340" y="798123"/>
                </a:lnTo>
                <a:lnTo>
                  <a:pt x="642061" y="798644"/>
                </a:lnTo>
                <a:lnTo>
                  <a:pt x="636605" y="793879"/>
                </a:lnTo>
                <a:close/>
              </a:path>
              <a:path w="5142230" h="2300604">
                <a:moveTo>
                  <a:pt x="2177624" y="1498392"/>
                </a:moveTo>
                <a:lnTo>
                  <a:pt x="2172284" y="1492676"/>
                </a:lnTo>
                <a:lnTo>
                  <a:pt x="2171826" y="1485637"/>
                </a:lnTo>
                <a:lnTo>
                  <a:pt x="2180176" y="1474733"/>
                </a:lnTo>
                <a:lnTo>
                  <a:pt x="2188376" y="1473638"/>
                </a:lnTo>
                <a:lnTo>
                  <a:pt x="2199883" y="1482438"/>
                </a:lnTo>
                <a:lnTo>
                  <a:pt x="2200973" y="1490642"/>
                </a:lnTo>
                <a:lnTo>
                  <a:pt x="2192174" y="1502140"/>
                </a:lnTo>
                <a:lnTo>
                  <a:pt x="2183969" y="1503230"/>
                </a:lnTo>
                <a:lnTo>
                  <a:pt x="2177624" y="1498392"/>
                </a:lnTo>
                <a:close/>
              </a:path>
              <a:path w="5142230" h="2300604">
                <a:moveTo>
                  <a:pt x="1997992" y="1384494"/>
                </a:moveTo>
                <a:lnTo>
                  <a:pt x="1993305" y="1379476"/>
                </a:lnTo>
                <a:lnTo>
                  <a:pt x="1992326" y="1373442"/>
                </a:lnTo>
                <a:lnTo>
                  <a:pt x="1998428" y="1361989"/>
                </a:lnTo>
                <a:lnTo>
                  <a:pt x="2006349" y="1359521"/>
                </a:lnTo>
                <a:lnTo>
                  <a:pt x="2012751" y="1362954"/>
                </a:lnTo>
                <a:lnTo>
                  <a:pt x="2019198" y="1366336"/>
                </a:lnTo>
                <a:lnTo>
                  <a:pt x="2021568" y="1374249"/>
                </a:lnTo>
                <a:lnTo>
                  <a:pt x="2018190" y="1380701"/>
                </a:lnTo>
                <a:lnTo>
                  <a:pt x="2014806" y="1387049"/>
                </a:lnTo>
                <a:lnTo>
                  <a:pt x="2006840" y="1389468"/>
                </a:lnTo>
                <a:lnTo>
                  <a:pt x="2000492" y="1386094"/>
                </a:lnTo>
                <a:lnTo>
                  <a:pt x="1999144" y="1385335"/>
                </a:lnTo>
                <a:lnTo>
                  <a:pt x="1997992" y="1384494"/>
                </a:lnTo>
                <a:close/>
              </a:path>
              <a:path w="5142230" h="2300604">
                <a:moveTo>
                  <a:pt x="2119602" y="1456808"/>
                </a:moveTo>
                <a:lnTo>
                  <a:pt x="2114865" y="1451737"/>
                </a:lnTo>
                <a:lnTo>
                  <a:pt x="2114150" y="1445009"/>
                </a:lnTo>
                <a:lnTo>
                  <a:pt x="2117631" y="1439840"/>
                </a:lnTo>
                <a:lnTo>
                  <a:pt x="2121660" y="1433793"/>
                </a:lnTo>
                <a:lnTo>
                  <a:pt x="2129782" y="1432223"/>
                </a:lnTo>
                <a:lnTo>
                  <a:pt x="2135785" y="1436304"/>
                </a:lnTo>
                <a:lnTo>
                  <a:pt x="2141787" y="1440285"/>
                </a:lnTo>
                <a:lnTo>
                  <a:pt x="2143397" y="1448460"/>
                </a:lnTo>
                <a:lnTo>
                  <a:pt x="2139366" y="1454408"/>
                </a:lnTo>
                <a:lnTo>
                  <a:pt x="2135336" y="1460455"/>
                </a:lnTo>
                <a:lnTo>
                  <a:pt x="2127210" y="1462020"/>
                </a:lnTo>
                <a:lnTo>
                  <a:pt x="2121208" y="1458039"/>
                </a:lnTo>
                <a:lnTo>
                  <a:pt x="2120383" y="1457449"/>
                </a:lnTo>
                <a:lnTo>
                  <a:pt x="2119602" y="1456808"/>
                </a:lnTo>
                <a:close/>
              </a:path>
              <a:path w="5142230" h="2300604">
                <a:moveTo>
                  <a:pt x="873889" y="948967"/>
                </a:moveTo>
                <a:lnTo>
                  <a:pt x="869198" y="943944"/>
                </a:lnTo>
                <a:lnTo>
                  <a:pt x="868219" y="938010"/>
                </a:lnTo>
                <a:lnTo>
                  <a:pt x="874039" y="926547"/>
                </a:lnTo>
                <a:lnTo>
                  <a:pt x="881917" y="923935"/>
                </a:lnTo>
                <a:lnTo>
                  <a:pt x="894772" y="930463"/>
                </a:lnTo>
                <a:lnTo>
                  <a:pt x="897384" y="938342"/>
                </a:lnTo>
                <a:lnTo>
                  <a:pt x="894141" y="944841"/>
                </a:lnTo>
                <a:lnTo>
                  <a:pt x="890902" y="951245"/>
                </a:lnTo>
                <a:lnTo>
                  <a:pt x="883023" y="953857"/>
                </a:lnTo>
                <a:lnTo>
                  <a:pt x="875132" y="949906"/>
                </a:lnTo>
                <a:lnTo>
                  <a:pt x="873889" y="948967"/>
                </a:lnTo>
                <a:close/>
              </a:path>
              <a:path w="5142230" h="2300604">
                <a:moveTo>
                  <a:pt x="1537730" y="1200477"/>
                </a:moveTo>
                <a:lnTo>
                  <a:pt x="1533134" y="1195558"/>
                </a:lnTo>
                <a:lnTo>
                  <a:pt x="1531887" y="1190605"/>
                </a:lnTo>
                <a:lnTo>
                  <a:pt x="1533412" y="1185884"/>
                </a:lnTo>
                <a:lnTo>
                  <a:pt x="1535675" y="1179021"/>
                </a:lnTo>
                <a:lnTo>
                  <a:pt x="1543077" y="1175313"/>
                </a:lnTo>
                <a:lnTo>
                  <a:pt x="1549939" y="1177576"/>
                </a:lnTo>
                <a:lnTo>
                  <a:pt x="1556846" y="1179789"/>
                </a:lnTo>
                <a:lnTo>
                  <a:pt x="1560565" y="1187191"/>
                </a:lnTo>
                <a:lnTo>
                  <a:pt x="1558347" y="1194102"/>
                </a:lnTo>
                <a:lnTo>
                  <a:pt x="1556107" y="1200893"/>
                </a:lnTo>
                <a:lnTo>
                  <a:pt x="1548638" y="1204725"/>
                </a:lnTo>
                <a:lnTo>
                  <a:pt x="1541775" y="1202461"/>
                </a:lnTo>
                <a:lnTo>
                  <a:pt x="1539628" y="1201727"/>
                </a:lnTo>
                <a:lnTo>
                  <a:pt x="1537730" y="1200477"/>
                </a:lnTo>
                <a:close/>
              </a:path>
              <a:path w="5142230" h="2300604">
                <a:moveTo>
                  <a:pt x="1605094" y="1222934"/>
                </a:moveTo>
                <a:lnTo>
                  <a:pt x="1600494" y="1218009"/>
                </a:lnTo>
                <a:lnTo>
                  <a:pt x="1599200" y="1213008"/>
                </a:lnTo>
                <a:lnTo>
                  <a:pt x="1600779" y="1208246"/>
                </a:lnTo>
                <a:lnTo>
                  <a:pt x="1603137" y="1201387"/>
                </a:lnTo>
                <a:lnTo>
                  <a:pt x="1610579" y="1197721"/>
                </a:lnTo>
                <a:lnTo>
                  <a:pt x="1617438" y="1200079"/>
                </a:lnTo>
                <a:lnTo>
                  <a:pt x="1624301" y="1202343"/>
                </a:lnTo>
                <a:lnTo>
                  <a:pt x="1627962" y="1209780"/>
                </a:lnTo>
                <a:lnTo>
                  <a:pt x="1625608" y="1216645"/>
                </a:lnTo>
                <a:lnTo>
                  <a:pt x="1623345" y="1223508"/>
                </a:lnTo>
                <a:lnTo>
                  <a:pt x="1615898" y="1227168"/>
                </a:lnTo>
                <a:lnTo>
                  <a:pt x="1608990" y="1224855"/>
                </a:lnTo>
                <a:lnTo>
                  <a:pt x="1606889" y="1224170"/>
                </a:lnTo>
                <a:lnTo>
                  <a:pt x="1605094" y="1222934"/>
                </a:lnTo>
                <a:close/>
              </a:path>
              <a:path w="5142230" h="2300604">
                <a:moveTo>
                  <a:pt x="1672140" y="1246125"/>
                </a:moveTo>
                <a:lnTo>
                  <a:pt x="1667494" y="1241151"/>
                </a:lnTo>
                <a:lnTo>
                  <a:pt x="1666303" y="1236064"/>
                </a:lnTo>
                <a:lnTo>
                  <a:pt x="1670379" y="1224495"/>
                </a:lnTo>
                <a:lnTo>
                  <a:pt x="1677867" y="1220879"/>
                </a:lnTo>
                <a:lnTo>
                  <a:pt x="1691530" y="1225729"/>
                </a:lnTo>
                <a:lnTo>
                  <a:pt x="1695105" y="1233173"/>
                </a:lnTo>
                <a:lnTo>
                  <a:pt x="1692653" y="1240030"/>
                </a:lnTo>
                <a:lnTo>
                  <a:pt x="1690249" y="1246840"/>
                </a:lnTo>
                <a:lnTo>
                  <a:pt x="1682810" y="1250411"/>
                </a:lnTo>
                <a:lnTo>
                  <a:pt x="1675951" y="1248053"/>
                </a:lnTo>
                <a:lnTo>
                  <a:pt x="1673898" y="1247322"/>
                </a:lnTo>
                <a:lnTo>
                  <a:pt x="1672140" y="1246125"/>
                </a:lnTo>
                <a:close/>
              </a:path>
              <a:path w="5142230" h="2300604">
                <a:moveTo>
                  <a:pt x="811106" y="915383"/>
                </a:moveTo>
                <a:lnTo>
                  <a:pt x="806419" y="910366"/>
                </a:lnTo>
                <a:lnTo>
                  <a:pt x="805499" y="904103"/>
                </a:lnTo>
                <a:lnTo>
                  <a:pt x="808362" y="899054"/>
                </a:lnTo>
                <a:lnTo>
                  <a:pt x="811975" y="892757"/>
                </a:lnTo>
                <a:lnTo>
                  <a:pt x="819935" y="890526"/>
                </a:lnTo>
                <a:lnTo>
                  <a:pt x="826236" y="894045"/>
                </a:lnTo>
                <a:lnTo>
                  <a:pt x="832529" y="897653"/>
                </a:lnTo>
                <a:lnTo>
                  <a:pt x="834765" y="905618"/>
                </a:lnTo>
                <a:lnTo>
                  <a:pt x="831245" y="911919"/>
                </a:lnTo>
                <a:lnTo>
                  <a:pt x="827627" y="918212"/>
                </a:lnTo>
                <a:lnTo>
                  <a:pt x="819672" y="920448"/>
                </a:lnTo>
                <a:lnTo>
                  <a:pt x="812168" y="916227"/>
                </a:lnTo>
                <a:lnTo>
                  <a:pt x="811106" y="915383"/>
                </a:lnTo>
                <a:close/>
              </a:path>
              <a:path w="5142230" h="2300604">
                <a:moveTo>
                  <a:pt x="1470261" y="1178494"/>
                </a:moveTo>
                <a:lnTo>
                  <a:pt x="1465615" y="1173521"/>
                </a:lnTo>
                <a:lnTo>
                  <a:pt x="1464318" y="1168614"/>
                </a:lnTo>
                <a:lnTo>
                  <a:pt x="1465898" y="1163952"/>
                </a:lnTo>
                <a:lnTo>
                  <a:pt x="1468116" y="1157040"/>
                </a:lnTo>
                <a:lnTo>
                  <a:pt x="1475511" y="1153227"/>
                </a:lnTo>
                <a:lnTo>
                  <a:pt x="1482379" y="1155496"/>
                </a:lnTo>
                <a:lnTo>
                  <a:pt x="1489290" y="1157714"/>
                </a:lnTo>
                <a:lnTo>
                  <a:pt x="1493049" y="1165159"/>
                </a:lnTo>
                <a:lnTo>
                  <a:pt x="1490786" y="1172022"/>
                </a:lnTo>
                <a:lnTo>
                  <a:pt x="1488568" y="1178933"/>
                </a:lnTo>
                <a:lnTo>
                  <a:pt x="1481171" y="1182647"/>
                </a:lnTo>
                <a:lnTo>
                  <a:pt x="1474260" y="1180429"/>
                </a:lnTo>
                <a:lnTo>
                  <a:pt x="1472113" y="1179695"/>
                </a:lnTo>
                <a:lnTo>
                  <a:pt x="1470261" y="1178494"/>
                </a:lnTo>
                <a:close/>
              </a:path>
              <a:path w="5142230" h="2300604">
                <a:moveTo>
                  <a:pt x="2633656" y="1760769"/>
                </a:moveTo>
                <a:lnTo>
                  <a:pt x="2629197" y="1755996"/>
                </a:lnTo>
                <a:lnTo>
                  <a:pt x="2628085" y="1753829"/>
                </a:lnTo>
                <a:lnTo>
                  <a:pt x="2627629" y="1751288"/>
                </a:lnTo>
                <a:lnTo>
                  <a:pt x="2626325" y="1744516"/>
                </a:lnTo>
                <a:lnTo>
                  <a:pt x="2630846" y="1737918"/>
                </a:lnTo>
                <a:lnTo>
                  <a:pt x="2644631" y="1735277"/>
                </a:lnTo>
                <a:lnTo>
                  <a:pt x="2651269" y="1739841"/>
                </a:lnTo>
                <a:lnTo>
                  <a:pt x="2652503" y="1746733"/>
                </a:lnTo>
                <a:lnTo>
                  <a:pt x="2653826" y="1753624"/>
                </a:lnTo>
                <a:lnTo>
                  <a:pt x="2649301" y="1760216"/>
                </a:lnTo>
                <a:lnTo>
                  <a:pt x="2637996" y="1762385"/>
                </a:lnTo>
                <a:lnTo>
                  <a:pt x="2633656" y="1760769"/>
                </a:lnTo>
                <a:close/>
              </a:path>
              <a:path w="5142230" h="2300604">
                <a:moveTo>
                  <a:pt x="1688207" y="1108494"/>
                </a:moveTo>
                <a:lnTo>
                  <a:pt x="1683743" y="1103715"/>
                </a:lnTo>
                <a:lnTo>
                  <a:pt x="1682478" y="1099136"/>
                </a:lnTo>
                <a:lnTo>
                  <a:pt x="1683814" y="1094701"/>
                </a:lnTo>
                <a:lnTo>
                  <a:pt x="1685743" y="1087968"/>
                </a:lnTo>
                <a:lnTo>
                  <a:pt x="1692814" y="1084102"/>
                </a:lnTo>
                <a:lnTo>
                  <a:pt x="1699544" y="1086125"/>
                </a:lnTo>
                <a:lnTo>
                  <a:pt x="1706276" y="1088053"/>
                </a:lnTo>
                <a:lnTo>
                  <a:pt x="1710097" y="1095076"/>
                </a:lnTo>
                <a:lnTo>
                  <a:pt x="1706145" y="1108538"/>
                </a:lnTo>
                <a:lnTo>
                  <a:pt x="1699123" y="1112359"/>
                </a:lnTo>
                <a:lnTo>
                  <a:pt x="1690146" y="1109787"/>
                </a:lnTo>
                <a:lnTo>
                  <a:pt x="1688207" y="1108494"/>
                </a:lnTo>
                <a:close/>
              </a:path>
              <a:path w="5142230" h="2300604">
                <a:moveTo>
                  <a:pt x="2402603" y="1413047"/>
                </a:moveTo>
                <a:lnTo>
                  <a:pt x="2396934" y="1406979"/>
                </a:lnTo>
                <a:lnTo>
                  <a:pt x="2396472" y="1400229"/>
                </a:lnTo>
                <a:lnTo>
                  <a:pt x="2400328" y="1395266"/>
                </a:lnTo>
                <a:lnTo>
                  <a:pt x="2404572" y="1389741"/>
                </a:lnTo>
                <a:lnTo>
                  <a:pt x="2412539" y="1388690"/>
                </a:lnTo>
                <a:lnTo>
                  <a:pt x="2423630" y="1397239"/>
                </a:lnTo>
                <a:lnTo>
                  <a:pt x="2424676" y="1405202"/>
                </a:lnTo>
                <a:lnTo>
                  <a:pt x="2416136" y="1416293"/>
                </a:lnTo>
                <a:lnTo>
                  <a:pt x="2408169" y="1417344"/>
                </a:lnTo>
                <a:lnTo>
                  <a:pt x="2402603" y="1413047"/>
                </a:lnTo>
                <a:close/>
              </a:path>
              <a:path w="5142230" h="2300604">
                <a:moveTo>
                  <a:pt x="2598730" y="2180737"/>
                </a:moveTo>
                <a:lnTo>
                  <a:pt x="2594316" y="2176013"/>
                </a:lnTo>
                <a:lnTo>
                  <a:pt x="2593004" y="2171577"/>
                </a:lnTo>
                <a:lnTo>
                  <a:pt x="2595887" y="2160392"/>
                </a:lnTo>
                <a:lnTo>
                  <a:pt x="2602699" y="2156443"/>
                </a:lnTo>
                <a:lnTo>
                  <a:pt x="2616394" y="2159863"/>
                </a:lnTo>
                <a:lnTo>
                  <a:pt x="2620455" y="2166752"/>
                </a:lnTo>
                <a:lnTo>
                  <a:pt x="2618702" y="2173380"/>
                </a:lnTo>
                <a:lnTo>
                  <a:pt x="2616923" y="2180370"/>
                </a:lnTo>
                <a:lnTo>
                  <a:pt x="2610034" y="2184432"/>
                </a:lnTo>
                <a:lnTo>
                  <a:pt x="2600817" y="2181993"/>
                </a:lnTo>
                <a:lnTo>
                  <a:pt x="2598730" y="2180737"/>
                </a:lnTo>
                <a:close/>
              </a:path>
              <a:path w="5142230" h="2300604">
                <a:moveTo>
                  <a:pt x="1018746" y="872177"/>
                </a:moveTo>
                <a:lnTo>
                  <a:pt x="1014232" y="867345"/>
                </a:lnTo>
                <a:lnTo>
                  <a:pt x="1013192" y="861834"/>
                </a:lnTo>
                <a:lnTo>
                  <a:pt x="1015438" y="857005"/>
                </a:lnTo>
                <a:lnTo>
                  <a:pt x="1018440" y="850639"/>
                </a:lnTo>
                <a:lnTo>
                  <a:pt x="1025945" y="847921"/>
                </a:lnTo>
                <a:lnTo>
                  <a:pt x="1038626" y="853871"/>
                </a:lnTo>
                <a:lnTo>
                  <a:pt x="1041394" y="861429"/>
                </a:lnTo>
                <a:lnTo>
                  <a:pt x="1035439" y="874115"/>
                </a:lnTo>
                <a:lnTo>
                  <a:pt x="1027935" y="876833"/>
                </a:lnTo>
                <a:lnTo>
                  <a:pt x="1021565" y="873827"/>
                </a:lnTo>
                <a:lnTo>
                  <a:pt x="1020029" y="873161"/>
                </a:lnTo>
                <a:lnTo>
                  <a:pt x="1018746" y="872177"/>
                </a:lnTo>
                <a:close/>
              </a:path>
              <a:path w="5142230" h="2300604">
                <a:moveTo>
                  <a:pt x="2615387" y="2111769"/>
                </a:moveTo>
                <a:lnTo>
                  <a:pt x="2610969" y="2107040"/>
                </a:lnTo>
                <a:lnTo>
                  <a:pt x="2609691" y="2102837"/>
                </a:lnTo>
                <a:lnTo>
                  <a:pt x="2612050" y="2091776"/>
                </a:lnTo>
                <a:lnTo>
                  <a:pt x="2618855" y="2087428"/>
                </a:lnTo>
                <a:lnTo>
                  <a:pt x="2625653" y="2088939"/>
                </a:lnTo>
                <a:lnTo>
                  <a:pt x="2632496" y="2090399"/>
                </a:lnTo>
                <a:lnTo>
                  <a:pt x="2636839" y="2097199"/>
                </a:lnTo>
                <a:lnTo>
                  <a:pt x="2635333" y="2103993"/>
                </a:lnTo>
                <a:lnTo>
                  <a:pt x="2633878" y="2110841"/>
                </a:lnTo>
                <a:lnTo>
                  <a:pt x="2627073" y="2115189"/>
                </a:lnTo>
                <a:lnTo>
                  <a:pt x="2620279" y="2113683"/>
                </a:lnTo>
                <a:lnTo>
                  <a:pt x="2617654" y="2113121"/>
                </a:lnTo>
                <a:lnTo>
                  <a:pt x="2615387" y="2111769"/>
                </a:lnTo>
                <a:close/>
              </a:path>
              <a:path w="5142230" h="2300604">
                <a:moveTo>
                  <a:pt x="2638792" y="1972023"/>
                </a:moveTo>
                <a:lnTo>
                  <a:pt x="2634373" y="1967293"/>
                </a:lnTo>
                <a:lnTo>
                  <a:pt x="2633032" y="1963707"/>
                </a:lnTo>
                <a:lnTo>
                  <a:pt x="2634102" y="1952928"/>
                </a:lnTo>
                <a:lnTo>
                  <a:pt x="2640363" y="1947900"/>
                </a:lnTo>
                <a:lnTo>
                  <a:pt x="2654289" y="1949319"/>
                </a:lnTo>
                <a:lnTo>
                  <a:pt x="2659365" y="1955534"/>
                </a:lnTo>
                <a:lnTo>
                  <a:pt x="2657947" y="1969460"/>
                </a:lnTo>
                <a:lnTo>
                  <a:pt x="2653182" y="1973352"/>
                </a:lnTo>
                <a:lnTo>
                  <a:pt x="2651731" y="1974536"/>
                </a:lnTo>
                <a:lnTo>
                  <a:pt x="2644723" y="1973778"/>
                </a:lnTo>
                <a:lnTo>
                  <a:pt x="2641527" y="1973485"/>
                </a:lnTo>
                <a:lnTo>
                  <a:pt x="2638792" y="1972023"/>
                </a:lnTo>
                <a:close/>
              </a:path>
              <a:path w="5142230" h="2300604">
                <a:moveTo>
                  <a:pt x="2642321" y="1830746"/>
                </a:moveTo>
                <a:lnTo>
                  <a:pt x="2637907" y="1826021"/>
                </a:lnTo>
                <a:lnTo>
                  <a:pt x="2636677" y="1823335"/>
                </a:lnTo>
                <a:lnTo>
                  <a:pt x="2635931" y="1813348"/>
                </a:lnTo>
                <a:lnTo>
                  <a:pt x="2641190" y="1807249"/>
                </a:lnTo>
                <a:lnTo>
                  <a:pt x="2648146" y="1806777"/>
                </a:lnTo>
                <a:lnTo>
                  <a:pt x="2655146" y="1806255"/>
                </a:lnTo>
                <a:lnTo>
                  <a:pt x="2661197" y="1811560"/>
                </a:lnTo>
                <a:lnTo>
                  <a:pt x="2661719" y="1818570"/>
                </a:lnTo>
                <a:lnTo>
                  <a:pt x="2662185" y="1825520"/>
                </a:lnTo>
                <a:lnTo>
                  <a:pt x="2656980" y="1831580"/>
                </a:lnTo>
                <a:lnTo>
                  <a:pt x="2649975" y="1832097"/>
                </a:lnTo>
                <a:lnTo>
                  <a:pt x="2646001" y="1832339"/>
                </a:lnTo>
                <a:lnTo>
                  <a:pt x="2642321" y="1830746"/>
                </a:lnTo>
                <a:close/>
              </a:path>
              <a:path w="5142230" h="2300604">
                <a:moveTo>
                  <a:pt x="1756348" y="1128654"/>
                </a:moveTo>
                <a:lnTo>
                  <a:pt x="1751889" y="1123880"/>
                </a:lnTo>
                <a:lnTo>
                  <a:pt x="1750583" y="1119256"/>
                </a:lnTo>
                <a:lnTo>
                  <a:pt x="1751963" y="1114771"/>
                </a:lnTo>
                <a:lnTo>
                  <a:pt x="1753932" y="1108083"/>
                </a:lnTo>
                <a:lnTo>
                  <a:pt x="1760960" y="1104267"/>
                </a:lnTo>
                <a:lnTo>
                  <a:pt x="1774373" y="1108264"/>
                </a:lnTo>
                <a:lnTo>
                  <a:pt x="1778239" y="1115335"/>
                </a:lnTo>
                <a:lnTo>
                  <a:pt x="1776216" y="1122065"/>
                </a:lnTo>
                <a:lnTo>
                  <a:pt x="1774242" y="1128748"/>
                </a:lnTo>
                <a:lnTo>
                  <a:pt x="1767174" y="1132521"/>
                </a:lnTo>
                <a:lnTo>
                  <a:pt x="1760441" y="1130592"/>
                </a:lnTo>
                <a:lnTo>
                  <a:pt x="1758246" y="1129903"/>
                </a:lnTo>
                <a:lnTo>
                  <a:pt x="1756348" y="1128654"/>
                </a:lnTo>
                <a:close/>
              </a:path>
              <a:path w="5142230" h="2300604">
                <a:moveTo>
                  <a:pt x="1484194" y="1046692"/>
                </a:moveTo>
                <a:lnTo>
                  <a:pt x="1479730" y="1041914"/>
                </a:lnTo>
                <a:lnTo>
                  <a:pt x="1478476" y="1037150"/>
                </a:lnTo>
                <a:lnTo>
                  <a:pt x="1479994" y="1032618"/>
                </a:lnTo>
                <a:lnTo>
                  <a:pt x="1482162" y="1025945"/>
                </a:lnTo>
                <a:lnTo>
                  <a:pt x="1489272" y="1022316"/>
                </a:lnTo>
                <a:lnTo>
                  <a:pt x="1502581" y="1026593"/>
                </a:lnTo>
                <a:lnTo>
                  <a:pt x="1506256" y="1033752"/>
                </a:lnTo>
                <a:lnTo>
                  <a:pt x="1501930" y="1047107"/>
                </a:lnTo>
                <a:lnTo>
                  <a:pt x="1494815" y="1050731"/>
                </a:lnTo>
                <a:lnTo>
                  <a:pt x="1486037" y="1047883"/>
                </a:lnTo>
                <a:lnTo>
                  <a:pt x="1484194" y="1046692"/>
                </a:lnTo>
                <a:close/>
              </a:path>
              <a:path w="5142230" h="2300604">
                <a:moveTo>
                  <a:pt x="2629037" y="2042222"/>
                </a:moveTo>
                <a:lnTo>
                  <a:pt x="2624574" y="2037444"/>
                </a:lnTo>
                <a:lnTo>
                  <a:pt x="2623291" y="2033529"/>
                </a:lnTo>
                <a:lnTo>
                  <a:pt x="2623944" y="2029439"/>
                </a:lnTo>
                <a:lnTo>
                  <a:pt x="2625122" y="2022587"/>
                </a:lnTo>
                <a:lnTo>
                  <a:pt x="2631612" y="2017902"/>
                </a:lnTo>
                <a:lnTo>
                  <a:pt x="2645460" y="2020215"/>
                </a:lnTo>
                <a:lnTo>
                  <a:pt x="2650100" y="2026746"/>
                </a:lnTo>
                <a:lnTo>
                  <a:pt x="2647832" y="2040544"/>
                </a:lnTo>
                <a:lnTo>
                  <a:pt x="2641301" y="2045184"/>
                </a:lnTo>
                <a:lnTo>
                  <a:pt x="2631489" y="2043576"/>
                </a:lnTo>
                <a:lnTo>
                  <a:pt x="2629037" y="2042222"/>
                </a:lnTo>
                <a:close/>
              </a:path>
              <a:path w="5142230" h="2300604">
                <a:moveTo>
                  <a:pt x="2589992" y="1627620"/>
                </a:moveTo>
                <a:lnTo>
                  <a:pt x="2585437" y="1622744"/>
                </a:lnTo>
                <a:lnTo>
                  <a:pt x="2584763" y="1621730"/>
                </a:lnTo>
                <a:lnTo>
                  <a:pt x="2584183" y="1620619"/>
                </a:lnTo>
                <a:lnTo>
                  <a:pt x="2581049" y="1614333"/>
                </a:lnTo>
                <a:lnTo>
                  <a:pt x="2583617" y="1606720"/>
                </a:lnTo>
                <a:lnTo>
                  <a:pt x="2589814" y="1603580"/>
                </a:lnTo>
                <a:lnTo>
                  <a:pt x="2595985" y="1600509"/>
                </a:lnTo>
                <a:lnTo>
                  <a:pt x="2603717" y="1603019"/>
                </a:lnTo>
                <a:lnTo>
                  <a:pt x="2606810" y="1609261"/>
                </a:lnTo>
                <a:lnTo>
                  <a:pt x="2609992" y="1615502"/>
                </a:lnTo>
                <a:lnTo>
                  <a:pt x="2607424" y="1623115"/>
                </a:lnTo>
                <a:lnTo>
                  <a:pt x="2601227" y="1626256"/>
                </a:lnTo>
                <a:lnTo>
                  <a:pt x="2596041" y="1628817"/>
                </a:lnTo>
                <a:lnTo>
                  <a:pt x="2589992" y="1627620"/>
                </a:lnTo>
                <a:close/>
              </a:path>
              <a:path w="5142230" h="2300604">
                <a:moveTo>
                  <a:pt x="2157295" y="1270386"/>
                </a:moveTo>
                <a:lnTo>
                  <a:pt x="2152786" y="1265559"/>
                </a:lnTo>
                <a:lnTo>
                  <a:pt x="2151743" y="1260141"/>
                </a:lnTo>
                <a:lnTo>
                  <a:pt x="2153890" y="1255304"/>
                </a:lnTo>
                <a:lnTo>
                  <a:pt x="2156798" y="1248936"/>
                </a:lnTo>
                <a:lnTo>
                  <a:pt x="2164260" y="1246074"/>
                </a:lnTo>
                <a:lnTo>
                  <a:pt x="2170629" y="1248982"/>
                </a:lnTo>
                <a:lnTo>
                  <a:pt x="2177042" y="1251839"/>
                </a:lnTo>
                <a:lnTo>
                  <a:pt x="2179859" y="1259351"/>
                </a:lnTo>
                <a:lnTo>
                  <a:pt x="2176997" y="1265769"/>
                </a:lnTo>
                <a:lnTo>
                  <a:pt x="2174085" y="1272133"/>
                </a:lnTo>
                <a:lnTo>
                  <a:pt x="2166577" y="1274946"/>
                </a:lnTo>
                <a:lnTo>
                  <a:pt x="2158678" y="1271377"/>
                </a:lnTo>
                <a:lnTo>
                  <a:pt x="2157295" y="1270386"/>
                </a:lnTo>
                <a:close/>
              </a:path>
              <a:path w="5142230" h="2300604">
                <a:moveTo>
                  <a:pt x="1149398" y="928366"/>
                </a:moveTo>
                <a:lnTo>
                  <a:pt x="1144934" y="923588"/>
                </a:lnTo>
                <a:lnTo>
                  <a:pt x="1143741" y="918401"/>
                </a:lnTo>
                <a:lnTo>
                  <a:pt x="1145644" y="913693"/>
                </a:lnTo>
                <a:lnTo>
                  <a:pt x="1148182" y="907222"/>
                </a:lnTo>
                <a:lnTo>
                  <a:pt x="1155563" y="903980"/>
                </a:lnTo>
                <a:lnTo>
                  <a:pt x="1168605" y="909145"/>
                </a:lnTo>
                <a:lnTo>
                  <a:pt x="1171749" y="916517"/>
                </a:lnTo>
                <a:lnTo>
                  <a:pt x="1166588" y="929565"/>
                </a:lnTo>
                <a:lnTo>
                  <a:pt x="1159252" y="932757"/>
                </a:lnTo>
                <a:lnTo>
                  <a:pt x="1152735" y="930179"/>
                </a:lnTo>
                <a:lnTo>
                  <a:pt x="1150961" y="929453"/>
                </a:lnTo>
                <a:lnTo>
                  <a:pt x="1149398" y="928366"/>
                </a:lnTo>
                <a:close/>
              </a:path>
              <a:path w="5142230" h="2300604">
                <a:moveTo>
                  <a:pt x="1620059" y="1088423"/>
                </a:moveTo>
                <a:lnTo>
                  <a:pt x="1615640" y="1083694"/>
                </a:lnTo>
                <a:lnTo>
                  <a:pt x="1614334" y="1079070"/>
                </a:lnTo>
                <a:lnTo>
                  <a:pt x="1615710" y="1074580"/>
                </a:lnTo>
                <a:lnTo>
                  <a:pt x="1617643" y="1067852"/>
                </a:lnTo>
                <a:lnTo>
                  <a:pt x="1624707" y="1064075"/>
                </a:lnTo>
                <a:lnTo>
                  <a:pt x="1631444" y="1066009"/>
                </a:lnTo>
                <a:lnTo>
                  <a:pt x="1638173" y="1068032"/>
                </a:lnTo>
                <a:lnTo>
                  <a:pt x="1641994" y="1075054"/>
                </a:lnTo>
                <a:lnTo>
                  <a:pt x="1639967" y="1081779"/>
                </a:lnTo>
                <a:lnTo>
                  <a:pt x="1637997" y="1088467"/>
                </a:lnTo>
                <a:lnTo>
                  <a:pt x="1630921" y="1092329"/>
                </a:lnTo>
                <a:lnTo>
                  <a:pt x="1624242" y="1090360"/>
                </a:lnTo>
                <a:lnTo>
                  <a:pt x="1621998" y="1089717"/>
                </a:lnTo>
                <a:lnTo>
                  <a:pt x="1620059" y="1088423"/>
                </a:lnTo>
                <a:close/>
              </a:path>
              <a:path w="5142230" h="2300604">
                <a:moveTo>
                  <a:pt x="1083659" y="901296"/>
                </a:moveTo>
                <a:lnTo>
                  <a:pt x="1079150" y="896469"/>
                </a:lnTo>
                <a:lnTo>
                  <a:pt x="1078055" y="891192"/>
                </a:lnTo>
                <a:lnTo>
                  <a:pt x="1080108" y="886352"/>
                </a:lnTo>
                <a:lnTo>
                  <a:pt x="1082876" y="879931"/>
                </a:lnTo>
                <a:lnTo>
                  <a:pt x="1090295" y="876926"/>
                </a:lnTo>
                <a:lnTo>
                  <a:pt x="1103132" y="882457"/>
                </a:lnTo>
                <a:lnTo>
                  <a:pt x="1106116" y="889757"/>
                </a:lnTo>
                <a:lnTo>
                  <a:pt x="1100652" y="902772"/>
                </a:lnTo>
                <a:lnTo>
                  <a:pt x="1093227" y="905772"/>
                </a:lnTo>
                <a:lnTo>
                  <a:pt x="1085087" y="902336"/>
                </a:lnTo>
                <a:lnTo>
                  <a:pt x="1083659" y="901296"/>
                </a:lnTo>
                <a:close/>
              </a:path>
              <a:path w="5142230" h="2300604">
                <a:moveTo>
                  <a:pt x="2283625" y="1334264"/>
                </a:moveTo>
                <a:lnTo>
                  <a:pt x="2279116" y="1329437"/>
                </a:lnTo>
                <a:lnTo>
                  <a:pt x="2278190" y="1323363"/>
                </a:lnTo>
                <a:lnTo>
                  <a:pt x="2281049" y="1318409"/>
                </a:lnTo>
                <a:lnTo>
                  <a:pt x="2284509" y="1312337"/>
                </a:lnTo>
                <a:lnTo>
                  <a:pt x="2292281" y="1310199"/>
                </a:lnTo>
                <a:lnTo>
                  <a:pt x="2298345" y="1313757"/>
                </a:lnTo>
                <a:lnTo>
                  <a:pt x="2304411" y="1317221"/>
                </a:lnTo>
                <a:lnTo>
                  <a:pt x="2306504" y="1324936"/>
                </a:lnTo>
                <a:lnTo>
                  <a:pt x="2299576" y="1337069"/>
                </a:lnTo>
                <a:lnTo>
                  <a:pt x="2291813" y="1339217"/>
                </a:lnTo>
                <a:lnTo>
                  <a:pt x="2285746" y="1335753"/>
                </a:lnTo>
                <a:lnTo>
                  <a:pt x="2284633" y="1335049"/>
                </a:lnTo>
                <a:lnTo>
                  <a:pt x="2283625" y="1334264"/>
                </a:lnTo>
                <a:close/>
              </a:path>
              <a:path w="5142230" h="2300604">
                <a:moveTo>
                  <a:pt x="1416883" y="1024195"/>
                </a:moveTo>
                <a:lnTo>
                  <a:pt x="1412374" y="1019368"/>
                </a:lnTo>
                <a:lnTo>
                  <a:pt x="1411164" y="1014554"/>
                </a:lnTo>
                <a:lnTo>
                  <a:pt x="1412740" y="1009986"/>
                </a:lnTo>
                <a:lnTo>
                  <a:pt x="1414949" y="1003357"/>
                </a:lnTo>
                <a:lnTo>
                  <a:pt x="1422100" y="999772"/>
                </a:lnTo>
                <a:lnTo>
                  <a:pt x="1435408" y="1004242"/>
                </a:lnTo>
                <a:lnTo>
                  <a:pt x="1438935" y="1011439"/>
                </a:lnTo>
                <a:lnTo>
                  <a:pt x="1436726" y="1018068"/>
                </a:lnTo>
                <a:lnTo>
                  <a:pt x="1434469" y="1024742"/>
                </a:lnTo>
                <a:lnTo>
                  <a:pt x="1427272" y="1028278"/>
                </a:lnTo>
                <a:lnTo>
                  <a:pt x="1420639" y="1026065"/>
                </a:lnTo>
                <a:lnTo>
                  <a:pt x="1418591" y="1025339"/>
                </a:lnTo>
                <a:lnTo>
                  <a:pt x="1416883" y="1024195"/>
                </a:lnTo>
                <a:close/>
              </a:path>
              <a:path w="5142230" h="2300604">
                <a:moveTo>
                  <a:pt x="2616482" y="1692632"/>
                </a:moveTo>
                <a:lnTo>
                  <a:pt x="2611968" y="1687800"/>
                </a:lnTo>
                <a:lnTo>
                  <a:pt x="2611036" y="1686215"/>
                </a:lnTo>
                <a:lnTo>
                  <a:pt x="2610482" y="1684450"/>
                </a:lnTo>
                <a:lnTo>
                  <a:pt x="2608255" y="1677765"/>
                </a:lnTo>
                <a:lnTo>
                  <a:pt x="2611897" y="1670618"/>
                </a:lnTo>
                <a:lnTo>
                  <a:pt x="2625170" y="1666255"/>
                </a:lnTo>
                <a:lnTo>
                  <a:pt x="2632365" y="1669851"/>
                </a:lnTo>
                <a:lnTo>
                  <a:pt x="2636728" y="1683124"/>
                </a:lnTo>
                <a:lnTo>
                  <a:pt x="2633082" y="1690266"/>
                </a:lnTo>
                <a:lnTo>
                  <a:pt x="2621574" y="1694076"/>
                </a:lnTo>
                <a:lnTo>
                  <a:pt x="2616482" y="1692632"/>
                </a:lnTo>
                <a:close/>
              </a:path>
              <a:path w="5142230" h="2300604">
                <a:moveTo>
                  <a:pt x="2510154" y="1512539"/>
                </a:moveTo>
                <a:lnTo>
                  <a:pt x="2505285" y="1507326"/>
                </a:lnTo>
                <a:lnTo>
                  <a:pt x="2500600" y="1502115"/>
                </a:lnTo>
                <a:lnTo>
                  <a:pt x="2501061" y="1494106"/>
                </a:lnTo>
                <a:lnTo>
                  <a:pt x="2511087" y="1485093"/>
                </a:lnTo>
                <a:lnTo>
                  <a:pt x="2511434" y="1484781"/>
                </a:lnTo>
                <a:lnTo>
                  <a:pt x="2519443" y="1485143"/>
                </a:lnTo>
                <a:lnTo>
                  <a:pt x="2528818" y="1495570"/>
                </a:lnTo>
                <a:lnTo>
                  <a:pt x="2528402" y="1503628"/>
                </a:lnTo>
                <a:lnTo>
                  <a:pt x="2518376" y="1512640"/>
                </a:lnTo>
                <a:lnTo>
                  <a:pt x="2518078" y="1512908"/>
                </a:lnTo>
                <a:lnTo>
                  <a:pt x="2510154" y="1512539"/>
                </a:lnTo>
                <a:close/>
              </a:path>
              <a:path w="5142230" h="2300604">
                <a:moveTo>
                  <a:pt x="1891972" y="1170519"/>
                </a:moveTo>
                <a:lnTo>
                  <a:pt x="1887509" y="1165740"/>
                </a:lnTo>
                <a:lnTo>
                  <a:pt x="1886259" y="1160981"/>
                </a:lnTo>
                <a:lnTo>
                  <a:pt x="1889954" y="1149786"/>
                </a:lnTo>
                <a:lnTo>
                  <a:pt x="1897056" y="1146147"/>
                </a:lnTo>
                <a:lnTo>
                  <a:pt x="1910365" y="1150424"/>
                </a:lnTo>
                <a:lnTo>
                  <a:pt x="1913991" y="1157629"/>
                </a:lnTo>
                <a:lnTo>
                  <a:pt x="1911877" y="1164261"/>
                </a:lnTo>
                <a:lnTo>
                  <a:pt x="1909714" y="1170938"/>
                </a:lnTo>
                <a:lnTo>
                  <a:pt x="1902554" y="1174613"/>
                </a:lnTo>
                <a:lnTo>
                  <a:pt x="1893776" y="1171765"/>
                </a:lnTo>
                <a:lnTo>
                  <a:pt x="1891972" y="1170519"/>
                </a:lnTo>
                <a:close/>
              </a:path>
              <a:path w="5142230" h="2300604">
                <a:moveTo>
                  <a:pt x="1959288" y="1193020"/>
                </a:moveTo>
                <a:lnTo>
                  <a:pt x="1954824" y="1188242"/>
                </a:lnTo>
                <a:lnTo>
                  <a:pt x="1953617" y="1183334"/>
                </a:lnTo>
                <a:lnTo>
                  <a:pt x="1957496" y="1172140"/>
                </a:lnTo>
                <a:lnTo>
                  <a:pt x="1964693" y="1168603"/>
                </a:lnTo>
                <a:lnTo>
                  <a:pt x="1977899" y="1173160"/>
                </a:lnTo>
                <a:lnTo>
                  <a:pt x="1981430" y="1180362"/>
                </a:lnTo>
                <a:lnTo>
                  <a:pt x="1976873" y="1193567"/>
                </a:lnTo>
                <a:lnTo>
                  <a:pt x="1969676" y="1197104"/>
                </a:lnTo>
                <a:lnTo>
                  <a:pt x="1960995" y="1194164"/>
                </a:lnTo>
                <a:lnTo>
                  <a:pt x="1959288" y="1193020"/>
                </a:lnTo>
                <a:close/>
              </a:path>
              <a:path w="5142230" h="2300604">
                <a:moveTo>
                  <a:pt x="2343928" y="1371252"/>
                </a:moveTo>
                <a:lnTo>
                  <a:pt x="2339327" y="1366327"/>
                </a:lnTo>
                <a:lnTo>
                  <a:pt x="2338692" y="1359881"/>
                </a:lnTo>
                <a:lnTo>
                  <a:pt x="2345813" y="1349029"/>
                </a:lnTo>
                <a:lnTo>
                  <a:pt x="2353704" y="1347409"/>
                </a:lnTo>
                <a:lnTo>
                  <a:pt x="2359525" y="1351294"/>
                </a:lnTo>
                <a:lnTo>
                  <a:pt x="2365386" y="1355124"/>
                </a:lnTo>
                <a:lnTo>
                  <a:pt x="2366965" y="1362972"/>
                </a:lnTo>
                <a:lnTo>
                  <a:pt x="2359295" y="1374702"/>
                </a:lnTo>
                <a:lnTo>
                  <a:pt x="2351403" y="1376322"/>
                </a:lnTo>
                <a:lnTo>
                  <a:pt x="2345582" y="1372437"/>
                </a:lnTo>
                <a:lnTo>
                  <a:pt x="2344709" y="1371893"/>
                </a:lnTo>
                <a:lnTo>
                  <a:pt x="2343928" y="1371252"/>
                </a:lnTo>
                <a:close/>
              </a:path>
              <a:path w="5142230" h="2300604">
                <a:moveTo>
                  <a:pt x="2643598" y="1901415"/>
                </a:moveTo>
                <a:lnTo>
                  <a:pt x="2639184" y="1896690"/>
                </a:lnTo>
                <a:lnTo>
                  <a:pt x="2637873" y="1893429"/>
                </a:lnTo>
                <a:lnTo>
                  <a:pt x="2637945" y="1890085"/>
                </a:lnTo>
                <a:lnTo>
                  <a:pt x="2638137" y="1883058"/>
                </a:lnTo>
                <a:lnTo>
                  <a:pt x="2643939" y="1877538"/>
                </a:lnTo>
                <a:lnTo>
                  <a:pt x="2650971" y="1877735"/>
                </a:lnTo>
                <a:lnTo>
                  <a:pt x="2658046" y="1877880"/>
                </a:lnTo>
                <a:lnTo>
                  <a:pt x="2663463" y="1883679"/>
                </a:lnTo>
                <a:lnTo>
                  <a:pt x="2663320" y="1890661"/>
                </a:lnTo>
                <a:lnTo>
                  <a:pt x="2663128" y="1897689"/>
                </a:lnTo>
                <a:lnTo>
                  <a:pt x="2657327" y="1903209"/>
                </a:lnTo>
                <a:lnTo>
                  <a:pt x="2646802" y="1902987"/>
                </a:lnTo>
                <a:lnTo>
                  <a:pt x="2643598" y="1901415"/>
                </a:lnTo>
                <a:close/>
              </a:path>
              <a:path w="5142230" h="2300604">
                <a:moveTo>
                  <a:pt x="1824248" y="1149240"/>
                </a:moveTo>
                <a:lnTo>
                  <a:pt x="1819784" y="1144461"/>
                </a:lnTo>
                <a:lnTo>
                  <a:pt x="1818575" y="1139746"/>
                </a:lnTo>
                <a:lnTo>
                  <a:pt x="1822019" y="1128576"/>
                </a:lnTo>
                <a:lnTo>
                  <a:pt x="1829092" y="1124809"/>
                </a:lnTo>
                <a:lnTo>
                  <a:pt x="1842453" y="1128946"/>
                </a:lnTo>
                <a:lnTo>
                  <a:pt x="1846221" y="1136009"/>
                </a:lnTo>
                <a:lnTo>
                  <a:pt x="1844157" y="1142694"/>
                </a:lnTo>
                <a:lnTo>
                  <a:pt x="1842134" y="1149424"/>
                </a:lnTo>
                <a:lnTo>
                  <a:pt x="1835015" y="1153142"/>
                </a:lnTo>
                <a:lnTo>
                  <a:pt x="1828339" y="1151079"/>
                </a:lnTo>
                <a:lnTo>
                  <a:pt x="1826095" y="1150436"/>
                </a:lnTo>
                <a:lnTo>
                  <a:pt x="1824248" y="1149240"/>
                </a:lnTo>
                <a:close/>
              </a:path>
              <a:path w="5142230" h="2300604">
                <a:moveTo>
                  <a:pt x="1215757" y="953852"/>
                </a:moveTo>
                <a:lnTo>
                  <a:pt x="1211293" y="949074"/>
                </a:lnTo>
                <a:lnTo>
                  <a:pt x="1210094" y="944076"/>
                </a:lnTo>
                <a:lnTo>
                  <a:pt x="1211812" y="939366"/>
                </a:lnTo>
                <a:lnTo>
                  <a:pt x="1214255" y="932793"/>
                </a:lnTo>
                <a:lnTo>
                  <a:pt x="1221544" y="929453"/>
                </a:lnTo>
                <a:lnTo>
                  <a:pt x="1234691" y="934338"/>
                </a:lnTo>
                <a:lnTo>
                  <a:pt x="1238031" y="941628"/>
                </a:lnTo>
                <a:lnTo>
                  <a:pt x="1233146" y="954775"/>
                </a:lnTo>
                <a:lnTo>
                  <a:pt x="1225856" y="958114"/>
                </a:lnTo>
                <a:lnTo>
                  <a:pt x="1219283" y="955672"/>
                </a:lnTo>
                <a:lnTo>
                  <a:pt x="1217370" y="954993"/>
                </a:lnTo>
                <a:lnTo>
                  <a:pt x="1215757" y="953852"/>
                </a:lnTo>
                <a:close/>
              </a:path>
              <a:path w="5142230" h="2300604">
                <a:moveTo>
                  <a:pt x="1282538" y="978031"/>
                </a:moveTo>
                <a:lnTo>
                  <a:pt x="1278074" y="973252"/>
                </a:lnTo>
                <a:lnTo>
                  <a:pt x="1276872" y="968349"/>
                </a:lnTo>
                <a:lnTo>
                  <a:pt x="1278493" y="963730"/>
                </a:lnTo>
                <a:lnTo>
                  <a:pt x="1280841" y="957153"/>
                </a:lnTo>
                <a:lnTo>
                  <a:pt x="1288088" y="953671"/>
                </a:lnTo>
                <a:lnTo>
                  <a:pt x="1294665" y="956019"/>
                </a:lnTo>
                <a:lnTo>
                  <a:pt x="1301290" y="958322"/>
                </a:lnTo>
                <a:lnTo>
                  <a:pt x="1304720" y="965609"/>
                </a:lnTo>
                <a:lnTo>
                  <a:pt x="1302371" y="972186"/>
                </a:lnTo>
                <a:lnTo>
                  <a:pt x="1300073" y="978816"/>
                </a:lnTo>
                <a:lnTo>
                  <a:pt x="1292829" y="982205"/>
                </a:lnTo>
                <a:lnTo>
                  <a:pt x="1286204" y="979902"/>
                </a:lnTo>
                <a:lnTo>
                  <a:pt x="1284246" y="979175"/>
                </a:lnTo>
                <a:lnTo>
                  <a:pt x="1282538" y="978031"/>
                </a:lnTo>
                <a:close/>
              </a:path>
              <a:path w="5142230" h="2300604">
                <a:moveTo>
                  <a:pt x="2555982" y="2300034"/>
                </a:moveTo>
                <a:lnTo>
                  <a:pt x="2557125" y="2296406"/>
                </a:lnTo>
                <a:lnTo>
                  <a:pt x="2564193" y="2292634"/>
                </a:lnTo>
                <a:lnTo>
                  <a:pt x="2577595" y="2296815"/>
                </a:lnTo>
                <a:lnTo>
                  <a:pt x="2579280" y="2300034"/>
                </a:lnTo>
                <a:lnTo>
                  <a:pt x="2555982" y="2300034"/>
                </a:lnTo>
                <a:close/>
              </a:path>
              <a:path w="5142230" h="2300604">
                <a:moveTo>
                  <a:pt x="2456212" y="1457922"/>
                </a:moveTo>
                <a:lnTo>
                  <a:pt x="2450969" y="1452310"/>
                </a:lnTo>
                <a:lnTo>
                  <a:pt x="2450895" y="1444900"/>
                </a:lnTo>
                <a:lnTo>
                  <a:pt x="2455358" y="1440001"/>
                </a:lnTo>
                <a:lnTo>
                  <a:pt x="2460114" y="1434828"/>
                </a:lnTo>
                <a:lnTo>
                  <a:pt x="2468108" y="1434491"/>
                </a:lnTo>
                <a:lnTo>
                  <a:pt x="2478452" y="1443903"/>
                </a:lnTo>
                <a:lnTo>
                  <a:pt x="2478840" y="1451942"/>
                </a:lnTo>
                <a:lnTo>
                  <a:pt x="2469378" y="1462242"/>
                </a:lnTo>
                <a:lnTo>
                  <a:pt x="2461339" y="1462629"/>
                </a:lnTo>
                <a:lnTo>
                  <a:pt x="2456212" y="1457922"/>
                </a:lnTo>
                <a:close/>
              </a:path>
              <a:path w="5142230" h="2300604">
                <a:moveTo>
                  <a:pt x="2092103" y="1242532"/>
                </a:moveTo>
                <a:lnTo>
                  <a:pt x="2087639" y="1237753"/>
                </a:lnTo>
                <a:lnTo>
                  <a:pt x="2086495" y="1232521"/>
                </a:lnTo>
                <a:lnTo>
                  <a:pt x="2088450" y="1227773"/>
                </a:lnTo>
                <a:lnTo>
                  <a:pt x="2091078" y="1221300"/>
                </a:lnTo>
                <a:lnTo>
                  <a:pt x="2098501" y="1218201"/>
                </a:lnTo>
                <a:lnTo>
                  <a:pt x="2111442" y="1223452"/>
                </a:lnTo>
                <a:lnTo>
                  <a:pt x="2114546" y="1230880"/>
                </a:lnTo>
                <a:lnTo>
                  <a:pt x="2109290" y="1243825"/>
                </a:lnTo>
                <a:lnTo>
                  <a:pt x="2101867" y="1246924"/>
                </a:lnTo>
                <a:lnTo>
                  <a:pt x="2095394" y="1244296"/>
                </a:lnTo>
                <a:lnTo>
                  <a:pt x="2093670" y="1243624"/>
                </a:lnTo>
                <a:lnTo>
                  <a:pt x="2092103" y="1242532"/>
                </a:lnTo>
                <a:close/>
              </a:path>
              <a:path w="5142230" h="2300604">
                <a:moveTo>
                  <a:pt x="2221266" y="1300842"/>
                </a:moveTo>
                <a:lnTo>
                  <a:pt x="2216711" y="1295966"/>
                </a:lnTo>
                <a:lnTo>
                  <a:pt x="2215767" y="1290264"/>
                </a:lnTo>
                <a:lnTo>
                  <a:pt x="2218201" y="1285342"/>
                </a:lnTo>
                <a:lnTo>
                  <a:pt x="2221344" y="1279128"/>
                </a:lnTo>
                <a:lnTo>
                  <a:pt x="2228982" y="1276650"/>
                </a:lnTo>
                <a:lnTo>
                  <a:pt x="2235250" y="1279743"/>
                </a:lnTo>
                <a:lnTo>
                  <a:pt x="2241510" y="1282926"/>
                </a:lnTo>
                <a:lnTo>
                  <a:pt x="2243993" y="1290568"/>
                </a:lnTo>
                <a:lnTo>
                  <a:pt x="2240801" y="1296828"/>
                </a:lnTo>
                <a:lnTo>
                  <a:pt x="2237667" y="1303052"/>
                </a:lnTo>
                <a:lnTo>
                  <a:pt x="2230075" y="1305579"/>
                </a:lnTo>
                <a:lnTo>
                  <a:pt x="2223810" y="1302392"/>
                </a:lnTo>
                <a:lnTo>
                  <a:pt x="2222463" y="1301732"/>
                </a:lnTo>
                <a:lnTo>
                  <a:pt x="2221266" y="1300842"/>
                </a:lnTo>
                <a:close/>
              </a:path>
              <a:path w="5142230" h="2300604">
                <a:moveTo>
                  <a:pt x="2026028" y="1216862"/>
                </a:moveTo>
                <a:lnTo>
                  <a:pt x="2021564" y="1212084"/>
                </a:lnTo>
                <a:lnTo>
                  <a:pt x="2020419" y="1207045"/>
                </a:lnTo>
                <a:lnTo>
                  <a:pt x="2022178" y="1202379"/>
                </a:lnTo>
                <a:lnTo>
                  <a:pt x="2024576" y="1195856"/>
                </a:lnTo>
                <a:lnTo>
                  <a:pt x="2031915" y="1192471"/>
                </a:lnTo>
                <a:lnTo>
                  <a:pt x="2038439" y="1194959"/>
                </a:lnTo>
                <a:lnTo>
                  <a:pt x="2045013" y="1197402"/>
                </a:lnTo>
                <a:lnTo>
                  <a:pt x="2048353" y="1204691"/>
                </a:lnTo>
                <a:lnTo>
                  <a:pt x="2043467" y="1217838"/>
                </a:lnTo>
                <a:lnTo>
                  <a:pt x="2036128" y="1221124"/>
                </a:lnTo>
                <a:lnTo>
                  <a:pt x="2029604" y="1218735"/>
                </a:lnTo>
                <a:lnTo>
                  <a:pt x="2027695" y="1217962"/>
                </a:lnTo>
                <a:lnTo>
                  <a:pt x="2026028" y="1216862"/>
                </a:lnTo>
                <a:close/>
              </a:path>
              <a:path w="5142230" h="2300604">
                <a:moveTo>
                  <a:pt x="1349631" y="1001370"/>
                </a:moveTo>
                <a:lnTo>
                  <a:pt x="1345167" y="996591"/>
                </a:lnTo>
                <a:lnTo>
                  <a:pt x="1343916" y="991733"/>
                </a:lnTo>
                <a:lnTo>
                  <a:pt x="1347786" y="980530"/>
                </a:lnTo>
                <a:lnTo>
                  <a:pt x="1354992" y="977003"/>
                </a:lnTo>
                <a:lnTo>
                  <a:pt x="1368246" y="981514"/>
                </a:lnTo>
                <a:lnTo>
                  <a:pt x="1371778" y="988716"/>
                </a:lnTo>
                <a:lnTo>
                  <a:pt x="1369475" y="995342"/>
                </a:lnTo>
                <a:lnTo>
                  <a:pt x="1367267" y="1001970"/>
                </a:lnTo>
                <a:lnTo>
                  <a:pt x="1360017" y="1005547"/>
                </a:lnTo>
                <a:lnTo>
                  <a:pt x="1351384" y="1002563"/>
                </a:lnTo>
                <a:lnTo>
                  <a:pt x="1349631" y="1001370"/>
                </a:lnTo>
                <a:close/>
              </a:path>
              <a:path w="5142230" h="2300604">
                <a:moveTo>
                  <a:pt x="1552017" y="1067979"/>
                </a:moveTo>
                <a:lnTo>
                  <a:pt x="1547554" y="1063200"/>
                </a:lnTo>
                <a:lnTo>
                  <a:pt x="1546296" y="1058531"/>
                </a:lnTo>
                <a:lnTo>
                  <a:pt x="1549740" y="1047360"/>
                </a:lnTo>
                <a:lnTo>
                  <a:pt x="1556813" y="1043593"/>
                </a:lnTo>
                <a:lnTo>
                  <a:pt x="1563494" y="1045662"/>
                </a:lnTo>
                <a:lnTo>
                  <a:pt x="1570223" y="1047685"/>
                </a:lnTo>
                <a:lnTo>
                  <a:pt x="1573942" y="1054794"/>
                </a:lnTo>
                <a:lnTo>
                  <a:pt x="1571923" y="1061528"/>
                </a:lnTo>
                <a:lnTo>
                  <a:pt x="1569904" y="1068163"/>
                </a:lnTo>
                <a:lnTo>
                  <a:pt x="1562787" y="1071981"/>
                </a:lnTo>
                <a:lnTo>
                  <a:pt x="1553911" y="1069224"/>
                </a:lnTo>
                <a:lnTo>
                  <a:pt x="1552017" y="1067979"/>
                </a:lnTo>
                <a:close/>
              </a:path>
              <a:path w="5142230" h="2300604">
                <a:moveTo>
                  <a:pt x="2554282" y="1567303"/>
                </a:moveTo>
                <a:lnTo>
                  <a:pt x="2548811" y="1561447"/>
                </a:lnTo>
                <a:lnTo>
                  <a:pt x="2544806" y="1555692"/>
                </a:lnTo>
                <a:lnTo>
                  <a:pt x="2546157" y="1547755"/>
                </a:lnTo>
                <a:lnTo>
                  <a:pt x="2551916" y="1543754"/>
                </a:lnTo>
                <a:lnTo>
                  <a:pt x="2557620" y="1539695"/>
                </a:lnTo>
                <a:lnTo>
                  <a:pt x="2565503" y="1541096"/>
                </a:lnTo>
                <a:lnTo>
                  <a:pt x="2573564" y="1552559"/>
                </a:lnTo>
                <a:lnTo>
                  <a:pt x="2572167" y="1560448"/>
                </a:lnTo>
                <a:lnTo>
                  <a:pt x="2561229" y="1568191"/>
                </a:lnTo>
                <a:lnTo>
                  <a:pt x="2554282" y="1567303"/>
                </a:lnTo>
                <a:close/>
              </a:path>
              <a:path w="5142230" h="2300604">
                <a:moveTo>
                  <a:pt x="2579785" y="2249113"/>
                </a:moveTo>
                <a:lnTo>
                  <a:pt x="2575367" y="2244383"/>
                </a:lnTo>
                <a:lnTo>
                  <a:pt x="2574111" y="2239813"/>
                </a:lnTo>
                <a:lnTo>
                  <a:pt x="2577321" y="2228587"/>
                </a:lnTo>
                <a:lnTo>
                  <a:pt x="2584397" y="2224726"/>
                </a:lnTo>
                <a:lnTo>
                  <a:pt x="2597813" y="2228629"/>
                </a:lnTo>
                <a:lnTo>
                  <a:pt x="2601680" y="2235700"/>
                </a:lnTo>
                <a:lnTo>
                  <a:pt x="2599751" y="2242433"/>
                </a:lnTo>
                <a:lnTo>
                  <a:pt x="2597777" y="2249116"/>
                </a:lnTo>
                <a:lnTo>
                  <a:pt x="2590799" y="2252986"/>
                </a:lnTo>
                <a:lnTo>
                  <a:pt x="2584067" y="2251058"/>
                </a:lnTo>
                <a:lnTo>
                  <a:pt x="2581777" y="2250366"/>
                </a:lnTo>
                <a:lnTo>
                  <a:pt x="2579785" y="2249113"/>
                </a:lnTo>
                <a:close/>
              </a:path>
              <a:path w="5142230" h="2300604">
                <a:moveTo>
                  <a:pt x="773880" y="729012"/>
                </a:moveTo>
                <a:lnTo>
                  <a:pt x="768723" y="723492"/>
                </a:lnTo>
                <a:lnTo>
                  <a:pt x="768304" y="716689"/>
                </a:lnTo>
                <a:lnTo>
                  <a:pt x="772015" y="711670"/>
                </a:lnTo>
                <a:lnTo>
                  <a:pt x="776218" y="706100"/>
                </a:lnTo>
                <a:lnTo>
                  <a:pt x="784233" y="705004"/>
                </a:lnTo>
                <a:lnTo>
                  <a:pt x="795367" y="713404"/>
                </a:lnTo>
                <a:lnTo>
                  <a:pt x="796517" y="721379"/>
                </a:lnTo>
                <a:lnTo>
                  <a:pt x="788064" y="732563"/>
                </a:lnTo>
                <a:lnTo>
                  <a:pt x="780093" y="733708"/>
                </a:lnTo>
                <a:lnTo>
                  <a:pt x="773880" y="729012"/>
                </a:lnTo>
                <a:close/>
              </a:path>
              <a:path w="5142230" h="2300604">
                <a:moveTo>
                  <a:pt x="719177" y="682867"/>
                </a:moveTo>
                <a:lnTo>
                  <a:pt x="714075" y="677406"/>
                </a:lnTo>
                <a:lnTo>
                  <a:pt x="714049" y="669852"/>
                </a:lnTo>
                <a:lnTo>
                  <a:pt x="723403" y="659826"/>
                </a:lnTo>
                <a:lnTo>
                  <a:pt x="731394" y="659584"/>
                </a:lnTo>
                <a:lnTo>
                  <a:pt x="741642" y="669186"/>
                </a:lnTo>
                <a:lnTo>
                  <a:pt x="741890" y="677173"/>
                </a:lnTo>
                <a:lnTo>
                  <a:pt x="732336" y="687375"/>
                </a:lnTo>
                <a:lnTo>
                  <a:pt x="724301" y="687668"/>
                </a:lnTo>
                <a:lnTo>
                  <a:pt x="719177" y="682867"/>
                </a:lnTo>
                <a:close/>
              </a:path>
              <a:path w="5142230" h="2300604">
                <a:moveTo>
                  <a:pt x="630266" y="579773"/>
                </a:moveTo>
                <a:lnTo>
                  <a:pt x="624688" y="573802"/>
                </a:lnTo>
                <a:lnTo>
                  <a:pt x="620634" y="568094"/>
                </a:lnTo>
                <a:lnTo>
                  <a:pt x="621990" y="560161"/>
                </a:lnTo>
                <a:lnTo>
                  <a:pt x="627700" y="556206"/>
                </a:lnTo>
                <a:lnTo>
                  <a:pt x="633453" y="552101"/>
                </a:lnTo>
                <a:lnTo>
                  <a:pt x="641336" y="553502"/>
                </a:lnTo>
                <a:lnTo>
                  <a:pt x="649404" y="564876"/>
                </a:lnTo>
                <a:lnTo>
                  <a:pt x="648048" y="572808"/>
                </a:lnTo>
                <a:lnTo>
                  <a:pt x="637115" y="580556"/>
                </a:lnTo>
                <a:lnTo>
                  <a:pt x="630266" y="579773"/>
                </a:lnTo>
                <a:close/>
              </a:path>
              <a:path w="5142230" h="2300604">
                <a:moveTo>
                  <a:pt x="591372" y="519860"/>
                </a:moveTo>
                <a:lnTo>
                  <a:pt x="586070" y="514184"/>
                </a:lnTo>
                <a:lnTo>
                  <a:pt x="582059" y="507348"/>
                </a:lnTo>
                <a:lnTo>
                  <a:pt x="584067" y="499528"/>
                </a:lnTo>
                <a:lnTo>
                  <a:pt x="596163" y="492438"/>
                </a:lnTo>
                <a:lnTo>
                  <a:pt x="603884" y="494448"/>
                </a:lnTo>
                <a:lnTo>
                  <a:pt x="607408" y="500469"/>
                </a:lnTo>
                <a:lnTo>
                  <a:pt x="611023" y="506488"/>
                </a:lnTo>
                <a:lnTo>
                  <a:pt x="609063" y="514263"/>
                </a:lnTo>
                <a:lnTo>
                  <a:pt x="597743" y="520912"/>
                </a:lnTo>
                <a:lnTo>
                  <a:pt x="591372" y="519860"/>
                </a:lnTo>
                <a:close/>
              </a:path>
              <a:path w="5142230" h="2300604">
                <a:moveTo>
                  <a:pt x="674128" y="636013"/>
                </a:moveTo>
                <a:lnTo>
                  <a:pt x="669163" y="630698"/>
                </a:lnTo>
                <a:lnTo>
                  <a:pt x="664571" y="625391"/>
                </a:lnTo>
                <a:lnTo>
                  <a:pt x="665132" y="617389"/>
                </a:lnTo>
                <a:lnTo>
                  <a:pt x="674978" y="608869"/>
                </a:lnTo>
                <a:lnTo>
                  <a:pt x="675736" y="608214"/>
                </a:lnTo>
                <a:lnTo>
                  <a:pt x="683788" y="608818"/>
                </a:lnTo>
                <a:lnTo>
                  <a:pt x="692910" y="619463"/>
                </a:lnTo>
                <a:lnTo>
                  <a:pt x="692309" y="627421"/>
                </a:lnTo>
                <a:lnTo>
                  <a:pt x="682457" y="635936"/>
                </a:lnTo>
                <a:lnTo>
                  <a:pt x="681851" y="636460"/>
                </a:lnTo>
                <a:lnTo>
                  <a:pt x="674128" y="636013"/>
                </a:lnTo>
                <a:close/>
              </a:path>
              <a:path w="5142230" h="2300604">
                <a:moveTo>
                  <a:pt x="557090" y="457259"/>
                </a:moveTo>
                <a:lnTo>
                  <a:pt x="552535" y="452383"/>
                </a:lnTo>
                <a:lnTo>
                  <a:pt x="551813" y="451414"/>
                </a:lnTo>
                <a:lnTo>
                  <a:pt x="551232" y="450304"/>
                </a:lnTo>
                <a:lnTo>
                  <a:pt x="548140" y="444061"/>
                </a:lnTo>
                <a:lnTo>
                  <a:pt x="550622" y="436455"/>
                </a:lnTo>
                <a:lnTo>
                  <a:pt x="556497" y="433458"/>
                </a:lnTo>
                <a:lnTo>
                  <a:pt x="563159" y="430131"/>
                </a:lnTo>
                <a:lnTo>
                  <a:pt x="570766" y="432604"/>
                </a:lnTo>
                <a:lnTo>
                  <a:pt x="576980" y="444926"/>
                </a:lnTo>
                <a:lnTo>
                  <a:pt x="577114" y="445069"/>
                </a:lnTo>
                <a:lnTo>
                  <a:pt x="574522" y="452753"/>
                </a:lnTo>
                <a:lnTo>
                  <a:pt x="563185" y="458505"/>
                </a:lnTo>
                <a:lnTo>
                  <a:pt x="557090" y="457259"/>
                </a:lnTo>
                <a:close/>
              </a:path>
              <a:path w="5142230" h="2300604">
                <a:moveTo>
                  <a:pt x="526659" y="392915"/>
                </a:moveTo>
                <a:lnTo>
                  <a:pt x="522149" y="388088"/>
                </a:lnTo>
                <a:lnTo>
                  <a:pt x="521342" y="386833"/>
                </a:lnTo>
                <a:lnTo>
                  <a:pt x="517969" y="379117"/>
                </a:lnTo>
                <a:lnTo>
                  <a:pt x="520817" y="371609"/>
                </a:lnTo>
                <a:lnTo>
                  <a:pt x="527243" y="368811"/>
                </a:lnTo>
                <a:lnTo>
                  <a:pt x="533619" y="365959"/>
                </a:lnTo>
                <a:lnTo>
                  <a:pt x="541119" y="368905"/>
                </a:lnTo>
                <a:lnTo>
                  <a:pt x="546774" y="381703"/>
                </a:lnTo>
                <a:lnTo>
                  <a:pt x="543876" y="389158"/>
                </a:lnTo>
                <a:lnTo>
                  <a:pt x="537500" y="392009"/>
                </a:lnTo>
                <a:lnTo>
                  <a:pt x="532422" y="394197"/>
                </a:lnTo>
                <a:lnTo>
                  <a:pt x="526659" y="392915"/>
                </a:lnTo>
                <a:close/>
              </a:path>
              <a:path w="5142230" h="2300604">
                <a:moveTo>
                  <a:pt x="892476" y="806507"/>
                </a:moveTo>
                <a:lnTo>
                  <a:pt x="887967" y="801680"/>
                </a:lnTo>
                <a:lnTo>
                  <a:pt x="887089" y="795560"/>
                </a:lnTo>
                <a:lnTo>
                  <a:pt x="889949" y="790606"/>
                </a:lnTo>
                <a:lnTo>
                  <a:pt x="893459" y="784588"/>
                </a:lnTo>
                <a:lnTo>
                  <a:pt x="901178" y="782490"/>
                </a:lnTo>
                <a:lnTo>
                  <a:pt x="913308" y="789512"/>
                </a:lnTo>
                <a:lnTo>
                  <a:pt x="915401" y="797227"/>
                </a:lnTo>
                <a:lnTo>
                  <a:pt x="911888" y="803339"/>
                </a:lnTo>
                <a:lnTo>
                  <a:pt x="908383" y="809362"/>
                </a:lnTo>
                <a:lnTo>
                  <a:pt x="900664" y="811459"/>
                </a:lnTo>
                <a:lnTo>
                  <a:pt x="894547" y="807942"/>
                </a:lnTo>
                <a:lnTo>
                  <a:pt x="893488" y="807297"/>
                </a:lnTo>
                <a:lnTo>
                  <a:pt x="892476" y="806507"/>
                </a:lnTo>
                <a:close/>
              </a:path>
              <a:path w="5142230" h="2300604">
                <a:moveTo>
                  <a:pt x="954945" y="840731"/>
                </a:moveTo>
                <a:lnTo>
                  <a:pt x="950390" y="835855"/>
                </a:lnTo>
                <a:lnTo>
                  <a:pt x="949406" y="830109"/>
                </a:lnTo>
                <a:lnTo>
                  <a:pt x="951979" y="825240"/>
                </a:lnTo>
                <a:lnTo>
                  <a:pt x="955171" y="818980"/>
                </a:lnTo>
                <a:lnTo>
                  <a:pt x="962855" y="816550"/>
                </a:lnTo>
                <a:lnTo>
                  <a:pt x="975287" y="823016"/>
                </a:lnTo>
                <a:lnTo>
                  <a:pt x="977671" y="830651"/>
                </a:lnTo>
                <a:lnTo>
                  <a:pt x="971253" y="843038"/>
                </a:lnTo>
                <a:lnTo>
                  <a:pt x="963756" y="845470"/>
                </a:lnTo>
                <a:lnTo>
                  <a:pt x="963615" y="845516"/>
                </a:lnTo>
                <a:lnTo>
                  <a:pt x="957399" y="842283"/>
                </a:lnTo>
                <a:lnTo>
                  <a:pt x="956048" y="841618"/>
                </a:lnTo>
                <a:lnTo>
                  <a:pt x="954945" y="840731"/>
                </a:lnTo>
                <a:close/>
              </a:path>
              <a:path w="5142230" h="2300604">
                <a:moveTo>
                  <a:pt x="499007" y="327344"/>
                </a:moveTo>
                <a:lnTo>
                  <a:pt x="494543" y="322565"/>
                </a:lnTo>
                <a:lnTo>
                  <a:pt x="493645" y="321213"/>
                </a:lnTo>
                <a:lnTo>
                  <a:pt x="493077" y="319725"/>
                </a:lnTo>
                <a:lnTo>
                  <a:pt x="490466" y="313216"/>
                </a:lnTo>
                <a:lnTo>
                  <a:pt x="493602" y="305821"/>
                </a:lnTo>
                <a:lnTo>
                  <a:pt x="506616" y="300594"/>
                </a:lnTo>
                <a:lnTo>
                  <a:pt x="513972" y="303776"/>
                </a:lnTo>
                <a:lnTo>
                  <a:pt x="516583" y="310285"/>
                </a:lnTo>
                <a:lnTo>
                  <a:pt x="519243" y="316749"/>
                </a:lnTo>
                <a:lnTo>
                  <a:pt x="516061" y="324095"/>
                </a:lnTo>
                <a:lnTo>
                  <a:pt x="509602" y="326760"/>
                </a:lnTo>
                <a:lnTo>
                  <a:pt x="504846" y="328609"/>
                </a:lnTo>
                <a:lnTo>
                  <a:pt x="504578" y="328713"/>
                </a:lnTo>
                <a:lnTo>
                  <a:pt x="499007" y="327344"/>
                </a:lnTo>
                <a:close/>
              </a:path>
              <a:path w="5142230" h="2300604">
                <a:moveTo>
                  <a:pt x="831852" y="769272"/>
                </a:moveTo>
                <a:lnTo>
                  <a:pt x="827251" y="764347"/>
                </a:lnTo>
                <a:lnTo>
                  <a:pt x="826572" y="757951"/>
                </a:lnTo>
                <a:lnTo>
                  <a:pt x="829763" y="752961"/>
                </a:lnTo>
                <a:lnTo>
                  <a:pt x="833598" y="747096"/>
                </a:lnTo>
                <a:lnTo>
                  <a:pt x="841445" y="745427"/>
                </a:lnTo>
                <a:lnTo>
                  <a:pt x="853224" y="753051"/>
                </a:lnTo>
                <a:lnTo>
                  <a:pt x="854839" y="760938"/>
                </a:lnTo>
                <a:lnTo>
                  <a:pt x="847169" y="772669"/>
                </a:lnTo>
                <a:lnTo>
                  <a:pt x="839376" y="774296"/>
                </a:lnTo>
                <a:lnTo>
                  <a:pt x="833511" y="770462"/>
                </a:lnTo>
                <a:lnTo>
                  <a:pt x="832628" y="769908"/>
                </a:lnTo>
                <a:lnTo>
                  <a:pt x="831852" y="769272"/>
                </a:lnTo>
                <a:close/>
              </a:path>
              <a:path w="5142230" h="2300604">
                <a:moveTo>
                  <a:pt x="473169" y="261173"/>
                </a:moveTo>
                <a:lnTo>
                  <a:pt x="468655" y="256341"/>
                </a:lnTo>
                <a:lnTo>
                  <a:pt x="467811" y="254948"/>
                </a:lnTo>
                <a:lnTo>
                  <a:pt x="467250" y="253371"/>
                </a:lnTo>
                <a:lnTo>
                  <a:pt x="464688" y="246816"/>
                </a:lnTo>
                <a:lnTo>
                  <a:pt x="468005" y="239517"/>
                </a:lnTo>
                <a:lnTo>
                  <a:pt x="474557" y="237049"/>
                </a:lnTo>
                <a:lnTo>
                  <a:pt x="481112" y="234487"/>
                </a:lnTo>
                <a:lnTo>
                  <a:pt x="488411" y="237804"/>
                </a:lnTo>
                <a:lnTo>
                  <a:pt x="490874" y="244351"/>
                </a:lnTo>
                <a:lnTo>
                  <a:pt x="493396" y="250862"/>
                </a:lnTo>
                <a:lnTo>
                  <a:pt x="490124" y="258210"/>
                </a:lnTo>
                <a:lnTo>
                  <a:pt x="483568" y="260673"/>
                </a:lnTo>
                <a:lnTo>
                  <a:pt x="478598" y="262585"/>
                </a:lnTo>
                <a:lnTo>
                  <a:pt x="473169" y="261173"/>
                </a:lnTo>
                <a:close/>
              </a:path>
              <a:path w="5142230" h="2300604">
                <a:moveTo>
                  <a:pt x="2790634" y="2174056"/>
                </a:moveTo>
                <a:lnTo>
                  <a:pt x="2786347" y="2169467"/>
                </a:lnTo>
                <a:lnTo>
                  <a:pt x="2785132" y="2164941"/>
                </a:lnTo>
                <a:lnTo>
                  <a:pt x="2786412" y="2160641"/>
                </a:lnTo>
                <a:lnTo>
                  <a:pt x="2788384" y="2154151"/>
                </a:lnTo>
                <a:lnTo>
                  <a:pt x="2795207" y="2150507"/>
                </a:lnTo>
                <a:lnTo>
                  <a:pt x="2808201" y="2154349"/>
                </a:lnTo>
                <a:lnTo>
                  <a:pt x="2811844" y="2161181"/>
                </a:lnTo>
                <a:lnTo>
                  <a:pt x="2808003" y="2174175"/>
                </a:lnTo>
                <a:lnTo>
                  <a:pt x="2801175" y="2177813"/>
                </a:lnTo>
                <a:lnTo>
                  <a:pt x="2792481" y="2175252"/>
                </a:lnTo>
                <a:lnTo>
                  <a:pt x="2790634" y="2174056"/>
                </a:lnTo>
                <a:close/>
              </a:path>
              <a:path w="5142230" h="2300604">
                <a:moveTo>
                  <a:pt x="1972510" y="1056841"/>
                </a:moveTo>
                <a:lnTo>
                  <a:pt x="1968233" y="1052263"/>
                </a:lnTo>
                <a:lnTo>
                  <a:pt x="1967015" y="1047831"/>
                </a:lnTo>
                <a:lnTo>
                  <a:pt x="1968200" y="1043528"/>
                </a:lnTo>
                <a:lnTo>
                  <a:pt x="1970074" y="1037029"/>
                </a:lnTo>
                <a:lnTo>
                  <a:pt x="1976904" y="1033296"/>
                </a:lnTo>
                <a:lnTo>
                  <a:pt x="1989901" y="1037043"/>
                </a:lnTo>
                <a:lnTo>
                  <a:pt x="1993633" y="1043775"/>
                </a:lnTo>
                <a:lnTo>
                  <a:pt x="1991759" y="1050273"/>
                </a:lnTo>
                <a:lnTo>
                  <a:pt x="1989936" y="1056825"/>
                </a:lnTo>
                <a:lnTo>
                  <a:pt x="1983105" y="1060558"/>
                </a:lnTo>
                <a:lnTo>
                  <a:pt x="1976607" y="1058685"/>
                </a:lnTo>
                <a:lnTo>
                  <a:pt x="1974408" y="1058091"/>
                </a:lnTo>
                <a:lnTo>
                  <a:pt x="1972510" y="1056841"/>
                </a:lnTo>
                <a:close/>
              </a:path>
              <a:path w="5142230" h="2300604">
                <a:moveTo>
                  <a:pt x="2769579" y="2241835"/>
                </a:moveTo>
                <a:lnTo>
                  <a:pt x="2765257" y="2237208"/>
                </a:lnTo>
                <a:lnTo>
                  <a:pt x="2764091" y="2232636"/>
                </a:lnTo>
                <a:lnTo>
                  <a:pt x="2765463" y="2228241"/>
                </a:lnTo>
                <a:lnTo>
                  <a:pt x="2767526" y="2221848"/>
                </a:lnTo>
                <a:lnTo>
                  <a:pt x="2774395" y="2218253"/>
                </a:lnTo>
                <a:lnTo>
                  <a:pt x="2787338" y="2222333"/>
                </a:lnTo>
                <a:lnTo>
                  <a:pt x="2790879" y="2229252"/>
                </a:lnTo>
                <a:lnTo>
                  <a:pt x="2788817" y="2235744"/>
                </a:lnTo>
                <a:lnTo>
                  <a:pt x="2786754" y="2242137"/>
                </a:lnTo>
                <a:lnTo>
                  <a:pt x="2779885" y="2245732"/>
                </a:lnTo>
                <a:lnTo>
                  <a:pt x="2773437" y="2243619"/>
                </a:lnTo>
                <a:lnTo>
                  <a:pt x="2771386" y="2242987"/>
                </a:lnTo>
                <a:lnTo>
                  <a:pt x="2769579" y="2241835"/>
                </a:lnTo>
                <a:close/>
              </a:path>
              <a:path w="5142230" h="2300604">
                <a:moveTo>
                  <a:pt x="2620878" y="1334503"/>
                </a:moveTo>
                <a:lnTo>
                  <a:pt x="2615858" y="1329129"/>
                </a:lnTo>
                <a:lnTo>
                  <a:pt x="2615437" y="1322521"/>
                </a:lnTo>
                <a:lnTo>
                  <a:pt x="2619183" y="1317733"/>
                </a:lnTo>
                <a:lnTo>
                  <a:pt x="2623289" y="1312354"/>
                </a:lnTo>
                <a:lnTo>
                  <a:pt x="2631014" y="1311338"/>
                </a:lnTo>
                <a:lnTo>
                  <a:pt x="2641733" y="1319587"/>
                </a:lnTo>
                <a:lnTo>
                  <a:pt x="2642745" y="1327316"/>
                </a:lnTo>
                <a:lnTo>
                  <a:pt x="2634455" y="1337992"/>
                </a:lnTo>
                <a:lnTo>
                  <a:pt x="2626771" y="1339052"/>
                </a:lnTo>
                <a:lnTo>
                  <a:pt x="2621436" y="1334905"/>
                </a:lnTo>
                <a:lnTo>
                  <a:pt x="2620878" y="1334503"/>
                </a:lnTo>
                <a:close/>
              </a:path>
              <a:path w="5142230" h="2300604">
                <a:moveTo>
                  <a:pt x="1835947" y="1017588"/>
                </a:moveTo>
                <a:lnTo>
                  <a:pt x="1831670" y="1013009"/>
                </a:lnTo>
                <a:lnTo>
                  <a:pt x="1830452" y="1008578"/>
                </a:lnTo>
                <a:lnTo>
                  <a:pt x="1831731" y="1004278"/>
                </a:lnTo>
                <a:lnTo>
                  <a:pt x="1833605" y="997779"/>
                </a:lnTo>
                <a:lnTo>
                  <a:pt x="1840436" y="994046"/>
                </a:lnTo>
                <a:lnTo>
                  <a:pt x="1846929" y="995915"/>
                </a:lnTo>
                <a:lnTo>
                  <a:pt x="1853383" y="997839"/>
                </a:lnTo>
                <a:lnTo>
                  <a:pt x="1857112" y="1004665"/>
                </a:lnTo>
                <a:lnTo>
                  <a:pt x="1855238" y="1011163"/>
                </a:lnTo>
                <a:lnTo>
                  <a:pt x="1853324" y="1017618"/>
                </a:lnTo>
                <a:lnTo>
                  <a:pt x="1846493" y="1021351"/>
                </a:lnTo>
                <a:lnTo>
                  <a:pt x="1839995" y="1019477"/>
                </a:lnTo>
                <a:lnTo>
                  <a:pt x="1837845" y="1018838"/>
                </a:lnTo>
                <a:lnTo>
                  <a:pt x="1835947" y="1017588"/>
                </a:lnTo>
                <a:close/>
              </a:path>
              <a:path w="5142230" h="2300604">
                <a:moveTo>
                  <a:pt x="2562614" y="1293247"/>
                </a:moveTo>
                <a:lnTo>
                  <a:pt x="2558196" y="1288517"/>
                </a:lnTo>
                <a:lnTo>
                  <a:pt x="2557559" y="1282263"/>
                </a:lnTo>
                <a:lnTo>
                  <a:pt x="2560695" y="1277508"/>
                </a:lnTo>
                <a:lnTo>
                  <a:pt x="2564384" y="1271779"/>
                </a:lnTo>
                <a:lnTo>
                  <a:pt x="2571985" y="1270239"/>
                </a:lnTo>
                <a:lnTo>
                  <a:pt x="2583352" y="1277618"/>
                </a:lnTo>
                <a:lnTo>
                  <a:pt x="2584931" y="1285173"/>
                </a:lnTo>
                <a:lnTo>
                  <a:pt x="2581197" y="1290853"/>
                </a:lnTo>
                <a:lnTo>
                  <a:pt x="2577557" y="1296536"/>
                </a:lnTo>
                <a:lnTo>
                  <a:pt x="2569907" y="1298121"/>
                </a:lnTo>
                <a:lnTo>
                  <a:pt x="2564273" y="1294436"/>
                </a:lnTo>
                <a:lnTo>
                  <a:pt x="2563390" y="1293882"/>
                </a:lnTo>
                <a:lnTo>
                  <a:pt x="2562614" y="1293247"/>
                </a:lnTo>
                <a:close/>
              </a:path>
              <a:path w="5142230" h="2300604">
                <a:moveTo>
                  <a:pt x="2851833" y="1897456"/>
                </a:moveTo>
                <a:lnTo>
                  <a:pt x="2847556" y="1892877"/>
                </a:lnTo>
                <a:lnTo>
                  <a:pt x="2846252" y="1889429"/>
                </a:lnTo>
                <a:lnTo>
                  <a:pt x="2846615" y="1885712"/>
                </a:lnTo>
                <a:lnTo>
                  <a:pt x="2847367" y="1878991"/>
                </a:lnTo>
                <a:lnTo>
                  <a:pt x="2853433" y="1874146"/>
                </a:lnTo>
                <a:lnTo>
                  <a:pt x="2866883" y="1875543"/>
                </a:lnTo>
                <a:lnTo>
                  <a:pt x="2871728" y="1881609"/>
                </a:lnTo>
                <a:lnTo>
                  <a:pt x="2870980" y="1888335"/>
                </a:lnTo>
                <a:lnTo>
                  <a:pt x="2870277" y="1895109"/>
                </a:lnTo>
                <a:lnTo>
                  <a:pt x="2864216" y="1899959"/>
                </a:lnTo>
                <a:lnTo>
                  <a:pt x="2857490" y="1899211"/>
                </a:lnTo>
                <a:lnTo>
                  <a:pt x="2854474" y="1898915"/>
                </a:lnTo>
                <a:lnTo>
                  <a:pt x="2851833" y="1897456"/>
                </a:lnTo>
                <a:close/>
              </a:path>
              <a:path w="5142230" h="2300604">
                <a:moveTo>
                  <a:pt x="1767959" y="997103"/>
                </a:moveTo>
                <a:lnTo>
                  <a:pt x="1763632" y="992471"/>
                </a:lnTo>
                <a:lnTo>
                  <a:pt x="1762462" y="987993"/>
                </a:lnTo>
                <a:lnTo>
                  <a:pt x="1763745" y="983599"/>
                </a:lnTo>
                <a:lnTo>
                  <a:pt x="1765758" y="977153"/>
                </a:lnTo>
                <a:lnTo>
                  <a:pt x="1772581" y="973509"/>
                </a:lnTo>
                <a:lnTo>
                  <a:pt x="1779081" y="975482"/>
                </a:lnTo>
                <a:lnTo>
                  <a:pt x="1785528" y="977495"/>
                </a:lnTo>
                <a:lnTo>
                  <a:pt x="1789166" y="984323"/>
                </a:lnTo>
                <a:lnTo>
                  <a:pt x="1787199" y="990818"/>
                </a:lnTo>
                <a:lnTo>
                  <a:pt x="1785185" y="997264"/>
                </a:lnTo>
                <a:lnTo>
                  <a:pt x="1778357" y="1000903"/>
                </a:lnTo>
                <a:lnTo>
                  <a:pt x="1771862" y="998935"/>
                </a:lnTo>
                <a:lnTo>
                  <a:pt x="1769761" y="998250"/>
                </a:lnTo>
                <a:lnTo>
                  <a:pt x="1767959" y="997103"/>
                </a:lnTo>
                <a:close/>
              </a:path>
              <a:path w="5142230" h="2300604">
                <a:moveTo>
                  <a:pt x="2742156" y="2300034"/>
                </a:moveTo>
                <a:lnTo>
                  <a:pt x="2743628" y="2295673"/>
                </a:lnTo>
                <a:lnTo>
                  <a:pt x="2745731" y="2289225"/>
                </a:lnTo>
                <a:lnTo>
                  <a:pt x="2752605" y="2285734"/>
                </a:lnTo>
                <a:lnTo>
                  <a:pt x="2765492" y="2289949"/>
                </a:lnTo>
                <a:lnTo>
                  <a:pt x="2768984" y="2296913"/>
                </a:lnTo>
                <a:lnTo>
                  <a:pt x="2767960" y="2300034"/>
                </a:lnTo>
                <a:lnTo>
                  <a:pt x="2742156" y="2300034"/>
                </a:lnTo>
                <a:close/>
              </a:path>
              <a:path w="5142230" h="2300604">
                <a:moveTo>
                  <a:pt x="1904253" y="1037338"/>
                </a:moveTo>
                <a:lnTo>
                  <a:pt x="1899926" y="1032706"/>
                </a:lnTo>
                <a:lnTo>
                  <a:pt x="1898659" y="1028320"/>
                </a:lnTo>
                <a:lnTo>
                  <a:pt x="1899933" y="1024015"/>
                </a:lnTo>
                <a:lnTo>
                  <a:pt x="1901807" y="1017517"/>
                </a:lnTo>
                <a:lnTo>
                  <a:pt x="1908597" y="1013740"/>
                </a:lnTo>
                <a:lnTo>
                  <a:pt x="1921589" y="1017482"/>
                </a:lnTo>
                <a:lnTo>
                  <a:pt x="1925375" y="1024272"/>
                </a:lnTo>
                <a:lnTo>
                  <a:pt x="1921628" y="1037269"/>
                </a:lnTo>
                <a:lnTo>
                  <a:pt x="1914843" y="1041050"/>
                </a:lnTo>
                <a:lnTo>
                  <a:pt x="1906101" y="1038534"/>
                </a:lnTo>
                <a:lnTo>
                  <a:pt x="1904253" y="1037338"/>
                </a:lnTo>
                <a:close/>
              </a:path>
              <a:path w="5142230" h="2300604">
                <a:moveTo>
                  <a:pt x="2841610" y="1967544"/>
                </a:moveTo>
                <a:lnTo>
                  <a:pt x="2837333" y="1962966"/>
                </a:lnTo>
                <a:lnTo>
                  <a:pt x="2836042" y="1959140"/>
                </a:lnTo>
                <a:lnTo>
                  <a:pt x="2837914" y="1948535"/>
                </a:lnTo>
                <a:lnTo>
                  <a:pt x="2844255" y="1944081"/>
                </a:lnTo>
                <a:lnTo>
                  <a:pt x="2850914" y="1945248"/>
                </a:lnTo>
                <a:lnTo>
                  <a:pt x="2857631" y="1946378"/>
                </a:lnTo>
                <a:lnTo>
                  <a:pt x="2862041" y="1952760"/>
                </a:lnTo>
                <a:lnTo>
                  <a:pt x="2859699" y="1966088"/>
                </a:lnTo>
                <a:lnTo>
                  <a:pt x="2853362" y="1970546"/>
                </a:lnTo>
                <a:lnTo>
                  <a:pt x="2843976" y="1968904"/>
                </a:lnTo>
                <a:lnTo>
                  <a:pt x="2841610" y="1967544"/>
                </a:lnTo>
                <a:close/>
              </a:path>
              <a:path w="5142230" h="2300604">
                <a:moveTo>
                  <a:pt x="2502103" y="1256719"/>
                </a:moveTo>
                <a:lnTo>
                  <a:pt x="2497689" y="1251994"/>
                </a:lnTo>
                <a:lnTo>
                  <a:pt x="2496847" y="1246206"/>
                </a:lnTo>
                <a:lnTo>
                  <a:pt x="2502825" y="1235499"/>
                </a:lnTo>
                <a:lnTo>
                  <a:pt x="2510307" y="1233441"/>
                </a:lnTo>
                <a:lnTo>
                  <a:pt x="2522126" y="1240032"/>
                </a:lnTo>
                <a:lnTo>
                  <a:pt x="2524230" y="1247563"/>
                </a:lnTo>
                <a:lnTo>
                  <a:pt x="2520867" y="1253444"/>
                </a:lnTo>
                <a:lnTo>
                  <a:pt x="2517593" y="1259324"/>
                </a:lnTo>
                <a:lnTo>
                  <a:pt x="2510111" y="1261382"/>
                </a:lnTo>
                <a:lnTo>
                  <a:pt x="2503073" y="1257465"/>
                </a:lnTo>
                <a:lnTo>
                  <a:pt x="2502103" y="1256719"/>
                </a:lnTo>
                <a:close/>
              </a:path>
              <a:path w="5142230" h="2300604">
                <a:moveTo>
                  <a:pt x="2309717" y="1166897"/>
                </a:moveTo>
                <a:lnTo>
                  <a:pt x="2305390" y="1162265"/>
                </a:lnTo>
                <a:lnTo>
                  <a:pt x="2304232" y="1157311"/>
                </a:lnTo>
                <a:lnTo>
                  <a:pt x="2305997" y="1152750"/>
                </a:lnTo>
                <a:lnTo>
                  <a:pt x="2308519" y="1146457"/>
                </a:lnTo>
                <a:lnTo>
                  <a:pt x="2315615" y="1143399"/>
                </a:lnTo>
                <a:lnTo>
                  <a:pt x="2328237" y="1148309"/>
                </a:lnTo>
                <a:lnTo>
                  <a:pt x="2331305" y="1155405"/>
                </a:lnTo>
                <a:lnTo>
                  <a:pt x="2326345" y="1167983"/>
                </a:lnTo>
                <a:lnTo>
                  <a:pt x="2319246" y="1171136"/>
                </a:lnTo>
                <a:lnTo>
                  <a:pt x="2312910" y="1168654"/>
                </a:lnTo>
                <a:lnTo>
                  <a:pt x="2311145" y="1167937"/>
                </a:lnTo>
                <a:lnTo>
                  <a:pt x="2309717" y="1166897"/>
                </a:lnTo>
                <a:close/>
              </a:path>
              <a:path w="5142230" h="2300604">
                <a:moveTo>
                  <a:pt x="854234" y="619341"/>
                </a:moveTo>
                <a:lnTo>
                  <a:pt x="848841" y="613568"/>
                </a:lnTo>
                <a:lnTo>
                  <a:pt x="848468" y="606913"/>
                </a:lnTo>
                <a:lnTo>
                  <a:pt x="856600" y="596850"/>
                </a:lnTo>
                <a:lnTo>
                  <a:pt x="864328" y="596032"/>
                </a:lnTo>
                <a:lnTo>
                  <a:pt x="874893" y="604507"/>
                </a:lnTo>
                <a:lnTo>
                  <a:pt x="875720" y="612235"/>
                </a:lnTo>
                <a:lnTo>
                  <a:pt x="867195" y="622756"/>
                </a:lnTo>
                <a:lnTo>
                  <a:pt x="859472" y="623579"/>
                </a:lnTo>
                <a:lnTo>
                  <a:pt x="854234" y="619341"/>
                </a:lnTo>
                <a:close/>
              </a:path>
              <a:path w="5142230" h="2300604">
                <a:moveTo>
                  <a:pt x="1162563" y="792615"/>
                </a:moveTo>
                <a:lnTo>
                  <a:pt x="1158232" y="787978"/>
                </a:lnTo>
                <a:lnTo>
                  <a:pt x="1157184" y="782848"/>
                </a:lnTo>
                <a:lnTo>
                  <a:pt x="1161754" y="772004"/>
                </a:lnTo>
                <a:lnTo>
                  <a:pt x="1168982" y="769087"/>
                </a:lnTo>
                <a:lnTo>
                  <a:pt x="1181407" y="774372"/>
                </a:lnTo>
                <a:lnTo>
                  <a:pt x="1184324" y="781600"/>
                </a:lnTo>
                <a:lnTo>
                  <a:pt x="1181657" y="787835"/>
                </a:lnTo>
                <a:lnTo>
                  <a:pt x="1179039" y="794025"/>
                </a:lnTo>
                <a:lnTo>
                  <a:pt x="1171811" y="796942"/>
                </a:lnTo>
                <a:lnTo>
                  <a:pt x="1165621" y="794324"/>
                </a:lnTo>
                <a:lnTo>
                  <a:pt x="1163995" y="793560"/>
                </a:lnTo>
                <a:lnTo>
                  <a:pt x="1162563" y="792615"/>
                </a:lnTo>
                <a:close/>
              </a:path>
              <a:path w="5142230" h="2300604">
                <a:moveTo>
                  <a:pt x="800140" y="571796"/>
                </a:moveTo>
                <a:lnTo>
                  <a:pt x="795271" y="566583"/>
                </a:lnTo>
                <a:lnTo>
                  <a:pt x="795242" y="559123"/>
                </a:lnTo>
                <a:lnTo>
                  <a:pt x="804490" y="549571"/>
                </a:lnTo>
                <a:lnTo>
                  <a:pt x="812239" y="549363"/>
                </a:lnTo>
                <a:lnTo>
                  <a:pt x="821969" y="558801"/>
                </a:lnTo>
                <a:lnTo>
                  <a:pt x="822182" y="566555"/>
                </a:lnTo>
                <a:lnTo>
                  <a:pt x="812739" y="576290"/>
                </a:lnTo>
                <a:lnTo>
                  <a:pt x="805038" y="576452"/>
                </a:lnTo>
                <a:lnTo>
                  <a:pt x="800140" y="571796"/>
                </a:lnTo>
                <a:close/>
              </a:path>
              <a:path w="5142230" h="2300604">
                <a:moveTo>
                  <a:pt x="2243285" y="1142018"/>
                </a:moveTo>
                <a:lnTo>
                  <a:pt x="2238963" y="1137391"/>
                </a:lnTo>
                <a:lnTo>
                  <a:pt x="2237806" y="1132536"/>
                </a:lnTo>
                <a:lnTo>
                  <a:pt x="2239416" y="1128101"/>
                </a:lnTo>
                <a:lnTo>
                  <a:pt x="2241668" y="1121715"/>
                </a:lnTo>
                <a:lnTo>
                  <a:pt x="2248720" y="1118414"/>
                </a:lnTo>
                <a:lnTo>
                  <a:pt x="2261454" y="1122955"/>
                </a:lnTo>
                <a:lnTo>
                  <a:pt x="2264750" y="1130002"/>
                </a:lnTo>
                <a:lnTo>
                  <a:pt x="2262461" y="1136349"/>
                </a:lnTo>
                <a:lnTo>
                  <a:pt x="2260214" y="1142741"/>
                </a:lnTo>
                <a:lnTo>
                  <a:pt x="2253157" y="1146036"/>
                </a:lnTo>
                <a:lnTo>
                  <a:pt x="2244907" y="1143069"/>
                </a:lnTo>
                <a:lnTo>
                  <a:pt x="2243285" y="1142018"/>
                </a:lnTo>
                <a:close/>
              </a:path>
              <a:path w="5142230" h="2300604">
                <a:moveTo>
                  <a:pt x="911287" y="661647"/>
                </a:moveTo>
                <a:lnTo>
                  <a:pt x="906171" y="656171"/>
                </a:lnTo>
                <a:lnTo>
                  <a:pt x="905548" y="649933"/>
                </a:lnTo>
                <a:lnTo>
                  <a:pt x="912653" y="639552"/>
                </a:lnTo>
                <a:lnTo>
                  <a:pt x="920255" y="638111"/>
                </a:lnTo>
                <a:lnTo>
                  <a:pt x="925882" y="641886"/>
                </a:lnTo>
                <a:lnTo>
                  <a:pt x="931468" y="645716"/>
                </a:lnTo>
                <a:lnTo>
                  <a:pt x="932909" y="653319"/>
                </a:lnTo>
                <a:lnTo>
                  <a:pt x="929079" y="658896"/>
                </a:lnTo>
                <a:lnTo>
                  <a:pt x="925304" y="664532"/>
                </a:lnTo>
                <a:lnTo>
                  <a:pt x="917702" y="665973"/>
                </a:lnTo>
                <a:lnTo>
                  <a:pt x="912071" y="662193"/>
                </a:lnTo>
                <a:lnTo>
                  <a:pt x="911287" y="661647"/>
                </a:lnTo>
                <a:close/>
              </a:path>
              <a:path w="5142230" h="2300604">
                <a:moveTo>
                  <a:pt x="970916" y="698990"/>
                </a:moveTo>
                <a:lnTo>
                  <a:pt x="966543" y="694309"/>
                </a:lnTo>
                <a:lnTo>
                  <a:pt x="965705" y="688426"/>
                </a:lnTo>
                <a:lnTo>
                  <a:pt x="968513" y="683612"/>
                </a:lnTo>
                <a:lnTo>
                  <a:pt x="971876" y="677731"/>
                </a:lnTo>
                <a:lnTo>
                  <a:pt x="979355" y="675766"/>
                </a:lnTo>
                <a:lnTo>
                  <a:pt x="985236" y="679130"/>
                </a:lnTo>
                <a:lnTo>
                  <a:pt x="991068" y="682538"/>
                </a:lnTo>
                <a:lnTo>
                  <a:pt x="993078" y="690066"/>
                </a:lnTo>
                <a:lnTo>
                  <a:pt x="989665" y="695893"/>
                </a:lnTo>
                <a:lnTo>
                  <a:pt x="986306" y="701779"/>
                </a:lnTo>
                <a:lnTo>
                  <a:pt x="978774" y="703784"/>
                </a:lnTo>
                <a:lnTo>
                  <a:pt x="971882" y="699731"/>
                </a:lnTo>
                <a:lnTo>
                  <a:pt x="970916" y="698990"/>
                </a:lnTo>
                <a:close/>
              </a:path>
              <a:path w="5142230" h="2300604">
                <a:moveTo>
                  <a:pt x="1228351" y="819639"/>
                </a:moveTo>
                <a:lnTo>
                  <a:pt x="1224019" y="815002"/>
                </a:lnTo>
                <a:lnTo>
                  <a:pt x="1222919" y="810012"/>
                </a:lnTo>
                <a:lnTo>
                  <a:pt x="1224675" y="805441"/>
                </a:lnTo>
                <a:lnTo>
                  <a:pt x="1227207" y="799158"/>
                </a:lnTo>
                <a:lnTo>
                  <a:pt x="1234293" y="796090"/>
                </a:lnTo>
                <a:lnTo>
                  <a:pt x="1246920" y="801005"/>
                </a:lnTo>
                <a:lnTo>
                  <a:pt x="1249985" y="808195"/>
                </a:lnTo>
                <a:lnTo>
                  <a:pt x="1247506" y="814437"/>
                </a:lnTo>
                <a:lnTo>
                  <a:pt x="1244974" y="820719"/>
                </a:lnTo>
                <a:lnTo>
                  <a:pt x="1237888" y="823788"/>
                </a:lnTo>
                <a:lnTo>
                  <a:pt x="1231597" y="821355"/>
                </a:lnTo>
                <a:lnTo>
                  <a:pt x="1229828" y="820633"/>
                </a:lnTo>
                <a:lnTo>
                  <a:pt x="1228351" y="819639"/>
                </a:lnTo>
                <a:close/>
              </a:path>
              <a:path w="5142230" h="2300604">
                <a:moveTo>
                  <a:pt x="1033538" y="732888"/>
                </a:moveTo>
                <a:lnTo>
                  <a:pt x="1029165" y="728207"/>
                </a:lnTo>
                <a:lnTo>
                  <a:pt x="1028256" y="722640"/>
                </a:lnTo>
                <a:lnTo>
                  <a:pt x="1033639" y="711884"/>
                </a:lnTo>
                <a:lnTo>
                  <a:pt x="1041044" y="709449"/>
                </a:lnTo>
                <a:lnTo>
                  <a:pt x="1053112" y="715525"/>
                </a:lnTo>
                <a:lnTo>
                  <a:pt x="1055551" y="722926"/>
                </a:lnTo>
                <a:lnTo>
                  <a:pt x="1049426" y="735039"/>
                </a:lnTo>
                <a:lnTo>
                  <a:pt x="1042074" y="737433"/>
                </a:lnTo>
                <a:lnTo>
                  <a:pt x="1034689" y="733730"/>
                </a:lnTo>
                <a:lnTo>
                  <a:pt x="1033538" y="732888"/>
                </a:lnTo>
                <a:close/>
              </a:path>
              <a:path w="5142230" h="2300604">
                <a:moveTo>
                  <a:pt x="1097595" y="763730"/>
                </a:moveTo>
                <a:lnTo>
                  <a:pt x="1093263" y="759093"/>
                </a:lnTo>
                <a:lnTo>
                  <a:pt x="1092217" y="753770"/>
                </a:lnTo>
                <a:lnTo>
                  <a:pt x="1094358" y="749122"/>
                </a:lnTo>
                <a:lnTo>
                  <a:pt x="1097215" y="742992"/>
                </a:lnTo>
                <a:lnTo>
                  <a:pt x="1104482" y="740312"/>
                </a:lnTo>
                <a:lnTo>
                  <a:pt x="1110617" y="743165"/>
                </a:lnTo>
                <a:lnTo>
                  <a:pt x="1116800" y="745972"/>
                </a:lnTo>
                <a:lnTo>
                  <a:pt x="1119475" y="753234"/>
                </a:lnTo>
                <a:lnTo>
                  <a:pt x="1113774" y="765508"/>
                </a:lnTo>
                <a:lnTo>
                  <a:pt x="1106553" y="768236"/>
                </a:lnTo>
                <a:lnTo>
                  <a:pt x="1100370" y="765429"/>
                </a:lnTo>
                <a:lnTo>
                  <a:pt x="1098883" y="764718"/>
                </a:lnTo>
                <a:lnTo>
                  <a:pt x="1097595" y="763730"/>
                </a:lnTo>
                <a:close/>
              </a:path>
              <a:path w="5142230" h="2300604">
                <a:moveTo>
                  <a:pt x="2439400" y="1223809"/>
                </a:moveTo>
                <a:lnTo>
                  <a:pt x="2435027" y="1219128"/>
                </a:lnTo>
                <a:lnTo>
                  <a:pt x="2434123" y="1213663"/>
                </a:lnTo>
                <a:lnTo>
                  <a:pt x="2439404" y="1202895"/>
                </a:lnTo>
                <a:lnTo>
                  <a:pt x="2446754" y="1200402"/>
                </a:lnTo>
                <a:lnTo>
                  <a:pt x="2458878" y="1206343"/>
                </a:lnTo>
                <a:lnTo>
                  <a:pt x="2461362" y="1213693"/>
                </a:lnTo>
                <a:lnTo>
                  <a:pt x="2455377" y="1225859"/>
                </a:lnTo>
                <a:lnTo>
                  <a:pt x="2448026" y="1228351"/>
                </a:lnTo>
                <a:lnTo>
                  <a:pt x="2441985" y="1225403"/>
                </a:lnTo>
                <a:lnTo>
                  <a:pt x="2440593" y="1224694"/>
                </a:lnTo>
                <a:lnTo>
                  <a:pt x="2439400" y="1223809"/>
                </a:lnTo>
                <a:close/>
              </a:path>
              <a:path w="5142230" h="2300604">
                <a:moveTo>
                  <a:pt x="1361644" y="868978"/>
                </a:moveTo>
                <a:lnTo>
                  <a:pt x="1357312" y="864341"/>
                </a:lnTo>
                <a:lnTo>
                  <a:pt x="1356108" y="859631"/>
                </a:lnTo>
                <a:lnTo>
                  <a:pt x="1357722" y="855201"/>
                </a:lnTo>
                <a:lnTo>
                  <a:pt x="1359924" y="848761"/>
                </a:lnTo>
                <a:lnTo>
                  <a:pt x="1366931" y="845412"/>
                </a:lnTo>
                <a:lnTo>
                  <a:pt x="1379668" y="849858"/>
                </a:lnTo>
                <a:lnTo>
                  <a:pt x="1383066" y="856819"/>
                </a:lnTo>
                <a:lnTo>
                  <a:pt x="1380864" y="863259"/>
                </a:lnTo>
                <a:lnTo>
                  <a:pt x="1378616" y="869650"/>
                </a:lnTo>
                <a:lnTo>
                  <a:pt x="1371610" y="873000"/>
                </a:lnTo>
                <a:lnTo>
                  <a:pt x="1363257" y="870119"/>
                </a:lnTo>
                <a:lnTo>
                  <a:pt x="1361644" y="868978"/>
                </a:lnTo>
                <a:close/>
              </a:path>
              <a:path w="5142230" h="2300604">
                <a:moveTo>
                  <a:pt x="2827447" y="2037032"/>
                </a:moveTo>
                <a:lnTo>
                  <a:pt x="2823166" y="2032448"/>
                </a:lnTo>
                <a:lnTo>
                  <a:pt x="2821938" y="2028299"/>
                </a:lnTo>
                <a:lnTo>
                  <a:pt x="2822834" y="2024175"/>
                </a:lnTo>
                <a:lnTo>
                  <a:pt x="2824328" y="2017565"/>
                </a:lnTo>
                <a:lnTo>
                  <a:pt x="2830894" y="2013450"/>
                </a:lnTo>
                <a:lnTo>
                  <a:pt x="2844105" y="2016449"/>
                </a:lnTo>
                <a:lnTo>
                  <a:pt x="2848220" y="2023005"/>
                </a:lnTo>
                <a:lnTo>
                  <a:pt x="2845226" y="2036221"/>
                </a:lnTo>
                <a:lnTo>
                  <a:pt x="2838660" y="2040336"/>
                </a:lnTo>
                <a:lnTo>
                  <a:pt x="2829623" y="2038286"/>
                </a:lnTo>
                <a:lnTo>
                  <a:pt x="2827447" y="2037032"/>
                </a:lnTo>
                <a:close/>
              </a:path>
              <a:path w="5142230" h="2300604">
                <a:moveTo>
                  <a:pt x="2810187" y="2105842"/>
                </a:moveTo>
                <a:lnTo>
                  <a:pt x="2805905" y="2101259"/>
                </a:lnTo>
                <a:lnTo>
                  <a:pt x="2804684" y="2096921"/>
                </a:lnTo>
                <a:lnTo>
                  <a:pt x="2807549" y="2086109"/>
                </a:lnTo>
                <a:lnTo>
                  <a:pt x="2813995" y="2082452"/>
                </a:lnTo>
                <a:lnTo>
                  <a:pt x="2814293" y="2082283"/>
                </a:lnTo>
                <a:lnTo>
                  <a:pt x="2820839" y="2084012"/>
                </a:lnTo>
                <a:lnTo>
                  <a:pt x="2827345" y="2085796"/>
                </a:lnTo>
                <a:lnTo>
                  <a:pt x="2831220" y="2092485"/>
                </a:lnTo>
                <a:lnTo>
                  <a:pt x="2829491" y="2099040"/>
                </a:lnTo>
                <a:lnTo>
                  <a:pt x="2827712" y="2105542"/>
                </a:lnTo>
                <a:lnTo>
                  <a:pt x="2821314" y="2109250"/>
                </a:lnTo>
                <a:lnTo>
                  <a:pt x="2821018" y="2109421"/>
                </a:lnTo>
                <a:lnTo>
                  <a:pt x="2812174" y="2107090"/>
                </a:lnTo>
                <a:lnTo>
                  <a:pt x="2810187" y="2105842"/>
                </a:lnTo>
                <a:close/>
              </a:path>
              <a:path w="5142230" h="2300604">
                <a:moveTo>
                  <a:pt x="633675" y="349222"/>
                </a:moveTo>
                <a:lnTo>
                  <a:pt x="628513" y="343696"/>
                </a:lnTo>
                <a:lnTo>
                  <a:pt x="628020" y="342777"/>
                </a:lnTo>
                <a:lnTo>
                  <a:pt x="624731" y="336911"/>
                </a:lnTo>
                <a:lnTo>
                  <a:pt x="626828" y="329381"/>
                </a:lnTo>
                <a:lnTo>
                  <a:pt x="632746" y="326136"/>
                </a:lnTo>
                <a:lnTo>
                  <a:pt x="638666" y="322797"/>
                </a:lnTo>
                <a:lnTo>
                  <a:pt x="646101" y="324891"/>
                </a:lnTo>
                <a:lnTo>
                  <a:pt x="649440" y="330812"/>
                </a:lnTo>
                <a:lnTo>
                  <a:pt x="652685" y="336729"/>
                </a:lnTo>
                <a:lnTo>
                  <a:pt x="650636" y="344213"/>
                </a:lnTo>
                <a:lnTo>
                  <a:pt x="644670" y="347503"/>
                </a:lnTo>
                <a:lnTo>
                  <a:pt x="639712" y="350309"/>
                </a:lnTo>
                <a:lnTo>
                  <a:pt x="633675" y="349222"/>
                </a:lnTo>
                <a:close/>
              </a:path>
              <a:path w="5142230" h="2300604">
                <a:moveTo>
                  <a:pt x="2040719" y="1076682"/>
                </a:moveTo>
                <a:lnTo>
                  <a:pt x="2036391" y="1072050"/>
                </a:lnTo>
                <a:lnTo>
                  <a:pt x="2035173" y="1067618"/>
                </a:lnTo>
                <a:lnTo>
                  <a:pt x="2038370" y="1056770"/>
                </a:lnTo>
                <a:lnTo>
                  <a:pt x="2045202" y="1053136"/>
                </a:lnTo>
                <a:lnTo>
                  <a:pt x="2051652" y="1055055"/>
                </a:lnTo>
                <a:lnTo>
                  <a:pt x="2058146" y="1056923"/>
                </a:lnTo>
                <a:lnTo>
                  <a:pt x="2061883" y="1063759"/>
                </a:lnTo>
                <a:lnTo>
                  <a:pt x="2059916" y="1070254"/>
                </a:lnTo>
                <a:lnTo>
                  <a:pt x="2058042" y="1076753"/>
                </a:lnTo>
                <a:lnTo>
                  <a:pt x="2051260" y="1080440"/>
                </a:lnTo>
                <a:lnTo>
                  <a:pt x="2042566" y="1077878"/>
                </a:lnTo>
                <a:lnTo>
                  <a:pt x="2040719" y="1076682"/>
                </a:lnTo>
                <a:close/>
              </a:path>
              <a:path w="5142230" h="2300604">
                <a:moveTo>
                  <a:pt x="1294757" y="844980"/>
                </a:moveTo>
                <a:lnTo>
                  <a:pt x="1290435" y="840353"/>
                </a:lnTo>
                <a:lnTo>
                  <a:pt x="1289278" y="835498"/>
                </a:lnTo>
                <a:lnTo>
                  <a:pt x="1293283" y="824635"/>
                </a:lnTo>
                <a:lnTo>
                  <a:pt x="1300332" y="821428"/>
                </a:lnTo>
                <a:lnTo>
                  <a:pt x="1306674" y="823721"/>
                </a:lnTo>
                <a:lnTo>
                  <a:pt x="1313013" y="826109"/>
                </a:lnTo>
                <a:lnTo>
                  <a:pt x="1316269" y="833112"/>
                </a:lnTo>
                <a:lnTo>
                  <a:pt x="1311585" y="845888"/>
                </a:lnTo>
                <a:lnTo>
                  <a:pt x="1304536" y="849095"/>
                </a:lnTo>
                <a:lnTo>
                  <a:pt x="1296330" y="846077"/>
                </a:lnTo>
                <a:lnTo>
                  <a:pt x="1294757" y="844980"/>
                </a:lnTo>
                <a:close/>
              </a:path>
              <a:path w="5142230" h="2300604">
                <a:moveTo>
                  <a:pt x="670161" y="410370"/>
                </a:moveTo>
                <a:lnTo>
                  <a:pt x="665138" y="404993"/>
                </a:lnTo>
                <a:lnTo>
                  <a:pt x="661053" y="398665"/>
                </a:lnTo>
                <a:lnTo>
                  <a:pt x="662732" y="391079"/>
                </a:lnTo>
                <a:lnTo>
                  <a:pt x="668473" y="387450"/>
                </a:lnTo>
                <a:lnTo>
                  <a:pt x="674165" y="383768"/>
                </a:lnTo>
                <a:lnTo>
                  <a:pt x="681756" y="385443"/>
                </a:lnTo>
                <a:lnTo>
                  <a:pt x="689013" y="396926"/>
                </a:lnTo>
                <a:lnTo>
                  <a:pt x="687297" y="404473"/>
                </a:lnTo>
                <a:lnTo>
                  <a:pt x="676577" y="411373"/>
                </a:lnTo>
                <a:lnTo>
                  <a:pt x="670161" y="410370"/>
                </a:lnTo>
                <a:close/>
              </a:path>
              <a:path w="5142230" h="2300604">
                <a:moveTo>
                  <a:pt x="600253" y="286271"/>
                </a:moveTo>
                <a:lnTo>
                  <a:pt x="595830" y="281537"/>
                </a:lnTo>
                <a:lnTo>
                  <a:pt x="595158" y="280621"/>
                </a:lnTo>
                <a:lnTo>
                  <a:pt x="591578" y="273465"/>
                </a:lnTo>
                <a:lnTo>
                  <a:pt x="594046" y="266137"/>
                </a:lnTo>
                <a:lnTo>
                  <a:pt x="599680" y="263273"/>
                </a:lnTo>
                <a:lnTo>
                  <a:pt x="606026" y="260097"/>
                </a:lnTo>
                <a:lnTo>
                  <a:pt x="613478" y="262503"/>
                </a:lnTo>
                <a:lnTo>
                  <a:pt x="619577" y="274602"/>
                </a:lnTo>
                <a:lnTo>
                  <a:pt x="617113" y="281935"/>
                </a:lnTo>
                <a:lnTo>
                  <a:pt x="611475" y="284795"/>
                </a:lnTo>
                <a:lnTo>
                  <a:pt x="606114" y="287462"/>
                </a:lnTo>
                <a:lnTo>
                  <a:pt x="600253" y="286271"/>
                </a:lnTo>
                <a:close/>
              </a:path>
              <a:path w="5142230" h="2300604">
                <a:moveTo>
                  <a:pt x="2176190" y="1118872"/>
                </a:moveTo>
                <a:lnTo>
                  <a:pt x="2171904" y="1114284"/>
                </a:lnTo>
                <a:lnTo>
                  <a:pt x="2170746" y="1109623"/>
                </a:lnTo>
                <a:lnTo>
                  <a:pt x="2172171" y="1105186"/>
                </a:lnTo>
                <a:lnTo>
                  <a:pt x="2174252" y="1099008"/>
                </a:lnTo>
                <a:lnTo>
                  <a:pt x="2174325" y="1098792"/>
                </a:lnTo>
                <a:lnTo>
                  <a:pt x="2181289" y="1095299"/>
                </a:lnTo>
                <a:lnTo>
                  <a:pt x="2187679" y="1097448"/>
                </a:lnTo>
                <a:lnTo>
                  <a:pt x="2194126" y="1099560"/>
                </a:lnTo>
                <a:lnTo>
                  <a:pt x="2197569" y="1106471"/>
                </a:lnTo>
                <a:lnTo>
                  <a:pt x="2195466" y="1112919"/>
                </a:lnTo>
                <a:lnTo>
                  <a:pt x="2193337" y="1119144"/>
                </a:lnTo>
                <a:lnTo>
                  <a:pt x="2193264" y="1119359"/>
                </a:lnTo>
                <a:lnTo>
                  <a:pt x="2186348" y="1122806"/>
                </a:lnTo>
                <a:lnTo>
                  <a:pt x="2179900" y="1120693"/>
                </a:lnTo>
                <a:lnTo>
                  <a:pt x="2177898" y="1120016"/>
                </a:lnTo>
                <a:lnTo>
                  <a:pt x="2176190" y="1118872"/>
                </a:lnTo>
                <a:close/>
              </a:path>
              <a:path w="5142230" h="2300604">
                <a:moveTo>
                  <a:pt x="710549" y="469146"/>
                </a:moveTo>
                <a:lnTo>
                  <a:pt x="705349" y="463580"/>
                </a:lnTo>
                <a:lnTo>
                  <a:pt x="701285" y="458154"/>
                </a:lnTo>
                <a:lnTo>
                  <a:pt x="702491" y="450453"/>
                </a:lnTo>
                <a:lnTo>
                  <a:pt x="707914" y="446483"/>
                </a:lnTo>
                <a:lnTo>
                  <a:pt x="713340" y="442419"/>
                </a:lnTo>
                <a:lnTo>
                  <a:pt x="720996" y="443576"/>
                </a:lnTo>
                <a:lnTo>
                  <a:pt x="729075" y="454473"/>
                </a:lnTo>
                <a:lnTo>
                  <a:pt x="727918" y="462129"/>
                </a:lnTo>
                <a:lnTo>
                  <a:pt x="722492" y="466193"/>
                </a:lnTo>
                <a:lnTo>
                  <a:pt x="717456" y="469893"/>
                </a:lnTo>
                <a:lnTo>
                  <a:pt x="710549" y="469146"/>
                </a:lnTo>
                <a:close/>
              </a:path>
              <a:path w="5142230" h="2300604">
                <a:moveTo>
                  <a:pt x="2108614" y="1097263"/>
                </a:moveTo>
                <a:lnTo>
                  <a:pt x="2104286" y="1092631"/>
                </a:lnTo>
                <a:lnTo>
                  <a:pt x="2103120" y="1088059"/>
                </a:lnTo>
                <a:lnTo>
                  <a:pt x="2104444" y="1083709"/>
                </a:lnTo>
                <a:lnTo>
                  <a:pt x="2106457" y="1077263"/>
                </a:lnTo>
                <a:lnTo>
                  <a:pt x="2113330" y="1073673"/>
                </a:lnTo>
                <a:lnTo>
                  <a:pt x="2119830" y="1075646"/>
                </a:lnTo>
                <a:lnTo>
                  <a:pt x="2126276" y="1077659"/>
                </a:lnTo>
                <a:lnTo>
                  <a:pt x="2129866" y="1084532"/>
                </a:lnTo>
                <a:lnTo>
                  <a:pt x="2127899" y="1091027"/>
                </a:lnTo>
                <a:lnTo>
                  <a:pt x="2125885" y="1097474"/>
                </a:lnTo>
                <a:lnTo>
                  <a:pt x="2119012" y="1101064"/>
                </a:lnTo>
                <a:lnTo>
                  <a:pt x="2112517" y="1099096"/>
                </a:lnTo>
                <a:lnTo>
                  <a:pt x="2110416" y="1098411"/>
                </a:lnTo>
                <a:lnTo>
                  <a:pt x="2108614" y="1097263"/>
                </a:lnTo>
                <a:close/>
              </a:path>
              <a:path w="5142230" h="2300604">
                <a:moveTo>
                  <a:pt x="755193" y="524756"/>
                </a:moveTo>
                <a:lnTo>
                  <a:pt x="750415" y="519641"/>
                </a:lnTo>
                <a:lnTo>
                  <a:pt x="745960" y="514580"/>
                </a:lnTo>
                <a:lnTo>
                  <a:pt x="746461" y="506807"/>
                </a:lnTo>
                <a:lnTo>
                  <a:pt x="751617" y="502356"/>
                </a:lnTo>
                <a:lnTo>
                  <a:pt x="756077" y="498431"/>
                </a:lnTo>
                <a:lnTo>
                  <a:pt x="756678" y="497902"/>
                </a:lnTo>
                <a:lnTo>
                  <a:pt x="764397" y="498443"/>
                </a:lnTo>
                <a:lnTo>
                  <a:pt x="773356" y="508619"/>
                </a:lnTo>
                <a:lnTo>
                  <a:pt x="772810" y="516343"/>
                </a:lnTo>
                <a:lnTo>
                  <a:pt x="763237" y="524765"/>
                </a:lnTo>
                <a:lnTo>
                  <a:pt x="762736" y="525206"/>
                </a:lnTo>
                <a:lnTo>
                  <a:pt x="755193" y="524756"/>
                </a:lnTo>
                <a:close/>
              </a:path>
              <a:path w="5142230" h="2300604">
                <a:moveTo>
                  <a:pt x="2855843" y="1756204"/>
                </a:moveTo>
                <a:lnTo>
                  <a:pt x="2851557" y="1751616"/>
                </a:lnTo>
                <a:lnTo>
                  <a:pt x="2850323" y="1749024"/>
                </a:lnTo>
                <a:lnTo>
                  <a:pt x="2849707" y="1739373"/>
                </a:lnTo>
                <a:lnTo>
                  <a:pt x="2854821" y="1733509"/>
                </a:lnTo>
                <a:lnTo>
                  <a:pt x="2861540" y="1733076"/>
                </a:lnTo>
                <a:lnTo>
                  <a:pt x="2868303" y="1732594"/>
                </a:lnTo>
                <a:lnTo>
                  <a:pt x="2874131" y="1737659"/>
                </a:lnTo>
                <a:lnTo>
                  <a:pt x="2875086" y="1751194"/>
                </a:lnTo>
                <a:lnTo>
                  <a:pt x="2870025" y="1757017"/>
                </a:lnTo>
                <a:lnTo>
                  <a:pt x="2863254" y="1757490"/>
                </a:lnTo>
                <a:lnTo>
                  <a:pt x="2859374" y="1757736"/>
                </a:lnTo>
                <a:lnTo>
                  <a:pt x="2855843" y="1756204"/>
                </a:lnTo>
                <a:close/>
              </a:path>
              <a:path w="5142230" h="2300604">
                <a:moveTo>
                  <a:pt x="2727878" y="1435262"/>
                </a:moveTo>
                <a:lnTo>
                  <a:pt x="2722998" y="1430038"/>
                </a:lnTo>
                <a:lnTo>
                  <a:pt x="2718597" y="1424936"/>
                </a:lnTo>
                <a:lnTo>
                  <a:pt x="2719143" y="1417212"/>
                </a:lnTo>
                <a:lnTo>
                  <a:pt x="2728648" y="1409010"/>
                </a:lnTo>
                <a:lnTo>
                  <a:pt x="2729406" y="1408356"/>
                </a:lnTo>
                <a:lnTo>
                  <a:pt x="2737175" y="1408951"/>
                </a:lnTo>
                <a:lnTo>
                  <a:pt x="2745979" y="1419254"/>
                </a:lnTo>
                <a:lnTo>
                  <a:pt x="2745391" y="1426934"/>
                </a:lnTo>
                <a:lnTo>
                  <a:pt x="2735878" y="1435126"/>
                </a:lnTo>
                <a:lnTo>
                  <a:pt x="2735271" y="1435649"/>
                </a:lnTo>
                <a:lnTo>
                  <a:pt x="2727878" y="1435262"/>
                </a:lnTo>
                <a:close/>
              </a:path>
              <a:path w="5142230" h="2300604">
                <a:moveTo>
                  <a:pt x="2674706" y="1380005"/>
                </a:moveTo>
                <a:lnTo>
                  <a:pt x="2669746" y="1374695"/>
                </a:lnTo>
                <a:lnTo>
                  <a:pt x="2669665" y="1367374"/>
                </a:lnTo>
                <a:lnTo>
                  <a:pt x="2674116" y="1362659"/>
                </a:lnTo>
                <a:lnTo>
                  <a:pt x="2678677" y="1357668"/>
                </a:lnTo>
                <a:lnTo>
                  <a:pt x="2686480" y="1357419"/>
                </a:lnTo>
                <a:lnTo>
                  <a:pt x="2696359" y="1366626"/>
                </a:lnTo>
                <a:lnTo>
                  <a:pt x="2696613" y="1374424"/>
                </a:lnTo>
                <a:lnTo>
                  <a:pt x="2687405" y="1384313"/>
                </a:lnTo>
                <a:lnTo>
                  <a:pt x="2679648" y="1384610"/>
                </a:lnTo>
                <a:lnTo>
                  <a:pt x="2674706" y="1380005"/>
                </a:lnTo>
                <a:close/>
              </a:path>
              <a:path w="5142230" h="2300604">
                <a:moveTo>
                  <a:pt x="2830526" y="1617868"/>
                </a:moveTo>
                <a:lnTo>
                  <a:pt x="2826195" y="1613231"/>
                </a:lnTo>
                <a:lnTo>
                  <a:pt x="2825262" y="1611646"/>
                </a:lnTo>
                <a:lnTo>
                  <a:pt x="2824708" y="1609880"/>
                </a:lnTo>
                <a:lnTo>
                  <a:pt x="2822614" y="1603436"/>
                </a:lnTo>
                <a:lnTo>
                  <a:pt x="2826148" y="1596564"/>
                </a:lnTo>
                <a:lnTo>
                  <a:pt x="2832597" y="1594475"/>
                </a:lnTo>
                <a:lnTo>
                  <a:pt x="2839087" y="1592430"/>
                </a:lnTo>
                <a:lnTo>
                  <a:pt x="2845949" y="1595963"/>
                </a:lnTo>
                <a:lnTo>
                  <a:pt x="2848043" y="1602408"/>
                </a:lnTo>
                <a:lnTo>
                  <a:pt x="2850088" y="1608898"/>
                </a:lnTo>
                <a:lnTo>
                  <a:pt x="2846555" y="1615770"/>
                </a:lnTo>
                <a:lnTo>
                  <a:pt x="2840060" y="1617810"/>
                </a:lnTo>
                <a:lnTo>
                  <a:pt x="2835434" y="1619309"/>
                </a:lnTo>
                <a:lnTo>
                  <a:pt x="2830526" y="1617868"/>
                </a:lnTo>
                <a:close/>
              </a:path>
              <a:path w="5142230" h="2300604">
                <a:moveTo>
                  <a:pt x="1496460" y="913790"/>
                </a:moveTo>
                <a:lnTo>
                  <a:pt x="1492133" y="909157"/>
                </a:lnTo>
                <a:lnTo>
                  <a:pt x="1490966" y="904586"/>
                </a:lnTo>
                <a:lnTo>
                  <a:pt x="1494405" y="893703"/>
                </a:lnTo>
                <a:lnTo>
                  <a:pt x="1501275" y="890207"/>
                </a:lnTo>
                <a:lnTo>
                  <a:pt x="1514214" y="894283"/>
                </a:lnTo>
                <a:lnTo>
                  <a:pt x="1517755" y="901201"/>
                </a:lnTo>
                <a:lnTo>
                  <a:pt x="1515691" y="907594"/>
                </a:lnTo>
                <a:lnTo>
                  <a:pt x="1513629" y="914086"/>
                </a:lnTo>
                <a:lnTo>
                  <a:pt x="1506761" y="917681"/>
                </a:lnTo>
                <a:lnTo>
                  <a:pt x="1500317" y="915573"/>
                </a:lnTo>
                <a:lnTo>
                  <a:pt x="1498257" y="914932"/>
                </a:lnTo>
                <a:lnTo>
                  <a:pt x="1496460" y="913790"/>
                </a:lnTo>
                <a:close/>
              </a:path>
              <a:path w="5142230" h="2300604">
                <a:moveTo>
                  <a:pt x="1632078" y="955843"/>
                </a:moveTo>
                <a:lnTo>
                  <a:pt x="1627792" y="951255"/>
                </a:lnTo>
                <a:lnTo>
                  <a:pt x="1626581" y="946733"/>
                </a:lnTo>
                <a:lnTo>
                  <a:pt x="1629877" y="935893"/>
                </a:lnTo>
                <a:lnTo>
                  <a:pt x="1636700" y="932249"/>
                </a:lnTo>
                <a:lnTo>
                  <a:pt x="1649695" y="936190"/>
                </a:lnTo>
                <a:lnTo>
                  <a:pt x="1653334" y="943017"/>
                </a:lnTo>
                <a:lnTo>
                  <a:pt x="1649398" y="956008"/>
                </a:lnTo>
                <a:lnTo>
                  <a:pt x="1642571" y="959646"/>
                </a:lnTo>
                <a:lnTo>
                  <a:pt x="1633926" y="957039"/>
                </a:lnTo>
                <a:lnTo>
                  <a:pt x="1632078" y="955843"/>
                </a:lnTo>
                <a:close/>
              </a:path>
              <a:path w="5142230" h="2300604">
                <a:moveTo>
                  <a:pt x="2375124" y="1194003"/>
                </a:moveTo>
                <a:lnTo>
                  <a:pt x="2370796" y="1189371"/>
                </a:lnTo>
                <a:lnTo>
                  <a:pt x="2369747" y="1184142"/>
                </a:lnTo>
                <a:lnTo>
                  <a:pt x="2371740" y="1179532"/>
                </a:lnTo>
                <a:lnTo>
                  <a:pt x="2374458" y="1173350"/>
                </a:lnTo>
                <a:lnTo>
                  <a:pt x="2381682" y="1170527"/>
                </a:lnTo>
                <a:lnTo>
                  <a:pt x="2387914" y="1173289"/>
                </a:lnTo>
                <a:lnTo>
                  <a:pt x="2394150" y="1175956"/>
                </a:lnTo>
                <a:lnTo>
                  <a:pt x="2396973" y="1183181"/>
                </a:lnTo>
                <a:lnTo>
                  <a:pt x="2394207" y="1189408"/>
                </a:lnTo>
                <a:lnTo>
                  <a:pt x="2391498" y="1195599"/>
                </a:lnTo>
                <a:lnTo>
                  <a:pt x="2384274" y="1198422"/>
                </a:lnTo>
                <a:lnTo>
                  <a:pt x="2378083" y="1195704"/>
                </a:lnTo>
                <a:lnTo>
                  <a:pt x="2376506" y="1194995"/>
                </a:lnTo>
                <a:lnTo>
                  <a:pt x="2375124" y="1194003"/>
                </a:lnTo>
                <a:close/>
              </a:path>
              <a:path w="5142230" h="2300604">
                <a:moveTo>
                  <a:pt x="1564238" y="935028"/>
                </a:moveTo>
                <a:lnTo>
                  <a:pt x="1559906" y="930391"/>
                </a:lnTo>
                <a:lnTo>
                  <a:pt x="1558696" y="925869"/>
                </a:lnTo>
                <a:lnTo>
                  <a:pt x="1560019" y="921519"/>
                </a:lnTo>
                <a:lnTo>
                  <a:pt x="1562033" y="915073"/>
                </a:lnTo>
                <a:lnTo>
                  <a:pt x="1568959" y="911442"/>
                </a:lnTo>
                <a:lnTo>
                  <a:pt x="1581852" y="915469"/>
                </a:lnTo>
                <a:lnTo>
                  <a:pt x="1585486" y="922291"/>
                </a:lnTo>
                <a:lnTo>
                  <a:pt x="1583473" y="928738"/>
                </a:lnTo>
                <a:lnTo>
                  <a:pt x="1581510" y="935238"/>
                </a:lnTo>
                <a:lnTo>
                  <a:pt x="1574588" y="938873"/>
                </a:lnTo>
                <a:lnTo>
                  <a:pt x="1568141" y="936860"/>
                </a:lnTo>
                <a:lnTo>
                  <a:pt x="1566040" y="936175"/>
                </a:lnTo>
                <a:lnTo>
                  <a:pt x="1564238" y="935028"/>
                </a:lnTo>
                <a:close/>
              </a:path>
              <a:path w="5142230" h="2300604">
                <a:moveTo>
                  <a:pt x="2770303" y="1491331"/>
                </a:moveTo>
                <a:lnTo>
                  <a:pt x="2765288" y="1485962"/>
                </a:lnTo>
                <a:lnTo>
                  <a:pt x="2764930" y="1485384"/>
                </a:lnTo>
                <a:lnTo>
                  <a:pt x="2761203" y="1479733"/>
                </a:lnTo>
                <a:lnTo>
                  <a:pt x="2762734" y="1472085"/>
                </a:lnTo>
                <a:lnTo>
                  <a:pt x="2774034" y="1464633"/>
                </a:lnTo>
                <a:lnTo>
                  <a:pt x="2781629" y="1466214"/>
                </a:lnTo>
                <a:lnTo>
                  <a:pt x="2789081" y="1477514"/>
                </a:lnTo>
                <a:lnTo>
                  <a:pt x="2787549" y="1485063"/>
                </a:lnTo>
                <a:lnTo>
                  <a:pt x="2781899" y="1488789"/>
                </a:lnTo>
                <a:lnTo>
                  <a:pt x="2776832" y="1492162"/>
                </a:lnTo>
                <a:lnTo>
                  <a:pt x="2770303" y="1491331"/>
                </a:lnTo>
                <a:close/>
              </a:path>
              <a:path w="5142230" h="2300604">
                <a:moveTo>
                  <a:pt x="2804758" y="1552455"/>
                </a:moveTo>
                <a:lnTo>
                  <a:pt x="2800385" y="1547774"/>
                </a:lnTo>
                <a:lnTo>
                  <a:pt x="2799707" y="1546755"/>
                </a:lnTo>
                <a:lnTo>
                  <a:pt x="2796228" y="1539513"/>
                </a:lnTo>
                <a:lnTo>
                  <a:pt x="2798791" y="1532188"/>
                </a:lnTo>
                <a:lnTo>
                  <a:pt x="2810979" y="1526272"/>
                </a:lnTo>
                <a:lnTo>
                  <a:pt x="2818300" y="1528929"/>
                </a:lnTo>
                <a:lnTo>
                  <a:pt x="2824166" y="1541073"/>
                </a:lnTo>
                <a:lnTo>
                  <a:pt x="2821603" y="1548397"/>
                </a:lnTo>
                <a:lnTo>
                  <a:pt x="2815507" y="1551353"/>
                </a:lnTo>
                <a:lnTo>
                  <a:pt x="2810516" y="1553732"/>
                </a:lnTo>
                <a:lnTo>
                  <a:pt x="2804758" y="1552455"/>
                </a:lnTo>
                <a:close/>
              </a:path>
              <a:path w="5142230" h="2300604">
                <a:moveTo>
                  <a:pt x="1428896" y="891803"/>
                </a:moveTo>
                <a:lnTo>
                  <a:pt x="1424614" y="887220"/>
                </a:lnTo>
                <a:lnTo>
                  <a:pt x="1423402" y="882599"/>
                </a:lnTo>
                <a:lnTo>
                  <a:pt x="1424828" y="878163"/>
                </a:lnTo>
                <a:lnTo>
                  <a:pt x="1426928" y="871907"/>
                </a:lnTo>
                <a:lnTo>
                  <a:pt x="1426977" y="871764"/>
                </a:lnTo>
                <a:lnTo>
                  <a:pt x="1433900" y="868227"/>
                </a:lnTo>
                <a:lnTo>
                  <a:pt x="1446783" y="872537"/>
                </a:lnTo>
                <a:lnTo>
                  <a:pt x="1450230" y="879452"/>
                </a:lnTo>
                <a:lnTo>
                  <a:pt x="1448122" y="885896"/>
                </a:lnTo>
                <a:lnTo>
                  <a:pt x="1446018" y="892146"/>
                </a:lnTo>
                <a:lnTo>
                  <a:pt x="1445969" y="892290"/>
                </a:lnTo>
                <a:lnTo>
                  <a:pt x="1439099" y="895786"/>
                </a:lnTo>
                <a:lnTo>
                  <a:pt x="1432656" y="893678"/>
                </a:lnTo>
                <a:lnTo>
                  <a:pt x="1430649" y="892996"/>
                </a:lnTo>
                <a:lnTo>
                  <a:pt x="1428896" y="891803"/>
                </a:lnTo>
                <a:close/>
              </a:path>
              <a:path w="5142230" h="2300604">
                <a:moveTo>
                  <a:pt x="1700019" y="976473"/>
                </a:moveTo>
                <a:lnTo>
                  <a:pt x="1695691" y="971841"/>
                </a:lnTo>
                <a:lnTo>
                  <a:pt x="1694522" y="967363"/>
                </a:lnTo>
                <a:lnTo>
                  <a:pt x="1697818" y="956523"/>
                </a:lnTo>
                <a:lnTo>
                  <a:pt x="1704641" y="952879"/>
                </a:lnTo>
                <a:lnTo>
                  <a:pt x="1717586" y="956766"/>
                </a:lnTo>
                <a:lnTo>
                  <a:pt x="1721275" y="963647"/>
                </a:lnTo>
                <a:lnTo>
                  <a:pt x="1719307" y="970142"/>
                </a:lnTo>
                <a:lnTo>
                  <a:pt x="1717293" y="976589"/>
                </a:lnTo>
                <a:lnTo>
                  <a:pt x="1710466" y="980228"/>
                </a:lnTo>
                <a:lnTo>
                  <a:pt x="1701866" y="977669"/>
                </a:lnTo>
                <a:lnTo>
                  <a:pt x="1700019" y="976473"/>
                </a:lnTo>
                <a:close/>
              </a:path>
              <a:path w="5142230" h="2300604">
                <a:moveTo>
                  <a:pt x="2847366" y="1686234"/>
                </a:moveTo>
                <a:lnTo>
                  <a:pt x="2843080" y="1681646"/>
                </a:lnTo>
                <a:lnTo>
                  <a:pt x="2841978" y="1679488"/>
                </a:lnTo>
                <a:lnTo>
                  <a:pt x="2841524" y="1677047"/>
                </a:lnTo>
                <a:lnTo>
                  <a:pt x="2840337" y="1670400"/>
                </a:lnTo>
                <a:lnTo>
                  <a:pt x="2844669" y="1664091"/>
                </a:lnTo>
                <a:lnTo>
                  <a:pt x="2857972" y="1661616"/>
                </a:lnTo>
                <a:lnTo>
                  <a:pt x="2864388" y="1666041"/>
                </a:lnTo>
                <a:lnTo>
                  <a:pt x="2865668" y="1672689"/>
                </a:lnTo>
                <a:lnTo>
                  <a:pt x="2866862" y="1679344"/>
                </a:lnTo>
                <a:lnTo>
                  <a:pt x="2862442" y="1685756"/>
                </a:lnTo>
                <a:lnTo>
                  <a:pt x="2855793" y="1686946"/>
                </a:lnTo>
                <a:lnTo>
                  <a:pt x="2851512" y="1687739"/>
                </a:lnTo>
                <a:lnTo>
                  <a:pt x="2847366" y="1686234"/>
                </a:lnTo>
                <a:close/>
              </a:path>
              <a:path w="5142230" h="2300604">
                <a:moveTo>
                  <a:pt x="2856931" y="1826867"/>
                </a:moveTo>
                <a:lnTo>
                  <a:pt x="2852649" y="1822283"/>
                </a:lnTo>
                <a:lnTo>
                  <a:pt x="2851382" y="1819167"/>
                </a:lnTo>
                <a:lnTo>
                  <a:pt x="2851499" y="1815871"/>
                </a:lnTo>
                <a:lnTo>
                  <a:pt x="2851681" y="1809126"/>
                </a:lnTo>
                <a:lnTo>
                  <a:pt x="2857287" y="1803788"/>
                </a:lnTo>
                <a:lnTo>
                  <a:pt x="2870876" y="1804161"/>
                </a:lnTo>
                <a:lnTo>
                  <a:pt x="2876155" y="1809813"/>
                </a:lnTo>
                <a:lnTo>
                  <a:pt x="2875795" y="1823307"/>
                </a:lnTo>
                <a:lnTo>
                  <a:pt x="2870131" y="1828680"/>
                </a:lnTo>
                <a:lnTo>
                  <a:pt x="2859995" y="1828387"/>
                </a:lnTo>
                <a:lnTo>
                  <a:pt x="2856931" y="1826867"/>
                </a:lnTo>
                <a:close/>
              </a:path>
              <a:path w="5142230" h="2300604">
                <a:moveTo>
                  <a:pt x="1571334" y="812425"/>
                </a:moveTo>
                <a:lnTo>
                  <a:pt x="1567193" y="807993"/>
                </a:lnTo>
                <a:lnTo>
                  <a:pt x="1566013" y="803699"/>
                </a:lnTo>
                <a:lnTo>
                  <a:pt x="1567196" y="799590"/>
                </a:lnTo>
                <a:lnTo>
                  <a:pt x="1568969" y="793277"/>
                </a:lnTo>
                <a:lnTo>
                  <a:pt x="1575513" y="789628"/>
                </a:lnTo>
                <a:lnTo>
                  <a:pt x="1588090" y="793219"/>
                </a:lnTo>
                <a:lnTo>
                  <a:pt x="1591739" y="799764"/>
                </a:lnTo>
                <a:lnTo>
                  <a:pt x="1589966" y="806077"/>
                </a:lnTo>
                <a:lnTo>
                  <a:pt x="1588148" y="812341"/>
                </a:lnTo>
                <a:lnTo>
                  <a:pt x="1581603" y="815990"/>
                </a:lnTo>
                <a:lnTo>
                  <a:pt x="1575339" y="814171"/>
                </a:lnTo>
                <a:lnTo>
                  <a:pt x="1573136" y="813572"/>
                </a:lnTo>
                <a:lnTo>
                  <a:pt x="1571334" y="812425"/>
                </a:lnTo>
                <a:close/>
              </a:path>
              <a:path w="5142230" h="2300604">
                <a:moveTo>
                  <a:pt x="3050528" y="1761981"/>
                </a:moveTo>
                <a:lnTo>
                  <a:pt x="3046383" y="1757544"/>
                </a:lnTo>
                <a:lnTo>
                  <a:pt x="3045119" y="1754432"/>
                </a:lnTo>
                <a:lnTo>
                  <a:pt x="3045326" y="1751134"/>
                </a:lnTo>
                <a:lnTo>
                  <a:pt x="3045686" y="1744580"/>
                </a:lnTo>
                <a:lnTo>
                  <a:pt x="3050896" y="1739893"/>
                </a:lnTo>
                <a:lnTo>
                  <a:pt x="3051243" y="1739581"/>
                </a:lnTo>
                <a:lnTo>
                  <a:pt x="3057747" y="1739896"/>
                </a:lnTo>
                <a:lnTo>
                  <a:pt x="3064297" y="1740261"/>
                </a:lnTo>
                <a:lnTo>
                  <a:pt x="3069296" y="1745808"/>
                </a:lnTo>
                <a:lnTo>
                  <a:pt x="3068936" y="1752363"/>
                </a:lnTo>
                <a:lnTo>
                  <a:pt x="3068616" y="1758862"/>
                </a:lnTo>
                <a:lnTo>
                  <a:pt x="3063019" y="1763917"/>
                </a:lnTo>
                <a:lnTo>
                  <a:pt x="3056515" y="1763601"/>
                </a:lnTo>
                <a:lnTo>
                  <a:pt x="3053307" y="1763393"/>
                </a:lnTo>
                <a:lnTo>
                  <a:pt x="3050528" y="1761981"/>
                </a:lnTo>
                <a:close/>
              </a:path>
              <a:path w="5142230" h="2300604">
                <a:moveTo>
                  <a:pt x="738191" y="316243"/>
                </a:moveTo>
                <a:lnTo>
                  <a:pt x="732888" y="310567"/>
                </a:lnTo>
                <a:lnTo>
                  <a:pt x="729245" y="305103"/>
                </a:lnTo>
                <a:lnTo>
                  <a:pt x="730680" y="297745"/>
                </a:lnTo>
                <a:lnTo>
                  <a:pt x="741549" y="290514"/>
                </a:lnTo>
                <a:lnTo>
                  <a:pt x="748912" y="291945"/>
                </a:lnTo>
                <a:lnTo>
                  <a:pt x="756187" y="302763"/>
                </a:lnTo>
                <a:lnTo>
                  <a:pt x="754761" y="310131"/>
                </a:lnTo>
                <a:lnTo>
                  <a:pt x="749298" y="313764"/>
                </a:lnTo>
                <a:lnTo>
                  <a:pt x="744422" y="317049"/>
                </a:lnTo>
                <a:lnTo>
                  <a:pt x="738191" y="316243"/>
                </a:lnTo>
                <a:close/>
              </a:path>
              <a:path w="5142230" h="2300604">
                <a:moveTo>
                  <a:pt x="1503193" y="792265"/>
                </a:moveTo>
                <a:lnTo>
                  <a:pt x="1499048" y="787828"/>
                </a:lnTo>
                <a:lnTo>
                  <a:pt x="1497871" y="783440"/>
                </a:lnTo>
                <a:lnTo>
                  <a:pt x="1501064" y="772978"/>
                </a:lnTo>
                <a:lnTo>
                  <a:pt x="1507651" y="769473"/>
                </a:lnTo>
                <a:lnTo>
                  <a:pt x="1520168" y="773293"/>
                </a:lnTo>
                <a:lnTo>
                  <a:pt x="1523674" y="779880"/>
                </a:lnTo>
                <a:lnTo>
                  <a:pt x="1519848" y="792402"/>
                </a:lnTo>
                <a:lnTo>
                  <a:pt x="1513261" y="795908"/>
                </a:lnTo>
                <a:lnTo>
                  <a:pt x="1507005" y="794000"/>
                </a:lnTo>
                <a:lnTo>
                  <a:pt x="1504995" y="793412"/>
                </a:lnTo>
                <a:lnTo>
                  <a:pt x="1503193" y="792265"/>
                </a:lnTo>
                <a:close/>
              </a:path>
              <a:path w="5142230" h="2300604">
                <a:moveTo>
                  <a:pt x="1435375" y="770790"/>
                </a:moveTo>
                <a:lnTo>
                  <a:pt x="1431230" y="766352"/>
                </a:lnTo>
                <a:lnTo>
                  <a:pt x="1430061" y="761875"/>
                </a:lnTo>
                <a:lnTo>
                  <a:pt x="1431480" y="757627"/>
                </a:lnTo>
                <a:lnTo>
                  <a:pt x="1433484" y="751464"/>
                </a:lnTo>
                <a:lnTo>
                  <a:pt x="1440162" y="748056"/>
                </a:lnTo>
                <a:lnTo>
                  <a:pt x="1446371" y="750108"/>
                </a:lnTo>
                <a:lnTo>
                  <a:pt x="1452624" y="752110"/>
                </a:lnTo>
                <a:lnTo>
                  <a:pt x="1456037" y="758793"/>
                </a:lnTo>
                <a:lnTo>
                  <a:pt x="1451927" y="771207"/>
                </a:lnTo>
                <a:lnTo>
                  <a:pt x="1445254" y="774619"/>
                </a:lnTo>
                <a:lnTo>
                  <a:pt x="1437083" y="771934"/>
                </a:lnTo>
                <a:lnTo>
                  <a:pt x="1435375" y="770790"/>
                </a:lnTo>
                <a:close/>
              </a:path>
              <a:path w="5142230" h="2300604">
                <a:moveTo>
                  <a:pt x="2525213" y="1089680"/>
                </a:moveTo>
                <a:lnTo>
                  <a:pt x="2521023" y="1085194"/>
                </a:lnTo>
                <a:lnTo>
                  <a:pt x="2519912" y="1080388"/>
                </a:lnTo>
                <a:lnTo>
                  <a:pt x="2521710" y="1075960"/>
                </a:lnTo>
                <a:lnTo>
                  <a:pt x="2524088" y="1069904"/>
                </a:lnTo>
                <a:lnTo>
                  <a:pt x="2530987" y="1066928"/>
                </a:lnTo>
                <a:lnTo>
                  <a:pt x="2543101" y="1071783"/>
                </a:lnTo>
                <a:lnTo>
                  <a:pt x="2546072" y="1078677"/>
                </a:lnTo>
                <a:lnTo>
                  <a:pt x="2543694" y="1084734"/>
                </a:lnTo>
                <a:lnTo>
                  <a:pt x="2541222" y="1090787"/>
                </a:lnTo>
                <a:lnTo>
                  <a:pt x="2534323" y="1093762"/>
                </a:lnTo>
                <a:lnTo>
                  <a:pt x="2528320" y="1091344"/>
                </a:lnTo>
                <a:lnTo>
                  <a:pt x="2526596" y="1090671"/>
                </a:lnTo>
                <a:lnTo>
                  <a:pt x="2525213" y="1089680"/>
                </a:lnTo>
                <a:close/>
              </a:path>
              <a:path w="5142230" h="2300604">
                <a:moveTo>
                  <a:pt x="2977733" y="1422389"/>
                </a:moveTo>
                <a:lnTo>
                  <a:pt x="2972804" y="1417113"/>
                </a:lnTo>
                <a:lnTo>
                  <a:pt x="2972404" y="1416391"/>
                </a:lnTo>
                <a:lnTo>
                  <a:pt x="2969055" y="1410753"/>
                </a:lnTo>
                <a:lnTo>
                  <a:pt x="2970860" y="1403497"/>
                </a:lnTo>
                <a:lnTo>
                  <a:pt x="2976497" y="1400149"/>
                </a:lnTo>
                <a:lnTo>
                  <a:pt x="2982089" y="1396751"/>
                </a:lnTo>
                <a:lnTo>
                  <a:pt x="2989341" y="1398551"/>
                </a:lnTo>
                <a:lnTo>
                  <a:pt x="2992690" y="1404188"/>
                </a:lnTo>
                <a:lnTo>
                  <a:pt x="2996092" y="1409785"/>
                </a:lnTo>
                <a:lnTo>
                  <a:pt x="2994234" y="1417082"/>
                </a:lnTo>
                <a:lnTo>
                  <a:pt x="2983779" y="1423387"/>
                </a:lnTo>
                <a:lnTo>
                  <a:pt x="2977733" y="1422389"/>
                </a:lnTo>
                <a:close/>
              </a:path>
              <a:path w="5142230" h="2300604">
                <a:moveTo>
                  <a:pt x="3032434" y="1902427"/>
                </a:moveTo>
                <a:lnTo>
                  <a:pt x="3028289" y="1897990"/>
                </a:lnTo>
                <a:lnTo>
                  <a:pt x="3027048" y="1894218"/>
                </a:lnTo>
                <a:lnTo>
                  <a:pt x="3027790" y="1890321"/>
                </a:lnTo>
                <a:lnTo>
                  <a:pt x="3029050" y="1883948"/>
                </a:lnTo>
                <a:lnTo>
                  <a:pt x="3035237" y="1879721"/>
                </a:lnTo>
                <a:lnTo>
                  <a:pt x="3048090" y="1882141"/>
                </a:lnTo>
                <a:lnTo>
                  <a:pt x="3052264" y="1888368"/>
                </a:lnTo>
                <a:lnTo>
                  <a:pt x="3049843" y="1901221"/>
                </a:lnTo>
                <a:lnTo>
                  <a:pt x="3043616" y="1905405"/>
                </a:lnTo>
                <a:lnTo>
                  <a:pt x="3037238" y="1904149"/>
                </a:lnTo>
                <a:lnTo>
                  <a:pt x="3034651" y="1903726"/>
                </a:lnTo>
                <a:lnTo>
                  <a:pt x="3032434" y="1902427"/>
                </a:lnTo>
                <a:close/>
              </a:path>
              <a:path w="5142230" h="2300604">
                <a:moveTo>
                  <a:pt x="3031908" y="1551736"/>
                </a:moveTo>
                <a:lnTo>
                  <a:pt x="3027762" y="1547299"/>
                </a:lnTo>
                <a:lnTo>
                  <a:pt x="3026783" y="1545566"/>
                </a:lnTo>
                <a:lnTo>
                  <a:pt x="3026231" y="1543607"/>
                </a:lnTo>
                <a:lnTo>
                  <a:pt x="3024561" y="1537323"/>
                </a:lnTo>
                <a:lnTo>
                  <a:pt x="3028370" y="1530844"/>
                </a:lnTo>
                <a:lnTo>
                  <a:pt x="3040947" y="1527495"/>
                </a:lnTo>
                <a:lnTo>
                  <a:pt x="3047476" y="1531258"/>
                </a:lnTo>
                <a:lnTo>
                  <a:pt x="3049101" y="1537592"/>
                </a:lnTo>
                <a:lnTo>
                  <a:pt x="3050771" y="1543876"/>
                </a:lnTo>
                <a:lnTo>
                  <a:pt x="3047057" y="1550359"/>
                </a:lnTo>
                <a:lnTo>
                  <a:pt x="3036339" y="1553157"/>
                </a:lnTo>
                <a:lnTo>
                  <a:pt x="3031908" y="1551736"/>
                </a:lnTo>
                <a:close/>
              </a:path>
              <a:path w="5142230" h="2300604">
                <a:moveTo>
                  <a:pt x="2458842" y="1064572"/>
                </a:moveTo>
                <a:lnTo>
                  <a:pt x="2454651" y="1060086"/>
                </a:lnTo>
                <a:lnTo>
                  <a:pt x="2453533" y="1055468"/>
                </a:lnTo>
                <a:lnTo>
                  <a:pt x="2455145" y="1051133"/>
                </a:lnTo>
                <a:lnTo>
                  <a:pt x="2457337" y="1044976"/>
                </a:lnTo>
                <a:lnTo>
                  <a:pt x="2464144" y="1041803"/>
                </a:lnTo>
                <a:lnTo>
                  <a:pt x="2470301" y="1043996"/>
                </a:lnTo>
                <a:lnTo>
                  <a:pt x="2476414" y="1046239"/>
                </a:lnTo>
                <a:lnTo>
                  <a:pt x="2479581" y="1053050"/>
                </a:lnTo>
                <a:lnTo>
                  <a:pt x="2477339" y="1059154"/>
                </a:lnTo>
                <a:lnTo>
                  <a:pt x="2475151" y="1065316"/>
                </a:lnTo>
                <a:lnTo>
                  <a:pt x="2468339" y="1068483"/>
                </a:lnTo>
                <a:lnTo>
                  <a:pt x="2462231" y="1066245"/>
                </a:lnTo>
                <a:lnTo>
                  <a:pt x="2460364" y="1065615"/>
                </a:lnTo>
                <a:lnTo>
                  <a:pt x="2458842" y="1064572"/>
                </a:lnTo>
                <a:close/>
              </a:path>
              <a:path w="5142230" h="2300604">
                <a:moveTo>
                  <a:pt x="2324266" y="1019627"/>
                </a:moveTo>
                <a:lnTo>
                  <a:pt x="2320116" y="1015185"/>
                </a:lnTo>
                <a:lnTo>
                  <a:pt x="2318948" y="1010806"/>
                </a:lnTo>
                <a:lnTo>
                  <a:pt x="2322231" y="1000343"/>
                </a:lnTo>
                <a:lnTo>
                  <a:pt x="2328819" y="996838"/>
                </a:lnTo>
                <a:lnTo>
                  <a:pt x="2341337" y="1000757"/>
                </a:lnTo>
                <a:lnTo>
                  <a:pt x="2344789" y="1007385"/>
                </a:lnTo>
                <a:lnTo>
                  <a:pt x="2342836" y="1013602"/>
                </a:lnTo>
                <a:lnTo>
                  <a:pt x="2340923" y="1019863"/>
                </a:lnTo>
                <a:lnTo>
                  <a:pt x="2334290" y="1023320"/>
                </a:lnTo>
                <a:lnTo>
                  <a:pt x="2325969" y="1020766"/>
                </a:lnTo>
                <a:lnTo>
                  <a:pt x="2324266" y="1019627"/>
                </a:lnTo>
                <a:close/>
              </a:path>
              <a:path w="5142230" h="2300604">
                <a:moveTo>
                  <a:pt x="1639756" y="831518"/>
                </a:moveTo>
                <a:lnTo>
                  <a:pt x="1635611" y="827081"/>
                </a:lnTo>
                <a:lnTo>
                  <a:pt x="1634432" y="822886"/>
                </a:lnTo>
                <a:lnTo>
                  <a:pt x="1635557" y="818813"/>
                </a:lnTo>
                <a:lnTo>
                  <a:pt x="1637236" y="812497"/>
                </a:lnTo>
                <a:lnTo>
                  <a:pt x="1643788" y="808759"/>
                </a:lnTo>
                <a:lnTo>
                  <a:pt x="1650056" y="810483"/>
                </a:lnTo>
                <a:lnTo>
                  <a:pt x="1656372" y="812161"/>
                </a:lnTo>
                <a:lnTo>
                  <a:pt x="1660110" y="818704"/>
                </a:lnTo>
                <a:lnTo>
                  <a:pt x="1656663" y="831338"/>
                </a:lnTo>
                <a:lnTo>
                  <a:pt x="1650518" y="834827"/>
                </a:lnTo>
                <a:lnTo>
                  <a:pt x="1650160" y="835031"/>
                </a:lnTo>
                <a:lnTo>
                  <a:pt x="1641649" y="832763"/>
                </a:lnTo>
                <a:lnTo>
                  <a:pt x="1639756" y="831518"/>
                </a:lnTo>
                <a:close/>
              </a:path>
              <a:path w="5142230" h="2300604">
                <a:moveTo>
                  <a:pt x="1107235" y="634468"/>
                </a:moveTo>
                <a:lnTo>
                  <a:pt x="1102999" y="629933"/>
                </a:lnTo>
                <a:lnTo>
                  <a:pt x="1102099" y="624473"/>
                </a:lnTo>
                <a:lnTo>
                  <a:pt x="1104568" y="619883"/>
                </a:lnTo>
                <a:lnTo>
                  <a:pt x="1107645" y="614087"/>
                </a:lnTo>
                <a:lnTo>
                  <a:pt x="1114848" y="611924"/>
                </a:lnTo>
                <a:lnTo>
                  <a:pt x="1120591" y="615042"/>
                </a:lnTo>
                <a:lnTo>
                  <a:pt x="1126346" y="618075"/>
                </a:lnTo>
                <a:lnTo>
                  <a:pt x="1128509" y="625278"/>
                </a:lnTo>
                <a:lnTo>
                  <a:pt x="1125476" y="631024"/>
                </a:lnTo>
                <a:lnTo>
                  <a:pt x="1122358" y="636776"/>
                </a:lnTo>
                <a:lnTo>
                  <a:pt x="1115201" y="638988"/>
                </a:lnTo>
                <a:lnTo>
                  <a:pt x="1109453" y="635865"/>
                </a:lnTo>
                <a:lnTo>
                  <a:pt x="1108247" y="635257"/>
                </a:lnTo>
                <a:lnTo>
                  <a:pt x="1107235" y="634468"/>
                </a:lnTo>
                <a:close/>
              </a:path>
              <a:path w="5142230" h="2300604">
                <a:moveTo>
                  <a:pt x="2391786" y="1041370"/>
                </a:moveTo>
                <a:lnTo>
                  <a:pt x="2387646" y="1036938"/>
                </a:lnTo>
                <a:lnTo>
                  <a:pt x="2386525" y="1032415"/>
                </a:lnTo>
                <a:lnTo>
                  <a:pt x="2387899" y="1028119"/>
                </a:lnTo>
                <a:lnTo>
                  <a:pt x="2389948" y="1022102"/>
                </a:lnTo>
                <a:lnTo>
                  <a:pt x="2389997" y="1021958"/>
                </a:lnTo>
                <a:lnTo>
                  <a:pt x="2396670" y="1018546"/>
                </a:lnTo>
                <a:lnTo>
                  <a:pt x="2409090" y="1022750"/>
                </a:lnTo>
                <a:lnTo>
                  <a:pt x="2412452" y="1029379"/>
                </a:lnTo>
                <a:lnTo>
                  <a:pt x="2408390" y="1041648"/>
                </a:lnTo>
                <a:lnTo>
                  <a:pt x="2408343" y="1041792"/>
                </a:lnTo>
                <a:lnTo>
                  <a:pt x="2401623" y="1045156"/>
                </a:lnTo>
                <a:lnTo>
                  <a:pt x="2393449" y="1042466"/>
                </a:lnTo>
                <a:lnTo>
                  <a:pt x="2391786" y="1041370"/>
                </a:lnTo>
                <a:close/>
              </a:path>
              <a:path w="5142230" h="2300604">
                <a:moveTo>
                  <a:pt x="1301371" y="722937"/>
                </a:moveTo>
                <a:lnTo>
                  <a:pt x="1297226" y="718500"/>
                </a:lnTo>
                <a:lnTo>
                  <a:pt x="1296115" y="713694"/>
                </a:lnTo>
                <a:lnTo>
                  <a:pt x="1300201" y="703211"/>
                </a:lnTo>
                <a:lnTo>
                  <a:pt x="1307055" y="700187"/>
                </a:lnTo>
                <a:lnTo>
                  <a:pt x="1319213" y="704991"/>
                </a:lnTo>
                <a:lnTo>
                  <a:pt x="1322233" y="711840"/>
                </a:lnTo>
                <a:lnTo>
                  <a:pt x="1319860" y="717901"/>
                </a:lnTo>
                <a:lnTo>
                  <a:pt x="1317527" y="724006"/>
                </a:lnTo>
                <a:lnTo>
                  <a:pt x="1310628" y="726982"/>
                </a:lnTo>
                <a:lnTo>
                  <a:pt x="1302799" y="723977"/>
                </a:lnTo>
                <a:lnTo>
                  <a:pt x="1301371" y="722937"/>
                </a:lnTo>
                <a:close/>
              </a:path>
              <a:path w="5142230" h="2300604">
                <a:moveTo>
                  <a:pt x="1045408" y="599269"/>
                </a:moveTo>
                <a:lnTo>
                  <a:pt x="1041126" y="594686"/>
                </a:lnTo>
                <a:lnTo>
                  <a:pt x="1040330" y="588946"/>
                </a:lnTo>
                <a:lnTo>
                  <a:pt x="1046534" y="578677"/>
                </a:lnTo>
                <a:lnTo>
                  <a:pt x="1053818" y="576895"/>
                </a:lnTo>
                <a:lnTo>
                  <a:pt x="1059367" y="580294"/>
                </a:lnTo>
                <a:lnTo>
                  <a:pt x="1064965" y="583647"/>
                </a:lnTo>
                <a:lnTo>
                  <a:pt x="1066807" y="590799"/>
                </a:lnTo>
                <a:lnTo>
                  <a:pt x="1060040" y="602128"/>
                </a:lnTo>
                <a:lnTo>
                  <a:pt x="1052757" y="603910"/>
                </a:lnTo>
                <a:lnTo>
                  <a:pt x="1047158" y="600556"/>
                </a:lnTo>
                <a:lnTo>
                  <a:pt x="1046235" y="599958"/>
                </a:lnTo>
                <a:lnTo>
                  <a:pt x="1045408" y="599269"/>
                </a:lnTo>
                <a:close/>
              </a:path>
              <a:path w="5142230" h="2300604">
                <a:moveTo>
                  <a:pt x="827245" y="427506"/>
                </a:moveTo>
                <a:lnTo>
                  <a:pt x="818317" y="417949"/>
                </a:lnTo>
                <a:lnTo>
                  <a:pt x="818522" y="410545"/>
                </a:lnTo>
                <a:lnTo>
                  <a:pt x="828033" y="401568"/>
                </a:lnTo>
                <a:lnTo>
                  <a:pt x="835622" y="401774"/>
                </a:lnTo>
                <a:lnTo>
                  <a:pt x="844464" y="411239"/>
                </a:lnTo>
                <a:lnTo>
                  <a:pt x="844251" y="418733"/>
                </a:lnTo>
                <a:lnTo>
                  <a:pt x="834744" y="427714"/>
                </a:lnTo>
                <a:lnTo>
                  <a:pt x="827245" y="427506"/>
                </a:lnTo>
                <a:close/>
              </a:path>
              <a:path w="5142230" h="2300604">
                <a:moveTo>
                  <a:pt x="3009386" y="1485108"/>
                </a:moveTo>
                <a:lnTo>
                  <a:pt x="3005154" y="1480578"/>
                </a:lnTo>
                <a:lnTo>
                  <a:pt x="3004438" y="1479420"/>
                </a:lnTo>
                <a:lnTo>
                  <a:pt x="3003864" y="1478121"/>
                </a:lnTo>
                <a:lnTo>
                  <a:pt x="3001331" y="1472087"/>
                </a:lnTo>
                <a:lnTo>
                  <a:pt x="3004123" y="1465105"/>
                </a:lnTo>
                <a:lnTo>
                  <a:pt x="3016143" y="1460085"/>
                </a:lnTo>
                <a:lnTo>
                  <a:pt x="3023125" y="1462867"/>
                </a:lnTo>
                <a:lnTo>
                  <a:pt x="3028195" y="1474942"/>
                </a:lnTo>
                <a:lnTo>
                  <a:pt x="3025363" y="1481879"/>
                </a:lnTo>
                <a:lnTo>
                  <a:pt x="3019377" y="1484367"/>
                </a:lnTo>
                <a:lnTo>
                  <a:pt x="3014677" y="1486374"/>
                </a:lnTo>
                <a:lnTo>
                  <a:pt x="3009386" y="1485108"/>
                </a:lnTo>
                <a:close/>
              </a:path>
              <a:path w="5142230" h="2300604">
                <a:moveTo>
                  <a:pt x="780306" y="373643"/>
                </a:moveTo>
                <a:lnTo>
                  <a:pt x="775528" y="368528"/>
                </a:lnTo>
                <a:lnTo>
                  <a:pt x="771495" y="363429"/>
                </a:lnTo>
                <a:lnTo>
                  <a:pt x="772274" y="355954"/>
                </a:lnTo>
                <a:lnTo>
                  <a:pt x="777368" y="351926"/>
                </a:lnTo>
                <a:lnTo>
                  <a:pt x="782465" y="347803"/>
                </a:lnTo>
                <a:lnTo>
                  <a:pt x="789896" y="348623"/>
                </a:lnTo>
                <a:lnTo>
                  <a:pt x="794019" y="353720"/>
                </a:lnTo>
                <a:lnTo>
                  <a:pt x="798047" y="358814"/>
                </a:lnTo>
                <a:lnTo>
                  <a:pt x="797273" y="366294"/>
                </a:lnTo>
                <a:lnTo>
                  <a:pt x="792130" y="370368"/>
                </a:lnTo>
                <a:lnTo>
                  <a:pt x="788477" y="373299"/>
                </a:lnTo>
                <a:lnTo>
                  <a:pt x="787277" y="374263"/>
                </a:lnTo>
                <a:lnTo>
                  <a:pt x="780306" y="373643"/>
                </a:lnTo>
                <a:close/>
              </a:path>
              <a:path w="5142230" h="2300604">
                <a:moveTo>
                  <a:pt x="928466" y="518951"/>
                </a:moveTo>
                <a:lnTo>
                  <a:pt x="923728" y="513880"/>
                </a:lnTo>
                <a:lnTo>
                  <a:pt x="923335" y="507398"/>
                </a:lnTo>
                <a:lnTo>
                  <a:pt x="926989" y="502707"/>
                </a:lnTo>
                <a:lnTo>
                  <a:pt x="931035" y="497558"/>
                </a:lnTo>
                <a:lnTo>
                  <a:pt x="938430" y="496676"/>
                </a:lnTo>
                <a:lnTo>
                  <a:pt x="948729" y="504769"/>
                </a:lnTo>
                <a:lnTo>
                  <a:pt x="949652" y="512208"/>
                </a:lnTo>
                <a:lnTo>
                  <a:pt x="945610" y="517362"/>
                </a:lnTo>
                <a:lnTo>
                  <a:pt x="941513" y="522459"/>
                </a:lnTo>
                <a:lnTo>
                  <a:pt x="934123" y="523345"/>
                </a:lnTo>
                <a:lnTo>
                  <a:pt x="928973" y="519298"/>
                </a:lnTo>
                <a:lnTo>
                  <a:pt x="928466" y="518951"/>
                </a:lnTo>
                <a:close/>
              </a:path>
              <a:path w="5142230" h="2300604">
                <a:moveTo>
                  <a:pt x="2256374" y="998951"/>
                </a:moveTo>
                <a:lnTo>
                  <a:pt x="2252229" y="994514"/>
                </a:lnTo>
                <a:lnTo>
                  <a:pt x="2251003" y="990171"/>
                </a:lnTo>
                <a:lnTo>
                  <a:pt x="2254148" y="979755"/>
                </a:lnTo>
                <a:lnTo>
                  <a:pt x="2260738" y="976156"/>
                </a:lnTo>
                <a:lnTo>
                  <a:pt x="2266995" y="978064"/>
                </a:lnTo>
                <a:lnTo>
                  <a:pt x="2273263" y="979887"/>
                </a:lnTo>
                <a:lnTo>
                  <a:pt x="2276814" y="986523"/>
                </a:lnTo>
                <a:lnTo>
                  <a:pt x="2274946" y="992733"/>
                </a:lnTo>
                <a:lnTo>
                  <a:pt x="2273079" y="999043"/>
                </a:lnTo>
                <a:lnTo>
                  <a:pt x="2266496" y="1002553"/>
                </a:lnTo>
                <a:lnTo>
                  <a:pt x="2260232" y="1000735"/>
                </a:lnTo>
                <a:lnTo>
                  <a:pt x="2258176" y="1000098"/>
                </a:lnTo>
                <a:lnTo>
                  <a:pt x="2256374" y="998951"/>
                </a:lnTo>
                <a:close/>
              </a:path>
              <a:path w="5142230" h="2300604">
                <a:moveTo>
                  <a:pt x="986084" y="561276"/>
                </a:moveTo>
                <a:lnTo>
                  <a:pt x="981151" y="555995"/>
                </a:lnTo>
                <a:lnTo>
                  <a:pt x="980567" y="549994"/>
                </a:lnTo>
                <a:lnTo>
                  <a:pt x="983794" y="545336"/>
                </a:lnTo>
                <a:lnTo>
                  <a:pt x="987473" y="539890"/>
                </a:lnTo>
                <a:lnTo>
                  <a:pt x="994835" y="538583"/>
                </a:lnTo>
                <a:lnTo>
                  <a:pt x="1000231" y="542208"/>
                </a:lnTo>
                <a:lnTo>
                  <a:pt x="1005632" y="545937"/>
                </a:lnTo>
                <a:lnTo>
                  <a:pt x="1006985" y="553348"/>
                </a:lnTo>
                <a:lnTo>
                  <a:pt x="999580" y="564091"/>
                </a:lnTo>
                <a:lnTo>
                  <a:pt x="992268" y="565452"/>
                </a:lnTo>
                <a:lnTo>
                  <a:pt x="986084" y="561276"/>
                </a:lnTo>
                <a:close/>
              </a:path>
              <a:path w="5142230" h="2300604">
                <a:moveTo>
                  <a:pt x="874129" y="473003"/>
                </a:moveTo>
                <a:lnTo>
                  <a:pt x="869254" y="467784"/>
                </a:lnTo>
                <a:lnTo>
                  <a:pt x="869117" y="460893"/>
                </a:lnTo>
                <a:lnTo>
                  <a:pt x="873332" y="456315"/>
                </a:lnTo>
                <a:lnTo>
                  <a:pt x="877698" y="451507"/>
                </a:lnTo>
                <a:lnTo>
                  <a:pt x="885166" y="451095"/>
                </a:lnTo>
                <a:lnTo>
                  <a:pt x="894833" y="459880"/>
                </a:lnTo>
                <a:lnTo>
                  <a:pt x="895186" y="467393"/>
                </a:lnTo>
                <a:lnTo>
                  <a:pt x="886411" y="477060"/>
                </a:lnTo>
                <a:lnTo>
                  <a:pt x="878983" y="477417"/>
                </a:lnTo>
                <a:lnTo>
                  <a:pt x="874129" y="473003"/>
                </a:lnTo>
                <a:close/>
              </a:path>
              <a:path w="5142230" h="2300604">
                <a:moveTo>
                  <a:pt x="1368081" y="747821"/>
                </a:moveTo>
                <a:lnTo>
                  <a:pt x="1363890" y="743335"/>
                </a:lnTo>
                <a:lnTo>
                  <a:pt x="1362773" y="738718"/>
                </a:lnTo>
                <a:lnTo>
                  <a:pt x="1364335" y="734428"/>
                </a:lnTo>
                <a:lnTo>
                  <a:pt x="1366528" y="728271"/>
                </a:lnTo>
                <a:lnTo>
                  <a:pt x="1373294" y="725055"/>
                </a:lnTo>
                <a:lnTo>
                  <a:pt x="1385608" y="729439"/>
                </a:lnTo>
                <a:lnTo>
                  <a:pt x="1388778" y="736157"/>
                </a:lnTo>
                <a:lnTo>
                  <a:pt x="1386631" y="742363"/>
                </a:lnTo>
                <a:lnTo>
                  <a:pt x="1384439" y="748520"/>
                </a:lnTo>
                <a:lnTo>
                  <a:pt x="1377668" y="751731"/>
                </a:lnTo>
                <a:lnTo>
                  <a:pt x="1371516" y="749543"/>
                </a:lnTo>
                <a:lnTo>
                  <a:pt x="1369698" y="748868"/>
                </a:lnTo>
                <a:lnTo>
                  <a:pt x="1368081" y="747821"/>
                </a:lnTo>
                <a:close/>
              </a:path>
              <a:path w="5142230" h="2300604">
                <a:moveTo>
                  <a:pt x="2051913" y="939211"/>
                </a:moveTo>
                <a:lnTo>
                  <a:pt x="2047768" y="934774"/>
                </a:lnTo>
                <a:lnTo>
                  <a:pt x="2046584" y="930575"/>
                </a:lnTo>
                <a:lnTo>
                  <a:pt x="2049446" y="920149"/>
                </a:lnTo>
                <a:lnTo>
                  <a:pt x="2055945" y="916452"/>
                </a:lnTo>
                <a:lnTo>
                  <a:pt x="2068571" y="919997"/>
                </a:lnTo>
                <a:lnTo>
                  <a:pt x="2072268" y="926497"/>
                </a:lnTo>
                <a:lnTo>
                  <a:pt x="2068771" y="939077"/>
                </a:lnTo>
                <a:lnTo>
                  <a:pt x="2062267" y="942769"/>
                </a:lnTo>
                <a:lnTo>
                  <a:pt x="2055959" y="941001"/>
                </a:lnTo>
                <a:lnTo>
                  <a:pt x="2053760" y="940407"/>
                </a:lnTo>
                <a:lnTo>
                  <a:pt x="2051913" y="939211"/>
                </a:lnTo>
                <a:close/>
              </a:path>
              <a:path w="5142230" h="2300604">
                <a:moveTo>
                  <a:pt x="3045460" y="1620982"/>
                </a:moveTo>
                <a:lnTo>
                  <a:pt x="3041315" y="1616545"/>
                </a:lnTo>
                <a:lnTo>
                  <a:pt x="3040207" y="1614284"/>
                </a:lnTo>
                <a:lnTo>
                  <a:pt x="3039824" y="1611820"/>
                </a:lnTo>
                <a:lnTo>
                  <a:pt x="3038910" y="1605369"/>
                </a:lnTo>
                <a:lnTo>
                  <a:pt x="3043412" y="1599338"/>
                </a:lnTo>
                <a:lnTo>
                  <a:pt x="3049909" y="1598473"/>
                </a:lnTo>
                <a:lnTo>
                  <a:pt x="3056409" y="1597514"/>
                </a:lnTo>
                <a:lnTo>
                  <a:pt x="3062341" y="1602007"/>
                </a:lnTo>
                <a:lnTo>
                  <a:pt x="3064218" y="1614964"/>
                </a:lnTo>
                <a:lnTo>
                  <a:pt x="3059671" y="1620947"/>
                </a:lnTo>
                <a:lnTo>
                  <a:pt x="3053215" y="1621855"/>
                </a:lnTo>
                <a:lnTo>
                  <a:pt x="3049233" y="1622480"/>
                </a:lnTo>
                <a:lnTo>
                  <a:pt x="3045460" y="1620982"/>
                </a:lnTo>
                <a:close/>
              </a:path>
              <a:path w="5142230" h="2300604">
                <a:moveTo>
                  <a:pt x="2913101" y="2300034"/>
                </a:moveTo>
                <a:lnTo>
                  <a:pt x="2915179" y="2293010"/>
                </a:lnTo>
                <a:lnTo>
                  <a:pt x="2921766" y="2289504"/>
                </a:lnTo>
                <a:lnTo>
                  <a:pt x="2934299" y="2293146"/>
                </a:lnTo>
                <a:lnTo>
                  <a:pt x="2937850" y="2299782"/>
                </a:lnTo>
                <a:lnTo>
                  <a:pt x="2937776" y="2300034"/>
                </a:lnTo>
                <a:lnTo>
                  <a:pt x="2913101" y="2300034"/>
                </a:lnTo>
                <a:close/>
              </a:path>
              <a:path w="5142230" h="2300604">
                <a:moveTo>
                  <a:pt x="2833945" y="1260843"/>
                </a:moveTo>
                <a:lnTo>
                  <a:pt x="2829208" y="1255772"/>
                </a:lnTo>
                <a:lnTo>
                  <a:pt x="2828912" y="1249200"/>
                </a:lnTo>
                <a:lnTo>
                  <a:pt x="2832660" y="1244512"/>
                </a:lnTo>
                <a:lnTo>
                  <a:pt x="2836797" y="1239460"/>
                </a:lnTo>
                <a:lnTo>
                  <a:pt x="2844189" y="1238673"/>
                </a:lnTo>
                <a:lnTo>
                  <a:pt x="2854388" y="1246951"/>
                </a:lnTo>
                <a:lnTo>
                  <a:pt x="2855126" y="1254388"/>
                </a:lnTo>
                <a:lnTo>
                  <a:pt x="2851029" y="1259484"/>
                </a:lnTo>
                <a:lnTo>
                  <a:pt x="2846892" y="1264537"/>
                </a:lnTo>
                <a:lnTo>
                  <a:pt x="2839455" y="1265275"/>
                </a:lnTo>
                <a:lnTo>
                  <a:pt x="2834407" y="1261142"/>
                </a:lnTo>
                <a:lnTo>
                  <a:pt x="2833945" y="1260843"/>
                </a:lnTo>
                <a:close/>
              </a:path>
              <a:path w="5142230" h="2300604">
                <a:moveTo>
                  <a:pt x="2938035" y="2244265"/>
                </a:moveTo>
                <a:lnTo>
                  <a:pt x="2933890" y="2239827"/>
                </a:lnTo>
                <a:lnTo>
                  <a:pt x="2932722" y="2235449"/>
                </a:lnTo>
                <a:lnTo>
                  <a:pt x="2933994" y="2231239"/>
                </a:lnTo>
                <a:lnTo>
                  <a:pt x="2935956" y="2225032"/>
                </a:lnTo>
                <a:lnTo>
                  <a:pt x="2942543" y="2221526"/>
                </a:lnTo>
                <a:lnTo>
                  <a:pt x="2955061" y="2225347"/>
                </a:lnTo>
                <a:lnTo>
                  <a:pt x="2958517" y="2231979"/>
                </a:lnTo>
                <a:lnTo>
                  <a:pt x="2954697" y="2244506"/>
                </a:lnTo>
                <a:lnTo>
                  <a:pt x="2948064" y="2247963"/>
                </a:lnTo>
                <a:lnTo>
                  <a:pt x="2939748" y="2245413"/>
                </a:lnTo>
                <a:lnTo>
                  <a:pt x="2938035" y="2244265"/>
                </a:lnTo>
                <a:close/>
              </a:path>
              <a:path w="5142230" h="2300604">
                <a:moveTo>
                  <a:pt x="3051370" y="1691332"/>
                </a:moveTo>
                <a:lnTo>
                  <a:pt x="3047225" y="1686895"/>
                </a:lnTo>
                <a:lnTo>
                  <a:pt x="3046043" y="1684164"/>
                </a:lnTo>
                <a:lnTo>
                  <a:pt x="3045954" y="1681234"/>
                </a:lnTo>
                <a:lnTo>
                  <a:pt x="3045708" y="1674715"/>
                </a:lnTo>
                <a:lnTo>
                  <a:pt x="3050805" y="1669223"/>
                </a:lnTo>
                <a:lnTo>
                  <a:pt x="3063847" y="1668718"/>
                </a:lnTo>
                <a:lnTo>
                  <a:pt x="3069339" y="1673815"/>
                </a:lnTo>
                <a:lnTo>
                  <a:pt x="3069844" y="1686867"/>
                </a:lnTo>
                <a:lnTo>
                  <a:pt x="3064747" y="1692359"/>
                </a:lnTo>
                <a:lnTo>
                  <a:pt x="3058219" y="1692604"/>
                </a:lnTo>
                <a:lnTo>
                  <a:pt x="3054630" y="1692770"/>
                </a:lnTo>
                <a:lnTo>
                  <a:pt x="3051370" y="1691332"/>
                </a:lnTo>
                <a:close/>
              </a:path>
              <a:path w="5142230" h="2300604">
                <a:moveTo>
                  <a:pt x="1777085" y="867681"/>
                </a:moveTo>
                <a:lnTo>
                  <a:pt x="1772940" y="863244"/>
                </a:lnTo>
                <a:lnTo>
                  <a:pt x="1771712" y="859095"/>
                </a:lnTo>
                <a:lnTo>
                  <a:pt x="1772695" y="855064"/>
                </a:lnTo>
                <a:lnTo>
                  <a:pt x="1774373" y="848748"/>
                </a:lnTo>
                <a:lnTo>
                  <a:pt x="1780835" y="844912"/>
                </a:lnTo>
                <a:lnTo>
                  <a:pt x="1793470" y="848175"/>
                </a:lnTo>
                <a:lnTo>
                  <a:pt x="1797260" y="854578"/>
                </a:lnTo>
                <a:lnTo>
                  <a:pt x="1794043" y="867263"/>
                </a:lnTo>
                <a:lnTo>
                  <a:pt x="1787650" y="871073"/>
                </a:lnTo>
                <a:lnTo>
                  <a:pt x="1781226" y="869475"/>
                </a:lnTo>
                <a:lnTo>
                  <a:pt x="1779027" y="868881"/>
                </a:lnTo>
                <a:lnTo>
                  <a:pt x="1777085" y="867681"/>
                </a:lnTo>
                <a:close/>
              </a:path>
              <a:path w="5142230" h="2300604">
                <a:moveTo>
                  <a:pt x="2959089" y="2176485"/>
                </a:moveTo>
                <a:lnTo>
                  <a:pt x="2954944" y="2172048"/>
                </a:lnTo>
                <a:lnTo>
                  <a:pt x="2953771" y="2167664"/>
                </a:lnTo>
                <a:lnTo>
                  <a:pt x="2955048" y="2163459"/>
                </a:lnTo>
                <a:lnTo>
                  <a:pt x="2957001" y="2157242"/>
                </a:lnTo>
                <a:lnTo>
                  <a:pt x="2963637" y="2153691"/>
                </a:lnTo>
                <a:lnTo>
                  <a:pt x="2969854" y="2155654"/>
                </a:lnTo>
                <a:lnTo>
                  <a:pt x="2976115" y="2157567"/>
                </a:lnTo>
                <a:lnTo>
                  <a:pt x="2979617" y="2164248"/>
                </a:lnTo>
                <a:lnTo>
                  <a:pt x="2977659" y="2170460"/>
                </a:lnTo>
                <a:lnTo>
                  <a:pt x="2975742" y="2176716"/>
                </a:lnTo>
                <a:lnTo>
                  <a:pt x="2969109" y="2180173"/>
                </a:lnTo>
                <a:lnTo>
                  <a:pt x="2960797" y="2177629"/>
                </a:lnTo>
                <a:lnTo>
                  <a:pt x="2959089" y="2176485"/>
                </a:lnTo>
                <a:close/>
              </a:path>
              <a:path w="5142230" h="2300604">
                <a:moveTo>
                  <a:pt x="1983381" y="920686"/>
                </a:moveTo>
                <a:lnTo>
                  <a:pt x="1979236" y="916248"/>
                </a:lnTo>
                <a:lnTo>
                  <a:pt x="1978054" y="912148"/>
                </a:lnTo>
                <a:lnTo>
                  <a:pt x="1980817" y="901714"/>
                </a:lnTo>
                <a:lnTo>
                  <a:pt x="1987270" y="897969"/>
                </a:lnTo>
                <a:lnTo>
                  <a:pt x="1999903" y="901325"/>
                </a:lnTo>
                <a:lnTo>
                  <a:pt x="2003649" y="907779"/>
                </a:lnTo>
                <a:lnTo>
                  <a:pt x="2000292" y="920411"/>
                </a:lnTo>
                <a:lnTo>
                  <a:pt x="1994075" y="924020"/>
                </a:lnTo>
                <a:lnTo>
                  <a:pt x="1993838" y="924157"/>
                </a:lnTo>
                <a:lnTo>
                  <a:pt x="1985323" y="921885"/>
                </a:lnTo>
                <a:lnTo>
                  <a:pt x="1983381" y="920686"/>
                </a:lnTo>
                <a:close/>
              </a:path>
              <a:path w="5142230" h="2300604">
                <a:moveTo>
                  <a:pt x="1914684" y="902862"/>
                </a:moveTo>
                <a:lnTo>
                  <a:pt x="1910494" y="898377"/>
                </a:lnTo>
                <a:lnTo>
                  <a:pt x="1909307" y="894271"/>
                </a:lnTo>
                <a:lnTo>
                  <a:pt x="1911980" y="883839"/>
                </a:lnTo>
                <a:lnTo>
                  <a:pt x="1918433" y="880093"/>
                </a:lnTo>
                <a:lnTo>
                  <a:pt x="1931118" y="883311"/>
                </a:lnTo>
                <a:lnTo>
                  <a:pt x="1934958" y="889767"/>
                </a:lnTo>
                <a:lnTo>
                  <a:pt x="1933300" y="896007"/>
                </a:lnTo>
                <a:lnTo>
                  <a:pt x="1931647" y="902448"/>
                </a:lnTo>
                <a:lnTo>
                  <a:pt x="1925234" y="906238"/>
                </a:lnTo>
                <a:lnTo>
                  <a:pt x="1918994" y="904641"/>
                </a:lnTo>
                <a:lnTo>
                  <a:pt x="1916626" y="904062"/>
                </a:lnTo>
                <a:lnTo>
                  <a:pt x="1914684" y="902862"/>
                </a:lnTo>
                <a:close/>
              </a:path>
              <a:path w="5142230" h="2300604">
                <a:moveTo>
                  <a:pt x="1845882" y="885220"/>
                </a:moveTo>
                <a:lnTo>
                  <a:pt x="1841741" y="880788"/>
                </a:lnTo>
                <a:lnTo>
                  <a:pt x="1840510" y="876733"/>
                </a:lnTo>
                <a:lnTo>
                  <a:pt x="1843179" y="866296"/>
                </a:lnTo>
                <a:lnTo>
                  <a:pt x="1849587" y="862501"/>
                </a:lnTo>
                <a:lnTo>
                  <a:pt x="1862271" y="865718"/>
                </a:lnTo>
                <a:lnTo>
                  <a:pt x="1866111" y="872175"/>
                </a:lnTo>
                <a:lnTo>
                  <a:pt x="1862844" y="884806"/>
                </a:lnTo>
                <a:lnTo>
                  <a:pt x="1856441" y="888605"/>
                </a:lnTo>
                <a:lnTo>
                  <a:pt x="1850121" y="887021"/>
                </a:lnTo>
                <a:lnTo>
                  <a:pt x="1847828" y="886424"/>
                </a:lnTo>
                <a:lnTo>
                  <a:pt x="1845882" y="885220"/>
                </a:lnTo>
                <a:close/>
              </a:path>
              <a:path w="5142230" h="2300604">
                <a:moveTo>
                  <a:pt x="2716842" y="1180939"/>
                </a:moveTo>
                <a:lnTo>
                  <a:pt x="2712611" y="1176410"/>
                </a:lnTo>
                <a:lnTo>
                  <a:pt x="2711766" y="1170716"/>
                </a:lnTo>
                <a:lnTo>
                  <a:pt x="2714424" y="1166132"/>
                </a:lnTo>
                <a:lnTo>
                  <a:pt x="2717732" y="1160486"/>
                </a:lnTo>
                <a:lnTo>
                  <a:pt x="2724973" y="1158560"/>
                </a:lnTo>
                <a:lnTo>
                  <a:pt x="2736266" y="1165077"/>
                </a:lnTo>
                <a:lnTo>
                  <a:pt x="2738191" y="1172319"/>
                </a:lnTo>
                <a:lnTo>
                  <a:pt x="2734888" y="1177970"/>
                </a:lnTo>
                <a:lnTo>
                  <a:pt x="2731625" y="1183666"/>
                </a:lnTo>
                <a:lnTo>
                  <a:pt x="2724428" y="1185541"/>
                </a:lnTo>
                <a:lnTo>
                  <a:pt x="2718737" y="1182283"/>
                </a:lnTo>
                <a:lnTo>
                  <a:pt x="2717714" y="1181677"/>
                </a:lnTo>
                <a:lnTo>
                  <a:pt x="2716842" y="1180939"/>
                </a:lnTo>
                <a:close/>
              </a:path>
              <a:path w="5142230" h="2300604">
                <a:moveTo>
                  <a:pt x="2654535" y="1147377"/>
                </a:moveTo>
                <a:lnTo>
                  <a:pt x="2650303" y="1142847"/>
                </a:lnTo>
                <a:lnTo>
                  <a:pt x="2649446" y="1137531"/>
                </a:lnTo>
                <a:lnTo>
                  <a:pt x="2651673" y="1132975"/>
                </a:lnTo>
                <a:lnTo>
                  <a:pt x="2654705" y="1127130"/>
                </a:lnTo>
                <a:lnTo>
                  <a:pt x="2661775" y="1124826"/>
                </a:lnTo>
                <a:lnTo>
                  <a:pt x="2673472" y="1130700"/>
                </a:lnTo>
                <a:lnTo>
                  <a:pt x="2675780" y="1137766"/>
                </a:lnTo>
                <a:lnTo>
                  <a:pt x="2669901" y="1149458"/>
                </a:lnTo>
                <a:lnTo>
                  <a:pt x="2662787" y="1151812"/>
                </a:lnTo>
                <a:lnTo>
                  <a:pt x="2656943" y="1148880"/>
                </a:lnTo>
                <a:lnTo>
                  <a:pt x="2655686" y="1148219"/>
                </a:lnTo>
                <a:lnTo>
                  <a:pt x="2654535" y="1147377"/>
                </a:lnTo>
                <a:close/>
              </a:path>
              <a:path w="5142230" h="2300604">
                <a:moveTo>
                  <a:pt x="3043834" y="1832426"/>
                </a:moveTo>
                <a:lnTo>
                  <a:pt x="3039734" y="1828037"/>
                </a:lnTo>
                <a:lnTo>
                  <a:pt x="3038484" y="1824549"/>
                </a:lnTo>
                <a:lnTo>
                  <a:pt x="3039720" y="1814436"/>
                </a:lnTo>
                <a:lnTo>
                  <a:pt x="3045687" y="1809876"/>
                </a:lnTo>
                <a:lnTo>
                  <a:pt x="3052175" y="1810663"/>
                </a:lnTo>
                <a:lnTo>
                  <a:pt x="3058656" y="1811540"/>
                </a:lnTo>
                <a:lnTo>
                  <a:pt x="3063274" y="1817461"/>
                </a:lnTo>
                <a:lnTo>
                  <a:pt x="3062392" y="1823946"/>
                </a:lnTo>
                <a:lnTo>
                  <a:pt x="3061605" y="1830434"/>
                </a:lnTo>
                <a:lnTo>
                  <a:pt x="3055638" y="1834995"/>
                </a:lnTo>
                <a:lnTo>
                  <a:pt x="3049105" y="1834158"/>
                </a:lnTo>
                <a:lnTo>
                  <a:pt x="3046285" y="1833779"/>
                </a:lnTo>
                <a:lnTo>
                  <a:pt x="3043834" y="1832426"/>
                </a:lnTo>
                <a:close/>
              </a:path>
              <a:path w="5142230" h="2300604">
                <a:moveTo>
                  <a:pt x="2776748" y="1218480"/>
                </a:moveTo>
                <a:lnTo>
                  <a:pt x="2772471" y="1213902"/>
                </a:lnTo>
                <a:lnTo>
                  <a:pt x="2771876" y="1207791"/>
                </a:lnTo>
                <a:lnTo>
                  <a:pt x="2778683" y="1197679"/>
                </a:lnTo>
                <a:lnTo>
                  <a:pt x="2786053" y="1196283"/>
                </a:lnTo>
                <a:lnTo>
                  <a:pt x="2796845" y="1203632"/>
                </a:lnTo>
                <a:lnTo>
                  <a:pt x="2798247" y="1210998"/>
                </a:lnTo>
                <a:lnTo>
                  <a:pt x="2794621" y="1216402"/>
                </a:lnTo>
                <a:lnTo>
                  <a:pt x="2790897" y="1221799"/>
                </a:lnTo>
                <a:lnTo>
                  <a:pt x="2783573" y="1223245"/>
                </a:lnTo>
                <a:lnTo>
                  <a:pt x="2777438" y="1219023"/>
                </a:lnTo>
                <a:lnTo>
                  <a:pt x="2776748" y="1218480"/>
                </a:lnTo>
                <a:close/>
              </a:path>
              <a:path w="5142230" h="2300604">
                <a:moveTo>
                  <a:pt x="2886405" y="1307714"/>
                </a:moveTo>
                <a:lnTo>
                  <a:pt x="2881754" y="1302736"/>
                </a:lnTo>
                <a:lnTo>
                  <a:pt x="2881813" y="1295467"/>
                </a:lnTo>
                <a:lnTo>
                  <a:pt x="2886313" y="1290999"/>
                </a:lnTo>
                <a:lnTo>
                  <a:pt x="2890909" y="1286340"/>
                </a:lnTo>
                <a:lnTo>
                  <a:pt x="2898369" y="1286311"/>
                </a:lnTo>
                <a:lnTo>
                  <a:pt x="2907687" y="1295503"/>
                </a:lnTo>
                <a:lnTo>
                  <a:pt x="2907668" y="1303009"/>
                </a:lnTo>
                <a:lnTo>
                  <a:pt x="2898524" y="1312281"/>
                </a:lnTo>
                <a:lnTo>
                  <a:pt x="2890965" y="1312302"/>
                </a:lnTo>
                <a:lnTo>
                  <a:pt x="2886405" y="1307714"/>
                </a:lnTo>
                <a:close/>
              </a:path>
              <a:path w="5142230" h="2300604">
                <a:moveTo>
                  <a:pt x="1170721" y="666555"/>
                </a:moveTo>
                <a:lnTo>
                  <a:pt x="1166535" y="662074"/>
                </a:lnTo>
                <a:lnTo>
                  <a:pt x="1165531" y="656894"/>
                </a:lnTo>
                <a:lnTo>
                  <a:pt x="1167669" y="652340"/>
                </a:lnTo>
                <a:lnTo>
                  <a:pt x="1170512" y="646488"/>
                </a:lnTo>
                <a:lnTo>
                  <a:pt x="1177538" y="643942"/>
                </a:lnTo>
                <a:lnTo>
                  <a:pt x="1189384" y="649585"/>
                </a:lnTo>
                <a:lnTo>
                  <a:pt x="1191882" y="656657"/>
                </a:lnTo>
                <a:lnTo>
                  <a:pt x="1189080" y="662553"/>
                </a:lnTo>
                <a:lnTo>
                  <a:pt x="1186242" y="668410"/>
                </a:lnTo>
                <a:lnTo>
                  <a:pt x="1179170" y="670907"/>
                </a:lnTo>
                <a:lnTo>
                  <a:pt x="1173269" y="668110"/>
                </a:lnTo>
                <a:lnTo>
                  <a:pt x="1171922" y="667450"/>
                </a:lnTo>
                <a:lnTo>
                  <a:pt x="1170721" y="666555"/>
                </a:lnTo>
                <a:close/>
              </a:path>
              <a:path w="5142230" h="2300604">
                <a:moveTo>
                  <a:pt x="2188275" y="978835"/>
                </a:moveTo>
                <a:lnTo>
                  <a:pt x="2184129" y="974398"/>
                </a:lnTo>
                <a:lnTo>
                  <a:pt x="2182954" y="970109"/>
                </a:lnTo>
                <a:lnTo>
                  <a:pt x="2184131" y="965895"/>
                </a:lnTo>
                <a:lnTo>
                  <a:pt x="2185999" y="959685"/>
                </a:lnTo>
                <a:lnTo>
                  <a:pt x="2192585" y="956080"/>
                </a:lnTo>
                <a:lnTo>
                  <a:pt x="2205118" y="959722"/>
                </a:lnTo>
                <a:lnTo>
                  <a:pt x="2208713" y="966307"/>
                </a:lnTo>
                <a:lnTo>
                  <a:pt x="2206846" y="972617"/>
                </a:lnTo>
                <a:lnTo>
                  <a:pt x="2205028" y="978881"/>
                </a:lnTo>
                <a:lnTo>
                  <a:pt x="2198442" y="982486"/>
                </a:lnTo>
                <a:lnTo>
                  <a:pt x="2192132" y="980619"/>
                </a:lnTo>
                <a:lnTo>
                  <a:pt x="2190077" y="979982"/>
                </a:lnTo>
                <a:lnTo>
                  <a:pt x="2188275" y="978835"/>
                </a:lnTo>
                <a:close/>
              </a:path>
              <a:path w="5142230" h="2300604">
                <a:moveTo>
                  <a:pt x="1235486" y="696004"/>
                </a:moveTo>
                <a:lnTo>
                  <a:pt x="1231296" y="691518"/>
                </a:lnTo>
                <a:lnTo>
                  <a:pt x="1230285" y="686526"/>
                </a:lnTo>
                <a:lnTo>
                  <a:pt x="1232231" y="682061"/>
                </a:lnTo>
                <a:lnTo>
                  <a:pt x="1234749" y="676056"/>
                </a:lnTo>
                <a:lnTo>
                  <a:pt x="1241732" y="673268"/>
                </a:lnTo>
                <a:lnTo>
                  <a:pt x="1247737" y="675885"/>
                </a:lnTo>
                <a:lnTo>
                  <a:pt x="1253742" y="678402"/>
                </a:lnTo>
                <a:lnTo>
                  <a:pt x="1256457" y="685219"/>
                </a:lnTo>
                <a:lnTo>
                  <a:pt x="1253909" y="691386"/>
                </a:lnTo>
                <a:lnTo>
                  <a:pt x="1251347" y="697441"/>
                </a:lnTo>
                <a:lnTo>
                  <a:pt x="1244408" y="700179"/>
                </a:lnTo>
                <a:lnTo>
                  <a:pt x="1236823" y="696946"/>
                </a:lnTo>
                <a:lnTo>
                  <a:pt x="1235486" y="696004"/>
                </a:lnTo>
                <a:close/>
              </a:path>
              <a:path w="5142230" h="2300604">
                <a:moveTo>
                  <a:pt x="3017375" y="1971738"/>
                </a:moveTo>
                <a:lnTo>
                  <a:pt x="3013185" y="1967252"/>
                </a:lnTo>
                <a:lnTo>
                  <a:pt x="3011995" y="1963241"/>
                </a:lnTo>
                <a:lnTo>
                  <a:pt x="3012933" y="1959260"/>
                </a:lnTo>
                <a:lnTo>
                  <a:pt x="3014471" y="1952892"/>
                </a:lnTo>
                <a:lnTo>
                  <a:pt x="3020837" y="1948954"/>
                </a:lnTo>
                <a:lnTo>
                  <a:pt x="3033578" y="1952036"/>
                </a:lnTo>
                <a:lnTo>
                  <a:pt x="3037511" y="1958397"/>
                </a:lnTo>
                <a:lnTo>
                  <a:pt x="3035972" y="1964765"/>
                </a:lnTo>
                <a:lnTo>
                  <a:pt x="3034483" y="1971088"/>
                </a:lnTo>
                <a:lnTo>
                  <a:pt x="3028121" y="1975031"/>
                </a:lnTo>
                <a:lnTo>
                  <a:pt x="3021749" y="1973487"/>
                </a:lnTo>
                <a:lnTo>
                  <a:pt x="3019412" y="1972940"/>
                </a:lnTo>
                <a:lnTo>
                  <a:pt x="3017375" y="1971738"/>
                </a:lnTo>
                <a:close/>
              </a:path>
              <a:path w="5142230" h="2300604">
                <a:moveTo>
                  <a:pt x="2590562" y="1117114"/>
                </a:moveTo>
                <a:lnTo>
                  <a:pt x="2586367" y="1112624"/>
                </a:lnTo>
                <a:lnTo>
                  <a:pt x="2585315" y="1107588"/>
                </a:lnTo>
                <a:lnTo>
                  <a:pt x="2589968" y="1097125"/>
                </a:lnTo>
                <a:lnTo>
                  <a:pt x="2596952" y="1094435"/>
                </a:lnTo>
                <a:lnTo>
                  <a:pt x="2608902" y="1099799"/>
                </a:lnTo>
                <a:lnTo>
                  <a:pt x="2611591" y="1106783"/>
                </a:lnTo>
                <a:lnTo>
                  <a:pt x="2606272" y="1118683"/>
                </a:lnTo>
                <a:lnTo>
                  <a:pt x="2599288" y="1121372"/>
                </a:lnTo>
                <a:lnTo>
                  <a:pt x="2593340" y="1118720"/>
                </a:lnTo>
                <a:lnTo>
                  <a:pt x="2591805" y="1118054"/>
                </a:lnTo>
                <a:lnTo>
                  <a:pt x="2590562" y="1117114"/>
                </a:lnTo>
                <a:close/>
              </a:path>
              <a:path w="5142230" h="2300604">
                <a:moveTo>
                  <a:pt x="1708388" y="849858"/>
                </a:moveTo>
                <a:lnTo>
                  <a:pt x="1704243" y="845421"/>
                </a:lnTo>
                <a:lnTo>
                  <a:pt x="1703015" y="841272"/>
                </a:lnTo>
                <a:lnTo>
                  <a:pt x="1704046" y="837195"/>
                </a:lnTo>
                <a:lnTo>
                  <a:pt x="1705725" y="830879"/>
                </a:lnTo>
                <a:lnTo>
                  <a:pt x="1712050" y="827191"/>
                </a:lnTo>
                <a:lnTo>
                  <a:pt x="1712227" y="827088"/>
                </a:lnTo>
                <a:lnTo>
                  <a:pt x="1724819" y="830401"/>
                </a:lnTo>
                <a:lnTo>
                  <a:pt x="1728606" y="836898"/>
                </a:lnTo>
                <a:lnTo>
                  <a:pt x="1725347" y="849539"/>
                </a:lnTo>
                <a:lnTo>
                  <a:pt x="1719022" y="853227"/>
                </a:lnTo>
                <a:lnTo>
                  <a:pt x="1718845" y="853330"/>
                </a:lnTo>
                <a:lnTo>
                  <a:pt x="1712529" y="851652"/>
                </a:lnTo>
                <a:lnTo>
                  <a:pt x="1710282" y="851103"/>
                </a:lnTo>
                <a:lnTo>
                  <a:pt x="1708388" y="849858"/>
                </a:lnTo>
                <a:close/>
              </a:path>
              <a:path w="5142230" h="2300604">
                <a:moveTo>
                  <a:pt x="2979854" y="2108591"/>
                </a:moveTo>
                <a:lnTo>
                  <a:pt x="2975714" y="2104159"/>
                </a:lnTo>
                <a:lnTo>
                  <a:pt x="2974488" y="2099817"/>
                </a:lnTo>
                <a:lnTo>
                  <a:pt x="2977628" y="2089396"/>
                </a:lnTo>
                <a:lnTo>
                  <a:pt x="2984218" y="2085796"/>
                </a:lnTo>
                <a:lnTo>
                  <a:pt x="2990484" y="2087714"/>
                </a:lnTo>
                <a:lnTo>
                  <a:pt x="2996748" y="2089532"/>
                </a:lnTo>
                <a:lnTo>
                  <a:pt x="3000299" y="2096168"/>
                </a:lnTo>
                <a:lnTo>
                  <a:pt x="2998481" y="2102432"/>
                </a:lnTo>
                <a:lnTo>
                  <a:pt x="2996568" y="2108693"/>
                </a:lnTo>
                <a:lnTo>
                  <a:pt x="2990026" y="2112247"/>
                </a:lnTo>
                <a:lnTo>
                  <a:pt x="2983717" y="2110380"/>
                </a:lnTo>
                <a:lnTo>
                  <a:pt x="2981661" y="2109743"/>
                </a:lnTo>
                <a:lnTo>
                  <a:pt x="2979854" y="2108591"/>
                </a:lnTo>
                <a:close/>
              </a:path>
              <a:path w="5142230" h="2300604">
                <a:moveTo>
                  <a:pt x="2999552" y="2040435"/>
                </a:moveTo>
                <a:lnTo>
                  <a:pt x="2995362" y="2035949"/>
                </a:lnTo>
                <a:lnTo>
                  <a:pt x="2994183" y="2031754"/>
                </a:lnTo>
                <a:lnTo>
                  <a:pt x="2995361" y="2027640"/>
                </a:lnTo>
                <a:lnTo>
                  <a:pt x="2997035" y="2021319"/>
                </a:lnTo>
                <a:lnTo>
                  <a:pt x="3003117" y="2017859"/>
                </a:lnTo>
                <a:lnTo>
                  <a:pt x="3003534" y="2017622"/>
                </a:lnTo>
                <a:lnTo>
                  <a:pt x="3016168" y="2021078"/>
                </a:lnTo>
                <a:lnTo>
                  <a:pt x="3019911" y="2027626"/>
                </a:lnTo>
                <a:lnTo>
                  <a:pt x="3018133" y="2033934"/>
                </a:lnTo>
                <a:lnTo>
                  <a:pt x="3016409" y="2040201"/>
                </a:lnTo>
                <a:lnTo>
                  <a:pt x="3010328" y="2043661"/>
                </a:lnTo>
                <a:lnTo>
                  <a:pt x="3009910" y="2043899"/>
                </a:lnTo>
                <a:lnTo>
                  <a:pt x="3001444" y="2041580"/>
                </a:lnTo>
                <a:lnTo>
                  <a:pt x="2999552" y="2040435"/>
                </a:lnTo>
                <a:close/>
              </a:path>
              <a:path w="5142230" h="2300604">
                <a:moveTo>
                  <a:pt x="2120126" y="958765"/>
                </a:moveTo>
                <a:lnTo>
                  <a:pt x="2115981" y="954327"/>
                </a:lnTo>
                <a:lnTo>
                  <a:pt x="2114760" y="949990"/>
                </a:lnTo>
                <a:lnTo>
                  <a:pt x="2117900" y="939569"/>
                </a:lnTo>
                <a:lnTo>
                  <a:pt x="2124490" y="935969"/>
                </a:lnTo>
                <a:lnTo>
                  <a:pt x="2130751" y="937882"/>
                </a:lnTo>
                <a:lnTo>
                  <a:pt x="2137011" y="939695"/>
                </a:lnTo>
                <a:lnTo>
                  <a:pt x="2140615" y="946290"/>
                </a:lnTo>
                <a:lnTo>
                  <a:pt x="2138702" y="952551"/>
                </a:lnTo>
                <a:lnTo>
                  <a:pt x="2136884" y="958816"/>
                </a:lnTo>
                <a:lnTo>
                  <a:pt x="2130293" y="962415"/>
                </a:lnTo>
                <a:lnTo>
                  <a:pt x="2123984" y="960548"/>
                </a:lnTo>
                <a:lnTo>
                  <a:pt x="2121924" y="959907"/>
                </a:lnTo>
                <a:lnTo>
                  <a:pt x="2120126" y="958765"/>
                </a:lnTo>
                <a:close/>
              </a:path>
              <a:path w="5142230" h="2300604">
                <a:moveTo>
                  <a:pt x="2937622" y="1364594"/>
                </a:moveTo>
                <a:lnTo>
                  <a:pt x="2932798" y="1359430"/>
                </a:lnTo>
                <a:lnTo>
                  <a:pt x="2928720" y="1354282"/>
                </a:lnTo>
                <a:lnTo>
                  <a:pt x="2929593" y="1346810"/>
                </a:lnTo>
                <a:lnTo>
                  <a:pt x="2939830" y="1338708"/>
                </a:lnTo>
                <a:lnTo>
                  <a:pt x="2947261" y="1339528"/>
                </a:lnTo>
                <a:lnTo>
                  <a:pt x="2955408" y="1349813"/>
                </a:lnTo>
                <a:lnTo>
                  <a:pt x="2954539" y="1357191"/>
                </a:lnTo>
                <a:lnTo>
                  <a:pt x="2949446" y="1361318"/>
                </a:lnTo>
                <a:lnTo>
                  <a:pt x="2944547" y="1365164"/>
                </a:lnTo>
                <a:lnTo>
                  <a:pt x="2937622" y="1364594"/>
                </a:lnTo>
                <a:close/>
              </a:path>
              <a:path w="5142230" h="2300604">
                <a:moveTo>
                  <a:pt x="1125074" y="498733"/>
                </a:moveTo>
                <a:lnTo>
                  <a:pt x="1121020" y="494394"/>
                </a:lnTo>
                <a:lnTo>
                  <a:pt x="1120211" y="489031"/>
                </a:lnTo>
                <a:lnTo>
                  <a:pt x="1122580" y="484627"/>
                </a:lnTo>
                <a:lnTo>
                  <a:pt x="1125647" y="479114"/>
                </a:lnTo>
                <a:lnTo>
                  <a:pt x="1132563" y="477036"/>
                </a:lnTo>
                <a:lnTo>
                  <a:pt x="1138077" y="480103"/>
                </a:lnTo>
                <a:lnTo>
                  <a:pt x="1143639" y="483125"/>
                </a:lnTo>
                <a:lnTo>
                  <a:pt x="1145623" y="490038"/>
                </a:lnTo>
                <a:lnTo>
                  <a:pt x="1142601" y="495600"/>
                </a:lnTo>
                <a:lnTo>
                  <a:pt x="1139578" y="501063"/>
                </a:lnTo>
                <a:lnTo>
                  <a:pt x="1132661" y="503141"/>
                </a:lnTo>
                <a:lnTo>
                  <a:pt x="1126040" y="499474"/>
                </a:lnTo>
                <a:lnTo>
                  <a:pt x="1125074" y="498733"/>
                </a:lnTo>
                <a:close/>
              </a:path>
              <a:path w="5142230" h="2300604">
                <a:moveTo>
                  <a:pt x="1518493" y="663002"/>
                </a:moveTo>
                <a:lnTo>
                  <a:pt x="1514490" y="658716"/>
                </a:lnTo>
                <a:lnTo>
                  <a:pt x="1513355" y="654471"/>
                </a:lnTo>
                <a:lnTo>
                  <a:pt x="1516625" y="644385"/>
                </a:lnTo>
                <a:lnTo>
                  <a:pt x="1523017" y="641062"/>
                </a:lnTo>
                <a:lnTo>
                  <a:pt x="1535023" y="644921"/>
                </a:lnTo>
                <a:lnTo>
                  <a:pt x="1538342" y="651309"/>
                </a:lnTo>
                <a:lnTo>
                  <a:pt x="1536395" y="657337"/>
                </a:lnTo>
                <a:lnTo>
                  <a:pt x="1534492" y="663315"/>
                </a:lnTo>
                <a:lnTo>
                  <a:pt x="1528100" y="666638"/>
                </a:lnTo>
                <a:lnTo>
                  <a:pt x="1522076" y="664687"/>
                </a:lnTo>
                <a:lnTo>
                  <a:pt x="1520156" y="664097"/>
                </a:lnTo>
                <a:lnTo>
                  <a:pt x="1518493" y="663002"/>
                </a:lnTo>
                <a:close/>
              </a:path>
              <a:path w="5142230" h="2300604">
                <a:moveTo>
                  <a:pt x="1586471" y="684063"/>
                </a:moveTo>
                <a:lnTo>
                  <a:pt x="1582463" y="679772"/>
                </a:lnTo>
                <a:lnTo>
                  <a:pt x="1581325" y="675621"/>
                </a:lnTo>
                <a:lnTo>
                  <a:pt x="1584317" y="665530"/>
                </a:lnTo>
                <a:lnTo>
                  <a:pt x="1590666" y="662064"/>
                </a:lnTo>
                <a:lnTo>
                  <a:pt x="1596693" y="663922"/>
                </a:lnTo>
                <a:lnTo>
                  <a:pt x="1602723" y="665685"/>
                </a:lnTo>
                <a:lnTo>
                  <a:pt x="1606189" y="672035"/>
                </a:lnTo>
                <a:lnTo>
                  <a:pt x="1602569" y="684091"/>
                </a:lnTo>
                <a:lnTo>
                  <a:pt x="1596219" y="687558"/>
                </a:lnTo>
                <a:lnTo>
                  <a:pt x="1588175" y="685202"/>
                </a:lnTo>
                <a:lnTo>
                  <a:pt x="1586471" y="684063"/>
                </a:lnTo>
                <a:close/>
              </a:path>
              <a:path w="5142230" h="2300604">
                <a:moveTo>
                  <a:pt x="3092527" y="2261656"/>
                </a:moveTo>
                <a:lnTo>
                  <a:pt x="3088518" y="2257365"/>
                </a:lnTo>
                <a:lnTo>
                  <a:pt x="3087373" y="2253696"/>
                </a:lnTo>
                <a:lnTo>
                  <a:pt x="3089361" y="2243703"/>
                </a:lnTo>
                <a:lnTo>
                  <a:pt x="3095403" y="2239712"/>
                </a:lnTo>
                <a:lnTo>
                  <a:pt x="3101539" y="2241002"/>
                </a:lnTo>
                <a:lnTo>
                  <a:pt x="3107732" y="2242256"/>
                </a:lnTo>
                <a:lnTo>
                  <a:pt x="3111724" y="2248288"/>
                </a:lnTo>
                <a:lnTo>
                  <a:pt x="3109233" y="2260577"/>
                </a:lnTo>
                <a:lnTo>
                  <a:pt x="3103191" y="2264569"/>
                </a:lnTo>
                <a:lnTo>
                  <a:pt x="3097052" y="2263373"/>
                </a:lnTo>
                <a:lnTo>
                  <a:pt x="3094662" y="2262867"/>
                </a:lnTo>
                <a:lnTo>
                  <a:pt x="3092527" y="2261656"/>
                </a:lnTo>
                <a:close/>
              </a:path>
              <a:path w="5142230" h="2300604">
                <a:moveTo>
                  <a:pt x="1188158" y="531661"/>
                </a:moveTo>
                <a:lnTo>
                  <a:pt x="1184104" y="527322"/>
                </a:lnTo>
                <a:lnTo>
                  <a:pt x="1183191" y="522239"/>
                </a:lnTo>
                <a:lnTo>
                  <a:pt x="1188159" y="512211"/>
                </a:lnTo>
                <a:lnTo>
                  <a:pt x="1194987" y="509941"/>
                </a:lnTo>
                <a:lnTo>
                  <a:pt x="1200649" y="512679"/>
                </a:lnTo>
                <a:lnTo>
                  <a:pt x="1206317" y="515520"/>
                </a:lnTo>
                <a:lnTo>
                  <a:pt x="1208586" y="522348"/>
                </a:lnTo>
                <a:lnTo>
                  <a:pt x="1205844" y="528014"/>
                </a:lnTo>
                <a:lnTo>
                  <a:pt x="1203003" y="533673"/>
                </a:lnTo>
                <a:lnTo>
                  <a:pt x="1196179" y="535947"/>
                </a:lnTo>
                <a:lnTo>
                  <a:pt x="1190513" y="533205"/>
                </a:lnTo>
                <a:lnTo>
                  <a:pt x="1189261" y="532549"/>
                </a:lnTo>
                <a:lnTo>
                  <a:pt x="1188158" y="531661"/>
                </a:lnTo>
                <a:close/>
              </a:path>
              <a:path w="5142230" h="2300604">
                <a:moveTo>
                  <a:pt x="3101466" y="1247430"/>
                </a:moveTo>
                <a:lnTo>
                  <a:pt x="3097003" y="1242652"/>
                </a:lnTo>
                <a:lnTo>
                  <a:pt x="3092817" y="1237878"/>
                </a:lnTo>
                <a:lnTo>
                  <a:pt x="3093397" y="1230679"/>
                </a:lnTo>
                <a:lnTo>
                  <a:pt x="3097504" y="1227158"/>
                </a:lnTo>
                <a:lnTo>
                  <a:pt x="3102225" y="1223024"/>
                </a:lnTo>
                <a:lnTo>
                  <a:pt x="3102927" y="1222407"/>
                </a:lnTo>
                <a:lnTo>
                  <a:pt x="3110135" y="1222987"/>
                </a:lnTo>
                <a:lnTo>
                  <a:pt x="3114263" y="1227797"/>
                </a:lnTo>
                <a:lnTo>
                  <a:pt x="3118403" y="1232522"/>
                </a:lnTo>
                <a:lnTo>
                  <a:pt x="3117823" y="1239721"/>
                </a:lnTo>
                <a:lnTo>
                  <a:pt x="3113716" y="1243242"/>
                </a:lnTo>
                <a:lnTo>
                  <a:pt x="3108991" y="1247372"/>
                </a:lnTo>
                <a:lnTo>
                  <a:pt x="3108439" y="1247856"/>
                </a:lnTo>
                <a:lnTo>
                  <a:pt x="3101466" y="1247430"/>
                </a:lnTo>
                <a:close/>
              </a:path>
              <a:path w="5142230" h="2300604">
                <a:moveTo>
                  <a:pt x="1451044" y="640552"/>
                </a:moveTo>
                <a:lnTo>
                  <a:pt x="1446986" y="636208"/>
                </a:lnTo>
                <a:lnTo>
                  <a:pt x="1445912" y="631833"/>
                </a:lnTo>
                <a:lnTo>
                  <a:pt x="1449371" y="621753"/>
                </a:lnTo>
                <a:lnTo>
                  <a:pt x="1455900" y="618576"/>
                </a:lnTo>
                <a:lnTo>
                  <a:pt x="1467797" y="622711"/>
                </a:lnTo>
                <a:lnTo>
                  <a:pt x="1470929" y="629191"/>
                </a:lnTo>
                <a:lnTo>
                  <a:pt x="1468886" y="635117"/>
                </a:lnTo>
                <a:lnTo>
                  <a:pt x="1466840" y="641137"/>
                </a:lnTo>
                <a:lnTo>
                  <a:pt x="1460355" y="644264"/>
                </a:lnTo>
                <a:lnTo>
                  <a:pt x="1454388" y="642177"/>
                </a:lnTo>
                <a:lnTo>
                  <a:pt x="1452567" y="641595"/>
                </a:lnTo>
                <a:lnTo>
                  <a:pt x="1451044" y="640552"/>
                </a:lnTo>
                <a:close/>
              </a:path>
              <a:path w="5142230" h="2300604">
                <a:moveTo>
                  <a:pt x="3107970" y="2192269"/>
                </a:moveTo>
                <a:lnTo>
                  <a:pt x="3103962" y="2187978"/>
                </a:lnTo>
                <a:lnTo>
                  <a:pt x="3102819" y="2184115"/>
                </a:lnTo>
                <a:lnTo>
                  <a:pt x="3105233" y="2174090"/>
                </a:lnTo>
                <a:lnTo>
                  <a:pt x="3111408" y="2170339"/>
                </a:lnTo>
                <a:lnTo>
                  <a:pt x="3123676" y="2173306"/>
                </a:lnTo>
                <a:lnTo>
                  <a:pt x="3127431" y="2179477"/>
                </a:lnTo>
                <a:lnTo>
                  <a:pt x="3125899" y="2185656"/>
                </a:lnTo>
                <a:lnTo>
                  <a:pt x="3124416" y="2191790"/>
                </a:lnTo>
                <a:lnTo>
                  <a:pt x="3118245" y="2195546"/>
                </a:lnTo>
                <a:lnTo>
                  <a:pt x="3109912" y="2193468"/>
                </a:lnTo>
                <a:lnTo>
                  <a:pt x="3107970" y="2192269"/>
                </a:lnTo>
                <a:close/>
              </a:path>
              <a:path w="5142230" h="2300604">
                <a:moveTo>
                  <a:pt x="891050" y="339413"/>
                </a:moveTo>
                <a:lnTo>
                  <a:pt x="886165" y="334184"/>
                </a:lnTo>
                <a:lnTo>
                  <a:pt x="885963" y="327811"/>
                </a:lnTo>
                <a:lnTo>
                  <a:pt x="889709" y="323317"/>
                </a:lnTo>
                <a:lnTo>
                  <a:pt x="893791" y="318498"/>
                </a:lnTo>
                <a:lnTo>
                  <a:pt x="900939" y="317939"/>
                </a:lnTo>
                <a:lnTo>
                  <a:pt x="905757" y="322022"/>
                </a:lnTo>
                <a:lnTo>
                  <a:pt x="910624" y="326058"/>
                </a:lnTo>
                <a:lnTo>
                  <a:pt x="911180" y="333300"/>
                </a:lnTo>
                <a:lnTo>
                  <a:pt x="903064" y="342891"/>
                </a:lnTo>
                <a:lnTo>
                  <a:pt x="895863" y="343491"/>
                </a:lnTo>
                <a:lnTo>
                  <a:pt x="891050" y="339413"/>
                </a:lnTo>
                <a:close/>
              </a:path>
              <a:path w="5142230" h="2300604">
                <a:moveTo>
                  <a:pt x="3178484" y="1364771"/>
                </a:moveTo>
                <a:lnTo>
                  <a:pt x="3174380" y="1360378"/>
                </a:lnTo>
                <a:lnTo>
                  <a:pt x="3173703" y="1359458"/>
                </a:lnTo>
                <a:lnTo>
                  <a:pt x="3173173" y="1358401"/>
                </a:lnTo>
                <a:lnTo>
                  <a:pt x="3170492" y="1352697"/>
                </a:lnTo>
                <a:lnTo>
                  <a:pt x="3172796" y="1345878"/>
                </a:lnTo>
                <a:lnTo>
                  <a:pt x="3178555" y="1343147"/>
                </a:lnTo>
                <a:lnTo>
                  <a:pt x="3184218" y="1340413"/>
                </a:lnTo>
                <a:lnTo>
                  <a:pt x="3191029" y="1342816"/>
                </a:lnTo>
                <a:lnTo>
                  <a:pt x="3193768" y="1348485"/>
                </a:lnTo>
                <a:lnTo>
                  <a:pt x="3196449" y="1354189"/>
                </a:lnTo>
                <a:lnTo>
                  <a:pt x="3194045" y="1361000"/>
                </a:lnTo>
                <a:lnTo>
                  <a:pt x="3188386" y="1363739"/>
                </a:lnTo>
                <a:lnTo>
                  <a:pt x="3183774" y="1365938"/>
                </a:lnTo>
                <a:lnTo>
                  <a:pt x="3178484" y="1364771"/>
                </a:lnTo>
                <a:close/>
              </a:path>
              <a:path w="5142230" h="2300604">
                <a:moveTo>
                  <a:pt x="1063493" y="463114"/>
                </a:moveTo>
                <a:lnTo>
                  <a:pt x="1059398" y="458730"/>
                </a:lnTo>
                <a:lnTo>
                  <a:pt x="1058644" y="453134"/>
                </a:lnTo>
                <a:lnTo>
                  <a:pt x="1061433" y="448592"/>
                </a:lnTo>
                <a:lnTo>
                  <a:pt x="1064766" y="443266"/>
                </a:lnTo>
                <a:lnTo>
                  <a:pt x="1071536" y="441618"/>
                </a:lnTo>
                <a:lnTo>
                  <a:pt x="1071685" y="441582"/>
                </a:lnTo>
                <a:lnTo>
                  <a:pt x="1077102" y="444839"/>
                </a:lnTo>
                <a:lnTo>
                  <a:pt x="1082466" y="448138"/>
                </a:lnTo>
                <a:lnTo>
                  <a:pt x="1084164" y="455135"/>
                </a:lnTo>
                <a:lnTo>
                  <a:pt x="1080865" y="460499"/>
                </a:lnTo>
                <a:lnTo>
                  <a:pt x="1077608" y="465907"/>
                </a:lnTo>
                <a:lnTo>
                  <a:pt x="1070615" y="467610"/>
                </a:lnTo>
                <a:lnTo>
                  <a:pt x="1065202" y="464357"/>
                </a:lnTo>
                <a:lnTo>
                  <a:pt x="1064278" y="463759"/>
                </a:lnTo>
                <a:lnTo>
                  <a:pt x="1063493" y="463114"/>
                </a:lnTo>
                <a:close/>
              </a:path>
              <a:path w="5142230" h="2300604">
                <a:moveTo>
                  <a:pt x="1003624" y="424635"/>
                </a:moveTo>
                <a:lnTo>
                  <a:pt x="999524" y="420246"/>
                </a:lnTo>
                <a:lnTo>
                  <a:pt x="998923" y="414325"/>
                </a:lnTo>
                <a:lnTo>
                  <a:pt x="1005485" y="404634"/>
                </a:lnTo>
                <a:lnTo>
                  <a:pt x="1012612" y="403271"/>
                </a:lnTo>
                <a:lnTo>
                  <a:pt x="1023041" y="410330"/>
                </a:lnTo>
                <a:lnTo>
                  <a:pt x="1024399" y="417453"/>
                </a:lnTo>
                <a:lnTo>
                  <a:pt x="1017345" y="427887"/>
                </a:lnTo>
                <a:lnTo>
                  <a:pt x="1010266" y="429204"/>
                </a:lnTo>
                <a:lnTo>
                  <a:pt x="1004313" y="425177"/>
                </a:lnTo>
                <a:lnTo>
                  <a:pt x="1003624" y="424635"/>
                </a:lnTo>
                <a:close/>
              </a:path>
              <a:path w="5142230" h="2300604">
                <a:moveTo>
                  <a:pt x="946842" y="384084"/>
                </a:moveTo>
                <a:lnTo>
                  <a:pt x="941674" y="378553"/>
                </a:lnTo>
                <a:lnTo>
                  <a:pt x="941285" y="372565"/>
                </a:lnTo>
                <a:lnTo>
                  <a:pt x="948500" y="363085"/>
                </a:lnTo>
                <a:lnTo>
                  <a:pt x="955615" y="362100"/>
                </a:lnTo>
                <a:lnTo>
                  <a:pt x="960632" y="365906"/>
                </a:lnTo>
                <a:lnTo>
                  <a:pt x="965697" y="369666"/>
                </a:lnTo>
                <a:lnTo>
                  <a:pt x="966679" y="376876"/>
                </a:lnTo>
                <a:lnTo>
                  <a:pt x="959067" y="386908"/>
                </a:lnTo>
                <a:lnTo>
                  <a:pt x="951907" y="387845"/>
                </a:lnTo>
                <a:lnTo>
                  <a:pt x="946842" y="384084"/>
                </a:lnTo>
                <a:close/>
              </a:path>
              <a:path w="5142230" h="2300604">
                <a:moveTo>
                  <a:pt x="3143943" y="1303555"/>
                </a:moveTo>
                <a:lnTo>
                  <a:pt x="3139287" y="1298571"/>
                </a:lnTo>
                <a:lnTo>
                  <a:pt x="3138975" y="1298041"/>
                </a:lnTo>
                <a:lnTo>
                  <a:pt x="3135425" y="1292774"/>
                </a:lnTo>
                <a:lnTo>
                  <a:pt x="3136936" y="1285692"/>
                </a:lnTo>
                <a:lnTo>
                  <a:pt x="3142158" y="1282193"/>
                </a:lnTo>
                <a:lnTo>
                  <a:pt x="3147422" y="1278737"/>
                </a:lnTo>
                <a:lnTo>
                  <a:pt x="3154502" y="1280158"/>
                </a:lnTo>
                <a:lnTo>
                  <a:pt x="3161459" y="1290734"/>
                </a:lnTo>
                <a:lnTo>
                  <a:pt x="3159993" y="1297765"/>
                </a:lnTo>
                <a:lnTo>
                  <a:pt x="3154775" y="1301270"/>
                </a:lnTo>
                <a:lnTo>
                  <a:pt x="3149991" y="1304360"/>
                </a:lnTo>
                <a:lnTo>
                  <a:pt x="3143943" y="1303555"/>
                </a:lnTo>
                <a:close/>
              </a:path>
              <a:path w="5142230" h="2300604">
                <a:moveTo>
                  <a:pt x="1654724" y="703853"/>
                </a:moveTo>
                <a:lnTo>
                  <a:pt x="1650715" y="699563"/>
                </a:lnTo>
                <a:lnTo>
                  <a:pt x="1649627" y="695466"/>
                </a:lnTo>
                <a:lnTo>
                  <a:pt x="1650708" y="691442"/>
                </a:lnTo>
                <a:lnTo>
                  <a:pt x="1652377" y="685409"/>
                </a:lnTo>
                <a:lnTo>
                  <a:pt x="1658681" y="681894"/>
                </a:lnTo>
                <a:lnTo>
                  <a:pt x="1664760" y="683612"/>
                </a:lnTo>
                <a:lnTo>
                  <a:pt x="1670838" y="685230"/>
                </a:lnTo>
                <a:lnTo>
                  <a:pt x="1674398" y="691583"/>
                </a:lnTo>
                <a:lnTo>
                  <a:pt x="1671012" y="703695"/>
                </a:lnTo>
                <a:lnTo>
                  <a:pt x="1664663" y="707260"/>
                </a:lnTo>
                <a:lnTo>
                  <a:pt x="1658585" y="705543"/>
                </a:lnTo>
                <a:lnTo>
                  <a:pt x="1656526" y="705001"/>
                </a:lnTo>
                <a:lnTo>
                  <a:pt x="1654724" y="703853"/>
                </a:lnTo>
                <a:close/>
              </a:path>
              <a:path w="5142230" h="2300604">
                <a:moveTo>
                  <a:pt x="3125748" y="2123523"/>
                </a:moveTo>
                <a:lnTo>
                  <a:pt x="3121740" y="2119232"/>
                </a:lnTo>
                <a:lnTo>
                  <a:pt x="3120598" y="2115176"/>
                </a:lnTo>
                <a:lnTo>
                  <a:pt x="3123353" y="2105124"/>
                </a:lnTo>
                <a:lnTo>
                  <a:pt x="3129254" y="2101764"/>
                </a:lnTo>
                <a:lnTo>
                  <a:pt x="3129611" y="2101561"/>
                </a:lnTo>
                <a:lnTo>
                  <a:pt x="3135693" y="2103184"/>
                </a:lnTo>
                <a:lnTo>
                  <a:pt x="3141768" y="2104897"/>
                </a:lnTo>
                <a:lnTo>
                  <a:pt x="3145331" y="2111155"/>
                </a:lnTo>
                <a:lnTo>
                  <a:pt x="3143708" y="2117237"/>
                </a:lnTo>
                <a:lnTo>
                  <a:pt x="3142039" y="2123271"/>
                </a:lnTo>
                <a:lnTo>
                  <a:pt x="3135732" y="2126880"/>
                </a:lnTo>
                <a:lnTo>
                  <a:pt x="3129703" y="2125216"/>
                </a:lnTo>
                <a:lnTo>
                  <a:pt x="3127546" y="2124666"/>
                </a:lnTo>
                <a:lnTo>
                  <a:pt x="3125748" y="2123523"/>
                </a:lnTo>
                <a:close/>
              </a:path>
              <a:path w="5142230" h="2300604">
                <a:moveTo>
                  <a:pt x="1929960" y="774453"/>
                </a:moveTo>
                <a:lnTo>
                  <a:pt x="1925952" y="770162"/>
                </a:lnTo>
                <a:lnTo>
                  <a:pt x="1924763" y="766250"/>
                </a:lnTo>
                <a:lnTo>
                  <a:pt x="1925744" y="762413"/>
                </a:lnTo>
                <a:lnTo>
                  <a:pt x="1927177" y="756225"/>
                </a:lnTo>
                <a:lnTo>
                  <a:pt x="1933352" y="752474"/>
                </a:lnTo>
                <a:lnTo>
                  <a:pt x="1945620" y="755441"/>
                </a:lnTo>
                <a:lnTo>
                  <a:pt x="1949376" y="761612"/>
                </a:lnTo>
                <a:lnTo>
                  <a:pt x="1947892" y="767746"/>
                </a:lnTo>
                <a:lnTo>
                  <a:pt x="1946458" y="773834"/>
                </a:lnTo>
                <a:lnTo>
                  <a:pt x="1940287" y="777590"/>
                </a:lnTo>
                <a:lnTo>
                  <a:pt x="1934153" y="776106"/>
                </a:lnTo>
                <a:lnTo>
                  <a:pt x="1931857" y="775603"/>
                </a:lnTo>
                <a:lnTo>
                  <a:pt x="1929960" y="774453"/>
                </a:lnTo>
                <a:close/>
              </a:path>
              <a:path w="5142230" h="2300604">
                <a:moveTo>
                  <a:pt x="3164245" y="1986835"/>
                </a:moveTo>
                <a:lnTo>
                  <a:pt x="3160241" y="1982549"/>
                </a:lnTo>
                <a:lnTo>
                  <a:pt x="3159103" y="1978399"/>
                </a:lnTo>
                <a:lnTo>
                  <a:pt x="3161944" y="1968440"/>
                </a:lnTo>
                <a:lnTo>
                  <a:pt x="3168252" y="1964830"/>
                </a:lnTo>
                <a:lnTo>
                  <a:pt x="3174286" y="1966598"/>
                </a:lnTo>
                <a:lnTo>
                  <a:pt x="3180368" y="1968222"/>
                </a:lnTo>
                <a:lnTo>
                  <a:pt x="3183924" y="1974570"/>
                </a:lnTo>
                <a:lnTo>
                  <a:pt x="3180494" y="1986732"/>
                </a:lnTo>
                <a:lnTo>
                  <a:pt x="3174185" y="1990242"/>
                </a:lnTo>
                <a:lnTo>
                  <a:pt x="3168111" y="1988529"/>
                </a:lnTo>
                <a:lnTo>
                  <a:pt x="3166052" y="1987987"/>
                </a:lnTo>
                <a:lnTo>
                  <a:pt x="3164245" y="1986835"/>
                </a:lnTo>
                <a:close/>
              </a:path>
              <a:path w="5142230" h="2300604">
                <a:moveTo>
                  <a:pt x="3183005" y="1918359"/>
                </a:moveTo>
                <a:lnTo>
                  <a:pt x="3179001" y="1914073"/>
                </a:lnTo>
                <a:lnTo>
                  <a:pt x="3177816" y="1910067"/>
                </a:lnTo>
                <a:lnTo>
                  <a:pt x="3178831" y="1906365"/>
                </a:lnTo>
                <a:lnTo>
                  <a:pt x="3180423" y="1900053"/>
                </a:lnTo>
                <a:lnTo>
                  <a:pt x="3186680" y="1896390"/>
                </a:lnTo>
                <a:lnTo>
                  <a:pt x="3192766" y="1898018"/>
                </a:lnTo>
                <a:lnTo>
                  <a:pt x="3198897" y="1899596"/>
                </a:lnTo>
                <a:lnTo>
                  <a:pt x="3202510" y="1905809"/>
                </a:lnTo>
                <a:lnTo>
                  <a:pt x="3199353" y="1917971"/>
                </a:lnTo>
                <a:lnTo>
                  <a:pt x="3193273" y="1921530"/>
                </a:lnTo>
                <a:lnTo>
                  <a:pt x="3193095" y="1921634"/>
                </a:lnTo>
                <a:lnTo>
                  <a:pt x="3184812" y="1919511"/>
                </a:lnTo>
                <a:lnTo>
                  <a:pt x="3183005" y="1918359"/>
                </a:lnTo>
                <a:close/>
              </a:path>
              <a:path w="5142230" h="2300604">
                <a:moveTo>
                  <a:pt x="3144836" y="2055105"/>
                </a:moveTo>
                <a:lnTo>
                  <a:pt x="3140828" y="2050814"/>
                </a:lnTo>
                <a:lnTo>
                  <a:pt x="3139735" y="2046713"/>
                </a:lnTo>
                <a:lnTo>
                  <a:pt x="3142584" y="2036664"/>
                </a:lnTo>
                <a:lnTo>
                  <a:pt x="3148884" y="2033144"/>
                </a:lnTo>
                <a:lnTo>
                  <a:pt x="3154967" y="2034867"/>
                </a:lnTo>
                <a:lnTo>
                  <a:pt x="3160997" y="2036630"/>
                </a:lnTo>
                <a:lnTo>
                  <a:pt x="3164507" y="2042929"/>
                </a:lnTo>
                <a:lnTo>
                  <a:pt x="3162794" y="2049013"/>
                </a:lnTo>
                <a:lnTo>
                  <a:pt x="3161027" y="2055038"/>
                </a:lnTo>
                <a:lnTo>
                  <a:pt x="3154723" y="2058553"/>
                </a:lnTo>
                <a:lnTo>
                  <a:pt x="3148697" y="2056795"/>
                </a:lnTo>
                <a:lnTo>
                  <a:pt x="3146634" y="2056248"/>
                </a:lnTo>
                <a:lnTo>
                  <a:pt x="3144836" y="2055105"/>
                </a:lnTo>
                <a:close/>
              </a:path>
              <a:path w="5142230" h="2300604">
                <a:moveTo>
                  <a:pt x="1998985" y="790965"/>
                </a:moveTo>
                <a:lnTo>
                  <a:pt x="1994972" y="786670"/>
                </a:lnTo>
                <a:lnTo>
                  <a:pt x="1993788" y="782763"/>
                </a:lnTo>
                <a:lnTo>
                  <a:pt x="1996207" y="772742"/>
                </a:lnTo>
                <a:lnTo>
                  <a:pt x="2002377" y="768987"/>
                </a:lnTo>
                <a:lnTo>
                  <a:pt x="2014600" y="771905"/>
                </a:lnTo>
                <a:lnTo>
                  <a:pt x="2018355" y="778076"/>
                </a:lnTo>
                <a:lnTo>
                  <a:pt x="2016920" y="784164"/>
                </a:lnTo>
                <a:lnTo>
                  <a:pt x="2015437" y="790298"/>
                </a:lnTo>
                <a:lnTo>
                  <a:pt x="2009312" y="794102"/>
                </a:lnTo>
                <a:lnTo>
                  <a:pt x="2003219" y="792663"/>
                </a:lnTo>
                <a:lnTo>
                  <a:pt x="2000931" y="792070"/>
                </a:lnTo>
                <a:lnTo>
                  <a:pt x="1998985" y="790965"/>
                </a:lnTo>
                <a:close/>
              </a:path>
              <a:path w="5142230" h="2300604">
                <a:moveTo>
                  <a:pt x="2067963" y="807330"/>
                </a:moveTo>
                <a:lnTo>
                  <a:pt x="2064005" y="803093"/>
                </a:lnTo>
                <a:lnTo>
                  <a:pt x="2063609" y="801789"/>
                </a:lnTo>
                <a:lnTo>
                  <a:pt x="2062834" y="799102"/>
                </a:lnTo>
                <a:lnTo>
                  <a:pt x="2063698" y="795335"/>
                </a:lnTo>
                <a:lnTo>
                  <a:pt x="2065181" y="789201"/>
                </a:lnTo>
                <a:lnTo>
                  <a:pt x="2071357" y="785450"/>
                </a:lnTo>
                <a:lnTo>
                  <a:pt x="2077489" y="786835"/>
                </a:lnTo>
                <a:lnTo>
                  <a:pt x="2083623" y="788318"/>
                </a:lnTo>
                <a:lnTo>
                  <a:pt x="2087383" y="794494"/>
                </a:lnTo>
                <a:lnTo>
                  <a:pt x="2085900" y="800628"/>
                </a:lnTo>
                <a:lnTo>
                  <a:pt x="2084511" y="806765"/>
                </a:lnTo>
                <a:lnTo>
                  <a:pt x="2078340" y="810520"/>
                </a:lnTo>
                <a:lnTo>
                  <a:pt x="2072157" y="809082"/>
                </a:lnTo>
                <a:lnTo>
                  <a:pt x="2069910" y="808534"/>
                </a:lnTo>
                <a:lnTo>
                  <a:pt x="2067963" y="807330"/>
                </a:lnTo>
                <a:close/>
              </a:path>
              <a:path w="5142230" h="2300604">
                <a:moveTo>
                  <a:pt x="3214199" y="1780011"/>
                </a:moveTo>
                <a:lnTo>
                  <a:pt x="3210236" y="1775768"/>
                </a:lnTo>
                <a:lnTo>
                  <a:pt x="3208993" y="1772190"/>
                </a:lnTo>
                <a:lnTo>
                  <a:pt x="3209684" y="1768531"/>
                </a:lnTo>
                <a:lnTo>
                  <a:pt x="3210789" y="1762285"/>
                </a:lnTo>
                <a:lnTo>
                  <a:pt x="3216694" y="1758148"/>
                </a:lnTo>
                <a:lnTo>
                  <a:pt x="3222890" y="1759208"/>
                </a:lnTo>
                <a:lnTo>
                  <a:pt x="3229082" y="1760363"/>
                </a:lnTo>
                <a:lnTo>
                  <a:pt x="3233225" y="1766264"/>
                </a:lnTo>
                <a:lnTo>
                  <a:pt x="3232159" y="1772455"/>
                </a:lnTo>
                <a:lnTo>
                  <a:pt x="3231055" y="1778701"/>
                </a:lnTo>
                <a:lnTo>
                  <a:pt x="3225149" y="1782838"/>
                </a:lnTo>
                <a:lnTo>
                  <a:pt x="3216379" y="1781270"/>
                </a:lnTo>
                <a:lnTo>
                  <a:pt x="3214199" y="1780011"/>
                </a:lnTo>
                <a:close/>
              </a:path>
              <a:path w="5142230" h="2300604">
                <a:moveTo>
                  <a:pt x="2274610" y="858363"/>
                </a:moveTo>
                <a:lnTo>
                  <a:pt x="2270601" y="854072"/>
                </a:lnTo>
                <a:lnTo>
                  <a:pt x="2269466" y="850120"/>
                </a:lnTo>
                <a:lnTo>
                  <a:pt x="2272073" y="840106"/>
                </a:lnTo>
                <a:lnTo>
                  <a:pt x="2278157" y="836551"/>
                </a:lnTo>
                <a:lnTo>
                  <a:pt x="2278335" y="836448"/>
                </a:lnTo>
                <a:lnTo>
                  <a:pt x="2284415" y="837972"/>
                </a:lnTo>
                <a:lnTo>
                  <a:pt x="2290502" y="839600"/>
                </a:lnTo>
                <a:lnTo>
                  <a:pt x="2294160" y="845862"/>
                </a:lnTo>
                <a:lnTo>
                  <a:pt x="2292597" y="851716"/>
                </a:lnTo>
                <a:lnTo>
                  <a:pt x="2291007" y="858029"/>
                </a:lnTo>
                <a:lnTo>
                  <a:pt x="2284746" y="861687"/>
                </a:lnTo>
                <a:lnTo>
                  <a:pt x="2278781" y="860091"/>
                </a:lnTo>
                <a:lnTo>
                  <a:pt x="2276511" y="859518"/>
                </a:lnTo>
                <a:lnTo>
                  <a:pt x="2274610" y="858363"/>
                </a:lnTo>
                <a:close/>
              </a:path>
              <a:path w="5142230" h="2300604">
                <a:moveTo>
                  <a:pt x="2205859" y="840873"/>
                </a:moveTo>
                <a:lnTo>
                  <a:pt x="2201850" y="836582"/>
                </a:lnTo>
                <a:lnTo>
                  <a:pt x="2200662" y="832671"/>
                </a:lnTo>
                <a:lnTo>
                  <a:pt x="2203174" y="822653"/>
                </a:lnTo>
                <a:lnTo>
                  <a:pt x="2204816" y="821674"/>
                </a:lnTo>
                <a:lnTo>
                  <a:pt x="2209510" y="818977"/>
                </a:lnTo>
                <a:lnTo>
                  <a:pt x="2215476" y="820476"/>
                </a:lnTo>
                <a:lnTo>
                  <a:pt x="2221610" y="821959"/>
                </a:lnTo>
                <a:lnTo>
                  <a:pt x="2225316" y="828175"/>
                </a:lnTo>
                <a:lnTo>
                  <a:pt x="2223833" y="834309"/>
                </a:lnTo>
                <a:lnTo>
                  <a:pt x="2222304" y="840394"/>
                </a:lnTo>
                <a:lnTo>
                  <a:pt x="2216088" y="844101"/>
                </a:lnTo>
                <a:lnTo>
                  <a:pt x="2209954" y="842618"/>
                </a:lnTo>
                <a:lnTo>
                  <a:pt x="2207755" y="842024"/>
                </a:lnTo>
                <a:lnTo>
                  <a:pt x="2205859" y="840873"/>
                </a:lnTo>
                <a:close/>
              </a:path>
              <a:path w="5142230" h="2300604">
                <a:moveTo>
                  <a:pt x="2874965" y="1070847"/>
                </a:moveTo>
                <a:lnTo>
                  <a:pt x="2870870" y="1066463"/>
                </a:lnTo>
                <a:lnTo>
                  <a:pt x="2870061" y="1061101"/>
                </a:lnTo>
                <a:lnTo>
                  <a:pt x="2872475" y="1056746"/>
                </a:lnTo>
                <a:lnTo>
                  <a:pt x="2875497" y="1051183"/>
                </a:lnTo>
                <a:lnTo>
                  <a:pt x="2882459" y="1049154"/>
                </a:lnTo>
                <a:lnTo>
                  <a:pt x="2893489" y="1055195"/>
                </a:lnTo>
                <a:lnTo>
                  <a:pt x="2895567" y="1062111"/>
                </a:lnTo>
                <a:lnTo>
                  <a:pt x="2892500" y="1067625"/>
                </a:lnTo>
                <a:lnTo>
                  <a:pt x="2889478" y="1073187"/>
                </a:lnTo>
                <a:lnTo>
                  <a:pt x="2882512" y="1075211"/>
                </a:lnTo>
                <a:lnTo>
                  <a:pt x="2875936" y="1071593"/>
                </a:lnTo>
                <a:lnTo>
                  <a:pt x="2874965" y="1070847"/>
                </a:lnTo>
                <a:close/>
              </a:path>
              <a:path w="5142230" h="2300604">
                <a:moveTo>
                  <a:pt x="3199990" y="1849449"/>
                </a:moveTo>
                <a:lnTo>
                  <a:pt x="3195982" y="1845158"/>
                </a:lnTo>
                <a:lnTo>
                  <a:pt x="3194835" y="1841390"/>
                </a:lnTo>
                <a:lnTo>
                  <a:pt x="3197106" y="1831407"/>
                </a:lnTo>
                <a:lnTo>
                  <a:pt x="3203190" y="1827558"/>
                </a:lnTo>
                <a:lnTo>
                  <a:pt x="3215465" y="1830337"/>
                </a:lnTo>
                <a:lnTo>
                  <a:pt x="3219318" y="1836416"/>
                </a:lnTo>
                <a:lnTo>
                  <a:pt x="3217929" y="1842553"/>
                </a:lnTo>
                <a:lnTo>
                  <a:pt x="3216585" y="1848739"/>
                </a:lnTo>
                <a:lnTo>
                  <a:pt x="3210411" y="1852589"/>
                </a:lnTo>
                <a:lnTo>
                  <a:pt x="3201978" y="1850697"/>
                </a:lnTo>
                <a:lnTo>
                  <a:pt x="3199990" y="1849449"/>
                </a:lnTo>
                <a:close/>
              </a:path>
              <a:path w="5142230" h="2300604">
                <a:moveTo>
                  <a:pt x="3229799" y="1639437"/>
                </a:moveTo>
                <a:lnTo>
                  <a:pt x="3225836" y="1635195"/>
                </a:lnTo>
                <a:lnTo>
                  <a:pt x="3224617" y="1632228"/>
                </a:lnTo>
                <a:lnTo>
                  <a:pt x="3224767" y="1629163"/>
                </a:lnTo>
                <a:lnTo>
                  <a:pt x="3224982" y="1622844"/>
                </a:lnTo>
                <a:lnTo>
                  <a:pt x="3230293" y="1617972"/>
                </a:lnTo>
                <a:lnTo>
                  <a:pt x="3236468" y="1618131"/>
                </a:lnTo>
                <a:lnTo>
                  <a:pt x="3242881" y="1618350"/>
                </a:lnTo>
                <a:lnTo>
                  <a:pt x="3247755" y="1623567"/>
                </a:lnTo>
                <a:lnTo>
                  <a:pt x="3247330" y="1636209"/>
                </a:lnTo>
                <a:lnTo>
                  <a:pt x="3242063" y="1641129"/>
                </a:lnTo>
                <a:lnTo>
                  <a:pt x="3235790" y="1640963"/>
                </a:lnTo>
                <a:lnTo>
                  <a:pt x="3232632" y="1640808"/>
                </a:lnTo>
                <a:lnTo>
                  <a:pt x="3229799" y="1639437"/>
                </a:lnTo>
                <a:close/>
              </a:path>
              <a:path w="5142230" h="2300604">
                <a:moveTo>
                  <a:pt x="2936607" y="1107314"/>
                </a:moveTo>
                <a:lnTo>
                  <a:pt x="2931763" y="1102128"/>
                </a:lnTo>
                <a:lnTo>
                  <a:pt x="2931124" y="1096557"/>
                </a:lnTo>
                <a:lnTo>
                  <a:pt x="2937098" y="1087117"/>
                </a:lnTo>
                <a:lnTo>
                  <a:pt x="2937355" y="1086709"/>
                </a:lnTo>
                <a:lnTo>
                  <a:pt x="2944395" y="1085154"/>
                </a:lnTo>
                <a:lnTo>
                  <a:pt x="2949707" y="1088593"/>
                </a:lnTo>
                <a:lnTo>
                  <a:pt x="2955073" y="1091990"/>
                </a:lnTo>
                <a:lnTo>
                  <a:pt x="2956627" y="1099030"/>
                </a:lnTo>
                <a:lnTo>
                  <a:pt x="2953446" y="1103934"/>
                </a:lnTo>
                <a:lnTo>
                  <a:pt x="2950061" y="1109302"/>
                </a:lnTo>
                <a:lnTo>
                  <a:pt x="2949840" y="1109653"/>
                </a:lnTo>
                <a:lnTo>
                  <a:pt x="2942805" y="1111212"/>
                </a:lnTo>
                <a:lnTo>
                  <a:pt x="2937444" y="1107819"/>
                </a:lnTo>
                <a:lnTo>
                  <a:pt x="2936607" y="1107314"/>
                </a:lnTo>
                <a:close/>
              </a:path>
              <a:path w="5142230" h="2300604">
                <a:moveTo>
                  <a:pt x="2136895" y="823938"/>
                </a:moveTo>
                <a:lnTo>
                  <a:pt x="2132887" y="819647"/>
                </a:lnTo>
                <a:lnTo>
                  <a:pt x="2132506" y="818360"/>
                </a:lnTo>
                <a:lnTo>
                  <a:pt x="2131763" y="815707"/>
                </a:lnTo>
                <a:lnTo>
                  <a:pt x="2134162" y="805764"/>
                </a:lnTo>
                <a:lnTo>
                  <a:pt x="2140333" y="802008"/>
                </a:lnTo>
                <a:lnTo>
                  <a:pt x="2152601" y="804975"/>
                </a:lnTo>
                <a:lnTo>
                  <a:pt x="2156356" y="811146"/>
                </a:lnTo>
                <a:lnTo>
                  <a:pt x="2153385" y="823409"/>
                </a:lnTo>
                <a:lnTo>
                  <a:pt x="2147219" y="827169"/>
                </a:lnTo>
                <a:lnTo>
                  <a:pt x="2141035" y="825632"/>
                </a:lnTo>
                <a:lnTo>
                  <a:pt x="2138837" y="825137"/>
                </a:lnTo>
                <a:lnTo>
                  <a:pt x="2136895" y="823938"/>
                </a:lnTo>
                <a:close/>
              </a:path>
              <a:path w="5142230" h="2300604">
                <a:moveTo>
                  <a:pt x="2747167" y="1009992"/>
                </a:moveTo>
                <a:lnTo>
                  <a:pt x="2743109" y="1005647"/>
                </a:lnTo>
                <a:lnTo>
                  <a:pt x="2742138" y="1000893"/>
                </a:lnTo>
                <a:lnTo>
                  <a:pt x="2743889" y="996610"/>
                </a:lnTo>
                <a:lnTo>
                  <a:pt x="2746400" y="990794"/>
                </a:lnTo>
                <a:lnTo>
                  <a:pt x="2753056" y="988046"/>
                </a:lnTo>
                <a:lnTo>
                  <a:pt x="2759021" y="990619"/>
                </a:lnTo>
                <a:lnTo>
                  <a:pt x="2764695" y="992979"/>
                </a:lnTo>
                <a:lnTo>
                  <a:pt x="2767442" y="999635"/>
                </a:lnTo>
                <a:lnTo>
                  <a:pt x="2762514" y="1011269"/>
                </a:lnTo>
                <a:lnTo>
                  <a:pt x="2755854" y="1014012"/>
                </a:lnTo>
                <a:lnTo>
                  <a:pt x="2748500" y="1010929"/>
                </a:lnTo>
                <a:lnTo>
                  <a:pt x="2747167" y="1009992"/>
                </a:lnTo>
                <a:close/>
              </a:path>
              <a:path w="5142230" h="2300604">
                <a:moveTo>
                  <a:pt x="1723343" y="722571"/>
                </a:moveTo>
                <a:lnTo>
                  <a:pt x="1719335" y="718280"/>
                </a:lnTo>
                <a:lnTo>
                  <a:pt x="1718145" y="714269"/>
                </a:lnTo>
                <a:lnTo>
                  <a:pt x="1719182" y="710296"/>
                </a:lnTo>
                <a:lnTo>
                  <a:pt x="1720805" y="704214"/>
                </a:lnTo>
                <a:lnTo>
                  <a:pt x="1726825" y="700786"/>
                </a:lnTo>
                <a:lnTo>
                  <a:pt x="1727063" y="700651"/>
                </a:lnTo>
                <a:lnTo>
                  <a:pt x="1733145" y="702274"/>
                </a:lnTo>
                <a:lnTo>
                  <a:pt x="1739272" y="703847"/>
                </a:lnTo>
                <a:lnTo>
                  <a:pt x="1742840" y="710110"/>
                </a:lnTo>
                <a:lnTo>
                  <a:pt x="1741217" y="716192"/>
                </a:lnTo>
                <a:lnTo>
                  <a:pt x="1739642" y="722229"/>
                </a:lnTo>
                <a:lnTo>
                  <a:pt x="1733617" y="725749"/>
                </a:lnTo>
                <a:lnTo>
                  <a:pt x="1733380" y="725887"/>
                </a:lnTo>
                <a:lnTo>
                  <a:pt x="1727298" y="724263"/>
                </a:lnTo>
                <a:lnTo>
                  <a:pt x="1725141" y="723713"/>
                </a:lnTo>
                <a:lnTo>
                  <a:pt x="1723343" y="722571"/>
                </a:lnTo>
                <a:close/>
              </a:path>
              <a:path w="5142230" h="2300604">
                <a:moveTo>
                  <a:pt x="2811897" y="1038817"/>
                </a:moveTo>
                <a:lnTo>
                  <a:pt x="2807802" y="1034433"/>
                </a:lnTo>
                <a:lnTo>
                  <a:pt x="2806882" y="1029440"/>
                </a:lnTo>
                <a:lnTo>
                  <a:pt x="2808969" y="1025125"/>
                </a:lnTo>
                <a:lnTo>
                  <a:pt x="2811666" y="1019410"/>
                </a:lnTo>
                <a:lnTo>
                  <a:pt x="2818452" y="1016997"/>
                </a:lnTo>
                <a:lnTo>
                  <a:pt x="2829877" y="1022386"/>
                </a:lnTo>
                <a:lnTo>
                  <a:pt x="2832294" y="1029177"/>
                </a:lnTo>
                <a:lnTo>
                  <a:pt x="2829593" y="1034887"/>
                </a:lnTo>
                <a:lnTo>
                  <a:pt x="2826855" y="1040558"/>
                </a:lnTo>
                <a:lnTo>
                  <a:pt x="2820065" y="1042966"/>
                </a:lnTo>
                <a:lnTo>
                  <a:pt x="2813049" y="1039658"/>
                </a:lnTo>
                <a:lnTo>
                  <a:pt x="2811897" y="1038817"/>
                </a:lnTo>
                <a:close/>
              </a:path>
              <a:path w="5142230" h="2300604">
                <a:moveTo>
                  <a:pt x="1860945" y="757658"/>
                </a:moveTo>
                <a:lnTo>
                  <a:pt x="1856932" y="753362"/>
                </a:lnTo>
                <a:lnTo>
                  <a:pt x="1855842" y="749458"/>
                </a:lnTo>
                <a:lnTo>
                  <a:pt x="1858261" y="739438"/>
                </a:lnTo>
                <a:lnTo>
                  <a:pt x="1864477" y="735731"/>
                </a:lnTo>
                <a:lnTo>
                  <a:pt x="1870611" y="737214"/>
                </a:lnTo>
                <a:lnTo>
                  <a:pt x="1876696" y="738743"/>
                </a:lnTo>
                <a:lnTo>
                  <a:pt x="1880447" y="744909"/>
                </a:lnTo>
                <a:lnTo>
                  <a:pt x="1878923" y="750999"/>
                </a:lnTo>
                <a:lnTo>
                  <a:pt x="1877439" y="757133"/>
                </a:lnTo>
                <a:lnTo>
                  <a:pt x="1871264" y="760884"/>
                </a:lnTo>
                <a:lnTo>
                  <a:pt x="1862887" y="758857"/>
                </a:lnTo>
                <a:lnTo>
                  <a:pt x="1860945" y="757658"/>
                </a:lnTo>
                <a:close/>
              </a:path>
              <a:path w="5142230" h="2300604">
                <a:moveTo>
                  <a:pt x="3204200" y="1430225"/>
                </a:moveTo>
                <a:lnTo>
                  <a:pt x="3200191" y="1425934"/>
                </a:lnTo>
                <a:lnTo>
                  <a:pt x="3199345" y="1424441"/>
                </a:lnTo>
                <a:lnTo>
                  <a:pt x="3198838" y="1422824"/>
                </a:lnTo>
                <a:lnTo>
                  <a:pt x="3196871" y="1416808"/>
                </a:lnTo>
                <a:lnTo>
                  <a:pt x="3200201" y="1410402"/>
                </a:lnTo>
                <a:lnTo>
                  <a:pt x="3206172" y="1408486"/>
                </a:lnTo>
                <a:lnTo>
                  <a:pt x="3211907" y="1406610"/>
                </a:lnTo>
                <a:lnTo>
                  <a:pt x="3212187" y="1406519"/>
                </a:lnTo>
                <a:lnTo>
                  <a:pt x="3218589" y="1409852"/>
                </a:lnTo>
                <a:lnTo>
                  <a:pt x="3222477" y="1421834"/>
                </a:lnTo>
                <a:lnTo>
                  <a:pt x="3219189" y="1428285"/>
                </a:lnTo>
                <a:lnTo>
                  <a:pt x="3208828" y="1431562"/>
                </a:lnTo>
                <a:lnTo>
                  <a:pt x="3204200" y="1430225"/>
                </a:lnTo>
                <a:close/>
              </a:path>
              <a:path w="5142230" h="2300604">
                <a:moveTo>
                  <a:pt x="3220942" y="1498682"/>
                </a:moveTo>
                <a:lnTo>
                  <a:pt x="3216979" y="1494440"/>
                </a:lnTo>
                <a:lnTo>
                  <a:pt x="3215915" y="1492421"/>
                </a:lnTo>
                <a:lnTo>
                  <a:pt x="3215571" y="1490195"/>
                </a:lnTo>
                <a:lnTo>
                  <a:pt x="3214459" y="1484020"/>
                </a:lnTo>
                <a:lnTo>
                  <a:pt x="3218575" y="1478065"/>
                </a:lnTo>
                <a:lnTo>
                  <a:pt x="3230930" y="1475847"/>
                </a:lnTo>
                <a:lnTo>
                  <a:pt x="3236875" y="1479963"/>
                </a:lnTo>
                <a:lnTo>
                  <a:pt x="3239144" y="1492362"/>
                </a:lnTo>
                <a:lnTo>
                  <a:pt x="3234982" y="1498268"/>
                </a:lnTo>
                <a:lnTo>
                  <a:pt x="3228803" y="1499374"/>
                </a:lnTo>
                <a:lnTo>
                  <a:pt x="3224863" y="1500142"/>
                </a:lnTo>
                <a:lnTo>
                  <a:pt x="3220942" y="1498682"/>
                </a:lnTo>
                <a:close/>
              </a:path>
              <a:path w="5142230" h="2300604">
                <a:moveTo>
                  <a:pt x="1792086" y="740443"/>
                </a:moveTo>
                <a:lnTo>
                  <a:pt x="1788077" y="736152"/>
                </a:lnTo>
                <a:lnTo>
                  <a:pt x="1786933" y="732190"/>
                </a:lnTo>
                <a:lnTo>
                  <a:pt x="1789450" y="722177"/>
                </a:lnTo>
                <a:lnTo>
                  <a:pt x="1795666" y="718471"/>
                </a:lnTo>
                <a:lnTo>
                  <a:pt x="1807878" y="721572"/>
                </a:lnTo>
                <a:lnTo>
                  <a:pt x="1811584" y="727789"/>
                </a:lnTo>
                <a:lnTo>
                  <a:pt x="1810031" y="733848"/>
                </a:lnTo>
                <a:lnTo>
                  <a:pt x="1808482" y="740009"/>
                </a:lnTo>
                <a:lnTo>
                  <a:pt x="1802266" y="743716"/>
                </a:lnTo>
                <a:lnTo>
                  <a:pt x="1796296" y="742212"/>
                </a:lnTo>
                <a:lnTo>
                  <a:pt x="1793978" y="741588"/>
                </a:lnTo>
                <a:lnTo>
                  <a:pt x="1792086" y="740443"/>
                </a:lnTo>
                <a:close/>
              </a:path>
              <a:path w="5142230" h="2300604">
                <a:moveTo>
                  <a:pt x="3224516" y="1709925"/>
                </a:moveTo>
                <a:lnTo>
                  <a:pt x="3220553" y="1705683"/>
                </a:lnTo>
                <a:lnTo>
                  <a:pt x="3219346" y="1702436"/>
                </a:lnTo>
                <a:lnTo>
                  <a:pt x="3219699" y="1699002"/>
                </a:lnTo>
                <a:lnTo>
                  <a:pt x="3220431" y="1692748"/>
                </a:lnTo>
                <a:lnTo>
                  <a:pt x="3226062" y="1688219"/>
                </a:lnTo>
                <a:lnTo>
                  <a:pt x="3232311" y="1688946"/>
                </a:lnTo>
                <a:lnTo>
                  <a:pt x="3238568" y="1689584"/>
                </a:lnTo>
                <a:lnTo>
                  <a:pt x="3243098" y="1695214"/>
                </a:lnTo>
                <a:lnTo>
                  <a:pt x="3242411" y="1701517"/>
                </a:lnTo>
                <a:lnTo>
                  <a:pt x="3241683" y="1707776"/>
                </a:lnTo>
                <a:lnTo>
                  <a:pt x="3236053" y="1712305"/>
                </a:lnTo>
                <a:lnTo>
                  <a:pt x="3226976" y="1711288"/>
                </a:lnTo>
                <a:lnTo>
                  <a:pt x="3224516" y="1709925"/>
                </a:lnTo>
                <a:close/>
              </a:path>
              <a:path w="5142230" h="2300604">
                <a:moveTo>
                  <a:pt x="2994447" y="1147433"/>
                </a:moveTo>
                <a:lnTo>
                  <a:pt x="2989796" y="1142454"/>
                </a:lnTo>
                <a:lnTo>
                  <a:pt x="2989345" y="1136302"/>
                </a:lnTo>
                <a:lnTo>
                  <a:pt x="2992807" y="1131798"/>
                </a:lnTo>
                <a:lnTo>
                  <a:pt x="2996613" y="1126781"/>
                </a:lnTo>
                <a:lnTo>
                  <a:pt x="3003728" y="1125796"/>
                </a:lnTo>
                <a:lnTo>
                  <a:pt x="3013756" y="1133403"/>
                </a:lnTo>
                <a:lnTo>
                  <a:pt x="3014792" y="1140572"/>
                </a:lnTo>
                <a:lnTo>
                  <a:pt x="3007131" y="1150650"/>
                </a:lnTo>
                <a:lnTo>
                  <a:pt x="2999966" y="1151581"/>
                </a:lnTo>
                <a:lnTo>
                  <a:pt x="2994954" y="1147780"/>
                </a:lnTo>
                <a:lnTo>
                  <a:pt x="2994447" y="1147433"/>
                </a:lnTo>
                <a:close/>
              </a:path>
              <a:path w="5142230" h="2300604">
                <a:moveTo>
                  <a:pt x="3229088" y="1568787"/>
                </a:moveTo>
                <a:lnTo>
                  <a:pt x="3225075" y="1564491"/>
                </a:lnTo>
                <a:lnTo>
                  <a:pt x="3223930" y="1562092"/>
                </a:lnTo>
                <a:lnTo>
                  <a:pt x="3223793" y="1559306"/>
                </a:lnTo>
                <a:lnTo>
                  <a:pt x="3223394" y="1553014"/>
                </a:lnTo>
                <a:lnTo>
                  <a:pt x="3228155" y="1547653"/>
                </a:lnTo>
                <a:lnTo>
                  <a:pt x="3240736" y="1546849"/>
                </a:lnTo>
                <a:lnTo>
                  <a:pt x="3246143" y="1551659"/>
                </a:lnTo>
                <a:lnTo>
                  <a:pt x="3246896" y="1564195"/>
                </a:lnTo>
                <a:lnTo>
                  <a:pt x="3242185" y="1569610"/>
                </a:lnTo>
                <a:lnTo>
                  <a:pt x="3235842" y="1569956"/>
                </a:lnTo>
                <a:lnTo>
                  <a:pt x="3232340" y="1570215"/>
                </a:lnTo>
                <a:lnTo>
                  <a:pt x="3229088" y="1568787"/>
                </a:lnTo>
                <a:close/>
              </a:path>
              <a:path w="5142230" h="2300604">
                <a:moveTo>
                  <a:pt x="1384075" y="616367"/>
                </a:moveTo>
                <a:lnTo>
                  <a:pt x="1380066" y="612077"/>
                </a:lnTo>
                <a:lnTo>
                  <a:pt x="1378994" y="607508"/>
                </a:lnTo>
                <a:lnTo>
                  <a:pt x="1382785" y="597393"/>
                </a:lnTo>
                <a:lnTo>
                  <a:pt x="1389353" y="594453"/>
                </a:lnTo>
                <a:lnTo>
                  <a:pt x="1401146" y="598867"/>
                </a:lnTo>
                <a:lnTo>
                  <a:pt x="1404176" y="605433"/>
                </a:lnTo>
                <a:lnTo>
                  <a:pt x="1399717" y="617278"/>
                </a:lnTo>
                <a:lnTo>
                  <a:pt x="1393149" y="620217"/>
                </a:lnTo>
                <a:lnTo>
                  <a:pt x="1385551" y="617362"/>
                </a:lnTo>
                <a:lnTo>
                  <a:pt x="1384075" y="616367"/>
                </a:lnTo>
                <a:close/>
              </a:path>
              <a:path w="5142230" h="2300604">
                <a:moveTo>
                  <a:pt x="2343148" y="876700"/>
                </a:moveTo>
                <a:lnTo>
                  <a:pt x="2339144" y="872414"/>
                </a:lnTo>
                <a:lnTo>
                  <a:pt x="2338002" y="868358"/>
                </a:lnTo>
                <a:lnTo>
                  <a:pt x="2339134" y="864388"/>
                </a:lnTo>
                <a:lnTo>
                  <a:pt x="2340806" y="858261"/>
                </a:lnTo>
                <a:lnTo>
                  <a:pt x="2346685" y="854975"/>
                </a:lnTo>
                <a:lnTo>
                  <a:pt x="2347105" y="854741"/>
                </a:lnTo>
                <a:lnTo>
                  <a:pt x="2359271" y="858086"/>
                </a:lnTo>
                <a:lnTo>
                  <a:pt x="2362834" y="864345"/>
                </a:lnTo>
                <a:lnTo>
                  <a:pt x="2361117" y="870424"/>
                </a:lnTo>
                <a:lnTo>
                  <a:pt x="2359445" y="876551"/>
                </a:lnTo>
                <a:lnTo>
                  <a:pt x="2353603" y="879878"/>
                </a:lnTo>
                <a:lnTo>
                  <a:pt x="2353186" y="880115"/>
                </a:lnTo>
                <a:lnTo>
                  <a:pt x="2344998" y="877802"/>
                </a:lnTo>
                <a:lnTo>
                  <a:pt x="2343148" y="876700"/>
                </a:lnTo>
                <a:close/>
              </a:path>
              <a:path w="5142230" h="2300604">
                <a:moveTo>
                  <a:pt x="1252458" y="562176"/>
                </a:moveTo>
                <a:lnTo>
                  <a:pt x="1248404" y="557836"/>
                </a:lnTo>
                <a:lnTo>
                  <a:pt x="1247484" y="552942"/>
                </a:lnTo>
                <a:lnTo>
                  <a:pt x="1249427" y="548571"/>
                </a:lnTo>
                <a:lnTo>
                  <a:pt x="1252025" y="542848"/>
                </a:lnTo>
                <a:lnTo>
                  <a:pt x="1258773" y="540297"/>
                </a:lnTo>
                <a:lnTo>
                  <a:pt x="1264491" y="542899"/>
                </a:lnTo>
                <a:lnTo>
                  <a:pt x="1270258" y="545456"/>
                </a:lnTo>
                <a:lnTo>
                  <a:pt x="1272814" y="552199"/>
                </a:lnTo>
                <a:lnTo>
                  <a:pt x="1270257" y="557966"/>
                </a:lnTo>
                <a:lnTo>
                  <a:pt x="1267606" y="563730"/>
                </a:lnTo>
                <a:lnTo>
                  <a:pt x="1260863" y="566286"/>
                </a:lnTo>
                <a:lnTo>
                  <a:pt x="1253703" y="563021"/>
                </a:lnTo>
                <a:lnTo>
                  <a:pt x="1252458" y="562176"/>
                </a:lnTo>
                <a:close/>
              </a:path>
              <a:path w="5142230" h="2300604">
                <a:moveTo>
                  <a:pt x="2614564" y="959826"/>
                </a:moveTo>
                <a:lnTo>
                  <a:pt x="2610510" y="955487"/>
                </a:lnTo>
                <a:lnTo>
                  <a:pt x="2609431" y="951107"/>
                </a:lnTo>
                <a:lnTo>
                  <a:pt x="2610843" y="946948"/>
                </a:lnTo>
                <a:lnTo>
                  <a:pt x="2612890" y="941027"/>
                </a:lnTo>
                <a:lnTo>
                  <a:pt x="2619414" y="937845"/>
                </a:lnTo>
                <a:lnTo>
                  <a:pt x="2631312" y="941980"/>
                </a:lnTo>
                <a:lnTo>
                  <a:pt x="2634497" y="948419"/>
                </a:lnTo>
                <a:lnTo>
                  <a:pt x="2632405" y="954391"/>
                </a:lnTo>
                <a:lnTo>
                  <a:pt x="2630403" y="960361"/>
                </a:lnTo>
                <a:lnTo>
                  <a:pt x="2623879" y="963543"/>
                </a:lnTo>
                <a:lnTo>
                  <a:pt x="2617907" y="961451"/>
                </a:lnTo>
                <a:lnTo>
                  <a:pt x="2616086" y="960870"/>
                </a:lnTo>
                <a:lnTo>
                  <a:pt x="2614564" y="959826"/>
                </a:lnTo>
                <a:close/>
              </a:path>
              <a:path w="5142230" h="2300604">
                <a:moveTo>
                  <a:pt x="2547201" y="937469"/>
                </a:moveTo>
                <a:lnTo>
                  <a:pt x="2543193" y="933179"/>
                </a:lnTo>
                <a:lnTo>
                  <a:pt x="2542062" y="928938"/>
                </a:lnTo>
                <a:lnTo>
                  <a:pt x="2545328" y="918848"/>
                </a:lnTo>
                <a:lnTo>
                  <a:pt x="2551720" y="915524"/>
                </a:lnTo>
                <a:lnTo>
                  <a:pt x="2563726" y="919384"/>
                </a:lnTo>
                <a:lnTo>
                  <a:pt x="2567049" y="925776"/>
                </a:lnTo>
                <a:lnTo>
                  <a:pt x="2565098" y="931800"/>
                </a:lnTo>
                <a:lnTo>
                  <a:pt x="2563195" y="937778"/>
                </a:lnTo>
                <a:lnTo>
                  <a:pt x="2556803" y="941101"/>
                </a:lnTo>
                <a:lnTo>
                  <a:pt x="2550774" y="939144"/>
                </a:lnTo>
                <a:lnTo>
                  <a:pt x="2548863" y="938565"/>
                </a:lnTo>
                <a:lnTo>
                  <a:pt x="2547201" y="937469"/>
                </a:lnTo>
                <a:close/>
              </a:path>
              <a:path w="5142230" h="2300604">
                <a:moveTo>
                  <a:pt x="2681347" y="983811"/>
                </a:moveTo>
                <a:lnTo>
                  <a:pt x="2677297" y="979477"/>
                </a:lnTo>
                <a:lnTo>
                  <a:pt x="2676221" y="974903"/>
                </a:lnTo>
                <a:lnTo>
                  <a:pt x="2677825" y="970756"/>
                </a:lnTo>
                <a:lnTo>
                  <a:pt x="2680061" y="964841"/>
                </a:lnTo>
                <a:lnTo>
                  <a:pt x="2686579" y="961848"/>
                </a:lnTo>
                <a:lnTo>
                  <a:pt x="2698423" y="966316"/>
                </a:lnTo>
                <a:lnTo>
                  <a:pt x="2701362" y="972884"/>
                </a:lnTo>
                <a:lnTo>
                  <a:pt x="2699131" y="978803"/>
                </a:lnTo>
                <a:lnTo>
                  <a:pt x="2696948" y="984678"/>
                </a:lnTo>
                <a:lnTo>
                  <a:pt x="2690327" y="987658"/>
                </a:lnTo>
                <a:lnTo>
                  <a:pt x="2684453" y="985475"/>
                </a:lnTo>
                <a:lnTo>
                  <a:pt x="2682729" y="984803"/>
                </a:lnTo>
                <a:lnTo>
                  <a:pt x="2681347" y="983811"/>
                </a:lnTo>
                <a:close/>
              </a:path>
              <a:path w="5142230" h="2300604">
                <a:moveTo>
                  <a:pt x="3048517" y="1192607"/>
                </a:moveTo>
                <a:lnTo>
                  <a:pt x="3043917" y="1187682"/>
                </a:lnTo>
                <a:lnTo>
                  <a:pt x="3043816" y="1180928"/>
                </a:lnTo>
                <a:lnTo>
                  <a:pt x="3052204" y="1171823"/>
                </a:lnTo>
                <a:lnTo>
                  <a:pt x="3059436" y="1171550"/>
                </a:lnTo>
                <a:lnTo>
                  <a:pt x="3064006" y="1175855"/>
                </a:lnTo>
                <a:lnTo>
                  <a:pt x="3068633" y="1180125"/>
                </a:lnTo>
                <a:lnTo>
                  <a:pt x="3068907" y="1187357"/>
                </a:lnTo>
                <a:lnTo>
                  <a:pt x="3060377" y="1196603"/>
                </a:lnTo>
                <a:lnTo>
                  <a:pt x="3053145" y="1196876"/>
                </a:lnTo>
                <a:lnTo>
                  <a:pt x="3048517" y="1192607"/>
                </a:lnTo>
                <a:close/>
              </a:path>
              <a:path w="5142230" h="2300604">
                <a:moveTo>
                  <a:pt x="2411466" y="896073"/>
                </a:moveTo>
                <a:lnTo>
                  <a:pt x="2407453" y="891777"/>
                </a:lnTo>
                <a:lnTo>
                  <a:pt x="2406324" y="887636"/>
                </a:lnTo>
                <a:lnTo>
                  <a:pt x="2409263" y="877586"/>
                </a:lnTo>
                <a:lnTo>
                  <a:pt x="2415612" y="874120"/>
                </a:lnTo>
                <a:lnTo>
                  <a:pt x="2427668" y="877641"/>
                </a:lnTo>
                <a:lnTo>
                  <a:pt x="2431139" y="883996"/>
                </a:lnTo>
                <a:lnTo>
                  <a:pt x="2429376" y="890026"/>
                </a:lnTo>
                <a:lnTo>
                  <a:pt x="2427564" y="896102"/>
                </a:lnTo>
                <a:lnTo>
                  <a:pt x="2421214" y="899568"/>
                </a:lnTo>
                <a:lnTo>
                  <a:pt x="2413174" y="897217"/>
                </a:lnTo>
                <a:lnTo>
                  <a:pt x="2411466" y="896073"/>
                </a:lnTo>
                <a:close/>
              </a:path>
              <a:path w="5142230" h="2300604">
                <a:moveTo>
                  <a:pt x="1317829" y="590319"/>
                </a:moveTo>
                <a:lnTo>
                  <a:pt x="1313821" y="586028"/>
                </a:lnTo>
                <a:lnTo>
                  <a:pt x="1312801" y="581320"/>
                </a:lnTo>
                <a:lnTo>
                  <a:pt x="1316964" y="571212"/>
                </a:lnTo>
                <a:lnTo>
                  <a:pt x="1323579" y="568421"/>
                </a:lnTo>
                <a:lnTo>
                  <a:pt x="1329591" y="570849"/>
                </a:lnTo>
                <a:lnTo>
                  <a:pt x="1335265" y="573209"/>
                </a:lnTo>
                <a:lnTo>
                  <a:pt x="1338013" y="579864"/>
                </a:lnTo>
                <a:lnTo>
                  <a:pt x="1335686" y="585682"/>
                </a:lnTo>
                <a:lnTo>
                  <a:pt x="1333274" y="591506"/>
                </a:lnTo>
                <a:lnTo>
                  <a:pt x="1326569" y="594299"/>
                </a:lnTo>
                <a:lnTo>
                  <a:pt x="1320796" y="591931"/>
                </a:lnTo>
                <a:lnTo>
                  <a:pt x="1319212" y="591310"/>
                </a:lnTo>
                <a:lnTo>
                  <a:pt x="1317829" y="590319"/>
                </a:lnTo>
                <a:close/>
              </a:path>
              <a:path w="5142230" h="2300604">
                <a:moveTo>
                  <a:pt x="2479461" y="916369"/>
                </a:moveTo>
                <a:lnTo>
                  <a:pt x="2475457" y="912083"/>
                </a:lnTo>
                <a:lnTo>
                  <a:pt x="2474319" y="907933"/>
                </a:lnTo>
                <a:lnTo>
                  <a:pt x="2477400" y="897840"/>
                </a:lnTo>
                <a:lnTo>
                  <a:pt x="2483747" y="894468"/>
                </a:lnTo>
                <a:lnTo>
                  <a:pt x="2489781" y="896237"/>
                </a:lnTo>
                <a:lnTo>
                  <a:pt x="2495804" y="898089"/>
                </a:lnTo>
                <a:lnTo>
                  <a:pt x="2499221" y="904484"/>
                </a:lnTo>
                <a:lnTo>
                  <a:pt x="2495511" y="916543"/>
                </a:lnTo>
                <a:lnTo>
                  <a:pt x="2489160" y="919910"/>
                </a:lnTo>
                <a:lnTo>
                  <a:pt x="2483134" y="918152"/>
                </a:lnTo>
                <a:lnTo>
                  <a:pt x="2481168" y="917513"/>
                </a:lnTo>
                <a:lnTo>
                  <a:pt x="2479461" y="916369"/>
                </a:lnTo>
                <a:close/>
              </a:path>
              <a:path w="5142230" h="2300604">
                <a:moveTo>
                  <a:pt x="3351748" y="1389454"/>
                </a:moveTo>
                <a:lnTo>
                  <a:pt x="3347881" y="1385314"/>
                </a:lnTo>
                <a:lnTo>
                  <a:pt x="3346943" y="1383625"/>
                </a:lnTo>
                <a:lnTo>
                  <a:pt x="3346497" y="1381584"/>
                </a:lnTo>
                <a:lnTo>
                  <a:pt x="3345139" y="1375731"/>
                </a:lnTo>
                <a:lnTo>
                  <a:pt x="3348834" y="1369814"/>
                </a:lnTo>
                <a:lnTo>
                  <a:pt x="3354827" y="1368508"/>
                </a:lnTo>
                <a:lnTo>
                  <a:pt x="3360680" y="1367149"/>
                </a:lnTo>
                <a:lnTo>
                  <a:pt x="3366597" y="1370844"/>
                </a:lnTo>
                <a:lnTo>
                  <a:pt x="3369262" y="1382690"/>
                </a:lnTo>
                <a:lnTo>
                  <a:pt x="3365567" y="1388607"/>
                </a:lnTo>
                <a:lnTo>
                  <a:pt x="3355672" y="1390819"/>
                </a:lnTo>
                <a:lnTo>
                  <a:pt x="3351748" y="1389454"/>
                </a:lnTo>
                <a:close/>
              </a:path>
              <a:path w="5142230" h="2300604">
                <a:moveTo>
                  <a:pt x="2461083" y="779596"/>
                </a:moveTo>
                <a:lnTo>
                  <a:pt x="2457206" y="775447"/>
                </a:lnTo>
                <a:lnTo>
                  <a:pt x="2456162" y="771592"/>
                </a:lnTo>
                <a:lnTo>
                  <a:pt x="2457188" y="767803"/>
                </a:lnTo>
                <a:lnTo>
                  <a:pt x="2458706" y="761901"/>
                </a:lnTo>
                <a:lnTo>
                  <a:pt x="2464777" y="758430"/>
                </a:lnTo>
                <a:lnTo>
                  <a:pt x="2476473" y="761567"/>
                </a:lnTo>
                <a:lnTo>
                  <a:pt x="2479949" y="767633"/>
                </a:lnTo>
                <a:lnTo>
                  <a:pt x="2476812" y="779329"/>
                </a:lnTo>
                <a:lnTo>
                  <a:pt x="2471039" y="782630"/>
                </a:lnTo>
                <a:lnTo>
                  <a:pt x="2470741" y="782800"/>
                </a:lnTo>
                <a:lnTo>
                  <a:pt x="2462835" y="780690"/>
                </a:lnTo>
                <a:lnTo>
                  <a:pt x="2461083" y="779596"/>
                </a:lnTo>
                <a:close/>
              </a:path>
              <a:path w="5142230" h="2300604">
                <a:moveTo>
                  <a:pt x="3320309" y="1880501"/>
                </a:moveTo>
                <a:lnTo>
                  <a:pt x="3316483" y="1876405"/>
                </a:lnTo>
                <a:lnTo>
                  <a:pt x="3315326" y="1872821"/>
                </a:lnTo>
                <a:lnTo>
                  <a:pt x="3316067" y="1869215"/>
                </a:lnTo>
                <a:lnTo>
                  <a:pt x="3317212" y="1863306"/>
                </a:lnTo>
                <a:lnTo>
                  <a:pt x="3323009" y="1859443"/>
                </a:lnTo>
                <a:lnTo>
                  <a:pt x="3334919" y="1861831"/>
                </a:lnTo>
                <a:lnTo>
                  <a:pt x="3338777" y="1867623"/>
                </a:lnTo>
                <a:lnTo>
                  <a:pt x="3336393" y="1879538"/>
                </a:lnTo>
                <a:lnTo>
                  <a:pt x="3330645" y="1883355"/>
                </a:lnTo>
                <a:lnTo>
                  <a:pt x="3322346" y="1881704"/>
                </a:lnTo>
                <a:lnTo>
                  <a:pt x="3320309" y="1880501"/>
                </a:lnTo>
                <a:close/>
              </a:path>
              <a:path w="5142230" h="2300604">
                <a:moveTo>
                  <a:pt x="3277946" y="2300034"/>
                </a:moveTo>
                <a:lnTo>
                  <a:pt x="3277302" y="2299345"/>
                </a:lnTo>
                <a:lnTo>
                  <a:pt x="3276195" y="2297183"/>
                </a:lnTo>
                <a:lnTo>
                  <a:pt x="3275947" y="2294767"/>
                </a:lnTo>
                <a:lnTo>
                  <a:pt x="3275250" y="2288742"/>
                </a:lnTo>
                <a:lnTo>
                  <a:pt x="3279594" y="2283324"/>
                </a:lnTo>
                <a:lnTo>
                  <a:pt x="3291632" y="2281940"/>
                </a:lnTo>
                <a:lnTo>
                  <a:pt x="3297099" y="2286229"/>
                </a:lnTo>
                <a:lnTo>
                  <a:pt x="3298484" y="2298267"/>
                </a:lnTo>
                <a:lnTo>
                  <a:pt x="3297093" y="2300034"/>
                </a:lnTo>
                <a:lnTo>
                  <a:pt x="3277946" y="2300034"/>
                </a:lnTo>
                <a:close/>
              </a:path>
              <a:path w="5142230" h="2300604">
                <a:moveTo>
                  <a:pt x="1567199" y="549851"/>
                </a:moveTo>
                <a:lnTo>
                  <a:pt x="1563327" y="545706"/>
                </a:lnTo>
                <a:lnTo>
                  <a:pt x="1562285" y="541658"/>
                </a:lnTo>
                <a:lnTo>
                  <a:pt x="1563457" y="537732"/>
                </a:lnTo>
                <a:lnTo>
                  <a:pt x="1565259" y="531939"/>
                </a:lnTo>
                <a:lnTo>
                  <a:pt x="1571459" y="528704"/>
                </a:lnTo>
                <a:lnTo>
                  <a:pt x="1583040" y="532304"/>
                </a:lnTo>
                <a:lnTo>
                  <a:pt x="1586280" y="538509"/>
                </a:lnTo>
                <a:lnTo>
                  <a:pt x="1584432" y="544253"/>
                </a:lnTo>
                <a:lnTo>
                  <a:pt x="1582630" y="550045"/>
                </a:lnTo>
                <a:lnTo>
                  <a:pt x="1576524" y="553284"/>
                </a:lnTo>
                <a:lnTo>
                  <a:pt x="1568816" y="550897"/>
                </a:lnTo>
                <a:lnTo>
                  <a:pt x="1567199" y="549851"/>
                </a:lnTo>
                <a:close/>
              </a:path>
              <a:path w="5142230" h="2300604">
                <a:moveTo>
                  <a:pt x="3306602" y="1950184"/>
                </a:moveTo>
                <a:lnTo>
                  <a:pt x="3302776" y="1946088"/>
                </a:lnTo>
                <a:lnTo>
                  <a:pt x="3301620" y="1942602"/>
                </a:lnTo>
                <a:lnTo>
                  <a:pt x="3302357" y="1938992"/>
                </a:lnTo>
                <a:lnTo>
                  <a:pt x="3303461" y="1933039"/>
                </a:lnTo>
                <a:lnTo>
                  <a:pt x="3309208" y="1929122"/>
                </a:lnTo>
                <a:lnTo>
                  <a:pt x="3315170" y="1930227"/>
                </a:lnTo>
                <a:lnTo>
                  <a:pt x="3321125" y="1931421"/>
                </a:lnTo>
                <a:lnTo>
                  <a:pt x="3325032" y="1937167"/>
                </a:lnTo>
                <a:lnTo>
                  <a:pt x="3323932" y="1943125"/>
                </a:lnTo>
                <a:lnTo>
                  <a:pt x="3322743" y="1949085"/>
                </a:lnTo>
                <a:lnTo>
                  <a:pt x="3316987" y="1952992"/>
                </a:lnTo>
                <a:lnTo>
                  <a:pt x="3311034" y="1951897"/>
                </a:lnTo>
                <a:lnTo>
                  <a:pt x="3308639" y="1951386"/>
                </a:lnTo>
                <a:lnTo>
                  <a:pt x="3306602" y="1950184"/>
                </a:lnTo>
                <a:close/>
              </a:path>
              <a:path w="5142230" h="2300604">
                <a:moveTo>
                  <a:pt x="2529510" y="798401"/>
                </a:moveTo>
                <a:lnTo>
                  <a:pt x="2525638" y="794257"/>
                </a:lnTo>
                <a:lnTo>
                  <a:pt x="2524544" y="790348"/>
                </a:lnTo>
                <a:lnTo>
                  <a:pt x="2525614" y="786509"/>
                </a:lnTo>
                <a:lnTo>
                  <a:pt x="2527281" y="780669"/>
                </a:lnTo>
                <a:lnTo>
                  <a:pt x="2532818" y="777506"/>
                </a:lnTo>
                <a:lnTo>
                  <a:pt x="2533295" y="777234"/>
                </a:lnTo>
                <a:lnTo>
                  <a:pt x="2544988" y="780564"/>
                </a:lnTo>
                <a:lnTo>
                  <a:pt x="2548419" y="786582"/>
                </a:lnTo>
                <a:lnTo>
                  <a:pt x="2546752" y="792421"/>
                </a:lnTo>
                <a:lnTo>
                  <a:pt x="2545135" y="798315"/>
                </a:lnTo>
                <a:lnTo>
                  <a:pt x="2539071" y="801696"/>
                </a:lnTo>
                <a:lnTo>
                  <a:pt x="2531221" y="799451"/>
                </a:lnTo>
                <a:lnTo>
                  <a:pt x="2529510" y="798401"/>
                </a:lnTo>
                <a:close/>
              </a:path>
              <a:path w="5142230" h="2300604">
                <a:moveTo>
                  <a:pt x="1299661" y="454162"/>
                </a:moveTo>
                <a:lnTo>
                  <a:pt x="1295790" y="450017"/>
                </a:lnTo>
                <a:lnTo>
                  <a:pt x="1294808" y="445447"/>
                </a:lnTo>
                <a:lnTo>
                  <a:pt x="1296462" y="441353"/>
                </a:lnTo>
                <a:lnTo>
                  <a:pt x="1298778" y="435720"/>
                </a:lnTo>
                <a:lnTo>
                  <a:pt x="1305189" y="433101"/>
                </a:lnTo>
                <a:lnTo>
                  <a:pt x="1316415" y="437689"/>
                </a:lnTo>
                <a:lnTo>
                  <a:pt x="1319124" y="444108"/>
                </a:lnTo>
                <a:lnTo>
                  <a:pt x="1316807" y="449741"/>
                </a:lnTo>
                <a:lnTo>
                  <a:pt x="1314540" y="455329"/>
                </a:lnTo>
                <a:lnTo>
                  <a:pt x="1308072" y="457984"/>
                </a:lnTo>
                <a:lnTo>
                  <a:pt x="1302488" y="455721"/>
                </a:lnTo>
                <a:lnTo>
                  <a:pt x="1300953" y="455055"/>
                </a:lnTo>
                <a:lnTo>
                  <a:pt x="1299661" y="454162"/>
                </a:lnTo>
                <a:close/>
              </a:path>
              <a:path w="5142230" h="2300604">
                <a:moveTo>
                  <a:pt x="3277747" y="2161314"/>
                </a:moveTo>
                <a:lnTo>
                  <a:pt x="3273920" y="2157218"/>
                </a:lnTo>
                <a:lnTo>
                  <a:pt x="3272750" y="2154303"/>
                </a:lnTo>
                <a:lnTo>
                  <a:pt x="3272999" y="2151149"/>
                </a:lnTo>
                <a:lnTo>
                  <a:pt x="3273347" y="2145071"/>
                </a:lnTo>
                <a:lnTo>
                  <a:pt x="3278054" y="2140921"/>
                </a:lnTo>
                <a:lnTo>
                  <a:pt x="3278555" y="2140480"/>
                </a:lnTo>
                <a:lnTo>
                  <a:pt x="3284580" y="2140869"/>
                </a:lnTo>
                <a:lnTo>
                  <a:pt x="3290658" y="2141218"/>
                </a:lnTo>
                <a:lnTo>
                  <a:pt x="3295249" y="2146425"/>
                </a:lnTo>
                <a:lnTo>
                  <a:pt x="3294900" y="2152503"/>
                </a:lnTo>
                <a:lnTo>
                  <a:pt x="3294506" y="2158533"/>
                </a:lnTo>
                <a:lnTo>
                  <a:pt x="3289803" y="2162687"/>
                </a:lnTo>
                <a:lnTo>
                  <a:pt x="3289303" y="2163129"/>
                </a:lnTo>
                <a:lnTo>
                  <a:pt x="3280345" y="2162630"/>
                </a:lnTo>
                <a:lnTo>
                  <a:pt x="3277747" y="2161314"/>
                </a:lnTo>
                <a:close/>
              </a:path>
              <a:path w="5142230" h="2300604">
                <a:moveTo>
                  <a:pt x="1978629" y="660871"/>
                </a:moveTo>
                <a:lnTo>
                  <a:pt x="1974798" y="656770"/>
                </a:lnTo>
                <a:lnTo>
                  <a:pt x="1974433" y="655500"/>
                </a:lnTo>
                <a:lnTo>
                  <a:pt x="1973724" y="652884"/>
                </a:lnTo>
                <a:lnTo>
                  <a:pt x="1974633" y="649263"/>
                </a:lnTo>
                <a:lnTo>
                  <a:pt x="1976061" y="643363"/>
                </a:lnTo>
                <a:lnTo>
                  <a:pt x="1981991" y="639741"/>
                </a:lnTo>
                <a:lnTo>
                  <a:pt x="1993791" y="642598"/>
                </a:lnTo>
                <a:lnTo>
                  <a:pt x="1997364" y="648573"/>
                </a:lnTo>
                <a:lnTo>
                  <a:pt x="1995936" y="654473"/>
                </a:lnTo>
                <a:lnTo>
                  <a:pt x="1994557" y="660327"/>
                </a:lnTo>
                <a:lnTo>
                  <a:pt x="1988578" y="663995"/>
                </a:lnTo>
                <a:lnTo>
                  <a:pt x="1982727" y="662521"/>
                </a:lnTo>
                <a:lnTo>
                  <a:pt x="1980525" y="662021"/>
                </a:lnTo>
                <a:lnTo>
                  <a:pt x="1978629" y="660871"/>
                </a:lnTo>
                <a:close/>
              </a:path>
              <a:path w="5142230" h="2300604">
                <a:moveTo>
                  <a:pt x="3346914" y="1741053"/>
                </a:moveTo>
                <a:lnTo>
                  <a:pt x="3343038" y="1736903"/>
                </a:lnTo>
                <a:lnTo>
                  <a:pt x="3341878" y="1733512"/>
                </a:lnTo>
                <a:lnTo>
                  <a:pt x="3342522" y="1729998"/>
                </a:lnTo>
                <a:lnTo>
                  <a:pt x="3343527" y="1724036"/>
                </a:lnTo>
                <a:lnTo>
                  <a:pt x="3349142" y="1719979"/>
                </a:lnTo>
                <a:lnTo>
                  <a:pt x="3361106" y="1722033"/>
                </a:lnTo>
                <a:lnTo>
                  <a:pt x="3365163" y="1727648"/>
                </a:lnTo>
                <a:lnTo>
                  <a:pt x="3363154" y="1739670"/>
                </a:lnTo>
                <a:lnTo>
                  <a:pt x="3357489" y="1743674"/>
                </a:lnTo>
                <a:lnTo>
                  <a:pt x="3349044" y="1742258"/>
                </a:lnTo>
                <a:lnTo>
                  <a:pt x="3346914" y="1741053"/>
                </a:lnTo>
                <a:close/>
              </a:path>
              <a:path w="5142230" h="2300604">
                <a:moveTo>
                  <a:pt x="1234324" y="426251"/>
                </a:moveTo>
                <a:lnTo>
                  <a:pt x="1230412" y="422062"/>
                </a:lnTo>
                <a:lnTo>
                  <a:pt x="1229486" y="417357"/>
                </a:lnTo>
                <a:lnTo>
                  <a:pt x="1231369" y="413215"/>
                </a:lnTo>
                <a:lnTo>
                  <a:pt x="1233781" y="407684"/>
                </a:lnTo>
                <a:lnTo>
                  <a:pt x="1240287" y="405167"/>
                </a:lnTo>
                <a:lnTo>
                  <a:pt x="1245820" y="407669"/>
                </a:lnTo>
                <a:lnTo>
                  <a:pt x="1251401" y="410125"/>
                </a:lnTo>
                <a:lnTo>
                  <a:pt x="1253873" y="416582"/>
                </a:lnTo>
                <a:lnTo>
                  <a:pt x="1251417" y="422164"/>
                </a:lnTo>
                <a:lnTo>
                  <a:pt x="1249009" y="427700"/>
                </a:lnTo>
                <a:lnTo>
                  <a:pt x="1242499" y="430212"/>
                </a:lnTo>
                <a:lnTo>
                  <a:pt x="1235526" y="427146"/>
                </a:lnTo>
                <a:lnTo>
                  <a:pt x="1234324" y="426251"/>
                </a:lnTo>
                <a:close/>
              </a:path>
              <a:path w="5142230" h="2300604">
                <a:moveTo>
                  <a:pt x="1909711" y="643984"/>
                </a:moveTo>
                <a:lnTo>
                  <a:pt x="1905839" y="639840"/>
                </a:lnTo>
                <a:lnTo>
                  <a:pt x="1905441" y="638534"/>
                </a:lnTo>
                <a:lnTo>
                  <a:pt x="1904708" y="635990"/>
                </a:lnTo>
                <a:lnTo>
                  <a:pt x="1905684" y="632245"/>
                </a:lnTo>
                <a:lnTo>
                  <a:pt x="1907094" y="626423"/>
                </a:lnTo>
                <a:lnTo>
                  <a:pt x="1908677" y="625478"/>
                </a:lnTo>
                <a:lnTo>
                  <a:pt x="1913192" y="622883"/>
                </a:lnTo>
                <a:lnTo>
                  <a:pt x="1918974" y="624283"/>
                </a:lnTo>
                <a:lnTo>
                  <a:pt x="1924825" y="625757"/>
                </a:lnTo>
                <a:lnTo>
                  <a:pt x="1928447" y="631687"/>
                </a:lnTo>
                <a:lnTo>
                  <a:pt x="1926970" y="637632"/>
                </a:lnTo>
                <a:lnTo>
                  <a:pt x="1925491" y="643478"/>
                </a:lnTo>
                <a:lnTo>
                  <a:pt x="1919561" y="647100"/>
                </a:lnTo>
                <a:lnTo>
                  <a:pt x="1913665" y="645578"/>
                </a:lnTo>
                <a:lnTo>
                  <a:pt x="1911557" y="645081"/>
                </a:lnTo>
                <a:lnTo>
                  <a:pt x="1909711" y="643984"/>
                </a:lnTo>
                <a:close/>
              </a:path>
              <a:path w="5142230" h="2300604">
                <a:moveTo>
                  <a:pt x="3332247" y="1321757"/>
                </a:moveTo>
                <a:lnTo>
                  <a:pt x="3328329" y="1317563"/>
                </a:lnTo>
                <a:lnTo>
                  <a:pt x="3327571" y="1316263"/>
                </a:lnTo>
                <a:lnTo>
                  <a:pt x="3327053" y="1314829"/>
                </a:lnTo>
                <a:lnTo>
                  <a:pt x="3324929" y="1309134"/>
                </a:lnTo>
                <a:lnTo>
                  <a:pt x="3327928" y="1302863"/>
                </a:lnTo>
                <a:lnTo>
                  <a:pt x="3333668" y="1300797"/>
                </a:lnTo>
                <a:lnTo>
                  <a:pt x="3339305" y="1298718"/>
                </a:lnTo>
                <a:lnTo>
                  <a:pt x="3345629" y="1301676"/>
                </a:lnTo>
                <a:lnTo>
                  <a:pt x="3349774" y="1313053"/>
                </a:lnTo>
                <a:lnTo>
                  <a:pt x="3346821" y="1319373"/>
                </a:lnTo>
                <a:lnTo>
                  <a:pt x="3336832" y="1322952"/>
                </a:lnTo>
                <a:lnTo>
                  <a:pt x="3332247" y="1321757"/>
                </a:lnTo>
                <a:close/>
              </a:path>
              <a:path w="5142230" h="2300604">
                <a:moveTo>
                  <a:pt x="1703496" y="589992"/>
                </a:moveTo>
                <a:lnTo>
                  <a:pt x="1699670" y="585896"/>
                </a:lnTo>
                <a:lnTo>
                  <a:pt x="1698575" y="581987"/>
                </a:lnTo>
                <a:lnTo>
                  <a:pt x="1699650" y="578153"/>
                </a:lnTo>
                <a:lnTo>
                  <a:pt x="1701267" y="572259"/>
                </a:lnTo>
                <a:lnTo>
                  <a:pt x="1707330" y="568878"/>
                </a:lnTo>
                <a:lnTo>
                  <a:pt x="1719018" y="572104"/>
                </a:lnTo>
                <a:lnTo>
                  <a:pt x="1722404" y="578172"/>
                </a:lnTo>
                <a:lnTo>
                  <a:pt x="1720787" y="584065"/>
                </a:lnTo>
                <a:lnTo>
                  <a:pt x="1719169" y="589859"/>
                </a:lnTo>
                <a:lnTo>
                  <a:pt x="1713526" y="593007"/>
                </a:lnTo>
                <a:lnTo>
                  <a:pt x="1713106" y="593241"/>
                </a:lnTo>
                <a:lnTo>
                  <a:pt x="1707258" y="591673"/>
                </a:lnTo>
                <a:lnTo>
                  <a:pt x="1705252" y="591090"/>
                </a:lnTo>
                <a:lnTo>
                  <a:pt x="1703496" y="589992"/>
                </a:lnTo>
                <a:close/>
              </a:path>
              <a:path w="5142230" h="2300604">
                <a:moveTo>
                  <a:pt x="2732788" y="860882"/>
                </a:moveTo>
                <a:lnTo>
                  <a:pt x="2728962" y="856786"/>
                </a:lnTo>
                <a:lnTo>
                  <a:pt x="2727877" y="852594"/>
                </a:lnTo>
                <a:lnTo>
                  <a:pt x="2731188" y="842845"/>
                </a:lnTo>
                <a:lnTo>
                  <a:pt x="2737426" y="839748"/>
                </a:lnTo>
                <a:lnTo>
                  <a:pt x="2743117" y="841736"/>
                </a:lnTo>
                <a:lnTo>
                  <a:pt x="2748863" y="843683"/>
                </a:lnTo>
                <a:lnTo>
                  <a:pt x="2751955" y="849925"/>
                </a:lnTo>
                <a:lnTo>
                  <a:pt x="2748066" y="861402"/>
                </a:lnTo>
                <a:lnTo>
                  <a:pt x="2741828" y="864499"/>
                </a:lnTo>
                <a:lnTo>
                  <a:pt x="2736087" y="862557"/>
                </a:lnTo>
                <a:lnTo>
                  <a:pt x="2734315" y="861930"/>
                </a:lnTo>
                <a:lnTo>
                  <a:pt x="2732788" y="860882"/>
                </a:lnTo>
                <a:close/>
              </a:path>
              <a:path w="5142230" h="2300604">
                <a:moveTo>
                  <a:pt x="3267964" y="1196935"/>
                </a:moveTo>
                <a:lnTo>
                  <a:pt x="3263119" y="1191749"/>
                </a:lnTo>
                <a:lnTo>
                  <a:pt x="3259649" y="1186764"/>
                </a:lnTo>
                <a:lnTo>
                  <a:pt x="3260826" y="1179911"/>
                </a:lnTo>
                <a:lnTo>
                  <a:pt x="3270792" y="1172985"/>
                </a:lnTo>
                <a:lnTo>
                  <a:pt x="3277645" y="1174162"/>
                </a:lnTo>
                <a:lnTo>
                  <a:pt x="3284576" y="1184123"/>
                </a:lnTo>
                <a:lnTo>
                  <a:pt x="3283398" y="1190976"/>
                </a:lnTo>
                <a:lnTo>
                  <a:pt x="3278418" y="1194441"/>
                </a:lnTo>
                <a:lnTo>
                  <a:pt x="3273918" y="1197640"/>
                </a:lnTo>
                <a:lnTo>
                  <a:pt x="3267964" y="1196935"/>
                </a:lnTo>
                <a:close/>
              </a:path>
              <a:path w="5142230" h="2300604">
                <a:moveTo>
                  <a:pt x="2799687" y="884502"/>
                </a:moveTo>
                <a:lnTo>
                  <a:pt x="2795811" y="880353"/>
                </a:lnTo>
                <a:lnTo>
                  <a:pt x="2794778" y="876022"/>
                </a:lnTo>
                <a:lnTo>
                  <a:pt x="2796236" y="872011"/>
                </a:lnTo>
                <a:lnTo>
                  <a:pt x="2798372" y="866282"/>
                </a:lnTo>
                <a:lnTo>
                  <a:pt x="2804698" y="863377"/>
                </a:lnTo>
                <a:lnTo>
                  <a:pt x="2810391" y="865463"/>
                </a:lnTo>
                <a:lnTo>
                  <a:pt x="2816026" y="867586"/>
                </a:lnTo>
                <a:lnTo>
                  <a:pt x="2818980" y="873876"/>
                </a:lnTo>
                <a:lnTo>
                  <a:pt x="2816849" y="879610"/>
                </a:lnTo>
                <a:lnTo>
                  <a:pt x="2814767" y="885299"/>
                </a:lnTo>
                <a:lnTo>
                  <a:pt x="2808437" y="888199"/>
                </a:lnTo>
                <a:lnTo>
                  <a:pt x="2801070" y="885494"/>
                </a:lnTo>
                <a:lnTo>
                  <a:pt x="2799687" y="884502"/>
                </a:lnTo>
                <a:close/>
              </a:path>
              <a:path w="5142230" h="2300604">
                <a:moveTo>
                  <a:pt x="1635229" y="570479"/>
                </a:moveTo>
                <a:lnTo>
                  <a:pt x="1631362" y="566339"/>
                </a:lnTo>
                <a:lnTo>
                  <a:pt x="1630271" y="562336"/>
                </a:lnTo>
                <a:lnTo>
                  <a:pt x="1633102" y="552660"/>
                </a:lnTo>
                <a:lnTo>
                  <a:pt x="1639211" y="549328"/>
                </a:lnTo>
                <a:lnTo>
                  <a:pt x="1645056" y="550990"/>
                </a:lnTo>
                <a:lnTo>
                  <a:pt x="1650852" y="552698"/>
                </a:lnTo>
                <a:lnTo>
                  <a:pt x="1654185" y="558807"/>
                </a:lnTo>
                <a:lnTo>
                  <a:pt x="1650765" y="570493"/>
                </a:lnTo>
                <a:lnTo>
                  <a:pt x="1644656" y="573826"/>
                </a:lnTo>
                <a:lnTo>
                  <a:pt x="1636850" y="571530"/>
                </a:lnTo>
                <a:lnTo>
                  <a:pt x="1635229" y="570479"/>
                </a:lnTo>
                <a:close/>
              </a:path>
              <a:path w="5142230" h="2300604">
                <a:moveTo>
                  <a:pt x="3170185" y="1088355"/>
                </a:moveTo>
                <a:lnTo>
                  <a:pt x="3165624" y="1083473"/>
                </a:lnTo>
                <a:lnTo>
                  <a:pt x="3165467" y="1077147"/>
                </a:lnTo>
                <a:lnTo>
                  <a:pt x="3173279" y="1068306"/>
                </a:lnTo>
                <a:lnTo>
                  <a:pt x="3180227" y="1067924"/>
                </a:lnTo>
                <a:lnTo>
                  <a:pt x="3184770" y="1071908"/>
                </a:lnTo>
                <a:lnTo>
                  <a:pt x="3189305" y="1075981"/>
                </a:lnTo>
                <a:lnTo>
                  <a:pt x="3189731" y="1082888"/>
                </a:lnTo>
                <a:lnTo>
                  <a:pt x="3185704" y="1087472"/>
                </a:lnTo>
                <a:lnTo>
                  <a:pt x="3181680" y="1091961"/>
                </a:lnTo>
                <a:lnTo>
                  <a:pt x="3174679" y="1092384"/>
                </a:lnTo>
                <a:lnTo>
                  <a:pt x="3170185" y="1088355"/>
                </a:lnTo>
                <a:close/>
              </a:path>
              <a:path w="5142230" h="2300604">
                <a:moveTo>
                  <a:pt x="3304185" y="1257116"/>
                </a:moveTo>
                <a:lnTo>
                  <a:pt x="3300223" y="1252874"/>
                </a:lnTo>
                <a:lnTo>
                  <a:pt x="3299632" y="1252046"/>
                </a:lnTo>
                <a:lnTo>
                  <a:pt x="3296356" y="1245802"/>
                </a:lnTo>
                <a:lnTo>
                  <a:pt x="3298470" y="1239171"/>
                </a:lnTo>
                <a:lnTo>
                  <a:pt x="3303850" y="1236327"/>
                </a:lnTo>
                <a:lnTo>
                  <a:pt x="3309231" y="1233584"/>
                </a:lnTo>
                <a:lnTo>
                  <a:pt x="3315862" y="1235698"/>
                </a:lnTo>
                <a:lnTo>
                  <a:pt x="3321444" y="1246463"/>
                </a:lnTo>
                <a:lnTo>
                  <a:pt x="3319402" y="1252976"/>
                </a:lnTo>
                <a:lnTo>
                  <a:pt x="3309483" y="1258193"/>
                </a:lnTo>
                <a:lnTo>
                  <a:pt x="3304185" y="1257116"/>
                </a:lnTo>
                <a:close/>
              </a:path>
              <a:path w="5142230" h="2300604">
                <a:moveTo>
                  <a:pt x="3284126" y="2090533"/>
                </a:moveTo>
                <a:lnTo>
                  <a:pt x="3280254" y="2086388"/>
                </a:lnTo>
                <a:lnTo>
                  <a:pt x="3279134" y="2083234"/>
                </a:lnTo>
                <a:lnTo>
                  <a:pt x="3279533" y="2079849"/>
                </a:lnTo>
                <a:lnTo>
                  <a:pt x="3280304" y="2073832"/>
                </a:lnTo>
                <a:lnTo>
                  <a:pt x="3285785" y="2069534"/>
                </a:lnTo>
                <a:lnTo>
                  <a:pt x="3297817" y="2070977"/>
                </a:lnTo>
                <a:lnTo>
                  <a:pt x="3302115" y="2076458"/>
                </a:lnTo>
                <a:lnTo>
                  <a:pt x="3301344" y="2082475"/>
                </a:lnTo>
                <a:lnTo>
                  <a:pt x="3300618" y="2088540"/>
                </a:lnTo>
                <a:lnTo>
                  <a:pt x="3295186" y="2092793"/>
                </a:lnTo>
                <a:lnTo>
                  <a:pt x="3286445" y="2091745"/>
                </a:lnTo>
                <a:lnTo>
                  <a:pt x="3284126" y="2090533"/>
                </a:lnTo>
                <a:close/>
              </a:path>
              <a:path w="5142230" h="2300604">
                <a:moveTo>
                  <a:pt x="3363067" y="1459143"/>
                </a:moveTo>
                <a:lnTo>
                  <a:pt x="3359200" y="1455003"/>
                </a:lnTo>
                <a:lnTo>
                  <a:pt x="3358188" y="1452844"/>
                </a:lnTo>
                <a:lnTo>
                  <a:pt x="3357894" y="1450379"/>
                </a:lnTo>
                <a:lnTo>
                  <a:pt x="3357250" y="1444314"/>
                </a:lnTo>
                <a:lnTo>
                  <a:pt x="3361585" y="1438886"/>
                </a:lnTo>
                <a:lnTo>
                  <a:pt x="3367605" y="1438293"/>
                </a:lnTo>
                <a:lnTo>
                  <a:pt x="3373625" y="1437601"/>
                </a:lnTo>
                <a:lnTo>
                  <a:pt x="3379043" y="1441936"/>
                </a:lnTo>
                <a:lnTo>
                  <a:pt x="3379740" y="1447960"/>
                </a:lnTo>
                <a:lnTo>
                  <a:pt x="3380379" y="1454019"/>
                </a:lnTo>
                <a:lnTo>
                  <a:pt x="3376044" y="1459447"/>
                </a:lnTo>
                <a:lnTo>
                  <a:pt x="3370025" y="1460139"/>
                </a:lnTo>
                <a:lnTo>
                  <a:pt x="3366425" y="1460489"/>
                </a:lnTo>
                <a:lnTo>
                  <a:pt x="3363067" y="1459143"/>
                </a:lnTo>
                <a:close/>
              </a:path>
              <a:path w="5142230" h="2300604">
                <a:moveTo>
                  <a:pt x="1840809" y="626626"/>
                </a:moveTo>
                <a:lnTo>
                  <a:pt x="1836937" y="622482"/>
                </a:lnTo>
                <a:lnTo>
                  <a:pt x="1835840" y="618668"/>
                </a:lnTo>
                <a:lnTo>
                  <a:pt x="1838335" y="609023"/>
                </a:lnTo>
                <a:lnTo>
                  <a:pt x="1844315" y="605454"/>
                </a:lnTo>
                <a:lnTo>
                  <a:pt x="1856058" y="608446"/>
                </a:lnTo>
                <a:lnTo>
                  <a:pt x="1859583" y="614467"/>
                </a:lnTo>
                <a:lnTo>
                  <a:pt x="1856586" y="626215"/>
                </a:lnTo>
                <a:lnTo>
                  <a:pt x="1850615" y="629793"/>
                </a:lnTo>
                <a:lnTo>
                  <a:pt x="1844839" y="628301"/>
                </a:lnTo>
                <a:lnTo>
                  <a:pt x="1842611" y="627774"/>
                </a:lnTo>
                <a:lnTo>
                  <a:pt x="1840809" y="626626"/>
                </a:lnTo>
                <a:close/>
              </a:path>
              <a:path w="5142230" h="2300604">
                <a:moveTo>
                  <a:pt x="2665412" y="838902"/>
                </a:moveTo>
                <a:lnTo>
                  <a:pt x="2661545" y="834762"/>
                </a:lnTo>
                <a:lnTo>
                  <a:pt x="2660453" y="830660"/>
                </a:lnTo>
                <a:lnTo>
                  <a:pt x="2661724" y="826743"/>
                </a:lnTo>
                <a:lnTo>
                  <a:pt x="2663522" y="820945"/>
                </a:lnTo>
                <a:lnTo>
                  <a:pt x="2669678" y="817760"/>
                </a:lnTo>
                <a:lnTo>
                  <a:pt x="2681304" y="821409"/>
                </a:lnTo>
                <a:lnTo>
                  <a:pt x="2684494" y="827560"/>
                </a:lnTo>
                <a:lnTo>
                  <a:pt x="2682647" y="833403"/>
                </a:lnTo>
                <a:lnTo>
                  <a:pt x="2680845" y="839196"/>
                </a:lnTo>
                <a:lnTo>
                  <a:pt x="2674648" y="842337"/>
                </a:lnTo>
                <a:lnTo>
                  <a:pt x="2667034" y="839953"/>
                </a:lnTo>
                <a:lnTo>
                  <a:pt x="2665412" y="838902"/>
                </a:lnTo>
                <a:close/>
              </a:path>
              <a:path w="5142230" h="2300604">
                <a:moveTo>
                  <a:pt x="3294170" y="2020155"/>
                </a:moveTo>
                <a:lnTo>
                  <a:pt x="3290343" y="2016059"/>
                </a:lnTo>
                <a:lnTo>
                  <a:pt x="3289184" y="2012667"/>
                </a:lnTo>
                <a:lnTo>
                  <a:pt x="3289729" y="2009145"/>
                </a:lnTo>
                <a:lnTo>
                  <a:pt x="3290735" y="2003184"/>
                </a:lnTo>
                <a:lnTo>
                  <a:pt x="3296398" y="1999081"/>
                </a:lnTo>
                <a:lnTo>
                  <a:pt x="3308415" y="2001095"/>
                </a:lnTo>
                <a:lnTo>
                  <a:pt x="3312419" y="2006750"/>
                </a:lnTo>
                <a:lnTo>
                  <a:pt x="3311414" y="2012711"/>
                </a:lnTo>
                <a:lnTo>
                  <a:pt x="3310458" y="2018726"/>
                </a:lnTo>
                <a:lnTo>
                  <a:pt x="3304798" y="2022735"/>
                </a:lnTo>
                <a:lnTo>
                  <a:pt x="3296300" y="2021360"/>
                </a:lnTo>
                <a:lnTo>
                  <a:pt x="3294170" y="2020155"/>
                </a:lnTo>
                <a:close/>
              </a:path>
              <a:path w="5142230" h="2300604">
                <a:moveTo>
                  <a:pt x="3366945" y="1529664"/>
                </a:moveTo>
                <a:lnTo>
                  <a:pt x="3363124" y="1525573"/>
                </a:lnTo>
                <a:lnTo>
                  <a:pt x="3361980" y="1522980"/>
                </a:lnTo>
                <a:lnTo>
                  <a:pt x="3361986" y="1520153"/>
                </a:lnTo>
                <a:lnTo>
                  <a:pt x="3361958" y="1514062"/>
                </a:lnTo>
                <a:lnTo>
                  <a:pt x="3366801" y="1509081"/>
                </a:lnTo>
                <a:lnTo>
                  <a:pt x="3372842" y="1508998"/>
                </a:lnTo>
                <a:lnTo>
                  <a:pt x="3378933" y="1508969"/>
                </a:lnTo>
                <a:lnTo>
                  <a:pt x="3383914" y="1513813"/>
                </a:lnTo>
                <a:lnTo>
                  <a:pt x="3383943" y="1519904"/>
                </a:lnTo>
                <a:lnTo>
                  <a:pt x="3384020" y="1525949"/>
                </a:lnTo>
                <a:lnTo>
                  <a:pt x="3379181" y="1530935"/>
                </a:lnTo>
                <a:lnTo>
                  <a:pt x="3373090" y="1530964"/>
                </a:lnTo>
                <a:lnTo>
                  <a:pt x="3369877" y="1531043"/>
                </a:lnTo>
                <a:lnTo>
                  <a:pt x="3366945" y="1529664"/>
                </a:lnTo>
                <a:close/>
              </a:path>
              <a:path w="5142230" h="2300604">
                <a:moveTo>
                  <a:pt x="3115090" y="1044137"/>
                </a:moveTo>
                <a:lnTo>
                  <a:pt x="3110565" y="1039293"/>
                </a:lnTo>
                <a:lnTo>
                  <a:pt x="3110116" y="1033535"/>
                </a:lnTo>
                <a:lnTo>
                  <a:pt x="3116899" y="1024276"/>
                </a:lnTo>
                <a:lnTo>
                  <a:pt x="3123780" y="1023236"/>
                </a:lnTo>
                <a:lnTo>
                  <a:pt x="3133546" y="1030366"/>
                </a:lnTo>
                <a:lnTo>
                  <a:pt x="3134582" y="1037242"/>
                </a:lnTo>
                <a:lnTo>
                  <a:pt x="3131066" y="1042179"/>
                </a:lnTo>
                <a:lnTo>
                  <a:pt x="3127501" y="1047062"/>
                </a:lnTo>
                <a:lnTo>
                  <a:pt x="3120571" y="1048148"/>
                </a:lnTo>
                <a:lnTo>
                  <a:pt x="3115090" y="1044137"/>
                </a:lnTo>
                <a:close/>
              </a:path>
              <a:path w="5142230" h="2300604">
                <a:moveTo>
                  <a:pt x="2185794" y="710506"/>
                </a:moveTo>
                <a:lnTo>
                  <a:pt x="2181923" y="706361"/>
                </a:lnTo>
                <a:lnTo>
                  <a:pt x="2180822" y="702641"/>
                </a:lnTo>
                <a:lnTo>
                  <a:pt x="2181705" y="698894"/>
                </a:lnTo>
                <a:lnTo>
                  <a:pt x="2183133" y="692995"/>
                </a:lnTo>
                <a:lnTo>
                  <a:pt x="2189063" y="689372"/>
                </a:lnTo>
                <a:lnTo>
                  <a:pt x="2195007" y="690750"/>
                </a:lnTo>
                <a:lnTo>
                  <a:pt x="2200911" y="692183"/>
                </a:lnTo>
                <a:lnTo>
                  <a:pt x="2204534" y="698114"/>
                </a:lnTo>
                <a:lnTo>
                  <a:pt x="2201677" y="709913"/>
                </a:lnTo>
                <a:lnTo>
                  <a:pt x="2195747" y="713535"/>
                </a:lnTo>
                <a:lnTo>
                  <a:pt x="2189843" y="712102"/>
                </a:lnTo>
                <a:lnTo>
                  <a:pt x="2187645" y="711607"/>
                </a:lnTo>
                <a:lnTo>
                  <a:pt x="2185794" y="710506"/>
                </a:lnTo>
                <a:close/>
              </a:path>
              <a:path w="5142230" h="2300604">
                <a:moveTo>
                  <a:pt x="1106312" y="364775"/>
                </a:moveTo>
                <a:lnTo>
                  <a:pt x="1102390" y="360576"/>
                </a:lnTo>
                <a:lnTo>
                  <a:pt x="1101527" y="355548"/>
                </a:lnTo>
                <a:lnTo>
                  <a:pt x="1103795" y="351329"/>
                </a:lnTo>
                <a:lnTo>
                  <a:pt x="1106577" y="345900"/>
                </a:lnTo>
                <a:lnTo>
                  <a:pt x="1113205" y="343807"/>
                </a:lnTo>
                <a:lnTo>
                  <a:pt x="1118590" y="346639"/>
                </a:lnTo>
                <a:lnTo>
                  <a:pt x="1123969" y="349367"/>
                </a:lnTo>
                <a:lnTo>
                  <a:pt x="1126106" y="356054"/>
                </a:lnTo>
                <a:lnTo>
                  <a:pt x="1120453" y="366814"/>
                </a:lnTo>
                <a:lnTo>
                  <a:pt x="1114005" y="368905"/>
                </a:lnTo>
                <a:lnTo>
                  <a:pt x="1113865" y="368950"/>
                </a:lnTo>
                <a:lnTo>
                  <a:pt x="1107372" y="365519"/>
                </a:lnTo>
                <a:lnTo>
                  <a:pt x="1106312" y="364775"/>
                </a:lnTo>
                <a:close/>
              </a:path>
              <a:path w="5142230" h="2300604">
                <a:moveTo>
                  <a:pt x="2930754" y="938203"/>
                </a:moveTo>
                <a:lnTo>
                  <a:pt x="2926878" y="934054"/>
                </a:lnTo>
                <a:lnTo>
                  <a:pt x="2925907" y="929300"/>
                </a:lnTo>
                <a:lnTo>
                  <a:pt x="2930395" y="919638"/>
                </a:lnTo>
                <a:lnTo>
                  <a:pt x="2936898" y="917215"/>
                </a:lnTo>
                <a:lnTo>
                  <a:pt x="2942431" y="919717"/>
                </a:lnTo>
                <a:lnTo>
                  <a:pt x="2947915" y="922264"/>
                </a:lnTo>
                <a:lnTo>
                  <a:pt x="2950378" y="928811"/>
                </a:lnTo>
                <a:lnTo>
                  <a:pt x="2945235" y="939824"/>
                </a:lnTo>
                <a:lnTo>
                  <a:pt x="2938737" y="942252"/>
                </a:lnTo>
                <a:lnTo>
                  <a:pt x="2933253" y="939705"/>
                </a:lnTo>
                <a:lnTo>
                  <a:pt x="2931906" y="939045"/>
                </a:lnTo>
                <a:lnTo>
                  <a:pt x="2930754" y="938203"/>
                </a:lnTo>
                <a:close/>
              </a:path>
              <a:path w="5142230" h="2300604">
                <a:moveTo>
                  <a:pt x="3055778" y="1004398"/>
                </a:moveTo>
                <a:lnTo>
                  <a:pt x="3051861" y="1000205"/>
                </a:lnTo>
                <a:lnTo>
                  <a:pt x="3051195" y="994800"/>
                </a:lnTo>
                <a:lnTo>
                  <a:pt x="3053798" y="990451"/>
                </a:lnTo>
                <a:lnTo>
                  <a:pt x="3056991" y="985267"/>
                </a:lnTo>
                <a:lnTo>
                  <a:pt x="3063802" y="983663"/>
                </a:lnTo>
                <a:lnTo>
                  <a:pt x="3074113" y="990009"/>
                </a:lnTo>
                <a:lnTo>
                  <a:pt x="3075723" y="996815"/>
                </a:lnTo>
                <a:lnTo>
                  <a:pt x="3069372" y="1007122"/>
                </a:lnTo>
                <a:lnTo>
                  <a:pt x="3062570" y="1008736"/>
                </a:lnTo>
                <a:lnTo>
                  <a:pt x="3056555" y="1005033"/>
                </a:lnTo>
                <a:lnTo>
                  <a:pt x="3055778" y="1004398"/>
                </a:lnTo>
                <a:close/>
              </a:path>
              <a:path w="5142230" h="2300604">
                <a:moveTo>
                  <a:pt x="2392535" y="761542"/>
                </a:moveTo>
                <a:lnTo>
                  <a:pt x="2388663" y="757397"/>
                </a:lnTo>
                <a:lnTo>
                  <a:pt x="2387561" y="753578"/>
                </a:lnTo>
                <a:lnTo>
                  <a:pt x="2389967" y="743935"/>
                </a:lnTo>
                <a:lnTo>
                  <a:pt x="2395988" y="740410"/>
                </a:lnTo>
                <a:lnTo>
                  <a:pt x="2407740" y="743412"/>
                </a:lnTo>
                <a:lnTo>
                  <a:pt x="2411264" y="749433"/>
                </a:lnTo>
                <a:lnTo>
                  <a:pt x="2408268" y="761181"/>
                </a:lnTo>
                <a:lnTo>
                  <a:pt x="2402247" y="764705"/>
                </a:lnTo>
                <a:lnTo>
                  <a:pt x="2396391" y="763226"/>
                </a:lnTo>
                <a:lnTo>
                  <a:pt x="2394292" y="762640"/>
                </a:lnTo>
                <a:lnTo>
                  <a:pt x="2392535" y="761542"/>
                </a:lnTo>
                <a:close/>
              </a:path>
              <a:path w="5142230" h="2300604">
                <a:moveTo>
                  <a:pt x="2865760" y="910073"/>
                </a:moveTo>
                <a:lnTo>
                  <a:pt x="2861888" y="905928"/>
                </a:lnTo>
                <a:lnTo>
                  <a:pt x="2860857" y="901404"/>
                </a:lnTo>
                <a:lnTo>
                  <a:pt x="2862512" y="897310"/>
                </a:lnTo>
                <a:lnTo>
                  <a:pt x="2864874" y="891725"/>
                </a:lnTo>
                <a:lnTo>
                  <a:pt x="2871288" y="889012"/>
                </a:lnTo>
                <a:lnTo>
                  <a:pt x="2882514" y="893600"/>
                </a:lnTo>
                <a:lnTo>
                  <a:pt x="2885218" y="900014"/>
                </a:lnTo>
                <a:lnTo>
                  <a:pt x="2880590" y="911286"/>
                </a:lnTo>
                <a:lnTo>
                  <a:pt x="2874220" y="913949"/>
                </a:lnTo>
                <a:lnTo>
                  <a:pt x="2868582" y="911628"/>
                </a:lnTo>
                <a:lnTo>
                  <a:pt x="2867003" y="911012"/>
                </a:lnTo>
                <a:lnTo>
                  <a:pt x="2865760" y="910073"/>
                </a:lnTo>
                <a:close/>
              </a:path>
              <a:path w="5142230" h="2300604">
                <a:moveTo>
                  <a:pt x="3334151" y="1810866"/>
                </a:moveTo>
                <a:lnTo>
                  <a:pt x="3330275" y="1806717"/>
                </a:lnTo>
                <a:lnTo>
                  <a:pt x="3329119" y="1803231"/>
                </a:lnTo>
                <a:lnTo>
                  <a:pt x="3330960" y="1793668"/>
                </a:lnTo>
                <a:lnTo>
                  <a:pt x="3336757" y="1789805"/>
                </a:lnTo>
                <a:lnTo>
                  <a:pt x="3348670" y="1792099"/>
                </a:lnTo>
                <a:lnTo>
                  <a:pt x="3352581" y="1797850"/>
                </a:lnTo>
                <a:lnTo>
                  <a:pt x="3351387" y="1803805"/>
                </a:lnTo>
                <a:lnTo>
                  <a:pt x="3350237" y="1809709"/>
                </a:lnTo>
                <a:lnTo>
                  <a:pt x="3344486" y="1813621"/>
                </a:lnTo>
                <a:lnTo>
                  <a:pt x="3338533" y="1812526"/>
                </a:lnTo>
                <a:lnTo>
                  <a:pt x="3336188" y="1812069"/>
                </a:lnTo>
                <a:lnTo>
                  <a:pt x="3334151" y="1810866"/>
                </a:lnTo>
                <a:close/>
              </a:path>
              <a:path w="5142230" h="2300604">
                <a:moveTo>
                  <a:pt x="1772070" y="608660"/>
                </a:moveTo>
                <a:lnTo>
                  <a:pt x="1768198" y="604516"/>
                </a:lnTo>
                <a:lnTo>
                  <a:pt x="1767100" y="600702"/>
                </a:lnTo>
                <a:lnTo>
                  <a:pt x="1769694" y="591065"/>
                </a:lnTo>
                <a:lnTo>
                  <a:pt x="1775715" y="587540"/>
                </a:lnTo>
                <a:lnTo>
                  <a:pt x="1787411" y="590676"/>
                </a:lnTo>
                <a:lnTo>
                  <a:pt x="1790936" y="596698"/>
                </a:lnTo>
                <a:lnTo>
                  <a:pt x="1787799" y="608393"/>
                </a:lnTo>
                <a:lnTo>
                  <a:pt x="1781778" y="611918"/>
                </a:lnTo>
                <a:lnTo>
                  <a:pt x="1773872" y="609807"/>
                </a:lnTo>
                <a:lnTo>
                  <a:pt x="1772070" y="608660"/>
                </a:lnTo>
                <a:close/>
              </a:path>
              <a:path w="5142230" h="2300604">
                <a:moveTo>
                  <a:pt x="3364632" y="1600400"/>
                </a:moveTo>
                <a:lnTo>
                  <a:pt x="3360765" y="1596260"/>
                </a:lnTo>
                <a:lnTo>
                  <a:pt x="3359635" y="1593389"/>
                </a:lnTo>
                <a:lnTo>
                  <a:pt x="3360233" y="1584156"/>
                </a:lnTo>
                <a:lnTo>
                  <a:pt x="3364880" y="1580138"/>
                </a:lnTo>
                <a:lnTo>
                  <a:pt x="3365486" y="1579614"/>
                </a:lnTo>
                <a:lnTo>
                  <a:pt x="3371564" y="1579963"/>
                </a:lnTo>
                <a:lnTo>
                  <a:pt x="3377594" y="1580357"/>
                </a:lnTo>
                <a:lnTo>
                  <a:pt x="3382181" y="1585659"/>
                </a:lnTo>
                <a:lnTo>
                  <a:pt x="3381787" y="1591688"/>
                </a:lnTo>
                <a:lnTo>
                  <a:pt x="3381344" y="1597763"/>
                </a:lnTo>
                <a:lnTo>
                  <a:pt x="3376697" y="1601781"/>
                </a:lnTo>
                <a:lnTo>
                  <a:pt x="3376091" y="1602305"/>
                </a:lnTo>
                <a:lnTo>
                  <a:pt x="3367141" y="1601717"/>
                </a:lnTo>
                <a:lnTo>
                  <a:pt x="3364632" y="1600400"/>
                </a:lnTo>
                <a:close/>
              </a:path>
              <a:path w="5142230" h="2300604">
                <a:moveTo>
                  <a:pt x="2994274" y="969446"/>
                </a:moveTo>
                <a:lnTo>
                  <a:pt x="2990356" y="965253"/>
                </a:lnTo>
                <a:lnTo>
                  <a:pt x="2989583" y="960223"/>
                </a:lnTo>
                <a:lnTo>
                  <a:pt x="2991801" y="955950"/>
                </a:lnTo>
                <a:lnTo>
                  <a:pt x="2994633" y="950575"/>
                </a:lnTo>
                <a:lnTo>
                  <a:pt x="3001311" y="948536"/>
                </a:lnTo>
                <a:lnTo>
                  <a:pt x="3011977" y="954187"/>
                </a:lnTo>
                <a:lnTo>
                  <a:pt x="3014065" y="960820"/>
                </a:lnTo>
                <a:lnTo>
                  <a:pt x="3008411" y="971580"/>
                </a:lnTo>
                <a:lnTo>
                  <a:pt x="3001732" y="973619"/>
                </a:lnTo>
                <a:lnTo>
                  <a:pt x="2995281" y="970231"/>
                </a:lnTo>
                <a:lnTo>
                  <a:pt x="2994274" y="969446"/>
                </a:lnTo>
                <a:close/>
              </a:path>
              <a:path w="5142230" h="2300604">
                <a:moveTo>
                  <a:pt x="1499575" y="528094"/>
                </a:moveTo>
                <a:lnTo>
                  <a:pt x="1495708" y="523954"/>
                </a:lnTo>
                <a:lnTo>
                  <a:pt x="1494623" y="519763"/>
                </a:lnTo>
                <a:lnTo>
                  <a:pt x="1495938" y="515795"/>
                </a:lnTo>
                <a:lnTo>
                  <a:pt x="1497832" y="510197"/>
                </a:lnTo>
                <a:lnTo>
                  <a:pt x="1497881" y="510054"/>
                </a:lnTo>
                <a:lnTo>
                  <a:pt x="1504078" y="506913"/>
                </a:lnTo>
                <a:lnTo>
                  <a:pt x="1509818" y="508855"/>
                </a:lnTo>
                <a:lnTo>
                  <a:pt x="1515608" y="510752"/>
                </a:lnTo>
                <a:lnTo>
                  <a:pt x="1518700" y="516994"/>
                </a:lnTo>
                <a:lnTo>
                  <a:pt x="1516806" y="522689"/>
                </a:lnTo>
                <a:lnTo>
                  <a:pt x="1514957" y="528334"/>
                </a:lnTo>
                <a:lnTo>
                  <a:pt x="1514910" y="528479"/>
                </a:lnTo>
                <a:lnTo>
                  <a:pt x="1508667" y="531571"/>
                </a:lnTo>
                <a:lnTo>
                  <a:pt x="1502919" y="529718"/>
                </a:lnTo>
                <a:lnTo>
                  <a:pt x="1501146" y="529091"/>
                </a:lnTo>
                <a:lnTo>
                  <a:pt x="1499575" y="528094"/>
                </a:lnTo>
                <a:close/>
              </a:path>
              <a:path w="5142230" h="2300604">
                <a:moveTo>
                  <a:pt x="3276323" y="2232415"/>
                </a:moveTo>
                <a:lnTo>
                  <a:pt x="3272496" y="2228320"/>
                </a:lnTo>
                <a:lnTo>
                  <a:pt x="3271357" y="2225731"/>
                </a:lnTo>
                <a:lnTo>
                  <a:pt x="3271183" y="2216845"/>
                </a:lnTo>
                <a:lnTo>
                  <a:pt x="3276030" y="2211869"/>
                </a:lnTo>
                <a:lnTo>
                  <a:pt x="3282125" y="2211746"/>
                </a:lnTo>
                <a:lnTo>
                  <a:pt x="3288166" y="2211664"/>
                </a:lnTo>
                <a:lnTo>
                  <a:pt x="3293195" y="2216462"/>
                </a:lnTo>
                <a:lnTo>
                  <a:pt x="3293273" y="2222507"/>
                </a:lnTo>
                <a:lnTo>
                  <a:pt x="3293400" y="2228606"/>
                </a:lnTo>
                <a:lnTo>
                  <a:pt x="3288557" y="2233587"/>
                </a:lnTo>
                <a:lnTo>
                  <a:pt x="3282458" y="2233705"/>
                </a:lnTo>
                <a:lnTo>
                  <a:pt x="3279250" y="2233790"/>
                </a:lnTo>
                <a:lnTo>
                  <a:pt x="3276323" y="2232415"/>
                </a:lnTo>
                <a:close/>
              </a:path>
              <a:path w="5142230" h="2300604">
                <a:moveTo>
                  <a:pt x="3223933" y="1141884"/>
                </a:moveTo>
                <a:lnTo>
                  <a:pt x="3219742" y="1137398"/>
                </a:lnTo>
                <a:lnTo>
                  <a:pt x="3215695" y="1132869"/>
                </a:lnTo>
                <a:lnTo>
                  <a:pt x="3216022" y="1125889"/>
                </a:lnTo>
                <a:lnTo>
                  <a:pt x="3220257" y="1122114"/>
                </a:lnTo>
                <a:lnTo>
                  <a:pt x="3224989" y="1117795"/>
                </a:lnTo>
                <a:lnTo>
                  <a:pt x="3232006" y="1118171"/>
                </a:lnTo>
                <a:lnTo>
                  <a:pt x="3236012" y="1122656"/>
                </a:lnTo>
                <a:lnTo>
                  <a:pt x="3240113" y="1127045"/>
                </a:lnTo>
                <a:lnTo>
                  <a:pt x="3239772" y="1134109"/>
                </a:lnTo>
                <a:lnTo>
                  <a:pt x="3235248" y="1138162"/>
                </a:lnTo>
                <a:lnTo>
                  <a:pt x="3230814" y="1142212"/>
                </a:lnTo>
                <a:lnTo>
                  <a:pt x="3223933" y="1141884"/>
                </a:lnTo>
                <a:close/>
              </a:path>
              <a:path w="5142230" h="2300604">
                <a:moveTo>
                  <a:pt x="1365712" y="480392"/>
                </a:moveTo>
                <a:lnTo>
                  <a:pt x="1361795" y="476199"/>
                </a:lnTo>
                <a:lnTo>
                  <a:pt x="1360811" y="471822"/>
                </a:lnTo>
                <a:lnTo>
                  <a:pt x="1362318" y="467766"/>
                </a:lnTo>
                <a:lnTo>
                  <a:pt x="1364494" y="462081"/>
                </a:lnTo>
                <a:lnTo>
                  <a:pt x="1370865" y="459224"/>
                </a:lnTo>
                <a:lnTo>
                  <a:pt x="1382195" y="463533"/>
                </a:lnTo>
                <a:lnTo>
                  <a:pt x="1385047" y="469909"/>
                </a:lnTo>
                <a:lnTo>
                  <a:pt x="1380739" y="481230"/>
                </a:lnTo>
                <a:lnTo>
                  <a:pt x="1374367" y="484086"/>
                </a:lnTo>
                <a:lnTo>
                  <a:pt x="1368727" y="481959"/>
                </a:lnTo>
                <a:lnTo>
                  <a:pt x="1367098" y="481289"/>
                </a:lnTo>
                <a:lnTo>
                  <a:pt x="1365712" y="480392"/>
                </a:lnTo>
                <a:close/>
              </a:path>
              <a:path w="5142230" h="2300604">
                <a:moveTo>
                  <a:pt x="1169864" y="396444"/>
                </a:moveTo>
                <a:lnTo>
                  <a:pt x="1165947" y="392251"/>
                </a:lnTo>
                <a:lnTo>
                  <a:pt x="1165024" y="387451"/>
                </a:lnTo>
                <a:lnTo>
                  <a:pt x="1169692" y="377786"/>
                </a:lnTo>
                <a:lnTo>
                  <a:pt x="1176237" y="375506"/>
                </a:lnTo>
                <a:lnTo>
                  <a:pt x="1181726" y="378058"/>
                </a:lnTo>
                <a:lnTo>
                  <a:pt x="1187207" y="380700"/>
                </a:lnTo>
                <a:lnTo>
                  <a:pt x="1189531" y="387294"/>
                </a:lnTo>
                <a:lnTo>
                  <a:pt x="1184293" y="398205"/>
                </a:lnTo>
                <a:lnTo>
                  <a:pt x="1177703" y="400535"/>
                </a:lnTo>
                <a:lnTo>
                  <a:pt x="1172218" y="397888"/>
                </a:lnTo>
                <a:lnTo>
                  <a:pt x="1170967" y="397331"/>
                </a:lnTo>
                <a:lnTo>
                  <a:pt x="1169864" y="396444"/>
                </a:lnTo>
                <a:close/>
              </a:path>
              <a:path w="5142230" h="2300604">
                <a:moveTo>
                  <a:pt x="3357464" y="1670923"/>
                </a:moveTo>
                <a:lnTo>
                  <a:pt x="3353596" y="1666783"/>
                </a:lnTo>
                <a:lnTo>
                  <a:pt x="3352476" y="1663629"/>
                </a:lnTo>
                <a:lnTo>
                  <a:pt x="3353695" y="1654182"/>
                </a:lnTo>
                <a:lnTo>
                  <a:pt x="3359168" y="1649973"/>
                </a:lnTo>
                <a:lnTo>
                  <a:pt x="3365185" y="1650744"/>
                </a:lnTo>
                <a:lnTo>
                  <a:pt x="3371209" y="1651426"/>
                </a:lnTo>
                <a:lnTo>
                  <a:pt x="3375459" y="1656953"/>
                </a:lnTo>
                <a:lnTo>
                  <a:pt x="3373911" y="1668981"/>
                </a:lnTo>
                <a:lnTo>
                  <a:pt x="3368430" y="1673279"/>
                </a:lnTo>
                <a:lnTo>
                  <a:pt x="3362418" y="1672513"/>
                </a:lnTo>
                <a:lnTo>
                  <a:pt x="3359787" y="1672140"/>
                </a:lnTo>
                <a:lnTo>
                  <a:pt x="3357464" y="1670923"/>
                </a:lnTo>
                <a:close/>
              </a:path>
              <a:path w="5142230" h="2300604">
                <a:moveTo>
                  <a:pt x="1432386" y="504945"/>
                </a:moveTo>
                <a:lnTo>
                  <a:pt x="1428514" y="500800"/>
                </a:lnTo>
                <a:lnTo>
                  <a:pt x="1427433" y="496515"/>
                </a:lnTo>
                <a:lnTo>
                  <a:pt x="1428891" y="492504"/>
                </a:lnTo>
                <a:lnTo>
                  <a:pt x="1430879" y="486812"/>
                </a:lnTo>
                <a:lnTo>
                  <a:pt x="1437208" y="483813"/>
                </a:lnTo>
                <a:lnTo>
                  <a:pt x="1448593" y="487887"/>
                </a:lnTo>
                <a:lnTo>
                  <a:pt x="1451636" y="494175"/>
                </a:lnTo>
                <a:lnTo>
                  <a:pt x="1449550" y="499859"/>
                </a:lnTo>
                <a:lnTo>
                  <a:pt x="1447562" y="505551"/>
                </a:lnTo>
                <a:lnTo>
                  <a:pt x="1441279" y="508599"/>
                </a:lnTo>
                <a:lnTo>
                  <a:pt x="1435541" y="506563"/>
                </a:lnTo>
                <a:lnTo>
                  <a:pt x="1433863" y="505939"/>
                </a:lnTo>
                <a:lnTo>
                  <a:pt x="1432386" y="504945"/>
                </a:lnTo>
                <a:close/>
              </a:path>
              <a:path w="5142230" h="2300604">
                <a:moveTo>
                  <a:pt x="2047696" y="677526"/>
                </a:moveTo>
                <a:lnTo>
                  <a:pt x="2043824" y="673382"/>
                </a:lnTo>
                <a:lnTo>
                  <a:pt x="2042723" y="669662"/>
                </a:lnTo>
                <a:lnTo>
                  <a:pt x="2043602" y="665910"/>
                </a:lnTo>
                <a:lnTo>
                  <a:pt x="2045030" y="660010"/>
                </a:lnTo>
                <a:lnTo>
                  <a:pt x="2050960" y="656388"/>
                </a:lnTo>
                <a:lnTo>
                  <a:pt x="2062808" y="659199"/>
                </a:lnTo>
                <a:lnTo>
                  <a:pt x="2066430" y="665129"/>
                </a:lnTo>
                <a:lnTo>
                  <a:pt x="2063574" y="676929"/>
                </a:lnTo>
                <a:lnTo>
                  <a:pt x="2057644" y="680551"/>
                </a:lnTo>
                <a:lnTo>
                  <a:pt x="2051749" y="679128"/>
                </a:lnTo>
                <a:lnTo>
                  <a:pt x="2049542" y="678623"/>
                </a:lnTo>
                <a:lnTo>
                  <a:pt x="2047696" y="677526"/>
                </a:lnTo>
                <a:close/>
              </a:path>
              <a:path w="5142230" h="2300604">
                <a:moveTo>
                  <a:pt x="2254816" y="727112"/>
                </a:moveTo>
                <a:lnTo>
                  <a:pt x="2250990" y="723016"/>
                </a:lnTo>
                <a:lnTo>
                  <a:pt x="2249862" y="719170"/>
                </a:lnTo>
                <a:lnTo>
                  <a:pt x="2250726" y="715501"/>
                </a:lnTo>
                <a:lnTo>
                  <a:pt x="2252155" y="709601"/>
                </a:lnTo>
                <a:lnTo>
                  <a:pt x="2258130" y="706028"/>
                </a:lnTo>
                <a:lnTo>
                  <a:pt x="2269930" y="708884"/>
                </a:lnTo>
                <a:lnTo>
                  <a:pt x="2273552" y="714815"/>
                </a:lnTo>
                <a:lnTo>
                  <a:pt x="2270696" y="726614"/>
                </a:lnTo>
                <a:lnTo>
                  <a:pt x="2264671" y="730233"/>
                </a:lnTo>
                <a:lnTo>
                  <a:pt x="2258820" y="728759"/>
                </a:lnTo>
                <a:lnTo>
                  <a:pt x="2256664" y="728308"/>
                </a:lnTo>
                <a:lnTo>
                  <a:pt x="2254816" y="727112"/>
                </a:lnTo>
                <a:close/>
              </a:path>
              <a:path w="5142230" h="2300604">
                <a:moveTo>
                  <a:pt x="2323731" y="744093"/>
                </a:moveTo>
                <a:lnTo>
                  <a:pt x="2319859" y="739948"/>
                </a:lnTo>
                <a:lnTo>
                  <a:pt x="2318713" y="736180"/>
                </a:lnTo>
                <a:lnTo>
                  <a:pt x="2319709" y="732359"/>
                </a:lnTo>
                <a:lnTo>
                  <a:pt x="2321118" y="726536"/>
                </a:lnTo>
                <a:lnTo>
                  <a:pt x="2322699" y="725589"/>
                </a:lnTo>
                <a:lnTo>
                  <a:pt x="2327209" y="722989"/>
                </a:lnTo>
                <a:lnTo>
                  <a:pt x="2332986" y="724481"/>
                </a:lnTo>
                <a:lnTo>
                  <a:pt x="2338890" y="725914"/>
                </a:lnTo>
                <a:lnTo>
                  <a:pt x="2342463" y="731890"/>
                </a:lnTo>
                <a:lnTo>
                  <a:pt x="2340985" y="737736"/>
                </a:lnTo>
                <a:lnTo>
                  <a:pt x="2339557" y="743636"/>
                </a:lnTo>
                <a:lnTo>
                  <a:pt x="2333586" y="747214"/>
                </a:lnTo>
                <a:lnTo>
                  <a:pt x="2327681" y="745781"/>
                </a:lnTo>
                <a:lnTo>
                  <a:pt x="2325533" y="745240"/>
                </a:lnTo>
                <a:lnTo>
                  <a:pt x="2323731" y="744093"/>
                </a:lnTo>
                <a:close/>
              </a:path>
              <a:path w="5142230" h="2300604">
                <a:moveTo>
                  <a:pt x="2116770" y="693993"/>
                </a:moveTo>
                <a:lnTo>
                  <a:pt x="2112893" y="689844"/>
                </a:lnTo>
                <a:lnTo>
                  <a:pt x="2111797" y="686129"/>
                </a:lnTo>
                <a:lnTo>
                  <a:pt x="2112680" y="682382"/>
                </a:lnTo>
                <a:lnTo>
                  <a:pt x="2114108" y="676482"/>
                </a:lnTo>
                <a:lnTo>
                  <a:pt x="2120038" y="672860"/>
                </a:lnTo>
                <a:lnTo>
                  <a:pt x="2131792" y="675668"/>
                </a:lnTo>
                <a:lnTo>
                  <a:pt x="2135414" y="681598"/>
                </a:lnTo>
                <a:lnTo>
                  <a:pt x="2134080" y="687501"/>
                </a:lnTo>
                <a:lnTo>
                  <a:pt x="2132652" y="693401"/>
                </a:lnTo>
                <a:lnTo>
                  <a:pt x="2126722" y="697023"/>
                </a:lnTo>
                <a:lnTo>
                  <a:pt x="2120822" y="695595"/>
                </a:lnTo>
                <a:lnTo>
                  <a:pt x="2118666" y="695144"/>
                </a:lnTo>
                <a:lnTo>
                  <a:pt x="2116770" y="693993"/>
                </a:lnTo>
                <a:close/>
              </a:path>
              <a:path w="5142230" h="2300604">
                <a:moveTo>
                  <a:pt x="2597623" y="818140"/>
                </a:moveTo>
                <a:lnTo>
                  <a:pt x="2593751" y="813996"/>
                </a:lnTo>
                <a:lnTo>
                  <a:pt x="2592655" y="809988"/>
                </a:lnTo>
                <a:lnTo>
                  <a:pt x="2595540" y="800271"/>
                </a:lnTo>
                <a:lnTo>
                  <a:pt x="2601644" y="796934"/>
                </a:lnTo>
                <a:lnTo>
                  <a:pt x="2613327" y="800447"/>
                </a:lnTo>
                <a:lnTo>
                  <a:pt x="2616566" y="806553"/>
                </a:lnTo>
                <a:lnTo>
                  <a:pt x="2614858" y="812349"/>
                </a:lnTo>
                <a:lnTo>
                  <a:pt x="2613101" y="818190"/>
                </a:lnTo>
                <a:lnTo>
                  <a:pt x="2607045" y="821482"/>
                </a:lnTo>
                <a:lnTo>
                  <a:pt x="2601204" y="819726"/>
                </a:lnTo>
                <a:lnTo>
                  <a:pt x="2599239" y="819187"/>
                </a:lnTo>
                <a:lnTo>
                  <a:pt x="2597623" y="818140"/>
                </a:lnTo>
                <a:close/>
              </a:path>
              <a:path w="5142230" h="2300604">
                <a:moveTo>
                  <a:pt x="3449240" y="1659790"/>
                </a:moveTo>
                <a:lnTo>
                  <a:pt x="3445601" y="1655894"/>
                </a:lnTo>
                <a:lnTo>
                  <a:pt x="3444509" y="1653161"/>
                </a:lnTo>
                <a:lnTo>
                  <a:pt x="3444662" y="1650197"/>
                </a:lnTo>
                <a:lnTo>
                  <a:pt x="3444861" y="1644349"/>
                </a:lnTo>
                <a:lnTo>
                  <a:pt x="3449778" y="1639838"/>
                </a:lnTo>
                <a:lnTo>
                  <a:pt x="3461469" y="1640331"/>
                </a:lnTo>
                <a:lnTo>
                  <a:pt x="3465979" y="1645159"/>
                </a:lnTo>
                <a:lnTo>
                  <a:pt x="3465486" y="1656849"/>
                </a:lnTo>
                <a:lnTo>
                  <a:pt x="3460561" y="1661450"/>
                </a:lnTo>
                <a:lnTo>
                  <a:pt x="3454717" y="1661156"/>
                </a:lnTo>
                <a:lnTo>
                  <a:pt x="3451888" y="1661060"/>
                </a:lnTo>
                <a:lnTo>
                  <a:pt x="3449240" y="1659790"/>
                </a:lnTo>
                <a:close/>
              </a:path>
              <a:path w="5142230" h="2300604">
                <a:moveTo>
                  <a:pt x="3136969" y="917322"/>
                </a:moveTo>
                <a:lnTo>
                  <a:pt x="3132488" y="912525"/>
                </a:lnTo>
                <a:lnTo>
                  <a:pt x="3131873" y="907371"/>
                </a:lnTo>
                <a:lnTo>
                  <a:pt x="3134266" y="903578"/>
                </a:lnTo>
                <a:lnTo>
                  <a:pt x="3137449" y="898677"/>
                </a:lnTo>
                <a:lnTo>
                  <a:pt x="3137711" y="898274"/>
                </a:lnTo>
                <a:lnTo>
                  <a:pt x="3144228" y="896844"/>
                </a:lnTo>
                <a:lnTo>
                  <a:pt x="3149168" y="899981"/>
                </a:lnTo>
                <a:lnTo>
                  <a:pt x="3154068" y="903174"/>
                </a:lnTo>
                <a:lnTo>
                  <a:pt x="3155494" y="909686"/>
                </a:lnTo>
                <a:lnTo>
                  <a:pt x="3152573" y="914183"/>
                </a:lnTo>
                <a:lnTo>
                  <a:pt x="3149427" y="919124"/>
                </a:lnTo>
                <a:lnTo>
                  <a:pt x="3149168" y="919531"/>
                </a:lnTo>
                <a:lnTo>
                  <a:pt x="3142651" y="920961"/>
                </a:lnTo>
                <a:lnTo>
                  <a:pt x="3137751" y="917768"/>
                </a:lnTo>
                <a:lnTo>
                  <a:pt x="3136969" y="917322"/>
                </a:lnTo>
                <a:close/>
              </a:path>
              <a:path w="5142230" h="2300604">
                <a:moveTo>
                  <a:pt x="3300658" y="1058239"/>
                </a:moveTo>
                <a:lnTo>
                  <a:pt x="3296468" y="1053753"/>
                </a:lnTo>
                <a:lnTo>
                  <a:pt x="3292700" y="1049328"/>
                </a:lnTo>
                <a:lnTo>
                  <a:pt x="3293256" y="1042691"/>
                </a:lnTo>
                <a:lnTo>
                  <a:pt x="3301391" y="1035759"/>
                </a:lnTo>
                <a:lnTo>
                  <a:pt x="3302154" y="1035110"/>
                </a:lnTo>
                <a:lnTo>
                  <a:pt x="3308796" y="1035671"/>
                </a:lnTo>
                <a:lnTo>
                  <a:pt x="3316332" y="1044519"/>
                </a:lnTo>
                <a:lnTo>
                  <a:pt x="3315821" y="1051206"/>
                </a:lnTo>
                <a:lnTo>
                  <a:pt x="3307676" y="1058126"/>
                </a:lnTo>
                <a:lnTo>
                  <a:pt x="3307065" y="1058645"/>
                </a:lnTo>
                <a:lnTo>
                  <a:pt x="3300658" y="1058239"/>
                </a:lnTo>
                <a:close/>
              </a:path>
              <a:path w="5142230" h="2300604">
                <a:moveTo>
                  <a:pt x="3195068" y="958011"/>
                </a:moveTo>
                <a:lnTo>
                  <a:pt x="3190306" y="952914"/>
                </a:lnTo>
                <a:lnTo>
                  <a:pt x="3189954" y="947356"/>
                </a:lnTo>
                <a:lnTo>
                  <a:pt x="3193116" y="943215"/>
                </a:lnTo>
                <a:lnTo>
                  <a:pt x="3196721" y="938570"/>
                </a:lnTo>
                <a:lnTo>
                  <a:pt x="3203312" y="937708"/>
                </a:lnTo>
                <a:lnTo>
                  <a:pt x="3207953" y="941308"/>
                </a:lnTo>
                <a:lnTo>
                  <a:pt x="3212607" y="944823"/>
                </a:lnTo>
                <a:lnTo>
                  <a:pt x="3213415" y="951455"/>
                </a:lnTo>
                <a:lnTo>
                  <a:pt x="3209909" y="956109"/>
                </a:lnTo>
                <a:lnTo>
                  <a:pt x="3206349" y="960704"/>
                </a:lnTo>
                <a:lnTo>
                  <a:pt x="3199713" y="961615"/>
                </a:lnTo>
                <a:lnTo>
                  <a:pt x="3195068" y="958011"/>
                </a:lnTo>
                <a:close/>
              </a:path>
              <a:path w="5142230" h="2300604">
                <a:moveTo>
                  <a:pt x="3075327" y="880855"/>
                </a:moveTo>
                <a:lnTo>
                  <a:pt x="3071546" y="876808"/>
                </a:lnTo>
                <a:lnTo>
                  <a:pt x="3070770" y="871871"/>
                </a:lnTo>
                <a:lnTo>
                  <a:pt x="3075847" y="862645"/>
                </a:lnTo>
                <a:lnTo>
                  <a:pt x="3082290" y="860744"/>
                </a:lnTo>
                <a:lnTo>
                  <a:pt x="3087387" y="863562"/>
                </a:lnTo>
                <a:lnTo>
                  <a:pt x="3092533" y="866333"/>
                </a:lnTo>
                <a:lnTo>
                  <a:pt x="3094388" y="872718"/>
                </a:lnTo>
                <a:lnTo>
                  <a:pt x="3091621" y="877869"/>
                </a:lnTo>
                <a:lnTo>
                  <a:pt x="3088799" y="882961"/>
                </a:lnTo>
                <a:lnTo>
                  <a:pt x="3082366" y="884871"/>
                </a:lnTo>
                <a:lnTo>
                  <a:pt x="3077314" y="882103"/>
                </a:lnTo>
                <a:lnTo>
                  <a:pt x="3076247" y="881547"/>
                </a:lnTo>
                <a:lnTo>
                  <a:pt x="3075327" y="880855"/>
                </a:lnTo>
                <a:close/>
              </a:path>
              <a:path w="5142230" h="2300604">
                <a:moveTo>
                  <a:pt x="3452232" y="1517937"/>
                </a:moveTo>
                <a:lnTo>
                  <a:pt x="3448538" y="1513982"/>
                </a:lnTo>
                <a:lnTo>
                  <a:pt x="3447441" y="1511537"/>
                </a:lnTo>
                <a:lnTo>
                  <a:pt x="3447307" y="1502988"/>
                </a:lnTo>
                <a:lnTo>
                  <a:pt x="3451956" y="1498189"/>
                </a:lnTo>
                <a:lnTo>
                  <a:pt x="3457767" y="1498056"/>
                </a:lnTo>
                <a:lnTo>
                  <a:pt x="3463624" y="1497973"/>
                </a:lnTo>
                <a:lnTo>
                  <a:pt x="3468423" y="1502621"/>
                </a:lnTo>
                <a:lnTo>
                  <a:pt x="3468590" y="1514335"/>
                </a:lnTo>
                <a:lnTo>
                  <a:pt x="3463947" y="1519138"/>
                </a:lnTo>
                <a:lnTo>
                  <a:pt x="3458139" y="1519177"/>
                </a:lnTo>
                <a:lnTo>
                  <a:pt x="3455020" y="1519259"/>
                </a:lnTo>
                <a:lnTo>
                  <a:pt x="3452232" y="1517937"/>
                </a:lnTo>
                <a:close/>
              </a:path>
              <a:path w="5142230" h="2300604">
                <a:moveTo>
                  <a:pt x="3248381" y="1003254"/>
                </a:moveTo>
                <a:lnTo>
                  <a:pt x="3244095" y="998667"/>
                </a:lnTo>
                <a:lnTo>
                  <a:pt x="3244077" y="992391"/>
                </a:lnTo>
                <a:lnTo>
                  <a:pt x="3247896" y="988366"/>
                </a:lnTo>
                <a:lnTo>
                  <a:pt x="3251918" y="984070"/>
                </a:lnTo>
                <a:lnTo>
                  <a:pt x="3258581" y="983872"/>
                </a:lnTo>
                <a:lnTo>
                  <a:pt x="3262882" y="987890"/>
                </a:lnTo>
                <a:lnTo>
                  <a:pt x="3267089" y="991904"/>
                </a:lnTo>
                <a:lnTo>
                  <a:pt x="3267287" y="998567"/>
                </a:lnTo>
                <a:lnTo>
                  <a:pt x="3263318" y="1002823"/>
                </a:lnTo>
                <a:lnTo>
                  <a:pt x="3259299" y="1007025"/>
                </a:lnTo>
                <a:lnTo>
                  <a:pt x="3252587" y="1007268"/>
                </a:lnTo>
                <a:lnTo>
                  <a:pt x="3248381" y="1003254"/>
                </a:lnTo>
                <a:close/>
              </a:path>
              <a:path w="5142230" h="2300604">
                <a:moveTo>
                  <a:pt x="2947170" y="820691"/>
                </a:moveTo>
                <a:lnTo>
                  <a:pt x="2943431" y="816688"/>
                </a:lnTo>
                <a:lnTo>
                  <a:pt x="2942546" y="812319"/>
                </a:lnTo>
                <a:lnTo>
                  <a:pt x="2944139" y="808356"/>
                </a:lnTo>
                <a:lnTo>
                  <a:pt x="2946356" y="803007"/>
                </a:lnTo>
                <a:lnTo>
                  <a:pt x="2952534" y="800432"/>
                </a:lnTo>
                <a:lnTo>
                  <a:pt x="2963331" y="804854"/>
                </a:lnTo>
                <a:lnTo>
                  <a:pt x="2965911" y="811037"/>
                </a:lnTo>
                <a:lnTo>
                  <a:pt x="2963694" y="816386"/>
                </a:lnTo>
                <a:lnTo>
                  <a:pt x="2961478" y="821834"/>
                </a:lnTo>
                <a:lnTo>
                  <a:pt x="2955305" y="824414"/>
                </a:lnTo>
                <a:lnTo>
                  <a:pt x="2949906" y="822153"/>
                </a:lnTo>
                <a:lnTo>
                  <a:pt x="2948462" y="821584"/>
                </a:lnTo>
                <a:lnTo>
                  <a:pt x="2947170" y="820691"/>
                </a:lnTo>
                <a:close/>
              </a:path>
              <a:path w="5142230" h="2300604">
                <a:moveTo>
                  <a:pt x="3446212" y="1730737"/>
                </a:moveTo>
                <a:lnTo>
                  <a:pt x="3442527" y="1726792"/>
                </a:lnTo>
                <a:lnTo>
                  <a:pt x="3441391" y="1724110"/>
                </a:lnTo>
                <a:lnTo>
                  <a:pt x="3441539" y="1721141"/>
                </a:lnTo>
                <a:lnTo>
                  <a:pt x="3441728" y="1715577"/>
                </a:lnTo>
                <a:lnTo>
                  <a:pt x="3446749" y="1710786"/>
                </a:lnTo>
                <a:lnTo>
                  <a:pt x="3458351" y="1711280"/>
                </a:lnTo>
                <a:lnTo>
                  <a:pt x="3462860" y="1716107"/>
                </a:lnTo>
                <a:lnTo>
                  <a:pt x="3462658" y="1722049"/>
                </a:lnTo>
                <a:lnTo>
                  <a:pt x="3462360" y="1727888"/>
                </a:lnTo>
                <a:lnTo>
                  <a:pt x="3457438" y="1732394"/>
                </a:lnTo>
                <a:lnTo>
                  <a:pt x="3451640" y="1732149"/>
                </a:lnTo>
                <a:lnTo>
                  <a:pt x="3448770" y="1732009"/>
                </a:lnTo>
                <a:lnTo>
                  <a:pt x="3446212" y="1730737"/>
                </a:lnTo>
                <a:close/>
              </a:path>
              <a:path w="5142230" h="2300604">
                <a:moveTo>
                  <a:pt x="3012158" y="849010"/>
                </a:moveTo>
                <a:lnTo>
                  <a:pt x="3008373" y="844958"/>
                </a:lnTo>
                <a:lnTo>
                  <a:pt x="3007494" y="840400"/>
                </a:lnTo>
                <a:lnTo>
                  <a:pt x="3009379" y="836357"/>
                </a:lnTo>
                <a:lnTo>
                  <a:pt x="3011866" y="831103"/>
                </a:lnTo>
                <a:lnTo>
                  <a:pt x="3018133" y="828819"/>
                </a:lnTo>
                <a:lnTo>
                  <a:pt x="3023432" y="831265"/>
                </a:lnTo>
                <a:lnTo>
                  <a:pt x="3028682" y="833757"/>
                </a:lnTo>
                <a:lnTo>
                  <a:pt x="3030970" y="840019"/>
                </a:lnTo>
                <a:lnTo>
                  <a:pt x="3026073" y="850612"/>
                </a:lnTo>
                <a:lnTo>
                  <a:pt x="3019721" y="852902"/>
                </a:lnTo>
                <a:lnTo>
                  <a:pt x="3014467" y="850405"/>
                </a:lnTo>
                <a:lnTo>
                  <a:pt x="3013216" y="849848"/>
                </a:lnTo>
                <a:lnTo>
                  <a:pt x="3012158" y="849010"/>
                </a:lnTo>
                <a:close/>
              </a:path>
              <a:path w="5142230" h="2300604">
                <a:moveTo>
                  <a:pt x="3451659" y="1588873"/>
                </a:moveTo>
                <a:lnTo>
                  <a:pt x="3447965" y="1584919"/>
                </a:lnTo>
                <a:lnTo>
                  <a:pt x="3446880" y="1582194"/>
                </a:lnTo>
                <a:lnTo>
                  <a:pt x="3446925" y="1579407"/>
                </a:lnTo>
                <a:lnTo>
                  <a:pt x="3447124" y="1573560"/>
                </a:lnTo>
                <a:lnTo>
                  <a:pt x="3451954" y="1568956"/>
                </a:lnTo>
                <a:lnTo>
                  <a:pt x="3457761" y="1569111"/>
                </a:lnTo>
                <a:lnTo>
                  <a:pt x="3463699" y="1569213"/>
                </a:lnTo>
                <a:lnTo>
                  <a:pt x="3468210" y="1574042"/>
                </a:lnTo>
                <a:lnTo>
                  <a:pt x="3468060" y="1579843"/>
                </a:lnTo>
                <a:lnTo>
                  <a:pt x="3467955" y="1585694"/>
                </a:lnTo>
                <a:lnTo>
                  <a:pt x="3463129" y="1590303"/>
                </a:lnTo>
                <a:lnTo>
                  <a:pt x="3454307" y="1590144"/>
                </a:lnTo>
                <a:lnTo>
                  <a:pt x="3451659" y="1588873"/>
                </a:lnTo>
                <a:close/>
              </a:path>
              <a:path w="5142230" h="2300604">
                <a:moveTo>
                  <a:pt x="3449020" y="1447249"/>
                </a:moveTo>
                <a:lnTo>
                  <a:pt x="3445331" y="1443300"/>
                </a:lnTo>
                <a:lnTo>
                  <a:pt x="3444268" y="1441087"/>
                </a:lnTo>
                <a:lnTo>
                  <a:pt x="3443564" y="1432806"/>
                </a:lnTo>
                <a:lnTo>
                  <a:pt x="3447939" y="1427715"/>
                </a:lnTo>
                <a:lnTo>
                  <a:pt x="3453714" y="1427250"/>
                </a:lnTo>
                <a:lnTo>
                  <a:pt x="3459538" y="1426741"/>
                </a:lnTo>
                <a:lnTo>
                  <a:pt x="3464678" y="1431070"/>
                </a:lnTo>
                <a:lnTo>
                  <a:pt x="3465089" y="1436886"/>
                </a:lnTo>
                <a:lnTo>
                  <a:pt x="3465604" y="1442715"/>
                </a:lnTo>
                <a:lnTo>
                  <a:pt x="3461229" y="1447806"/>
                </a:lnTo>
                <a:lnTo>
                  <a:pt x="3455453" y="1448271"/>
                </a:lnTo>
                <a:lnTo>
                  <a:pt x="3452086" y="1448576"/>
                </a:lnTo>
                <a:lnTo>
                  <a:pt x="3449020" y="1447249"/>
                </a:lnTo>
                <a:close/>
              </a:path>
              <a:path w="5142230" h="2300604">
                <a:moveTo>
                  <a:pt x="2679934" y="725715"/>
                </a:moveTo>
                <a:lnTo>
                  <a:pt x="2676204" y="721722"/>
                </a:lnTo>
                <a:lnTo>
                  <a:pt x="2675204" y="717817"/>
                </a:lnTo>
                <a:lnTo>
                  <a:pt x="2676370" y="714080"/>
                </a:lnTo>
                <a:lnTo>
                  <a:pt x="2678067" y="708468"/>
                </a:lnTo>
                <a:lnTo>
                  <a:pt x="2684031" y="705371"/>
                </a:lnTo>
                <a:lnTo>
                  <a:pt x="2695143" y="708860"/>
                </a:lnTo>
                <a:lnTo>
                  <a:pt x="2698250" y="714824"/>
                </a:lnTo>
                <a:lnTo>
                  <a:pt x="2696502" y="720383"/>
                </a:lnTo>
                <a:lnTo>
                  <a:pt x="2694800" y="725891"/>
                </a:lnTo>
                <a:lnTo>
                  <a:pt x="2688845" y="728998"/>
                </a:lnTo>
                <a:lnTo>
                  <a:pt x="2683286" y="727250"/>
                </a:lnTo>
                <a:lnTo>
                  <a:pt x="2681510" y="726718"/>
                </a:lnTo>
                <a:lnTo>
                  <a:pt x="2679934" y="725715"/>
                </a:lnTo>
                <a:close/>
              </a:path>
              <a:path w="5142230" h="2300604">
                <a:moveTo>
                  <a:pt x="2747459" y="747464"/>
                </a:moveTo>
                <a:lnTo>
                  <a:pt x="2743729" y="743471"/>
                </a:lnTo>
                <a:lnTo>
                  <a:pt x="2742732" y="739471"/>
                </a:lnTo>
                <a:lnTo>
                  <a:pt x="2745789" y="730232"/>
                </a:lnTo>
                <a:lnTo>
                  <a:pt x="2745837" y="730088"/>
                </a:lnTo>
                <a:lnTo>
                  <a:pt x="2751788" y="727075"/>
                </a:lnTo>
                <a:lnTo>
                  <a:pt x="2762899" y="730758"/>
                </a:lnTo>
                <a:lnTo>
                  <a:pt x="2765858" y="736760"/>
                </a:lnTo>
                <a:lnTo>
                  <a:pt x="2764016" y="742315"/>
                </a:lnTo>
                <a:lnTo>
                  <a:pt x="2762271" y="747680"/>
                </a:lnTo>
                <a:lnTo>
                  <a:pt x="2762224" y="747825"/>
                </a:lnTo>
                <a:lnTo>
                  <a:pt x="2756222" y="750784"/>
                </a:lnTo>
                <a:lnTo>
                  <a:pt x="2750663" y="749037"/>
                </a:lnTo>
                <a:lnTo>
                  <a:pt x="2748936" y="748459"/>
                </a:lnTo>
                <a:lnTo>
                  <a:pt x="2747459" y="747464"/>
                </a:lnTo>
                <a:close/>
              </a:path>
              <a:path w="5142230" h="2300604">
                <a:moveTo>
                  <a:pt x="3406119" y="1240238"/>
                </a:moveTo>
                <a:lnTo>
                  <a:pt x="3402384" y="1236240"/>
                </a:lnTo>
                <a:lnTo>
                  <a:pt x="3401622" y="1235034"/>
                </a:lnTo>
                <a:lnTo>
                  <a:pt x="3401097" y="1233689"/>
                </a:lnTo>
                <a:lnTo>
                  <a:pt x="3399070" y="1228196"/>
                </a:lnTo>
                <a:lnTo>
                  <a:pt x="3401874" y="1222107"/>
                </a:lnTo>
                <a:lnTo>
                  <a:pt x="3407372" y="1220075"/>
                </a:lnTo>
                <a:lnTo>
                  <a:pt x="3412821" y="1218089"/>
                </a:lnTo>
                <a:lnTo>
                  <a:pt x="3418906" y="1220888"/>
                </a:lnTo>
                <a:lnTo>
                  <a:pt x="3422928" y="1231840"/>
                </a:lnTo>
                <a:lnTo>
                  <a:pt x="3420124" y="1237930"/>
                </a:lnTo>
                <a:lnTo>
                  <a:pt x="3410516" y="1241426"/>
                </a:lnTo>
                <a:lnTo>
                  <a:pt x="3406119" y="1240238"/>
                </a:lnTo>
                <a:close/>
              </a:path>
              <a:path w="5142230" h="2300604">
                <a:moveTo>
                  <a:pt x="1443827" y="403220"/>
                </a:moveTo>
                <a:lnTo>
                  <a:pt x="1440092" y="399222"/>
                </a:lnTo>
                <a:lnTo>
                  <a:pt x="1439136" y="395266"/>
                </a:lnTo>
                <a:lnTo>
                  <a:pt x="1442164" y="385898"/>
                </a:lnTo>
                <a:lnTo>
                  <a:pt x="1448107" y="382877"/>
                </a:lnTo>
                <a:lnTo>
                  <a:pt x="1459172" y="386511"/>
                </a:lnTo>
                <a:lnTo>
                  <a:pt x="1462229" y="392421"/>
                </a:lnTo>
                <a:lnTo>
                  <a:pt x="1458640" y="403535"/>
                </a:lnTo>
                <a:lnTo>
                  <a:pt x="1452684" y="406543"/>
                </a:lnTo>
                <a:lnTo>
                  <a:pt x="1447125" y="404796"/>
                </a:lnTo>
                <a:lnTo>
                  <a:pt x="1445398" y="404218"/>
                </a:lnTo>
                <a:lnTo>
                  <a:pt x="1443827" y="403220"/>
                </a:lnTo>
                <a:close/>
              </a:path>
              <a:path w="5142230" h="2300604">
                <a:moveTo>
                  <a:pt x="1579698" y="444763"/>
                </a:moveTo>
                <a:lnTo>
                  <a:pt x="1575959" y="440759"/>
                </a:lnTo>
                <a:lnTo>
                  <a:pt x="1574955" y="436948"/>
                </a:lnTo>
                <a:lnTo>
                  <a:pt x="1577634" y="427598"/>
                </a:lnTo>
                <a:lnTo>
                  <a:pt x="1583503" y="424398"/>
                </a:lnTo>
                <a:lnTo>
                  <a:pt x="1589113" y="426006"/>
                </a:lnTo>
                <a:lnTo>
                  <a:pt x="1594675" y="427658"/>
                </a:lnTo>
                <a:lnTo>
                  <a:pt x="1597928" y="433486"/>
                </a:lnTo>
                <a:lnTo>
                  <a:pt x="1594713" y="444707"/>
                </a:lnTo>
                <a:lnTo>
                  <a:pt x="1588845" y="447907"/>
                </a:lnTo>
                <a:lnTo>
                  <a:pt x="1581364" y="445764"/>
                </a:lnTo>
                <a:lnTo>
                  <a:pt x="1579698" y="444763"/>
                </a:lnTo>
                <a:close/>
              </a:path>
              <a:path w="5142230" h="2300604">
                <a:moveTo>
                  <a:pt x="1511602" y="424552"/>
                </a:moveTo>
                <a:lnTo>
                  <a:pt x="1507867" y="420554"/>
                </a:lnTo>
                <a:lnTo>
                  <a:pt x="1506862" y="416644"/>
                </a:lnTo>
                <a:lnTo>
                  <a:pt x="1508028" y="412907"/>
                </a:lnTo>
                <a:lnTo>
                  <a:pt x="1509685" y="407350"/>
                </a:lnTo>
                <a:lnTo>
                  <a:pt x="1515599" y="404199"/>
                </a:lnTo>
                <a:lnTo>
                  <a:pt x="1526768" y="407554"/>
                </a:lnTo>
                <a:lnTo>
                  <a:pt x="1529919" y="413468"/>
                </a:lnTo>
                <a:lnTo>
                  <a:pt x="1526516" y="424682"/>
                </a:lnTo>
                <a:lnTo>
                  <a:pt x="1520602" y="427833"/>
                </a:lnTo>
                <a:lnTo>
                  <a:pt x="1515043" y="426086"/>
                </a:lnTo>
                <a:lnTo>
                  <a:pt x="1513173" y="425550"/>
                </a:lnTo>
                <a:lnTo>
                  <a:pt x="1511602" y="424552"/>
                </a:lnTo>
                <a:close/>
              </a:path>
              <a:path w="5142230" h="2300604">
                <a:moveTo>
                  <a:pt x="2814565" y="770426"/>
                </a:moveTo>
                <a:lnTo>
                  <a:pt x="2810835" y="766433"/>
                </a:lnTo>
                <a:lnTo>
                  <a:pt x="2809836" y="762334"/>
                </a:lnTo>
                <a:lnTo>
                  <a:pt x="2811199" y="758514"/>
                </a:lnTo>
                <a:lnTo>
                  <a:pt x="2813134" y="752962"/>
                </a:lnTo>
                <a:lnTo>
                  <a:pt x="2819223" y="750096"/>
                </a:lnTo>
                <a:lnTo>
                  <a:pt x="2830188" y="754014"/>
                </a:lnTo>
                <a:lnTo>
                  <a:pt x="2833048" y="760008"/>
                </a:lnTo>
                <a:lnTo>
                  <a:pt x="2829185" y="771023"/>
                </a:lnTo>
                <a:lnTo>
                  <a:pt x="2823137" y="773933"/>
                </a:lnTo>
                <a:lnTo>
                  <a:pt x="2815996" y="771372"/>
                </a:lnTo>
                <a:lnTo>
                  <a:pt x="2814565" y="770426"/>
                </a:lnTo>
                <a:close/>
              </a:path>
              <a:path w="5142230" h="2300604">
                <a:moveTo>
                  <a:pt x="1854403" y="517138"/>
                </a:moveTo>
                <a:lnTo>
                  <a:pt x="1850668" y="513140"/>
                </a:lnTo>
                <a:lnTo>
                  <a:pt x="1850286" y="511852"/>
                </a:lnTo>
                <a:lnTo>
                  <a:pt x="1849628" y="509485"/>
                </a:lnTo>
                <a:lnTo>
                  <a:pt x="1850489" y="505910"/>
                </a:lnTo>
                <a:lnTo>
                  <a:pt x="1851903" y="500289"/>
                </a:lnTo>
                <a:lnTo>
                  <a:pt x="1857597" y="496805"/>
                </a:lnTo>
                <a:lnTo>
                  <a:pt x="1868928" y="499551"/>
                </a:lnTo>
                <a:lnTo>
                  <a:pt x="1872368" y="505286"/>
                </a:lnTo>
                <a:lnTo>
                  <a:pt x="1869622" y="516617"/>
                </a:lnTo>
                <a:lnTo>
                  <a:pt x="1863932" y="520106"/>
                </a:lnTo>
                <a:lnTo>
                  <a:pt x="1858267" y="518733"/>
                </a:lnTo>
                <a:lnTo>
                  <a:pt x="1856208" y="518191"/>
                </a:lnTo>
                <a:lnTo>
                  <a:pt x="1854403" y="517138"/>
                </a:lnTo>
                <a:close/>
              </a:path>
              <a:path w="5142230" h="2300604">
                <a:moveTo>
                  <a:pt x="2881156" y="794792"/>
                </a:moveTo>
                <a:lnTo>
                  <a:pt x="2877416" y="790788"/>
                </a:lnTo>
                <a:lnTo>
                  <a:pt x="2876479" y="786560"/>
                </a:lnTo>
                <a:lnTo>
                  <a:pt x="2877975" y="782687"/>
                </a:lnTo>
                <a:lnTo>
                  <a:pt x="2880007" y="777238"/>
                </a:lnTo>
                <a:lnTo>
                  <a:pt x="2886096" y="774471"/>
                </a:lnTo>
                <a:lnTo>
                  <a:pt x="2896998" y="778614"/>
                </a:lnTo>
                <a:lnTo>
                  <a:pt x="2899769" y="784709"/>
                </a:lnTo>
                <a:lnTo>
                  <a:pt x="2895621" y="795615"/>
                </a:lnTo>
                <a:lnTo>
                  <a:pt x="2889531" y="798381"/>
                </a:lnTo>
                <a:lnTo>
                  <a:pt x="2884072" y="796350"/>
                </a:lnTo>
                <a:lnTo>
                  <a:pt x="2882493" y="795734"/>
                </a:lnTo>
                <a:lnTo>
                  <a:pt x="2881156" y="794792"/>
                </a:lnTo>
                <a:close/>
              </a:path>
              <a:path w="5142230" h="2300604">
                <a:moveTo>
                  <a:pt x="1376471" y="380674"/>
                </a:moveTo>
                <a:lnTo>
                  <a:pt x="1372781" y="376725"/>
                </a:lnTo>
                <a:lnTo>
                  <a:pt x="1371788" y="372631"/>
                </a:lnTo>
                <a:lnTo>
                  <a:pt x="1373051" y="368803"/>
                </a:lnTo>
                <a:lnTo>
                  <a:pt x="1374987" y="363251"/>
                </a:lnTo>
                <a:lnTo>
                  <a:pt x="1380981" y="360381"/>
                </a:lnTo>
                <a:lnTo>
                  <a:pt x="1391994" y="364155"/>
                </a:lnTo>
                <a:lnTo>
                  <a:pt x="1394953" y="370157"/>
                </a:lnTo>
                <a:lnTo>
                  <a:pt x="1391134" y="381221"/>
                </a:lnTo>
                <a:lnTo>
                  <a:pt x="1385132" y="384179"/>
                </a:lnTo>
                <a:lnTo>
                  <a:pt x="1377943" y="381664"/>
                </a:lnTo>
                <a:lnTo>
                  <a:pt x="1376471" y="380674"/>
                </a:lnTo>
                <a:close/>
              </a:path>
              <a:path w="5142230" h="2300604">
                <a:moveTo>
                  <a:pt x="2130810" y="582343"/>
                </a:moveTo>
                <a:lnTo>
                  <a:pt x="2127120" y="578394"/>
                </a:lnTo>
                <a:lnTo>
                  <a:pt x="2126013" y="574863"/>
                </a:lnTo>
                <a:lnTo>
                  <a:pt x="2126848" y="571261"/>
                </a:lnTo>
                <a:lnTo>
                  <a:pt x="2128221" y="565595"/>
                </a:lnTo>
                <a:lnTo>
                  <a:pt x="2133865" y="562058"/>
                </a:lnTo>
                <a:lnTo>
                  <a:pt x="2139531" y="563431"/>
                </a:lnTo>
                <a:lnTo>
                  <a:pt x="2145200" y="564710"/>
                </a:lnTo>
                <a:lnTo>
                  <a:pt x="2148734" y="570448"/>
                </a:lnTo>
                <a:lnTo>
                  <a:pt x="2146078" y="581777"/>
                </a:lnTo>
                <a:lnTo>
                  <a:pt x="2140438" y="585320"/>
                </a:lnTo>
                <a:lnTo>
                  <a:pt x="2132616" y="583496"/>
                </a:lnTo>
                <a:lnTo>
                  <a:pt x="2130810" y="582343"/>
                </a:lnTo>
                <a:close/>
              </a:path>
              <a:path w="5142230" h="2300604">
                <a:moveTo>
                  <a:pt x="1785491" y="500063"/>
                </a:moveTo>
                <a:lnTo>
                  <a:pt x="1781756" y="496065"/>
                </a:lnTo>
                <a:lnTo>
                  <a:pt x="1780701" y="492394"/>
                </a:lnTo>
                <a:lnTo>
                  <a:pt x="1781626" y="488790"/>
                </a:lnTo>
                <a:lnTo>
                  <a:pt x="1782999" y="483124"/>
                </a:lnTo>
                <a:lnTo>
                  <a:pt x="1788775" y="479728"/>
                </a:lnTo>
                <a:lnTo>
                  <a:pt x="1794441" y="481101"/>
                </a:lnTo>
                <a:lnTo>
                  <a:pt x="1800108" y="482574"/>
                </a:lnTo>
                <a:lnTo>
                  <a:pt x="1803498" y="488255"/>
                </a:lnTo>
                <a:lnTo>
                  <a:pt x="1800662" y="499588"/>
                </a:lnTo>
                <a:lnTo>
                  <a:pt x="1794927" y="503028"/>
                </a:lnTo>
                <a:lnTo>
                  <a:pt x="1789379" y="501683"/>
                </a:lnTo>
                <a:lnTo>
                  <a:pt x="1787202" y="501113"/>
                </a:lnTo>
                <a:lnTo>
                  <a:pt x="1785491" y="500063"/>
                </a:lnTo>
                <a:close/>
              </a:path>
              <a:path w="5142230" h="2300604">
                <a:moveTo>
                  <a:pt x="2337892" y="631791"/>
                </a:moveTo>
                <a:lnTo>
                  <a:pt x="2334203" y="627842"/>
                </a:lnTo>
                <a:lnTo>
                  <a:pt x="2333147" y="624171"/>
                </a:lnTo>
                <a:lnTo>
                  <a:pt x="2335441" y="614896"/>
                </a:lnTo>
                <a:lnTo>
                  <a:pt x="2336963" y="613984"/>
                </a:lnTo>
                <a:lnTo>
                  <a:pt x="2341296" y="611487"/>
                </a:lnTo>
                <a:lnTo>
                  <a:pt x="2346793" y="612875"/>
                </a:lnTo>
                <a:lnTo>
                  <a:pt x="2352463" y="614253"/>
                </a:lnTo>
                <a:lnTo>
                  <a:pt x="2355949" y="620037"/>
                </a:lnTo>
                <a:lnTo>
                  <a:pt x="2354530" y="625654"/>
                </a:lnTo>
                <a:lnTo>
                  <a:pt x="2353157" y="631319"/>
                </a:lnTo>
                <a:lnTo>
                  <a:pt x="2347422" y="634759"/>
                </a:lnTo>
                <a:lnTo>
                  <a:pt x="2341756" y="633386"/>
                </a:lnTo>
                <a:lnTo>
                  <a:pt x="2339698" y="632844"/>
                </a:lnTo>
                <a:lnTo>
                  <a:pt x="2337892" y="631791"/>
                </a:lnTo>
                <a:close/>
              </a:path>
              <a:path w="5142230" h="2300604">
                <a:moveTo>
                  <a:pt x="2406748" y="649100"/>
                </a:moveTo>
                <a:lnTo>
                  <a:pt x="2403013" y="645102"/>
                </a:lnTo>
                <a:lnTo>
                  <a:pt x="2401953" y="641426"/>
                </a:lnTo>
                <a:lnTo>
                  <a:pt x="2404346" y="632160"/>
                </a:lnTo>
                <a:lnTo>
                  <a:pt x="2410086" y="628725"/>
                </a:lnTo>
                <a:lnTo>
                  <a:pt x="2421411" y="631660"/>
                </a:lnTo>
                <a:lnTo>
                  <a:pt x="2424805" y="637346"/>
                </a:lnTo>
                <a:lnTo>
                  <a:pt x="2423402" y="642980"/>
                </a:lnTo>
                <a:lnTo>
                  <a:pt x="2421916" y="648720"/>
                </a:lnTo>
                <a:lnTo>
                  <a:pt x="2416135" y="652111"/>
                </a:lnTo>
                <a:lnTo>
                  <a:pt x="2410638" y="650722"/>
                </a:lnTo>
                <a:lnTo>
                  <a:pt x="2408459" y="650150"/>
                </a:lnTo>
                <a:lnTo>
                  <a:pt x="2406748" y="649100"/>
                </a:lnTo>
                <a:close/>
              </a:path>
              <a:path w="5142230" h="2300604">
                <a:moveTo>
                  <a:pt x="2199943" y="598581"/>
                </a:moveTo>
                <a:lnTo>
                  <a:pt x="2196254" y="594631"/>
                </a:lnTo>
                <a:lnTo>
                  <a:pt x="2195101" y="591051"/>
                </a:lnTo>
                <a:lnTo>
                  <a:pt x="2195973" y="587489"/>
                </a:lnTo>
                <a:lnTo>
                  <a:pt x="2197305" y="581779"/>
                </a:lnTo>
                <a:lnTo>
                  <a:pt x="2202990" y="578285"/>
                </a:lnTo>
                <a:lnTo>
                  <a:pt x="2214329" y="580942"/>
                </a:lnTo>
                <a:lnTo>
                  <a:pt x="2217912" y="586635"/>
                </a:lnTo>
                <a:lnTo>
                  <a:pt x="2216539" y="592300"/>
                </a:lnTo>
                <a:lnTo>
                  <a:pt x="2215211" y="598015"/>
                </a:lnTo>
                <a:lnTo>
                  <a:pt x="2209522" y="601504"/>
                </a:lnTo>
                <a:lnTo>
                  <a:pt x="2201700" y="599679"/>
                </a:lnTo>
                <a:lnTo>
                  <a:pt x="2199943" y="598581"/>
                </a:lnTo>
                <a:close/>
              </a:path>
              <a:path w="5142230" h="2300604">
                <a:moveTo>
                  <a:pt x="3443422" y="1801745"/>
                </a:moveTo>
                <a:lnTo>
                  <a:pt x="3439732" y="1797795"/>
                </a:lnTo>
                <a:lnTo>
                  <a:pt x="3438690" y="1795116"/>
                </a:lnTo>
                <a:lnTo>
                  <a:pt x="3438988" y="1786344"/>
                </a:lnTo>
                <a:lnTo>
                  <a:pt x="3443860" y="1781785"/>
                </a:lnTo>
                <a:lnTo>
                  <a:pt x="3455555" y="1782183"/>
                </a:lnTo>
                <a:lnTo>
                  <a:pt x="3460064" y="1787010"/>
                </a:lnTo>
                <a:lnTo>
                  <a:pt x="3459671" y="1798710"/>
                </a:lnTo>
                <a:lnTo>
                  <a:pt x="3454795" y="1803265"/>
                </a:lnTo>
                <a:lnTo>
                  <a:pt x="3446069" y="1803015"/>
                </a:lnTo>
                <a:lnTo>
                  <a:pt x="3443422" y="1801745"/>
                </a:lnTo>
                <a:close/>
              </a:path>
              <a:path w="5142230" h="2300604">
                <a:moveTo>
                  <a:pt x="2612044" y="705139"/>
                </a:moveTo>
                <a:lnTo>
                  <a:pt x="2608354" y="701190"/>
                </a:lnTo>
                <a:lnTo>
                  <a:pt x="2607306" y="697330"/>
                </a:lnTo>
                <a:lnTo>
                  <a:pt x="2608373" y="693585"/>
                </a:lnTo>
                <a:lnTo>
                  <a:pt x="2610030" y="688028"/>
                </a:lnTo>
                <a:lnTo>
                  <a:pt x="2615898" y="684829"/>
                </a:lnTo>
                <a:lnTo>
                  <a:pt x="2627116" y="688137"/>
                </a:lnTo>
                <a:lnTo>
                  <a:pt x="2630315" y="694006"/>
                </a:lnTo>
                <a:lnTo>
                  <a:pt x="2628658" y="699563"/>
                </a:lnTo>
                <a:lnTo>
                  <a:pt x="2626956" y="705170"/>
                </a:lnTo>
                <a:lnTo>
                  <a:pt x="2621088" y="708369"/>
                </a:lnTo>
                <a:lnTo>
                  <a:pt x="2615526" y="706716"/>
                </a:lnTo>
                <a:lnTo>
                  <a:pt x="2613656" y="706181"/>
                </a:lnTo>
                <a:lnTo>
                  <a:pt x="2612044" y="705139"/>
                </a:lnTo>
                <a:close/>
              </a:path>
              <a:path w="5142230" h="2300604">
                <a:moveTo>
                  <a:pt x="3426767" y="1307695"/>
                </a:moveTo>
                <a:lnTo>
                  <a:pt x="3423073" y="1303741"/>
                </a:lnTo>
                <a:lnTo>
                  <a:pt x="3422140" y="1302156"/>
                </a:lnTo>
                <a:lnTo>
                  <a:pt x="3420267" y="1294775"/>
                </a:lnTo>
                <a:lnTo>
                  <a:pt x="3423721" y="1288991"/>
                </a:lnTo>
                <a:lnTo>
                  <a:pt x="3429340" y="1287577"/>
                </a:lnTo>
                <a:lnTo>
                  <a:pt x="3435003" y="1286113"/>
                </a:lnTo>
                <a:lnTo>
                  <a:pt x="3440741" y="1289519"/>
                </a:lnTo>
                <a:lnTo>
                  <a:pt x="3443660" y="1300854"/>
                </a:lnTo>
                <a:lnTo>
                  <a:pt x="3440165" y="1306594"/>
                </a:lnTo>
                <a:lnTo>
                  <a:pt x="3430640" y="1309007"/>
                </a:lnTo>
                <a:lnTo>
                  <a:pt x="3426767" y="1307695"/>
                </a:lnTo>
                <a:close/>
              </a:path>
              <a:path w="5142230" h="2300604">
                <a:moveTo>
                  <a:pt x="3440786" y="1376952"/>
                </a:moveTo>
                <a:lnTo>
                  <a:pt x="3437101" y="1373008"/>
                </a:lnTo>
                <a:lnTo>
                  <a:pt x="3436124" y="1371081"/>
                </a:lnTo>
                <a:lnTo>
                  <a:pt x="3434881" y="1363202"/>
                </a:lnTo>
                <a:lnTo>
                  <a:pt x="3438753" y="1357768"/>
                </a:lnTo>
                <a:lnTo>
                  <a:pt x="3444491" y="1356873"/>
                </a:lnTo>
                <a:lnTo>
                  <a:pt x="3450283" y="1355937"/>
                </a:lnTo>
                <a:lnTo>
                  <a:pt x="3455723" y="1359903"/>
                </a:lnTo>
                <a:lnTo>
                  <a:pt x="3457504" y="1371389"/>
                </a:lnTo>
                <a:lnTo>
                  <a:pt x="3453632" y="1376823"/>
                </a:lnTo>
                <a:lnTo>
                  <a:pt x="3444234" y="1378297"/>
                </a:lnTo>
                <a:lnTo>
                  <a:pt x="3440786" y="1376952"/>
                </a:lnTo>
                <a:close/>
              </a:path>
              <a:path w="5142230" h="2300604">
                <a:moveTo>
                  <a:pt x="2061679" y="566304"/>
                </a:moveTo>
                <a:lnTo>
                  <a:pt x="2057944" y="562306"/>
                </a:lnTo>
                <a:lnTo>
                  <a:pt x="2056885" y="558729"/>
                </a:lnTo>
                <a:lnTo>
                  <a:pt x="2059041" y="549502"/>
                </a:lnTo>
                <a:lnTo>
                  <a:pt x="2064680" y="545960"/>
                </a:lnTo>
                <a:lnTo>
                  <a:pt x="2076109" y="548615"/>
                </a:lnTo>
                <a:lnTo>
                  <a:pt x="2079597" y="554305"/>
                </a:lnTo>
                <a:lnTo>
                  <a:pt x="2078323" y="559978"/>
                </a:lnTo>
                <a:lnTo>
                  <a:pt x="2076950" y="565644"/>
                </a:lnTo>
                <a:lnTo>
                  <a:pt x="2071306" y="569181"/>
                </a:lnTo>
                <a:lnTo>
                  <a:pt x="2063484" y="567357"/>
                </a:lnTo>
                <a:lnTo>
                  <a:pt x="2061679" y="566304"/>
                </a:lnTo>
                <a:close/>
              </a:path>
              <a:path w="5142230" h="2300604">
                <a:moveTo>
                  <a:pt x="2268967" y="614994"/>
                </a:moveTo>
                <a:lnTo>
                  <a:pt x="2265282" y="611050"/>
                </a:lnTo>
                <a:lnTo>
                  <a:pt x="2264928" y="609889"/>
                </a:lnTo>
                <a:lnTo>
                  <a:pt x="2264197" y="607346"/>
                </a:lnTo>
                <a:lnTo>
                  <a:pt x="2266427" y="598200"/>
                </a:lnTo>
                <a:lnTo>
                  <a:pt x="2272117" y="594712"/>
                </a:lnTo>
                <a:lnTo>
                  <a:pt x="2283443" y="597453"/>
                </a:lnTo>
                <a:lnTo>
                  <a:pt x="2286932" y="603142"/>
                </a:lnTo>
                <a:lnTo>
                  <a:pt x="2284186" y="614474"/>
                </a:lnTo>
                <a:lnTo>
                  <a:pt x="2278501" y="617967"/>
                </a:lnTo>
                <a:lnTo>
                  <a:pt x="2272835" y="616594"/>
                </a:lnTo>
                <a:lnTo>
                  <a:pt x="2270769" y="616141"/>
                </a:lnTo>
                <a:lnTo>
                  <a:pt x="2268967" y="614994"/>
                </a:lnTo>
                <a:close/>
              </a:path>
              <a:path w="5142230" h="2300604">
                <a:moveTo>
                  <a:pt x="2475392" y="666964"/>
                </a:moveTo>
                <a:lnTo>
                  <a:pt x="2471703" y="663015"/>
                </a:lnTo>
                <a:lnTo>
                  <a:pt x="2470602" y="659295"/>
                </a:lnTo>
                <a:lnTo>
                  <a:pt x="2473096" y="649942"/>
                </a:lnTo>
                <a:lnTo>
                  <a:pt x="2478636" y="646782"/>
                </a:lnTo>
                <a:lnTo>
                  <a:pt x="2478874" y="646646"/>
                </a:lnTo>
                <a:lnTo>
                  <a:pt x="2484536" y="648113"/>
                </a:lnTo>
                <a:lnTo>
                  <a:pt x="2490150" y="649626"/>
                </a:lnTo>
                <a:lnTo>
                  <a:pt x="2493541" y="655407"/>
                </a:lnTo>
                <a:lnTo>
                  <a:pt x="2492025" y="661115"/>
                </a:lnTo>
                <a:lnTo>
                  <a:pt x="2490507" y="666723"/>
                </a:lnTo>
                <a:lnTo>
                  <a:pt x="2484730" y="670020"/>
                </a:lnTo>
                <a:lnTo>
                  <a:pt x="2479072" y="668558"/>
                </a:lnTo>
                <a:lnTo>
                  <a:pt x="2477103" y="668014"/>
                </a:lnTo>
                <a:lnTo>
                  <a:pt x="2475392" y="666964"/>
                </a:lnTo>
                <a:close/>
              </a:path>
              <a:path w="5142230" h="2300604">
                <a:moveTo>
                  <a:pt x="2543876" y="685634"/>
                </a:moveTo>
                <a:lnTo>
                  <a:pt x="2540137" y="681631"/>
                </a:lnTo>
                <a:lnTo>
                  <a:pt x="2539085" y="677866"/>
                </a:lnTo>
                <a:lnTo>
                  <a:pt x="2540112" y="674176"/>
                </a:lnTo>
                <a:lnTo>
                  <a:pt x="2541715" y="668561"/>
                </a:lnTo>
                <a:lnTo>
                  <a:pt x="2547075" y="665502"/>
                </a:lnTo>
                <a:lnTo>
                  <a:pt x="2547492" y="665264"/>
                </a:lnTo>
                <a:lnTo>
                  <a:pt x="2553151" y="666826"/>
                </a:lnTo>
                <a:lnTo>
                  <a:pt x="2558762" y="668433"/>
                </a:lnTo>
                <a:lnTo>
                  <a:pt x="2562014" y="674261"/>
                </a:lnTo>
                <a:lnTo>
                  <a:pt x="2560501" y="679874"/>
                </a:lnTo>
                <a:lnTo>
                  <a:pt x="2558894" y="685485"/>
                </a:lnTo>
                <a:lnTo>
                  <a:pt x="2553491" y="688498"/>
                </a:lnTo>
                <a:lnTo>
                  <a:pt x="2553071" y="688733"/>
                </a:lnTo>
                <a:lnTo>
                  <a:pt x="2545493" y="686681"/>
                </a:lnTo>
                <a:lnTo>
                  <a:pt x="2543876" y="685634"/>
                </a:lnTo>
                <a:close/>
              </a:path>
              <a:path w="5142230" h="2300604">
                <a:moveTo>
                  <a:pt x="3458416" y="2085229"/>
                </a:moveTo>
                <a:lnTo>
                  <a:pt x="3454726" y="2081280"/>
                </a:lnTo>
                <a:lnTo>
                  <a:pt x="3453745" y="2079448"/>
                </a:lnTo>
                <a:lnTo>
                  <a:pt x="3452360" y="2071611"/>
                </a:lnTo>
                <a:lnTo>
                  <a:pt x="3456182" y="2066123"/>
                </a:lnTo>
                <a:lnTo>
                  <a:pt x="3467677" y="2064060"/>
                </a:lnTo>
                <a:lnTo>
                  <a:pt x="3473169" y="2067886"/>
                </a:lnTo>
                <a:lnTo>
                  <a:pt x="3475233" y="2079381"/>
                </a:lnTo>
                <a:lnTo>
                  <a:pt x="3471411" y="2084869"/>
                </a:lnTo>
                <a:lnTo>
                  <a:pt x="3465660" y="2085849"/>
                </a:lnTo>
                <a:lnTo>
                  <a:pt x="3462002" y="2086527"/>
                </a:lnTo>
                <a:lnTo>
                  <a:pt x="3458416" y="2085229"/>
                </a:lnTo>
                <a:close/>
              </a:path>
              <a:path w="5142230" h="2300604">
                <a:moveTo>
                  <a:pt x="3474512" y="2154656"/>
                </a:moveTo>
                <a:lnTo>
                  <a:pt x="3470772" y="2150653"/>
                </a:lnTo>
                <a:lnTo>
                  <a:pt x="3469877" y="2149206"/>
                </a:lnTo>
                <a:lnTo>
                  <a:pt x="3467865" y="2141872"/>
                </a:lnTo>
                <a:lnTo>
                  <a:pt x="3471131" y="2136082"/>
                </a:lnTo>
                <a:lnTo>
                  <a:pt x="3482382" y="2132877"/>
                </a:lnTo>
                <a:lnTo>
                  <a:pt x="3488213" y="2136187"/>
                </a:lnTo>
                <a:lnTo>
                  <a:pt x="3491323" y="2147434"/>
                </a:lnTo>
                <a:lnTo>
                  <a:pt x="3488062" y="2153229"/>
                </a:lnTo>
                <a:lnTo>
                  <a:pt x="3482437" y="2154832"/>
                </a:lnTo>
                <a:lnTo>
                  <a:pt x="3478524" y="2155921"/>
                </a:lnTo>
                <a:lnTo>
                  <a:pt x="3474512" y="2154656"/>
                </a:lnTo>
                <a:close/>
              </a:path>
              <a:path w="5142230" h="2300604">
                <a:moveTo>
                  <a:pt x="3343188" y="1114517"/>
                </a:moveTo>
                <a:lnTo>
                  <a:pt x="3338435" y="1109430"/>
                </a:lnTo>
                <a:lnTo>
                  <a:pt x="3335204" y="1104504"/>
                </a:lnTo>
                <a:lnTo>
                  <a:pt x="3336511" y="1097987"/>
                </a:lnTo>
                <a:lnTo>
                  <a:pt x="3341338" y="1094747"/>
                </a:lnTo>
                <a:lnTo>
                  <a:pt x="3346268" y="1091521"/>
                </a:lnTo>
                <a:lnTo>
                  <a:pt x="3352781" y="1092823"/>
                </a:lnTo>
                <a:lnTo>
                  <a:pt x="3359252" y="1102585"/>
                </a:lnTo>
                <a:lnTo>
                  <a:pt x="3357944" y="1109102"/>
                </a:lnTo>
                <a:lnTo>
                  <a:pt x="3353060" y="1112378"/>
                </a:lnTo>
                <a:lnTo>
                  <a:pt x="3348713" y="1115251"/>
                </a:lnTo>
                <a:lnTo>
                  <a:pt x="3343188" y="1114517"/>
                </a:lnTo>
                <a:close/>
              </a:path>
              <a:path w="5142230" h="2300604">
                <a:moveTo>
                  <a:pt x="1923420" y="533740"/>
                </a:moveTo>
                <a:lnTo>
                  <a:pt x="1919735" y="529795"/>
                </a:lnTo>
                <a:lnTo>
                  <a:pt x="1918676" y="526218"/>
                </a:lnTo>
                <a:lnTo>
                  <a:pt x="1919507" y="522611"/>
                </a:lnTo>
                <a:lnTo>
                  <a:pt x="1920880" y="516946"/>
                </a:lnTo>
                <a:lnTo>
                  <a:pt x="1926570" y="513457"/>
                </a:lnTo>
                <a:lnTo>
                  <a:pt x="1937897" y="516198"/>
                </a:lnTo>
                <a:lnTo>
                  <a:pt x="1941385" y="521888"/>
                </a:lnTo>
                <a:lnTo>
                  <a:pt x="1940061" y="527508"/>
                </a:lnTo>
                <a:lnTo>
                  <a:pt x="1938688" y="533174"/>
                </a:lnTo>
                <a:lnTo>
                  <a:pt x="1932995" y="536757"/>
                </a:lnTo>
                <a:lnTo>
                  <a:pt x="1925222" y="534887"/>
                </a:lnTo>
                <a:lnTo>
                  <a:pt x="1923420" y="533740"/>
                </a:lnTo>
                <a:close/>
              </a:path>
              <a:path w="5142230" h="2300604">
                <a:moveTo>
                  <a:pt x="3442185" y="1872753"/>
                </a:moveTo>
                <a:lnTo>
                  <a:pt x="3438491" y="1868799"/>
                </a:lnTo>
                <a:lnTo>
                  <a:pt x="3437402" y="1866264"/>
                </a:lnTo>
                <a:lnTo>
                  <a:pt x="3437414" y="1857578"/>
                </a:lnTo>
                <a:lnTo>
                  <a:pt x="3442149" y="1852872"/>
                </a:lnTo>
                <a:lnTo>
                  <a:pt x="3447958" y="1852933"/>
                </a:lnTo>
                <a:lnTo>
                  <a:pt x="3453807" y="1852938"/>
                </a:lnTo>
                <a:lnTo>
                  <a:pt x="3458554" y="1857726"/>
                </a:lnTo>
                <a:lnTo>
                  <a:pt x="3458503" y="1863536"/>
                </a:lnTo>
                <a:lnTo>
                  <a:pt x="3458492" y="1869390"/>
                </a:lnTo>
                <a:lnTo>
                  <a:pt x="3453753" y="1874091"/>
                </a:lnTo>
                <a:lnTo>
                  <a:pt x="3444878" y="1874072"/>
                </a:lnTo>
                <a:lnTo>
                  <a:pt x="3442185" y="1872753"/>
                </a:lnTo>
                <a:close/>
              </a:path>
              <a:path w="5142230" h="2300604">
                <a:moveTo>
                  <a:pt x="3378204" y="1175461"/>
                </a:moveTo>
                <a:lnTo>
                  <a:pt x="3374424" y="1171413"/>
                </a:lnTo>
                <a:lnTo>
                  <a:pt x="3373882" y="1170541"/>
                </a:lnTo>
                <a:lnTo>
                  <a:pt x="3373398" y="1169632"/>
                </a:lnTo>
                <a:lnTo>
                  <a:pt x="3370791" y="1164397"/>
                </a:lnTo>
                <a:lnTo>
                  <a:pt x="3372896" y="1158048"/>
                </a:lnTo>
                <a:lnTo>
                  <a:pt x="3377769" y="1155641"/>
                </a:lnTo>
                <a:lnTo>
                  <a:pt x="3383271" y="1152831"/>
                </a:lnTo>
                <a:lnTo>
                  <a:pt x="3389619" y="1154935"/>
                </a:lnTo>
                <a:lnTo>
                  <a:pt x="3392275" y="1160124"/>
                </a:lnTo>
                <a:lnTo>
                  <a:pt x="3394774" y="1165145"/>
                </a:lnTo>
                <a:lnTo>
                  <a:pt x="3394902" y="1165282"/>
                </a:lnTo>
                <a:lnTo>
                  <a:pt x="3392778" y="1171708"/>
                </a:lnTo>
                <a:lnTo>
                  <a:pt x="3387960" y="1174174"/>
                </a:lnTo>
                <a:lnTo>
                  <a:pt x="3383268" y="1176483"/>
                </a:lnTo>
                <a:lnTo>
                  <a:pt x="3378204" y="1175461"/>
                </a:lnTo>
                <a:close/>
              </a:path>
              <a:path w="5142230" h="2300604">
                <a:moveTo>
                  <a:pt x="3443449" y="1943799"/>
                </a:moveTo>
                <a:lnTo>
                  <a:pt x="3439759" y="1939850"/>
                </a:lnTo>
                <a:lnTo>
                  <a:pt x="3438655" y="1937494"/>
                </a:lnTo>
                <a:lnTo>
                  <a:pt x="3438329" y="1929032"/>
                </a:lnTo>
                <a:lnTo>
                  <a:pt x="3442886" y="1924136"/>
                </a:lnTo>
                <a:lnTo>
                  <a:pt x="3454520" y="1923687"/>
                </a:lnTo>
                <a:lnTo>
                  <a:pt x="3459465" y="1928199"/>
                </a:lnTo>
                <a:lnTo>
                  <a:pt x="3459919" y="1939828"/>
                </a:lnTo>
                <a:lnTo>
                  <a:pt x="3455403" y="1944768"/>
                </a:lnTo>
                <a:lnTo>
                  <a:pt x="3449544" y="1945045"/>
                </a:lnTo>
                <a:lnTo>
                  <a:pt x="3446331" y="1945125"/>
                </a:lnTo>
                <a:lnTo>
                  <a:pt x="3443449" y="1943799"/>
                </a:lnTo>
                <a:close/>
              </a:path>
              <a:path w="5142230" h="2300604">
                <a:moveTo>
                  <a:pt x="1716697" y="482331"/>
                </a:moveTo>
                <a:lnTo>
                  <a:pt x="1713007" y="478381"/>
                </a:lnTo>
                <a:lnTo>
                  <a:pt x="1711906" y="474662"/>
                </a:lnTo>
                <a:lnTo>
                  <a:pt x="1712792" y="471211"/>
                </a:lnTo>
                <a:lnTo>
                  <a:pt x="1714344" y="465444"/>
                </a:lnTo>
                <a:lnTo>
                  <a:pt x="1719948" y="462157"/>
                </a:lnTo>
                <a:lnTo>
                  <a:pt x="1720125" y="462053"/>
                </a:lnTo>
                <a:lnTo>
                  <a:pt x="1731404" y="464939"/>
                </a:lnTo>
                <a:lnTo>
                  <a:pt x="1734796" y="470720"/>
                </a:lnTo>
                <a:lnTo>
                  <a:pt x="1733336" y="476195"/>
                </a:lnTo>
                <a:lnTo>
                  <a:pt x="1731861" y="482045"/>
                </a:lnTo>
                <a:lnTo>
                  <a:pt x="1726153" y="485319"/>
                </a:lnTo>
                <a:lnTo>
                  <a:pt x="1720418" y="483968"/>
                </a:lnTo>
                <a:lnTo>
                  <a:pt x="1718408" y="483381"/>
                </a:lnTo>
                <a:lnTo>
                  <a:pt x="1716697" y="482331"/>
                </a:lnTo>
                <a:close/>
              </a:path>
              <a:path w="5142230" h="2300604">
                <a:moveTo>
                  <a:pt x="3448487" y="2014780"/>
                </a:moveTo>
                <a:lnTo>
                  <a:pt x="3444757" y="2010787"/>
                </a:lnTo>
                <a:lnTo>
                  <a:pt x="3443741" y="2008722"/>
                </a:lnTo>
                <a:lnTo>
                  <a:pt x="3442884" y="2000474"/>
                </a:lnTo>
                <a:lnTo>
                  <a:pt x="3447173" y="1995290"/>
                </a:lnTo>
                <a:lnTo>
                  <a:pt x="3452951" y="1994731"/>
                </a:lnTo>
                <a:lnTo>
                  <a:pt x="3458774" y="1994122"/>
                </a:lnTo>
                <a:lnTo>
                  <a:pt x="3463917" y="1998357"/>
                </a:lnTo>
                <a:lnTo>
                  <a:pt x="3465130" y="2010017"/>
                </a:lnTo>
                <a:lnTo>
                  <a:pt x="3460895" y="2015160"/>
                </a:lnTo>
                <a:lnTo>
                  <a:pt x="3451657" y="2016121"/>
                </a:lnTo>
                <a:lnTo>
                  <a:pt x="3448487" y="2014780"/>
                </a:lnTo>
                <a:close/>
              </a:path>
              <a:path w="5142230" h="2300604">
                <a:moveTo>
                  <a:pt x="1992501" y="550117"/>
                </a:moveTo>
                <a:lnTo>
                  <a:pt x="1988812" y="546168"/>
                </a:lnTo>
                <a:lnTo>
                  <a:pt x="1987753" y="542591"/>
                </a:lnTo>
                <a:lnTo>
                  <a:pt x="1989908" y="533364"/>
                </a:lnTo>
                <a:lnTo>
                  <a:pt x="1995601" y="529781"/>
                </a:lnTo>
                <a:lnTo>
                  <a:pt x="2001267" y="531154"/>
                </a:lnTo>
                <a:lnTo>
                  <a:pt x="2006981" y="532482"/>
                </a:lnTo>
                <a:lnTo>
                  <a:pt x="2010470" y="538171"/>
                </a:lnTo>
                <a:lnTo>
                  <a:pt x="2009191" y="543840"/>
                </a:lnTo>
                <a:lnTo>
                  <a:pt x="2007818" y="549506"/>
                </a:lnTo>
                <a:lnTo>
                  <a:pt x="2002174" y="553043"/>
                </a:lnTo>
                <a:lnTo>
                  <a:pt x="1994352" y="551219"/>
                </a:lnTo>
                <a:lnTo>
                  <a:pt x="1992501" y="550117"/>
                </a:lnTo>
                <a:close/>
              </a:path>
              <a:path w="5142230" h="2300604">
                <a:moveTo>
                  <a:pt x="1648064" y="463991"/>
                </a:moveTo>
                <a:lnTo>
                  <a:pt x="1644329" y="459992"/>
                </a:lnTo>
                <a:lnTo>
                  <a:pt x="1643277" y="456227"/>
                </a:lnTo>
                <a:lnTo>
                  <a:pt x="1644341" y="452576"/>
                </a:lnTo>
                <a:lnTo>
                  <a:pt x="1645858" y="446967"/>
                </a:lnTo>
                <a:lnTo>
                  <a:pt x="1651328" y="443830"/>
                </a:lnTo>
                <a:lnTo>
                  <a:pt x="1651685" y="443625"/>
                </a:lnTo>
                <a:lnTo>
                  <a:pt x="1662957" y="446700"/>
                </a:lnTo>
                <a:lnTo>
                  <a:pt x="1666201" y="452518"/>
                </a:lnTo>
                <a:lnTo>
                  <a:pt x="1664688" y="458131"/>
                </a:lnTo>
                <a:lnTo>
                  <a:pt x="1663131" y="463795"/>
                </a:lnTo>
                <a:lnTo>
                  <a:pt x="1657707" y="466884"/>
                </a:lnTo>
                <a:lnTo>
                  <a:pt x="1657349" y="467087"/>
                </a:lnTo>
                <a:lnTo>
                  <a:pt x="1651690" y="465526"/>
                </a:lnTo>
                <a:lnTo>
                  <a:pt x="1649771" y="465036"/>
                </a:lnTo>
                <a:lnTo>
                  <a:pt x="1648064" y="463991"/>
                </a:lnTo>
                <a:close/>
              </a:path>
              <a:path w="5142230" h="2300604">
                <a:moveTo>
                  <a:pt x="1309631" y="356824"/>
                </a:moveTo>
                <a:lnTo>
                  <a:pt x="1305896" y="352826"/>
                </a:lnTo>
                <a:lnTo>
                  <a:pt x="1304906" y="348638"/>
                </a:lnTo>
                <a:lnTo>
                  <a:pt x="1306312" y="344767"/>
                </a:lnTo>
                <a:lnTo>
                  <a:pt x="1308339" y="339313"/>
                </a:lnTo>
                <a:lnTo>
                  <a:pt x="1314383" y="336497"/>
                </a:lnTo>
                <a:lnTo>
                  <a:pt x="1319838" y="338524"/>
                </a:lnTo>
                <a:lnTo>
                  <a:pt x="1325341" y="340505"/>
                </a:lnTo>
                <a:lnTo>
                  <a:pt x="1328153" y="346644"/>
                </a:lnTo>
                <a:lnTo>
                  <a:pt x="1324100" y="357553"/>
                </a:lnTo>
                <a:lnTo>
                  <a:pt x="1318056" y="360369"/>
                </a:lnTo>
                <a:lnTo>
                  <a:pt x="1312601" y="358342"/>
                </a:lnTo>
                <a:lnTo>
                  <a:pt x="1310968" y="357767"/>
                </a:lnTo>
                <a:lnTo>
                  <a:pt x="1309631" y="356824"/>
                </a:lnTo>
                <a:close/>
              </a:path>
              <a:path w="5142230" h="2300604">
                <a:moveTo>
                  <a:pt x="3527799" y="2286769"/>
                </a:moveTo>
                <a:lnTo>
                  <a:pt x="3524014" y="2282717"/>
                </a:lnTo>
                <a:lnTo>
                  <a:pt x="3523478" y="2281948"/>
                </a:lnTo>
                <a:lnTo>
                  <a:pt x="3523081" y="2281132"/>
                </a:lnTo>
                <a:lnTo>
                  <a:pt x="3520278" y="2275980"/>
                </a:lnTo>
                <a:lnTo>
                  <a:pt x="3522194" y="2269625"/>
                </a:lnTo>
                <a:lnTo>
                  <a:pt x="3532443" y="2264077"/>
                </a:lnTo>
                <a:lnTo>
                  <a:pt x="3538842" y="2265943"/>
                </a:lnTo>
                <a:lnTo>
                  <a:pt x="3544440" y="2276236"/>
                </a:lnTo>
                <a:lnTo>
                  <a:pt x="3542476" y="2282637"/>
                </a:lnTo>
                <a:lnTo>
                  <a:pt x="3537334" y="2285441"/>
                </a:lnTo>
                <a:lnTo>
                  <a:pt x="3533002" y="2287743"/>
                </a:lnTo>
                <a:lnTo>
                  <a:pt x="3527799" y="2286769"/>
                </a:lnTo>
                <a:close/>
              </a:path>
              <a:path w="5142230" h="2300604">
                <a:moveTo>
                  <a:pt x="3497517" y="2222194"/>
                </a:moveTo>
                <a:lnTo>
                  <a:pt x="3493736" y="2218147"/>
                </a:lnTo>
                <a:lnTo>
                  <a:pt x="3493017" y="2217083"/>
                </a:lnTo>
                <a:lnTo>
                  <a:pt x="3492493" y="2215838"/>
                </a:lnTo>
                <a:lnTo>
                  <a:pt x="3490314" y="2210377"/>
                </a:lnTo>
                <a:lnTo>
                  <a:pt x="3492982" y="2204241"/>
                </a:lnTo>
                <a:lnTo>
                  <a:pt x="3498385" y="2202107"/>
                </a:lnTo>
                <a:lnTo>
                  <a:pt x="3503800" y="2199889"/>
                </a:lnTo>
                <a:lnTo>
                  <a:pt x="3509941" y="2202552"/>
                </a:lnTo>
                <a:lnTo>
                  <a:pt x="3512164" y="2207963"/>
                </a:lnTo>
                <a:lnTo>
                  <a:pt x="3514294" y="2213370"/>
                </a:lnTo>
                <a:lnTo>
                  <a:pt x="3511630" y="2219511"/>
                </a:lnTo>
                <a:lnTo>
                  <a:pt x="3506263" y="2221684"/>
                </a:lnTo>
                <a:lnTo>
                  <a:pt x="3502320" y="2223230"/>
                </a:lnTo>
                <a:lnTo>
                  <a:pt x="3502053" y="2223335"/>
                </a:lnTo>
                <a:lnTo>
                  <a:pt x="3497517" y="2222194"/>
                </a:lnTo>
                <a:close/>
              </a:path>
              <a:path w="5142230" h="2300604">
                <a:moveTo>
                  <a:pt x="3828977" y="2245751"/>
                </a:moveTo>
                <a:lnTo>
                  <a:pt x="3825055" y="2241552"/>
                </a:lnTo>
                <a:lnTo>
                  <a:pt x="3825079" y="2235421"/>
                </a:lnTo>
                <a:lnTo>
                  <a:pt x="3828847" y="2231536"/>
                </a:lnTo>
                <a:lnTo>
                  <a:pt x="3832715" y="2227466"/>
                </a:lnTo>
                <a:lnTo>
                  <a:pt x="3839087" y="2227348"/>
                </a:lnTo>
                <a:lnTo>
                  <a:pt x="3843157" y="2231216"/>
                </a:lnTo>
                <a:lnTo>
                  <a:pt x="3847183" y="2235134"/>
                </a:lnTo>
                <a:lnTo>
                  <a:pt x="3847342" y="2241560"/>
                </a:lnTo>
                <a:lnTo>
                  <a:pt x="3843429" y="2245581"/>
                </a:lnTo>
                <a:lnTo>
                  <a:pt x="3839609" y="2249606"/>
                </a:lnTo>
                <a:lnTo>
                  <a:pt x="3833133" y="2249711"/>
                </a:lnTo>
                <a:lnTo>
                  <a:pt x="3828977" y="2245751"/>
                </a:lnTo>
                <a:close/>
              </a:path>
              <a:path w="5142230" h="2300604">
                <a:moveTo>
                  <a:pt x="3661108" y="2023434"/>
                </a:moveTo>
                <a:lnTo>
                  <a:pt x="3657423" y="2019489"/>
                </a:lnTo>
                <a:lnTo>
                  <a:pt x="3656929" y="2018764"/>
                </a:lnTo>
                <a:lnTo>
                  <a:pt x="3656531" y="2017948"/>
                </a:lnTo>
                <a:lnTo>
                  <a:pt x="3653910" y="2012992"/>
                </a:lnTo>
                <a:lnTo>
                  <a:pt x="3655775" y="2006875"/>
                </a:lnTo>
                <a:lnTo>
                  <a:pt x="3665674" y="2001637"/>
                </a:lnTo>
                <a:lnTo>
                  <a:pt x="3671795" y="2003498"/>
                </a:lnTo>
                <a:lnTo>
                  <a:pt x="3677074" y="2013450"/>
                </a:lnTo>
                <a:lnTo>
                  <a:pt x="3675173" y="2019527"/>
                </a:lnTo>
                <a:lnTo>
                  <a:pt x="3670217" y="2022139"/>
                </a:lnTo>
                <a:lnTo>
                  <a:pt x="3666086" y="2024364"/>
                </a:lnTo>
                <a:lnTo>
                  <a:pt x="3661108" y="2023434"/>
                </a:lnTo>
                <a:close/>
              </a:path>
              <a:path w="5142230" h="2300604">
                <a:moveTo>
                  <a:pt x="3480131" y="1266976"/>
                </a:moveTo>
                <a:lnTo>
                  <a:pt x="3476578" y="1263173"/>
                </a:lnTo>
                <a:lnTo>
                  <a:pt x="3475731" y="1261680"/>
                </a:lnTo>
                <a:lnTo>
                  <a:pt x="3475264" y="1260007"/>
                </a:lnTo>
                <a:lnTo>
                  <a:pt x="3473849" y="1254582"/>
                </a:lnTo>
                <a:lnTo>
                  <a:pt x="3477100" y="1249070"/>
                </a:lnTo>
                <a:lnTo>
                  <a:pt x="3482489" y="1247606"/>
                </a:lnTo>
                <a:lnTo>
                  <a:pt x="3487915" y="1246181"/>
                </a:lnTo>
                <a:lnTo>
                  <a:pt x="3493471" y="1249391"/>
                </a:lnTo>
                <a:lnTo>
                  <a:pt x="3496316" y="1260257"/>
                </a:lnTo>
                <a:lnTo>
                  <a:pt x="3493101" y="1265808"/>
                </a:lnTo>
                <a:lnTo>
                  <a:pt x="3487675" y="1267233"/>
                </a:lnTo>
                <a:lnTo>
                  <a:pt x="3483954" y="1268234"/>
                </a:lnTo>
                <a:lnTo>
                  <a:pt x="3480131" y="1266976"/>
                </a:lnTo>
                <a:close/>
              </a:path>
              <a:path w="5142230" h="2300604">
                <a:moveTo>
                  <a:pt x="3737854" y="2143514"/>
                </a:moveTo>
                <a:lnTo>
                  <a:pt x="3733567" y="2138925"/>
                </a:lnTo>
                <a:lnTo>
                  <a:pt x="3730225" y="2134468"/>
                </a:lnTo>
                <a:lnTo>
                  <a:pt x="3731050" y="2128118"/>
                </a:lnTo>
                <a:lnTo>
                  <a:pt x="3735556" y="2124731"/>
                </a:lnTo>
                <a:lnTo>
                  <a:pt x="3739968" y="2121340"/>
                </a:lnTo>
                <a:lnTo>
                  <a:pt x="3746358" y="2122219"/>
                </a:lnTo>
                <a:lnTo>
                  <a:pt x="3749749" y="2126630"/>
                </a:lnTo>
                <a:lnTo>
                  <a:pt x="3753136" y="2131136"/>
                </a:lnTo>
                <a:lnTo>
                  <a:pt x="3752217" y="2137483"/>
                </a:lnTo>
                <a:lnTo>
                  <a:pt x="3747805" y="2140873"/>
                </a:lnTo>
                <a:lnTo>
                  <a:pt x="3743637" y="2144036"/>
                </a:lnTo>
                <a:lnTo>
                  <a:pt x="3737854" y="2143514"/>
                </a:lnTo>
                <a:close/>
              </a:path>
              <a:path w="5142230" h="2300604">
                <a:moveTo>
                  <a:pt x="3697075" y="2085004"/>
                </a:moveTo>
                <a:lnTo>
                  <a:pt x="3692923" y="2080560"/>
                </a:lnTo>
                <a:lnTo>
                  <a:pt x="3692606" y="2080025"/>
                </a:lnTo>
                <a:lnTo>
                  <a:pt x="3689557" y="2075294"/>
                </a:lnTo>
                <a:lnTo>
                  <a:pt x="3690949" y="2069063"/>
                </a:lnTo>
                <a:lnTo>
                  <a:pt x="3700366" y="2063015"/>
                </a:lnTo>
                <a:lnTo>
                  <a:pt x="3706692" y="2064410"/>
                </a:lnTo>
                <a:lnTo>
                  <a:pt x="3709647" y="2069138"/>
                </a:lnTo>
                <a:lnTo>
                  <a:pt x="3712646" y="2073814"/>
                </a:lnTo>
                <a:lnTo>
                  <a:pt x="3711299" y="2080094"/>
                </a:lnTo>
                <a:lnTo>
                  <a:pt x="3706573" y="2083149"/>
                </a:lnTo>
                <a:lnTo>
                  <a:pt x="3702371" y="2085786"/>
                </a:lnTo>
                <a:lnTo>
                  <a:pt x="3697075" y="2085004"/>
                </a:lnTo>
                <a:close/>
              </a:path>
              <a:path w="5142230" h="2300604">
                <a:moveTo>
                  <a:pt x="3783182" y="2198488"/>
                </a:moveTo>
                <a:lnTo>
                  <a:pt x="3779265" y="2194295"/>
                </a:lnTo>
                <a:lnTo>
                  <a:pt x="3775536" y="2190108"/>
                </a:lnTo>
                <a:lnTo>
                  <a:pt x="3775898" y="2183652"/>
                </a:lnTo>
                <a:lnTo>
                  <a:pt x="3783924" y="2176507"/>
                </a:lnTo>
                <a:lnTo>
                  <a:pt x="3784223" y="2176241"/>
                </a:lnTo>
                <a:lnTo>
                  <a:pt x="3790637" y="2176558"/>
                </a:lnTo>
                <a:lnTo>
                  <a:pt x="3798094" y="2184932"/>
                </a:lnTo>
                <a:lnTo>
                  <a:pt x="3797777" y="2191337"/>
                </a:lnTo>
                <a:lnTo>
                  <a:pt x="3789752" y="2198483"/>
                </a:lnTo>
                <a:lnTo>
                  <a:pt x="3789452" y="2198749"/>
                </a:lnTo>
                <a:lnTo>
                  <a:pt x="3783182" y="2198488"/>
                </a:lnTo>
                <a:close/>
              </a:path>
              <a:path w="5142230" h="2300604">
                <a:moveTo>
                  <a:pt x="3460016" y="1199112"/>
                </a:moveTo>
                <a:lnTo>
                  <a:pt x="3456418" y="1195260"/>
                </a:lnTo>
                <a:lnTo>
                  <a:pt x="3455656" y="1194054"/>
                </a:lnTo>
                <a:lnTo>
                  <a:pt x="3453383" y="1187320"/>
                </a:lnTo>
                <a:lnTo>
                  <a:pt x="3456218" y="1181558"/>
                </a:lnTo>
                <a:lnTo>
                  <a:pt x="3466867" y="1178002"/>
                </a:lnTo>
                <a:lnTo>
                  <a:pt x="3472629" y="1180846"/>
                </a:lnTo>
                <a:lnTo>
                  <a:pt x="3476185" y="1191495"/>
                </a:lnTo>
                <a:lnTo>
                  <a:pt x="3473295" y="1197199"/>
                </a:lnTo>
                <a:lnTo>
                  <a:pt x="3468041" y="1199003"/>
                </a:lnTo>
                <a:lnTo>
                  <a:pt x="3464130" y="1200291"/>
                </a:lnTo>
                <a:lnTo>
                  <a:pt x="3460016" y="1199112"/>
                </a:lnTo>
                <a:close/>
              </a:path>
              <a:path w="5142230" h="2300604">
                <a:moveTo>
                  <a:pt x="3538526" y="1616568"/>
                </a:moveTo>
                <a:lnTo>
                  <a:pt x="3534969" y="1612760"/>
                </a:lnTo>
                <a:lnTo>
                  <a:pt x="3533997" y="1610938"/>
                </a:lnTo>
                <a:lnTo>
                  <a:pt x="3532834" y="1603340"/>
                </a:lnTo>
                <a:lnTo>
                  <a:pt x="3536651" y="1598140"/>
                </a:lnTo>
                <a:lnTo>
                  <a:pt x="3542152" y="1597284"/>
                </a:lnTo>
                <a:lnTo>
                  <a:pt x="3547706" y="1596387"/>
                </a:lnTo>
                <a:lnTo>
                  <a:pt x="3552862" y="1600245"/>
                </a:lnTo>
                <a:lnTo>
                  <a:pt x="3554615" y="1611309"/>
                </a:lnTo>
                <a:lnTo>
                  <a:pt x="3550757" y="1616465"/>
                </a:lnTo>
                <a:lnTo>
                  <a:pt x="3541829" y="1617856"/>
                </a:lnTo>
                <a:lnTo>
                  <a:pt x="3538526" y="1616568"/>
                </a:lnTo>
                <a:close/>
              </a:path>
              <a:path w="5142230" h="2300604">
                <a:moveTo>
                  <a:pt x="3630251" y="1959123"/>
                </a:moveTo>
                <a:lnTo>
                  <a:pt x="3626657" y="1955276"/>
                </a:lnTo>
                <a:lnTo>
                  <a:pt x="3625975" y="1954351"/>
                </a:lnTo>
                <a:lnTo>
                  <a:pt x="3623234" y="1947897"/>
                </a:lnTo>
                <a:lnTo>
                  <a:pt x="3625688" y="1942118"/>
                </a:lnTo>
                <a:lnTo>
                  <a:pt x="3635943" y="1937652"/>
                </a:lnTo>
                <a:lnTo>
                  <a:pt x="3641905" y="1940027"/>
                </a:lnTo>
                <a:lnTo>
                  <a:pt x="3646371" y="1950282"/>
                </a:lnTo>
                <a:lnTo>
                  <a:pt x="3643948" y="1956289"/>
                </a:lnTo>
                <a:lnTo>
                  <a:pt x="3638869" y="1958477"/>
                </a:lnTo>
                <a:lnTo>
                  <a:pt x="3634795" y="1960274"/>
                </a:lnTo>
                <a:lnTo>
                  <a:pt x="3630251" y="1959123"/>
                </a:lnTo>
                <a:close/>
              </a:path>
              <a:path w="5142230" h="2300604">
                <a:moveTo>
                  <a:pt x="3564930" y="1756263"/>
                </a:moveTo>
                <a:lnTo>
                  <a:pt x="3561331" y="1752411"/>
                </a:lnTo>
                <a:lnTo>
                  <a:pt x="3560439" y="1750870"/>
                </a:lnTo>
                <a:lnTo>
                  <a:pt x="3558797" y="1743638"/>
                </a:lnTo>
                <a:lnTo>
                  <a:pt x="3561937" y="1738594"/>
                </a:lnTo>
                <a:lnTo>
                  <a:pt x="3562193" y="1738183"/>
                </a:lnTo>
                <a:lnTo>
                  <a:pt x="3567666" y="1736906"/>
                </a:lnTo>
                <a:lnTo>
                  <a:pt x="3573089" y="1735674"/>
                </a:lnTo>
                <a:lnTo>
                  <a:pt x="3578540" y="1739065"/>
                </a:lnTo>
                <a:lnTo>
                  <a:pt x="3581053" y="1749967"/>
                </a:lnTo>
                <a:lnTo>
                  <a:pt x="3577913" y="1755011"/>
                </a:lnTo>
                <a:lnTo>
                  <a:pt x="3577658" y="1755422"/>
                </a:lnTo>
                <a:lnTo>
                  <a:pt x="3572185" y="1756699"/>
                </a:lnTo>
                <a:lnTo>
                  <a:pt x="3568565" y="1757515"/>
                </a:lnTo>
                <a:lnTo>
                  <a:pt x="3564930" y="1756263"/>
                </a:lnTo>
                <a:close/>
              </a:path>
              <a:path w="5142230" h="2300604">
                <a:moveTo>
                  <a:pt x="3582648" y="1825179"/>
                </a:moveTo>
                <a:lnTo>
                  <a:pt x="3579049" y="1821327"/>
                </a:lnTo>
                <a:lnTo>
                  <a:pt x="3578249" y="1819883"/>
                </a:lnTo>
                <a:lnTo>
                  <a:pt x="3576220" y="1812921"/>
                </a:lnTo>
                <a:lnTo>
                  <a:pt x="3579385" y="1807317"/>
                </a:lnTo>
                <a:lnTo>
                  <a:pt x="3584773" y="1805753"/>
                </a:lnTo>
                <a:lnTo>
                  <a:pt x="3590157" y="1804284"/>
                </a:lnTo>
                <a:lnTo>
                  <a:pt x="3595765" y="1807355"/>
                </a:lnTo>
                <a:lnTo>
                  <a:pt x="3598797" y="1818128"/>
                </a:lnTo>
                <a:lnTo>
                  <a:pt x="3595727" y="1823735"/>
                </a:lnTo>
                <a:lnTo>
                  <a:pt x="3586520" y="1826392"/>
                </a:lnTo>
                <a:lnTo>
                  <a:pt x="3582648" y="1825179"/>
                </a:lnTo>
                <a:close/>
              </a:path>
              <a:path w="5142230" h="2300604">
                <a:moveTo>
                  <a:pt x="3604278" y="1892905"/>
                </a:moveTo>
                <a:lnTo>
                  <a:pt x="3600679" y="1889053"/>
                </a:lnTo>
                <a:lnTo>
                  <a:pt x="3599918" y="1887847"/>
                </a:lnTo>
                <a:lnTo>
                  <a:pt x="3599397" y="1886508"/>
                </a:lnTo>
                <a:lnTo>
                  <a:pt x="3597543" y="1881199"/>
                </a:lnTo>
                <a:lnTo>
                  <a:pt x="3600342" y="1875398"/>
                </a:lnTo>
                <a:lnTo>
                  <a:pt x="3610895" y="1871740"/>
                </a:lnTo>
                <a:lnTo>
                  <a:pt x="3616660" y="1874490"/>
                </a:lnTo>
                <a:lnTo>
                  <a:pt x="3618554" y="1879743"/>
                </a:lnTo>
                <a:lnTo>
                  <a:pt x="3620408" y="1885051"/>
                </a:lnTo>
                <a:lnTo>
                  <a:pt x="3617613" y="1890857"/>
                </a:lnTo>
                <a:lnTo>
                  <a:pt x="3612359" y="1892661"/>
                </a:lnTo>
                <a:lnTo>
                  <a:pt x="3608392" y="1894084"/>
                </a:lnTo>
                <a:lnTo>
                  <a:pt x="3604278" y="1892905"/>
                </a:lnTo>
                <a:close/>
              </a:path>
              <a:path w="5142230" h="2300604">
                <a:moveTo>
                  <a:pt x="3509209" y="1405624"/>
                </a:moveTo>
                <a:lnTo>
                  <a:pt x="3505660" y="1401826"/>
                </a:lnTo>
                <a:lnTo>
                  <a:pt x="3504684" y="1399999"/>
                </a:lnTo>
                <a:lnTo>
                  <a:pt x="3503477" y="1392451"/>
                </a:lnTo>
                <a:lnTo>
                  <a:pt x="3507191" y="1387238"/>
                </a:lnTo>
                <a:lnTo>
                  <a:pt x="3518208" y="1385347"/>
                </a:lnTo>
                <a:lnTo>
                  <a:pt x="3523466" y="1389119"/>
                </a:lnTo>
                <a:lnTo>
                  <a:pt x="3524363" y="1394673"/>
                </a:lnTo>
                <a:lnTo>
                  <a:pt x="3525308" y="1400181"/>
                </a:lnTo>
                <a:lnTo>
                  <a:pt x="3521586" y="1405385"/>
                </a:lnTo>
                <a:lnTo>
                  <a:pt x="3516036" y="1406286"/>
                </a:lnTo>
                <a:lnTo>
                  <a:pt x="3512570" y="1406876"/>
                </a:lnTo>
                <a:lnTo>
                  <a:pt x="3509209" y="1405624"/>
                </a:lnTo>
                <a:close/>
              </a:path>
              <a:path w="5142230" h="2300604">
                <a:moveTo>
                  <a:pt x="3550393" y="1686649"/>
                </a:moveTo>
                <a:lnTo>
                  <a:pt x="3546845" y="1682850"/>
                </a:lnTo>
                <a:lnTo>
                  <a:pt x="3545960" y="1681121"/>
                </a:lnTo>
                <a:lnTo>
                  <a:pt x="3545532" y="1679002"/>
                </a:lnTo>
                <a:lnTo>
                  <a:pt x="3544555" y="1673556"/>
                </a:lnTo>
                <a:lnTo>
                  <a:pt x="3548188" y="1668355"/>
                </a:lnTo>
                <a:lnTo>
                  <a:pt x="3559207" y="1666271"/>
                </a:lnTo>
                <a:lnTo>
                  <a:pt x="3564468" y="1669948"/>
                </a:lnTo>
                <a:lnTo>
                  <a:pt x="3566503" y="1680923"/>
                </a:lnTo>
                <a:lnTo>
                  <a:pt x="3562876" y="1686229"/>
                </a:lnTo>
                <a:lnTo>
                  <a:pt x="3557364" y="1687268"/>
                </a:lnTo>
                <a:lnTo>
                  <a:pt x="3553849" y="1687904"/>
                </a:lnTo>
                <a:lnTo>
                  <a:pt x="3550393" y="1686649"/>
                </a:lnTo>
                <a:close/>
              </a:path>
              <a:path w="5142230" h="2300604">
                <a:moveTo>
                  <a:pt x="3496238" y="1335926"/>
                </a:moveTo>
                <a:lnTo>
                  <a:pt x="3492690" y="1332128"/>
                </a:lnTo>
                <a:lnTo>
                  <a:pt x="3491796" y="1330488"/>
                </a:lnTo>
                <a:lnTo>
                  <a:pt x="3491389" y="1328585"/>
                </a:lnTo>
                <a:lnTo>
                  <a:pt x="3490300" y="1323119"/>
                </a:lnTo>
                <a:lnTo>
                  <a:pt x="3493792" y="1317766"/>
                </a:lnTo>
                <a:lnTo>
                  <a:pt x="3499261" y="1316584"/>
                </a:lnTo>
                <a:lnTo>
                  <a:pt x="3504776" y="1315449"/>
                </a:lnTo>
                <a:lnTo>
                  <a:pt x="3510134" y="1318936"/>
                </a:lnTo>
                <a:lnTo>
                  <a:pt x="3512398" y="1329961"/>
                </a:lnTo>
                <a:lnTo>
                  <a:pt x="3508915" y="1335324"/>
                </a:lnTo>
                <a:lnTo>
                  <a:pt x="3499783" y="1337180"/>
                </a:lnTo>
                <a:lnTo>
                  <a:pt x="3496238" y="1335926"/>
                </a:lnTo>
                <a:close/>
              </a:path>
              <a:path w="5142230" h="2300604">
                <a:moveTo>
                  <a:pt x="3528599" y="1546218"/>
                </a:moveTo>
                <a:lnTo>
                  <a:pt x="3525046" y="1542415"/>
                </a:lnTo>
                <a:lnTo>
                  <a:pt x="3524117" y="1540443"/>
                </a:lnTo>
                <a:lnTo>
                  <a:pt x="3523818" y="1538266"/>
                </a:lnTo>
                <a:lnTo>
                  <a:pt x="3523110" y="1532718"/>
                </a:lnTo>
                <a:lnTo>
                  <a:pt x="3527059" y="1527660"/>
                </a:lnTo>
                <a:lnTo>
                  <a:pt x="3538154" y="1526243"/>
                </a:lnTo>
                <a:lnTo>
                  <a:pt x="3543257" y="1530142"/>
                </a:lnTo>
                <a:lnTo>
                  <a:pt x="3544678" y="1541242"/>
                </a:lnTo>
                <a:lnTo>
                  <a:pt x="3540775" y="1546350"/>
                </a:lnTo>
                <a:lnTo>
                  <a:pt x="3535133" y="1547054"/>
                </a:lnTo>
                <a:lnTo>
                  <a:pt x="3531813" y="1547508"/>
                </a:lnTo>
                <a:lnTo>
                  <a:pt x="3528599" y="1546218"/>
                </a:lnTo>
                <a:close/>
              </a:path>
              <a:path w="5142230" h="2300604">
                <a:moveTo>
                  <a:pt x="3519662" y="1475756"/>
                </a:moveTo>
                <a:lnTo>
                  <a:pt x="3516114" y="1471958"/>
                </a:lnTo>
                <a:lnTo>
                  <a:pt x="3515186" y="1470085"/>
                </a:lnTo>
                <a:lnTo>
                  <a:pt x="3514126" y="1462401"/>
                </a:lnTo>
                <a:lnTo>
                  <a:pt x="3517984" y="1457245"/>
                </a:lnTo>
                <a:lnTo>
                  <a:pt x="3523576" y="1456486"/>
                </a:lnTo>
                <a:lnTo>
                  <a:pt x="3529123" y="1455778"/>
                </a:lnTo>
                <a:lnTo>
                  <a:pt x="3534190" y="1459637"/>
                </a:lnTo>
                <a:lnTo>
                  <a:pt x="3534988" y="1465183"/>
                </a:lnTo>
                <a:lnTo>
                  <a:pt x="3535700" y="1470736"/>
                </a:lnTo>
                <a:lnTo>
                  <a:pt x="3531843" y="1475892"/>
                </a:lnTo>
                <a:lnTo>
                  <a:pt x="3522881" y="1477050"/>
                </a:lnTo>
                <a:lnTo>
                  <a:pt x="3519662" y="1475756"/>
                </a:lnTo>
                <a:close/>
              </a:path>
              <a:path w="5142230" h="2300604">
                <a:moveTo>
                  <a:pt x="1733628" y="396844"/>
                </a:moveTo>
                <a:lnTo>
                  <a:pt x="1730070" y="393036"/>
                </a:lnTo>
                <a:lnTo>
                  <a:pt x="1729059" y="389607"/>
                </a:lnTo>
                <a:lnTo>
                  <a:pt x="1729789" y="386186"/>
                </a:lnTo>
                <a:lnTo>
                  <a:pt x="1731107" y="380754"/>
                </a:lnTo>
                <a:lnTo>
                  <a:pt x="1736554" y="377300"/>
                </a:lnTo>
                <a:lnTo>
                  <a:pt x="1741990" y="378623"/>
                </a:lnTo>
                <a:lnTo>
                  <a:pt x="1747471" y="379895"/>
                </a:lnTo>
                <a:lnTo>
                  <a:pt x="1750826" y="385344"/>
                </a:lnTo>
                <a:lnTo>
                  <a:pt x="1749598" y="390774"/>
                </a:lnTo>
                <a:lnTo>
                  <a:pt x="1748330" y="396259"/>
                </a:lnTo>
                <a:lnTo>
                  <a:pt x="1742881" y="399614"/>
                </a:lnTo>
                <a:lnTo>
                  <a:pt x="1737401" y="398342"/>
                </a:lnTo>
                <a:lnTo>
                  <a:pt x="1735339" y="397894"/>
                </a:lnTo>
                <a:lnTo>
                  <a:pt x="1733628" y="396844"/>
                </a:lnTo>
                <a:close/>
              </a:path>
              <a:path w="5142230" h="2300604">
                <a:moveTo>
                  <a:pt x="3271601" y="899574"/>
                </a:moveTo>
                <a:lnTo>
                  <a:pt x="3267452" y="895132"/>
                </a:lnTo>
                <a:lnTo>
                  <a:pt x="3267369" y="889182"/>
                </a:lnTo>
                <a:lnTo>
                  <a:pt x="3274685" y="881078"/>
                </a:lnTo>
                <a:lnTo>
                  <a:pt x="3281069" y="880776"/>
                </a:lnTo>
                <a:lnTo>
                  <a:pt x="3289398" y="888327"/>
                </a:lnTo>
                <a:lnTo>
                  <a:pt x="3289706" y="894714"/>
                </a:lnTo>
                <a:lnTo>
                  <a:pt x="3282151" y="903049"/>
                </a:lnTo>
                <a:lnTo>
                  <a:pt x="3275722" y="903303"/>
                </a:lnTo>
                <a:lnTo>
                  <a:pt x="3271601" y="899574"/>
                </a:lnTo>
                <a:close/>
              </a:path>
              <a:path w="5142230" h="2300604">
                <a:moveTo>
                  <a:pt x="3157021" y="816409"/>
                </a:moveTo>
                <a:lnTo>
                  <a:pt x="3153377" y="812508"/>
                </a:lnTo>
                <a:lnTo>
                  <a:pt x="3152688" y="807665"/>
                </a:lnTo>
                <a:lnTo>
                  <a:pt x="3157807" y="798874"/>
                </a:lnTo>
                <a:lnTo>
                  <a:pt x="3164001" y="797196"/>
                </a:lnTo>
                <a:lnTo>
                  <a:pt x="3173718" y="802811"/>
                </a:lnTo>
                <a:lnTo>
                  <a:pt x="3175402" y="809009"/>
                </a:lnTo>
                <a:lnTo>
                  <a:pt x="3169732" y="818679"/>
                </a:lnTo>
                <a:lnTo>
                  <a:pt x="3163539" y="820355"/>
                </a:lnTo>
                <a:lnTo>
                  <a:pt x="3158724" y="817549"/>
                </a:lnTo>
                <a:lnTo>
                  <a:pt x="3157803" y="817049"/>
                </a:lnTo>
                <a:lnTo>
                  <a:pt x="3157021" y="816409"/>
                </a:lnTo>
                <a:close/>
              </a:path>
              <a:path w="5142230" h="2300604">
                <a:moveTo>
                  <a:pt x="3216885" y="855176"/>
                </a:moveTo>
                <a:lnTo>
                  <a:pt x="3212680" y="850675"/>
                </a:lnTo>
                <a:lnTo>
                  <a:pt x="3212212" y="845388"/>
                </a:lnTo>
                <a:lnTo>
                  <a:pt x="3218405" y="836863"/>
                </a:lnTo>
                <a:lnTo>
                  <a:pt x="3224760" y="835848"/>
                </a:lnTo>
                <a:lnTo>
                  <a:pt x="3233842" y="842440"/>
                </a:lnTo>
                <a:lnTo>
                  <a:pt x="3234808" y="848752"/>
                </a:lnTo>
                <a:lnTo>
                  <a:pt x="3231537" y="853268"/>
                </a:lnTo>
                <a:lnTo>
                  <a:pt x="3228266" y="857876"/>
                </a:lnTo>
                <a:lnTo>
                  <a:pt x="3221954" y="858842"/>
                </a:lnTo>
                <a:lnTo>
                  <a:pt x="3216885" y="855176"/>
                </a:lnTo>
                <a:close/>
              </a:path>
              <a:path w="5142230" h="2300604">
                <a:moveTo>
                  <a:pt x="3324430" y="953587"/>
                </a:moveTo>
                <a:lnTo>
                  <a:pt x="3320467" y="949345"/>
                </a:lnTo>
                <a:lnTo>
                  <a:pt x="3316786" y="945113"/>
                </a:lnTo>
                <a:lnTo>
                  <a:pt x="3317194" y="938706"/>
                </a:lnTo>
                <a:lnTo>
                  <a:pt x="3325101" y="931825"/>
                </a:lnTo>
                <a:lnTo>
                  <a:pt x="3325605" y="931387"/>
                </a:lnTo>
                <a:lnTo>
                  <a:pt x="3332018" y="931798"/>
                </a:lnTo>
                <a:lnTo>
                  <a:pt x="3335692" y="936027"/>
                </a:lnTo>
                <a:lnTo>
                  <a:pt x="3339423" y="940212"/>
                </a:lnTo>
                <a:lnTo>
                  <a:pt x="3338965" y="946666"/>
                </a:lnTo>
                <a:lnTo>
                  <a:pt x="3331056" y="953544"/>
                </a:lnTo>
                <a:lnTo>
                  <a:pt x="3330604" y="953938"/>
                </a:lnTo>
                <a:lnTo>
                  <a:pt x="3324430" y="953587"/>
                </a:lnTo>
                <a:close/>
              </a:path>
              <a:path w="5142230" h="2300604">
                <a:moveTo>
                  <a:pt x="3367779" y="1009279"/>
                </a:moveTo>
                <a:lnTo>
                  <a:pt x="3363297" y="1004481"/>
                </a:lnTo>
                <a:lnTo>
                  <a:pt x="3360057" y="999838"/>
                </a:lnTo>
                <a:lnTo>
                  <a:pt x="3361215" y="993551"/>
                </a:lnTo>
                <a:lnTo>
                  <a:pt x="3365809" y="990355"/>
                </a:lnTo>
                <a:lnTo>
                  <a:pt x="3370449" y="987208"/>
                </a:lnTo>
                <a:lnTo>
                  <a:pt x="3376780" y="988316"/>
                </a:lnTo>
                <a:lnTo>
                  <a:pt x="3379975" y="992910"/>
                </a:lnTo>
                <a:lnTo>
                  <a:pt x="3383122" y="997549"/>
                </a:lnTo>
                <a:lnTo>
                  <a:pt x="3381969" y="1003840"/>
                </a:lnTo>
                <a:lnTo>
                  <a:pt x="3373162" y="1009958"/>
                </a:lnTo>
                <a:lnTo>
                  <a:pt x="3367779" y="1009279"/>
                </a:lnTo>
                <a:close/>
              </a:path>
              <a:path w="5142230" h="2300604">
                <a:moveTo>
                  <a:pt x="2768082" y="646576"/>
                </a:moveTo>
                <a:lnTo>
                  <a:pt x="2764484" y="642724"/>
                </a:lnTo>
                <a:lnTo>
                  <a:pt x="2763525" y="638862"/>
                </a:lnTo>
                <a:lnTo>
                  <a:pt x="2764741" y="635179"/>
                </a:lnTo>
                <a:lnTo>
                  <a:pt x="2766568" y="629902"/>
                </a:lnTo>
                <a:lnTo>
                  <a:pt x="2772288" y="627033"/>
                </a:lnTo>
                <a:lnTo>
                  <a:pt x="2782926" y="630600"/>
                </a:lnTo>
                <a:lnTo>
                  <a:pt x="2785751" y="636361"/>
                </a:lnTo>
                <a:lnTo>
                  <a:pt x="2782179" y="647004"/>
                </a:lnTo>
                <a:lnTo>
                  <a:pt x="2776422" y="649834"/>
                </a:lnTo>
                <a:lnTo>
                  <a:pt x="2771101" y="648048"/>
                </a:lnTo>
                <a:lnTo>
                  <a:pt x="2769464" y="647468"/>
                </a:lnTo>
                <a:lnTo>
                  <a:pt x="2768082" y="646576"/>
                </a:lnTo>
                <a:close/>
              </a:path>
              <a:path w="5142230" h="2300604">
                <a:moveTo>
                  <a:pt x="1458433" y="325019"/>
                </a:moveTo>
                <a:lnTo>
                  <a:pt x="1454875" y="321210"/>
                </a:lnTo>
                <a:lnTo>
                  <a:pt x="1453825" y="317544"/>
                </a:lnTo>
                <a:lnTo>
                  <a:pt x="1456491" y="308571"/>
                </a:lnTo>
                <a:lnTo>
                  <a:pt x="1462114" y="305500"/>
                </a:lnTo>
                <a:lnTo>
                  <a:pt x="1467495" y="307057"/>
                </a:lnTo>
                <a:lnTo>
                  <a:pt x="1472868" y="308703"/>
                </a:lnTo>
                <a:lnTo>
                  <a:pt x="1475934" y="314331"/>
                </a:lnTo>
                <a:lnTo>
                  <a:pt x="1474382" y="319707"/>
                </a:lnTo>
                <a:lnTo>
                  <a:pt x="1472731" y="325076"/>
                </a:lnTo>
                <a:lnTo>
                  <a:pt x="1467107" y="328146"/>
                </a:lnTo>
                <a:lnTo>
                  <a:pt x="1461780" y="326549"/>
                </a:lnTo>
                <a:lnTo>
                  <a:pt x="1459910" y="326013"/>
                </a:lnTo>
                <a:lnTo>
                  <a:pt x="1458433" y="325019"/>
                </a:lnTo>
                <a:close/>
              </a:path>
              <a:path w="5142230" h="2300604">
                <a:moveTo>
                  <a:pt x="3031149" y="751555"/>
                </a:moveTo>
                <a:lnTo>
                  <a:pt x="3027551" y="747702"/>
                </a:lnTo>
                <a:lnTo>
                  <a:pt x="3026664" y="743235"/>
                </a:lnTo>
                <a:lnTo>
                  <a:pt x="3028538" y="739375"/>
                </a:lnTo>
                <a:lnTo>
                  <a:pt x="3030933" y="734316"/>
                </a:lnTo>
                <a:lnTo>
                  <a:pt x="3036955" y="732160"/>
                </a:lnTo>
                <a:lnTo>
                  <a:pt x="3047079" y="736938"/>
                </a:lnTo>
                <a:lnTo>
                  <a:pt x="3049235" y="742960"/>
                </a:lnTo>
                <a:lnTo>
                  <a:pt x="3044452" y="753088"/>
                </a:lnTo>
                <a:lnTo>
                  <a:pt x="3038431" y="755244"/>
                </a:lnTo>
                <a:lnTo>
                  <a:pt x="3033366" y="752853"/>
                </a:lnTo>
                <a:lnTo>
                  <a:pt x="3032161" y="752344"/>
                </a:lnTo>
                <a:lnTo>
                  <a:pt x="3031149" y="751555"/>
                </a:lnTo>
                <a:close/>
              </a:path>
              <a:path w="5142230" h="2300604">
                <a:moveTo>
                  <a:pt x="2966563" y="722395"/>
                </a:moveTo>
                <a:lnTo>
                  <a:pt x="2962964" y="718543"/>
                </a:lnTo>
                <a:lnTo>
                  <a:pt x="2962076" y="714268"/>
                </a:lnTo>
                <a:lnTo>
                  <a:pt x="2963717" y="710453"/>
                </a:lnTo>
                <a:lnTo>
                  <a:pt x="2965968" y="705336"/>
                </a:lnTo>
                <a:lnTo>
                  <a:pt x="2971946" y="702939"/>
                </a:lnTo>
                <a:lnTo>
                  <a:pt x="2977067" y="705195"/>
                </a:lnTo>
                <a:lnTo>
                  <a:pt x="2982228" y="707396"/>
                </a:lnTo>
                <a:lnTo>
                  <a:pt x="2984512" y="713165"/>
                </a:lnTo>
                <a:lnTo>
                  <a:pt x="2980168" y="723665"/>
                </a:lnTo>
                <a:lnTo>
                  <a:pt x="2974135" y="726004"/>
                </a:lnTo>
                <a:lnTo>
                  <a:pt x="2969023" y="723758"/>
                </a:lnTo>
                <a:lnTo>
                  <a:pt x="2967714" y="723236"/>
                </a:lnTo>
                <a:lnTo>
                  <a:pt x="2966563" y="722395"/>
                </a:lnTo>
                <a:close/>
              </a:path>
              <a:path w="5142230" h="2300604">
                <a:moveTo>
                  <a:pt x="2901107" y="695334"/>
                </a:moveTo>
                <a:lnTo>
                  <a:pt x="2897513" y="691487"/>
                </a:lnTo>
                <a:lnTo>
                  <a:pt x="2896613" y="687297"/>
                </a:lnTo>
                <a:lnTo>
                  <a:pt x="2898115" y="683529"/>
                </a:lnTo>
                <a:lnTo>
                  <a:pt x="2900127" y="678353"/>
                </a:lnTo>
                <a:lnTo>
                  <a:pt x="2906068" y="675817"/>
                </a:lnTo>
                <a:lnTo>
                  <a:pt x="2916506" y="679954"/>
                </a:lnTo>
                <a:lnTo>
                  <a:pt x="2918992" y="685840"/>
                </a:lnTo>
                <a:lnTo>
                  <a:pt x="2914865" y="696280"/>
                </a:lnTo>
                <a:lnTo>
                  <a:pt x="2909019" y="698819"/>
                </a:lnTo>
                <a:lnTo>
                  <a:pt x="2902358" y="696184"/>
                </a:lnTo>
                <a:lnTo>
                  <a:pt x="2901107" y="695334"/>
                </a:lnTo>
                <a:close/>
              </a:path>
              <a:path w="5142230" h="2300604">
                <a:moveTo>
                  <a:pt x="2834935" y="670048"/>
                </a:moveTo>
                <a:lnTo>
                  <a:pt x="2831336" y="666196"/>
                </a:lnTo>
                <a:lnTo>
                  <a:pt x="2830385" y="662246"/>
                </a:lnTo>
                <a:lnTo>
                  <a:pt x="2833661" y="653241"/>
                </a:lnTo>
                <a:lnTo>
                  <a:pt x="2839513" y="650513"/>
                </a:lnTo>
                <a:lnTo>
                  <a:pt x="2844734" y="652485"/>
                </a:lnTo>
                <a:lnTo>
                  <a:pt x="2850003" y="654411"/>
                </a:lnTo>
                <a:lnTo>
                  <a:pt x="2852685" y="660215"/>
                </a:lnTo>
                <a:lnTo>
                  <a:pt x="2848838" y="670758"/>
                </a:lnTo>
                <a:lnTo>
                  <a:pt x="2843029" y="673435"/>
                </a:lnTo>
                <a:lnTo>
                  <a:pt x="2836226" y="670942"/>
                </a:lnTo>
                <a:lnTo>
                  <a:pt x="2834935" y="670048"/>
                </a:lnTo>
                <a:close/>
              </a:path>
              <a:path w="5142230" h="2300604">
                <a:moveTo>
                  <a:pt x="1526740" y="344575"/>
                </a:moveTo>
                <a:lnTo>
                  <a:pt x="1523187" y="340772"/>
                </a:lnTo>
                <a:lnTo>
                  <a:pt x="1522129" y="337195"/>
                </a:lnTo>
                <a:lnTo>
                  <a:pt x="1524606" y="328215"/>
                </a:lnTo>
                <a:lnTo>
                  <a:pt x="1529828" y="325301"/>
                </a:lnTo>
                <a:lnTo>
                  <a:pt x="1530189" y="325101"/>
                </a:lnTo>
                <a:lnTo>
                  <a:pt x="1540993" y="328065"/>
                </a:lnTo>
                <a:lnTo>
                  <a:pt x="1544157" y="333602"/>
                </a:lnTo>
                <a:lnTo>
                  <a:pt x="1542650" y="339027"/>
                </a:lnTo>
                <a:lnTo>
                  <a:pt x="1541192" y="344406"/>
                </a:lnTo>
                <a:lnTo>
                  <a:pt x="1535607" y="347615"/>
                </a:lnTo>
                <a:lnTo>
                  <a:pt x="1528312" y="345573"/>
                </a:lnTo>
                <a:lnTo>
                  <a:pt x="1526740" y="344575"/>
                </a:lnTo>
                <a:close/>
              </a:path>
              <a:path w="5142230" h="2300604">
                <a:moveTo>
                  <a:pt x="3880751" y="2294722"/>
                </a:moveTo>
                <a:lnTo>
                  <a:pt x="3876692" y="2290378"/>
                </a:lnTo>
                <a:lnTo>
                  <a:pt x="3876615" y="2284332"/>
                </a:lnTo>
                <a:lnTo>
                  <a:pt x="3880341" y="2280404"/>
                </a:lnTo>
                <a:lnTo>
                  <a:pt x="3884164" y="2276285"/>
                </a:lnTo>
                <a:lnTo>
                  <a:pt x="3890590" y="2276126"/>
                </a:lnTo>
                <a:lnTo>
                  <a:pt x="3894660" y="2279994"/>
                </a:lnTo>
                <a:lnTo>
                  <a:pt x="3898733" y="2283768"/>
                </a:lnTo>
                <a:lnTo>
                  <a:pt x="3898887" y="2290189"/>
                </a:lnTo>
                <a:lnTo>
                  <a:pt x="3895069" y="2294313"/>
                </a:lnTo>
                <a:lnTo>
                  <a:pt x="3891250" y="2298337"/>
                </a:lnTo>
                <a:lnTo>
                  <a:pt x="3884821" y="2298591"/>
                </a:lnTo>
                <a:lnTo>
                  <a:pt x="3880751" y="2294722"/>
                </a:lnTo>
                <a:close/>
              </a:path>
              <a:path w="5142230" h="2300604">
                <a:moveTo>
                  <a:pt x="3404377" y="1069370"/>
                </a:moveTo>
                <a:lnTo>
                  <a:pt x="3400737" y="1065474"/>
                </a:lnTo>
                <a:lnTo>
                  <a:pt x="3400243" y="1064749"/>
                </a:lnTo>
                <a:lnTo>
                  <a:pt x="3399796" y="1063979"/>
                </a:lnTo>
                <a:lnTo>
                  <a:pt x="3397125" y="1059069"/>
                </a:lnTo>
                <a:lnTo>
                  <a:pt x="3398945" y="1052903"/>
                </a:lnTo>
                <a:lnTo>
                  <a:pt x="3408806" y="1047527"/>
                </a:lnTo>
                <a:lnTo>
                  <a:pt x="3414927" y="1049388"/>
                </a:lnTo>
                <a:lnTo>
                  <a:pt x="3420304" y="1059248"/>
                </a:lnTo>
                <a:lnTo>
                  <a:pt x="3418439" y="1065365"/>
                </a:lnTo>
                <a:lnTo>
                  <a:pt x="3413532" y="1068031"/>
                </a:lnTo>
                <a:lnTo>
                  <a:pt x="3409443" y="1070298"/>
                </a:lnTo>
                <a:lnTo>
                  <a:pt x="3404377" y="1069370"/>
                </a:lnTo>
                <a:close/>
              </a:path>
              <a:path w="5142230" h="2300604">
                <a:moveTo>
                  <a:pt x="3435027" y="1132970"/>
                </a:moveTo>
                <a:lnTo>
                  <a:pt x="3431429" y="1129118"/>
                </a:lnTo>
                <a:lnTo>
                  <a:pt x="3430751" y="1128099"/>
                </a:lnTo>
                <a:lnTo>
                  <a:pt x="3427956" y="1121686"/>
                </a:lnTo>
                <a:lnTo>
                  <a:pt x="3430415" y="1115912"/>
                </a:lnTo>
                <a:lnTo>
                  <a:pt x="3440756" y="1111539"/>
                </a:lnTo>
                <a:lnTo>
                  <a:pt x="3446719" y="1113913"/>
                </a:lnTo>
                <a:lnTo>
                  <a:pt x="3448951" y="1119042"/>
                </a:lnTo>
                <a:lnTo>
                  <a:pt x="3451134" y="1124215"/>
                </a:lnTo>
                <a:lnTo>
                  <a:pt x="3448718" y="1130134"/>
                </a:lnTo>
                <a:lnTo>
                  <a:pt x="3443588" y="1132360"/>
                </a:lnTo>
                <a:lnTo>
                  <a:pt x="3439522" y="1134068"/>
                </a:lnTo>
                <a:lnTo>
                  <a:pt x="3435027" y="1132970"/>
                </a:lnTo>
                <a:close/>
              </a:path>
              <a:path w="5142230" h="2300604">
                <a:moveTo>
                  <a:pt x="1802913" y="412657"/>
                </a:moveTo>
                <a:lnTo>
                  <a:pt x="1799360" y="408854"/>
                </a:lnTo>
                <a:lnTo>
                  <a:pt x="1798389" y="405469"/>
                </a:lnTo>
                <a:lnTo>
                  <a:pt x="1799165" y="402096"/>
                </a:lnTo>
                <a:lnTo>
                  <a:pt x="1800343" y="396613"/>
                </a:lnTo>
                <a:lnTo>
                  <a:pt x="1805795" y="393163"/>
                </a:lnTo>
                <a:lnTo>
                  <a:pt x="1816664" y="395610"/>
                </a:lnTo>
                <a:lnTo>
                  <a:pt x="1820163" y="401017"/>
                </a:lnTo>
                <a:lnTo>
                  <a:pt x="1818890" y="406497"/>
                </a:lnTo>
                <a:lnTo>
                  <a:pt x="1817712" y="411981"/>
                </a:lnTo>
                <a:lnTo>
                  <a:pt x="1812260" y="415430"/>
                </a:lnTo>
                <a:lnTo>
                  <a:pt x="1804718" y="413710"/>
                </a:lnTo>
                <a:lnTo>
                  <a:pt x="1802913" y="412657"/>
                </a:lnTo>
                <a:close/>
              </a:path>
              <a:path w="5142230" h="2300604">
                <a:moveTo>
                  <a:pt x="2358300" y="532921"/>
                </a:moveTo>
                <a:lnTo>
                  <a:pt x="2354747" y="529117"/>
                </a:lnTo>
                <a:lnTo>
                  <a:pt x="2353731" y="525684"/>
                </a:lnTo>
                <a:lnTo>
                  <a:pt x="2354510" y="522217"/>
                </a:lnTo>
                <a:lnTo>
                  <a:pt x="2355779" y="516831"/>
                </a:lnTo>
                <a:lnTo>
                  <a:pt x="2361227" y="513376"/>
                </a:lnTo>
                <a:lnTo>
                  <a:pt x="2366712" y="514654"/>
                </a:lnTo>
                <a:lnTo>
                  <a:pt x="2372143" y="515972"/>
                </a:lnTo>
                <a:lnTo>
                  <a:pt x="2375547" y="521375"/>
                </a:lnTo>
                <a:lnTo>
                  <a:pt x="2373002" y="532335"/>
                </a:lnTo>
                <a:lnTo>
                  <a:pt x="2367554" y="535691"/>
                </a:lnTo>
                <a:lnTo>
                  <a:pt x="2362073" y="534418"/>
                </a:lnTo>
                <a:lnTo>
                  <a:pt x="2360060" y="533925"/>
                </a:lnTo>
                <a:lnTo>
                  <a:pt x="2358300" y="532921"/>
                </a:lnTo>
                <a:close/>
              </a:path>
              <a:path w="5142230" h="2300604">
                <a:moveTo>
                  <a:pt x="2219806" y="501864"/>
                </a:moveTo>
                <a:lnTo>
                  <a:pt x="2216253" y="498060"/>
                </a:lnTo>
                <a:lnTo>
                  <a:pt x="2215188" y="494672"/>
                </a:lnTo>
                <a:lnTo>
                  <a:pt x="2215964" y="491300"/>
                </a:lnTo>
                <a:lnTo>
                  <a:pt x="2217142" y="485816"/>
                </a:lnTo>
                <a:lnTo>
                  <a:pt x="2222548" y="482318"/>
                </a:lnTo>
                <a:lnTo>
                  <a:pt x="2227983" y="483541"/>
                </a:lnTo>
                <a:lnTo>
                  <a:pt x="2233466" y="484719"/>
                </a:lnTo>
                <a:lnTo>
                  <a:pt x="2236965" y="490126"/>
                </a:lnTo>
                <a:lnTo>
                  <a:pt x="2234609" y="501093"/>
                </a:lnTo>
                <a:lnTo>
                  <a:pt x="2229157" y="504542"/>
                </a:lnTo>
                <a:lnTo>
                  <a:pt x="2221611" y="502916"/>
                </a:lnTo>
                <a:lnTo>
                  <a:pt x="2219806" y="501864"/>
                </a:lnTo>
                <a:close/>
              </a:path>
              <a:path w="5142230" h="2300604">
                <a:moveTo>
                  <a:pt x="2289110" y="517111"/>
                </a:moveTo>
                <a:lnTo>
                  <a:pt x="2285552" y="513303"/>
                </a:lnTo>
                <a:lnTo>
                  <a:pt x="2284538" y="509968"/>
                </a:lnTo>
                <a:lnTo>
                  <a:pt x="2285263" y="506542"/>
                </a:lnTo>
                <a:lnTo>
                  <a:pt x="2286540" y="501067"/>
                </a:lnTo>
                <a:lnTo>
                  <a:pt x="2291939" y="497658"/>
                </a:lnTo>
                <a:lnTo>
                  <a:pt x="2297427" y="498841"/>
                </a:lnTo>
                <a:lnTo>
                  <a:pt x="2302862" y="500064"/>
                </a:lnTo>
                <a:lnTo>
                  <a:pt x="2306311" y="505516"/>
                </a:lnTo>
                <a:lnTo>
                  <a:pt x="2305088" y="510951"/>
                </a:lnTo>
                <a:lnTo>
                  <a:pt x="2303909" y="516434"/>
                </a:lnTo>
                <a:lnTo>
                  <a:pt x="2298457" y="519884"/>
                </a:lnTo>
                <a:lnTo>
                  <a:pt x="2292977" y="518612"/>
                </a:lnTo>
                <a:lnTo>
                  <a:pt x="2290915" y="518164"/>
                </a:lnTo>
                <a:lnTo>
                  <a:pt x="2289110" y="517111"/>
                </a:lnTo>
                <a:close/>
              </a:path>
              <a:path w="5142230" h="2300604">
                <a:moveTo>
                  <a:pt x="2150398" y="486896"/>
                </a:moveTo>
                <a:lnTo>
                  <a:pt x="2146840" y="483088"/>
                </a:lnTo>
                <a:lnTo>
                  <a:pt x="2145777" y="479799"/>
                </a:lnTo>
                <a:lnTo>
                  <a:pt x="2146552" y="476426"/>
                </a:lnTo>
                <a:lnTo>
                  <a:pt x="2147680" y="470889"/>
                </a:lnTo>
                <a:lnTo>
                  <a:pt x="2153038" y="467436"/>
                </a:lnTo>
                <a:lnTo>
                  <a:pt x="2158526" y="468619"/>
                </a:lnTo>
                <a:lnTo>
                  <a:pt x="2164058" y="469752"/>
                </a:lnTo>
                <a:lnTo>
                  <a:pt x="2167552" y="475154"/>
                </a:lnTo>
                <a:lnTo>
                  <a:pt x="2165196" y="486120"/>
                </a:lnTo>
                <a:lnTo>
                  <a:pt x="2159794" y="489624"/>
                </a:lnTo>
                <a:lnTo>
                  <a:pt x="2152249" y="487998"/>
                </a:lnTo>
                <a:lnTo>
                  <a:pt x="2150398" y="486896"/>
                </a:lnTo>
                <a:close/>
              </a:path>
              <a:path w="5142230" h="2300604">
                <a:moveTo>
                  <a:pt x="2632858" y="604064"/>
                </a:moveTo>
                <a:lnTo>
                  <a:pt x="2629300" y="600255"/>
                </a:lnTo>
                <a:lnTo>
                  <a:pt x="2628298" y="596544"/>
                </a:lnTo>
                <a:lnTo>
                  <a:pt x="2629363" y="592992"/>
                </a:lnTo>
                <a:lnTo>
                  <a:pt x="2630915" y="587616"/>
                </a:lnTo>
                <a:lnTo>
                  <a:pt x="2636539" y="584545"/>
                </a:lnTo>
                <a:lnTo>
                  <a:pt x="2647296" y="587654"/>
                </a:lnTo>
                <a:lnTo>
                  <a:pt x="2650407" y="593331"/>
                </a:lnTo>
                <a:lnTo>
                  <a:pt x="2647204" y="604075"/>
                </a:lnTo>
                <a:lnTo>
                  <a:pt x="2641581" y="607146"/>
                </a:lnTo>
                <a:lnTo>
                  <a:pt x="2634429" y="605061"/>
                </a:lnTo>
                <a:lnTo>
                  <a:pt x="2632858" y="604064"/>
                </a:lnTo>
                <a:close/>
              </a:path>
              <a:path w="5142230" h="2300604">
                <a:moveTo>
                  <a:pt x="2564635" y="584793"/>
                </a:moveTo>
                <a:lnTo>
                  <a:pt x="2561082" y="580990"/>
                </a:lnTo>
                <a:lnTo>
                  <a:pt x="2560072" y="577368"/>
                </a:lnTo>
                <a:lnTo>
                  <a:pt x="2562501" y="568433"/>
                </a:lnTo>
                <a:lnTo>
                  <a:pt x="2567730" y="565429"/>
                </a:lnTo>
                <a:lnTo>
                  <a:pt x="2568086" y="565224"/>
                </a:lnTo>
                <a:lnTo>
                  <a:pt x="2578886" y="568184"/>
                </a:lnTo>
                <a:lnTo>
                  <a:pt x="2582095" y="573769"/>
                </a:lnTo>
                <a:lnTo>
                  <a:pt x="2580593" y="579199"/>
                </a:lnTo>
                <a:lnTo>
                  <a:pt x="2579135" y="584579"/>
                </a:lnTo>
                <a:lnTo>
                  <a:pt x="2573906" y="587583"/>
                </a:lnTo>
                <a:lnTo>
                  <a:pt x="2573550" y="587788"/>
                </a:lnTo>
                <a:lnTo>
                  <a:pt x="2566255" y="585745"/>
                </a:lnTo>
                <a:lnTo>
                  <a:pt x="2564635" y="584793"/>
                </a:lnTo>
                <a:close/>
              </a:path>
              <a:path w="5142230" h="2300604">
                <a:moveTo>
                  <a:pt x="2496139" y="566599"/>
                </a:moveTo>
                <a:lnTo>
                  <a:pt x="2492541" y="562747"/>
                </a:lnTo>
                <a:lnTo>
                  <a:pt x="2491528" y="559219"/>
                </a:lnTo>
                <a:lnTo>
                  <a:pt x="2492401" y="555755"/>
                </a:lnTo>
                <a:lnTo>
                  <a:pt x="2493813" y="550327"/>
                </a:lnTo>
                <a:lnTo>
                  <a:pt x="2499353" y="547069"/>
                </a:lnTo>
                <a:lnTo>
                  <a:pt x="2510210" y="549894"/>
                </a:lnTo>
                <a:lnTo>
                  <a:pt x="2513417" y="555380"/>
                </a:lnTo>
                <a:lnTo>
                  <a:pt x="2512123" y="560739"/>
                </a:lnTo>
                <a:lnTo>
                  <a:pt x="2510692" y="566245"/>
                </a:lnTo>
                <a:lnTo>
                  <a:pt x="2505211" y="569468"/>
                </a:lnTo>
                <a:lnTo>
                  <a:pt x="2499852" y="568130"/>
                </a:lnTo>
                <a:lnTo>
                  <a:pt x="2497805" y="567600"/>
                </a:lnTo>
                <a:lnTo>
                  <a:pt x="2496139" y="566599"/>
                </a:lnTo>
                <a:close/>
              </a:path>
              <a:path w="5142230" h="2300604">
                <a:moveTo>
                  <a:pt x="2427328" y="549339"/>
                </a:moveTo>
                <a:lnTo>
                  <a:pt x="2423771" y="545531"/>
                </a:lnTo>
                <a:lnTo>
                  <a:pt x="2422714" y="542053"/>
                </a:lnTo>
                <a:lnTo>
                  <a:pt x="2423587" y="538589"/>
                </a:lnTo>
                <a:lnTo>
                  <a:pt x="2424905" y="533158"/>
                </a:lnTo>
                <a:lnTo>
                  <a:pt x="2430399" y="529851"/>
                </a:lnTo>
                <a:lnTo>
                  <a:pt x="2441262" y="532487"/>
                </a:lnTo>
                <a:lnTo>
                  <a:pt x="2444618" y="537936"/>
                </a:lnTo>
                <a:lnTo>
                  <a:pt x="2443251" y="543413"/>
                </a:lnTo>
                <a:lnTo>
                  <a:pt x="2441933" y="548845"/>
                </a:lnTo>
                <a:lnTo>
                  <a:pt x="2436484" y="552200"/>
                </a:lnTo>
                <a:lnTo>
                  <a:pt x="2429039" y="550388"/>
                </a:lnTo>
                <a:lnTo>
                  <a:pt x="2427328" y="549339"/>
                </a:lnTo>
                <a:close/>
              </a:path>
              <a:path w="5142230" h="2300604">
                <a:moveTo>
                  <a:pt x="2700707" y="624596"/>
                </a:moveTo>
                <a:lnTo>
                  <a:pt x="2697154" y="620793"/>
                </a:lnTo>
                <a:lnTo>
                  <a:pt x="2696151" y="616982"/>
                </a:lnTo>
                <a:lnTo>
                  <a:pt x="2697265" y="613385"/>
                </a:lnTo>
                <a:lnTo>
                  <a:pt x="2698952" y="608055"/>
                </a:lnTo>
                <a:lnTo>
                  <a:pt x="2704676" y="605092"/>
                </a:lnTo>
                <a:lnTo>
                  <a:pt x="2710000" y="606784"/>
                </a:lnTo>
                <a:lnTo>
                  <a:pt x="2715373" y="608430"/>
                </a:lnTo>
                <a:lnTo>
                  <a:pt x="2718296" y="614100"/>
                </a:lnTo>
                <a:lnTo>
                  <a:pt x="2716645" y="619469"/>
                </a:lnTo>
                <a:lnTo>
                  <a:pt x="2714958" y="624798"/>
                </a:lnTo>
                <a:lnTo>
                  <a:pt x="2709239" y="627766"/>
                </a:lnTo>
                <a:lnTo>
                  <a:pt x="2703914" y="626074"/>
                </a:lnTo>
                <a:lnTo>
                  <a:pt x="2702179" y="625586"/>
                </a:lnTo>
                <a:lnTo>
                  <a:pt x="2700707" y="624596"/>
                </a:lnTo>
                <a:close/>
              </a:path>
              <a:path w="5142230" h="2300604">
                <a:moveTo>
                  <a:pt x="1664414" y="380325"/>
                </a:moveTo>
                <a:lnTo>
                  <a:pt x="1660861" y="376522"/>
                </a:lnTo>
                <a:lnTo>
                  <a:pt x="1659894" y="373043"/>
                </a:lnTo>
                <a:lnTo>
                  <a:pt x="1660673" y="369576"/>
                </a:lnTo>
                <a:lnTo>
                  <a:pt x="1661991" y="364144"/>
                </a:lnTo>
                <a:lnTo>
                  <a:pt x="1667534" y="360792"/>
                </a:lnTo>
                <a:lnTo>
                  <a:pt x="1678438" y="363472"/>
                </a:lnTo>
                <a:lnTo>
                  <a:pt x="1681744" y="368966"/>
                </a:lnTo>
                <a:lnTo>
                  <a:pt x="1680431" y="374403"/>
                </a:lnTo>
                <a:lnTo>
                  <a:pt x="1679064" y="379880"/>
                </a:lnTo>
                <a:lnTo>
                  <a:pt x="1673570" y="383186"/>
                </a:lnTo>
                <a:lnTo>
                  <a:pt x="1666125" y="381375"/>
                </a:lnTo>
                <a:lnTo>
                  <a:pt x="1664414" y="380325"/>
                </a:lnTo>
                <a:close/>
              </a:path>
              <a:path w="5142230" h="2300604">
                <a:moveTo>
                  <a:pt x="2080931" y="472257"/>
                </a:moveTo>
                <a:lnTo>
                  <a:pt x="2077378" y="468454"/>
                </a:lnTo>
                <a:lnTo>
                  <a:pt x="2076314" y="465066"/>
                </a:lnTo>
                <a:lnTo>
                  <a:pt x="2078219" y="456255"/>
                </a:lnTo>
                <a:lnTo>
                  <a:pt x="2083580" y="452708"/>
                </a:lnTo>
                <a:lnTo>
                  <a:pt x="2094546" y="455064"/>
                </a:lnTo>
                <a:lnTo>
                  <a:pt x="2097999" y="460422"/>
                </a:lnTo>
                <a:lnTo>
                  <a:pt x="2096915" y="465909"/>
                </a:lnTo>
                <a:lnTo>
                  <a:pt x="2095737" y="471392"/>
                </a:lnTo>
                <a:lnTo>
                  <a:pt x="2090331" y="474890"/>
                </a:lnTo>
                <a:lnTo>
                  <a:pt x="2082737" y="473310"/>
                </a:lnTo>
                <a:lnTo>
                  <a:pt x="2080931" y="472257"/>
                </a:lnTo>
                <a:close/>
              </a:path>
              <a:path w="5142230" h="2300604">
                <a:moveTo>
                  <a:pt x="1595418" y="362964"/>
                </a:moveTo>
                <a:lnTo>
                  <a:pt x="1591865" y="359161"/>
                </a:lnTo>
                <a:lnTo>
                  <a:pt x="1590852" y="355633"/>
                </a:lnTo>
                <a:lnTo>
                  <a:pt x="1593182" y="346690"/>
                </a:lnTo>
                <a:lnTo>
                  <a:pt x="1598609" y="343507"/>
                </a:lnTo>
                <a:lnTo>
                  <a:pt x="1609583" y="346262"/>
                </a:lnTo>
                <a:lnTo>
                  <a:pt x="1612841" y="351802"/>
                </a:lnTo>
                <a:lnTo>
                  <a:pt x="1611424" y="357030"/>
                </a:lnTo>
                <a:lnTo>
                  <a:pt x="1609971" y="362610"/>
                </a:lnTo>
                <a:lnTo>
                  <a:pt x="1604476" y="365916"/>
                </a:lnTo>
                <a:lnTo>
                  <a:pt x="1599169" y="364535"/>
                </a:lnTo>
                <a:lnTo>
                  <a:pt x="1597079" y="363960"/>
                </a:lnTo>
                <a:lnTo>
                  <a:pt x="1595418" y="362964"/>
                </a:lnTo>
                <a:close/>
              </a:path>
              <a:path w="5142230" h="2300604">
                <a:moveTo>
                  <a:pt x="2011419" y="457569"/>
                </a:moveTo>
                <a:lnTo>
                  <a:pt x="2007867" y="453766"/>
                </a:lnTo>
                <a:lnTo>
                  <a:pt x="2006798" y="450472"/>
                </a:lnTo>
                <a:lnTo>
                  <a:pt x="2007480" y="447096"/>
                </a:lnTo>
                <a:lnTo>
                  <a:pt x="2008658" y="441613"/>
                </a:lnTo>
                <a:lnTo>
                  <a:pt x="2014064" y="438115"/>
                </a:lnTo>
                <a:lnTo>
                  <a:pt x="2019498" y="439239"/>
                </a:lnTo>
                <a:lnTo>
                  <a:pt x="2024986" y="440422"/>
                </a:lnTo>
                <a:lnTo>
                  <a:pt x="2028533" y="445783"/>
                </a:lnTo>
                <a:lnTo>
                  <a:pt x="2026177" y="456750"/>
                </a:lnTo>
                <a:lnTo>
                  <a:pt x="2020816" y="460297"/>
                </a:lnTo>
                <a:lnTo>
                  <a:pt x="2015328" y="459114"/>
                </a:lnTo>
                <a:lnTo>
                  <a:pt x="2013225" y="458622"/>
                </a:lnTo>
                <a:lnTo>
                  <a:pt x="2011419" y="457569"/>
                </a:lnTo>
                <a:close/>
              </a:path>
              <a:path w="5142230" h="2300604">
                <a:moveTo>
                  <a:pt x="1872356" y="427956"/>
                </a:moveTo>
                <a:lnTo>
                  <a:pt x="1868804" y="424153"/>
                </a:lnTo>
                <a:lnTo>
                  <a:pt x="1867784" y="420814"/>
                </a:lnTo>
                <a:lnTo>
                  <a:pt x="1868560" y="417441"/>
                </a:lnTo>
                <a:lnTo>
                  <a:pt x="1869738" y="411958"/>
                </a:lnTo>
                <a:lnTo>
                  <a:pt x="1875145" y="408459"/>
                </a:lnTo>
                <a:lnTo>
                  <a:pt x="1880579" y="409683"/>
                </a:lnTo>
                <a:lnTo>
                  <a:pt x="1886063" y="410861"/>
                </a:lnTo>
                <a:lnTo>
                  <a:pt x="1889561" y="416267"/>
                </a:lnTo>
                <a:lnTo>
                  <a:pt x="1888337" y="421702"/>
                </a:lnTo>
                <a:lnTo>
                  <a:pt x="1887159" y="427186"/>
                </a:lnTo>
                <a:lnTo>
                  <a:pt x="1881753" y="430684"/>
                </a:lnTo>
                <a:lnTo>
                  <a:pt x="1874203" y="429053"/>
                </a:lnTo>
                <a:lnTo>
                  <a:pt x="1872356" y="427956"/>
                </a:lnTo>
                <a:close/>
              </a:path>
              <a:path w="5142230" h="2300604">
                <a:moveTo>
                  <a:pt x="1941908" y="442882"/>
                </a:moveTo>
                <a:lnTo>
                  <a:pt x="1938355" y="439078"/>
                </a:lnTo>
                <a:lnTo>
                  <a:pt x="1937287" y="435784"/>
                </a:lnTo>
                <a:lnTo>
                  <a:pt x="1939146" y="426925"/>
                </a:lnTo>
                <a:lnTo>
                  <a:pt x="1944553" y="423427"/>
                </a:lnTo>
                <a:lnTo>
                  <a:pt x="1955474" y="425734"/>
                </a:lnTo>
                <a:lnTo>
                  <a:pt x="1959021" y="431095"/>
                </a:lnTo>
                <a:lnTo>
                  <a:pt x="1956665" y="442062"/>
                </a:lnTo>
                <a:lnTo>
                  <a:pt x="1951258" y="445560"/>
                </a:lnTo>
                <a:lnTo>
                  <a:pt x="1945820" y="444431"/>
                </a:lnTo>
                <a:lnTo>
                  <a:pt x="1943713" y="443934"/>
                </a:lnTo>
                <a:lnTo>
                  <a:pt x="1941908" y="442882"/>
                </a:lnTo>
                <a:close/>
              </a:path>
              <a:path w="5142230" h="2300604">
                <a:moveTo>
                  <a:pt x="3094668" y="782798"/>
                </a:moveTo>
                <a:lnTo>
                  <a:pt x="3091070" y="778946"/>
                </a:lnTo>
                <a:lnTo>
                  <a:pt x="3090330" y="774341"/>
                </a:lnTo>
                <a:lnTo>
                  <a:pt x="3092301" y="770391"/>
                </a:lnTo>
                <a:lnTo>
                  <a:pt x="3094877" y="765427"/>
                </a:lnTo>
                <a:lnTo>
                  <a:pt x="3100987" y="763463"/>
                </a:lnTo>
                <a:lnTo>
                  <a:pt x="3105951" y="766040"/>
                </a:lnTo>
                <a:lnTo>
                  <a:pt x="3110961" y="768573"/>
                </a:lnTo>
                <a:lnTo>
                  <a:pt x="3112927" y="774681"/>
                </a:lnTo>
                <a:lnTo>
                  <a:pt x="3110400" y="779698"/>
                </a:lnTo>
                <a:lnTo>
                  <a:pt x="3107775" y="784707"/>
                </a:lnTo>
                <a:lnTo>
                  <a:pt x="3101784" y="786603"/>
                </a:lnTo>
                <a:lnTo>
                  <a:pt x="3095635" y="783539"/>
                </a:lnTo>
                <a:lnTo>
                  <a:pt x="3094668" y="782798"/>
                </a:lnTo>
                <a:close/>
              </a:path>
              <a:path w="5142230" h="2300604">
                <a:moveTo>
                  <a:pt x="1700059" y="319269"/>
                </a:moveTo>
                <a:lnTo>
                  <a:pt x="1696642" y="315612"/>
                </a:lnTo>
                <a:lnTo>
                  <a:pt x="1695668" y="312321"/>
                </a:lnTo>
                <a:lnTo>
                  <a:pt x="1697658" y="303797"/>
                </a:lnTo>
                <a:lnTo>
                  <a:pt x="1702866" y="300575"/>
                </a:lnTo>
                <a:lnTo>
                  <a:pt x="1713359" y="303010"/>
                </a:lnTo>
                <a:lnTo>
                  <a:pt x="1716580" y="308218"/>
                </a:lnTo>
                <a:lnTo>
                  <a:pt x="1714141" y="318705"/>
                </a:lnTo>
                <a:lnTo>
                  <a:pt x="1708889" y="321977"/>
                </a:lnTo>
                <a:lnTo>
                  <a:pt x="1703692" y="320715"/>
                </a:lnTo>
                <a:lnTo>
                  <a:pt x="1701724" y="320270"/>
                </a:lnTo>
                <a:lnTo>
                  <a:pt x="1700059" y="319269"/>
                </a:lnTo>
                <a:close/>
              </a:path>
              <a:path w="5142230" h="2300604">
                <a:moveTo>
                  <a:pt x="1838480" y="350933"/>
                </a:moveTo>
                <a:lnTo>
                  <a:pt x="1835064" y="347276"/>
                </a:lnTo>
                <a:lnTo>
                  <a:pt x="1834046" y="344035"/>
                </a:lnTo>
                <a:lnTo>
                  <a:pt x="1834819" y="340757"/>
                </a:lnTo>
                <a:lnTo>
                  <a:pt x="1835987" y="335557"/>
                </a:lnTo>
                <a:lnTo>
                  <a:pt x="1841194" y="332236"/>
                </a:lnTo>
                <a:lnTo>
                  <a:pt x="1851645" y="334626"/>
                </a:lnTo>
                <a:lnTo>
                  <a:pt x="1854911" y="339784"/>
                </a:lnTo>
                <a:lnTo>
                  <a:pt x="1853793" y="345038"/>
                </a:lnTo>
                <a:lnTo>
                  <a:pt x="1852624" y="350239"/>
                </a:lnTo>
                <a:lnTo>
                  <a:pt x="1847413" y="353555"/>
                </a:lnTo>
                <a:lnTo>
                  <a:pt x="1840199" y="351893"/>
                </a:lnTo>
                <a:lnTo>
                  <a:pt x="1838480" y="350933"/>
                </a:lnTo>
                <a:close/>
              </a:path>
              <a:path w="5142230" h="2300604">
                <a:moveTo>
                  <a:pt x="3518738" y="1206257"/>
                </a:moveTo>
                <a:lnTo>
                  <a:pt x="3515276" y="1202551"/>
                </a:lnTo>
                <a:lnTo>
                  <a:pt x="3514605" y="1201442"/>
                </a:lnTo>
                <a:lnTo>
                  <a:pt x="3514124" y="1200148"/>
                </a:lnTo>
                <a:lnTo>
                  <a:pt x="3512367" y="1195041"/>
                </a:lnTo>
                <a:lnTo>
                  <a:pt x="3515014" y="1189464"/>
                </a:lnTo>
                <a:lnTo>
                  <a:pt x="3525252" y="1185959"/>
                </a:lnTo>
                <a:lnTo>
                  <a:pt x="3530713" y="1188678"/>
                </a:lnTo>
                <a:lnTo>
                  <a:pt x="3534235" y="1198801"/>
                </a:lnTo>
                <a:lnTo>
                  <a:pt x="3531543" y="1204329"/>
                </a:lnTo>
                <a:lnTo>
                  <a:pt x="3522757" y="1207433"/>
                </a:lnTo>
                <a:lnTo>
                  <a:pt x="3518738" y="1206257"/>
                </a:lnTo>
                <a:close/>
              </a:path>
              <a:path w="5142230" h="2300604">
                <a:moveTo>
                  <a:pt x="3541184" y="1273586"/>
                </a:moveTo>
                <a:lnTo>
                  <a:pt x="3537722" y="1269880"/>
                </a:lnTo>
                <a:lnTo>
                  <a:pt x="3536960" y="1268674"/>
                </a:lnTo>
                <a:lnTo>
                  <a:pt x="3536537" y="1267244"/>
                </a:lnTo>
                <a:lnTo>
                  <a:pt x="3534865" y="1262131"/>
                </a:lnTo>
                <a:lnTo>
                  <a:pt x="3537700" y="1256661"/>
                </a:lnTo>
                <a:lnTo>
                  <a:pt x="3547632" y="1253413"/>
                </a:lnTo>
                <a:lnTo>
                  <a:pt x="3547912" y="1253322"/>
                </a:lnTo>
                <a:lnTo>
                  <a:pt x="3553431" y="1256200"/>
                </a:lnTo>
                <a:lnTo>
                  <a:pt x="3555009" y="1261310"/>
                </a:lnTo>
                <a:lnTo>
                  <a:pt x="3556672" y="1266414"/>
                </a:lnTo>
                <a:lnTo>
                  <a:pt x="3553846" y="1271893"/>
                </a:lnTo>
                <a:lnTo>
                  <a:pt x="3548734" y="1273555"/>
                </a:lnTo>
                <a:lnTo>
                  <a:pt x="3545059" y="1274705"/>
                </a:lnTo>
                <a:lnTo>
                  <a:pt x="3541184" y="1273586"/>
                </a:lnTo>
                <a:close/>
              </a:path>
              <a:path w="5142230" h="2300604">
                <a:moveTo>
                  <a:pt x="1977187" y="381435"/>
                </a:moveTo>
                <a:lnTo>
                  <a:pt x="1973771" y="377778"/>
                </a:lnTo>
                <a:lnTo>
                  <a:pt x="1972749" y="374533"/>
                </a:lnTo>
                <a:lnTo>
                  <a:pt x="1973472" y="371300"/>
                </a:lnTo>
                <a:lnTo>
                  <a:pt x="1974595" y="366051"/>
                </a:lnTo>
                <a:lnTo>
                  <a:pt x="1979802" y="362730"/>
                </a:lnTo>
                <a:lnTo>
                  <a:pt x="1985007" y="363903"/>
                </a:lnTo>
                <a:lnTo>
                  <a:pt x="1990257" y="365026"/>
                </a:lnTo>
                <a:lnTo>
                  <a:pt x="1993617" y="370187"/>
                </a:lnTo>
                <a:lnTo>
                  <a:pt x="1992494" y="375437"/>
                </a:lnTo>
                <a:lnTo>
                  <a:pt x="1991327" y="380736"/>
                </a:lnTo>
                <a:lnTo>
                  <a:pt x="1986160" y="384002"/>
                </a:lnTo>
                <a:lnTo>
                  <a:pt x="1980915" y="382884"/>
                </a:lnTo>
                <a:lnTo>
                  <a:pt x="1978898" y="382485"/>
                </a:lnTo>
                <a:lnTo>
                  <a:pt x="1977187" y="381435"/>
                </a:lnTo>
                <a:close/>
              </a:path>
              <a:path w="5142230" h="2300604">
                <a:moveTo>
                  <a:pt x="1769243" y="335268"/>
                </a:moveTo>
                <a:lnTo>
                  <a:pt x="1765826" y="331611"/>
                </a:lnTo>
                <a:lnTo>
                  <a:pt x="1764804" y="328365"/>
                </a:lnTo>
                <a:lnTo>
                  <a:pt x="1766793" y="319841"/>
                </a:lnTo>
                <a:lnTo>
                  <a:pt x="1771997" y="316614"/>
                </a:lnTo>
                <a:lnTo>
                  <a:pt x="1782444" y="319000"/>
                </a:lnTo>
                <a:lnTo>
                  <a:pt x="1785719" y="324168"/>
                </a:lnTo>
                <a:lnTo>
                  <a:pt x="1784502" y="329414"/>
                </a:lnTo>
                <a:lnTo>
                  <a:pt x="1783330" y="334708"/>
                </a:lnTo>
                <a:lnTo>
                  <a:pt x="1778122" y="337930"/>
                </a:lnTo>
                <a:lnTo>
                  <a:pt x="1770903" y="336264"/>
                </a:lnTo>
                <a:lnTo>
                  <a:pt x="1769243" y="335268"/>
                </a:lnTo>
                <a:close/>
              </a:path>
              <a:path w="5142230" h="2300604">
                <a:moveTo>
                  <a:pt x="1907781" y="366274"/>
                </a:moveTo>
                <a:lnTo>
                  <a:pt x="1904365" y="362617"/>
                </a:lnTo>
                <a:lnTo>
                  <a:pt x="1903393" y="359426"/>
                </a:lnTo>
                <a:lnTo>
                  <a:pt x="1905288" y="350898"/>
                </a:lnTo>
                <a:lnTo>
                  <a:pt x="1910446" y="347623"/>
                </a:lnTo>
                <a:lnTo>
                  <a:pt x="1920949" y="349873"/>
                </a:lnTo>
                <a:lnTo>
                  <a:pt x="1924261" y="355080"/>
                </a:lnTo>
                <a:lnTo>
                  <a:pt x="1921925" y="365580"/>
                </a:lnTo>
                <a:lnTo>
                  <a:pt x="1916763" y="368851"/>
                </a:lnTo>
                <a:lnTo>
                  <a:pt x="1911513" y="367728"/>
                </a:lnTo>
                <a:lnTo>
                  <a:pt x="1909546" y="367283"/>
                </a:lnTo>
                <a:lnTo>
                  <a:pt x="1907781" y="366274"/>
                </a:lnTo>
                <a:close/>
              </a:path>
              <a:path w="5142230" h="2300604">
                <a:moveTo>
                  <a:pt x="4267840" y="2283113"/>
                </a:moveTo>
                <a:lnTo>
                  <a:pt x="4263911" y="2278907"/>
                </a:lnTo>
                <a:lnTo>
                  <a:pt x="4263675" y="2273572"/>
                </a:lnTo>
                <a:lnTo>
                  <a:pt x="4266738" y="2269715"/>
                </a:lnTo>
                <a:lnTo>
                  <a:pt x="4270138" y="2265535"/>
                </a:lnTo>
                <a:lnTo>
                  <a:pt x="4276244" y="2264936"/>
                </a:lnTo>
                <a:lnTo>
                  <a:pt x="4284564" y="2271691"/>
                </a:lnTo>
                <a:lnTo>
                  <a:pt x="4285248" y="2277800"/>
                </a:lnTo>
                <a:lnTo>
                  <a:pt x="4278502" y="2286120"/>
                </a:lnTo>
                <a:lnTo>
                  <a:pt x="4272384" y="2286804"/>
                </a:lnTo>
                <a:lnTo>
                  <a:pt x="4267840" y="2283113"/>
                </a:lnTo>
                <a:close/>
              </a:path>
              <a:path w="5142230" h="2300604">
                <a:moveTo>
                  <a:pt x="3562436" y="1341300"/>
                </a:moveTo>
                <a:lnTo>
                  <a:pt x="3558975" y="1337594"/>
                </a:lnTo>
                <a:lnTo>
                  <a:pt x="3558262" y="1336343"/>
                </a:lnTo>
                <a:lnTo>
                  <a:pt x="3556215" y="1329753"/>
                </a:lnTo>
                <a:lnTo>
                  <a:pt x="3559091" y="1324328"/>
                </a:lnTo>
                <a:lnTo>
                  <a:pt x="3564201" y="1322760"/>
                </a:lnTo>
                <a:lnTo>
                  <a:pt x="3569354" y="1321141"/>
                </a:lnTo>
                <a:lnTo>
                  <a:pt x="3574780" y="1324017"/>
                </a:lnTo>
                <a:lnTo>
                  <a:pt x="3577926" y="1334227"/>
                </a:lnTo>
                <a:lnTo>
                  <a:pt x="3575096" y="1339701"/>
                </a:lnTo>
                <a:lnTo>
                  <a:pt x="3566268" y="1342469"/>
                </a:lnTo>
                <a:lnTo>
                  <a:pt x="3562436" y="1341300"/>
                </a:lnTo>
                <a:close/>
              </a:path>
              <a:path w="5142230" h="2300604">
                <a:moveTo>
                  <a:pt x="3193834" y="752791"/>
                </a:moveTo>
                <a:lnTo>
                  <a:pt x="3189722" y="748389"/>
                </a:lnTo>
                <a:lnTo>
                  <a:pt x="3189193" y="743622"/>
                </a:lnTo>
                <a:lnTo>
                  <a:pt x="3194259" y="735653"/>
                </a:lnTo>
                <a:lnTo>
                  <a:pt x="3194481" y="735304"/>
                </a:lnTo>
                <a:lnTo>
                  <a:pt x="3200517" y="733947"/>
                </a:lnTo>
                <a:lnTo>
                  <a:pt x="3205001" y="736890"/>
                </a:lnTo>
                <a:lnTo>
                  <a:pt x="3209530" y="739782"/>
                </a:lnTo>
                <a:lnTo>
                  <a:pt x="3210881" y="745824"/>
                </a:lnTo>
                <a:lnTo>
                  <a:pt x="3208166" y="749953"/>
                </a:lnTo>
                <a:lnTo>
                  <a:pt x="3205048" y="754825"/>
                </a:lnTo>
                <a:lnTo>
                  <a:pt x="3199060" y="756136"/>
                </a:lnTo>
                <a:lnTo>
                  <a:pt x="3193834" y="752791"/>
                </a:lnTo>
                <a:close/>
              </a:path>
              <a:path w="5142230" h="2300604">
                <a:moveTo>
                  <a:pt x="3252032" y="793489"/>
                </a:moveTo>
                <a:lnTo>
                  <a:pt x="3247591" y="788735"/>
                </a:lnTo>
                <a:lnTo>
                  <a:pt x="3247314" y="783651"/>
                </a:lnTo>
                <a:lnTo>
                  <a:pt x="3250229" y="779833"/>
                </a:lnTo>
                <a:lnTo>
                  <a:pt x="3253440" y="775546"/>
                </a:lnTo>
                <a:lnTo>
                  <a:pt x="3259556" y="774763"/>
                </a:lnTo>
                <a:lnTo>
                  <a:pt x="3263788" y="778023"/>
                </a:lnTo>
                <a:lnTo>
                  <a:pt x="3268070" y="781237"/>
                </a:lnTo>
                <a:lnTo>
                  <a:pt x="3268903" y="787307"/>
                </a:lnTo>
                <a:lnTo>
                  <a:pt x="3262428" y="795921"/>
                </a:lnTo>
                <a:lnTo>
                  <a:pt x="3256311" y="796705"/>
                </a:lnTo>
                <a:lnTo>
                  <a:pt x="3252032" y="793489"/>
                </a:lnTo>
                <a:close/>
              </a:path>
              <a:path w="5142230" h="2300604">
                <a:moveTo>
                  <a:pt x="3305058" y="838917"/>
                </a:moveTo>
                <a:lnTo>
                  <a:pt x="3301182" y="834767"/>
                </a:lnTo>
                <a:lnTo>
                  <a:pt x="3301198" y="828918"/>
                </a:lnTo>
                <a:lnTo>
                  <a:pt x="3304820" y="825169"/>
                </a:lnTo>
                <a:lnTo>
                  <a:pt x="3308492" y="821282"/>
                </a:lnTo>
                <a:lnTo>
                  <a:pt x="3314680" y="821163"/>
                </a:lnTo>
                <a:lnTo>
                  <a:pt x="3322400" y="828643"/>
                </a:lnTo>
                <a:lnTo>
                  <a:pt x="3322478" y="834788"/>
                </a:lnTo>
                <a:lnTo>
                  <a:pt x="3318806" y="838675"/>
                </a:lnTo>
                <a:lnTo>
                  <a:pt x="3315086" y="842516"/>
                </a:lnTo>
                <a:lnTo>
                  <a:pt x="3308898" y="842635"/>
                </a:lnTo>
                <a:lnTo>
                  <a:pt x="3305058" y="838917"/>
                </a:lnTo>
                <a:close/>
              </a:path>
              <a:path w="5142230" h="2300604">
                <a:moveTo>
                  <a:pt x="2871628" y="605912"/>
                </a:moveTo>
                <a:lnTo>
                  <a:pt x="2868212" y="602255"/>
                </a:lnTo>
                <a:lnTo>
                  <a:pt x="2867300" y="598542"/>
                </a:lnTo>
                <a:lnTo>
                  <a:pt x="2870089" y="590091"/>
                </a:lnTo>
                <a:lnTo>
                  <a:pt x="2870137" y="589947"/>
                </a:lnTo>
                <a:lnTo>
                  <a:pt x="2875711" y="587214"/>
                </a:lnTo>
                <a:lnTo>
                  <a:pt x="2885839" y="590628"/>
                </a:lnTo>
                <a:lnTo>
                  <a:pt x="2888580" y="596103"/>
                </a:lnTo>
                <a:lnTo>
                  <a:pt x="2885255" y="606131"/>
                </a:lnTo>
                <a:lnTo>
                  <a:pt x="2885207" y="606275"/>
                </a:lnTo>
                <a:lnTo>
                  <a:pt x="2879684" y="609061"/>
                </a:lnTo>
                <a:lnTo>
                  <a:pt x="2873014" y="606809"/>
                </a:lnTo>
                <a:lnTo>
                  <a:pt x="2871628" y="605912"/>
                </a:lnTo>
                <a:close/>
              </a:path>
              <a:path w="5142230" h="2300604">
                <a:moveTo>
                  <a:pt x="2804051" y="584303"/>
                </a:moveTo>
                <a:lnTo>
                  <a:pt x="2800635" y="580646"/>
                </a:lnTo>
                <a:lnTo>
                  <a:pt x="2799720" y="577027"/>
                </a:lnTo>
                <a:lnTo>
                  <a:pt x="2802324" y="568476"/>
                </a:lnTo>
                <a:lnTo>
                  <a:pt x="2807806" y="565547"/>
                </a:lnTo>
                <a:lnTo>
                  <a:pt x="2818083" y="568730"/>
                </a:lnTo>
                <a:lnTo>
                  <a:pt x="2820914" y="574203"/>
                </a:lnTo>
                <a:lnTo>
                  <a:pt x="2819376" y="579301"/>
                </a:lnTo>
                <a:lnTo>
                  <a:pt x="2817780" y="584435"/>
                </a:lnTo>
                <a:lnTo>
                  <a:pt x="2812352" y="587324"/>
                </a:lnTo>
                <a:lnTo>
                  <a:pt x="2805531" y="585203"/>
                </a:lnTo>
                <a:lnTo>
                  <a:pt x="2804051" y="584303"/>
                </a:lnTo>
                <a:close/>
              </a:path>
              <a:path w="5142230" h="2300604">
                <a:moveTo>
                  <a:pt x="3069282" y="683974"/>
                </a:moveTo>
                <a:lnTo>
                  <a:pt x="3065815" y="680263"/>
                </a:lnTo>
                <a:lnTo>
                  <a:pt x="3065063" y="676035"/>
                </a:lnTo>
                <a:lnTo>
                  <a:pt x="3069088" y="667444"/>
                </a:lnTo>
                <a:lnTo>
                  <a:pt x="3074914" y="665371"/>
                </a:lnTo>
                <a:lnTo>
                  <a:pt x="3079745" y="667707"/>
                </a:lnTo>
                <a:lnTo>
                  <a:pt x="3084623" y="669999"/>
                </a:lnTo>
                <a:lnTo>
                  <a:pt x="3086694" y="675834"/>
                </a:lnTo>
                <a:lnTo>
                  <a:pt x="3082022" y="685495"/>
                </a:lnTo>
                <a:lnTo>
                  <a:pt x="3076283" y="687560"/>
                </a:lnTo>
                <a:lnTo>
                  <a:pt x="3070247" y="684716"/>
                </a:lnTo>
                <a:lnTo>
                  <a:pt x="3069282" y="683974"/>
                </a:lnTo>
                <a:close/>
              </a:path>
              <a:path w="5142230" h="2300604">
                <a:moveTo>
                  <a:pt x="3943192" y="2006745"/>
                </a:moveTo>
                <a:lnTo>
                  <a:pt x="3939452" y="2002741"/>
                </a:lnTo>
                <a:lnTo>
                  <a:pt x="3939422" y="1996844"/>
                </a:lnTo>
                <a:lnTo>
                  <a:pt x="3943088" y="1993145"/>
                </a:lnTo>
                <a:lnTo>
                  <a:pt x="3946856" y="1989260"/>
                </a:lnTo>
                <a:lnTo>
                  <a:pt x="3952996" y="1989186"/>
                </a:lnTo>
                <a:lnTo>
                  <a:pt x="3960669" y="1996618"/>
                </a:lnTo>
                <a:lnTo>
                  <a:pt x="3960793" y="2002812"/>
                </a:lnTo>
                <a:lnTo>
                  <a:pt x="3957026" y="2006696"/>
                </a:lnTo>
                <a:lnTo>
                  <a:pt x="3953262" y="2010487"/>
                </a:lnTo>
                <a:lnTo>
                  <a:pt x="3947122" y="2010561"/>
                </a:lnTo>
                <a:lnTo>
                  <a:pt x="3943192" y="2006745"/>
                </a:lnTo>
                <a:close/>
              </a:path>
              <a:path w="5142230" h="2300604">
                <a:moveTo>
                  <a:pt x="3848804" y="1907366"/>
                </a:moveTo>
                <a:lnTo>
                  <a:pt x="3845018" y="1903314"/>
                </a:lnTo>
                <a:lnTo>
                  <a:pt x="3841480" y="1899233"/>
                </a:lnTo>
                <a:lnTo>
                  <a:pt x="3841877" y="1893109"/>
                </a:lnTo>
                <a:lnTo>
                  <a:pt x="3849445" y="1886548"/>
                </a:lnTo>
                <a:lnTo>
                  <a:pt x="3850001" y="1886068"/>
                </a:lnTo>
                <a:lnTo>
                  <a:pt x="3856165" y="1886509"/>
                </a:lnTo>
                <a:lnTo>
                  <a:pt x="3863211" y="1894638"/>
                </a:lnTo>
                <a:lnTo>
                  <a:pt x="3862719" y="1900758"/>
                </a:lnTo>
                <a:lnTo>
                  <a:pt x="3859233" y="1903771"/>
                </a:lnTo>
                <a:lnTo>
                  <a:pt x="3858677" y="1904251"/>
                </a:lnTo>
                <a:lnTo>
                  <a:pt x="3854739" y="1907757"/>
                </a:lnTo>
                <a:lnTo>
                  <a:pt x="3848804" y="1907366"/>
                </a:lnTo>
                <a:close/>
              </a:path>
              <a:path w="5142230" h="2300604">
                <a:moveTo>
                  <a:pt x="2392878" y="473948"/>
                </a:moveTo>
                <a:lnTo>
                  <a:pt x="2389461" y="470291"/>
                </a:lnTo>
                <a:lnTo>
                  <a:pt x="2389123" y="469146"/>
                </a:lnTo>
                <a:lnTo>
                  <a:pt x="2388506" y="466923"/>
                </a:lnTo>
                <a:lnTo>
                  <a:pt x="2390527" y="458529"/>
                </a:lnTo>
                <a:lnTo>
                  <a:pt x="2395731" y="455303"/>
                </a:lnTo>
                <a:lnTo>
                  <a:pt x="2400982" y="456525"/>
                </a:lnTo>
                <a:lnTo>
                  <a:pt x="2406179" y="457788"/>
                </a:lnTo>
                <a:lnTo>
                  <a:pt x="2409401" y="462996"/>
                </a:lnTo>
                <a:lnTo>
                  <a:pt x="2408184" y="468242"/>
                </a:lnTo>
                <a:lnTo>
                  <a:pt x="2406921" y="473439"/>
                </a:lnTo>
                <a:lnTo>
                  <a:pt x="2401713" y="476661"/>
                </a:lnTo>
                <a:lnTo>
                  <a:pt x="2396466" y="475444"/>
                </a:lnTo>
                <a:lnTo>
                  <a:pt x="2394548" y="474954"/>
                </a:lnTo>
                <a:lnTo>
                  <a:pt x="2392878" y="473948"/>
                </a:lnTo>
                <a:close/>
              </a:path>
              <a:path w="5142230" h="2300604">
                <a:moveTo>
                  <a:pt x="2667787" y="544588"/>
                </a:moveTo>
                <a:lnTo>
                  <a:pt x="2664371" y="540931"/>
                </a:lnTo>
                <a:lnTo>
                  <a:pt x="2663452" y="537406"/>
                </a:lnTo>
                <a:lnTo>
                  <a:pt x="2664367" y="533987"/>
                </a:lnTo>
                <a:lnTo>
                  <a:pt x="2665819" y="528895"/>
                </a:lnTo>
                <a:lnTo>
                  <a:pt x="2670790" y="526103"/>
                </a:lnTo>
                <a:lnTo>
                  <a:pt x="2671210" y="525868"/>
                </a:lnTo>
                <a:lnTo>
                  <a:pt x="2681546" y="528722"/>
                </a:lnTo>
                <a:lnTo>
                  <a:pt x="2684573" y="534112"/>
                </a:lnTo>
                <a:lnTo>
                  <a:pt x="2683076" y="539255"/>
                </a:lnTo>
                <a:lnTo>
                  <a:pt x="2681624" y="544445"/>
                </a:lnTo>
                <a:lnTo>
                  <a:pt x="2676229" y="547467"/>
                </a:lnTo>
                <a:lnTo>
                  <a:pt x="2671137" y="546024"/>
                </a:lnTo>
                <a:lnTo>
                  <a:pt x="2669313" y="545537"/>
                </a:lnTo>
                <a:lnTo>
                  <a:pt x="2667787" y="544588"/>
                </a:lnTo>
                <a:close/>
              </a:path>
              <a:path w="5142230" h="2300604">
                <a:moveTo>
                  <a:pt x="2530710" y="507815"/>
                </a:moveTo>
                <a:lnTo>
                  <a:pt x="2527344" y="504212"/>
                </a:lnTo>
                <a:lnTo>
                  <a:pt x="2526328" y="500778"/>
                </a:lnTo>
                <a:lnTo>
                  <a:pt x="2527194" y="497503"/>
                </a:lnTo>
                <a:lnTo>
                  <a:pt x="2528506" y="492260"/>
                </a:lnTo>
                <a:lnTo>
                  <a:pt x="2533801" y="489131"/>
                </a:lnTo>
                <a:lnTo>
                  <a:pt x="2538999" y="490493"/>
                </a:lnTo>
                <a:lnTo>
                  <a:pt x="2544242" y="491804"/>
                </a:lnTo>
                <a:lnTo>
                  <a:pt x="2547367" y="497104"/>
                </a:lnTo>
                <a:lnTo>
                  <a:pt x="2544652" y="507492"/>
                </a:lnTo>
                <a:lnTo>
                  <a:pt x="2539457" y="510630"/>
                </a:lnTo>
                <a:lnTo>
                  <a:pt x="2534321" y="509335"/>
                </a:lnTo>
                <a:lnTo>
                  <a:pt x="2532331" y="508866"/>
                </a:lnTo>
                <a:lnTo>
                  <a:pt x="2530710" y="507815"/>
                </a:lnTo>
                <a:close/>
              </a:path>
              <a:path w="5142230" h="2300604">
                <a:moveTo>
                  <a:pt x="2599360" y="525783"/>
                </a:moveTo>
                <a:lnTo>
                  <a:pt x="2595943" y="522126"/>
                </a:lnTo>
                <a:lnTo>
                  <a:pt x="2594968" y="518736"/>
                </a:lnTo>
                <a:lnTo>
                  <a:pt x="2597294" y="510181"/>
                </a:lnTo>
                <a:lnTo>
                  <a:pt x="2602402" y="507242"/>
                </a:lnTo>
                <a:lnTo>
                  <a:pt x="2602639" y="507105"/>
                </a:lnTo>
                <a:lnTo>
                  <a:pt x="2607780" y="508503"/>
                </a:lnTo>
                <a:lnTo>
                  <a:pt x="2612978" y="509865"/>
                </a:lnTo>
                <a:lnTo>
                  <a:pt x="2616049" y="515205"/>
                </a:lnTo>
                <a:lnTo>
                  <a:pt x="2614647" y="520350"/>
                </a:lnTo>
                <a:lnTo>
                  <a:pt x="2613294" y="525549"/>
                </a:lnTo>
                <a:lnTo>
                  <a:pt x="2607949" y="528625"/>
                </a:lnTo>
                <a:lnTo>
                  <a:pt x="2600931" y="526781"/>
                </a:lnTo>
                <a:lnTo>
                  <a:pt x="2599360" y="525783"/>
                </a:lnTo>
                <a:close/>
              </a:path>
              <a:path w="5142230" h="2300604">
                <a:moveTo>
                  <a:pt x="3896718" y="1960026"/>
                </a:moveTo>
                <a:lnTo>
                  <a:pt x="3889385" y="1952175"/>
                </a:lnTo>
                <a:lnTo>
                  <a:pt x="3889549" y="1946096"/>
                </a:lnTo>
                <a:lnTo>
                  <a:pt x="3893404" y="1942403"/>
                </a:lnTo>
                <a:lnTo>
                  <a:pt x="3897255" y="1938705"/>
                </a:lnTo>
                <a:lnTo>
                  <a:pt x="3903626" y="1938878"/>
                </a:lnTo>
                <a:lnTo>
                  <a:pt x="3910870" y="1946632"/>
                </a:lnTo>
                <a:lnTo>
                  <a:pt x="3910702" y="1952806"/>
                </a:lnTo>
                <a:lnTo>
                  <a:pt x="3902902" y="1960194"/>
                </a:lnTo>
                <a:lnTo>
                  <a:pt x="3896718" y="1960026"/>
                </a:lnTo>
                <a:close/>
              </a:path>
              <a:path w="5142230" h="2300604">
                <a:moveTo>
                  <a:pt x="3132392" y="716147"/>
                </a:moveTo>
                <a:lnTo>
                  <a:pt x="3128885" y="712392"/>
                </a:lnTo>
                <a:lnTo>
                  <a:pt x="3128141" y="707882"/>
                </a:lnTo>
                <a:lnTo>
                  <a:pt x="3130253" y="704083"/>
                </a:lnTo>
                <a:lnTo>
                  <a:pt x="3132819" y="699403"/>
                </a:lnTo>
                <a:lnTo>
                  <a:pt x="3138775" y="697665"/>
                </a:lnTo>
                <a:lnTo>
                  <a:pt x="3148187" y="702853"/>
                </a:lnTo>
                <a:lnTo>
                  <a:pt x="3149874" y="708764"/>
                </a:lnTo>
                <a:lnTo>
                  <a:pt x="3144690" y="718172"/>
                </a:lnTo>
                <a:lnTo>
                  <a:pt x="3138775" y="719854"/>
                </a:lnTo>
                <a:lnTo>
                  <a:pt x="3133170" y="716789"/>
                </a:lnTo>
                <a:lnTo>
                  <a:pt x="3132392" y="716147"/>
                </a:lnTo>
                <a:close/>
              </a:path>
              <a:path w="5142230" h="2300604">
                <a:moveTo>
                  <a:pt x="2461855" y="490605"/>
                </a:moveTo>
                <a:lnTo>
                  <a:pt x="2458439" y="486948"/>
                </a:lnTo>
                <a:lnTo>
                  <a:pt x="2457514" y="483612"/>
                </a:lnTo>
                <a:lnTo>
                  <a:pt x="2458286" y="480333"/>
                </a:lnTo>
                <a:lnTo>
                  <a:pt x="2459598" y="475091"/>
                </a:lnTo>
                <a:lnTo>
                  <a:pt x="2464852" y="471918"/>
                </a:lnTo>
                <a:lnTo>
                  <a:pt x="2470044" y="473175"/>
                </a:lnTo>
                <a:lnTo>
                  <a:pt x="2475292" y="474492"/>
                </a:lnTo>
                <a:lnTo>
                  <a:pt x="2478465" y="479746"/>
                </a:lnTo>
                <a:lnTo>
                  <a:pt x="2477198" y="484938"/>
                </a:lnTo>
                <a:lnTo>
                  <a:pt x="2475886" y="490181"/>
                </a:lnTo>
                <a:lnTo>
                  <a:pt x="2470632" y="493354"/>
                </a:lnTo>
                <a:lnTo>
                  <a:pt x="2465439" y="492096"/>
                </a:lnTo>
                <a:lnTo>
                  <a:pt x="2463521" y="491606"/>
                </a:lnTo>
                <a:lnTo>
                  <a:pt x="2461855" y="490605"/>
                </a:lnTo>
                <a:close/>
              </a:path>
              <a:path w="5142230" h="2300604">
                <a:moveTo>
                  <a:pt x="2736052" y="564002"/>
                </a:moveTo>
                <a:lnTo>
                  <a:pt x="2732636" y="560345"/>
                </a:lnTo>
                <a:lnTo>
                  <a:pt x="2731669" y="556865"/>
                </a:lnTo>
                <a:lnTo>
                  <a:pt x="2732636" y="553405"/>
                </a:lnTo>
                <a:lnTo>
                  <a:pt x="2734133" y="548263"/>
                </a:lnTo>
                <a:lnTo>
                  <a:pt x="2739569" y="545285"/>
                </a:lnTo>
                <a:lnTo>
                  <a:pt x="2749854" y="548279"/>
                </a:lnTo>
                <a:lnTo>
                  <a:pt x="2752827" y="553710"/>
                </a:lnTo>
                <a:lnTo>
                  <a:pt x="2749838" y="563999"/>
                </a:lnTo>
                <a:lnTo>
                  <a:pt x="2744450" y="566931"/>
                </a:lnTo>
                <a:lnTo>
                  <a:pt x="2739308" y="565434"/>
                </a:lnTo>
                <a:lnTo>
                  <a:pt x="2737578" y="564951"/>
                </a:lnTo>
                <a:lnTo>
                  <a:pt x="2736052" y="564002"/>
                </a:lnTo>
                <a:close/>
              </a:path>
              <a:path w="5142230" h="2300604">
                <a:moveTo>
                  <a:pt x="2115898" y="411551"/>
                </a:moveTo>
                <a:lnTo>
                  <a:pt x="2112482" y="407894"/>
                </a:lnTo>
                <a:lnTo>
                  <a:pt x="2111509" y="404702"/>
                </a:lnTo>
                <a:lnTo>
                  <a:pt x="2112233" y="401470"/>
                </a:lnTo>
                <a:lnTo>
                  <a:pt x="2113356" y="396220"/>
                </a:lnTo>
                <a:lnTo>
                  <a:pt x="2118563" y="392899"/>
                </a:lnTo>
                <a:lnTo>
                  <a:pt x="2123817" y="394027"/>
                </a:lnTo>
                <a:lnTo>
                  <a:pt x="2129017" y="395195"/>
                </a:lnTo>
                <a:lnTo>
                  <a:pt x="2132378" y="400357"/>
                </a:lnTo>
                <a:lnTo>
                  <a:pt x="2131255" y="405606"/>
                </a:lnTo>
                <a:lnTo>
                  <a:pt x="2130042" y="410857"/>
                </a:lnTo>
                <a:lnTo>
                  <a:pt x="2124879" y="414127"/>
                </a:lnTo>
                <a:lnTo>
                  <a:pt x="2119630" y="413004"/>
                </a:lnTo>
                <a:lnTo>
                  <a:pt x="2117662" y="412560"/>
                </a:lnTo>
                <a:lnTo>
                  <a:pt x="2115898" y="411551"/>
                </a:lnTo>
                <a:close/>
              </a:path>
              <a:path w="5142230" h="2300604">
                <a:moveTo>
                  <a:pt x="3494184" y="1139800"/>
                </a:moveTo>
                <a:lnTo>
                  <a:pt x="3490722" y="1136094"/>
                </a:lnTo>
                <a:lnTo>
                  <a:pt x="3490093" y="1135029"/>
                </a:lnTo>
                <a:lnTo>
                  <a:pt x="3489659" y="1133883"/>
                </a:lnTo>
                <a:lnTo>
                  <a:pt x="3487657" y="1128904"/>
                </a:lnTo>
                <a:lnTo>
                  <a:pt x="3490117" y="1123228"/>
                </a:lnTo>
                <a:lnTo>
                  <a:pt x="3495045" y="1121273"/>
                </a:lnTo>
                <a:lnTo>
                  <a:pt x="3500073" y="1119324"/>
                </a:lnTo>
                <a:lnTo>
                  <a:pt x="3505704" y="1121734"/>
                </a:lnTo>
                <a:lnTo>
                  <a:pt x="3507706" y="1126712"/>
                </a:lnTo>
                <a:lnTo>
                  <a:pt x="3509660" y="1131735"/>
                </a:lnTo>
                <a:lnTo>
                  <a:pt x="3507200" y="1137411"/>
                </a:lnTo>
                <a:lnTo>
                  <a:pt x="3502222" y="1139313"/>
                </a:lnTo>
                <a:lnTo>
                  <a:pt x="3498725" y="1140752"/>
                </a:lnTo>
                <a:lnTo>
                  <a:pt x="3498396" y="1140887"/>
                </a:lnTo>
                <a:lnTo>
                  <a:pt x="3494184" y="1139800"/>
                </a:lnTo>
                <a:close/>
              </a:path>
              <a:path w="5142230" h="2300604">
                <a:moveTo>
                  <a:pt x="2046542" y="396443"/>
                </a:moveTo>
                <a:lnTo>
                  <a:pt x="2043176" y="392840"/>
                </a:lnTo>
                <a:lnTo>
                  <a:pt x="2042105" y="389641"/>
                </a:lnTo>
                <a:lnTo>
                  <a:pt x="2044000" y="381113"/>
                </a:lnTo>
                <a:lnTo>
                  <a:pt x="2049158" y="377837"/>
                </a:lnTo>
                <a:lnTo>
                  <a:pt x="2059661" y="380088"/>
                </a:lnTo>
                <a:lnTo>
                  <a:pt x="2062973" y="385295"/>
                </a:lnTo>
                <a:lnTo>
                  <a:pt x="2061809" y="390500"/>
                </a:lnTo>
                <a:lnTo>
                  <a:pt x="2060686" y="395749"/>
                </a:lnTo>
                <a:lnTo>
                  <a:pt x="2055516" y="399109"/>
                </a:lnTo>
                <a:lnTo>
                  <a:pt x="2048258" y="397498"/>
                </a:lnTo>
                <a:lnTo>
                  <a:pt x="2046542" y="396443"/>
                </a:lnTo>
                <a:close/>
              </a:path>
              <a:path w="5142230" h="2300604">
                <a:moveTo>
                  <a:pt x="3605179" y="1476689"/>
                </a:moveTo>
                <a:lnTo>
                  <a:pt x="3601763" y="1473032"/>
                </a:lnTo>
                <a:lnTo>
                  <a:pt x="3601001" y="1471826"/>
                </a:lnTo>
                <a:lnTo>
                  <a:pt x="3598862" y="1465332"/>
                </a:lnTo>
                <a:lnTo>
                  <a:pt x="3601643" y="1459903"/>
                </a:lnTo>
                <a:lnTo>
                  <a:pt x="3606706" y="1458187"/>
                </a:lnTo>
                <a:lnTo>
                  <a:pt x="3611858" y="1456470"/>
                </a:lnTo>
                <a:lnTo>
                  <a:pt x="3617341" y="1459210"/>
                </a:lnTo>
                <a:lnTo>
                  <a:pt x="3620675" y="1469427"/>
                </a:lnTo>
                <a:lnTo>
                  <a:pt x="3617939" y="1474904"/>
                </a:lnTo>
                <a:lnTo>
                  <a:pt x="3612877" y="1476620"/>
                </a:lnTo>
                <a:lnTo>
                  <a:pt x="3609105" y="1477861"/>
                </a:lnTo>
                <a:lnTo>
                  <a:pt x="3605179" y="1476689"/>
                </a:lnTo>
                <a:close/>
              </a:path>
              <a:path w="5142230" h="2300604">
                <a:moveTo>
                  <a:pt x="2185255" y="426757"/>
                </a:moveTo>
                <a:lnTo>
                  <a:pt x="2181839" y="423100"/>
                </a:lnTo>
                <a:lnTo>
                  <a:pt x="2180862" y="419904"/>
                </a:lnTo>
                <a:lnTo>
                  <a:pt x="2181540" y="416622"/>
                </a:lnTo>
                <a:lnTo>
                  <a:pt x="2182709" y="411422"/>
                </a:lnTo>
                <a:lnTo>
                  <a:pt x="2187920" y="408106"/>
                </a:lnTo>
                <a:lnTo>
                  <a:pt x="2198419" y="410352"/>
                </a:lnTo>
                <a:lnTo>
                  <a:pt x="2201735" y="415563"/>
                </a:lnTo>
                <a:lnTo>
                  <a:pt x="2200513" y="420804"/>
                </a:lnTo>
                <a:lnTo>
                  <a:pt x="2199395" y="426058"/>
                </a:lnTo>
                <a:lnTo>
                  <a:pt x="2194179" y="429370"/>
                </a:lnTo>
                <a:lnTo>
                  <a:pt x="2188983" y="428206"/>
                </a:lnTo>
                <a:lnTo>
                  <a:pt x="2186967" y="427807"/>
                </a:lnTo>
                <a:lnTo>
                  <a:pt x="2185255" y="426757"/>
                </a:lnTo>
                <a:close/>
              </a:path>
              <a:path w="5142230" h="2300604">
                <a:moveTo>
                  <a:pt x="2323796" y="457863"/>
                </a:moveTo>
                <a:lnTo>
                  <a:pt x="2320379" y="454206"/>
                </a:lnTo>
                <a:lnTo>
                  <a:pt x="2319357" y="450961"/>
                </a:lnTo>
                <a:lnTo>
                  <a:pt x="2321346" y="442437"/>
                </a:lnTo>
                <a:lnTo>
                  <a:pt x="2326509" y="439166"/>
                </a:lnTo>
                <a:lnTo>
                  <a:pt x="2337001" y="441600"/>
                </a:lnTo>
                <a:lnTo>
                  <a:pt x="2340272" y="446763"/>
                </a:lnTo>
                <a:lnTo>
                  <a:pt x="2337833" y="457250"/>
                </a:lnTo>
                <a:lnTo>
                  <a:pt x="2332675" y="460526"/>
                </a:lnTo>
                <a:lnTo>
                  <a:pt x="2325461" y="458864"/>
                </a:lnTo>
                <a:lnTo>
                  <a:pt x="2323796" y="457863"/>
                </a:lnTo>
                <a:close/>
              </a:path>
              <a:path w="5142230" h="2300604">
                <a:moveTo>
                  <a:pt x="2254553" y="442193"/>
                </a:moveTo>
                <a:lnTo>
                  <a:pt x="2251137" y="438536"/>
                </a:lnTo>
                <a:lnTo>
                  <a:pt x="2250163" y="435246"/>
                </a:lnTo>
                <a:lnTo>
                  <a:pt x="2252058" y="426718"/>
                </a:lnTo>
                <a:lnTo>
                  <a:pt x="2257267" y="423496"/>
                </a:lnTo>
                <a:lnTo>
                  <a:pt x="2267762" y="425836"/>
                </a:lnTo>
                <a:lnTo>
                  <a:pt x="2271028" y="430994"/>
                </a:lnTo>
                <a:lnTo>
                  <a:pt x="2269815" y="436245"/>
                </a:lnTo>
                <a:lnTo>
                  <a:pt x="2268693" y="441494"/>
                </a:lnTo>
                <a:lnTo>
                  <a:pt x="2263481" y="444810"/>
                </a:lnTo>
                <a:lnTo>
                  <a:pt x="2256267" y="443148"/>
                </a:lnTo>
                <a:lnTo>
                  <a:pt x="2254553" y="442193"/>
                </a:lnTo>
                <a:close/>
              </a:path>
              <a:path w="5142230" h="2300604">
                <a:moveTo>
                  <a:pt x="3803607" y="1852434"/>
                </a:moveTo>
                <a:lnTo>
                  <a:pt x="3799547" y="1848089"/>
                </a:lnTo>
                <a:lnTo>
                  <a:pt x="3796244" y="1843869"/>
                </a:lnTo>
                <a:lnTo>
                  <a:pt x="3797023" y="1837763"/>
                </a:lnTo>
                <a:lnTo>
                  <a:pt x="3805458" y="1831153"/>
                </a:lnTo>
                <a:lnTo>
                  <a:pt x="3811569" y="1831927"/>
                </a:lnTo>
                <a:lnTo>
                  <a:pt x="3818224" y="1840420"/>
                </a:lnTo>
                <a:lnTo>
                  <a:pt x="3817445" y="1846526"/>
                </a:lnTo>
                <a:lnTo>
                  <a:pt x="3813180" y="1849780"/>
                </a:lnTo>
                <a:lnTo>
                  <a:pt x="3810356" y="1852036"/>
                </a:lnTo>
                <a:lnTo>
                  <a:pt x="3809206" y="1852954"/>
                </a:lnTo>
                <a:lnTo>
                  <a:pt x="3803607" y="1852434"/>
                </a:lnTo>
                <a:close/>
              </a:path>
              <a:path w="5142230" h="2300604">
                <a:moveTo>
                  <a:pt x="3656268" y="1609477"/>
                </a:moveTo>
                <a:lnTo>
                  <a:pt x="3652765" y="1605727"/>
                </a:lnTo>
                <a:lnTo>
                  <a:pt x="3652133" y="1604856"/>
                </a:lnTo>
                <a:lnTo>
                  <a:pt x="3651738" y="1603846"/>
                </a:lnTo>
                <a:lnTo>
                  <a:pt x="3649544" y="1598956"/>
                </a:lnTo>
                <a:lnTo>
                  <a:pt x="3651675" y="1593222"/>
                </a:lnTo>
                <a:lnTo>
                  <a:pt x="3656570" y="1591033"/>
                </a:lnTo>
                <a:lnTo>
                  <a:pt x="3661508" y="1588793"/>
                </a:lnTo>
                <a:lnTo>
                  <a:pt x="3667239" y="1591018"/>
                </a:lnTo>
                <a:lnTo>
                  <a:pt x="3671623" y="1600794"/>
                </a:lnTo>
                <a:lnTo>
                  <a:pt x="3669451" y="1606484"/>
                </a:lnTo>
                <a:lnTo>
                  <a:pt x="3664607" y="1608727"/>
                </a:lnTo>
                <a:lnTo>
                  <a:pt x="3660676" y="1610481"/>
                </a:lnTo>
                <a:lnTo>
                  <a:pt x="3656268" y="1609477"/>
                </a:lnTo>
                <a:close/>
              </a:path>
              <a:path w="5142230" h="2300604">
                <a:moveTo>
                  <a:pt x="4048544" y="2102904"/>
                </a:moveTo>
                <a:lnTo>
                  <a:pt x="4044442" y="2098513"/>
                </a:lnTo>
                <a:lnTo>
                  <a:pt x="4044258" y="2093038"/>
                </a:lnTo>
                <a:lnTo>
                  <a:pt x="4047550" y="2089231"/>
                </a:lnTo>
                <a:lnTo>
                  <a:pt x="4051082" y="2085192"/>
                </a:lnTo>
                <a:lnTo>
                  <a:pt x="4057239" y="2084746"/>
                </a:lnTo>
                <a:lnTo>
                  <a:pt x="4061269" y="2088277"/>
                </a:lnTo>
                <a:lnTo>
                  <a:pt x="4065352" y="2091768"/>
                </a:lnTo>
                <a:lnTo>
                  <a:pt x="4065758" y="2097872"/>
                </a:lnTo>
                <a:lnTo>
                  <a:pt x="4062271" y="2101960"/>
                </a:lnTo>
                <a:lnTo>
                  <a:pt x="4058735" y="2105994"/>
                </a:lnTo>
                <a:lnTo>
                  <a:pt x="4052582" y="2106445"/>
                </a:lnTo>
                <a:lnTo>
                  <a:pt x="4048544" y="2102904"/>
                </a:lnTo>
                <a:close/>
              </a:path>
              <a:path w="5142230" h="2300604">
                <a:moveTo>
                  <a:pt x="4157850" y="2194109"/>
                </a:moveTo>
                <a:lnTo>
                  <a:pt x="4153600" y="2189559"/>
                </a:lnTo>
                <a:lnTo>
                  <a:pt x="4153272" y="2184223"/>
                </a:lnTo>
                <a:lnTo>
                  <a:pt x="4159776" y="2176230"/>
                </a:lnTo>
                <a:lnTo>
                  <a:pt x="4165890" y="2175640"/>
                </a:lnTo>
                <a:lnTo>
                  <a:pt x="4170074" y="2178946"/>
                </a:lnTo>
                <a:lnTo>
                  <a:pt x="4174254" y="2182345"/>
                </a:lnTo>
                <a:lnTo>
                  <a:pt x="4174844" y="2188451"/>
                </a:lnTo>
                <a:lnTo>
                  <a:pt x="4171539" y="2192634"/>
                </a:lnTo>
                <a:lnTo>
                  <a:pt x="4168144" y="2196820"/>
                </a:lnTo>
                <a:lnTo>
                  <a:pt x="4161980" y="2197455"/>
                </a:lnTo>
                <a:lnTo>
                  <a:pt x="4157850" y="2194109"/>
                </a:lnTo>
                <a:close/>
              </a:path>
              <a:path w="5142230" h="2300604">
                <a:moveTo>
                  <a:pt x="3761427" y="1795064"/>
                </a:moveTo>
                <a:lnTo>
                  <a:pt x="3757181" y="1790519"/>
                </a:lnTo>
                <a:lnTo>
                  <a:pt x="3754168" y="1786121"/>
                </a:lnTo>
                <a:lnTo>
                  <a:pt x="3755225" y="1780019"/>
                </a:lnTo>
                <a:lnTo>
                  <a:pt x="3764067" y="1773942"/>
                </a:lnTo>
                <a:lnTo>
                  <a:pt x="3770124" y="1775050"/>
                </a:lnTo>
                <a:lnTo>
                  <a:pt x="3773137" y="1779449"/>
                </a:lnTo>
                <a:lnTo>
                  <a:pt x="3776240" y="1783846"/>
                </a:lnTo>
                <a:lnTo>
                  <a:pt x="3775137" y="1789898"/>
                </a:lnTo>
                <a:lnTo>
                  <a:pt x="3770695" y="1792962"/>
                </a:lnTo>
                <a:lnTo>
                  <a:pt x="3766724" y="1795749"/>
                </a:lnTo>
                <a:lnTo>
                  <a:pt x="3761427" y="1795064"/>
                </a:lnTo>
                <a:close/>
              </a:path>
              <a:path w="5142230" h="2300604">
                <a:moveTo>
                  <a:pt x="3628856" y="1543772"/>
                </a:moveTo>
                <a:lnTo>
                  <a:pt x="3625395" y="1540066"/>
                </a:lnTo>
                <a:lnTo>
                  <a:pt x="3624774" y="1539011"/>
                </a:lnTo>
                <a:lnTo>
                  <a:pt x="3624246" y="1537761"/>
                </a:lnTo>
                <a:lnTo>
                  <a:pt x="3622386" y="1532741"/>
                </a:lnTo>
                <a:lnTo>
                  <a:pt x="3624896" y="1527119"/>
                </a:lnTo>
                <a:lnTo>
                  <a:pt x="3629912" y="1525255"/>
                </a:lnTo>
                <a:lnTo>
                  <a:pt x="3634935" y="1523301"/>
                </a:lnTo>
                <a:lnTo>
                  <a:pt x="3640518" y="1525857"/>
                </a:lnTo>
                <a:lnTo>
                  <a:pt x="3644379" y="1535855"/>
                </a:lnTo>
                <a:lnTo>
                  <a:pt x="3641870" y="1541477"/>
                </a:lnTo>
                <a:lnTo>
                  <a:pt x="3633023" y="1544811"/>
                </a:lnTo>
                <a:lnTo>
                  <a:pt x="3628856" y="1543772"/>
                </a:lnTo>
                <a:close/>
              </a:path>
              <a:path w="5142230" h="2300604">
                <a:moveTo>
                  <a:pt x="3434917" y="1011356"/>
                </a:moveTo>
                <a:lnTo>
                  <a:pt x="3431405" y="1007596"/>
                </a:lnTo>
                <a:lnTo>
                  <a:pt x="3430956" y="1006920"/>
                </a:lnTo>
                <a:lnTo>
                  <a:pt x="3427983" y="1001489"/>
                </a:lnTo>
                <a:lnTo>
                  <a:pt x="3429644" y="995545"/>
                </a:lnTo>
                <a:lnTo>
                  <a:pt x="3439077" y="990394"/>
                </a:lnTo>
                <a:lnTo>
                  <a:pt x="3445014" y="992153"/>
                </a:lnTo>
                <a:lnTo>
                  <a:pt x="3450117" y="1001530"/>
                </a:lnTo>
                <a:lnTo>
                  <a:pt x="3448456" y="1007474"/>
                </a:lnTo>
                <a:lnTo>
                  <a:pt x="3439750" y="1012229"/>
                </a:lnTo>
                <a:lnTo>
                  <a:pt x="3434917" y="1011356"/>
                </a:lnTo>
                <a:close/>
              </a:path>
              <a:path w="5142230" h="2300604">
                <a:moveTo>
                  <a:pt x="3004544" y="655238"/>
                </a:moveTo>
                <a:lnTo>
                  <a:pt x="3001128" y="651581"/>
                </a:lnTo>
                <a:lnTo>
                  <a:pt x="3000269" y="647535"/>
                </a:lnTo>
                <a:lnTo>
                  <a:pt x="3001763" y="643856"/>
                </a:lnTo>
                <a:lnTo>
                  <a:pt x="3003819" y="638922"/>
                </a:lnTo>
                <a:lnTo>
                  <a:pt x="3009515" y="636614"/>
                </a:lnTo>
                <a:lnTo>
                  <a:pt x="3014598" y="638733"/>
                </a:lnTo>
                <a:lnTo>
                  <a:pt x="3019432" y="640682"/>
                </a:lnTo>
                <a:lnTo>
                  <a:pt x="3021785" y="646428"/>
                </a:lnTo>
                <a:lnTo>
                  <a:pt x="3017630" y="656345"/>
                </a:lnTo>
                <a:lnTo>
                  <a:pt x="3011929" y="658648"/>
                </a:lnTo>
                <a:lnTo>
                  <a:pt x="3006999" y="656597"/>
                </a:lnTo>
                <a:lnTo>
                  <a:pt x="3005693" y="656082"/>
                </a:lnTo>
                <a:lnTo>
                  <a:pt x="3004544" y="655238"/>
                </a:lnTo>
                <a:close/>
              </a:path>
              <a:path w="5142230" h="2300604">
                <a:moveTo>
                  <a:pt x="3687426" y="1673425"/>
                </a:moveTo>
                <a:lnTo>
                  <a:pt x="3683964" y="1669720"/>
                </a:lnTo>
                <a:lnTo>
                  <a:pt x="3683469" y="1668995"/>
                </a:lnTo>
                <a:lnTo>
                  <a:pt x="3683019" y="1668219"/>
                </a:lnTo>
                <a:lnTo>
                  <a:pt x="3680543" y="1663419"/>
                </a:lnTo>
                <a:lnTo>
                  <a:pt x="3682394" y="1657581"/>
                </a:lnTo>
                <a:lnTo>
                  <a:pt x="3691865" y="1652568"/>
                </a:lnTo>
                <a:lnTo>
                  <a:pt x="3697747" y="1654369"/>
                </a:lnTo>
                <a:lnTo>
                  <a:pt x="3700232" y="1659179"/>
                </a:lnTo>
                <a:lnTo>
                  <a:pt x="3702761" y="1663939"/>
                </a:lnTo>
                <a:lnTo>
                  <a:pt x="3700906" y="1669772"/>
                </a:lnTo>
                <a:lnTo>
                  <a:pt x="3696146" y="1672301"/>
                </a:lnTo>
                <a:lnTo>
                  <a:pt x="3692210" y="1674344"/>
                </a:lnTo>
                <a:lnTo>
                  <a:pt x="3687426" y="1673425"/>
                </a:lnTo>
                <a:close/>
              </a:path>
              <a:path w="5142230" h="2300604">
                <a:moveTo>
                  <a:pt x="4102828" y="2148992"/>
                </a:moveTo>
                <a:lnTo>
                  <a:pt x="4098631" y="2144499"/>
                </a:lnTo>
                <a:lnTo>
                  <a:pt x="4098439" y="2139113"/>
                </a:lnTo>
                <a:lnTo>
                  <a:pt x="4101596" y="2135259"/>
                </a:lnTo>
                <a:lnTo>
                  <a:pt x="4105037" y="2131123"/>
                </a:lnTo>
                <a:lnTo>
                  <a:pt x="4111149" y="2130627"/>
                </a:lnTo>
                <a:lnTo>
                  <a:pt x="4119362" y="2137464"/>
                </a:lnTo>
                <a:lnTo>
                  <a:pt x="4119961" y="2143579"/>
                </a:lnTo>
                <a:lnTo>
                  <a:pt x="4113066" y="2151838"/>
                </a:lnTo>
                <a:lnTo>
                  <a:pt x="4107009" y="2152392"/>
                </a:lnTo>
                <a:lnTo>
                  <a:pt x="4102828" y="2148992"/>
                </a:lnTo>
                <a:close/>
              </a:path>
              <a:path w="5142230" h="2300604">
                <a:moveTo>
                  <a:pt x="3995249" y="2055726"/>
                </a:moveTo>
                <a:lnTo>
                  <a:pt x="3991286" y="2051484"/>
                </a:lnTo>
                <a:lnTo>
                  <a:pt x="3991195" y="2045717"/>
                </a:lnTo>
                <a:lnTo>
                  <a:pt x="3994632" y="2041967"/>
                </a:lnTo>
                <a:lnTo>
                  <a:pt x="3998209" y="2037977"/>
                </a:lnTo>
                <a:lnTo>
                  <a:pt x="4004360" y="2037719"/>
                </a:lnTo>
                <a:lnTo>
                  <a:pt x="4008345" y="2041301"/>
                </a:lnTo>
                <a:lnTo>
                  <a:pt x="4012282" y="2044928"/>
                </a:lnTo>
                <a:lnTo>
                  <a:pt x="4012594" y="2051029"/>
                </a:lnTo>
                <a:lnTo>
                  <a:pt x="4005376" y="2059040"/>
                </a:lnTo>
                <a:lnTo>
                  <a:pt x="3999235" y="2059308"/>
                </a:lnTo>
                <a:lnTo>
                  <a:pt x="3995249" y="2055726"/>
                </a:lnTo>
                <a:close/>
              </a:path>
              <a:path w="5142230" h="2300604">
                <a:moveTo>
                  <a:pt x="3722673" y="1735398"/>
                </a:moveTo>
                <a:lnTo>
                  <a:pt x="3718646" y="1731088"/>
                </a:lnTo>
                <a:lnTo>
                  <a:pt x="3715475" y="1725933"/>
                </a:lnTo>
                <a:lnTo>
                  <a:pt x="3716906" y="1719939"/>
                </a:lnTo>
                <a:lnTo>
                  <a:pt x="3721533" y="1717169"/>
                </a:lnTo>
                <a:lnTo>
                  <a:pt x="3726109" y="1714346"/>
                </a:lnTo>
                <a:lnTo>
                  <a:pt x="3732059" y="1715828"/>
                </a:lnTo>
                <a:lnTo>
                  <a:pt x="3734877" y="1720409"/>
                </a:lnTo>
                <a:lnTo>
                  <a:pt x="3737647" y="1725035"/>
                </a:lnTo>
                <a:lnTo>
                  <a:pt x="3736170" y="1730981"/>
                </a:lnTo>
                <a:lnTo>
                  <a:pt x="3727635" y="1736214"/>
                </a:lnTo>
                <a:lnTo>
                  <a:pt x="3722673" y="1735398"/>
                </a:lnTo>
                <a:close/>
              </a:path>
              <a:path w="5142230" h="2300604">
                <a:moveTo>
                  <a:pt x="3356374" y="894335"/>
                </a:moveTo>
                <a:lnTo>
                  <a:pt x="3352506" y="890196"/>
                </a:lnTo>
                <a:lnTo>
                  <a:pt x="3349060" y="886019"/>
                </a:lnTo>
                <a:lnTo>
                  <a:pt x="3349645" y="879902"/>
                </a:lnTo>
                <a:lnTo>
                  <a:pt x="3357020" y="873817"/>
                </a:lnTo>
                <a:lnTo>
                  <a:pt x="3357948" y="873050"/>
                </a:lnTo>
                <a:lnTo>
                  <a:pt x="3364070" y="873641"/>
                </a:lnTo>
                <a:lnTo>
                  <a:pt x="3370865" y="881894"/>
                </a:lnTo>
                <a:lnTo>
                  <a:pt x="3370284" y="888016"/>
                </a:lnTo>
                <a:lnTo>
                  <a:pt x="3367069" y="890731"/>
                </a:lnTo>
                <a:lnTo>
                  <a:pt x="3366202" y="891464"/>
                </a:lnTo>
                <a:lnTo>
                  <a:pt x="3362941" y="894136"/>
                </a:lnTo>
                <a:lnTo>
                  <a:pt x="3362219" y="894727"/>
                </a:lnTo>
                <a:lnTo>
                  <a:pt x="3356374" y="894335"/>
                </a:lnTo>
                <a:close/>
              </a:path>
              <a:path w="5142230" h="2300604">
                <a:moveTo>
                  <a:pt x="3466568" y="1074561"/>
                </a:moveTo>
                <a:lnTo>
                  <a:pt x="3463101" y="1070850"/>
                </a:lnTo>
                <a:lnTo>
                  <a:pt x="3462475" y="1069984"/>
                </a:lnTo>
                <a:lnTo>
                  <a:pt x="3459842" y="1064134"/>
                </a:lnTo>
                <a:lnTo>
                  <a:pt x="3461926" y="1058352"/>
                </a:lnTo>
                <a:lnTo>
                  <a:pt x="3466817" y="1056157"/>
                </a:lnTo>
                <a:lnTo>
                  <a:pt x="3471710" y="1053869"/>
                </a:lnTo>
                <a:lnTo>
                  <a:pt x="3477489" y="1056050"/>
                </a:lnTo>
                <a:lnTo>
                  <a:pt x="3479731" y="1060894"/>
                </a:lnTo>
                <a:lnTo>
                  <a:pt x="3481922" y="1065778"/>
                </a:lnTo>
                <a:lnTo>
                  <a:pt x="3479838" y="1071561"/>
                </a:lnTo>
                <a:lnTo>
                  <a:pt x="3474951" y="1073760"/>
                </a:lnTo>
                <a:lnTo>
                  <a:pt x="3471012" y="1075605"/>
                </a:lnTo>
                <a:lnTo>
                  <a:pt x="3466568" y="1074561"/>
                </a:lnTo>
                <a:close/>
              </a:path>
              <a:path w="5142230" h="2300604">
                <a:moveTo>
                  <a:pt x="2938570" y="629383"/>
                </a:moveTo>
                <a:lnTo>
                  <a:pt x="2935154" y="625726"/>
                </a:lnTo>
                <a:lnTo>
                  <a:pt x="2934204" y="621875"/>
                </a:lnTo>
                <a:lnTo>
                  <a:pt x="2935552" y="618332"/>
                </a:lnTo>
                <a:lnTo>
                  <a:pt x="2937423" y="613298"/>
                </a:lnTo>
                <a:lnTo>
                  <a:pt x="2943035" y="610703"/>
                </a:lnTo>
                <a:lnTo>
                  <a:pt x="2953105" y="614445"/>
                </a:lnTo>
                <a:lnTo>
                  <a:pt x="2955649" y="620003"/>
                </a:lnTo>
                <a:lnTo>
                  <a:pt x="2951912" y="630078"/>
                </a:lnTo>
                <a:lnTo>
                  <a:pt x="2946300" y="632672"/>
                </a:lnTo>
                <a:lnTo>
                  <a:pt x="2941260" y="630797"/>
                </a:lnTo>
                <a:lnTo>
                  <a:pt x="2939816" y="630228"/>
                </a:lnTo>
                <a:lnTo>
                  <a:pt x="2938570" y="629383"/>
                </a:lnTo>
                <a:close/>
              </a:path>
              <a:path w="5142230" h="2300604">
                <a:moveTo>
                  <a:pt x="4212977" y="2238752"/>
                </a:moveTo>
                <a:lnTo>
                  <a:pt x="4208778" y="2234257"/>
                </a:lnTo>
                <a:lnTo>
                  <a:pt x="4208498" y="2228875"/>
                </a:lnTo>
                <a:lnTo>
                  <a:pt x="4214953" y="2220927"/>
                </a:lnTo>
                <a:lnTo>
                  <a:pt x="4221066" y="2220238"/>
                </a:lnTo>
                <a:lnTo>
                  <a:pt x="4229432" y="2227043"/>
                </a:lnTo>
                <a:lnTo>
                  <a:pt x="4230022" y="2233148"/>
                </a:lnTo>
                <a:lnTo>
                  <a:pt x="4226675" y="2237288"/>
                </a:lnTo>
                <a:lnTo>
                  <a:pt x="4223321" y="2241517"/>
                </a:lnTo>
                <a:lnTo>
                  <a:pt x="4217206" y="2242107"/>
                </a:lnTo>
                <a:lnTo>
                  <a:pt x="4212977" y="2238752"/>
                </a:lnTo>
                <a:close/>
              </a:path>
              <a:path w="5142230" h="2300604">
                <a:moveTo>
                  <a:pt x="3398509" y="950876"/>
                </a:moveTo>
                <a:lnTo>
                  <a:pt x="3394219" y="946284"/>
                </a:lnTo>
                <a:lnTo>
                  <a:pt x="3391256" y="941747"/>
                </a:lnTo>
                <a:lnTo>
                  <a:pt x="3392406" y="935742"/>
                </a:lnTo>
                <a:lnTo>
                  <a:pt x="3401342" y="929768"/>
                </a:lnTo>
                <a:lnTo>
                  <a:pt x="3407392" y="930965"/>
                </a:lnTo>
                <a:lnTo>
                  <a:pt x="3413368" y="939901"/>
                </a:lnTo>
                <a:lnTo>
                  <a:pt x="3412170" y="945950"/>
                </a:lnTo>
                <a:lnTo>
                  <a:pt x="3403667" y="951611"/>
                </a:lnTo>
                <a:lnTo>
                  <a:pt x="3398509" y="950876"/>
                </a:lnTo>
                <a:close/>
              </a:path>
              <a:path w="5142230" h="2300604">
                <a:moveTo>
                  <a:pt x="3583403" y="1409099"/>
                </a:moveTo>
                <a:lnTo>
                  <a:pt x="3579987" y="1405442"/>
                </a:lnTo>
                <a:lnTo>
                  <a:pt x="3579274" y="1404190"/>
                </a:lnTo>
                <a:lnTo>
                  <a:pt x="3577227" y="1397601"/>
                </a:lnTo>
                <a:lnTo>
                  <a:pt x="3580062" y="1392131"/>
                </a:lnTo>
                <a:lnTo>
                  <a:pt x="3590321" y="1388940"/>
                </a:lnTo>
                <a:lnTo>
                  <a:pt x="3595746" y="1391815"/>
                </a:lnTo>
                <a:lnTo>
                  <a:pt x="3597319" y="1396920"/>
                </a:lnTo>
                <a:lnTo>
                  <a:pt x="3598982" y="1402023"/>
                </a:lnTo>
                <a:lnTo>
                  <a:pt x="3596111" y="1407454"/>
                </a:lnTo>
                <a:lnTo>
                  <a:pt x="3590998" y="1409116"/>
                </a:lnTo>
                <a:lnTo>
                  <a:pt x="3587279" y="1410217"/>
                </a:lnTo>
                <a:lnTo>
                  <a:pt x="3583403" y="1409099"/>
                </a:lnTo>
                <a:close/>
              </a:path>
              <a:path w="5142230" h="2300604">
                <a:moveTo>
                  <a:pt x="2327615" y="380333"/>
                </a:moveTo>
                <a:lnTo>
                  <a:pt x="2324335" y="376823"/>
                </a:lnTo>
                <a:lnTo>
                  <a:pt x="2323397" y="373864"/>
                </a:lnTo>
                <a:lnTo>
                  <a:pt x="2323972" y="370862"/>
                </a:lnTo>
                <a:lnTo>
                  <a:pt x="2324899" y="365795"/>
                </a:lnTo>
                <a:lnTo>
                  <a:pt x="2329729" y="362461"/>
                </a:lnTo>
                <a:lnTo>
                  <a:pt x="2334801" y="363394"/>
                </a:lnTo>
                <a:lnTo>
                  <a:pt x="2339819" y="364367"/>
                </a:lnTo>
                <a:lnTo>
                  <a:pt x="2343148" y="369201"/>
                </a:lnTo>
                <a:lnTo>
                  <a:pt x="2341292" y="379335"/>
                </a:lnTo>
                <a:lnTo>
                  <a:pt x="2336413" y="382616"/>
                </a:lnTo>
                <a:lnTo>
                  <a:pt x="2331391" y="381737"/>
                </a:lnTo>
                <a:lnTo>
                  <a:pt x="2329375" y="381337"/>
                </a:lnTo>
                <a:lnTo>
                  <a:pt x="2327615" y="380333"/>
                </a:lnTo>
                <a:close/>
              </a:path>
              <a:path w="5142230" h="2300604">
                <a:moveTo>
                  <a:pt x="3545176" y="1120880"/>
                </a:moveTo>
                <a:lnTo>
                  <a:pt x="3541187" y="1116610"/>
                </a:lnTo>
                <a:lnTo>
                  <a:pt x="3538491" y="1111185"/>
                </a:lnTo>
                <a:lnTo>
                  <a:pt x="3540287" y="1105581"/>
                </a:lnTo>
                <a:lnTo>
                  <a:pt x="3544606" y="1103360"/>
                </a:lnTo>
                <a:lnTo>
                  <a:pt x="3549462" y="1100936"/>
                </a:lnTo>
                <a:lnTo>
                  <a:pt x="3555024" y="1102780"/>
                </a:lnTo>
                <a:lnTo>
                  <a:pt x="3559711" y="1111907"/>
                </a:lnTo>
                <a:lnTo>
                  <a:pt x="3557872" y="1117560"/>
                </a:lnTo>
                <a:lnTo>
                  <a:pt x="3553510" y="1119735"/>
                </a:lnTo>
                <a:lnTo>
                  <a:pt x="3549507" y="1121804"/>
                </a:lnTo>
                <a:lnTo>
                  <a:pt x="3545176" y="1120880"/>
                </a:lnTo>
                <a:close/>
              </a:path>
              <a:path w="5142230" h="2300604">
                <a:moveTo>
                  <a:pt x="4606170" y="2225368"/>
                </a:moveTo>
                <a:lnTo>
                  <a:pt x="4601863" y="2220757"/>
                </a:lnTo>
                <a:lnTo>
                  <a:pt x="4601437" y="2216001"/>
                </a:lnTo>
                <a:lnTo>
                  <a:pt x="4607090" y="2208173"/>
                </a:lnTo>
                <a:lnTo>
                  <a:pt x="4612877" y="2207232"/>
                </a:lnTo>
                <a:lnTo>
                  <a:pt x="4621266" y="2213283"/>
                </a:lnTo>
                <a:lnTo>
                  <a:pt x="4622149" y="2219115"/>
                </a:lnTo>
                <a:lnTo>
                  <a:pt x="4619180" y="2223268"/>
                </a:lnTo>
                <a:lnTo>
                  <a:pt x="4616109" y="2227406"/>
                </a:lnTo>
                <a:lnTo>
                  <a:pt x="4610317" y="2228342"/>
                </a:lnTo>
                <a:lnTo>
                  <a:pt x="4606170" y="2225368"/>
                </a:lnTo>
                <a:close/>
              </a:path>
              <a:path w="5142230" h="2300604">
                <a:moveTo>
                  <a:pt x="3007689" y="575133"/>
                </a:moveTo>
                <a:lnTo>
                  <a:pt x="3004368" y="571579"/>
                </a:lnTo>
                <a:lnTo>
                  <a:pt x="3003654" y="567488"/>
                </a:lnTo>
                <a:lnTo>
                  <a:pt x="3005290" y="563960"/>
                </a:lnTo>
                <a:lnTo>
                  <a:pt x="3007520" y="559312"/>
                </a:lnTo>
                <a:lnTo>
                  <a:pt x="3013068" y="557333"/>
                </a:lnTo>
                <a:lnTo>
                  <a:pt x="3017669" y="559519"/>
                </a:lnTo>
                <a:lnTo>
                  <a:pt x="3022317" y="561660"/>
                </a:lnTo>
                <a:lnTo>
                  <a:pt x="3024341" y="567248"/>
                </a:lnTo>
                <a:lnTo>
                  <a:pt x="3022105" y="571894"/>
                </a:lnTo>
                <a:lnTo>
                  <a:pt x="3019968" y="576546"/>
                </a:lnTo>
                <a:lnTo>
                  <a:pt x="3014424" y="578529"/>
                </a:lnTo>
                <a:lnTo>
                  <a:pt x="3009726" y="576335"/>
                </a:lnTo>
                <a:lnTo>
                  <a:pt x="3008659" y="575780"/>
                </a:lnTo>
                <a:lnTo>
                  <a:pt x="3007689" y="575133"/>
                </a:lnTo>
                <a:close/>
              </a:path>
              <a:path w="5142230" h="2300604">
                <a:moveTo>
                  <a:pt x="4033879" y="1804328"/>
                </a:moveTo>
                <a:lnTo>
                  <a:pt x="4029909" y="1800078"/>
                </a:lnTo>
                <a:lnTo>
                  <a:pt x="4029716" y="1794886"/>
                </a:lnTo>
                <a:lnTo>
                  <a:pt x="4032714" y="1791254"/>
                </a:lnTo>
                <a:lnTo>
                  <a:pt x="4036059" y="1787308"/>
                </a:lnTo>
                <a:lnTo>
                  <a:pt x="4041883" y="1786798"/>
                </a:lnTo>
                <a:lnTo>
                  <a:pt x="4045832" y="1790048"/>
                </a:lnTo>
                <a:lnTo>
                  <a:pt x="4049783" y="1793397"/>
                </a:lnTo>
                <a:lnTo>
                  <a:pt x="4050293" y="1799222"/>
                </a:lnTo>
                <a:lnTo>
                  <a:pt x="4046994" y="1803216"/>
                </a:lnTo>
                <a:lnTo>
                  <a:pt x="4043698" y="1807117"/>
                </a:lnTo>
                <a:lnTo>
                  <a:pt x="4037869" y="1807622"/>
                </a:lnTo>
                <a:lnTo>
                  <a:pt x="4033879" y="1804328"/>
                </a:lnTo>
                <a:close/>
              </a:path>
              <a:path w="5142230" h="2300604">
                <a:moveTo>
                  <a:pt x="2257753" y="367616"/>
                </a:moveTo>
                <a:lnTo>
                  <a:pt x="2254468" y="364101"/>
                </a:lnTo>
                <a:lnTo>
                  <a:pt x="2253486" y="361192"/>
                </a:lnTo>
                <a:lnTo>
                  <a:pt x="2254061" y="358190"/>
                </a:lnTo>
                <a:lnTo>
                  <a:pt x="2254988" y="353123"/>
                </a:lnTo>
                <a:lnTo>
                  <a:pt x="2259818" y="349790"/>
                </a:lnTo>
                <a:lnTo>
                  <a:pt x="2269907" y="351596"/>
                </a:lnTo>
                <a:lnTo>
                  <a:pt x="2273240" y="356436"/>
                </a:lnTo>
                <a:lnTo>
                  <a:pt x="2272361" y="361457"/>
                </a:lnTo>
                <a:lnTo>
                  <a:pt x="2271429" y="366519"/>
                </a:lnTo>
                <a:lnTo>
                  <a:pt x="2266599" y="369853"/>
                </a:lnTo>
                <a:lnTo>
                  <a:pt x="2259512" y="368621"/>
                </a:lnTo>
                <a:lnTo>
                  <a:pt x="2257753" y="367616"/>
                </a:lnTo>
                <a:close/>
              </a:path>
              <a:path w="5142230" h="2300604">
                <a:moveTo>
                  <a:pt x="4201973" y="1935104"/>
                </a:moveTo>
                <a:lnTo>
                  <a:pt x="4198193" y="1931057"/>
                </a:lnTo>
                <a:lnTo>
                  <a:pt x="4197752" y="1926090"/>
                </a:lnTo>
                <a:lnTo>
                  <a:pt x="4203541" y="1918308"/>
                </a:lnTo>
                <a:lnTo>
                  <a:pt x="4209283" y="1917419"/>
                </a:lnTo>
                <a:lnTo>
                  <a:pt x="4213478" y="1920440"/>
                </a:lnTo>
                <a:lnTo>
                  <a:pt x="4217621" y="1923509"/>
                </a:lnTo>
                <a:lnTo>
                  <a:pt x="4218458" y="1929292"/>
                </a:lnTo>
                <a:lnTo>
                  <a:pt x="4215489" y="1933445"/>
                </a:lnTo>
                <a:lnTo>
                  <a:pt x="4212417" y="1937584"/>
                </a:lnTo>
                <a:lnTo>
                  <a:pt x="4206580" y="1938471"/>
                </a:lnTo>
                <a:lnTo>
                  <a:pt x="4202481" y="1935452"/>
                </a:lnTo>
                <a:lnTo>
                  <a:pt x="4201973" y="1935104"/>
                </a:lnTo>
                <a:close/>
              </a:path>
              <a:path w="5142230" h="2300604">
                <a:moveTo>
                  <a:pt x="3788806" y="1553712"/>
                </a:moveTo>
                <a:lnTo>
                  <a:pt x="3784882" y="1549513"/>
                </a:lnTo>
                <a:lnTo>
                  <a:pt x="3781757" y="1545483"/>
                </a:lnTo>
                <a:lnTo>
                  <a:pt x="3782527" y="1539660"/>
                </a:lnTo>
                <a:lnTo>
                  <a:pt x="3786600" y="1536494"/>
                </a:lnTo>
                <a:lnTo>
                  <a:pt x="3790715" y="1533372"/>
                </a:lnTo>
                <a:lnTo>
                  <a:pt x="3796547" y="1534142"/>
                </a:lnTo>
                <a:lnTo>
                  <a:pt x="3799660" y="1538256"/>
                </a:lnTo>
                <a:lnTo>
                  <a:pt x="3802780" y="1542280"/>
                </a:lnTo>
                <a:lnTo>
                  <a:pt x="3801971" y="1548159"/>
                </a:lnTo>
                <a:lnTo>
                  <a:pt x="3794117" y="1554218"/>
                </a:lnTo>
                <a:lnTo>
                  <a:pt x="3788806" y="1553712"/>
                </a:lnTo>
                <a:close/>
              </a:path>
              <a:path w="5142230" h="2300604">
                <a:moveTo>
                  <a:pt x="2187779" y="355269"/>
                </a:moveTo>
                <a:lnTo>
                  <a:pt x="2184504" y="351763"/>
                </a:lnTo>
                <a:lnTo>
                  <a:pt x="2183517" y="348849"/>
                </a:lnTo>
                <a:lnTo>
                  <a:pt x="2184091" y="345848"/>
                </a:lnTo>
                <a:lnTo>
                  <a:pt x="2184970" y="340826"/>
                </a:lnTo>
                <a:lnTo>
                  <a:pt x="2189803" y="337398"/>
                </a:lnTo>
                <a:lnTo>
                  <a:pt x="2194875" y="338331"/>
                </a:lnTo>
                <a:lnTo>
                  <a:pt x="2199892" y="339205"/>
                </a:lnTo>
                <a:lnTo>
                  <a:pt x="2203274" y="343998"/>
                </a:lnTo>
                <a:lnTo>
                  <a:pt x="2202440" y="349069"/>
                </a:lnTo>
                <a:lnTo>
                  <a:pt x="2201513" y="354136"/>
                </a:lnTo>
                <a:lnTo>
                  <a:pt x="2196724" y="357513"/>
                </a:lnTo>
                <a:lnTo>
                  <a:pt x="2191604" y="356626"/>
                </a:lnTo>
                <a:lnTo>
                  <a:pt x="2189587" y="356227"/>
                </a:lnTo>
                <a:lnTo>
                  <a:pt x="2187779" y="355269"/>
                </a:lnTo>
                <a:close/>
              </a:path>
              <a:path w="5142230" h="2300604">
                <a:moveTo>
                  <a:pt x="4663216" y="2266594"/>
                </a:moveTo>
                <a:lnTo>
                  <a:pt x="4659375" y="2262482"/>
                </a:lnTo>
                <a:lnTo>
                  <a:pt x="4658943" y="2257619"/>
                </a:lnTo>
                <a:lnTo>
                  <a:pt x="4661618" y="2253934"/>
                </a:lnTo>
                <a:lnTo>
                  <a:pt x="4664591" y="2249786"/>
                </a:lnTo>
                <a:lnTo>
                  <a:pt x="4670428" y="2248899"/>
                </a:lnTo>
                <a:lnTo>
                  <a:pt x="4678764" y="2254891"/>
                </a:lnTo>
                <a:lnTo>
                  <a:pt x="4679705" y="2260687"/>
                </a:lnTo>
                <a:lnTo>
                  <a:pt x="4676677" y="2264876"/>
                </a:lnTo>
                <a:lnTo>
                  <a:pt x="4673708" y="2269028"/>
                </a:lnTo>
                <a:lnTo>
                  <a:pt x="4667871" y="2269916"/>
                </a:lnTo>
                <a:lnTo>
                  <a:pt x="4663216" y="2266594"/>
                </a:lnTo>
                <a:close/>
              </a:path>
              <a:path w="5142230" h="2300604">
                <a:moveTo>
                  <a:pt x="3980044" y="1757646"/>
                </a:moveTo>
                <a:lnTo>
                  <a:pt x="3976167" y="1753496"/>
                </a:lnTo>
                <a:lnTo>
                  <a:pt x="3976072" y="1748116"/>
                </a:lnTo>
                <a:lnTo>
                  <a:pt x="3979260" y="1744491"/>
                </a:lnTo>
                <a:lnTo>
                  <a:pt x="3982745" y="1740696"/>
                </a:lnTo>
                <a:lnTo>
                  <a:pt x="3988558" y="1740369"/>
                </a:lnTo>
                <a:lnTo>
                  <a:pt x="3996215" y="1747197"/>
                </a:lnTo>
                <a:lnTo>
                  <a:pt x="3996528" y="1753104"/>
                </a:lnTo>
                <a:lnTo>
                  <a:pt x="3989710" y="1760761"/>
                </a:lnTo>
                <a:lnTo>
                  <a:pt x="3983798" y="1761079"/>
                </a:lnTo>
                <a:lnTo>
                  <a:pt x="3980044" y="1757646"/>
                </a:lnTo>
                <a:close/>
              </a:path>
              <a:path w="5142230" h="2300604">
                <a:moveTo>
                  <a:pt x="2536438" y="422749"/>
                </a:moveTo>
                <a:lnTo>
                  <a:pt x="2533163" y="419244"/>
                </a:lnTo>
                <a:lnTo>
                  <a:pt x="2532183" y="416142"/>
                </a:lnTo>
                <a:lnTo>
                  <a:pt x="2534017" y="408037"/>
                </a:lnTo>
                <a:lnTo>
                  <a:pt x="2538987" y="404854"/>
                </a:lnTo>
                <a:lnTo>
                  <a:pt x="2549011" y="407178"/>
                </a:lnTo>
                <a:lnTo>
                  <a:pt x="2552144" y="412095"/>
                </a:lnTo>
                <a:lnTo>
                  <a:pt x="2549919" y="422127"/>
                </a:lnTo>
                <a:lnTo>
                  <a:pt x="2544902" y="425261"/>
                </a:lnTo>
                <a:lnTo>
                  <a:pt x="2539936" y="424148"/>
                </a:lnTo>
                <a:lnTo>
                  <a:pt x="2538062" y="423706"/>
                </a:lnTo>
                <a:lnTo>
                  <a:pt x="2536438" y="422749"/>
                </a:lnTo>
                <a:close/>
              </a:path>
              <a:path w="5142230" h="2300604">
                <a:moveTo>
                  <a:pt x="3708878" y="1435993"/>
                </a:moveTo>
                <a:lnTo>
                  <a:pt x="3704996" y="1431838"/>
                </a:lnTo>
                <a:lnTo>
                  <a:pt x="3702002" y="1426874"/>
                </a:lnTo>
                <a:lnTo>
                  <a:pt x="3703420" y="1421158"/>
                </a:lnTo>
                <a:lnTo>
                  <a:pt x="3712194" y="1415892"/>
                </a:lnTo>
                <a:lnTo>
                  <a:pt x="3717905" y="1417313"/>
                </a:lnTo>
                <a:lnTo>
                  <a:pt x="3723179" y="1426084"/>
                </a:lnTo>
                <a:lnTo>
                  <a:pt x="3721753" y="1431790"/>
                </a:lnTo>
                <a:lnTo>
                  <a:pt x="3717367" y="1434426"/>
                </a:lnTo>
                <a:lnTo>
                  <a:pt x="3713557" y="1436798"/>
                </a:lnTo>
                <a:lnTo>
                  <a:pt x="3708878" y="1435993"/>
                </a:lnTo>
                <a:close/>
              </a:path>
              <a:path w="5142230" h="2300604">
                <a:moveTo>
                  <a:pt x="2742400" y="475983"/>
                </a:moveTo>
                <a:lnTo>
                  <a:pt x="2739121" y="472472"/>
                </a:lnTo>
                <a:lnTo>
                  <a:pt x="2738196" y="469136"/>
                </a:lnTo>
                <a:lnTo>
                  <a:pt x="2739152" y="465859"/>
                </a:lnTo>
                <a:lnTo>
                  <a:pt x="2740647" y="460911"/>
                </a:lnTo>
                <a:lnTo>
                  <a:pt x="2745789" y="458107"/>
                </a:lnTo>
                <a:lnTo>
                  <a:pt x="2755655" y="461044"/>
                </a:lnTo>
                <a:lnTo>
                  <a:pt x="2758454" y="466191"/>
                </a:lnTo>
                <a:lnTo>
                  <a:pt x="2756964" y="471144"/>
                </a:lnTo>
                <a:lnTo>
                  <a:pt x="2755518" y="476047"/>
                </a:lnTo>
                <a:lnTo>
                  <a:pt x="2750327" y="478897"/>
                </a:lnTo>
                <a:lnTo>
                  <a:pt x="2745422" y="477361"/>
                </a:lnTo>
                <a:lnTo>
                  <a:pt x="2743786" y="476880"/>
                </a:lnTo>
                <a:lnTo>
                  <a:pt x="2742400" y="475983"/>
                </a:lnTo>
                <a:close/>
              </a:path>
              <a:path w="5142230" h="2300604">
                <a:moveTo>
                  <a:pt x="4375315" y="2059079"/>
                </a:moveTo>
                <a:lnTo>
                  <a:pt x="4371425" y="2054915"/>
                </a:lnTo>
                <a:lnTo>
                  <a:pt x="4371035" y="2050102"/>
                </a:lnTo>
                <a:lnTo>
                  <a:pt x="4373661" y="2046461"/>
                </a:lnTo>
                <a:lnTo>
                  <a:pt x="4376594" y="2042270"/>
                </a:lnTo>
                <a:lnTo>
                  <a:pt x="4382429" y="2041284"/>
                </a:lnTo>
                <a:lnTo>
                  <a:pt x="4386578" y="2044256"/>
                </a:lnTo>
                <a:lnTo>
                  <a:pt x="4390773" y="2047186"/>
                </a:lnTo>
                <a:lnTo>
                  <a:pt x="4391760" y="2053030"/>
                </a:lnTo>
                <a:lnTo>
                  <a:pt x="4388787" y="2057178"/>
                </a:lnTo>
                <a:lnTo>
                  <a:pt x="4385804" y="2061416"/>
                </a:lnTo>
                <a:lnTo>
                  <a:pt x="4380017" y="2062356"/>
                </a:lnTo>
                <a:lnTo>
                  <a:pt x="4375315" y="2059079"/>
                </a:lnTo>
                <a:close/>
              </a:path>
              <a:path w="5142230" h="2300604">
                <a:moveTo>
                  <a:pt x="2117806" y="343020"/>
                </a:moveTo>
                <a:lnTo>
                  <a:pt x="2114531" y="339514"/>
                </a:lnTo>
                <a:lnTo>
                  <a:pt x="2113639" y="336604"/>
                </a:lnTo>
                <a:lnTo>
                  <a:pt x="2114118" y="333599"/>
                </a:lnTo>
                <a:lnTo>
                  <a:pt x="2114998" y="328578"/>
                </a:lnTo>
                <a:lnTo>
                  <a:pt x="2119830" y="325149"/>
                </a:lnTo>
                <a:lnTo>
                  <a:pt x="2124902" y="326082"/>
                </a:lnTo>
                <a:lnTo>
                  <a:pt x="2129919" y="326956"/>
                </a:lnTo>
                <a:lnTo>
                  <a:pt x="2133347" y="331799"/>
                </a:lnTo>
                <a:lnTo>
                  <a:pt x="2132468" y="336820"/>
                </a:lnTo>
                <a:lnTo>
                  <a:pt x="2131540" y="341887"/>
                </a:lnTo>
                <a:lnTo>
                  <a:pt x="2126751" y="345265"/>
                </a:lnTo>
                <a:lnTo>
                  <a:pt x="2121730" y="344386"/>
                </a:lnTo>
                <a:lnTo>
                  <a:pt x="2119614" y="343979"/>
                </a:lnTo>
                <a:lnTo>
                  <a:pt x="2117806" y="343020"/>
                </a:lnTo>
                <a:close/>
              </a:path>
              <a:path w="5142230" h="2300604">
                <a:moveTo>
                  <a:pt x="2674177" y="456713"/>
                </a:moveTo>
                <a:lnTo>
                  <a:pt x="2670898" y="453202"/>
                </a:lnTo>
                <a:lnTo>
                  <a:pt x="2669973" y="449866"/>
                </a:lnTo>
                <a:lnTo>
                  <a:pt x="2670836" y="446685"/>
                </a:lnTo>
                <a:lnTo>
                  <a:pt x="2672233" y="441728"/>
                </a:lnTo>
                <a:lnTo>
                  <a:pt x="2677332" y="438781"/>
                </a:lnTo>
                <a:lnTo>
                  <a:pt x="2682248" y="440133"/>
                </a:lnTo>
                <a:lnTo>
                  <a:pt x="2687208" y="441435"/>
                </a:lnTo>
                <a:lnTo>
                  <a:pt x="2690150" y="446540"/>
                </a:lnTo>
                <a:lnTo>
                  <a:pt x="2687452" y="456456"/>
                </a:lnTo>
                <a:lnTo>
                  <a:pt x="2682581" y="459257"/>
                </a:lnTo>
                <a:lnTo>
                  <a:pt x="2682343" y="459393"/>
                </a:lnTo>
                <a:lnTo>
                  <a:pt x="2677383" y="458092"/>
                </a:lnTo>
                <a:lnTo>
                  <a:pt x="2675657" y="457613"/>
                </a:lnTo>
                <a:lnTo>
                  <a:pt x="2674177" y="456713"/>
                </a:lnTo>
                <a:close/>
              </a:path>
              <a:path w="5142230" h="2300604">
                <a:moveTo>
                  <a:pt x="4088773" y="1849016"/>
                </a:moveTo>
                <a:lnTo>
                  <a:pt x="4084980" y="1844955"/>
                </a:lnTo>
                <a:lnTo>
                  <a:pt x="4084740" y="1839909"/>
                </a:lnTo>
                <a:lnTo>
                  <a:pt x="4087649" y="1836278"/>
                </a:lnTo>
                <a:lnTo>
                  <a:pt x="4090808" y="1832231"/>
                </a:lnTo>
                <a:lnTo>
                  <a:pt x="4096634" y="1831528"/>
                </a:lnTo>
                <a:lnTo>
                  <a:pt x="4100683" y="1834786"/>
                </a:lnTo>
                <a:lnTo>
                  <a:pt x="4104729" y="1837945"/>
                </a:lnTo>
                <a:lnTo>
                  <a:pt x="4105379" y="1843821"/>
                </a:lnTo>
                <a:lnTo>
                  <a:pt x="4098965" y="1851813"/>
                </a:lnTo>
                <a:lnTo>
                  <a:pt x="4093139" y="1852516"/>
                </a:lnTo>
                <a:lnTo>
                  <a:pt x="4088773" y="1849016"/>
                </a:lnTo>
                <a:close/>
              </a:path>
              <a:path w="5142230" h="2300604">
                <a:moveTo>
                  <a:pt x="3673336" y="1374294"/>
                </a:moveTo>
                <a:lnTo>
                  <a:pt x="3670016" y="1370739"/>
                </a:lnTo>
                <a:lnTo>
                  <a:pt x="3669566" y="1370063"/>
                </a:lnTo>
                <a:lnTo>
                  <a:pt x="3666723" y="1364867"/>
                </a:lnTo>
                <a:lnTo>
                  <a:pt x="3668373" y="1359207"/>
                </a:lnTo>
                <a:lnTo>
                  <a:pt x="3672853" y="1356766"/>
                </a:lnTo>
                <a:lnTo>
                  <a:pt x="3677370" y="1354272"/>
                </a:lnTo>
                <a:lnTo>
                  <a:pt x="3683030" y="1355934"/>
                </a:lnTo>
                <a:lnTo>
                  <a:pt x="3687960" y="1364925"/>
                </a:lnTo>
                <a:lnTo>
                  <a:pt x="3686304" y="1370580"/>
                </a:lnTo>
                <a:lnTo>
                  <a:pt x="3677984" y="1375165"/>
                </a:lnTo>
                <a:lnTo>
                  <a:pt x="3673336" y="1374294"/>
                </a:lnTo>
                <a:close/>
              </a:path>
              <a:path w="5142230" h="2300604">
                <a:moveTo>
                  <a:pt x="2397364" y="393613"/>
                </a:moveTo>
                <a:lnTo>
                  <a:pt x="2394084" y="390102"/>
                </a:lnTo>
                <a:lnTo>
                  <a:pt x="2393141" y="387138"/>
                </a:lnTo>
                <a:lnTo>
                  <a:pt x="2394692" y="379024"/>
                </a:lnTo>
                <a:lnTo>
                  <a:pt x="2399577" y="375749"/>
                </a:lnTo>
                <a:lnTo>
                  <a:pt x="2409659" y="377744"/>
                </a:lnTo>
                <a:lnTo>
                  <a:pt x="2412939" y="382624"/>
                </a:lnTo>
                <a:lnTo>
                  <a:pt x="2410992" y="392661"/>
                </a:lnTo>
                <a:lnTo>
                  <a:pt x="2406108" y="395936"/>
                </a:lnTo>
                <a:lnTo>
                  <a:pt x="2401045" y="395013"/>
                </a:lnTo>
                <a:lnTo>
                  <a:pt x="2399078" y="394568"/>
                </a:lnTo>
                <a:lnTo>
                  <a:pt x="2397364" y="393613"/>
                </a:lnTo>
                <a:close/>
              </a:path>
              <a:path w="5142230" h="2300604">
                <a:moveTo>
                  <a:pt x="4259524" y="1976771"/>
                </a:moveTo>
                <a:lnTo>
                  <a:pt x="4255688" y="1972664"/>
                </a:lnTo>
                <a:lnTo>
                  <a:pt x="4255297" y="1967845"/>
                </a:lnTo>
                <a:lnTo>
                  <a:pt x="4257922" y="1964207"/>
                </a:lnTo>
                <a:lnTo>
                  <a:pt x="4260895" y="1959959"/>
                </a:lnTo>
                <a:lnTo>
                  <a:pt x="4266691" y="1959028"/>
                </a:lnTo>
                <a:lnTo>
                  <a:pt x="4275026" y="1965020"/>
                </a:lnTo>
                <a:lnTo>
                  <a:pt x="4276014" y="1970864"/>
                </a:lnTo>
                <a:lnTo>
                  <a:pt x="4270016" y="1979206"/>
                </a:lnTo>
                <a:lnTo>
                  <a:pt x="4264220" y="1980137"/>
                </a:lnTo>
                <a:lnTo>
                  <a:pt x="4260032" y="1977119"/>
                </a:lnTo>
                <a:lnTo>
                  <a:pt x="4259524" y="1976771"/>
                </a:lnTo>
                <a:close/>
              </a:path>
              <a:path w="5142230" h="2300604">
                <a:moveTo>
                  <a:pt x="4317412" y="2018015"/>
                </a:moveTo>
                <a:lnTo>
                  <a:pt x="4313526" y="2013855"/>
                </a:lnTo>
                <a:lnTo>
                  <a:pt x="4313089" y="2009087"/>
                </a:lnTo>
                <a:lnTo>
                  <a:pt x="4315674" y="2005402"/>
                </a:lnTo>
                <a:lnTo>
                  <a:pt x="4318691" y="2001205"/>
                </a:lnTo>
                <a:lnTo>
                  <a:pt x="4324483" y="2000269"/>
                </a:lnTo>
                <a:lnTo>
                  <a:pt x="4328680" y="2003197"/>
                </a:lnTo>
                <a:lnTo>
                  <a:pt x="4332827" y="2006171"/>
                </a:lnTo>
                <a:lnTo>
                  <a:pt x="4333862" y="2011970"/>
                </a:lnTo>
                <a:lnTo>
                  <a:pt x="4330841" y="2016162"/>
                </a:lnTo>
                <a:lnTo>
                  <a:pt x="4327908" y="2020354"/>
                </a:lnTo>
                <a:lnTo>
                  <a:pt x="4322071" y="2021341"/>
                </a:lnTo>
                <a:lnTo>
                  <a:pt x="4317412" y="2018015"/>
                </a:lnTo>
                <a:close/>
              </a:path>
              <a:path w="5142230" h="2300604">
                <a:moveTo>
                  <a:pt x="2466992" y="407644"/>
                </a:moveTo>
                <a:lnTo>
                  <a:pt x="2463758" y="404182"/>
                </a:lnTo>
                <a:lnTo>
                  <a:pt x="2462775" y="401174"/>
                </a:lnTo>
                <a:lnTo>
                  <a:pt x="2463447" y="398081"/>
                </a:lnTo>
                <a:lnTo>
                  <a:pt x="2464469" y="393017"/>
                </a:lnTo>
                <a:lnTo>
                  <a:pt x="2469440" y="389835"/>
                </a:lnTo>
                <a:lnTo>
                  <a:pt x="2479470" y="391970"/>
                </a:lnTo>
                <a:lnTo>
                  <a:pt x="2482656" y="396847"/>
                </a:lnTo>
                <a:lnTo>
                  <a:pt x="2481634" y="401910"/>
                </a:lnTo>
                <a:lnTo>
                  <a:pt x="2480566" y="406926"/>
                </a:lnTo>
                <a:lnTo>
                  <a:pt x="2475640" y="410157"/>
                </a:lnTo>
                <a:lnTo>
                  <a:pt x="2470625" y="409089"/>
                </a:lnTo>
                <a:lnTo>
                  <a:pt x="2468658" y="408645"/>
                </a:lnTo>
                <a:lnTo>
                  <a:pt x="2466992" y="407644"/>
                </a:lnTo>
                <a:close/>
              </a:path>
              <a:path w="5142230" h="2300604">
                <a:moveTo>
                  <a:pt x="3071058" y="606800"/>
                </a:moveTo>
                <a:lnTo>
                  <a:pt x="3067733" y="603241"/>
                </a:lnTo>
                <a:lnTo>
                  <a:pt x="3067077" y="598922"/>
                </a:lnTo>
                <a:lnTo>
                  <a:pt x="3068995" y="595304"/>
                </a:lnTo>
                <a:lnTo>
                  <a:pt x="3071411" y="590856"/>
                </a:lnTo>
                <a:lnTo>
                  <a:pt x="3077040" y="589058"/>
                </a:lnTo>
                <a:lnTo>
                  <a:pt x="3081539" y="591530"/>
                </a:lnTo>
                <a:lnTo>
                  <a:pt x="3086078" y="593946"/>
                </a:lnTo>
                <a:lnTo>
                  <a:pt x="3087774" y="599576"/>
                </a:lnTo>
                <a:lnTo>
                  <a:pt x="3082983" y="608617"/>
                </a:lnTo>
                <a:lnTo>
                  <a:pt x="3077309" y="610366"/>
                </a:lnTo>
                <a:lnTo>
                  <a:pt x="3071889" y="607393"/>
                </a:lnTo>
                <a:lnTo>
                  <a:pt x="3071058" y="606800"/>
                </a:lnTo>
                <a:close/>
              </a:path>
              <a:path w="5142230" h="2300604">
                <a:moveTo>
                  <a:pt x="3747211" y="1495990"/>
                </a:moveTo>
                <a:lnTo>
                  <a:pt x="3743041" y="1491527"/>
                </a:lnTo>
                <a:lnTo>
                  <a:pt x="3740164" y="1487274"/>
                </a:lnTo>
                <a:lnTo>
                  <a:pt x="3741262" y="1481510"/>
                </a:lnTo>
                <a:lnTo>
                  <a:pt x="3749762" y="1475751"/>
                </a:lnTo>
                <a:lnTo>
                  <a:pt x="3755532" y="1476845"/>
                </a:lnTo>
                <a:lnTo>
                  <a:pt x="3761290" y="1485354"/>
                </a:lnTo>
                <a:lnTo>
                  <a:pt x="3760192" y="1491119"/>
                </a:lnTo>
                <a:lnTo>
                  <a:pt x="3755944" y="1494001"/>
                </a:lnTo>
                <a:lnTo>
                  <a:pt x="3752120" y="1496651"/>
                </a:lnTo>
                <a:lnTo>
                  <a:pt x="3747211" y="1495990"/>
                </a:lnTo>
                <a:close/>
              </a:path>
              <a:path w="5142230" h="2300604">
                <a:moveTo>
                  <a:pt x="3133244" y="642384"/>
                </a:moveTo>
                <a:lnTo>
                  <a:pt x="3129269" y="638129"/>
                </a:lnTo>
                <a:lnTo>
                  <a:pt x="3128678" y="633683"/>
                </a:lnTo>
                <a:lnTo>
                  <a:pt x="3130928" y="630029"/>
                </a:lnTo>
                <a:lnTo>
                  <a:pt x="3133582" y="625641"/>
                </a:lnTo>
                <a:lnTo>
                  <a:pt x="3139095" y="624306"/>
                </a:lnTo>
                <a:lnTo>
                  <a:pt x="3139244" y="624270"/>
                </a:lnTo>
                <a:lnTo>
                  <a:pt x="3148078" y="629622"/>
                </a:lnTo>
                <a:lnTo>
                  <a:pt x="3149395" y="635332"/>
                </a:lnTo>
                <a:lnTo>
                  <a:pt x="3144092" y="644121"/>
                </a:lnTo>
                <a:lnTo>
                  <a:pt x="3138337" y="645488"/>
                </a:lnTo>
                <a:lnTo>
                  <a:pt x="3133986" y="642787"/>
                </a:lnTo>
                <a:lnTo>
                  <a:pt x="3133244" y="642384"/>
                </a:lnTo>
                <a:close/>
              </a:path>
              <a:path w="5142230" h="2300604">
                <a:moveTo>
                  <a:pt x="3640115" y="1311460"/>
                </a:moveTo>
                <a:lnTo>
                  <a:pt x="3636794" y="1307906"/>
                </a:lnTo>
                <a:lnTo>
                  <a:pt x="3636300" y="1307181"/>
                </a:lnTo>
                <a:lnTo>
                  <a:pt x="3635855" y="1306409"/>
                </a:lnTo>
                <a:lnTo>
                  <a:pt x="3633556" y="1301800"/>
                </a:lnTo>
                <a:lnTo>
                  <a:pt x="3635304" y="1296240"/>
                </a:lnTo>
                <a:lnTo>
                  <a:pt x="3644481" y="1291502"/>
                </a:lnTo>
                <a:lnTo>
                  <a:pt x="3650031" y="1293339"/>
                </a:lnTo>
                <a:lnTo>
                  <a:pt x="3654730" y="1302473"/>
                </a:lnTo>
                <a:lnTo>
                  <a:pt x="3652981" y="1307932"/>
                </a:lnTo>
                <a:lnTo>
                  <a:pt x="3652934" y="1308077"/>
                </a:lnTo>
                <a:lnTo>
                  <a:pt x="3644620" y="1312374"/>
                </a:lnTo>
                <a:lnTo>
                  <a:pt x="3640115" y="1311460"/>
                </a:lnTo>
                <a:close/>
              </a:path>
              <a:path w="5142230" h="2300604">
                <a:moveTo>
                  <a:pt x="3833509" y="1608995"/>
                </a:moveTo>
                <a:lnTo>
                  <a:pt x="3829869" y="1605099"/>
                </a:lnTo>
                <a:lnTo>
                  <a:pt x="3826508" y="1601208"/>
                </a:lnTo>
                <a:lnTo>
                  <a:pt x="3826989" y="1595271"/>
                </a:lnTo>
                <a:lnTo>
                  <a:pt x="3830263" y="1592520"/>
                </a:lnTo>
                <a:lnTo>
                  <a:pt x="3834166" y="1589171"/>
                </a:lnTo>
                <a:lnTo>
                  <a:pt x="3834773" y="1588648"/>
                </a:lnTo>
                <a:lnTo>
                  <a:pt x="3840655" y="1589080"/>
                </a:lnTo>
                <a:lnTo>
                  <a:pt x="3843971" y="1593021"/>
                </a:lnTo>
                <a:lnTo>
                  <a:pt x="3847328" y="1596908"/>
                </a:lnTo>
                <a:lnTo>
                  <a:pt x="3846896" y="1602799"/>
                </a:lnTo>
                <a:lnTo>
                  <a:pt x="3843573" y="1605595"/>
                </a:lnTo>
                <a:lnTo>
                  <a:pt x="3839718" y="1608897"/>
                </a:lnTo>
                <a:lnTo>
                  <a:pt x="3839161" y="1609376"/>
                </a:lnTo>
                <a:lnTo>
                  <a:pt x="3833509" y="1608995"/>
                </a:lnTo>
                <a:close/>
              </a:path>
              <a:path w="5142230" h="2300604">
                <a:moveTo>
                  <a:pt x="3440137" y="936203"/>
                </a:moveTo>
                <a:lnTo>
                  <a:pt x="3435930" y="931699"/>
                </a:lnTo>
                <a:lnTo>
                  <a:pt x="3433101" y="927402"/>
                </a:lnTo>
                <a:lnTo>
                  <a:pt x="3434283" y="921632"/>
                </a:lnTo>
                <a:lnTo>
                  <a:pt x="3442836" y="916025"/>
                </a:lnTo>
                <a:lnTo>
                  <a:pt x="3448556" y="917165"/>
                </a:lnTo>
                <a:lnTo>
                  <a:pt x="3451475" y="921460"/>
                </a:lnTo>
                <a:lnTo>
                  <a:pt x="3454256" y="925710"/>
                </a:lnTo>
                <a:lnTo>
                  <a:pt x="3453119" y="931530"/>
                </a:lnTo>
                <a:lnTo>
                  <a:pt x="3448821" y="934358"/>
                </a:lnTo>
                <a:lnTo>
                  <a:pt x="3444960" y="936869"/>
                </a:lnTo>
                <a:lnTo>
                  <a:pt x="3440137" y="936203"/>
                </a:lnTo>
                <a:close/>
              </a:path>
              <a:path w="5142230" h="2300604">
                <a:moveTo>
                  <a:pt x="3608191" y="1247962"/>
                </a:moveTo>
                <a:lnTo>
                  <a:pt x="3604870" y="1244408"/>
                </a:lnTo>
                <a:lnTo>
                  <a:pt x="3604371" y="1243678"/>
                </a:lnTo>
                <a:lnTo>
                  <a:pt x="3601682" y="1238255"/>
                </a:lnTo>
                <a:lnTo>
                  <a:pt x="3603523" y="1232700"/>
                </a:lnTo>
                <a:lnTo>
                  <a:pt x="3612555" y="1228198"/>
                </a:lnTo>
                <a:lnTo>
                  <a:pt x="3612744" y="1228104"/>
                </a:lnTo>
                <a:lnTo>
                  <a:pt x="3618294" y="1230041"/>
                </a:lnTo>
                <a:lnTo>
                  <a:pt x="3622845" y="1239213"/>
                </a:lnTo>
                <a:lnTo>
                  <a:pt x="3620999" y="1244763"/>
                </a:lnTo>
                <a:lnTo>
                  <a:pt x="3612648" y="1248921"/>
                </a:lnTo>
                <a:lnTo>
                  <a:pt x="3608191" y="1247962"/>
                </a:lnTo>
                <a:close/>
              </a:path>
              <a:path w="5142230" h="2300604">
                <a:moveTo>
                  <a:pt x="3927834" y="1708990"/>
                </a:moveTo>
                <a:lnTo>
                  <a:pt x="3924092" y="1704984"/>
                </a:lnTo>
                <a:lnTo>
                  <a:pt x="3924145" y="1699470"/>
                </a:lnTo>
                <a:lnTo>
                  <a:pt x="3931192" y="1692156"/>
                </a:lnTo>
                <a:lnTo>
                  <a:pt x="3937049" y="1692072"/>
                </a:lnTo>
                <a:lnTo>
                  <a:pt x="3944454" y="1699217"/>
                </a:lnTo>
                <a:lnTo>
                  <a:pt x="3944484" y="1705114"/>
                </a:lnTo>
                <a:lnTo>
                  <a:pt x="3937389" y="1712474"/>
                </a:lnTo>
                <a:lnTo>
                  <a:pt x="3931483" y="1712603"/>
                </a:lnTo>
                <a:lnTo>
                  <a:pt x="3927834" y="1708990"/>
                </a:lnTo>
                <a:close/>
              </a:path>
              <a:path w="5142230" h="2300604">
                <a:moveTo>
                  <a:pt x="2876889" y="520644"/>
                </a:moveTo>
                <a:lnTo>
                  <a:pt x="2873610" y="517133"/>
                </a:lnTo>
                <a:lnTo>
                  <a:pt x="2872744" y="513467"/>
                </a:lnTo>
                <a:lnTo>
                  <a:pt x="2873993" y="510017"/>
                </a:lnTo>
                <a:lnTo>
                  <a:pt x="2875807" y="505209"/>
                </a:lnTo>
                <a:lnTo>
                  <a:pt x="2881182" y="502754"/>
                </a:lnTo>
                <a:lnTo>
                  <a:pt x="2890739" y="506336"/>
                </a:lnTo>
                <a:lnTo>
                  <a:pt x="2893244" y="511657"/>
                </a:lnTo>
                <a:lnTo>
                  <a:pt x="2891430" y="516465"/>
                </a:lnTo>
                <a:lnTo>
                  <a:pt x="2889661" y="521314"/>
                </a:lnTo>
                <a:lnTo>
                  <a:pt x="2884286" y="523769"/>
                </a:lnTo>
                <a:lnTo>
                  <a:pt x="2878091" y="521438"/>
                </a:lnTo>
                <a:lnTo>
                  <a:pt x="2876889" y="520644"/>
                </a:lnTo>
                <a:close/>
              </a:path>
              <a:path w="5142230" h="2300604">
                <a:moveTo>
                  <a:pt x="3477503" y="996244"/>
                </a:moveTo>
                <a:lnTo>
                  <a:pt x="3473664" y="992134"/>
                </a:lnTo>
                <a:lnTo>
                  <a:pt x="3473265" y="991512"/>
                </a:lnTo>
                <a:lnTo>
                  <a:pt x="3470678" y="987080"/>
                </a:lnTo>
                <a:lnTo>
                  <a:pt x="3472142" y="981412"/>
                </a:lnTo>
                <a:lnTo>
                  <a:pt x="3476578" y="978830"/>
                </a:lnTo>
                <a:lnTo>
                  <a:pt x="3480959" y="976189"/>
                </a:lnTo>
                <a:lnTo>
                  <a:pt x="3486670" y="977610"/>
                </a:lnTo>
                <a:lnTo>
                  <a:pt x="3491939" y="986477"/>
                </a:lnTo>
                <a:lnTo>
                  <a:pt x="3490427" y="992190"/>
                </a:lnTo>
                <a:lnTo>
                  <a:pt x="3486041" y="994826"/>
                </a:lnTo>
                <a:lnTo>
                  <a:pt x="3482185" y="997050"/>
                </a:lnTo>
                <a:lnTo>
                  <a:pt x="3477503" y="996244"/>
                </a:lnTo>
                <a:close/>
              </a:path>
              <a:path w="5142230" h="2300604">
                <a:moveTo>
                  <a:pt x="3399071" y="878464"/>
                </a:moveTo>
                <a:lnTo>
                  <a:pt x="3395245" y="874368"/>
                </a:lnTo>
                <a:lnTo>
                  <a:pt x="3392133" y="870253"/>
                </a:lnTo>
                <a:lnTo>
                  <a:pt x="3392894" y="864420"/>
                </a:lnTo>
                <a:lnTo>
                  <a:pt x="3401082" y="858232"/>
                </a:lnTo>
                <a:lnTo>
                  <a:pt x="3406915" y="859001"/>
                </a:lnTo>
                <a:lnTo>
                  <a:pt x="3410031" y="863121"/>
                </a:lnTo>
                <a:lnTo>
                  <a:pt x="3413148" y="867139"/>
                </a:lnTo>
                <a:lnTo>
                  <a:pt x="3412339" y="873018"/>
                </a:lnTo>
                <a:lnTo>
                  <a:pt x="3408268" y="876090"/>
                </a:lnTo>
                <a:lnTo>
                  <a:pt x="3404435" y="879022"/>
                </a:lnTo>
                <a:lnTo>
                  <a:pt x="3399071" y="878464"/>
                </a:lnTo>
                <a:close/>
              </a:path>
              <a:path w="5142230" h="2300604">
                <a:moveTo>
                  <a:pt x="3301747" y="769784"/>
                </a:moveTo>
                <a:lnTo>
                  <a:pt x="3298004" y="765777"/>
                </a:lnTo>
                <a:lnTo>
                  <a:pt x="3297963" y="760260"/>
                </a:lnTo>
                <a:lnTo>
                  <a:pt x="3301390" y="756694"/>
                </a:lnTo>
                <a:lnTo>
                  <a:pt x="3304913" y="752937"/>
                </a:lnTo>
                <a:lnTo>
                  <a:pt x="3310771" y="752761"/>
                </a:lnTo>
                <a:lnTo>
                  <a:pt x="3318274" y="759814"/>
                </a:lnTo>
                <a:lnTo>
                  <a:pt x="3318409" y="765723"/>
                </a:lnTo>
                <a:lnTo>
                  <a:pt x="3311398" y="773177"/>
                </a:lnTo>
                <a:lnTo>
                  <a:pt x="3305444" y="773351"/>
                </a:lnTo>
                <a:lnTo>
                  <a:pt x="3301747" y="769784"/>
                </a:lnTo>
                <a:close/>
              </a:path>
              <a:path w="5142230" h="2300604">
                <a:moveTo>
                  <a:pt x="3354194" y="823971"/>
                </a:moveTo>
                <a:lnTo>
                  <a:pt x="3350637" y="820162"/>
                </a:lnTo>
                <a:lnTo>
                  <a:pt x="3347231" y="816322"/>
                </a:lnTo>
                <a:lnTo>
                  <a:pt x="3347569" y="810427"/>
                </a:lnTo>
                <a:lnTo>
                  <a:pt x="3351369" y="806968"/>
                </a:lnTo>
                <a:lnTo>
                  <a:pt x="3354868" y="803874"/>
                </a:lnTo>
                <a:lnTo>
                  <a:pt x="3355220" y="803563"/>
                </a:lnTo>
                <a:lnTo>
                  <a:pt x="3361104" y="803901"/>
                </a:lnTo>
                <a:lnTo>
                  <a:pt x="3367924" y="811592"/>
                </a:lnTo>
                <a:lnTo>
                  <a:pt x="3367585" y="817488"/>
                </a:lnTo>
                <a:lnTo>
                  <a:pt x="3360243" y="823993"/>
                </a:lnTo>
                <a:lnTo>
                  <a:pt x="3359992" y="824216"/>
                </a:lnTo>
                <a:lnTo>
                  <a:pt x="3354194" y="823971"/>
                </a:lnTo>
                <a:close/>
              </a:path>
              <a:path w="5142230" h="2300604">
                <a:moveTo>
                  <a:pt x="2942859" y="546493"/>
                </a:moveTo>
                <a:lnTo>
                  <a:pt x="2939574" y="542978"/>
                </a:lnTo>
                <a:lnTo>
                  <a:pt x="2938763" y="539079"/>
                </a:lnTo>
                <a:lnTo>
                  <a:pt x="2940208" y="535638"/>
                </a:lnTo>
                <a:lnTo>
                  <a:pt x="2942162" y="530891"/>
                </a:lnTo>
                <a:lnTo>
                  <a:pt x="2947617" y="528616"/>
                </a:lnTo>
                <a:lnTo>
                  <a:pt x="2957111" y="532622"/>
                </a:lnTo>
                <a:lnTo>
                  <a:pt x="2959339" y="538038"/>
                </a:lnTo>
                <a:lnTo>
                  <a:pt x="2955424" y="547530"/>
                </a:lnTo>
                <a:lnTo>
                  <a:pt x="2949969" y="549805"/>
                </a:lnTo>
                <a:lnTo>
                  <a:pt x="2945225" y="547752"/>
                </a:lnTo>
                <a:lnTo>
                  <a:pt x="2943965" y="547286"/>
                </a:lnTo>
                <a:lnTo>
                  <a:pt x="2942859" y="546493"/>
                </a:lnTo>
                <a:close/>
              </a:path>
              <a:path w="5142230" h="2300604">
                <a:moveTo>
                  <a:pt x="2605477" y="438984"/>
                </a:moveTo>
                <a:lnTo>
                  <a:pt x="2602243" y="435522"/>
                </a:lnTo>
                <a:lnTo>
                  <a:pt x="2601285" y="432248"/>
                </a:lnTo>
                <a:lnTo>
                  <a:pt x="2602035" y="429141"/>
                </a:lnTo>
                <a:lnTo>
                  <a:pt x="2603292" y="424133"/>
                </a:lnTo>
                <a:lnTo>
                  <a:pt x="2604645" y="423333"/>
                </a:lnTo>
                <a:lnTo>
                  <a:pt x="2608469" y="421171"/>
                </a:lnTo>
                <a:lnTo>
                  <a:pt x="2618272" y="423552"/>
                </a:lnTo>
                <a:lnTo>
                  <a:pt x="2621362" y="428619"/>
                </a:lnTo>
                <a:lnTo>
                  <a:pt x="2620101" y="433623"/>
                </a:lnTo>
                <a:lnTo>
                  <a:pt x="2618893" y="438586"/>
                </a:lnTo>
                <a:lnTo>
                  <a:pt x="2613885" y="441630"/>
                </a:lnTo>
                <a:lnTo>
                  <a:pt x="2608876" y="440374"/>
                </a:lnTo>
                <a:lnTo>
                  <a:pt x="2607048" y="439981"/>
                </a:lnTo>
                <a:lnTo>
                  <a:pt x="2605477" y="438984"/>
                </a:lnTo>
                <a:close/>
              </a:path>
              <a:path w="5142230" h="2300604">
                <a:moveTo>
                  <a:pt x="3192366" y="680940"/>
                </a:moveTo>
                <a:lnTo>
                  <a:pt x="3188479" y="676780"/>
                </a:lnTo>
                <a:lnTo>
                  <a:pt x="3188043" y="672012"/>
                </a:lnTo>
                <a:lnTo>
                  <a:pt x="3193545" y="664124"/>
                </a:lnTo>
                <a:lnTo>
                  <a:pt x="3199387" y="663141"/>
                </a:lnTo>
                <a:lnTo>
                  <a:pt x="3207779" y="668998"/>
                </a:lnTo>
                <a:lnTo>
                  <a:pt x="3208814" y="674798"/>
                </a:lnTo>
                <a:lnTo>
                  <a:pt x="3202909" y="683235"/>
                </a:lnTo>
                <a:lnTo>
                  <a:pt x="3197109" y="684261"/>
                </a:lnTo>
                <a:lnTo>
                  <a:pt x="3192366" y="680940"/>
                </a:lnTo>
                <a:close/>
              </a:path>
              <a:path w="5142230" h="2300604">
                <a:moveTo>
                  <a:pt x="3248611" y="723261"/>
                </a:moveTo>
                <a:lnTo>
                  <a:pt x="3244871" y="719257"/>
                </a:lnTo>
                <a:lnTo>
                  <a:pt x="3244627" y="714108"/>
                </a:lnTo>
                <a:lnTo>
                  <a:pt x="3247629" y="710482"/>
                </a:lnTo>
                <a:lnTo>
                  <a:pt x="3250834" y="706483"/>
                </a:lnTo>
                <a:lnTo>
                  <a:pt x="3256660" y="705880"/>
                </a:lnTo>
                <a:lnTo>
                  <a:pt x="3260708" y="709139"/>
                </a:lnTo>
                <a:lnTo>
                  <a:pt x="3264658" y="712389"/>
                </a:lnTo>
                <a:lnTo>
                  <a:pt x="3265263" y="718215"/>
                </a:lnTo>
                <a:lnTo>
                  <a:pt x="3262053" y="722210"/>
                </a:lnTo>
                <a:lnTo>
                  <a:pt x="3258808" y="726163"/>
                </a:lnTo>
                <a:lnTo>
                  <a:pt x="3252932" y="726813"/>
                </a:lnTo>
                <a:lnTo>
                  <a:pt x="3248611" y="723261"/>
                </a:lnTo>
                <a:close/>
              </a:path>
              <a:path w="5142230" h="2300604">
                <a:moveTo>
                  <a:pt x="4716557" y="2300034"/>
                </a:moveTo>
                <a:lnTo>
                  <a:pt x="4716488" y="2299183"/>
                </a:lnTo>
                <a:lnTo>
                  <a:pt x="4722140" y="2291355"/>
                </a:lnTo>
                <a:lnTo>
                  <a:pt x="4727977" y="2290468"/>
                </a:lnTo>
                <a:lnTo>
                  <a:pt x="4736320" y="2296463"/>
                </a:lnTo>
                <a:lnTo>
                  <a:pt x="4736850" y="2299965"/>
                </a:lnTo>
                <a:lnTo>
                  <a:pt x="4730248" y="2300034"/>
                </a:lnTo>
                <a:lnTo>
                  <a:pt x="4716557" y="2300034"/>
                </a:lnTo>
                <a:close/>
              </a:path>
              <a:path w="5142230" h="2300604">
                <a:moveTo>
                  <a:pt x="4491117" y="2142188"/>
                </a:moveTo>
                <a:lnTo>
                  <a:pt x="4486770" y="2137535"/>
                </a:lnTo>
                <a:lnTo>
                  <a:pt x="4486384" y="2132821"/>
                </a:lnTo>
                <a:lnTo>
                  <a:pt x="4492033" y="2124989"/>
                </a:lnTo>
                <a:lnTo>
                  <a:pt x="4497826" y="2124050"/>
                </a:lnTo>
                <a:lnTo>
                  <a:pt x="4506166" y="2130048"/>
                </a:lnTo>
                <a:lnTo>
                  <a:pt x="4507099" y="2135933"/>
                </a:lnTo>
                <a:lnTo>
                  <a:pt x="4504130" y="2140086"/>
                </a:lnTo>
                <a:lnTo>
                  <a:pt x="4501056" y="2144227"/>
                </a:lnTo>
                <a:lnTo>
                  <a:pt x="4495264" y="2145163"/>
                </a:lnTo>
                <a:lnTo>
                  <a:pt x="4491117" y="2142188"/>
                </a:lnTo>
                <a:close/>
              </a:path>
              <a:path w="5142230" h="2300604">
                <a:moveTo>
                  <a:pt x="1908191" y="304448"/>
                </a:moveTo>
                <a:lnTo>
                  <a:pt x="1904911" y="300938"/>
                </a:lnTo>
                <a:lnTo>
                  <a:pt x="1903977" y="297884"/>
                </a:lnTo>
                <a:lnTo>
                  <a:pt x="1904600" y="294837"/>
                </a:lnTo>
                <a:lnTo>
                  <a:pt x="1905573" y="289819"/>
                </a:lnTo>
                <a:lnTo>
                  <a:pt x="1910498" y="286587"/>
                </a:lnTo>
                <a:lnTo>
                  <a:pt x="1915512" y="287556"/>
                </a:lnTo>
                <a:lnTo>
                  <a:pt x="1920581" y="288583"/>
                </a:lnTo>
                <a:lnTo>
                  <a:pt x="1923856" y="293458"/>
                </a:lnTo>
                <a:lnTo>
                  <a:pt x="1921817" y="303590"/>
                </a:lnTo>
                <a:lnTo>
                  <a:pt x="1916887" y="306817"/>
                </a:lnTo>
                <a:lnTo>
                  <a:pt x="1911873" y="305848"/>
                </a:lnTo>
                <a:lnTo>
                  <a:pt x="1909905" y="305404"/>
                </a:lnTo>
                <a:lnTo>
                  <a:pt x="1908191" y="304448"/>
                </a:lnTo>
                <a:close/>
              </a:path>
              <a:path w="5142230" h="2300604">
                <a:moveTo>
                  <a:pt x="3576794" y="1184347"/>
                </a:moveTo>
                <a:lnTo>
                  <a:pt x="3573464" y="1180782"/>
                </a:lnTo>
                <a:lnTo>
                  <a:pt x="3572929" y="1180013"/>
                </a:lnTo>
                <a:lnTo>
                  <a:pt x="3570235" y="1174586"/>
                </a:lnTo>
                <a:lnTo>
                  <a:pt x="3572124" y="1168986"/>
                </a:lnTo>
                <a:lnTo>
                  <a:pt x="3581108" y="1164528"/>
                </a:lnTo>
                <a:lnTo>
                  <a:pt x="3581297" y="1164434"/>
                </a:lnTo>
                <a:lnTo>
                  <a:pt x="3586893" y="1166320"/>
                </a:lnTo>
                <a:lnTo>
                  <a:pt x="3589197" y="1170934"/>
                </a:lnTo>
                <a:lnTo>
                  <a:pt x="3591444" y="1175592"/>
                </a:lnTo>
                <a:lnTo>
                  <a:pt x="3589559" y="1181096"/>
                </a:lnTo>
                <a:lnTo>
                  <a:pt x="3581202" y="1185251"/>
                </a:lnTo>
                <a:lnTo>
                  <a:pt x="3576794" y="1184347"/>
                </a:lnTo>
                <a:close/>
              </a:path>
              <a:path w="5142230" h="2300604">
                <a:moveTo>
                  <a:pt x="3881135" y="1661933"/>
                </a:moveTo>
                <a:lnTo>
                  <a:pt x="3874075" y="1654375"/>
                </a:lnTo>
                <a:lnTo>
                  <a:pt x="3874276" y="1648627"/>
                </a:lnTo>
                <a:lnTo>
                  <a:pt x="3881735" y="1641559"/>
                </a:lnTo>
                <a:lnTo>
                  <a:pt x="3887724" y="1641715"/>
                </a:lnTo>
                <a:lnTo>
                  <a:pt x="3894694" y="1649176"/>
                </a:lnTo>
                <a:lnTo>
                  <a:pt x="3894541" y="1655072"/>
                </a:lnTo>
                <a:lnTo>
                  <a:pt x="3887031" y="1662086"/>
                </a:lnTo>
                <a:lnTo>
                  <a:pt x="3881135" y="1661933"/>
                </a:lnTo>
                <a:close/>
              </a:path>
              <a:path w="5142230" h="2300604">
                <a:moveTo>
                  <a:pt x="4548166" y="2183412"/>
                </a:moveTo>
                <a:lnTo>
                  <a:pt x="4544281" y="2179253"/>
                </a:lnTo>
                <a:lnTo>
                  <a:pt x="4543890" y="2174440"/>
                </a:lnTo>
                <a:lnTo>
                  <a:pt x="4546565" y="2170754"/>
                </a:lnTo>
                <a:lnTo>
                  <a:pt x="4549539" y="2166606"/>
                </a:lnTo>
                <a:lnTo>
                  <a:pt x="4555380" y="2165624"/>
                </a:lnTo>
                <a:lnTo>
                  <a:pt x="4559525" y="2168692"/>
                </a:lnTo>
                <a:lnTo>
                  <a:pt x="4563713" y="2171710"/>
                </a:lnTo>
                <a:lnTo>
                  <a:pt x="4564652" y="2177507"/>
                </a:lnTo>
                <a:lnTo>
                  <a:pt x="4561626" y="2181694"/>
                </a:lnTo>
                <a:lnTo>
                  <a:pt x="4558612" y="2185798"/>
                </a:lnTo>
                <a:lnTo>
                  <a:pt x="4552820" y="2186734"/>
                </a:lnTo>
                <a:lnTo>
                  <a:pt x="4548166" y="2183412"/>
                </a:lnTo>
                <a:close/>
              </a:path>
              <a:path w="5142230" h="2300604">
                <a:moveTo>
                  <a:pt x="3512285" y="1058008"/>
                </a:moveTo>
                <a:lnTo>
                  <a:pt x="3508348" y="1053794"/>
                </a:lnTo>
                <a:lnTo>
                  <a:pt x="3507996" y="1053026"/>
                </a:lnTo>
                <a:lnTo>
                  <a:pt x="3505552" y="1048553"/>
                </a:lnTo>
                <a:lnTo>
                  <a:pt x="3507202" y="1042893"/>
                </a:lnTo>
                <a:lnTo>
                  <a:pt x="3511775" y="1040457"/>
                </a:lnTo>
                <a:lnTo>
                  <a:pt x="3516250" y="1038011"/>
                </a:lnTo>
                <a:lnTo>
                  <a:pt x="3521904" y="1039669"/>
                </a:lnTo>
                <a:lnTo>
                  <a:pt x="3526791" y="1048709"/>
                </a:lnTo>
                <a:lnTo>
                  <a:pt x="3525130" y="1054361"/>
                </a:lnTo>
                <a:lnTo>
                  <a:pt x="3520566" y="1056807"/>
                </a:lnTo>
                <a:lnTo>
                  <a:pt x="3516766" y="1058896"/>
                </a:lnTo>
                <a:lnTo>
                  <a:pt x="3512285" y="1058008"/>
                </a:lnTo>
                <a:close/>
              </a:path>
              <a:path w="5142230" h="2300604">
                <a:moveTo>
                  <a:pt x="4144928" y="1892608"/>
                </a:moveTo>
                <a:lnTo>
                  <a:pt x="4141197" y="1888615"/>
                </a:lnTo>
                <a:lnTo>
                  <a:pt x="4140850" y="1883552"/>
                </a:lnTo>
                <a:lnTo>
                  <a:pt x="4143616" y="1879964"/>
                </a:lnTo>
                <a:lnTo>
                  <a:pt x="4146684" y="1875819"/>
                </a:lnTo>
                <a:lnTo>
                  <a:pt x="4152517" y="1875027"/>
                </a:lnTo>
                <a:lnTo>
                  <a:pt x="4156612" y="1878142"/>
                </a:lnTo>
                <a:lnTo>
                  <a:pt x="4160753" y="1881204"/>
                </a:lnTo>
                <a:lnTo>
                  <a:pt x="4161551" y="1887042"/>
                </a:lnTo>
                <a:lnTo>
                  <a:pt x="4155324" y="1895233"/>
                </a:lnTo>
                <a:lnTo>
                  <a:pt x="4149490" y="1896026"/>
                </a:lnTo>
                <a:lnTo>
                  <a:pt x="4145390" y="1892907"/>
                </a:lnTo>
                <a:lnTo>
                  <a:pt x="4144928" y="1892608"/>
                </a:lnTo>
                <a:close/>
              </a:path>
              <a:path w="5142230" h="2300604">
                <a:moveTo>
                  <a:pt x="1977933" y="317916"/>
                </a:moveTo>
                <a:lnTo>
                  <a:pt x="1974695" y="314450"/>
                </a:lnTo>
                <a:lnTo>
                  <a:pt x="1973757" y="311491"/>
                </a:lnTo>
                <a:lnTo>
                  <a:pt x="1974290" y="308445"/>
                </a:lnTo>
                <a:lnTo>
                  <a:pt x="1975218" y="303378"/>
                </a:lnTo>
                <a:lnTo>
                  <a:pt x="1980098" y="300098"/>
                </a:lnTo>
                <a:lnTo>
                  <a:pt x="1990232" y="301953"/>
                </a:lnTo>
                <a:lnTo>
                  <a:pt x="1993561" y="306788"/>
                </a:lnTo>
                <a:lnTo>
                  <a:pt x="1991606" y="316914"/>
                </a:lnTo>
                <a:lnTo>
                  <a:pt x="1986776" y="320247"/>
                </a:lnTo>
                <a:lnTo>
                  <a:pt x="1981754" y="319269"/>
                </a:lnTo>
                <a:lnTo>
                  <a:pt x="1979688" y="318916"/>
                </a:lnTo>
                <a:lnTo>
                  <a:pt x="1977933" y="317916"/>
                </a:lnTo>
                <a:close/>
              </a:path>
              <a:path w="5142230" h="2300604">
                <a:moveTo>
                  <a:pt x="2809941" y="497260"/>
                </a:moveTo>
                <a:lnTo>
                  <a:pt x="2806657" y="493745"/>
                </a:lnTo>
                <a:lnTo>
                  <a:pt x="2805787" y="490174"/>
                </a:lnTo>
                <a:lnTo>
                  <a:pt x="2808478" y="482107"/>
                </a:lnTo>
                <a:lnTo>
                  <a:pt x="2808526" y="481963"/>
                </a:lnTo>
                <a:lnTo>
                  <a:pt x="2813761" y="479356"/>
                </a:lnTo>
                <a:lnTo>
                  <a:pt x="2823514" y="482563"/>
                </a:lnTo>
                <a:lnTo>
                  <a:pt x="2826167" y="487847"/>
                </a:lnTo>
                <a:lnTo>
                  <a:pt x="2822957" y="497411"/>
                </a:lnTo>
                <a:lnTo>
                  <a:pt x="2822909" y="497555"/>
                </a:lnTo>
                <a:lnTo>
                  <a:pt x="2817626" y="500208"/>
                </a:lnTo>
                <a:lnTo>
                  <a:pt x="2812774" y="498631"/>
                </a:lnTo>
                <a:lnTo>
                  <a:pt x="2811281" y="498108"/>
                </a:lnTo>
                <a:lnTo>
                  <a:pt x="2809941" y="497260"/>
                </a:lnTo>
                <a:close/>
              </a:path>
              <a:path w="5142230" h="2300604">
                <a:moveTo>
                  <a:pt x="4433113" y="2100232"/>
                </a:moveTo>
                <a:lnTo>
                  <a:pt x="4429226" y="2096071"/>
                </a:lnTo>
                <a:lnTo>
                  <a:pt x="4428840" y="2091258"/>
                </a:lnTo>
                <a:lnTo>
                  <a:pt x="4434441" y="2083469"/>
                </a:lnTo>
                <a:lnTo>
                  <a:pt x="4440280" y="2082489"/>
                </a:lnTo>
                <a:lnTo>
                  <a:pt x="4448622" y="2088484"/>
                </a:lnTo>
                <a:lnTo>
                  <a:pt x="4449552" y="2094271"/>
                </a:lnTo>
                <a:lnTo>
                  <a:pt x="4443562" y="2102616"/>
                </a:lnTo>
                <a:lnTo>
                  <a:pt x="4437768" y="2103554"/>
                </a:lnTo>
                <a:lnTo>
                  <a:pt x="4433113" y="2100232"/>
                </a:lnTo>
                <a:close/>
              </a:path>
              <a:path w="5142230" h="2300604">
                <a:moveTo>
                  <a:pt x="2047841" y="330682"/>
                </a:moveTo>
                <a:lnTo>
                  <a:pt x="2044607" y="327220"/>
                </a:lnTo>
                <a:lnTo>
                  <a:pt x="2043669" y="324261"/>
                </a:lnTo>
                <a:lnTo>
                  <a:pt x="2044149" y="321256"/>
                </a:lnTo>
                <a:lnTo>
                  <a:pt x="2045077" y="316189"/>
                </a:lnTo>
                <a:lnTo>
                  <a:pt x="2049907" y="312855"/>
                </a:lnTo>
                <a:lnTo>
                  <a:pt x="2059995" y="314662"/>
                </a:lnTo>
                <a:lnTo>
                  <a:pt x="2063377" y="319456"/>
                </a:lnTo>
                <a:lnTo>
                  <a:pt x="2062445" y="324518"/>
                </a:lnTo>
                <a:lnTo>
                  <a:pt x="2061566" y="329539"/>
                </a:lnTo>
                <a:lnTo>
                  <a:pt x="2056733" y="332968"/>
                </a:lnTo>
                <a:lnTo>
                  <a:pt x="2051666" y="332040"/>
                </a:lnTo>
                <a:lnTo>
                  <a:pt x="2049601" y="331686"/>
                </a:lnTo>
                <a:lnTo>
                  <a:pt x="2047841" y="330682"/>
                </a:lnTo>
                <a:close/>
              </a:path>
              <a:path w="5142230" h="2300604">
                <a:moveTo>
                  <a:pt x="2688005" y="412476"/>
                </a:moveTo>
                <a:lnTo>
                  <a:pt x="2684907" y="409160"/>
                </a:lnTo>
                <a:lnTo>
                  <a:pt x="2683976" y="406012"/>
                </a:lnTo>
                <a:lnTo>
                  <a:pt x="2686129" y="398249"/>
                </a:lnTo>
                <a:lnTo>
                  <a:pt x="2690992" y="395440"/>
                </a:lnTo>
                <a:lnTo>
                  <a:pt x="2700441" y="398028"/>
                </a:lnTo>
                <a:lnTo>
                  <a:pt x="2703249" y="402892"/>
                </a:lnTo>
                <a:lnTo>
                  <a:pt x="2700662" y="412340"/>
                </a:lnTo>
                <a:lnTo>
                  <a:pt x="2695798" y="415149"/>
                </a:lnTo>
                <a:lnTo>
                  <a:pt x="2689436" y="413421"/>
                </a:lnTo>
                <a:lnTo>
                  <a:pt x="2688005" y="412476"/>
                </a:lnTo>
                <a:close/>
              </a:path>
              <a:path w="5142230" h="2300604">
                <a:moveTo>
                  <a:pt x="4947476" y="2166413"/>
                </a:moveTo>
                <a:lnTo>
                  <a:pt x="4943726" y="2162399"/>
                </a:lnTo>
                <a:lnTo>
                  <a:pt x="4943224" y="2158049"/>
                </a:lnTo>
                <a:lnTo>
                  <a:pt x="4945256" y="2154946"/>
                </a:lnTo>
                <a:lnTo>
                  <a:pt x="4947897" y="2150833"/>
                </a:lnTo>
                <a:lnTo>
                  <a:pt x="4948156" y="2150428"/>
                </a:lnTo>
                <a:lnTo>
                  <a:pt x="4953631" y="2149249"/>
                </a:lnTo>
                <a:lnTo>
                  <a:pt x="4961854" y="2154533"/>
                </a:lnTo>
                <a:lnTo>
                  <a:pt x="4963077" y="2160048"/>
                </a:lnTo>
                <a:lnTo>
                  <a:pt x="4960649" y="2163800"/>
                </a:lnTo>
                <a:lnTo>
                  <a:pt x="4957969" y="2167871"/>
                </a:lnTo>
                <a:lnTo>
                  <a:pt x="4957705" y="2168271"/>
                </a:lnTo>
                <a:lnTo>
                  <a:pt x="4952230" y="2169450"/>
                </a:lnTo>
                <a:lnTo>
                  <a:pt x="4948120" y="2166807"/>
                </a:lnTo>
                <a:lnTo>
                  <a:pt x="4947476" y="2166413"/>
                </a:lnTo>
                <a:close/>
              </a:path>
              <a:path w="5142230" h="2300604">
                <a:moveTo>
                  <a:pt x="4827703" y="2088829"/>
                </a:moveTo>
                <a:lnTo>
                  <a:pt x="4824515" y="2085416"/>
                </a:lnTo>
                <a:lnTo>
                  <a:pt x="4824052" y="2080917"/>
                </a:lnTo>
                <a:lnTo>
                  <a:pt x="4828677" y="2073744"/>
                </a:lnTo>
                <a:lnTo>
                  <a:pt x="4828937" y="2073341"/>
                </a:lnTo>
                <a:lnTo>
                  <a:pt x="4834403" y="2072152"/>
                </a:lnTo>
                <a:lnTo>
                  <a:pt x="4842626" y="2077437"/>
                </a:lnTo>
                <a:lnTo>
                  <a:pt x="4843858" y="2082961"/>
                </a:lnTo>
                <a:lnTo>
                  <a:pt x="4841430" y="2086713"/>
                </a:lnTo>
                <a:lnTo>
                  <a:pt x="4838477" y="2091175"/>
                </a:lnTo>
                <a:lnTo>
                  <a:pt x="4833011" y="2092363"/>
                </a:lnTo>
                <a:lnTo>
                  <a:pt x="4828898" y="2089722"/>
                </a:lnTo>
                <a:lnTo>
                  <a:pt x="4827703" y="2088829"/>
                </a:lnTo>
                <a:close/>
              </a:path>
              <a:path w="5142230" h="2300604">
                <a:moveTo>
                  <a:pt x="4170867" y="1668680"/>
                </a:moveTo>
                <a:lnTo>
                  <a:pt x="4166695" y="1664213"/>
                </a:lnTo>
                <a:lnTo>
                  <a:pt x="4166266" y="1659746"/>
                </a:lnTo>
                <a:lnTo>
                  <a:pt x="4168791" y="1656292"/>
                </a:lnTo>
                <a:lnTo>
                  <a:pt x="4171613" y="1652277"/>
                </a:lnTo>
                <a:lnTo>
                  <a:pt x="4177122" y="1651331"/>
                </a:lnTo>
                <a:lnTo>
                  <a:pt x="4185148" y="1656992"/>
                </a:lnTo>
                <a:lnTo>
                  <a:pt x="4186094" y="1662500"/>
                </a:lnTo>
                <a:lnTo>
                  <a:pt x="4180439" y="1670522"/>
                </a:lnTo>
                <a:lnTo>
                  <a:pt x="4174882" y="1671512"/>
                </a:lnTo>
                <a:lnTo>
                  <a:pt x="4170867" y="1668680"/>
                </a:lnTo>
                <a:close/>
              </a:path>
              <a:path w="5142230" h="2300604">
                <a:moveTo>
                  <a:pt x="4887888" y="2127845"/>
                </a:moveTo>
                <a:lnTo>
                  <a:pt x="4884133" y="2123826"/>
                </a:lnTo>
                <a:lnTo>
                  <a:pt x="4883636" y="2119481"/>
                </a:lnTo>
                <a:lnTo>
                  <a:pt x="4888312" y="2112267"/>
                </a:lnTo>
                <a:lnTo>
                  <a:pt x="4888573" y="2111865"/>
                </a:lnTo>
                <a:lnTo>
                  <a:pt x="4894043" y="2110681"/>
                </a:lnTo>
                <a:lnTo>
                  <a:pt x="4902266" y="2115965"/>
                </a:lnTo>
                <a:lnTo>
                  <a:pt x="4903442" y="2121524"/>
                </a:lnTo>
                <a:lnTo>
                  <a:pt x="4901063" y="2125236"/>
                </a:lnTo>
                <a:lnTo>
                  <a:pt x="4898117" y="2129703"/>
                </a:lnTo>
                <a:lnTo>
                  <a:pt x="4892599" y="2130931"/>
                </a:lnTo>
                <a:lnTo>
                  <a:pt x="4888532" y="2128238"/>
                </a:lnTo>
                <a:lnTo>
                  <a:pt x="4887888" y="2127845"/>
                </a:lnTo>
                <a:close/>
              </a:path>
              <a:path w="5142230" h="2300604">
                <a:moveTo>
                  <a:pt x="4648835" y="1974774"/>
                </a:moveTo>
                <a:lnTo>
                  <a:pt x="4645039" y="1970711"/>
                </a:lnTo>
                <a:lnTo>
                  <a:pt x="4644536" y="1966455"/>
                </a:lnTo>
                <a:lnTo>
                  <a:pt x="4646611" y="1963105"/>
                </a:lnTo>
                <a:lnTo>
                  <a:pt x="4649166" y="1958902"/>
                </a:lnTo>
                <a:lnTo>
                  <a:pt x="4654757" y="1957555"/>
                </a:lnTo>
                <a:lnTo>
                  <a:pt x="4663077" y="1962749"/>
                </a:lnTo>
                <a:lnTo>
                  <a:pt x="4664305" y="1968167"/>
                </a:lnTo>
                <a:lnTo>
                  <a:pt x="4661830" y="1972263"/>
                </a:lnTo>
                <a:lnTo>
                  <a:pt x="4659187" y="1976372"/>
                </a:lnTo>
                <a:lnTo>
                  <a:pt x="4653640" y="1977765"/>
                </a:lnTo>
                <a:lnTo>
                  <a:pt x="4648835" y="1974774"/>
                </a:lnTo>
                <a:close/>
              </a:path>
              <a:path w="5142230" h="2300604">
                <a:moveTo>
                  <a:pt x="2956107" y="503885"/>
                </a:moveTo>
                <a:lnTo>
                  <a:pt x="2952968" y="500525"/>
                </a:lnTo>
                <a:lnTo>
                  <a:pt x="2952242" y="496812"/>
                </a:lnTo>
                <a:lnTo>
                  <a:pt x="2953682" y="493466"/>
                </a:lnTo>
                <a:lnTo>
                  <a:pt x="2955582" y="488952"/>
                </a:lnTo>
                <a:lnTo>
                  <a:pt x="2960751" y="486863"/>
                </a:lnTo>
                <a:lnTo>
                  <a:pt x="2969822" y="490707"/>
                </a:lnTo>
                <a:lnTo>
                  <a:pt x="2971800" y="495756"/>
                </a:lnTo>
                <a:lnTo>
                  <a:pt x="2969963" y="500437"/>
                </a:lnTo>
                <a:lnTo>
                  <a:pt x="2968017" y="504903"/>
                </a:lnTo>
                <a:lnTo>
                  <a:pt x="2962851" y="506999"/>
                </a:lnTo>
                <a:lnTo>
                  <a:pt x="2958337" y="505097"/>
                </a:lnTo>
                <a:lnTo>
                  <a:pt x="2957172" y="504633"/>
                </a:lnTo>
                <a:lnTo>
                  <a:pt x="2956107" y="503885"/>
                </a:lnTo>
                <a:close/>
              </a:path>
              <a:path w="5142230" h="2300604">
                <a:moveTo>
                  <a:pt x="3083755" y="565262"/>
                </a:moveTo>
                <a:lnTo>
                  <a:pt x="3080562" y="561844"/>
                </a:lnTo>
                <a:lnTo>
                  <a:pt x="3079905" y="557719"/>
                </a:lnTo>
                <a:lnTo>
                  <a:pt x="3084180" y="549981"/>
                </a:lnTo>
                <a:lnTo>
                  <a:pt x="3089523" y="548369"/>
                </a:lnTo>
                <a:lnTo>
                  <a:pt x="3098138" y="553096"/>
                </a:lnTo>
                <a:lnTo>
                  <a:pt x="3099750" y="558438"/>
                </a:lnTo>
                <a:lnTo>
                  <a:pt x="3095019" y="567058"/>
                </a:lnTo>
                <a:lnTo>
                  <a:pt x="3089631" y="568622"/>
                </a:lnTo>
                <a:lnTo>
                  <a:pt x="3085371" y="566309"/>
                </a:lnTo>
                <a:lnTo>
                  <a:pt x="3084486" y="565849"/>
                </a:lnTo>
                <a:lnTo>
                  <a:pt x="3083755" y="565262"/>
                </a:lnTo>
                <a:close/>
              </a:path>
              <a:path w="5142230" h="2300604">
                <a:moveTo>
                  <a:pt x="4228795" y="1708798"/>
                </a:moveTo>
                <a:lnTo>
                  <a:pt x="4225098" y="1704840"/>
                </a:lnTo>
                <a:lnTo>
                  <a:pt x="4224651" y="1700352"/>
                </a:lnTo>
                <a:lnTo>
                  <a:pt x="4227032" y="1696840"/>
                </a:lnTo>
                <a:lnTo>
                  <a:pt x="4229767" y="1692733"/>
                </a:lnTo>
                <a:lnTo>
                  <a:pt x="4235327" y="1691739"/>
                </a:lnTo>
                <a:lnTo>
                  <a:pt x="4243404" y="1697260"/>
                </a:lnTo>
                <a:lnTo>
                  <a:pt x="4244443" y="1702773"/>
                </a:lnTo>
                <a:lnTo>
                  <a:pt x="4238925" y="1710841"/>
                </a:lnTo>
                <a:lnTo>
                  <a:pt x="4233463" y="1711934"/>
                </a:lnTo>
                <a:lnTo>
                  <a:pt x="4229403" y="1709153"/>
                </a:lnTo>
                <a:lnTo>
                  <a:pt x="4228795" y="1708798"/>
                </a:lnTo>
                <a:close/>
              </a:path>
              <a:path w="5142230" h="2300604">
                <a:moveTo>
                  <a:pt x="4768660" y="2050748"/>
                </a:moveTo>
                <a:lnTo>
                  <a:pt x="4764869" y="2046690"/>
                </a:lnTo>
                <a:lnTo>
                  <a:pt x="4764372" y="2042345"/>
                </a:lnTo>
                <a:lnTo>
                  <a:pt x="4766396" y="2039233"/>
                </a:lnTo>
                <a:lnTo>
                  <a:pt x="4769081" y="2035167"/>
                </a:lnTo>
                <a:lnTo>
                  <a:pt x="4769345" y="2034768"/>
                </a:lnTo>
                <a:lnTo>
                  <a:pt x="4774815" y="2033584"/>
                </a:lnTo>
                <a:lnTo>
                  <a:pt x="4783043" y="2038873"/>
                </a:lnTo>
                <a:lnTo>
                  <a:pt x="4784222" y="2044437"/>
                </a:lnTo>
                <a:lnTo>
                  <a:pt x="4781795" y="2048096"/>
                </a:lnTo>
                <a:lnTo>
                  <a:pt x="4779149" y="2052202"/>
                </a:lnTo>
                <a:lnTo>
                  <a:pt x="4778889" y="2052607"/>
                </a:lnTo>
                <a:lnTo>
                  <a:pt x="4773418" y="2053790"/>
                </a:lnTo>
                <a:lnTo>
                  <a:pt x="4769308" y="2051147"/>
                </a:lnTo>
                <a:lnTo>
                  <a:pt x="4768660" y="2050748"/>
                </a:lnTo>
                <a:close/>
              </a:path>
              <a:path w="5142230" h="2300604">
                <a:moveTo>
                  <a:pt x="5006515" y="2204489"/>
                </a:moveTo>
                <a:lnTo>
                  <a:pt x="5003327" y="2201076"/>
                </a:lnTo>
                <a:lnTo>
                  <a:pt x="5002864" y="2196577"/>
                </a:lnTo>
                <a:lnTo>
                  <a:pt x="5007525" y="2189348"/>
                </a:lnTo>
                <a:lnTo>
                  <a:pt x="5007749" y="2189001"/>
                </a:lnTo>
                <a:lnTo>
                  <a:pt x="5013263" y="2187767"/>
                </a:lnTo>
                <a:lnTo>
                  <a:pt x="5017325" y="2190456"/>
                </a:lnTo>
                <a:lnTo>
                  <a:pt x="5021438" y="2193097"/>
                </a:lnTo>
                <a:lnTo>
                  <a:pt x="5022670" y="2198621"/>
                </a:lnTo>
                <a:lnTo>
                  <a:pt x="5020247" y="2202380"/>
                </a:lnTo>
                <a:lnTo>
                  <a:pt x="5017336" y="2206790"/>
                </a:lnTo>
                <a:lnTo>
                  <a:pt x="5011822" y="2208023"/>
                </a:lnTo>
                <a:lnTo>
                  <a:pt x="5007710" y="2205382"/>
                </a:lnTo>
                <a:lnTo>
                  <a:pt x="5006515" y="2204489"/>
                </a:lnTo>
                <a:close/>
              </a:path>
              <a:path w="5142230" h="2300604">
                <a:moveTo>
                  <a:pt x="2890391" y="477524"/>
                </a:moveTo>
                <a:lnTo>
                  <a:pt x="2887248" y="474159"/>
                </a:lnTo>
                <a:lnTo>
                  <a:pt x="2886429" y="470642"/>
                </a:lnTo>
                <a:lnTo>
                  <a:pt x="2887674" y="467379"/>
                </a:lnTo>
                <a:lnTo>
                  <a:pt x="2889388" y="462765"/>
                </a:lnTo>
                <a:lnTo>
                  <a:pt x="2894520" y="460436"/>
                </a:lnTo>
                <a:lnTo>
                  <a:pt x="2899081" y="462192"/>
                </a:lnTo>
                <a:lnTo>
                  <a:pt x="2903701" y="463912"/>
                </a:lnTo>
                <a:lnTo>
                  <a:pt x="2906028" y="469043"/>
                </a:lnTo>
                <a:lnTo>
                  <a:pt x="2904308" y="473654"/>
                </a:lnTo>
                <a:lnTo>
                  <a:pt x="2902554" y="478224"/>
                </a:lnTo>
                <a:lnTo>
                  <a:pt x="2897421" y="480553"/>
                </a:lnTo>
                <a:lnTo>
                  <a:pt x="2892856" y="478791"/>
                </a:lnTo>
                <a:lnTo>
                  <a:pt x="2891502" y="478321"/>
                </a:lnTo>
                <a:lnTo>
                  <a:pt x="2890391" y="477524"/>
                </a:lnTo>
                <a:close/>
              </a:path>
              <a:path w="5142230" h="2300604">
                <a:moveTo>
                  <a:pt x="4287885" y="1748298"/>
                </a:moveTo>
                <a:lnTo>
                  <a:pt x="4284136" y="1744285"/>
                </a:lnTo>
                <a:lnTo>
                  <a:pt x="4283685" y="1739894"/>
                </a:lnTo>
                <a:lnTo>
                  <a:pt x="4285978" y="1736382"/>
                </a:lnTo>
                <a:lnTo>
                  <a:pt x="4288666" y="1732319"/>
                </a:lnTo>
                <a:lnTo>
                  <a:pt x="4294179" y="1731186"/>
                </a:lnTo>
                <a:lnTo>
                  <a:pt x="4302352" y="1736609"/>
                </a:lnTo>
                <a:lnTo>
                  <a:pt x="4303489" y="1742030"/>
                </a:lnTo>
                <a:lnTo>
                  <a:pt x="4300792" y="1746183"/>
                </a:lnTo>
                <a:lnTo>
                  <a:pt x="4298105" y="1750246"/>
                </a:lnTo>
                <a:lnTo>
                  <a:pt x="4292596" y="1751384"/>
                </a:lnTo>
                <a:lnTo>
                  <a:pt x="4288533" y="1748696"/>
                </a:lnTo>
                <a:lnTo>
                  <a:pt x="4287885" y="1748298"/>
                </a:lnTo>
                <a:close/>
              </a:path>
              <a:path w="5142230" h="2300604">
                <a:moveTo>
                  <a:pt x="3020695" y="533043"/>
                </a:moveTo>
                <a:lnTo>
                  <a:pt x="3017552" y="529678"/>
                </a:lnTo>
                <a:lnTo>
                  <a:pt x="3016788" y="525735"/>
                </a:lnTo>
                <a:lnTo>
                  <a:pt x="3018461" y="522346"/>
                </a:lnTo>
                <a:lnTo>
                  <a:pt x="3020543" y="517926"/>
                </a:lnTo>
                <a:lnTo>
                  <a:pt x="3025851" y="516082"/>
                </a:lnTo>
                <a:lnTo>
                  <a:pt x="3034719" y="520297"/>
                </a:lnTo>
                <a:lnTo>
                  <a:pt x="3036574" y="525605"/>
                </a:lnTo>
                <a:lnTo>
                  <a:pt x="3032308" y="534430"/>
                </a:lnTo>
                <a:lnTo>
                  <a:pt x="3027004" y="536280"/>
                </a:lnTo>
                <a:lnTo>
                  <a:pt x="3022586" y="534189"/>
                </a:lnTo>
                <a:lnTo>
                  <a:pt x="3021564" y="533682"/>
                </a:lnTo>
                <a:lnTo>
                  <a:pt x="3020695" y="533043"/>
                </a:lnTo>
                <a:close/>
              </a:path>
              <a:path w="5142230" h="2300604">
                <a:moveTo>
                  <a:pt x="4113181" y="1626965"/>
                </a:moveTo>
                <a:lnTo>
                  <a:pt x="4109105" y="1622601"/>
                </a:lnTo>
                <a:lnTo>
                  <a:pt x="4108767" y="1618040"/>
                </a:lnTo>
                <a:lnTo>
                  <a:pt x="4111342" y="1614539"/>
                </a:lnTo>
                <a:lnTo>
                  <a:pt x="4114214" y="1610578"/>
                </a:lnTo>
                <a:lnTo>
                  <a:pt x="4119762" y="1609769"/>
                </a:lnTo>
                <a:lnTo>
                  <a:pt x="4123723" y="1612643"/>
                </a:lnTo>
                <a:lnTo>
                  <a:pt x="4127688" y="1615613"/>
                </a:lnTo>
                <a:lnTo>
                  <a:pt x="4128491" y="1621164"/>
                </a:lnTo>
                <a:lnTo>
                  <a:pt x="4125571" y="1625079"/>
                </a:lnTo>
                <a:lnTo>
                  <a:pt x="4122697" y="1629042"/>
                </a:lnTo>
                <a:lnTo>
                  <a:pt x="4117094" y="1629884"/>
                </a:lnTo>
                <a:lnTo>
                  <a:pt x="4113181" y="1626965"/>
                </a:lnTo>
                <a:close/>
              </a:path>
              <a:path w="5142230" h="2300604">
                <a:moveTo>
                  <a:pt x="2756116" y="432115"/>
                </a:moveTo>
                <a:lnTo>
                  <a:pt x="2753023" y="428804"/>
                </a:lnTo>
                <a:lnTo>
                  <a:pt x="2752144" y="425517"/>
                </a:lnTo>
                <a:lnTo>
                  <a:pt x="2753102" y="422339"/>
                </a:lnTo>
                <a:lnTo>
                  <a:pt x="2754534" y="417714"/>
                </a:lnTo>
                <a:lnTo>
                  <a:pt x="2759489" y="415003"/>
                </a:lnTo>
                <a:lnTo>
                  <a:pt x="2764159" y="416484"/>
                </a:lnTo>
                <a:lnTo>
                  <a:pt x="2768833" y="417871"/>
                </a:lnTo>
                <a:lnTo>
                  <a:pt x="2771495" y="422871"/>
                </a:lnTo>
                <a:lnTo>
                  <a:pt x="2770109" y="427545"/>
                </a:lnTo>
                <a:lnTo>
                  <a:pt x="2768623" y="432211"/>
                </a:lnTo>
                <a:lnTo>
                  <a:pt x="2763722" y="434881"/>
                </a:lnTo>
                <a:lnTo>
                  <a:pt x="2757456" y="432963"/>
                </a:lnTo>
                <a:lnTo>
                  <a:pt x="2756116" y="432115"/>
                </a:lnTo>
                <a:close/>
              </a:path>
              <a:path w="5142230" h="2300604">
                <a:moveTo>
                  <a:pt x="2823645" y="453677"/>
                </a:moveTo>
                <a:lnTo>
                  <a:pt x="2820553" y="450366"/>
                </a:lnTo>
                <a:lnTo>
                  <a:pt x="2819676" y="446985"/>
                </a:lnTo>
                <a:lnTo>
                  <a:pt x="2822353" y="439097"/>
                </a:lnTo>
                <a:lnTo>
                  <a:pt x="2827348" y="436622"/>
                </a:lnTo>
                <a:lnTo>
                  <a:pt x="2836682" y="439774"/>
                </a:lnTo>
                <a:lnTo>
                  <a:pt x="2839157" y="444766"/>
                </a:lnTo>
                <a:lnTo>
                  <a:pt x="2836005" y="454102"/>
                </a:lnTo>
                <a:lnTo>
                  <a:pt x="2831012" y="456575"/>
                </a:lnTo>
                <a:lnTo>
                  <a:pt x="2826340" y="454996"/>
                </a:lnTo>
                <a:lnTo>
                  <a:pt x="2824897" y="454526"/>
                </a:lnTo>
                <a:lnTo>
                  <a:pt x="2823645" y="453677"/>
                </a:lnTo>
                <a:close/>
              </a:path>
              <a:path w="5142230" h="2300604">
                <a:moveTo>
                  <a:pt x="4708920" y="2012504"/>
                </a:moveTo>
                <a:lnTo>
                  <a:pt x="4705124" y="2008441"/>
                </a:lnTo>
                <a:lnTo>
                  <a:pt x="4704582" y="2004147"/>
                </a:lnTo>
                <a:lnTo>
                  <a:pt x="4706675" y="2000914"/>
                </a:lnTo>
                <a:lnTo>
                  <a:pt x="4709270" y="1996752"/>
                </a:lnTo>
                <a:lnTo>
                  <a:pt x="4709416" y="1996518"/>
                </a:lnTo>
                <a:lnTo>
                  <a:pt x="4714939" y="1995294"/>
                </a:lnTo>
                <a:lnTo>
                  <a:pt x="4719052" y="1997935"/>
                </a:lnTo>
                <a:lnTo>
                  <a:pt x="4723212" y="2000532"/>
                </a:lnTo>
                <a:lnTo>
                  <a:pt x="4724435" y="2006046"/>
                </a:lnTo>
                <a:lnTo>
                  <a:pt x="4721946" y="2009931"/>
                </a:lnTo>
                <a:lnTo>
                  <a:pt x="4719343" y="2014083"/>
                </a:lnTo>
                <a:lnTo>
                  <a:pt x="4719196" y="2014318"/>
                </a:lnTo>
                <a:lnTo>
                  <a:pt x="4713733" y="2015505"/>
                </a:lnTo>
                <a:lnTo>
                  <a:pt x="4708920" y="2012504"/>
                </a:lnTo>
                <a:close/>
              </a:path>
              <a:path w="5142230" h="2300604">
                <a:moveTo>
                  <a:pt x="3544145" y="1003751"/>
                </a:moveTo>
                <a:lnTo>
                  <a:pt x="3540311" y="999646"/>
                </a:lnTo>
                <a:lnTo>
                  <a:pt x="3537419" y="995672"/>
                </a:lnTo>
                <a:lnTo>
                  <a:pt x="3538367" y="990139"/>
                </a:lnTo>
                <a:lnTo>
                  <a:pt x="3546301" y="984362"/>
                </a:lnTo>
                <a:lnTo>
                  <a:pt x="3551841" y="985305"/>
                </a:lnTo>
                <a:lnTo>
                  <a:pt x="3557567" y="993196"/>
                </a:lnTo>
                <a:lnTo>
                  <a:pt x="3556674" y="998787"/>
                </a:lnTo>
                <a:lnTo>
                  <a:pt x="3552752" y="1001629"/>
                </a:lnTo>
                <a:lnTo>
                  <a:pt x="3549024" y="1004281"/>
                </a:lnTo>
                <a:lnTo>
                  <a:pt x="3544145" y="1003751"/>
                </a:lnTo>
                <a:close/>
              </a:path>
              <a:path w="5142230" h="2300604">
                <a:moveTo>
                  <a:pt x="4000883" y="1539303"/>
                </a:moveTo>
                <a:lnTo>
                  <a:pt x="3997044" y="1535193"/>
                </a:lnTo>
                <a:lnTo>
                  <a:pt x="3996842" y="1530285"/>
                </a:lnTo>
                <a:lnTo>
                  <a:pt x="3999649" y="1526842"/>
                </a:lnTo>
                <a:lnTo>
                  <a:pt x="4002798" y="1523078"/>
                </a:lnTo>
                <a:lnTo>
                  <a:pt x="4008390" y="1522511"/>
                </a:lnTo>
                <a:lnTo>
                  <a:pt x="4012206" y="1525622"/>
                </a:lnTo>
                <a:lnTo>
                  <a:pt x="4015967" y="1528765"/>
                </a:lnTo>
                <a:lnTo>
                  <a:pt x="4016437" y="1534352"/>
                </a:lnTo>
                <a:lnTo>
                  <a:pt x="4013386" y="1538125"/>
                </a:lnTo>
                <a:lnTo>
                  <a:pt x="4010236" y="1541889"/>
                </a:lnTo>
                <a:lnTo>
                  <a:pt x="4004646" y="1542453"/>
                </a:lnTo>
                <a:lnTo>
                  <a:pt x="4000883" y="1539303"/>
                </a:lnTo>
                <a:close/>
              </a:path>
              <a:path w="5142230" h="2300604">
                <a:moveTo>
                  <a:pt x="3946009" y="1492488"/>
                </a:moveTo>
                <a:lnTo>
                  <a:pt x="3942916" y="1489177"/>
                </a:lnTo>
                <a:lnTo>
                  <a:pt x="3942809" y="1483980"/>
                </a:lnTo>
                <a:lnTo>
                  <a:pt x="3945850" y="1480492"/>
                </a:lnTo>
                <a:lnTo>
                  <a:pt x="3949095" y="1476830"/>
                </a:lnTo>
                <a:lnTo>
                  <a:pt x="3954724" y="1476503"/>
                </a:lnTo>
                <a:lnTo>
                  <a:pt x="3962057" y="1482984"/>
                </a:lnTo>
                <a:lnTo>
                  <a:pt x="3962380" y="1488608"/>
                </a:lnTo>
                <a:lnTo>
                  <a:pt x="3955904" y="1495946"/>
                </a:lnTo>
                <a:lnTo>
                  <a:pt x="3950321" y="1496322"/>
                </a:lnTo>
                <a:lnTo>
                  <a:pt x="3946009" y="1492488"/>
                </a:lnTo>
                <a:close/>
              </a:path>
              <a:path w="5142230" h="2300604">
                <a:moveTo>
                  <a:pt x="4347509" y="1787005"/>
                </a:moveTo>
                <a:lnTo>
                  <a:pt x="4343764" y="1782997"/>
                </a:lnTo>
                <a:lnTo>
                  <a:pt x="4343267" y="1778650"/>
                </a:lnTo>
                <a:lnTo>
                  <a:pt x="4345244" y="1775488"/>
                </a:lnTo>
                <a:lnTo>
                  <a:pt x="4348106" y="1771025"/>
                </a:lnTo>
                <a:lnTo>
                  <a:pt x="4353624" y="1769797"/>
                </a:lnTo>
                <a:lnTo>
                  <a:pt x="4361847" y="1775081"/>
                </a:lnTo>
                <a:lnTo>
                  <a:pt x="4363077" y="1780598"/>
                </a:lnTo>
                <a:lnTo>
                  <a:pt x="4357963" y="1788516"/>
                </a:lnTo>
                <a:lnTo>
                  <a:pt x="4357739" y="1788863"/>
                </a:lnTo>
                <a:lnTo>
                  <a:pt x="4352275" y="1790050"/>
                </a:lnTo>
                <a:lnTo>
                  <a:pt x="4347509" y="1787005"/>
                </a:lnTo>
                <a:close/>
              </a:path>
              <a:path w="5142230" h="2300604">
                <a:moveTo>
                  <a:pt x="4056441" y="1583919"/>
                </a:moveTo>
                <a:lnTo>
                  <a:pt x="4052507" y="1579707"/>
                </a:lnTo>
                <a:lnTo>
                  <a:pt x="4052166" y="1574947"/>
                </a:lnTo>
                <a:lnTo>
                  <a:pt x="4054925" y="1571447"/>
                </a:lnTo>
                <a:lnTo>
                  <a:pt x="4057890" y="1567581"/>
                </a:lnTo>
                <a:lnTo>
                  <a:pt x="4063482" y="1566923"/>
                </a:lnTo>
                <a:lnTo>
                  <a:pt x="4067352" y="1569892"/>
                </a:lnTo>
                <a:lnTo>
                  <a:pt x="4071208" y="1572946"/>
                </a:lnTo>
                <a:lnTo>
                  <a:pt x="4071917" y="1578492"/>
                </a:lnTo>
                <a:lnTo>
                  <a:pt x="4068907" y="1582309"/>
                </a:lnTo>
                <a:lnTo>
                  <a:pt x="4065898" y="1586225"/>
                </a:lnTo>
                <a:lnTo>
                  <a:pt x="4060304" y="1586885"/>
                </a:lnTo>
                <a:lnTo>
                  <a:pt x="4056441" y="1583919"/>
                </a:lnTo>
                <a:close/>
              </a:path>
              <a:path w="5142230" h="2300604">
                <a:moveTo>
                  <a:pt x="3502127" y="946553"/>
                </a:moveTo>
                <a:lnTo>
                  <a:pt x="3498396" y="942559"/>
                </a:lnTo>
                <a:lnTo>
                  <a:pt x="3495505" y="938586"/>
                </a:lnTo>
                <a:lnTo>
                  <a:pt x="3496264" y="933046"/>
                </a:lnTo>
                <a:lnTo>
                  <a:pt x="3504107" y="927171"/>
                </a:lnTo>
                <a:lnTo>
                  <a:pt x="3509699" y="927974"/>
                </a:lnTo>
                <a:lnTo>
                  <a:pt x="3515568" y="935823"/>
                </a:lnTo>
                <a:lnTo>
                  <a:pt x="3514768" y="941419"/>
                </a:lnTo>
                <a:lnTo>
                  <a:pt x="3510844" y="944354"/>
                </a:lnTo>
                <a:lnTo>
                  <a:pt x="3507161" y="947055"/>
                </a:lnTo>
                <a:lnTo>
                  <a:pt x="3502127" y="946553"/>
                </a:lnTo>
                <a:close/>
              </a:path>
              <a:path w="5142230" h="2300604">
                <a:moveTo>
                  <a:pt x="3314468" y="728954"/>
                </a:moveTo>
                <a:lnTo>
                  <a:pt x="3310819" y="725048"/>
                </a:lnTo>
                <a:lnTo>
                  <a:pt x="3310811" y="719861"/>
                </a:lnTo>
                <a:lnTo>
                  <a:pt x="3313997" y="716428"/>
                </a:lnTo>
                <a:lnTo>
                  <a:pt x="3317279" y="712805"/>
                </a:lnTo>
                <a:lnTo>
                  <a:pt x="3322905" y="712571"/>
                </a:lnTo>
                <a:lnTo>
                  <a:pt x="3330091" y="719290"/>
                </a:lnTo>
                <a:lnTo>
                  <a:pt x="3330326" y="724915"/>
                </a:lnTo>
                <a:lnTo>
                  <a:pt x="3323658" y="732048"/>
                </a:lnTo>
                <a:lnTo>
                  <a:pt x="3318031" y="732282"/>
                </a:lnTo>
                <a:lnTo>
                  <a:pt x="3314468" y="728954"/>
                </a:lnTo>
                <a:close/>
              </a:path>
              <a:path w="5142230" h="2300604">
                <a:moveTo>
                  <a:pt x="3367657" y="782083"/>
                </a:moveTo>
                <a:lnTo>
                  <a:pt x="3360918" y="774869"/>
                </a:lnTo>
                <a:lnTo>
                  <a:pt x="3361152" y="769350"/>
                </a:lnTo>
                <a:lnTo>
                  <a:pt x="3368269" y="762601"/>
                </a:lnTo>
                <a:lnTo>
                  <a:pt x="3373932" y="762798"/>
                </a:lnTo>
                <a:lnTo>
                  <a:pt x="3380628" y="769966"/>
                </a:lnTo>
                <a:lnTo>
                  <a:pt x="3380430" y="775620"/>
                </a:lnTo>
                <a:lnTo>
                  <a:pt x="3373264" y="782315"/>
                </a:lnTo>
                <a:lnTo>
                  <a:pt x="3367657" y="782083"/>
                </a:lnTo>
                <a:close/>
              </a:path>
              <a:path w="5142230" h="2300604">
                <a:moveTo>
                  <a:pt x="3894051" y="1444883"/>
                </a:moveTo>
                <a:lnTo>
                  <a:pt x="3890449" y="1441026"/>
                </a:lnTo>
                <a:lnTo>
                  <a:pt x="3890444" y="1435743"/>
                </a:lnTo>
                <a:lnTo>
                  <a:pt x="3893769" y="1432363"/>
                </a:lnTo>
                <a:lnTo>
                  <a:pt x="3897147" y="1428843"/>
                </a:lnTo>
                <a:lnTo>
                  <a:pt x="3902764" y="1428699"/>
                </a:lnTo>
                <a:lnTo>
                  <a:pt x="3909805" y="1435453"/>
                </a:lnTo>
                <a:lnTo>
                  <a:pt x="3909948" y="1441081"/>
                </a:lnTo>
                <a:lnTo>
                  <a:pt x="3903144" y="1448168"/>
                </a:lnTo>
                <a:lnTo>
                  <a:pt x="3897572" y="1448260"/>
                </a:lnTo>
                <a:lnTo>
                  <a:pt x="3894051" y="1444883"/>
                </a:lnTo>
                <a:close/>
              </a:path>
              <a:path w="5142230" h="2300604">
                <a:moveTo>
                  <a:pt x="3459011" y="890232"/>
                </a:moveTo>
                <a:lnTo>
                  <a:pt x="3455412" y="886380"/>
                </a:lnTo>
                <a:lnTo>
                  <a:pt x="3452382" y="882454"/>
                </a:lnTo>
                <a:lnTo>
                  <a:pt x="3453044" y="876905"/>
                </a:lnTo>
                <a:lnTo>
                  <a:pt x="3455717" y="874784"/>
                </a:lnTo>
                <a:lnTo>
                  <a:pt x="3456872" y="873868"/>
                </a:lnTo>
                <a:lnTo>
                  <a:pt x="3460802" y="870844"/>
                </a:lnTo>
                <a:lnTo>
                  <a:pt x="3466346" y="871500"/>
                </a:lnTo>
                <a:lnTo>
                  <a:pt x="3469336" y="875382"/>
                </a:lnTo>
                <a:lnTo>
                  <a:pt x="3472363" y="879211"/>
                </a:lnTo>
                <a:lnTo>
                  <a:pt x="3471752" y="884813"/>
                </a:lnTo>
                <a:lnTo>
                  <a:pt x="3467874" y="887797"/>
                </a:lnTo>
                <a:lnTo>
                  <a:pt x="3465185" y="889902"/>
                </a:lnTo>
                <a:lnTo>
                  <a:pt x="3464184" y="890687"/>
                </a:lnTo>
                <a:lnTo>
                  <a:pt x="3459011" y="890232"/>
                </a:lnTo>
                <a:close/>
              </a:path>
              <a:path w="5142230" h="2300604">
                <a:moveTo>
                  <a:pt x="3414376" y="835221"/>
                </a:moveTo>
                <a:lnTo>
                  <a:pt x="3410873" y="831471"/>
                </a:lnTo>
                <a:lnTo>
                  <a:pt x="3407738" y="827725"/>
                </a:lnTo>
                <a:lnTo>
                  <a:pt x="3408218" y="822081"/>
                </a:lnTo>
                <a:lnTo>
                  <a:pt x="3414985" y="816420"/>
                </a:lnTo>
                <a:lnTo>
                  <a:pt x="3415701" y="815821"/>
                </a:lnTo>
                <a:lnTo>
                  <a:pt x="3421306" y="816246"/>
                </a:lnTo>
                <a:lnTo>
                  <a:pt x="3427612" y="823779"/>
                </a:lnTo>
                <a:lnTo>
                  <a:pt x="3427132" y="829422"/>
                </a:lnTo>
                <a:lnTo>
                  <a:pt x="3420364" y="835083"/>
                </a:lnTo>
                <a:lnTo>
                  <a:pt x="3419751" y="835596"/>
                </a:lnTo>
                <a:lnTo>
                  <a:pt x="3414376" y="835221"/>
                </a:lnTo>
                <a:close/>
              </a:path>
              <a:path w="5142230" h="2300604">
                <a:moveTo>
                  <a:pt x="3799496" y="1344737"/>
                </a:moveTo>
                <a:lnTo>
                  <a:pt x="3796039" y="1341037"/>
                </a:lnTo>
                <a:lnTo>
                  <a:pt x="3792809" y="1337288"/>
                </a:lnTo>
                <a:lnTo>
                  <a:pt x="3793241" y="1331689"/>
                </a:lnTo>
                <a:lnTo>
                  <a:pt x="3800125" y="1325765"/>
                </a:lnTo>
                <a:lnTo>
                  <a:pt x="3800681" y="1325287"/>
                </a:lnTo>
                <a:lnTo>
                  <a:pt x="3806285" y="1325712"/>
                </a:lnTo>
                <a:lnTo>
                  <a:pt x="3812684" y="1333148"/>
                </a:lnTo>
                <a:lnTo>
                  <a:pt x="3812261" y="1338757"/>
                </a:lnTo>
                <a:lnTo>
                  <a:pt x="3805370" y="1344673"/>
                </a:lnTo>
                <a:lnTo>
                  <a:pt x="3804912" y="1345065"/>
                </a:lnTo>
                <a:lnTo>
                  <a:pt x="3799496" y="1344737"/>
                </a:lnTo>
                <a:close/>
              </a:path>
              <a:path w="5142230" h="2300604">
                <a:moveTo>
                  <a:pt x="3710456" y="1233982"/>
                </a:moveTo>
                <a:lnTo>
                  <a:pt x="3706720" y="1229983"/>
                </a:lnTo>
                <a:lnTo>
                  <a:pt x="3703780" y="1226054"/>
                </a:lnTo>
                <a:lnTo>
                  <a:pt x="3704540" y="1220514"/>
                </a:lnTo>
                <a:lnTo>
                  <a:pt x="3708413" y="1217525"/>
                </a:lnTo>
                <a:lnTo>
                  <a:pt x="3712337" y="1214590"/>
                </a:lnTo>
                <a:lnTo>
                  <a:pt x="3717888" y="1215349"/>
                </a:lnTo>
                <a:lnTo>
                  <a:pt x="3720869" y="1219222"/>
                </a:lnTo>
                <a:lnTo>
                  <a:pt x="3723808" y="1223151"/>
                </a:lnTo>
                <a:lnTo>
                  <a:pt x="3723048" y="1228691"/>
                </a:lnTo>
                <a:lnTo>
                  <a:pt x="3719172" y="1231682"/>
                </a:lnTo>
                <a:lnTo>
                  <a:pt x="3715485" y="1234478"/>
                </a:lnTo>
                <a:lnTo>
                  <a:pt x="3710456" y="1233982"/>
                </a:lnTo>
                <a:close/>
              </a:path>
              <a:path w="5142230" h="2300604">
                <a:moveTo>
                  <a:pt x="4588501" y="1937360"/>
                </a:moveTo>
                <a:lnTo>
                  <a:pt x="4584698" y="1933288"/>
                </a:lnTo>
                <a:lnTo>
                  <a:pt x="4584204" y="1929047"/>
                </a:lnTo>
                <a:lnTo>
                  <a:pt x="4586354" y="1925578"/>
                </a:lnTo>
                <a:lnTo>
                  <a:pt x="4588905" y="1921369"/>
                </a:lnTo>
                <a:lnTo>
                  <a:pt x="4594146" y="1920140"/>
                </a:lnTo>
                <a:lnTo>
                  <a:pt x="4594372" y="1920087"/>
                </a:lnTo>
                <a:lnTo>
                  <a:pt x="4598533" y="1922683"/>
                </a:lnTo>
                <a:lnTo>
                  <a:pt x="4602741" y="1925236"/>
                </a:lnTo>
                <a:lnTo>
                  <a:pt x="4604023" y="1930713"/>
                </a:lnTo>
                <a:lnTo>
                  <a:pt x="4598868" y="1938973"/>
                </a:lnTo>
                <a:lnTo>
                  <a:pt x="4593403" y="1940359"/>
                </a:lnTo>
                <a:lnTo>
                  <a:pt x="4589243" y="1937763"/>
                </a:lnTo>
                <a:lnTo>
                  <a:pt x="4588501" y="1937360"/>
                </a:lnTo>
                <a:close/>
              </a:path>
              <a:path w="5142230" h="2300604">
                <a:moveTo>
                  <a:pt x="4406900" y="1824580"/>
                </a:moveTo>
                <a:lnTo>
                  <a:pt x="4403712" y="1821166"/>
                </a:lnTo>
                <a:lnTo>
                  <a:pt x="4403202" y="1816712"/>
                </a:lnTo>
                <a:lnTo>
                  <a:pt x="4407837" y="1809260"/>
                </a:lnTo>
                <a:lnTo>
                  <a:pt x="4407948" y="1809082"/>
                </a:lnTo>
                <a:lnTo>
                  <a:pt x="4413466" y="1807854"/>
                </a:lnTo>
                <a:lnTo>
                  <a:pt x="4421786" y="1813048"/>
                </a:lnTo>
                <a:lnTo>
                  <a:pt x="4423014" y="1818566"/>
                </a:lnTo>
                <a:lnTo>
                  <a:pt x="4420485" y="1822503"/>
                </a:lnTo>
                <a:lnTo>
                  <a:pt x="4417882" y="1826656"/>
                </a:lnTo>
                <a:lnTo>
                  <a:pt x="4417771" y="1826834"/>
                </a:lnTo>
                <a:lnTo>
                  <a:pt x="4412298" y="1828111"/>
                </a:lnTo>
                <a:lnTo>
                  <a:pt x="4408189" y="1825467"/>
                </a:lnTo>
                <a:lnTo>
                  <a:pt x="4407544" y="1825074"/>
                </a:lnTo>
                <a:lnTo>
                  <a:pt x="4406900" y="1824580"/>
                </a:lnTo>
                <a:close/>
              </a:path>
              <a:path w="5142230" h="2300604">
                <a:moveTo>
                  <a:pt x="3585570" y="1061487"/>
                </a:moveTo>
                <a:lnTo>
                  <a:pt x="3581640" y="1057280"/>
                </a:lnTo>
                <a:lnTo>
                  <a:pt x="3578748" y="1053307"/>
                </a:lnTo>
                <a:lnTo>
                  <a:pt x="3579696" y="1047773"/>
                </a:lnTo>
                <a:lnTo>
                  <a:pt x="3587726" y="1042098"/>
                </a:lnTo>
                <a:lnTo>
                  <a:pt x="3593220" y="1042992"/>
                </a:lnTo>
                <a:lnTo>
                  <a:pt x="3598895" y="1051023"/>
                </a:lnTo>
                <a:lnTo>
                  <a:pt x="3598001" y="1056515"/>
                </a:lnTo>
                <a:lnTo>
                  <a:pt x="3594031" y="1059401"/>
                </a:lnTo>
                <a:lnTo>
                  <a:pt x="3590303" y="1061962"/>
                </a:lnTo>
                <a:lnTo>
                  <a:pt x="3585570" y="1061487"/>
                </a:lnTo>
                <a:close/>
              </a:path>
              <a:path w="5142230" h="2300604">
                <a:moveTo>
                  <a:pt x="3626705" y="1119306"/>
                </a:moveTo>
                <a:lnTo>
                  <a:pt x="3622819" y="1115145"/>
                </a:lnTo>
                <a:lnTo>
                  <a:pt x="3619930" y="1111169"/>
                </a:lnTo>
                <a:lnTo>
                  <a:pt x="3620873" y="1105631"/>
                </a:lnTo>
                <a:lnTo>
                  <a:pt x="3624843" y="1102745"/>
                </a:lnTo>
                <a:lnTo>
                  <a:pt x="3628862" y="1099912"/>
                </a:lnTo>
                <a:lnTo>
                  <a:pt x="3634399" y="1100857"/>
                </a:lnTo>
                <a:lnTo>
                  <a:pt x="3637232" y="1104868"/>
                </a:lnTo>
                <a:lnTo>
                  <a:pt x="3640078" y="1108793"/>
                </a:lnTo>
                <a:lnTo>
                  <a:pt x="3639135" y="1114331"/>
                </a:lnTo>
                <a:lnTo>
                  <a:pt x="3635165" y="1117217"/>
                </a:lnTo>
                <a:lnTo>
                  <a:pt x="3631489" y="1119830"/>
                </a:lnTo>
                <a:lnTo>
                  <a:pt x="3626705" y="1119306"/>
                </a:lnTo>
                <a:close/>
              </a:path>
              <a:path w="5142230" h="2300604">
                <a:moveTo>
                  <a:pt x="3668119" y="1176930"/>
                </a:moveTo>
                <a:lnTo>
                  <a:pt x="3664285" y="1172825"/>
                </a:lnTo>
                <a:lnTo>
                  <a:pt x="3661402" y="1168861"/>
                </a:lnTo>
                <a:lnTo>
                  <a:pt x="3662295" y="1163270"/>
                </a:lnTo>
                <a:lnTo>
                  <a:pt x="3670191" y="1157547"/>
                </a:lnTo>
                <a:lnTo>
                  <a:pt x="3675779" y="1158444"/>
                </a:lnTo>
                <a:lnTo>
                  <a:pt x="3681505" y="1166335"/>
                </a:lnTo>
                <a:lnTo>
                  <a:pt x="3680657" y="1171876"/>
                </a:lnTo>
                <a:lnTo>
                  <a:pt x="3676728" y="1174806"/>
                </a:lnTo>
                <a:lnTo>
                  <a:pt x="3673054" y="1177426"/>
                </a:lnTo>
                <a:lnTo>
                  <a:pt x="3668119" y="1176930"/>
                </a:lnTo>
                <a:close/>
              </a:path>
              <a:path w="5142230" h="2300604">
                <a:moveTo>
                  <a:pt x="4467130" y="1862174"/>
                </a:moveTo>
                <a:lnTo>
                  <a:pt x="4463946" y="1858765"/>
                </a:lnTo>
                <a:lnTo>
                  <a:pt x="4463388" y="1854355"/>
                </a:lnTo>
                <a:lnTo>
                  <a:pt x="4468127" y="1846723"/>
                </a:lnTo>
                <a:lnTo>
                  <a:pt x="4473377" y="1845498"/>
                </a:lnTo>
                <a:lnTo>
                  <a:pt x="4473600" y="1845446"/>
                </a:lnTo>
                <a:lnTo>
                  <a:pt x="4477760" y="1848043"/>
                </a:lnTo>
                <a:lnTo>
                  <a:pt x="4481970" y="1850593"/>
                </a:lnTo>
                <a:lnTo>
                  <a:pt x="4483253" y="1856070"/>
                </a:lnTo>
                <a:lnTo>
                  <a:pt x="4478055" y="1864386"/>
                </a:lnTo>
                <a:lnTo>
                  <a:pt x="4472628" y="1865712"/>
                </a:lnTo>
                <a:lnTo>
                  <a:pt x="4467774" y="1862668"/>
                </a:lnTo>
                <a:lnTo>
                  <a:pt x="4467130" y="1862174"/>
                </a:lnTo>
                <a:close/>
              </a:path>
              <a:path w="5142230" h="2300604">
                <a:moveTo>
                  <a:pt x="3754057" y="1290039"/>
                </a:moveTo>
                <a:lnTo>
                  <a:pt x="3750458" y="1286187"/>
                </a:lnTo>
                <a:lnTo>
                  <a:pt x="3747422" y="1282349"/>
                </a:lnTo>
                <a:lnTo>
                  <a:pt x="3748038" y="1276752"/>
                </a:lnTo>
                <a:lnTo>
                  <a:pt x="3750786" y="1274515"/>
                </a:lnTo>
                <a:lnTo>
                  <a:pt x="3751825" y="1273670"/>
                </a:lnTo>
                <a:lnTo>
                  <a:pt x="3754610" y="1271473"/>
                </a:lnTo>
                <a:lnTo>
                  <a:pt x="3755662" y="1270643"/>
                </a:lnTo>
                <a:lnTo>
                  <a:pt x="3761254" y="1271254"/>
                </a:lnTo>
                <a:lnTo>
                  <a:pt x="3764341" y="1275045"/>
                </a:lnTo>
                <a:lnTo>
                  <a:pt x="3767368" y="1278874"/>
                </a:lnTo>
                <a:lnTo>
                  <a:pt x="3766752" y="1284471"/>
                </a:lnTo>
                <a:lnTo>
                  <a:pt x="3764004" y="1286707"/>
                </a:lnTo>
                <a:lnTo>
                  <a:pt x="3762965" y="1287552"/>
                </a:lnTo>
                <a:lnTo>
                  <a:pt x="3760178" y="1289748"/>
                </a:lnTo>
                <a:lnTo>
                  <a:pt x="3759285" y="1290452"/>
                </a:lnTo>
                <a:lnTo>
                  <a:pt x="3754057" y="1290039"/>
                </a:lnTo>
                <a:close/>
              </a:path>
              <a:path w="5142230" h="2300604">
                <a:moveTo>
                  <a:pt x="3847122" y="1397676"/>
                </a:moveTo>
                <a:lnTo>
                  <a:pt x="3840431" y="1390514"/>
                </a:lnTo>
                <a:lnTo>
                  <a:pt x="3840624" y="1384854"/>
                </a:lnTo>
                <a:lnTo>
                  <a:pt x="3847834" y="1378207"/>
                </a:lnTo>
                <a:lnTo>
                  <a:pt x="3853356" y="1378348"/>
                </a:lnTo>
                <a:lnTo>
                  <a:pt x="3860052" y="1385516"/>
                </a:lnTo>
                <a:lnTo>
                  <a:pt x="3859856" y="1391077"/>
                </a:lnTo>
                <a:lnTo>
                  <a:pt x="3852735" y="1397820"/>
                </a:lnTo>
                <a:lnTo>
                  <a:pt x="3847122" y="1397676"/>
                </a:lnTo>
                <a:close/>
              </a:path>
              <a:path w="5142230" h="2300604">
                <a:moveTo>
                  <a:pt x="4527518" y="1899547"/>
                </a:moveTo>
                <a:lnTo>
                  <a:pt x="4524325" y="1896129"/>
                </a:lnTo>
                <a:lnTo>
                  <a:pt x="4523768" y="1891718"/>
                </a:lnTo>
                <a:lnTo>
                  <a:pt x="4528516" y="1884096"/>
                </a:lnTo>
                <a:lnTo>
                  <a:pt x="4533766" y="1882871"/>
                </a:lnTo>
                <a:lnTo>
                  <a:pt x="4533988" y="1882819"/>
                </a:lnTo>
                <a:lnTo>
                  <a:pt x="4538149" y="1885416"/>
                </a:lnTo>
                <a:lnTo>
                  <a:pt x="4542359" y="1887966"/>
                </a:lnTo>
                <a:lnTo>
                  <a:pt x="4543632" y="1893433"/>
                </a:lnTo>
                <a:lnTo>
                  <a:pt x="4538444" y="1901759"/>
                </a:lnTo>
                <a:lnTo>
                  <a:pt x="4532972" y="1903036"/>
                </a:lnTo>
                <a:lnTo>
                  <a:pt x="4528854" y="1900490"/>
                </a:lnTo>
                <a:lnTo>
                  <a:pt x="4528162" y="1900041"/>
                </a:lnTo>
                <a:lnTo>
                  <a:pt x="4527518" y="1899547"/>
                </a:lnTo>
                <a:close/>
              </a:path>
              <a:path w="5142230" h="2300604">
                <a:moveTo>
                  <a:pt x="3260903" y="682659"/>
                </a:moveTo>
                <a:lnTo>
                  <a:pt x="3257295" y="678796"/>
                </a:lnTo>
                <a:lnTo>
                  <a:pt x="3257040" y="673932"/>
                </a:lnTo>
                <a:lnTo>
                  <a:pt x="3259901" y="670447"/>
                </a:lnTo>
                <a:lnTo>
                  <a:pt x="3262907" y="666625"/>
                </a:lnTo>
                <a:lnTo>
                  <a:pt x="3268549" y="666020"/>
                </a:lnTo>
                <a:lnTo>
                  <a:pt x="3276175" y="672227"/>
                </a:lnTo>
                <a:lnTo>
                  <a:pt x="3276789" y="677772"/>
                </a:lnTo>
                <a:lnTo>
                  <a:pt x="3270582" y="685397"/>
                </a:lnTo>
                <a:lnTo>
                  <a:pt x="3265037" y="686011"/>
                </a:lnTo>
                <a:lnTo>
                  <a:pt x="3260903" y="682659"/>
                </a:lnTo>
                <a:close/>
              </a:path>
              <a:path w="5142230" h="2300604">
                <a:moveTo>
                  <a:pt x="2271908" y="322069"/>
                </a:moveTo>
                <a:lnTo>
                  <a:pt x="2268765" y="318704"/>
                </a:lnTo>
                <a:lnTo>
                  <a:pt x="2267869" y="315889"/>
                </a:lnTo>
                <a:lnTo>
                  <a:pt x="2269264" y="308194"/>
                </a:lnTo>
                <a:lnTo>
                  <a:pt x="2273899" y="305042"/>
                </a:lnTo>
                <a:lnTo>
                  <a:pt x="2283569" y="306792"/>
                </a:lnTo>
                <a:lnTo>
                  <a:pt x="2286716" y="311431"/>
                </a:lnTo>
                <a:lnTo>
                  <a:pt x="2284971" y="321097"/>
                </a:lnTo>
                <a:lnTo>
                  <a:pt x="2280332" y="324244"/>
                </a:lnTo>
                <a:lnTo>
                  <a:pt x="2273528" y="323021"/>
                </a:lnTo>
                <a:lnTo>
                  <a:pt x="2271908" y="322069"/>
                </a:lnTo>
                <a:close/>
              </a:path>
              <a:path w="5142230" h="2300604">
                <a:moveTo>
                  <a:pt x="2411402" y="348722"/>
                </a:moveTo>
                <a:lnTo>
                  <a:pt x="2408300" y="345402"/>
                </a:lnTo>
                <a:lnTo>
                  <a:pt x="2407412" y="342496"/>
                </a:lnTo>
                <a:lnTo>
                  <a:pt x="2408902" y="334805"/>
                </a:lnTo>
                <a:lnTo>
                  <a:pt x="2413631" y="331656"/>
                </a:lnTo>
                <a:lnTo>
                  <a:pt x="2423200" y="333592"/>
                </a:lnTo>
                <a:lnTo>
                  <a:pt x="2426342" y="338226"/>
                </a:lnTo>
                <a:lnTo>
                  <a:pt x="2424413" y="347891"/>
                </a:lnTo>
                <a:lnTo>
                  <a:pt x="2419728" y="350989"/>
                </a:lnTo>
                <a:lnTo>
                  <a:pt x="2414899" y="350022"/>
                </a:lnTo>
                <a:lnTo>
                  <a:pt x="2413022" y="349674"/>
                </a:lnTo>
                <a:lnTo>
                  <a:pt x="2411402" y="348722"/>
                </a:lnTo>
                <a:close/>
              </a:path>
              <a:path w="5142230" h="2300604">
                <a:moveTo>
                  <a:pt x="2480976" y="362987"/>
                </a:moveTo>
                <a:lnTo>
                  <a:pt x="2477878" y="359672"/>
                </a:lnTo>
                <a:lnTo>
                  <a:pt x="2476940" y="356713"/>
                </a:lnTo>
                <a:lnTo>
                  <a:pt x="2477606" y="353808"/>
                </a:lnTo>
                <a:lnTo>
                  <a:pt x="2478568" y="348974"/>
                </a:lnTo>
                <a:lnTo>
                  <a:pt x="2483303" y="345929"/>
                </a:lnTo>
                <a:lnTo>
                  <a:pt x="2492865" y="347954"/>
                </a:lnTo>
                <a:lnTo>
                  <a:pt x="2495963" y="352639"/>
                </a:lnTo>
                <a:lnTo>
                  <a:pt x="2494902" y="357466"/>
                </a:lnTo>
                <a:lnTo>
                  <a:pt x="2493935" y="362295"/>
                </a:lnTo>
                <a:lnTo>
                  <a:pt x="2489204" y="365345"/>
                </a:lnTo>
                <a:lnTo>
                  <a:pt x="2484423" y="364332"/>
                </a:lnTo>
                <a:lnTo>
                  <a:pt x="2482550" y="363891"/>
                </a:lnTo>
                <a:lnTo>
                  <a:pt x="2480976" y="362987"/>
                </a:lnTo>
                <a:close/>
              </a:path>
              <a:path w="5142230" h="2300604">
                <a:moveTo>
                  <a:pt x="2550328" y="378189"/>
                </a:moveTo>
                <a:lnTo>
                  <a:pt x="2547231" y="374873"/>
                </a:lnTo>
                <a:lnTo>
                  <a:pt x="2546289" y="371909"/>
                </a:lnTo>
                <a:lnTo>
                  <a:pt x="2548069" y="364138"/>
                </a:lnTo>
                <a:lnTo>
                  <a:pt x="2552844" y="361138"/>
                </a:lnTo>
                <a:lnTo>
                  <a:pt x="2557622" y="362244"/>
                </a:lnTo>
                <a:lnTo>
                  <a:pt x="2562354" y="363302"/>
                </a:lnTo>
                <a:lnTo>
                  <a:pt x="2565355" y="368078"/>
                </a:lnTo>
                <a:lnTo>
                  <a:pt x="2564248" y="372856"/>
                </a:lnTo>
                <a:lnTo>
                  <a:pt x="2563190" y="377588"/>
                </a:lnTo>
                <a:lnTo>
                  <a:pt x="2558414" y="380589"/>
                </a:lnTo>
                <a:lnTo>
                  <a:pt x="2551854" y="379138"/>
                </a:lnTo>
                <a:lnTo>
                  <a:pt x="2550328" y="378189"/>
                </a:lnTo>
                <a:close/>
              </a:path>
              <a:path w="5142230" h="2300604">
                <a:moveTo>
                  <a:pt x="3204512" y="640182"/>
                </a:moveTo>
                <a:lnTo>
                  <a:pt x="3200810" y="636219"/>
                </a:lnTo>
                <a:lnTo>
                  <a:pt x="3200463" y="631647"/>
                </a:lnTo>
                <a:lnTo>
                  <a:pt x="3202849" y="628140"/>
                </a:lnTo>
                <a:lnTo>
                  <a:pt x="3205718" y="624172"/>
                </a:lnTo>
                <a:lnTo>
                  <a:pt x="3211275" y="623181"/>
                </a:lnTo>
                <a:lnTo>
                  <a:pt x="3219301" y="628842"/>
                </a:lnTo>
                <a:lnTo>
                  <a:pt x="3220199" y="634395"/>
                </a:lnTo>
                <a:lnTo>
                  <a:pt x="3217366" y="638402"/>
                </a:lnTo>
                <a:lnTo>
                  <a:pt x="3214592" y="642372"/>
                </a:lnTo>
                <a:lnTo>
                  <a:pt x="3209035" y="643363"/>
                </a:lnTo>
                <a:lnTo>
                  <a:pt x="3204512" y="640182"/>
                </a:lnTo>
                <a:close/>
              </a:path>
              <a:path w="5142230" h="2300604">
                <a:moveTo>
                  <a:pt x="2619357" y="394607"/>
                </a:moveTo>
                <a:lnTo>
                  <a:pt x="2616259" y="391291"/>
                </a:lnTo>
                <a:lnTo>
                  <a:pt x="2615324" y="388238"/>
                </a:lnTo>
                <a:lnTo>
                  <a:pt x="2617288" y="380468"/>
                </a:lnTo>
                <a:lnTo>
                  <a:pt x="2618569" y="379688"/>
                </a:lnTo>
                <a:lnTo>
                  <a:pt x="2622181" y="377592"/>
                </a:lnTo>
                <a:lnTo>
                  <a:pt x="2631610" y="379964"/>
                </a:lnTo>
                <a:lnTo>
                  <a:pt x="2634516" y="384737"/>
                </a:lnTo>
                <a:lnTo>
                  <a:pt x="2633315" y="389511"/>
                </a:lnTo>
                <a:lnTo>
                  <a:pt x="2632158" y="394236"/>
                </a:lnTo>
                <a:lnTo>
                  <a:pt x="2627296" y="397143"/>
                </a:lnTo>
                <a:lnTo>
                  <a:pt x="2622567" y="395991"/>
                </a:lnTo>
                <a:lnTo>
                  <a:pt x="2620837" y="395507"/>
                </a:lnTo>
                <a:lnTo>
                  <a:pt x="2619357" y="394607"/>
                </a:lnTo>
                <a:close/>
              </a:path>
              <a:path w="5142230" h="2300604">
                <a:moveTo>
                  <a:pt x="5125739" y="2281581"/>
                </a:moveTo>
                <a:lnTo>
                  <a:pt x="5122545" y="2278163"/>
                </a:lnTo>
                <a:lnTo>
                  <a:pt x="5122083" y="2273664"/>
                </a:lnTo>
                <a:lnTo>
                  <a:pt x="5126745" y="2266436"/>
                </a:lnTo>
                <a:lnTo>
                  <a:pt x="5126968" y="2266088"/>
                </a:lnTo>
                <a:lnTo>
                  <a:pt x="5132491" y="2264864"/>
                </a:lnTo>
                <a:lnTo>
                  <a:pt x="5136553" y="2267552"/>
                </a:lnTo>
                <a:lnTo>
                  <a:pt x="5140711" y="2270242"/>
                </a:lnTo>
                <a:lnTo>
                  <a:pt x="5131041" y="2285110"/>
                </a:lnTo>
                <a:lnTo>
                  <a:pt x="5126931" y="2282467"/>
                </a:lnTo>
                <a:lnTo>
                  <a:pt x="5125739" y="2281581"/>
                </a:lnTo>
                <a:close/>
              </a:path>
              <a:path w="5142230" h="2300604">
                <a:moveTo>
                  <a:pt x="3144957" y="600771"/>
                </a:moveTo>
                <a:lnTo>
                  <a:pt x="3141769" y="597357"/>
                </a:lnTo>
                <a:lnTo>
                  <a:pt x="3141211" y="592947"/>
                </a:lnTo>
                <a:lnTo>
                  <a:pt x="3146000" y="585268"/>
                </a:lnTo>
                <a:lnTo>
                  <a:pt x="3151477" y="583997"/>
                </a:lnTo>
                <a:lnTo>
                  <a:pt x="3159797" y="589190"/>
                </a:lnTo>
                <a:lnTo>
                  <a:pt x="3161071" y="594657"/>
                </a:lnTo>
                <a:lnTo>
                  <a:pt x="3155878" y="602978"/>
                </a:lnTo>
                <a:lnTo>
                  <a:pt x="3150406" y="604255"/>
                </a:lnTo>
                <a:lnTo>
                  <a:pt x="3145601" y="601265"/>
                </a:lnTo>
                <a:lnTo>
                  <a:pt x="3144957" y="600771"/>
                </a:lnTo>
                <a:close/>
              </a:path>
              <a:path w="5142230" h="2300604">
                <a:moveTo>
                  <a:pt x="5066699" y="2243505"/>
                </a:moveTo>
                <a:lnTo>
                  <a:pt x="5062945" y="2239486"/>
                </a:lnTo>
                <a:lnTo>
                  <a:pt x="5062448" y="2235141"/>
                </a:lnTo>
                <a:lnTo>
                  <a:pt x="5064480" y="2232038"/>
                </a:lnTo>
                <a:lnTo>
                  <a:pt x="5067125" y="2227929"/>
                </a:lnTo>
                <a:lnTo>
                  <a:pt x="5067384" y="2227525"/>
                </a:lnTo>
                <a:lnTo>
                  <a:pt x="5072855" y="2226341"/>
                </a:lnTo>
                <a:lnTo>
                  <a:pt x="5081119" y="2231669"/>
                </a:lnTo>
                <a:lnTo>
                  <a:pt x="5082303" y="2237137"/>
                </a:lnTo>
                <a:lnTo>
                  <a:pt x="5079876" y="2240897"/>
                </a:lnTo>
                <a:lnTo>
                  <a:pt x="5077193" y="2244963"/>
                </a:lnTo>
                <a:lnTo>
                  <a:pt x="5076928" y="2245363"/>
                </a:lnTo>
                <a:lnTo>
                  <a:pt x="5071458" y="2246547"/>
                </a:lnTo>
                <a:lnTo>
                  <a:pt x="5067348" y="2243904"/>
                </a:lnTo>
                <a:lnTo>
                  <a:pt x="5066699" y="2243505"/>
                </a:lnTo>
                <a:close/>
              </a:path>
              <a:path w="5142230" h="2300604">
                <a:moveTo>
                  <a:pt x="2341658" y="335155"/>
                </a:moveTo>
                <a:lnTo>
                  <a:pt x="2338566" y="331844"/>
                </a:lnTo>
                <a:lnTo>
                  <a:pt x="2337624" y="328980"/>
                </a:lnTo>
                <a:lnTo>
                  <a:pt x="2339114" y="321288"/>
                </a:lnTo>
                <a:lnTo>
                  <a:pt x="2343753" y="318141"/>
                </a:lnTo>
                <a:lnTo>
                  <a:pt x="2348581" y="319009"/>
                </a:lnTo>
                <a:lnTo>
                  <a:pt x="2353370" y="319932"/>
                </a:lnTo>
                <a:lnTo>
                  <a:pt x="2356562" y="324620"/>
                </a:lnTo>
                <a:lnTo>
                  <a:pt x="2354721" y="334183"/>
                </a:lnTo>
                <a:lnTo>
                  <a:pt x="2350038" y="337380"/>
                </a:lnTo>
                <a:lnTo>
                  <a:pt x="2345254" y="336462"/>
                </a:lnTo>
                <a:lnTo>
                  <a:pt x="2343327" y="336062"/>
                </a:lnTo>
                <a:lnTo>
                  <a:pt x="2341658" y="335155"/>
                </a:lnTo>
                <a:close/>
              </a:path>
              <a:path w="5142230" h="2300604">
                <a:moveTo>
                  <a:pt x="2132245" y="296212"/>
                </a:moveTo>
                <a:lnTo>
                  <a:pt x="2129148" y="292897"/>
                </a:lnTo>
                <a:lnTo>
                  <a:pt x="2128158" y="290078"/>
                </a:lnTo>
                <a:lnTo>
                  <a:pt x="2129647" y="282386"/>
                </a:lnTo>
                <a:lnTo>
                  <a:pt x="2134241" y="279190"/>
                </a:lnTo>
                <a:lnTo>
                  <a:pt x="2143903" y="281030"/>
                </a:lnTo>
                <a:lnTo>
                  <a:pt x="2147099" y="285624"/>
                </a:lnTo>
                <a:lnTo>
                  <a:pt x="2145259" y="295286"/>
                </a:lnTo>
                <a:lnTo>
                  <a:pt x="2140620" y="298433"/>
                </a:lnTo>
                <a:lnTo>
                  <a:pt x="2133910" y="297213"/>
                </a:lnTo>
                <a:lnTo>
                  <a:pt x="2132245" y="296212"/>
                </a:lnTo>
                <a:close/>
              </a:path>
              <a:path w="5142230" h="2300604">
                <a:moveTo>
                  <a:pt x="2202052" y="309163"/>
                </a:moveTo>
                <a:lnTo>
                  <a:pt x="2198950" y="305843"/>
                </a:lnTo>
                <a:lnTo>
                  <a:pt x="2198059" y="303032"/>
                </a:lnTo>
                <a:lnTo>
                  <a:pt x="2199454" y="295337"/>
                </a:lnTo>
                <a:lnTo>
                  <a:pt x="2204043" y="292137"/>
                </a:lnTo>
                <a:lnTo>
                  <a:pt x="2208881" y="293014"/>
                </a:lnTo>
                <a:lnTo>
                  <a:pt x="2213665" y="293932"/>
                </a:lnTo>
                <a:lnTo>
                  <a:pt x="2216901" y="298570"/>
                </a:lnTo>
                <a:lnTo>
                  <a:pt x="2215988" y="303359"/>
                </a:lnTo>
                <a:lnTo>
                  <a:pt x="2215115" y="308192"/>
                </a:lnTo>
                <a:lnTo>
                  <a:pt x="2210517" y="311382"/>
                </a:lnTo>
                <a:lnTo>
                  <a:pt x="2203717" y="310164"/>
                </a:lnTo>
                <a:lnTo>
                  <a:pt x="2202052" y="309163"/>
                </a:lnTo>
                <a:close/>
              </a:path>
            </a:pathLst>
          </a:custGeom>
          <a:solidFill>
            <a:srgbClr val="FABE04"/>
          </a:solidFill>
        </p:spPr>
        <p:txBody>
          <a:bodyPr wrap="square" lIns="0" tIns="0" rIns="0" bIns="0" rtlCol="0"/>
          <a:lstStyle/>
          <a:p>
            <a:endParaRPr/>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57634" y="3848100"/>
            <a:ext cx="10000651" cy="36575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3"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5945" y="2095500"/>
            <a:ext cx="5161455" cy="73913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object 16"/>
          <p:cNvSpPr txBox="1"/>
          <p:nvPr/>
        </p:nvSpPr>
        <p:spPr>
          <a:xfrm>
            <a:off x="6615953" y="463762"/>
            <a:ext cx="10287000" cy="505267"/>
          </a:xfrm>
          <a:prstGeom prst="rect">
            <a:avLst/>
          </a:prstGeom>
        </p:spPr>
        <p:txBody>
          <a:bodyPr vert="horz" wrap="square" lIns="0" tIns="12700" rIns="0" bIns="0" rtlCol="0">
            <a:spAutoFit/>
          </a:bodyPr>
          <a:lstStyle/>
          <a:p>
            <a:pPr marL="12700">
              <a:lnSpc>
                <a:spcPct val="100000"/>
              </a:lnSpc>
              <a:spcBef>
                <a:spcPts val="100"/>
              </a:spcBef>
            </a:pPr>
            <a:r>
              <a:rPr lang="en-IN" sz="3200" dirty="0" smtClean="0">
                <a:solidFill>
                  <a:schemeClr val="tx2">
                    <a:lumMod val="50000"/>
                  </a:schemeClr>
                </a:solidFill>
                <a:latin typeface="Stencil" pitchFamily="82" charset="0"/>
                <a:cs typeface="Trebuchet MS"/>
              </a:rPr>
              <a:t>E-Commerce Database Management System</a:t>
            </a:r>
            <a:endParaRPr sz="3200" dirty="0">
              <a:solidFill>
                <a:schemeClr val="tx2">
                  <a:lumMod val="50000"/>
                </a:schemeClr>
              </a:solidFill>
              <a:latin typeface="Stencil" pitchFamily="82" charset="0"/>
              <a:cs typeface="Trebuchet MS"/>
            </a:endParaRPr>
          </a:p>
        </p:txBody>
      </p:sp>
    </p:spTree>
    <p:extLst>
      <p:ext uri="{BB962C8B-B14F-4D97-AF65-F5344CB8AC3E}">
        <p14:creationId xmlns:p14="http://schemas.microsoft.com/office/powerpoint/2010/main" val="29968356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1629612" y="0"/>
            <a:ext cx="6658609" cy="10287000"/>
            <a:chOff x="11629612" y="0"/>
            <a:chExt cx="6658609" cy="10287000"/>
          </a:xfrm>
        </p:grpSpPr>
        <p:sp>
          <p:nvSpPr>
            <p:cNvPr id="3" name="object 3"/>
            <p:cNvSpPr/>
            <p:nvPr/>
          </p:nvSpPr>
          <p:spPr>
            <a:xfrm>
              <a:off x="11629612" y="0"/>
              <a:ext cx="6658609" cy="10287000"/>
            </a:xfrm>
            <a:custGeom>
              <a:avLst/>
              <a:gdLst/>
              <a:ahLst/>
              <a:cxnLst/>
              <a:rect l="l" t="t" r="r" b="b"/>
              <a:pathLst>
                <a:path w="6658609" h="10287000">
                  <a:moveTo>
                    <a:pt x="6658386" y="10286999"/>
                  </a:moveTo>
                  <a:lnTo>
                    <a:pt x="0" y="10286999"/>
                  </a:lnTo>
                  <a:lnTo>
                    <a:pt x="0" y="0"/>
                  </a:lnTo>
                  <a:lnTo>
                    <a:pt x="6658386" y="0"/>
                  </a:lnTo>
                  <a:lnTo>
                    <a:pt x="6658386" y="10286999"/>
                  </a:lnTo>
                  <a:close/>
                </a:path>
              </a:pathLst>
            </a:custGeom>
            <a:solidFill>
              <a:srgbClr val="000000"/>
            </a:solidFill>
          </p:spPr>
          <p:txBody>
            <a:bodyPr wrap="square" lIns="0" tIns="0" rIns="0" bIns="0" rtlCol="0"/>
            <a:lstStyle/>
            <a:p>
              <a:endParaRPr/>
            </a:p>
          </p:txBody>
        </p:sp>
        <p:pic>
          <p:nvPicPr>
            <p:cNvPr id="4" name="object 4"/>
            <p:cNvPicPr/>
            <p:nvPr/>
          </p:nvPicPr>
          <p:blipFill>
            <a:blip r:embed="rId2" cstate="print"/>
            <a:stretch>
              <a:fillRect/>
            </a:stretch>
          </p:blipFill>
          <p:spPr>
            <a:xfrm>
              <a:off x="11786659" y="228799"/>
              <a:ext cx="6407534" cy="4488501"/>
            </a:xfrm>
            <a:prstGeom prst="rect">
              <a:avLst/>
            </a:prstGeom>
          </p:spPr>
        </p:pic>
      </p:grpSp>
      <p:sp>
        <p:nvSpPr>
          <p:cNvPr id="6" name="object 6"/>
          <p:cNvSpPr/>
          <p:nvPr/>
        </p:nvSpPr>
        <p:spPr>
          <a:xfrm>
            <a:off x="714618" y="1322213"/>
            <a:ext cx="10287000" cy="1153630"/>
          </a:xfrm>
          <a:custGeom>
            <a:avLst/>
            <a:gdLst/>
            <a:ahLst/>
            <a:cxnLst/>
            <a:rect l="l" t="t" r="r" b="b"/>
            <a:pathLst>
              <a:path w="5956934" h="993775">
                <a:moveTo>
                  <a:pt x="5956567" y="993408"/>
                </a:moveTo>
                <a:lnTo>
                  <a:pt x="0" y="993408"/>
                </a:lnTo>
                <a:lnTo>
                  <a:pt x="0" y="0"/>
                </a:lnTo>
                <a:lnTo>
                  <a:pt x="5956567" y="0"/>
                </a:lnTo>
                <a:lnTo>
                  <a:pt x="5956567" y="993408"/>
                </a:lnTo>
                <a:close/>
              </a:path>
            </a:pathLst>
          </a:custGeom>
          <a:solidFill>
            <a:srgbClr val="FABE04"/>
          </a:solidFill>
        </p:spPr>
        <p:txBody>
          <a:bodyPr wrap="square" lIns="0" tIns="0" rIns="0" bIns="0" rtlCol="0"/>
          <a:lstStyle/>
          <a:p>
            <a:endParaRPr/>
          </a:p>
        </p:txBody>
      </p:sp>
      <p:sp>
        <p:nvSpPr>
          <p:cNvPr id="10" name="object 10"/>
          <p:cNvSpPr/>
          <p:nvPr/>
        </p:nvSpPr>
        <p:spPr>
          <a:xfrm>
            <a:off x="0" y="7986964"/>
            <a:ext cx="5142230" cy="2300605"/>
          </a:xfrm>
          <a:custGeom>
            <a:avLst/>
            <a:gdLst/>
            <a:ahLst/>
            <a:cxnLst/>
            <a:rect l="l" t="t" r="r" b="b"/>
            <a:pathLst>
              <a:path w="5142230" h="2300604">
                <a:moveTo>
                  <a:pt x="304967" y="2237500"/>
                </a:moveTo>
                <a:lnTo>
                  <a:pt x="298355" y="2230422"/>
                </a:lnTo>
                <a:lnTo>
                  <a:pt x="293162" y="2223494"/>
                </a:lnTo>
                <a:lnTo>
                  <a:pt x="294632" y="2213729"/>
                </a:lnTo>
                <a:lnTo>
                  <a:pt x="301555" y="2208540"/>
                </a:lnTo>
                <a:lnTo>
                  <a:pt x="308528" y="2203396"/>
                </a:lnTo>
                <a:lnTo>
                  <a:pt x="318303" y="2204857"/>
                </a:lnTo>
                <a:lnTo>
                  <a:pt x="328644" y="2218664"/>
                </a:lnTo>
                <a:lnTo>
                  <a:pt x="327174" y="2228428"/>
                </a:lnTo>
                <a:lnTo>
                  <a:pt x="313802" y="2238454"/>
                </a:lnTo>
                <a:lnTo>
                  <a:pt x="304967" y="2237500"/>
                </a:lnTo>
                <a:close/>
              </a:path>
              <a:path w="5142230" h="2300604">
                <a:moveTo>
                  <a:pt x="345873" y="2295168"/>
                </a:moveTo>
                <a:lnTo>
                  <a:pt x="339536" y="2288385"/>
                </a:lnTo>
                <a:lnTo>
                  <a:pt x="334232" y="2280557"/>
                </a:lnTo>
                <a:lnTo>
                  <a:pt x="336075" y="2270800"/>
                </a:lnTo>
                <a:lnTo>
                  <a:pt x="343273" y="2265994"/>
                </a:lnTo>
                <a:lnTo>
                  <a:pt x="350420" y="2261133"/>
                </a:lnTo>
                <a:lnTo>
                  <a:pt x="360133" y="2263027"/>
                </a:lnTo>
                <a:lnTo>
                  <a:pt x="369795" y="2277377"/>
                </a:lnTo>
                <a:lnTo>
                  <a:pt x="367906" y="2287085"/>
                </a:lnTo>
                <a:lnTo>
                  <a:pt x="360754" y="2291940"/>
                </a:lnTo>
                <a:lnTo>
                  <a:pt x="354281" y="2296252"/>
                </a:lnTo>
                <a:lnTo>
                  <a:pt x="345873" y="2295168"/>
                </a:lnTo>
                <a:close/>
              </a:path>
              <a:path w="5142230" h="2300604">
                <a:moveTo>
                  <a:pt x="216674" y="2126857"/>
                </a:moveTo>
                <a:lnTo>
                  <a:pt x="210431" y="2120173"/>
                </a:lnTo>
                <a:lnTo>
                  <a:pt x="204897" y="2113565"/>
                </a:lnTo>
                <a:lnTo>
                  <a:pt x="205751" y="2103727"/>
                </a:lnTo>
                <a:lnTo>
                  <a:pt x="211089" y="2099178"/>
                </a:lnTo>
                <a:lnTo>
                  <a:pt x="217693" y="2093638"/>
                </a:lnTo>
                <a:lnTo>
                  <a:pt x="218923" y="2092609"/>
                </a:lnTo>
                <a:lnTo>
                  <a:pt x="228810" y="2093417"/>
                </a:lnTo>
                <a:lnTo>
                  <a:pt x="239874" y="2106630"/>
                </a:lnTo>
                <a:lnTo>
                  <a:pt x="239066" y="2116517"/>
                </a:lnTo>
                <a:lnTo>
                  <a:pt x="233690" y="2121026"/>
                </a:lnTo>
                <a:lnTo>
                  <a:pt x="227112" y="2126593"/>
                </a:lnTo>
                <a:lnTo>
                  <a:pt x="226093" y="2127458"/>
                </a:lnTo>
                <a:lnTo>
                  <a:pt x="216674" y="2126857"/>
                </a:lnTo>
                <a:close/>
              </a:path>
              <a:path w="5142230" h="2300604">
                <a:moveTo>
                  <a:pt x="170491" y="2072921"/>
                </a:moveTo>
                <a:lnTo>
                  <a:pt x="164391" y="2066392"/>
                </a:lnTo>
                <a:lnTo>
                  <a:pt x="158759" y="2059875"/>
                </a:lnTo>
                <a:lnTo>
                  <a:pt x="159474" y="2049985"/>
                </a:lnTo>
                <a:lnTo>
                  <a:pt x="171650" y="2039463"/>
                </a:lnTo>
                <a:lnTo>
                  <a:pt x="172509" y="2038721"/>
                </a:lnTo>
                <a:lnTo>
                  <a:pt x="182344" y="2039386"/>
                </a:lnTo>
                <a:lnTo>
                  <a:pt x="193712" y="2052425"/>
                </a:lnTo>
                <a:lnTo>
                  <a:pt x="192998" y="2062315"/>
                </a:lnTo>
                <a:lnTo>
                  <a:pt x="180813" y="2072829"/>
                </a:lnTo>
                <a:lnTo>
                  <a:pt x="180055" y="2073483"/>
                </a:lnTo>
                <a:lnTo>
                  <a:pt x="170491" y="2072921"/>
                </a:lnTo>
                <a:close/>
              </a:path>
              <a:path w="5142230" h="2300604">
                <a:moveTo>
                  <a:pt x="123927" y="2019460"/>
                </a:moveTo>
                <a:lnTo>
                  <a:pt x="117817" y="2012919"/>
                </a:lnTo>
                <a:lnTo>
                  <a:pt x="112095" y="2006403"/>
                </a:lnTo>
                <a:lnTo>
                  <a:pt x="112761" y="1996559"/>
                </a:lnTo>
                <a:lnTo>
                  <a:pt x="124997" y="1985807"/>
                </a:lnTo>
                <a:lnTo>
                  <a:pt x="125749" y="1985147"/>
                </a:lnTo>
                <a:lnTo>
                  <a:pt x="135644" y="1985866"/>
                </a:lnTo>
                <a:lnTo>
                  <a:pt x="147005" y="1998810"/>
                </a:lnTo>
                <a:lnTo>
                  <a:pt x="146381" y="2008698"/>
                </a:lnTo>
                <a:lnTo>
                  <a:pt x="139819" y="2014381"/>
                </a:lnTo>
                <a:lnTo>
                  <a:pt x="134097" y="2019398"/>
                </a:lnTo>
                <a:lnTo>
                  <a:pt x="133444" y="2019971"/>
                </a:lnTo>
                <a:lnTo>
                  <a:pt x="123927" y="2019460"/>
                </a:lnTo>
                <a:close/>
              </a:path>
              <a:path w="5142230" h="2300604">
                <a:moveTo>
                  <a:pt x="261646" y="2181547"/>
                </a:moveTo>
                <a:lnTo>
                  <a:pt x="255265" y="2174716"/>
                </a:lnTo>
                <a:lnTo>
                  <a:pt x="249877" y="2167970"/>
                </a:lnTo>
                <a:lnTo>
                  <a:pt x="250964" y="2158089"/>
                </a:lnTo>
                <a:lnTo>
                  <a:pt x="264459" y="2147317"/>
                </a:lnTo>
                <a:lnTo>
                  <a:pt x="274288" y="2148454"/>
                </a:lnTo>
                <a:lnTo>
                  <a:pt x="285113" y="2161899"/>
                </a:lnTo>
                <a:lnTo>
                  <a:pt x="283976" y="2171728"/>
                </a:lnTo>
                <a:lnTo>
                  <a:pt x="277226" y="2177111"/>
                </a:lnTo>
                <a:lnTo>
                  <a:pt x="270823" y="2182280"/>
                </a:lnTo>
                <a:lnTo>
                  <a:pt x="261646" y="2181547"/>
                </a:lnTo>
                <a:close/>
              </a:path>
              <a:path w="5142230" h="2300604">
                <a:moveTo>
                  <a:pt x="31141" y="1911631"/>
                </a:moveTo>
                <a:lnTo>
                  <a:pt x="24906" y="1904956"/>
                </a:lnTo>
                <a:lnTo>
                  <a:pt x="19366" y="1898351"/>
                </a:lnTo>
                <a:lnTo>
                  <a:pt x="20274" y="1888464"/>
                </a:lnTo>
                <a:lnTo>
                  <a:pt x="26878" y="1882924"/>
                </a:lnTo>
                <a:lnTo>
                  <a:pt x="32189" y="1878542"/>
                </a:lnTo>
                <a:lnTo>
                  <a:pt x="33582" y="1877393"/>
                </a:lnTo>
                <a:lnTo>
                  <a:pt x="43375" y="1878297"/>
                </a:lnTo>
                <a:lnTo>
                  <a:pt x="54485" y="1891559"/>
                </a:lnTo>
                <a:lnTo>
                  <a:pt x="53587" y="1901447"/>
                </a:lnTo>
                <a:lnTo>
                  <a:pt x="41692" y="1911391"/>
                </a:lnTo>
                <a:lnTo>
                  <a:pt x="40564" y="1912334"/>
                </a:lnTo>
                <a:lnTo>
                  <a:pt x="31141" y="1911631"/>
                </a:lnTo>
                <a:close/>
              </a:path>
              <a:path w="5142230" h="2300604">
                <a:moveTo>
                  <a:pt x="77219" y="1965843"/>
                </a:moveTo>
                <a:lnTo>
                  <a:pt x="71069" y="1959260"/>
                </a:lnTo>
                <a:lnTo>
                  <a:pt x="65437" y="1952743"/>
                </a:lnTo>
                <a:lnTo>
                  <a:pt x="66147" y="1942848"/>
                </a:lnTo>
                <a:lnTo>
                  <a:pt x="78326" y="1932329"/>
                </a:lnTo>
                <a:lnTo>
                  <a:pt x="79236" y="1931543"/>
                </a:lnTo>
                <a:lnTo>
                  <a:pt x="89116" y="1932257"/>
                </a:lnTo>
                <a:lnTo>
                  <a:pt x="100435" y="1945342"/>
                </a:lnTo>
                <a:lnTo>
                  <a:pt x="99721" y="1955231"/>
                </a:lnTo>
                <a:lnTo>
                  <a:pt x="87537" y="1965745"/>
                </a:lnTo>
                <a:lnTo>
                  <a:pt x="86774" y="1966404"/>
                </a:lnTo>
                <a:lnTo>
                  <a:pt x="77219" y="1965843"/>
                </a:lnTo>
                <a:close/>
              </a:path>
              <a:path w="5142230" h="2300604">
                <a:moveTo>
                  <a:pt x="0" y="1853578"/>
                </a:moveTo>
                <a:lnTo>
                  <a:pt x="0" y="1823852"/>
                </a:lnTo>
                <a:lnTo>
                  <a:pt x="10126" y="1836938"/>
                </a:lnTo>
                <a:lnTo>
                  <a:pt x="8854" y="1846719"/>
                </a:lnTo>
                <a:lnTo>
                  <a:pt x="0" y="1853578"/>
                </a:lnTo>
                <a:close/>
              </a:path>
              <a:path w="5142230" h="2300604">
                <a:moveTo>
                  <a:pt x="799057" y="2223919"/>
                </a:moveTo>
                <a:lnTo>
                  <a:pt x="792856" y="2217280"/>
                </a:lnTo>
                <a:lnTo>
                  <a:pt x="792316" y="2216507"/>
                </a:lnTo>
                <a:lnTo>
                  <a:pt x="787736" y="2209453"/>
                </a:lnTo>
                <a:lnTo>
                  <a:pt x="789704" y="2200036"/>
                </a:lnTo>
                <a:lnTo>
                  <a:pt x="803810" y="2190885"/>
                </a:lnTo>
                <a:lnTo>
                  <a:pt x="813232" y="2192858"/>
                </a:lnTo>
                <a:lnTo>
                  <a:pt x="822378" y="2206950"/>
                </a:lnTo>
                <a:lnTo>
                  <a:pt x="820410" y="2216377"/>
                </a:lnTo>
                <a:lnTo>
                  <a:pt x="813361" y="2220953"/>
                </a:lnTo>
                <a:lnTo>
                  <a:pt x="807079" y="2225077"/>
                </a:lnTo>
                <a:lnTo>
                  <a:pt x="799057" y="2223919"/>
                </a:lnTo>
                <a:close/>
              </a:path>
              <a:path w="5142230" h="2300604">
                <a:moveTo>
                  <a:pt x="249425" y="1662529"/>
                </a:moveTo>
                <a:lnTo>
                  <a:pt x="243458" y="1656141"/>
                </a:lnTo>
                <a:lnTo>
                  <a:pt x="243485" y="1646884"/>
                </a:lnTo>
                <a:lnTo>
                  <a:pt x="249160" y="1641035"/>
                </a:lnTo>
                <a:lnTo>
                  <a:pt x="255076" y="1635061"/>
                </a:lnTo>
                <a:lnTo>
                  <a:pt x="264717" y="1634912"/>
                </a:lnTo>
                <a:lnTo>
                  <a:pt x="276686" y="1646650"/>
                </a:lnTo>
                <a:lnTo>
                  <a:pt x="276821" y="1656285"/>
                </a:lnTo>
                <a:lnTo>
                  <a:pt x="270955" y="1662313"/>
                </a:lnTo>
                <a:lnTo>
                  <a:pt x="265044" y="1668301"/>
                </a:lnTo>
                <a:lnTo>
                  <a:pt x="255457" y="1668399"/>
                </a:lnTo>
                <a:lnTo>
                  <a:pt x="249425" y="1662529"/>
                </a:lnTo>
                <a:close/>
              </a:path>
              <a:path w="5142230" h="2300604">
                <a:moveTo>
                  <a:pt x="352928" y="1760424"/>
                </a:moveTo>
                <a:lnTo>
                  <a:pt x="346729" y="1753788"/>
                </a:lnTo>
                <a:lnTo>
                  <a:pt x="346611" y="1744767"/>
                </a:lnTo>
                <a:lnTo>
                  <a:pt x="357737" y="1732739"/>
                </a:lnTo>
                <a:lnTo>
                  <a:pt x="367387" y="1732307"/>
                </a:lnTo>
                <a:lnTo>
                  <a:pt x="379698" y="1743726"/>
                </a:lnTo>
                <a:lnTo>
                  <a:pt x="380125" y="1753371"/>
                </a:lnTo>
                <a:lnTo>
                  <a:pt x="368706" y="1765682"/>
                </a:lnTo>
                <a:lnTo>
                  <a:pt x="359109" y="1766063"/>
                </a:lnTo>
                <a:lnTo>
                  <a:pt x="352928" y="1760424"/>
                </a:lnTo>
                <a:close/>
              </a:path>
              <a:path w="5142230" h="2300604">
                <a:moveTo>
                  <a:pt x="457968" y="1856152"/>
                </a:moveTo>
                <a:lnTo>
                  <a:pt x="451677" y="1849418"/>
                </a:lnTo>
                <a:lnTo>
                  <a:pt x="451513" y="1840542"/>
                </a:lnTo>
                <a:lnTo>
                  <a:pt x="456954" y="1834638"/>
                </a:lnTo>
                <a:lnTo>
                  <a:pt x="462548" y="1828407"/>
                </a:lnTo>
                <a:lnTo>
                  <a:pt x="472148" y="1827932"/>
                </a:lnTo>
                <a:lnTo>
                  <a:pt x="484595" y="1839214"/>
                </a:lnTo>
                <a:lnTo>
                  <a:pt x="485081" y="1848814"/>
                </a:lnTo>
                <a:lnTo>
                  <a:pt x="479433" y="1855084"/>
                </a:lnTo>
                <a:lnTo>
                  <a:pt x="473798" y="1861271"/>
                </a:lnTo>
                <a:lnTo>
                  <a:pt x="464194" y="1861751"/>
                </a:lnTo>
                <a:lnTo>
                  <a:pt x="457968" y="1856152"/>
                </a:lnTo>
                <a:close/>
              </a:path>
              <a:path w="5142230" h="2300604">
                <a:moveTo>
                  <a:pt x="300855" y="1711914"/>
                </a:moveTo>
                <a:lnTo>
                  <a:pt x="294751" y="1705380"/>
                </a:lnTo>
                <a:lnTo>
                  <a:pt x="294636" y="1696265"/>
                </a:lnTo>
                <a:lnTo>
                  <a:pt x="300217" y="1690412"/>
                </a:lnTo>
                <a:lnTo>
                  <a:pt x="305997" y="1684282"/>
                </a:lnTo>
                <a:lnTo>
                  <a:pt x="315586" y="1683990"/>
                </a:lnTo>
                <a:lnTo>
                  <a:pt x="327844" y="1695549"/>
                </a:lnTo>
                <a:lnTo>
                  <a:pt x="328136" y="1705147"/>
                </a:lnTo>
                <a:lnTo>
                  <a:pt x="316577" y="1717406"/>
                </a:lnTo>
                <a:lnTo>
                  <a:pt x="306938" y="1717644"/>
                </a:lnTo>
                <a:lnTo>
                  <a:pt x="300855" y="1711914"/>
                </a:lnTo>
                <a:close/>
              </a:path>
              <a:path w="5142230" h="2300604">
                <a:moveTo>
                  <a:pt x="405345" y="1808421"/>
                </a:moveTo>
                <a:lnTo>
                  <a:pt x="399154" y="1801795"/>
                </a:lnTo>
                <a:lnTo>
                  <a:pt x="398988" y="1792820"/>
                </a:lnTo>
                <a:lnTo>
                  <a:pt x="404335" y="1786911"/>
                </a:lnTo>
                <a:lnTo>
                  <a:pt x="410018" y="1780680"/>
                </a:lnTo>
                <a:lnTo>
                  <a:pt x="419663" y="1780262"/>
                </a:lnTo>
                <a:lnTo>
                  <a:pt x="432031" y="1791537"/>
                </a:lnTo>
                <a:lnTo>
                  <a:pt x="432552" y="1801185"/>
                </a:lnTo>
                <a:lnTo>
                  <a:pt x="421220" y="1813588"/>
                </a:lnTo>
                <a:lnTo>
                  <a:pt x="411575" y="1814015"/>
                </a:lnTo>
                <a:lnTo>
                  <a:pt x="405345" y="1808421"/>
                </a:lnTo>
                <a:close/>
              </a:path>
              <a:path w="5142230" h="2300604">
                <a:moveTo>
                  <a:pt x="64137" y="1457145"/>
                </a:moveTo>
                <a:lnTo>
                  <a:pt x="57795" y="1450356"/>
                </a:lnTo>
                <a:lnTo>
                  <a:pt x="52646" y="1443671"/>
                </a:lnTo>
                <a:lnTo>
                  <a:pt x="53962" y="1434132"/>
                </a:lnTo>
                <a:lnTo>
                  <a:pt x="67245" y="1423915"/>
                </a:lnTo>
                <a:lnTo>
                  <a:pt x="76832" y="1425185"/>
                </a:lnTo>
                <a:lnTo>
                  <a:pt x="87001" y="1438514"/>
                </a:lnTo>
                <a:lnTo>
                  <a:pt x="85779" y="1448056"/>
                </a:lnTo>
                <a:lnTo>
                  <a:pt x="79089" y="1453210"/>
                </a:lnTo>
                <a:lnTo>
                  <a:pt x="72837" y="1457954"/>
                </a:lnTo>
                <a:lnTo>
                  <a:pt x="64137" y="1457145"/>
                </a:lnTo>
                <a:close/>
              </a:path>
              <a:path w="5142230" h="2300604">
                <a:moveTo>
                  <a:pt x="22348" y="1399411"/>
                </a:moveTo>
                <a:lnTo>
                  <a:pt x="15637" y="1392227"/>
                </a:lnTo>
                <a:lnTo>
                  <a:pt x="10870" y="1385267"/>
                </a:lnTo>
                <a:lnTo>
                  <a:pt x="12703" y="1375793"/>
                </a:lnTo>
                <a:lnTo>
                  <a:pt x="26576" y="1366304"/>
                </a:lnTo>
                <a:lnTo>
                  <a:pt x="36004" y="1368088"/>
                </a:lnTo>
                <a:lnTo>
                  <a:pt x="45488" y="1381955"/>
                </a:lnTo>
                <a:lnTo>
                  <a:pt x="43754" y="1391437"/>
                </a:lnTo>
                <a:lnTo>
                  <a:pt x="36794" y="1396205"/>
                </a:lnTo>
                <a:lnTo>
                  <a:pt x="30464" y="1400474"/>
                </a:lnTo>
                <a:lnTo>
                  <a:pt x="22348" y="1399411"/>
                </a:lnTo>
                <a:close/>
              </a:path>
              <a:path w="5142230" h="2300604">
                <a:moveTo>
                  <a:pt x="108783" y="1512669"/>
                </a:moveTo>
                <a:lnTo>
                  <a:pt x="102722" y="1506181"/>
                </a:lnTo>
                <a:lnTo>
                  <a:pt x="97326" y="1499808"/>
                </a:lnTo>
                <a:lnTo>
                  <a:pt x="98129" y="1490210"/>
                </a:lnTo>
                <a:lnTo>
                  <a:pt x="103375" y="1485757"/>
                </a:lnTo>
                <a:lnTo>
                  <a:pt x="109778" y="1480393"/>
                </a:lnTo>
                <a:lnTo>
                  <a:pt x="111009" y="1479365"/>
                </a:lnTo>
                <a:lnTo>
                  <a:pt x="120564" y="1480209"/>
                </a:lnTo>
                <a:lnTo>
                  <a:pt x="131412" y="1492995"/>
                </a:lnTo>
                <a:lnTo>
                  <a:pt x="130564" y="1502644"/>
                </a:lnTo>
                <a:lnTo>
                  <a:pt x="125368" y="1507051"/>
                </a:lnTo>
                <a:lnTo>
                  <a:pt x="124196" y="1508045"/>
                </a:lnTo>
                <a:lnTo>
                  <a:pt x="118900" y="1512444"/>
                </a:lnTo>
                <a:lnTo>
                  <a:pt x="117924" y="1513256"/>
                </a:lnTo>
                <a:lnTo>
                  <a:pt x="108783" y="1512669"/>
                </a:lnTo>
                <a:close/>
              </a:path>
              <a:path w="5142230" h="2300604">
                <a:moveTo>
                  <a:pt x="834899" y="2284474"/>
                </a:moveTo>
                <a:lnTo>
                  <a:pt x="829433" y="2278623"/>
                </a:lnTo>
                <a:lnTo>
                  <a:pt x="828660" y="2277601"/>
                </a:lnTo>
                <a:lnTo>
                  <a:pt x="827997" y="2276403"/>
                </a:lnTo>
                <a:lnTo>
                  <a:pt x="824046" y="2269045"/>
                </a:lnTo>
                <a:lnTo>
                  <a:pt x="826767" y="2259838"/>
                </a:lnTo>
                <a:lnTo>
                  <a:pt x="834128" y="2255792"/>
                </a:lnTo>
                <a:lnTo>
                  <a:pt x="841534" y="2251795"/>
                </a:lnTo>
                <a:lnTo>
                  <a:pt x="850788" y="2254565"/>
                </a:lnTo>
                <a:lnTo>
                  <a:pt x="858736" y="2269329"/>
                </a:lnTo>
                <a:lnTo>
                  <a:pt x="856014" y="2278537"/>
                </a:lnTo>
                <a:lnTo>
                  <a:pt x="848654" y="2282582"/>
                </a:lnTo>
                <a:lnTo>
                  <a:pt x="842402" y="2285957"/>
                </a:lnTo>
                <a:lnTo>
                  <a:pt x="834899" y="2284474"/>
                </a:lnTo>
                <a:close/>
              </a:path>
              <a:path w="5142230" h="2300604">
                <a:moveTo>
                  <a:pt x="0" y="1335562"/>
                </a:moveTo>
                <a:lnTo>
                  <a:pt x="0" y="1310932"/>
                </a:lnTo>
                <a:lnTo>
                  <a:pt x="7363" y="1323255"/>
                </a:lnTo>
                <a:lnTo>
                  <a:pt x="4967" y="1332616"/>
                </a:lnTo>
                <a:lnTo>
                  <a:pt x="0" y="1335562"/>
                </a:lnTo>
                <a:close/>
              </a:path>
              <a:path w="5142230" h="2300604">
                <a:moveTo>
                  <a:pt x="667404" y="2058257"/>
                </a:moveTo>
                <a:lnTo>
                  <a:pt x="655880" y="2045921"/>
                </a:lnTo>
                <a:lnTo>
                  <a:pt x="656207" y="2036301"/>
                </a:lnTo>
                <a:lnTo>
                  <a:pt x="668540" y="2024871"/>
                </a:lnTo>
                <a:lnTo>
                  <a:pt x="678155" y="2025203"/>
                </a:lnTo>
                <a:lnTo>
                  <a:pt x="689592" y="2037447"/>
                </a:lnTo>
                <a:lnTo>
                  <a:pt x="689261" y="2047052"/>
                </a:lnTo>
                <a:lnTo>
                  <a:pt x="676978" y="2058536"/>
                </a:lnTo>
                <a:lnTo>
                  <a:pt x="667404" y="2058257"/>
                </a:lnTo>
                <a:close/>
              </a:path>
              <a:path w="5142230" h="2300604">
                <a:moveTo>
                  <a:pt x="562052" y="1952127"/>
                </a:moveTo>
                <a:lnTo>
                  <a:pt x="555993" y="1945642"/>
                </a:lnTo>
                <a:lnTo>
                  <a:pt x="555932" y="1936486"/>
                </a:lnTo>
                <a:lnTo>
                  <a:pt x="567338" y="1924552"/>
                </a:lnTo>
                <a:lnTo>
                  <a:pt x="576973" y="1924309"/>
                </a:lnTo>
                <a:lnTo>
                  <a:pt x="589093" y="1935915"/>
                </a:lnTo>
                <a:lnTo>
                  <a:pt x="589380" y="1945508"/>
                </a:lnTo>
                <a:lnTo>
                  <a:pt x="583555" y="1951589"/>
                </a:lnTo>
                <a:lnTo>
                  <a:pt x="577776" y="1957718"/>
                </a:lnTo>
                <a:lnTo>
                  <a:pt x="568132" y="1957961"/>
                </a:lnTo>
                <a:lnTo>
                  <a:pt x="562052" y="1952127"/>
                </a:lnTo>
                <a:close/>
              </a:path>
              <a:path w="5142230" h="2300604">
                <a:moveTo>
                  <a:pt x="612549" y="2001296"/>
                </a:moveTo>
                <a:lnTo>
                  <a:pt x="606719" y="1995055"/>
                </a:lnTo>
                <a:lnTo>
                  <a:pt x="606848" y="1985712"/>
                </a:lnTo>
                <a:lnTo>
                  <a:pt x="618625" y="1973980"/>
                </a:lnTo>
                <a:lnTo>
                  <a:pt x="628209" y="1973976"/>
                </a:lnTo>
                <a:lnTo>
                  <a:pt x="640126" y="1985853"/>
                </a:lnTo>
                <a:lnTo>
                  <a:pt x="640077" y="1995478"/>
                </a:lnTo>
                <a:lnTo>
                  <a:pt x="634214" y="2001420"/>
                </a:lnTo>
                <a:lnTo>
                  <a:pt x="628253" y="2007354"/>
                </a:lnTo>
                <a:lnTo>
                  <a:pt x="618575" y="2007355"/>
                </a:lnTo>
                <a:lnTo>
                  <a:pt x="612549" y="2001296"/>
                </a:lnTo>
                <a:close/>
              </a:path>
              <a:path w="5142230" h="2300604">
                <a:moveTo>
                  <a:pt x="155878" y="1566201"/>
                </a:moveTo>
                <a:lnTo>
                  <a:pt x="144307" y="1553815"/>
                </a:lnTo>
                <a:lnTo>
                  <a:pt x="144724" y="1544203"/>
                </a:lnTo>
                <a:lnTo>
                  <a:pt x="150918" y="1538508"/>
                </a:lnTo>
                <a:lnTo>
                  <a:pt x="156906" y="1533090"/>
                </a:lnTo>
                <a:lnTo>
                  <a:pt x="157153" y="1532866"/>
                </a:lnTo>
                <a:lnTo>
                  <a:pt x="166765" y="1533283"/>
                </a:lnTo>
                <a:lnTo>
                  <a:pt x="172411" y="1539523"/>
                </a:lnTo>
                <a:lnTo>
                  <a:pt x="178097" y="1545609"/>
                </a:lnTo>
                <a:lnTo>
                  <a:pt x="177680" y="1555328"/>
                </a:lnTo>
                <a:lnTo>
                  <a:pt x="171481" y="1561019"/>
                </a:lnTo>
                <a:lnTo>
                  <a:pt x="165493" y="1566436"/>
                </a:lnTo>
                <a:lnTo>
                  <a:pt x="165295" y="1566615"/>
                </a:lnTo>
                <a:lnTo>
                  <a:pt x="155878" y="1566201"/>
                </a:lnTo>
                <a:close/>
              </a:path>
              <a:path w="5142230" h="2300604">
                <a:moveTo>
                  <a:pt x="714323" y="2111025"/>
                </a:moveTo>
                <a:lnTo>
                  <a:pt x="708315" y="2104593"/>
                </a:lnTo>
                <a:lnTo>
                  <a:pt x="702868" y="2098176"/>
                </a:lnTo>
                <a:lnTo>
                  <a:pt x="703667" y="2088573"/>
                </a:lnTo>
                <a:lnTo>
                  <a:pt x="715383" y="2078632"/>
                </a:lnTo>
                <a:lnTo>
                  <a:pt x="716453" y="2077725"/>
                </a:lnTo>
                <a:lnTo>
                  <a:pt x="726105" y="2078478"/>
                </a:lnTo>
                <a:lnTo>
                  <a:pt x="736950" y="2091358"/>
                </a:lnTo>
                <a:lnTo>
                  <a:pt x="736200" y="2100916"/>
                </a:lnTo>
                <a:lnTo>
                  <a:pt x="724478" y="2110850"/>
                </a:lnTo>
                <a:lnTo>
                  <a:pt x="723560" y="2111627"/>
                </a:lnTo>
                <a:lnTo>
                  <a:pt x="714323" y="2111025"/>
                </a:lnTo>
                <a:close/>
              </a:path>
              <a:path w="5142230" h="2300604">
                <a:moveTo>
                  <a:pt x="198744" y="1611805"/>
                </a:moveTo>
                <a:lnTo>
                  <a:pt x="193096" y="1605758"/>
                </a:lnTo>
                <a:lnTo>
                  <a:pt x="193327" y="1596320"/>
                </a:lnTo>
                <a:lnTo>
                  <a:pt x="199286" y="1590480"/>
                </a:lnTo>
                <a:lnTo>
                  <a:pt x="199718" y="1590063"/>
                </a:lnTo>
                <a:lnTo>
                  <a:pt x="205333" y="1584647"/>
                </a:lnTo>
                <a:lnTo>
                  <a:pt x="214960" y="1584786"/>
                </a:lnTo>
                <a:lnTo>
                  <a:pt x="226687" y="1596841"/>
                </a:lnTo>
                <a:lnTo>
                  <a:pt x="226548" y="1606468"/>
                </a:lnTo>
                <a:lnTo>
                  <a:pt x="226111" y="1606889"/>
                </a:lnTo>
                <a:lnTo>
                  <a:pt x="220495" y="1612304"/>
                </a:lnTo>
                <a:lnTo>
                  <a:pt x="214488" y="1618190"/>
                </a:lnTo>
                <a:lnTo>
                  <a:pt x="204862" y="1618051"/>
                </a:lnTo>
                <a:lnTo>
                  <a:pt x="198744" y="1611805"/>
                </a:lnTo>
                <a:close/>
              </a:path>
              <a:path w="5142230" h="2300604">
                <a:moveTo>
                  <a:pt x="758534" y="2166171"/>
                </a:moveTo>
                <a:lnTo>
                  <a:pt x="752151" y="2159338"/>
                </a:lnTo>
                <a:lnTo>
                  <a:pt x="747045" y="2152602"/>
                </a:lnTo>
                <a:lnTo>
                  <a:pt x="748451" y="2143061"/>
                </a:lnTo>
                <a:lnTo>
                  <a:pt x="761830" y="2132947"/>
                </a:lnTo>
                <a:lnTo>
                  <a:pt x="771369" y="2134263"/>
                </a:lnTo>
                <a:lnTo>
                  <a:pt x="781485" y="2147731"/>
                </a:lnTo>
                <a:lnTo>
                  <a:pt x="780169" y="2157270"/>
                </a:lnTo>
                <a:lnTo>
                  <a:pt x="773436" y="2162281"/>
                </a:lnTo>
                <a:lnTo>
                  <a:pt x="767185" y="2167025"/>
                </a:lnTo>
                <a:lnTo>
                  <a:pt x="758534" y="2166171"/>
                </a:lnTo>
                <a:close/>
              </a:path>
              <a:path w="5142230" h="2300604">
                <a:moveTo>
                  <a:pt x="510350" y="1903918"/>
                </a:moveTo>
                <a:lnTo>
                  <a:pt x="504156" y="1897286"/>
                </a:lnTo>
                <a:lnTo>
                  <a:pt x="504038" y="1888265"/>
                </a:lnTo>
                <a:lnTo>
                  <a:pt x="515119" y="1876179"/>
                </a:lnTo>
                <a:lnTo>
                  <a:pt x="524764" y="1875752"/>
                </a:lnTo>
                <a:lnTo>
                  <a:pt x="537169" y="1887174"/>
                </a:lnTo>
                <a:lnTo>
                  <a:pt x="537550" y="1896771"/>
                </a:lnTo>
                <a:lnTo>
                  <a:pt x="531862" y="1902997"/>
                </a:lnTo>
                <a:lnTo>
                  <a:pt x="526177" y="1909130"/>
                </a:lnTo>
                <a:lnTo>
                  <a:pt x="516532" y="1909557"/>
                </a:lnTo>
                <a:lnTo>
                  <a:pt x="510350" y="1903918"/>
                </a:lnTo>
                <a:close/>
              </a:path>
              <a:path w="5142230" h="2300604">
                <a:moveTo>
                  <a:pt x="311083" y="1372452"/>
                </a:moveTo>
                <a:lnTo>
                  <a:pt x="305205" y="1366160"/>
                </a:lnTo>
                <a:lnTo>
                  <a:pt x="304883" y="1357790"/>
                </a:lnTo>
                <a:lnTo>
                  <a:pt x="309702" y="1352001"/>
                </a:lnTo>
                <a:lnTo>
                  <a:pt x="314972" y="1345717"/>
                </a:lnTo>
                <a:lnTo>
                  <a:pt x="324248" y="1344895"/>
                </a:lnTo>
                <a:lnTo>
                  <a:pt x="336830" y="1355431"/>
                </a:lnTo>
                <a:lnTo>
                  <a:pt x="337642" y="1364707"/>
                </a:lnTo>
                <a:lnTo>
                  <a:pt x="327165" y="1377243"/>
                </a:lnTo>
                <a:lnTo>
                  <a:pt x="317835" y="1378106"/>
                </a:lnTo>
                <a:lnTo>
                  <a:pt x="311083" y="1372452"/>
                </a:lnTo>
                <a:close/>
              </a:path>
              <a:path w="5142230" h="2300604">
                <a:moveTo>
                  <a:pt x="121095" y="1170824"/>
                </a:moveTo>
                <a:lnTo>
                  <a:pt x="115120" y="1164428"/>
                </a:lnTo>
                <a:lnTo>
                  <a:pt x="114716" y="1163800"/>
                </a:lnTo>
                <a:lnTo>
                  <a:pt x="110029" y="1157121"/>
                </a:lnTo>
                <a:lnTo>
                  <a:pt x="111717" y="1147883"/>
                </a:lnTo>
                <a:lnTo>
                  <a:pt x="125152" y="1138610"/>
                </a:lnTo>
                <a:lnTo>
                  <a:pt x="134354" y="1140250"/>
                </a:lnTo>
                <a:lnTo>
                  <a:pt x="143668" y="1153739"/>
                </a:lnTo>
                <a:lnTo>
                  <a:pt x="141982" y="1162892"/>
                </a:lnTo>
                <a:lnTo>
                  <a:pt x="135303" y="1167570"/>
                </a:lnTo>
                <a:lnTo>
                  <a:pt x="129170" y="1171747"/>
                </a:lnTo>
                <a:lnTo>
                  <a:pt x="121095" y="1170824"/>
                </a:lnTo>
                <a:close/>
              </a:path>
              <a:path w="5142230" h="2300604">
                <a:moveTo>
                  <a:pt x="0" y="842644"/>
                </a:moveTo>
                <a:lnTo>
                  <a:pt x="0" y="818485"/>
                </a:lnTo>
                <a:lnTo>
                  <a:pt x="505" y="818776"/>
                </a:lnTo>
                <a:lnTo>
                  <a:pt x="4736" y="834546"/>
                </a:lnTo>
                <a:lnTo>
                  <a:pt x="0" y="842644"/>
                </a:lnTo>
                <a:close/>
              </a:path>
              <a:path w="5142230" h="2300604">
                <a:moveTo>
                  <a:pt x="1280867" y="2283698"/>
                </a:moveTo>
                <a:lnTo>
                  <a:pt x="1275624" y="2278085"/>
                </a:lnTo>
                <a:lnTo>
                  <a:pt x="1274467" y="2276162"/>
                </a:lnTo>
                <a:lnTo>
                  <a:pt x="1273827" y="2274011"/>
                </a:lnTo>
                <a:lnTo>
                  <a:pt x="1271360" y="2266190"/>
                </a:lnTo>
                <a:lnTo>
                  <a:pt x="1275651" y="2257881"/>
                </a:lnTo>
                <a:lnTo>
                  <a:pt x="1283478" y="2255409"/>
                </a:lnTo>
                <a:lnTo>
                  <a:pt x="1291260" y="2252987"/>
                </a:lnTo>
                <a:lnTo>
                  <a:pt x="1299564" y="2257283"/>
                </a:lnTo>
                <a:lnTo>
                  <a:pt x="1304511" y="2272842"/>
                </a:lnTo>
                <a:lnTo>
                  <a:pt x="1300215" y="2281146"/>
                </a:lnTo>
                <a:lnTo>
                  <a:pt x="1286757" y="2285409"/>
                </a:lnTo>
                <a:lnTo>
                  <a:pt x="1280867" y="2283698"/>
                </a:lnTo>
                <a:close/>
              </a:path>
              <a:path w="5142230" h="2300604">
                <a:moveTo>
                  <a:pt x="24468" y="980109"/>
                </a:moveTo>
                <a:lnTo>
                  <a:pt x="19184" y="974453"/>
                </a:lnTo>
                <a:lnTo>
                  <a:pt x="18157" y="972855"/>
                </a:lnTo>
                <a:lnTo>
                  <a:pt x="14611" y="963293"/>
                </a:lnTo>
                <a:lnTo>
                  <a:pt x="18490" y="954738"/>
                </a:lnTo>
                <a:lnTo>
                  <a:pt x="26187" y="951931"/>
                </a:lnTo>
                <a:lnTo>
                  <a:pt x="33837" y="949076"/>
                </a:lnTo>
                <a:lnTo>
                  <a:pt x="42343" y="953001"/>
                </a:lnTo>
                <a:lnTo>
                  <a:pt x="48049" y="968297"/>
                </a:lnTo>
                <a:lnTo>
                  <a:pt x="44129" y="976808"/>
                </a:lnTo>
                <a:lnTo>
                  <a:pt x="36474" y="979658"/>
                </a:lnTo>
                <a:lnTo>
                  <a:pt x="30694" y="981780"/>
                </a:lnTo>
                <a:lnTo>
                  <a:pt x="24468" y="980109"/>
                </a:lnTo>
                <a:close/>
              </a:path>
              <a:path w="5142230" h="2300604">
                <a:moveTo>
                  <a:pt x="539860" y="1540417"/>
                </a:moveTo>
                <a:lnTo>
                  <a:pt x="534531" y="1534712"/>
                </a:lnTo>
                <a:lnTo>
                  <a:pt x="533754" y="1527037"/>
                </a:lnTo>
                <a:lnTo>
                  <a:pt x="537728" y="1521224"/>
                </a:lnTo>
                <a:lnTo>
                  <a:pt x="542255" y="1514438"/>
                </a:lnTo>
                <a:lnTo>
                  <a:pt x="551474" y="1512675"/>
                </a:lnTo>
                <a:lnTo>
                  <a:pt x="564992" y="1521770"/>
                </a:lnTo>
                <a:lnTo>
                  <a:pt x="566760" y="1530993"/>
                </a:lnTo>
                <a:lnTo>
                  <a:pt x="562233" y="1537779"/>
                </a:lnTo>
                <a:lnTo>
                  <a:pt x="557661" y="1544516"/>
                </a:lnTo>
                <a:lnTo>
                  <a:pt x="548478" y="1546328"/>
                </a:lnTo>
                <a:lnTo>
                  <a:pt x="541656" y="1541752"/>
                </a:lnTo>
                <a:lnTo>
                  <a:pt x="540732" y="1541154"/>
                </a:lnTo>
                <a:lnTo>
                  <a:pt x="539860" y="1540417"/>
                </a:lnTo>
                <a:close/>
              </a:path>
              <a:path w="5142230" h="2300604">
                <a:moveTo>
                  <a:pt x="82975" y="1110176"/>
                </a:moveTo>
                <a:lnTo>
                  <a:pt x="77646" y="1104471"/>
                </a:lnTo>
                <a:lnTo>
                  <a:pt x="76924" y="1103502"/>
                </a:lnTo>
                <a:lnTo>
                  <a:pt x="72338" y="1095367"/>
                </a:lnTo>
                <a:lnTo>
                  <a:pt x="74864" y="1086342"/>
                </a:lnTo>
                <a:lnTo>
                  <a:pt x="81987" y="1082335"/>
                </a:lnTo>
                <a:lnTo>
                  <a:pt x="89156" y="1078378"/>
                </a:lnTo>
                <a:lnTo>
                  <a:pt x="98182" y="1080904"/>
                </a:lnTo>
                <a:lnTo>
                  <a:pt x="106141" y="1095201"/>
                </a:lnTo>
                <a:lnTo>
                  <a:pt x="103570" y="1104168"/>
                </a:lnTo>
                <a:lnTo>
                  <a:pt x="96446" y="1108174"/>
                </a:lnTo>
                <a:lnTo>
                  <a:pt x="90383" y="1111556"/>
                </a:lnTo>
                <a:lnTo>
                  <a:pt x="82975" y="1110176"/>
                </a:lnTo>
                <a:close/>
              </a:path>
              <a:path w="5142230" h="2300604">
                <a:moveTo>
                  <a:pt x="51162" y="1046209"/>
                </a:moveTo>
                <a:lnTo>
                  <a:pt x="45878" y="1040553"/>
                </a:lnTo>
                <a:lnTo>
                  <a:pt x="44978" y="1039111"/>
                </a:lnTo>
                <a:lnTo>
                  <a:pt x="44234" y="1037523"/>
                </a:lnTo>
                <a:lnTo>
                  <a:pt x="40991" y="1030043"/>
                </a:lnTo>
                <a:lnTo>
                  <a:pt x="44455" y="1021338"/>
                </a:lnTo>
                <a:lnTo>
                  <a:pt x="51884" y="1018050"/>
                </a:lnTo>
                <a:lnTo>
                  <a:pt x="59403" y="1014760"/>
                </a:lnTo>
                <a:lnTo>
                  <a:pt x="68114" y="1018220"/>
                </a:lnTo>
                <a:lnTo>
                  <a:pt x="74638" y="1033219"/>
                </a:lnTo>
                <a:lnTo>
                  <a:pt x="71231" y="1041888"/>
                </a:lnTo>
                <a:lnTo>
                  <a:pt x="57813" y="1047758"/>
                </a:lnTo>
                <a:lnTo>
                  <a:pt x="51162" y="1046209"/>
                </a:lnTo>
                <a:close/>
              </a:path>
              <a:path w="5142230" h="2300604">
                <a:moveTo>
                  <a:pt x="423871" y="1459847"/>
                </a:moveTo>
                <a:lnTo>
                  <a:pt x="417800" y="1453349"/>
                </a:lnTo>
                <a:lnTo>
                  <a:pt x="417133" y="1445597"/>
                </a:lnTo>
                <a:lnTo>
                  <a:pt x="421386" y="1439788"/>
                </a:lnTo>
                <a:lnTo>
                  <a:pt x="426148" y="1433157"/>
                </a:lnTo>
                <a:lnTo>
                  <a:pt x="435452" y="1431680"/>
                </a:lnTo>
                <a:lnTo>
                  <a:pt x="448627" y="1441287"/>
                </a:lnTo>
                <a:lnTo>
                  <a:pt x="450107" y="1450496"/>
                </a:lnTo>
                <a:lnTo>
                  <a:pt x="445349" y="1457132"/>
                </a:lnTo>
                <a:lnTo>
                  <a:pt x="440546" y="1463719"/>
                </a:lnTo>
                <a:lnTo>
                  <a:pt x="431283" y="1465250"/>
                </a:lnTo>
                <a:lnTo>
                  <a:pt x="423871" y="1459847"/>
                </a:lnTo>
                <a:close/>
              </a:path>
              <a:path w="5142230" h="2300604">
                <a:moveTo>
                  <a:pt x="1223" y="912795"/>
                </a:moveTo>
                <a:lnTo>
                  <a:pt x="0" y="911485"/>
                </a:lnTo>
                <a:lnTo>
                  <a:pt x="0" y="885735"/>
                </a:lnTo>
                <a:lnTo>
                  <a:pt x="3789" y="884556"/>
                </a:lnTo>
                <a:lnTo>
                  <a:pt x="11611" y="882080"/>
                </a:lnTo>
                <a:lnTo>
                  <a:pt x="19920" y="886380"/>
                </a:lnTo>
                <a:lnTo>
                  <a:pt x="24818" y="901984"/>
                </a:lnTo>
                <a:lnTo>
                  <a:pt x="20513" y="910288"/>
                </a:lnTo>
                <a:lnTo>
                  <a:pt x="7113" y="914506"/>
                </a:lnTo>
                <a:lnTo>
                  <a:pt x="1223" y="912795"/>
                </a:lnTo>
                <a:close/>
              </a:path>
              <a:path w="5142230" h="2300604">
                <a:moveTo>
                  <a:pt x="481954" y="1501008"/>
                </a:moveTo>
                <a:lnTo>
                  <a:pt x="475837" y="1494460"/>
                </a:lnTo>
                <a:lnTo>
                  <a:pt x="475118" y="1486849"/>
                </a:lnTo>
                <a:lnTo>
                  <a:pt x="479187" y="1481039"/>
                </a:lnTo>
                <a:lnTo>
                  <a:pt x="483801" y="1474346"/>
                </a:lnTo>
                <a:lnTo>
                  <a:pt x="493016" y="1472686"/>
                </a:lnTo>
                <a:lnTo>
                  <a:pt x="506443" y="1481967"/>
                </a:lnTo>
                <a:lnTo>
                  <a:pt x="508107" y="1491177"/>
                </a:lnTo>
                <a:lnTo>
                  <a:pt x="498827" y="1504604"/>
                </a:lnTo>
                <a:lnTo>
                  <a:pt x="489611" y="1506273"/>
                </a:lnTo>
                <a:lnTo>
                  <a:pt x="482878" y="1501606"/>
                </a:lnTo>
                <a:lnTo>
                  <a:pt x="481954" y="1501008"/>
                </a:lnTo>
                <a:close/>
              </a:path>
              <a:path w="5142230" h="2300604">
                <a:moveTo>
                  <a:pt x="831444" y="1743660"/>
                </a:moveTo>
                <a:lnTo>
                  <a:pt x="825416" y="1737207"/>
                </a:lnTo>
                <a:lnTo>
                  <a:pt x="824901" y="1729227"/>
                </a:lnTo>
                <a:lnTo>
                  <a:pt x="829352" y="1723435"/>
                </a:lnTo>
                <a:lnTo>
                  <a:pt x="834247" y="1716945"/>
                </a:lnTo>
                <a:lnTo>
                  <a:pt x="843589" y="1715705"/>
                </a:lnTo>
                <a:lnTo>
                  <a:pt x="856566" y="1725589"/>
                </a:lnTo>
                <a:lnTo>
                  <a:pt x="857756" y="1734878"/>
                </a:lnTo>
                <a:lnTo>
                  <a:pt x="852861" y="1741368"/>
                </a:lnTo>
                <a:lnTo>
                  <a:pt x="847877" y="1747859"/>
                </a:lnTo>
                <a:lnTo>
                  <a:pt x="838628" y="1749103"/>
                </a:lnTo>
                <a:lnTo>
                  <a:pt x="831444" y="1743660"/>
                </a:lnTo>
                <a:close/>
              </a:path>
              <a:path w="5142230" h="2300604">
                <a:moveTo>
                  <a:pt x="657791" y="1619447"/>
                </a:moveTo>
                <a:lnTo>
                  <a:pt x="652416" y="1613693"/>
                </a:lnTo>
                <a:lnTo>
                  <a:pt x="651684" y="1606067"/>
                </a:lnTo>
                <a:lnTo>
                  <a:pt x="655560" y="1600256"/>
                </a:lnTo>
                <a:lnTo>
                  <a:pt x="660186" y="1593469"/>
                </a:lnTo>
                <a:lnTo>
                  <a:pt x="669355" y="1591652"/>
                </a:lnTo>
                <a:lnTo>
                  <a:pt x="682879" y="1600850"/>
                </a:lnTo>
                <a:lnTo>
                  <a:pt x="684691" y="1610024"/>
                </a:lnTo>
                <a:lnTo>
                  <a:pt x="680113" y="1616765"/>
                </a:lnTo>
                <a:lnTo>
                  <a:pt x="675542" y="1623592"/>
                </a:lnTo>
                <a:lnTo>
                  <a:pt x="666324" y="1625355"/>
                </a:lnTo>
                <a:lnTo>
                  <a:pt x="658617" y="1620136"/>
                </a:lnTo>
                <a:lnTo>
                  <a:pt x="657791" y="1619447"/>
                </a:lnTo>
                <a:close/>
              </a:path>
              <a:path w="5142230" h="2300604">
                <a:moveTo>
                  <a:pt x="716334" y="1659439"/>
                </a:moveTo>
                <a:lnTo>
                  <a:pt x="710964" y="1653690"/>
                </a:lnTo>
                <a:lnTo>
                  <a:pt x="710235" y="1645970"/>
                </a:lnTo>
                <a:lnTo>
                  <a:pt x="714304" y="1640160"/>
                </a:lnTo>
                <a:lnTo>
                  <a:pt x="718971" y="1633426"/>
                </a:lnTo>
                <a:lnTo>
                  <a:pt x="728186" y="1631757"/>
                </a:lnTo>
                <a:lnTo>
                  <a:pt x="741649" y="1641095"/>
                </a:lnTo>
                <a:lnTo>
                  <a:pt x="743274" y="1650352"/>
                </a:lnTo>
                <a:lnTo>
                  <a:pt x="738606" y="1656996"/>
                </a:lnTo>
                <a:lnTo>
                  <a:pt x="733939" y="1663720"/>
                </a:lnTo>
                <a:lnTo>
                  <a:pt x="724728" y="1665394"/>
                </a:lnTo>
                <a:lnTo>
                  <a:pt x="717994" y="1660727"/>
                </a:lnTo>
                <a:lnTo>
                  <a:pt x="717165" y="1660132"/>
                </a:lnTo>
                <a:lnTo>
                  <a:pt x="716334" y="1659439"/>
                </a:lnTo>
                <a:close/>
              </a:path>
              <a:path w="5142230" h="2300604">
                <a:moveTo>
                  <a:pt x="598846" y="1579904"/>
                </a:moveTo>
                <a:lnTo>
                  <a:pt x="593521" y="1574204"/>
                </a:lnTo>
                <a:lnTo>
                  <a:pt x="592736" y="1566619"/>
                </a:lnTo>
                <a:lnTo>
                  <a:pt x="601148" y="1554022"/>
                </a:lnTo>
                <a:lnTo>
                  <a:pt x="610369" y="1552164"/>
                </a:lnTo>
                <a:lnTo>
                  <a:pt x="623892" y="1561264"/>
                </a:lnTo>
                <a:lnTo>
                  <a:pt x="625794" y="1570445"/>
                </a:lnTo>
                <a:lnTo>
                  <a:pt x="621177" y="1577223"/>
                </a:lnTo>
                <a:lnTo>
                  <a:pt x="616650" y="1584008"/>
                </a:lnTo>
                <a:lnTo>
                  <a:pt x="607477" y="1585820"/>
                </a:lnTo>
                <a:lnTo>
                  <a:pt x="599717" y="1580642"/>
                </a:lnTo>
                <a:lnTo>
                  <a:pt x="598846" y="1579904"/>
                </a:lnTo>
                <a:close/>
              </a:path>
              <a:path w="5142230" h="2300604">
                <a:moveTo>
                  <a:pt x="774780" y="1701183"/>
                </a:moveTo>
                <a:lnTo>
                  <a:pt x="768705" y="1694681"/>
                </a:lnTo>
                <a:lnTo>
                  <a:pt x="768090" y="1686887"/>
                </a:lnTo>
                <a:lnTo>
                  <a:pt x="777200" y="1674450"/>
                </a:lnTo>
                <a:lnTo>
                  <a:pt x="786455" y="1673019"/>
                </a:lnTo>
                <a:lnTo>
                  <a:pt x="799627" y="1682720"/>
                </a:lnTo>
                <a:lnTo>
                  <a:pt x="801054" y="1691970"/>
                </a:lnTo>
                <a:lnTo>
                  <a:pt x="796161" y="1698559"/>
                </a:lnTo>
                <a:lnTo>
                  <a:pt x="791357" y="1705147"/>
                </a:lnTo>
                <a:lnTo>
                  <a:pt x="782102" y="1706578"/>
                </a:lnTo>
                <a:lnTo>
                  <a:pt x="775559" y="1701724"/>
                </a:lnTo>
                <a:lnTo>
                  <a:pt x="774780" y="1701183"/>
                </a:lnTo>
                <a:close/>
              </a:path>
              <a:path w="5142230" h="2300604">
                <a:moveTo>
                  <a:pt x="1100575" y="1984059"/>
                </a:moveTo>
                <a:lnTo>
                  <a:pt x="1094882" y="1977964"/>
                </a:lnTo>
                <a:lnTo>
                  <a:pt x="1089422" y="1971924"/>
                </a:lnTo>
                <a:lnTo>
                  <a:pt x="1089878" y="1962549"/>
                </a:lnTo>
                <a:lnTo>
                  <a:pt x="1101615" y="1951938"/>
                </a:lnTo>
                <a:lnTo>
                  <a:pt x="1102011" y="1951580"/>
                </a:lnTo>
                <a:lnTo>
                  <a:pt x="1111337" y="1952082"/>
                </a:lnTo>
                <a:lnTo>
                  <a:pt x="1122306" y="1964215"/>
                </a:lnTo>
                <a:lnTo>
                  <a:pt x="1121800" y="1973545"/>
                </a:lnTo>
                <a:lnTo>
                  <a:pt x="1115806" y="1979053"/>
                </a:lnTo>
                <a:lnTo>
                  <a:pt x="1110063" y="1984157"/>
                </a:lnTo>
                <a:lnTo>
                  <a:pt x="1109769" y="1984419"/>
                </a:lnTo>
                <a:lnTo>
                  <a:pt x="1100575" y="1984059"/>
                </a:lnTo>
                <a:close/>
              </a:path>
              <a:path w="5142230" h="2300604">
                <a:moveTo>
                  <a:pt x="941977" y="1831975"/>
                </a:moveTo>
                <a:lnTo>
                  <a:pt x="936099" y="1825682"/>
                </a:lnTo>
                <a:lnTo>
                  <a:pt x="935777" y="1817323"/>
                </a:lnTo>
                <a:lnTo>
                  <a:pt x="940695" y="1811542"/>
                </a:lnTo>
                <a:lnTo>
                  <a:pt x="945951" y="1805253"/>
                </a:lnTo>
                <a:lnTo>
                  <a:pt x="955287" y="1804485"/>
                </a:lnTo>
                <a:lnTo>
                  <a:pt x="967769" y="1815012"/>
                </a:lnTo>
                <a:lnTo>
                  <a:pt x="968534" y="1824433"/>
                </a:lnTo>
                <a:lnTo>
                  <a:pt x="957961" y="1836867"/>
                </a:lnTo>
                <a:lnTo>
                  <a:pt x="948635" y="1837636"/>
                </a:lnTo>
                <a:lnTo>
                  <a:pt x="941977" y="1831975"/>
                </a:lnTo>
                <a:close/>
              </a:path>
              <a:path w="5142230" h="2300604">
                <a:moveTo>
                  <a:pt x="995388" y="1878789"/>
                </a:moveTo>
                <a:lnTo>
                  <a:pt x="989371" y="1872347"/>
                </a:lnTo>
                <a:lnTo>
                  <a:pt x="989199" y="1863660"/>
                </a:lnTo>
                <a:lnTo>
                  <a:pt x="994395" y="1857893"/>
                </a:lnTo>
                <a:lnTo>
                  <a:pt x="999893" y="1851844"/>
                </a:lnTo>
                <a:lnTo>
                  <a:pt x="1009250" y="1851411"/>
                </a:lnTo>
                <a:lnTo>
                  <a:pt x="1021345" y="1862393"/>
                </a:lnTo>
                <a:lnTo>
                  <a:pt x="1021772" y="1871755"/>
                </a:lnTo>
                <a:lnTo>
                  <a:pt x="1010795" y="1883845"/>
                </a:lnTo>
                <a:lnTo>
                  <a:pt x="1001432" y="1884282"/>
                </a:lnTo>
                <a:lnTo>
                  <a:pt x="995388" y="1878789"/>
                </a:lnTo>
                <a:close/>
              </a:path>
              <a:path w="5142230" h="2300604">
                <a:moveTo>
                  <a:pt x="887832" y="1787601"/>
                </a:moveTo>
                <a:lnTo>
                  <a:pt x="881340" y="1780651"/>
                </a:lnTo>
                <a:lnTo>
                  <a:pt x="880873" y="1772635"/>
                </a:lnTo>
                <a:lnTo>
                  <a:pt x="885517" y="1766844"/>
                </a:lnTo>
                <a:lnTo>
                  <a:pt x="890597" y="1760455"/>
                </a:lnTo>
                <a:lnTo>
                  <a:pt x="899929" y="1759399"/>
                </a:lnTo>
                <a:lnTo>
                  <a:pt x="912712" y="1769564"/>
                </a:lnTo>
                <a:lnTo>
                  <a:pt x="913708" y="1778851"/>
                </a:lnTo>
                <a:lnTo>
                  <a:pt x="903553" y="1791634"/>
                </a:lnTo>
                <a:lnTo>
                  <a:pt x="894221" y="1792681"/>
                </a:lnTo>
                <a:lnTo>
                  <a:pt x="887832" y="1787601"/>
                </a:lnTo>
                <a:close/>
              </a:path>
              <a:path w="5142230" h="2300604">
                <a:moveTo>
                  <a:pt x="366737" y="1417161"/>
                </a:moveTo>
                <a:lnTo>
                  <a:pt x="360760" y="1410763"/>
                </a:lnTo>
                <a:lnTo>
                  <a:pt x="360283" y="1402726"/>
                </a:lnTo>
                <a:lnTo>
                  <a:pt x="369723" y="1390447"/>
                </a:lnTo>
                <a:lnTo>
                  <a:pt x="379017" y="1389253"/>
                </a:lnTo>
                <a:lnTo>
                  <a:pt x="391990" y="1399231"/>
                </a:lnTo>
                <a:lnTo>
                  <a:pt x="393180" y="1408520"/>
                </a:lnTo>
                <a:lnTo>
                  <a:pt x="388150" y="1414962"/>
                </a:lnTo>
                <a:lnTo>
                  <a:pt x="383161" y="1421449"/>
                </a:lnTo>
                <a:lnTo>
                  <a:pt x="373867" y="1422644"/>
                </a:lnTo>
                <a:lnTo>
                  <a:pt x="366737" y="1417161"/>
                </a:lnTo>
                <a:close/>
              </a:path>
              <a:path w="5142230" h="2300604">
                <a:moveTo>
                  <a:pt x="211981" y="1281028"/>
                </a:moveTo>
                <a:lnTo>
                  <a:pt x="200688" y="1268939"/>
                </a:lnTo>
                <a:lnTo>
                  <a:pt x="200952" y="1259838"/>
                </a:lnTo>
                <a:lnTo>
                  <a:pt x="206761" y="1254229"/>
                </a:lnTo>
                <a:lnTo>
                  <a:pt x="212713" y="1248568"/>
                </a:lnTo>
                <a:lnTo>
                  <a:pt x="222146" y="1248794"/>
                </a:lnTo>
                <a:lnTo>
                  <a:pt x="227663" y="1254699"/>
                </a:lnTo>
                <a:lnTo>
                  <a:pt x="233318" y="1260557"/>
                </a:lnTo>
                <a:lnTo>
                  <a:pt x="233140" y="1269946"/>
                </a:lnTo>
                <a:lnTo>
                  <a:pt x="226944" y="1275834"/>
                </a:lnTo>
                <a:lnTo>
                  <a:pt x="221321" y="1281251"/>
                </a:lnTo>
                <a:lnTo>
                  <a:pt x="211981" y="1281028"/>
                </a:lnTo>
                <a:close/>
              </a:path>
              <a:path w="5142230" h="2300604">
                <a:moveTo>
                  <a:pt x="1188171" y="2094649"/>
                </a:moveTo>
                <a:lnTo>
                  <a:pt x="1181639" y="2087658"/>
                </a:lnTo>
                <a:lnTo>
                  <a:pt x="1177059" y="2080888"/>
                </a:lnTo>
                <a:lnTo>
                  <a:pt x="1178832" y="2071652"/>
                </a:lnTo>
                <a:lnTo>
                  <a:pt x="1192368" y="2062487"/>
                </a:lnTo>
                <a:lnTo>
                  <a:pt x="1201518" y="2064257"/>
                </a:lnTo>
                <a:lnTo>
                  <a:pt x="1210688" y="2077788"/>
                </a:lnTo>
                <a:lnTo>
                  <a:pt x="1208954" y="2086977"/>
                </a:lnTo>
                <a:lnTo>
                  <a:pt x="1202194" y="2091567"/>
                </a:lnTo>
                <a:lnTo>
                  <a:pt x="1196059" y="2095655"/>
                </a:lnTo>
                <a:lnTo>
                  <a:pt x="1188171" y="2094649"/>
                </a:lnTo>
                <a:close/>
              </a:path>
              <a:path w="5142230" h="2300604">
                <a:moveTo>
                  <a:pt x="1256204" y="2217709"/>
                </a:moveTo>
                <a:lnTo>
                  <a:pt x="1250915" y="2212048"/>
                </a:lnTo>
                <a:lnTo>
                  <a:pt x="1250066" y="2210650"/>
                </a:lnTo>
                <a:lnTo>
                  <a:pt x="1249317" y="2209066"/>
                </a:lnTo>
                <a:lnTo>
                  <a:pt x="1246083" y="2201596"/>
                </a:lnTo>
                <a:lnTo>
                  <a:pt x="1249444" y="2192878"/>
                </a:lnTo>
                <a:lnTo>
                  <a:pt x="1256972" y="2189598"/>
                </a:lnTo>
                <a:lnTo>
                  <a:pt x="1264401" y="2186310"/>
                </a:lnTo>
                <a:lnTo>
                  <a:pt x="1273151" y="2189724"/>
                </a:lnTo>
                <a:lnTo>
                  <a:pt x="1279733" y="2204677"/>
                </a:lnTo>
                <a:lnTo>
                  <a:pt x="1276309" y="2213436"/>
                </a:lnTo>
                <a:lnTo>
                  <a:pt x="1268839" y="2216671"/>
                </a:lnTo>
                <a:lnTo>
                  <a:pt x="1262900" y="2219306"/>
                </a:lnTo>
                <a:lnTo>
                  <a:pt x="1256204" y="2217709"/>
                </a:lnTo>
                <a:close/>
              </a:path>
              <a:path w="5142230" h="2300604">
                <a:moveTo>
                  <a:pt x="164380" y="1227717"/>
                </a:moveTo>
                <a:lnTo>
                  <a:pt x="158405" y="1221320"/>
                </a:lnTo>
                <a:lnTo>
                  <a:pt x="153194" y="1215058"/>
                </a:lnTo>
                <a:lnTo>
                  <a:pt x="154078" y="1205740"/>
                </a:lnTo>
                <a:lnTo>
                  <a:pt x="160345" y="1200525"/>
                </a:lnTo>
                <a:lnTo>
                  <a:pt x="165258" y="1196497"/>
                </a:lnTo>
                <a:lnTo>
                  <a:pt x="166654" y="1195353"/>
                </a:lnTo>
                <a:lnTo>
                  <a:pt x="175976" y="1196241"/>
                </a:lnTo>
                <a:lnTo>
                  <a:pt x="186407" y="1208776"/>
                </a:lnTo>
                <a:lnTo>
                  <a:pt x="185475" y="1218139"/>
                </a:lnTo>
                <a:lnTo>
                  <a:pt x="174315" y="1227404"/>
                </a:lnTo>
                <a:lnTo>
                  <a:pt x="173184" y="1228343"/>
                </a:lnTo>
                <a:lnTo>
                  <a:pt x="164380" y="1227717"/>
                </a:lnTo>
                <a:close/>
              </a:path>
              <a:path w="5142230" h="2300604">
                <a:moveTo>
                  <a:pt x="1224923" y="2154606"/>
                </a:moveTo>
                <a:lnTo>
                  <a:pt x="1219593" y="2148901"/>
                </a:lnTo>
                <a:lnTo>
                  <a:pt x="1218924" y="2147892"/>
                </a:lnTo>
                <a:lnTo>
                  <a:pt x="1214329" y="2139757"/>
                </a:lnTo>
                <a:lnTo>
                  <a:pt x="1216865" y="2130732"/>
                </a:lnTo>
                <a:lnTo>
                  <a:pt x="1223988" y="2126725"/>
                </a:lnTo>
                <a:lnTo>
                  <a:pt x="1231152" y="2122772"/>
                </a:lnTo>
                <a:lnTo>
                  <a:pt x="1240182" y="2125294"/>
                </a:lnTo>
                <a:lnTo>
                  <a:pt x="1248101" y="2139537"/>
                </a:lnTo>
                <a:lnTo>
                  <a:pt x="1245570" y="2148558"/>
                </a:lnTo>
                <a:lnTo>
                  <a:pt x="1238442" y="2152569"/>
                </a:lnTo>
                <a:lnTo>
                  <a:pt x="1232383" y="2155946"/>
                </a:lnTo>
                <a:lnTo>
                  <a:pt x="1224923" y="2154606"/>
                </a:lnTo>
                <a:close/>
              </a:path>
              <a:path w="5142230" h="2300604">
                <a:moveTo>
                  <a:pt x="1146238" y="2037827"/>
                </a:moveTo>
                <a:lnTo>
                  <a:pt x="1140226" y="2031390"/>
                </a:lnTo>
                <a:lnTo>
                  <a:pt x="1135156" y="2024986"/>
                </a:lnTo>
                <a:lnTo>
                  <a:pt x="1136228" y="2015675"/>
                </a:lnTo>
                <a:lnTo>
                  <a:pt x="1142633" y="2010606"/>
                </a:lnTo>
                <a:lnTo>
                  <a:pt x="1148986" y="2005492"/>
                </a:lnTo>
                <a:lnTo>
                  <a:pt x="1158298" y="2006555"/>
                </a:lnTo>
                <a:lnTo>
                  <a:pt x="1168436" y="2019373"/>
                </a:lnTo>
                <a:lnTo>
                  <a:pt x="1167369" y="2028679"/>
                </a:lnTo>
                <a:lnTo>
                  <a:pt x="1160955" y="2033748"/>
                </a:lnTo>
                <a:lnTo>
                  <a:pt x="1154899" y="2038594"/>
                </a:lnTo>
                <a:lnTo>
                  <a:pt x="1146238" y="2037827"/>
                </a:lnTo>
                <a:close/>
              </a:path>
              <a:path w="5142230" h="2300604">
                <a:moveTo>
                  <a:pt x="1046378" y="1927215"/>
                </a:moveTo>
                <a:lnTo>
                  <a:pt x="1040639" y="1921071"/>
                </a:lnTo>
                <a:lnTo>
                  <a:pt x="1040708" y="1911966"/>
                </a:lnTo>
                <a:lnTo>
                  <a:pt x="1046382" y="1906301"/>
                </a:lnTo>
                <a:lnTo>
                  <a:pt x="1052098" y="1900495"/>
                </a:lnTo>
                <a:lnTo>
                  <a:pt x="1061493" y="1900484"/>
                </a:lnTo>
                <a:lnTo>
                  <a:pt x="1073046" y="1911981"/>
                </a:lnTo>
                <a:lnTo>
                  <a:pt x="1073110" y="1921326"/>
                </a:lnTo>
                <a:lnTo>
                  <a:pt x="1067336" y="1927168"/>
                </a:lnTo>
                <a:lnTo>
                  <a:pt x="1061570" y="1932920"/>
                </a:lnTo>
                <a:lnTo>
                  <a:pt x="1052225" y="1932984"/>
                </a:lnTo>
                <a:lnTo>
                  <a:pt x="1046378" y="1927215"/>
                </a:lnTo>
                <a:close/>
              </a:path>
              <a:path w="5142230" h="2300604">
                <a:moveTo>
                  <a:pt x="256862" y="1324761"/>
                </a:moveTo>
                <a:lnTo>
                  <a:pt x="251619" y="1319149"/>
                </a:lnTo>
                <a:lnTo>
                  <a:pt x="251495" y="1310316"/>
                </a:lnTo>
                <a:lnTo>
                  <a:pt x="256835" y="1304606"/>
                </a:lnTo>
                <a:lnTo>
                  <a:pt x="262379" y="1298606"/>
                </a:lnTo>
                <a:lnTo>
                  <a:pt x="271733" y="1298258"/>
                </a:lnTo>
                <a:lnTo>
                  <a:pt x="283725" y="1309345"/>
                </a:lnTo>
                <a:lnTo>
                  <a:pt x="284067" y="1318695"/>
                </a:lnTo>
                <a:lnTo>
                  <a:pt x="272994" y="1330692"/>
                </a:lnTo>
                <a:lnTo>
                  <a:pt x="263635" y="1331034"/>
                </a:lnTo>
                <a:lnTo>
                  <a:pt x="256862" y="1324761"/>
                </a:lnTo>
                <a:close/>
              </a:path>
              <a:path w="5142230" h="2300604">
                <a:moveTo>
                  <a:pt x="79106" y="659234"/>
                </a:moveTo>
                <a:lnTo>
                  <a:pt x="74054" y="653827"/>
                </a:lnTo>
                <a:lnTo>
                  <a:pt x="72850" y="651756"/>
                </a:lnTo>
                <a:lnTo>
                  <a:pt x="70262" y="641655"/>
                </a:lnTo>
                <a:lnTo>
                  <a:pt x="74829" y="633836"/>
                </a:lnTo>
                <a:lnTo>
                  <a:pt x="82545" y="631833"/>
                </a:lnTo>
                <a:lnTo>
                  <a:pt x="90208" y="629870"/>
                </a:lnTo>
                <a:lnTo>
                  <a:pt x="98036" y="634437"/>
                </a:lnTo>
                <a:lnTo>
                  <a:pt x="101997" y="649821"/>
                </a:lnTo>
                <a:lnTo>
                  <a:pt x="97435" y="657644"/>
                </a:lnTo>
                <a:lnTo>
                  <a:pt x="84431" y="661025"/>
                </a:lnTo>
                <a:lnTo>
                  <a:pt x="79106" y="659234"/>
                </a:lnTo>
                <a:close/>
              </a:path>
              <a:path w="5142230" h="2300604">
                <a:moveTo>
                  <a:pt x="349840" y="1143662"/>
                </a:moveTo>
                <a:lnTo>
                  <a:pt x="343964" y="1137371"/>
                </a:lnTo>
                <a:lnTo>
                  <a:pt x="343827" y="1128926"/>
                </a:lnTo>
                <a:lnTo>
                  <a:pt x="348883" y="1123381"/>
                </a:lnTo>
                <a:lnTo>
                  <a:pt x="354275" y="1117522"/>
                </a:lnTo>
                <a:lnTo>
                  <a:pt x="363355" y="1117075"/>
                </a:lnTo>
                <a:lnTo>
                  <a:pt x="375076" y="1127766"/>
                </a:lnTo>
                <a:lnTo>
                  <a:pt x="375523" y="1136846"/>
                </a:lnTo>
                <a:lnTo>
                  <a:pt x="370130" y="1142705"/>
                </a:lnTo>
                <a:lnTo>
                  <a:pt x="364832" y="1148567"/>
                </a:lnTo>
                <a:lnTo>
                  <a:pt x="355743" y="1149013"/>
                </a:lnTo>
                <a:lnTo>
                  <a:pt x="349840" y="1143662"/>
                </a:lnTo>
                <a:close/>
              </a:path>
              <a:path w="5142230" h="2300604">
                <a:moveTo>
                  <a:pt x="404434" y="1190374"/>
                </a:moveTo>
                <a:lnTo>
                  <a:pt x="398132" y="1183627"/>
                </a:lnTo>
                <a:lnTo>
                  <a:pt x="397750" y="1175790"/>
                </a:lnTo>
                <a:lnTo>
                  <a:pt x="402243" y="1170141"/>
                </a:lnTo>
                <a:lnTo>
                  <a:pt x="407268" y="1163986"/>
                </a:lnTo>
                <a:lnTo>
                  <a:pt x="416313" y="1163014"/>
                </a:lnTo>
                <a:lnTo>
                  <a:pt x="428680" y="1172929"/>
                </a:lnTo>
                <a:lnTo>
                  <a:pt x="429647" y="1181979"/>
                </a:lnTo>
                <a:lnTo>
                  <a:pt x="424667" y="1188183"/>
                </a:lnTo>
                <a:lnTo>
                  <a:pt x="419638" y="1194333"/>
                </a:lnTo>
                <a:lnTo>
                  <a:pt x="410638" y="1195353"/>
                </a:lnTo>
                <a:lnTo>
                  <a:pt x="404434" y="1190374"/>
                </a:lnTo>
                <a:close/>
              </a:path>
              <a:path w="5142230" h="2300604">
                <a:moveTo>
                  <a:pt x="1610909" y="2133801"/>
                </a:moveTo>
                <a:lnTo>
                  <a:pt x="1605811" y="2128344"/>
                </a:lnTo>
                <a:lnTo>
                  <a:pt x="1604733" y="2126603"/>
                </a:lnTo>
                <a:lnTo>
                  <a:pt x="1601516" y="2117099"/>
                </a:lnTo>
                <a:lnTo>
                  <a:pt x="1605575" y="2108933"/>
                </a:lnTo>
                <a:lnTo>
                  <a:pt x="1613073" y="2106403"/>
                </a:lnTo>
                <a:lnTo>
                  <a:pt x="1620615" y="2103822"/>
                </a:lnTo>
                <a:lnTo>
                  <a:pt x="1628786" y="2107877"/>
                </a:lnTo>
                <a:lnTo>
                  <a:pt x="1633851" y="2122878"/>
                </a:lnTo>
                <a:lnTo>
                  <a:pt x="1629796" y="2131049"/>
                </a:lnTo>
                <a:lnTo>
                  <a:pt x="1616753" y="2135463"/>
                </a:lnTo>
                <a:lnTo>
                  <a:pt x="1610909" y="2133801"/>
                </a:lnTo>
                <a:close/>
              </a:path>
              <a:path w="5142230" h="2300604">
                <a:moveTo>
                  <a:pt x="303766" y="1099326"/>
                </a:moveTo>
                <a:lnTo>
                  <a:pt x="292788" y="1087574"/>
                </a:lnTo>
                <a:lnTo>
                  <a:pt x="292996" y="1078707"/>
                </a:lnTo>
                <a:lnTo>
                  <a:pt x="298654" y="1073239"/>
                </a:lnTo>
                <a:lnTo>
                  <a:pt x="304416" y="1067765"/>
                </a:lnTo>
                <a:lnTo>
                  <a:pt x="313619" y="1067940"/>
                </a:lnTo>
                <a:lnTo>
                  <a:pt x="318991" y="1073690"/>
                </a:lnTo>
                <a:lnTo>
                  <a:pt x="324463" y="1079353"/>
                </a:lnTo>
                <a:lnTo>
                  <a:pt x="324290" y="1088463"/>
                </a:lnTo>
                <a:lnTo>
                  <a:pt x="318291" y="1094260"/>
                </a:lnTo>
                <a:lnTo>
                  <a:pt x="312872" y="1099495"/>
                </a:lnTo>
                <a:lnTo>
                  <a:pt x="303766" y="1099326"/>
                </a:lnTo>
                <a:close/>
              </a:path>
              <a:path w="5142230" h="2300604">
                <a:moveTo>
                  <a:pt x="1552720" y="2005728"/>
                </a:moveTo>
                <a:lnTo>
                  <a:pt x="1547527" y="2000169"/>
                </a:lnTo>
                <a:lnTo>
                  <a:pt x="1546896" y="1999298"/>
                </a:lnTo>
                <a:lnTo>
                  <a:pt x="1546313" y="1998381"/>
                </a:lnTo>
                <a:lnTo>
                  <a:pt x="1542346" y="1991495"/>
                </a:lnTo>
                <a:lnTo>
                  <a:pt x="1544628" y="1982697"/>
                </a:lnTo>
                <a:lnTo>
                  <a:pt x="1551514" y="1978730"/>
                </a:lnTo>
                <a:lnTo>
                  <a:pt x="1558350" y="1974709"/>
                </a:lnTo>
                <a:lnTo>
                  <a:pt x="1567153" y="1976996"/>
                </a:lnTo>
                <a:lnTo>
                  <a:pt x="1575136" y="1990723"/>
                </a:lnTo>
                <a:lnTo>
                  <a:pt x="1572854" y="1999520"/>
                </a:lnTo>
                <a:lnTo>
                  <a:pt x="1566013" y="2003536"/>
                </a:lnTo>
                <a:lnTo>
                  <a:pt x="1560085" y="2006965"/>
                </a:lnTo>
                <a:lnTo>
                  <a:pt x="1552720" y="2005728"/>
                </a:lnTo>
                <a:close/>
              </a:path>
              <a:path w="5142230" h="2300604">
                <a:moveTo>
                  <a:pt x="121260" y="795264"/>
                </a:moveTo>
                <a:lnTo>
                  <a:pt x="116163" y="789808"/>
                </a:lnTo>
                <a:lnTo>
                  <a:pt x="115132" y="788215"/>
                </a:lnTo>
                <a:lnTo>
                  <a:pt x="114487" y="786351"/>
                </a:lnTo>
                <a:lnTo>
                  <a:pt x="111715" y="778888"/>
                </a:lnTo>
                <a:lnTo>
                  <a:pt x="115589" y="770621"/>
                </a:lnTo>
                <a:lnTo>
                  <a:pt x="122999" y="767899"/>
                </a:lnTo>
                <a:lnTo>
                  <a:pt x="130503" y="765180"/>
                </a:lnTo>
                <a:lnTo>
                  <a:pt x="138729" y="769001"/>
                </a:lnTo>
                <a:lnTo>
                  <a:pt x="144170" y="783916"/>
                </a:lnTo>
                <a:lnTo>
                  <a:pt x="140345" y="792146"/>
                </a:lnTo>
                <a:lnTo>
                  <a:pt x="132891" y="794909"/>
                </a:lnTo>
                <a:lnTo>
                  <a:pt x="127293" y="796942"/>
                </a:lnTo>
                <a:lnTo>
                  <a:pt x="121260" y="795264"/>
                </a:lnTo>
                <a:close/>
              </a:path>
              <a:path w="5142230" h="2300604">
                <a:moveTo>
                  <a:pt x="1585102" y="2068250"/>
                </a:moveTo>
                <a:lnTo>
                  <a:pt x="1579955" y="2062740"/>
                </a:lnTo>
                <a:lnTo>
                  <a:pt x="1579094" y="2061526"/>
                </a:lnTo>
                <a:lnTo>
                  <a:pt x="1578441" y="2060044"/>
                </a:lnTo>
                <a:lnTo>
                  <a:pt x="1575098" y="2052849"/>
                </a:lnTo>
                <a:lnTo>
                  <a:pt x="1578269" y="2044318"/>
                </a:lnTo>
                <a:lnTo>
                  <a:pt x="1585505" y="2041019"/>
                </a:lnTo>
                <a:lnTo>
                  <a:pt x="1592705" y="2037681"/>
                </a:lnTo>
                <a:lnTo>
                  <a:pt x="1601232" y="2040846"/>
                </a:lnTo>
                <a:lnTo>
                  <a:pt x="1607873" y="2055287"/>
                </a:lnTo>
                <a:lnTo>
                  <a:pt x="1604699" y="2063813"/>
                </a:lnTo>
                <a:lnTo>
                  <a:pt x="1597458" y="2067108"/>
                </a:lnTo>
                <a:lnTo>
                  <a:pt x="1591707" y="2069749"/>
                </a:lnTo>
                <a:lnTo>
                  <a:pt x="1585102" y="2068250"/>
                </a:lnTo>
                <a:close/>
              </a:path>
              <a:path w="5142230" h="2300604">
                <a:moveTo>
                  <a:pt x="460023" y="1232678"/>
                </a:moveTo>
                <a:lnTo>
                  <a:pt x="454785" y="1227070"/>
                </a:lnTo>
                <a:lnTo>
                  <a:pt x="454196" y="1219402"/>
                </a:lnTo>
                <a:lnTo>
                  <a:pt x="462916" y="1207330"/>
                </a:lnTo>
                <a:lnTo>
                  <a:pt x="471888" y="1205889"/>
                </a:lnTo>
                <a:lnTo>
                  <a:pt x="484790" y="1215203"/>
                </a:lnTo>
                <a:lnTo>
                  <a:pt x="486231" y="1224175"/>
                </a:lnTo>
                <a:lnTo>
                  <a:pt x="481569" y="1230621"/>
                </a:lnTo>
                <a:lnTo>
                  <a:pt x="476871" y="1237028"/>
                </a:lnTo>
                <a:lnTo>
                  <a:pt x="467895" y="1238464"/>
                </a:lnTo>
                <a:lnTo>
                  <a:pt x="461494" y="1233861"/>
                </a:lnTo>
                <a:lnTo>
                  <a:pt x="460023" y="1232678"/>
                </a:lnTo>
                <a:close/>
              </a:path>
              <a:path w="5142230" h="2300604">
                <a:moveTo>
                  <a:pt x="1471413" y="1890833"/>
                </a:moveTo>
                <a:lnTo>
                  <a:pt x="1465719" y="1884738"/>
                </a:lnTo>
                <a:lnTo>
                  <a:pt x="1460641" y="1878715"/>
                </a:lnTo>
                <a:lnTo>
                  <a:pt x="1461375" y="1869629"/>
                </a:lnTo>
                <a:lnTo>
                  <a:pt x="1472404" y="1860321"/>
                </a:lnTo>
                <a:lnTo>
                  <a:pt x="1473527" y="1859373"/>
                </a:lnTo>
                <a:lnTo>
                  <a:pt x="1482564" y="1860153"/>
                </a:lnTo>
                <a:lnTo>
                  <a:pt x="1492816" y="1872300"/>
                </a:lnTo>
                <a:lnTo>
                  <a:pt x="1492041" y="1881342"/>
                </a:lnTo>
                <a:lnTo>
                  <a:pt x="1481001" y="1890637"/>
                </a:lnTo>
                <a:lnTo>
                  <a:pt x="1480079" y="1891411"/>
                </a:lnTo>
                <a:lnTo>
                  <a:pt x="1471413" y="1890833"/>
                </a:lnTo>
                <a:close/>
              </a:path>
              <a:path w="5142230" h="2300604">
                <a:moveTo>
                  <a:pt x="764923" y="1415182"/>
                </a:moveTo>
                <a:lnTo>
                  <a:pt x="759776" y="1409672"/>
                </a:lnTo>
                <a:lnTo>
                  <a:pt x="758725" y="1403074"/>
                </a:lnTo>
                <a:lnTo>
                  <a:pt x="761604" y="1397554"/>
                </a:lnTo>
                <a:lnTo>
                  <a:pt x="765338" y="1390506"/>
                </a:lnTo>
                <a:lnTo>
                  <a:pt x="773974" y="1387825"/>
                </a:lnTo>
                <a:lnTo>
                  <a:pt x="788029" y="1395149"/>
                </a:lnTo>
                <a:lnTo>
                  <a:pt x="790755" y="1403834"/>
                </a:lnTo>
                <a:lnTo>
                  <a:pt x="787111" y="1410881"/>
                </a:lnTo>
                <a:lnTo>
                  <a:pt x="783382" y="1417935"/>
                </a:lnTo>
                <a:lnTo>
                  <a:pt x="774746" y="1420615"/>
                </a:lnTo>
                <a:lnTo>
                  <a:pt x="767694" y="1416976"/>
                </a:lnTo>
                <a:lnTo>
                  <a:pt x="766206" y="1416165"/>
                </a:lnTo>
                <a:lnTo>
                  <a:pt x="764923" y="1415182"/>
                </a:lnTo>
                <a:close/>
              </a:path>
              <a:path w="5142230" h="2300604">
                <a:moveTo>
                  <a:pt x="256492" y="1045602"/>
                </a:moveTo>
                <a:lnTo>
                  <a:pt x="250571" y="1039264"/>
                </a:lnTo>
                <a:lnTo>
                  <a:pt x="245684" y="1033045"/>
                </a:lnTo>
                <a:lnTo>
                  <a:pt x="246751" y="1024022"/>
                </a:lnTo>
                <a:lnTo>
                  <a:pt x="252910" y="1019081"/>
                </a:lnTo>
                <a:lnTo>
                  <a:pt x="259173" y="1014153"/>
                </a:lnTo>
                <a:lnTo>
                  <a:pt x="268201" y="1015216"/>
                </a:lnTo>
                <a:lnTo>
                  <a:pt x="278021" y="1027683"/>
                </a:lnTo>
                <a:lnTo>
                  <a:pt x="276958" y="1036711"/>
                </a:lnTo>
                <a:lnTo>
                  <a:pt x="270795" y="1041647"/>
                </a:lnTo>
                <a:lnTo>
                  <a:pt x="264829" y="1046306"/>
                </a:lnTo>
                <a:lnTo>
                  <a:pt x="256492" y="1045602"/>
                </a:lnTo>
                <a:close/>
              </a:path>
              <a:path w="5142230" h="2300604">
                <a:moveTo>
                  <a:pt x="640049" y="1347194"/>
                </a:moveTo>
                <a:lnTo>
                  <a:pt x="634907" y="1341689"/>
                </a:lnTo>
                <a:lnTo>
                  <a:pt x="633907" y="1334852"/>
                </a:lnTo>
                <a:lnTo>
                  <a:pt x="637122" y="1329301"/>
                </a:lnTo>
                <a:lnTo>
                  <a:pt x="641041" y="1322353"/>
                </a:lnTo>
                <a:lnTo>
                  <a:pt x="649803" y="1320003"/>
                </a:lnTo>
                <a:lnTo>
                  <a:pt x="656710" y="1323878"/>
                </a:lnTo>
                <a:lnTo>
                  <a:pt x="663610" y="1327842"/>
                </a:lnTo>
                <a:lnTo>
                  <a:pt x="666004" y="1336563"/>
                </a:lnTo>
                <a:lnTo>
                  <a:pt x="662085" y="1343511"/>
                </a:lnTo>
                <a:lnTo>
                  <a:pt x="658169" y="1350365"/>
                </a:lnTo>
                <a:lnTo>
                  <a:pt x="649400" y="1352804"/>
                </a:lnTo>
                <a:lnTo>
                  <a:pt x="642495" y="1348845"/>
                </a:lnTo>
                <a:lnTo>
                  <a:pt x="641202" y="1348135"/>
                </a:lnTo>
                <a:lnTo>
                  <a:pt x="640049" y="1347194"/>
                </a:lnTo>
                <a:close/>
              </a:path>
              <a:path w="5142230" h="2300604">
                <a:moveTo>
                  <a:pt x="1200231" y="1655473"/>
                </a:moveTo>
                <a:lnTo>
                  <a:pt x="1194203" y="1649020"/>
                </a:lnTo>
                <a:lnTo>
                  <a:pt x="1193425" y="1641833"/>
                </a:lnTo>
                <a:lnTo>
                  <a:pt x="1197204" y="1636202"/>
                </a:lnTo>
                <a:lnTo>
                  <a:pt x="1201585" y="1629553"/>
                </a:lnTo>
                <a:lnTo>
                  <a:pt x="1210521" y="1627780"/>
                </a:lnTo>
                <a:lnTo>
                  <a:pt x="1223725" y="1636539"/>
                </a:lnTo>
                <a:lnTo>
                  <a:pt x="1225498" y="1645474"/>
                </a:lnTo>
                <a:lnTo>
                  <a:pt x="1221166" y="1652078"/>
                </a:lnTo>
                <a:lnTo>
                  <a:pt x="1216740" y="1658678"/>
                </a:lnTo>
                <a:lnTo>
                  <a:pt x="1207849" y="1660500"/>
                </a:lnTo>
                <a:lnTo>
                  <a:pt x="1200231" y="1655473"/>
                </a:lnTo>
                <a:close/>
              </a:path>
              <a:path w="5142230" h="2300604">
                <a:moveTo>
                  <a:pt x="578728" y="1311168"/>
                </a:moveTo>
                <a:lnTo>
                  <a:pt x="573581" y="1305658"/>
                </a:lnTo>
                <a:lnTo>
                  <a:pt x="572685" y="1298551"/>
                </a:lnTo>
                <a:lnTo>
                  <a:pt x="576165" y="1292892"/>
                </a:lnTo>
                <a:lnTo>
                  <a:pt x="580188" y="1286144"/>
                </a:lnTo>
                <a:lnTo>
                  <a:pt x="588817" y="1284052"/>
                </a:lnTo>
                <a:lnTo>
                  <a:pt x="589047" y="1283996"/>
                </a:lnTo>
                <a:lnTo>
                  <a:pt x="602599" y="1292247"/>
                </a:lnTo>
                <a:lnTo>
                  <a:pt x="604747" y="1301105"/>
                </a:lnTo>
                <a:lnTo>
                  <a:pt x="600651" y="1307854"/>
                </a:lnTo>
                <a:lnTo>
                  <a:pt x="596492" y="1314652"/>
                </a:lnTo>
                <a:lnTo>
                  <a:pt x="587742" y="1316809"/>
                </a:lnTo>
                <a:lnTo>
                  <a:pt x="580894" y="1312705"/>
                </a:lnTo>
                <a:lnTo>
                  <a:pt x="579780" y="1312001"/>
                </a:lnTo>
                <a:lnTo>
                  <a:pt x="578728" y="1311168"/>
                </a:lnTo>
                <a:close/>
              </a:path>
              <a:path w="5142230" h="2300604">
                <a:moveTo>
                  <a:pt x="1139703" y="1616778"/>
                </a:moveTo>
                <a:lnTo>
                  <a:pt x="1134506" y="1611214"/>
                </a:lnTo>
                <a:lnTo>
                  <a:pt x="1133665" y="1604156"/>
                </a:lnTo>
                <a:lnTo>
                  <a:pt x="1137104" y="1598453"/>
                </a:lnTo>
                <a:lnTo>
                  <a:pt x="1141289" y="1591790"/>
                </a:lnTo>
                <a:lnTo>
                  <a:pt x="1149841" y="1589704"/>
                </a:lnTo>
                <a:lnTo>
                  <a:pt x="1150064" y="1589650"/>
                </a:lnTo>
                <a:lnTo>
                  <a:pt x="1163616" y="1597900"/>
                </a:lnTo>
                <a:lnTo>
                  <a:pt x="1165769" y="1606755"/>
                </a:lnTo>
                <a:lnTo>
                  <a:pt x="1161574" y="1613504"/>
                </a:lnTo>
                <a:lnTo>
                  <a:pt x="1157477" y="1620262"/>
                </a:lnTo>
                <a:lnTo>
                  <a:pt x="1148623" y="1622416"/>
                </a:lnTo>
                <a:lnTo>
                  <a:pt x="1141870" y="1618315"/>
                </a:lnTo>
                <a:lnTo>
                  <a:pt x="1140715" y="1617567"/>
                </a:lnTo>
                <a:lnTo>
                  <a:pt x="1139703" y="1616778"/>
                </a:lnTo>
                <a:close/>
              </a:path>
              <a:path w="5142230" h="2300604">
                <a:moveTo>
                  <a:pt x="1078660" y="1580756"/>
                </a:moveTo>
                <a:lnTo>
                  <a:pt x="1073558" y="1575295"/>
                </a:lnTo>
                <a:lnTo>
                  <a:pt x="1072518" y="1568414"/>
                </a:lnTo>
                <a:lnTo>
                  <a:pt x="1079693" y="1555959"/>
                </a:lnTo>
                <a:lnTo>
                  <a:pt x="1088462" y="1553519"/>
                </a:lnTo>
                <a:lnTo>
                  <a:pt x="1102216" y="1561399"/>
                </a:lnTo>
                <a:lnTo>
                  <a:pt x="1104655" y="1570169"/>
                </a:lnTo>
                <a:lnTo>
                  <a:pt x="1096726" y="1583968"/>
                </a:lnTo>
                <a:lnTo>
                  <a:pt x="1088001" y="1586357"/>
                </a:lnTo>
                <a:lnTo>
                  <a:pt x="1081057" y="1582443"/>
                </a:lnTo>
                <a:lnTo>
                  <a:pt x="1079808" y="1581692"/>
                </a:lnTo>
                <a:lnTo>
                  <a:pt x="1078660" y="1580756"/>
                </a:lnTo>
                <a:close/>
              </a:path>
              <a:path w="5142230" h="2300604">
                <a:moveTo>
                  <a:pt x="1257512" y="1695091"/>
                </a:moveTo>
                <a:lnTo>
                  <a:pt x="1252278" y="1689488"/>
                </a:lnTo>
                <a:lnTo>
                  <a:pt x="1251689" y="1681820"/>
                </a:lnTo>
                <a:lnTo>
                  <a:pt x="1255846" y="1676202"/>
                </a:lnTo>
                <a:lnTo>
                  <a:pt x="1260504" y="1669751"/>
                </a:lnTo>
                <a:lnTo>
                  <a:pt x="1269475" y="1668310"/>
                </a:lnTo>
                <a:lnTo>
                  <a:pt x="1282328" y="1677670"/>
                </a:lnTo>
                <a:lnTo>
                  <a:pt x="1283721" y="1686687"/>
                </a:lnTo>
                <a:lnTo>
                  <a:pt x="1279013" y="1693085"/>
                </a:lnTo>
                <a:lnTo>
                  <a:pt x="1274405" y="1699490"/>
                </a:lnTo>
                <a:lnTo>
                  <a:pt x="1265438" y="1700936"/>
                </a:lnTo>
                <a:lnTo>
                  <a:pt x="1258987" y="1696279"/>
                </a:lnTo>
                <a:lnTo>
                  <a:pt x="1257512" y="1695091"/>
                </a:lnTo>
                <a:close/>
              </a:path>
              <a:path w="5142230" h="2300604">
                <a:moveTo>
                  <a:pt x="1629704" y="2201719"/>
                </a:moveTo>
                <a:lnTo>
                  <a:pt x="1624644" y="2196301"/>
                </a:lnTo>
                <a:lnTo>
                  <a:pt x="1623351" y="2194039"/>
                </a:lnTo>
                <a:lnTo>
                  <a:pt x="1622778" y="2191470"/>
                </a:lnTo>
                <a:lnTo>
                  <a:pt x="1621111" y="2183723"/>
                </a:lnTo>
                <a:lnTo>
                  <a:pt x="1625948" y="2175999"/>
                </a:lnTo>
                <a:lnTo>
                  <a:pt x="1633705" y="2174332"/>
                </a:lnTo>
                <a:lnTo>
                  <a:pt x="1641456" y="2172561"/>
                </a:lnTo>
                <a:lnTo>
                  <a:pt x="1649131" y="2177453"/>
                </a:lnTo>
                <a:lnTo>
                  <a:pt x="1652613" y="2192910"/>
                </a:lnTo>
                <a:lnTo>
                  <a:pt x="1647725" y="2200581"/>
                </a:lnTo>
                <a:lnTo>
                  <a:pt x="1639974" y="2202352"/>
                </a:lnTo>
                <a:lnTo>
                  <a:pt x="1634832" y="2203494"/>
                </a:lnTo>
                <a:lnTo>
                  <a:pt x="1629704" y="2201719"/>
                </a:lnTo>
                <a:close/>
              </a:path>
              <a:path w="5142230" h="2300604">
                <a:moveTo>
                  <a:pt x="1368203" y="1784454"/>
                </a:moveTo>
                <a:lnTo>
                  <a:pt x="1362277" y="1778110"/>
                </a:lnTo>
                <a:lnTo>
                  <a:pt x="1362141" y="1769755"/>
                </a:lnTo>
                <a:lnTo>
                  <a:pt x="1367147" y="1764165"/>
                </a:lnTo>
                <a:lnTo>
                  <a:pt x="1372494" y="1758257"/>
                </a:lnTo>
                <a:lnTo>
                  <a:pt x="1381573" y="1757811"/>
                </a:lnTo>
                <a:lnTo>
                  <a:pt x="1393344" y="1768456"/>
                </a:lnTo>
                <a:lnTo>
                  <a:pt x="1393839" y="1777490"/>
                </a:lnTo>
                <a:lnTo>
                  <a:pt x="1383189" y="1789256"/>
                </a:lnTo>
                <a:lnTo>
                  <a:pt x="1374111" y="1789801"/>
                </a:lnTo>
                <a:lnTo>
                  <a:pt x="1368203" y="1784454"/>
                </a:lnTo>
                <a:close/>
              </a:path>
              <a:path w="5142230" h="2300604">
                <a:moveTo>
                  <a:pt x="215010" y="987404"/>
                </a:moveTo>
                <a:lnTo>
                  <a:pt x="209122" y="981102"/>
                </a:lnTo>
                <a:lnTo>
                  <a:pt x="208623" y="980372"/>
                </a:lnTo>
                <a:lnTo>
                  <a:pt x="204367" y="973665"/>
                </a:lnTo>
                <a:lnTo>
                  <a:pt x="206279" y="964765"/>
                </a:lnTo>
                <a:lnTo>
                  <a:pt x="212982" y="960504"/>
                </a:lnTo>
                <a:lnTo>
                  <a:pt x="219648" y="956203"/>
                </a:lnTo>
                <a:lnTo>
                  <a:pt x="228504" y="958157"/>
                </a:lnTo>
                <a:lnTo>
                  <a:pt x="237110" y="971485"/>
                </a:lnTo>
                <a:lnTo>
                  <a:pt x="235158" y="980430"/>
                </a:lnTo>
                <a:lnTo>
                  <a:pt x="228446" y="984682"/>
                </a:lnTo>
                <a:lnTo>
                  <a:pt x="222609" y="988501"/>
                </a:lnTo>
                <a:lnTo>
                  <a:pt x="215010" y="987404"/>
                </a:lnTo>
                <a:close/>
              </a:path>
              <a:path w="5142230" h="2300604">
                <a:moveTo>
                  <a:pt x="1314248" y="1738524"/>
                </a:moveTo>
                <a:lnTo>
                  <a:pt x="1308508" y="1732380"/>
                </a:lnTo>
                <a:lnTo>
                  <a:pt x="1308072" y="1724387"/>
                </a:lnTo>
                <a:lnTo>
                  <a:pt x="1312651" y="1718731"/>
                </a:lnTo>
                <a:lnTo>
                  <a:pt x="1317586" y="1712578"/>
                </a:lnTo>
                <a:lnTo>
                  <a:pt x="1326636" y="1711611"/>
                </a:lnTo>
                <a:lnTo>
                  <a:pt x="1338993" y="1721516"/>
                </a:lnTo>
                <a:lnTo>
                  <a:pt x="1339964" y="1730571"/>
                </a:lnTo>
                <a:lnTo>
                  <a:pt x="1330055" y="1742933"/>
                </a:lnTo>
                <a:lnTo>
                  <a:pt x="1321005" y="1743900"/>
                </a:lnTo>
                <a:lnTo>
                  <a:pt x="1314801" y="1738921"/>
                </a:lnTo>
                <a:lnTo>
                  <a:pt x="1314248" y="1738524"/>
                </a:lnTo>
                <a:close/>
              </a:path>
              <a:path w="5142230" h="2300604">
                <a:moveTo>
                  <a:pt x="178857" y="925734"/>
                </a:moveTo>
                <a:lnTo>
                  <a:pt x="173660" y="920170"/>
                </a:lnTo>
                <a:lnTo>
                  <a:pt x="172941" y="919117"/>
                </a:lnTo>
                <a:lnTo>
                  <a:pt x="168638" y="910982"/>
                </a:lnTo>
                <a:lnTo>
                  <a:pt x="171348" y="902251"/>
                </a:lnTo>
                <a:lnTo>
                  <a:pt x="185333" y="894838"/>
                </a:lnTo>
                <a:lnTo>
                  <a:pt x="194074" y="897548"/>
                </a:lnTo>
                <a:lnTo>
                  <a:pt x="201433" y="911584"/>
                </a:lnTo>
                <a:lnTo>
                  <a:pt x="198772" y="920279"/>
                </a:lnTo>
                <a:lnTo>
                  <a:pt x="185892" y="927106"/>
                </a:lnTo>
                <a:lnTo>
                  <a:pt x="178857" y="925734"/>
                </a:lnTo>
                <a:close/>
              </a:path>
              <a:path w="5142230" h="2300604">
                <a:moveTo>
                  <a:pt x="827963" y="1447868"/>
                </a:moveTo>
                <a:lnTo>
                  <a:pt x="822866" y="1442412"/>
                </a:lnTo>
                <a:lnTo>
                  <a:pt x="821767" y="1435859"/>
                </a:lnTo>
                <a:lnTo>
                  <a:pt x="824646" y="1430339"/>
                </a:lnTo>
                <a:lnTo>
                  <a:pt x="828240" y="1423239"/>
                </a:lnTo>
                <a:lnTo>
                  <a:pt x="836925" y="1420513"/>
                </a:lnTo>
                <a:lnTo>
                  <a:pt x="851029" y="1427791"/>
                </a:lnTo>
                <a:lnTo>
                  <a:pt x="853803" y="1436430"/>
                </a:lnTo>
                <a:lnTo>
                  <a:pt x="846520" y="1450530"/>
                </a:lnTo>
                <a:lnTo>
                  <a:pt x="838047" y="1453286"/>
                </a:lnTo>
                <a:lnTo>
                  <a:pt x="837837" y="1453355"/>
                </a:lnTo>
                <a:lnTo>
                  <a:pt x="830785" y="1449715"/>
                </a:lnTo>
                <a:lnTo>
                  <a:pt x="829297" y="1448905"/>
                </a:lnTo>
                <a:lnTo>
                  <a:pt x="827963" y="1447868"/>
                </a:lnTo>
                <a:close/>
              </a:path>
              <a:path w="5142230" h="2300604">
                <a:moveTo>
                  <a:pt x="1514708" y="1946563"/>
                </a:moveTo>
                <a:lnTo>
                  <a:pt x="1508501" y="1939918"/>
                </a:lnTo>
                <a:lnTo>
                  <a:pt x="1503911" y="1933441"/>
                </a:lnTo>
                <a:lnTo>
                  <a:pt x="1505440" y="1924424"/>
                </a:lnTo>
                <a:lnTo>
                  <a:pt x="1511879" y="1919879"/>
                </a:lnTo>
                <a:lnTo>
                  <a:pt x="1518316" y="1915236"/>
                </a:lnTo>
                <a:lnTo>
                  <a:pt x="1527328" y="1916770"/>
                </a:lnTo>
                <a:lnTo>
                  <a:pt x="1536561" y="1929685"/>
                </a:lnTo>
                <a:lnTo>
                  <a:pt x="1534986" y="1938653"/>
                </a:lnTo>
                <a:lnTo>
                  <a:pt x="1528499" y="1943243"/>
                </a:lnTo>
                <a:lnTo>
                  <a:pt x="1522600" y="1947484"/>
                </a:lnTo>
                <a:lnTo>
                  <a:pt x="1514708" y="1946563"/>
                </a:lnTo>
                <a:close/>
              </a:path>
              <a:path w="5142230" h="2300604">
                <a:moveTo>
                  <a:pt x="62488" y="590031"/>
                </a:moveTo>
                <a:lnTo>
                  <a:pt x="57432" y="584618"/>
                </a:lnTo>
                <a:lnTo>
                  <a:pt x="56185" y="582404"/>
                </a:lnTo>
                <a:lnTo>
                  <a:pt x="55615" y="579741"/>
                </a:lnTo>
                <a:lnTo>
                  <a:pt x="53894" y="572034"/>
                </a:lnTo>
                <a:lnTo>
                  <a:pt x="58782" y="564364"/>
                </a:lnTo>
                <a:lnTo>
                  <a:pt x="74289" y="560926"/>
                </a:lnTo>
                <a:lnTo>
                  <a:pt x="81960" y="565814"/>
                </a:lnTo>
                <a:lnTo>
                  <a:pt x="83632" y="573566"/>
                </a:lnTo>
                <a:lnTo>
                  <a:pt x="85398" y="581321"/>
                </a:lnTo>
                <a:lnTo>
                  <a:pt x="80510" y="588992"/>
                </a:lnTo>
                <a:lnTo>
                  <a:pt x="67567" y="591851"/>
                </a:lnTo>
                <a:lnTo>
                  <a:pt x="62488" y="590031"/>
                </a:lnTo>
                <a:close/>
              </a:path>
              <a:path w="5142230" h="2300604">
                <a:moveTo>
                  <a:pt x="891109" y="1480373"/>
                </a:moveTo>
                <a:lnTo>
                  <a:pt x="885967" y="1474868"/>
                </a:lnTo>
                <a:lnTo>
                  <a:pt x="884913" y="1468364"/>
                </a:lnTo>
                <a:lnTo>
                  <a:pt x="887742" y="1462791"/>
                </a:lnTo>
                <a:lnTo>
                  <a:pt x="891386" y="1455744"/>
                </a:lnTo>
                <a:lnTo>
                  <a:pt x="900066" y="1453013"/>
                </a:lnTo>
                <a:lnTo>
                  <a:pt x="914129" y="1460247"/>
                </a:lnTo>
                <a:lnTo>
                  <a:pt x="916949" y="1468936"/>
                </a:lnTo>
                <a:lnTo>
                  <a:pt x="909666" y="1483035"/>
                </a:lnTo>
                <a:lnTo>
                  <a:pt x="901127" y="1485721"/>
                </a:lnTo>
                <a:lnTo>
                  <a:pt x="900986" y="1485765"/>
                </a:lnTo>
                <a:lnTo>
                  <a:pt x="893881" y="1482167"/>
                </a:lnTo>
                <a:lnTo>
                  <a:pt x="892402" y="1481366"/>
                </a:lnTo>
                <a:lnTo>
                  <a:pt x="891109" y="1480373"/>
                </a:lnTo>
                <a:close/>
              </a:path>
              <a:path w="5142230" h="2300604">
                <a:moveTo>
                  <a:pt x="147857" y="861465"/>
                </a:moveTo>
                <a:lnTo>
                  <a:pt x="142709" y="855955"/>
                </a:lnTo>
                <a:lnTo>
                  <a:pt x="141811" y="854602"/>
                </a:lnTo>
                <a:lnTo>
                  <a:pt x="137952" y="845789"/>
                </a:lnTo>
                <a:lnTo>
                  <a:pt x="141267" y="837305"/>
                </a:lnTo>
                <a:lnTo>
                  <a:pt x="155833" y="831003"/>
                </a:lnTo>
                <a:lnTo>
                  <a:pt x="164313" y="834313"/>
                </a:lnTo>
                <a:lnTo>
                  <a:pt x="170664" y="848834"/>
                </a:lnTo>
                <a:lnTo>
                  <a:pt x="167349" y="857318"/>
                </a:lnTo>
                <a:lnTo>
                  <a:pt x="160071" y="860464"/>
                </a:lnTo>
                <a:lnTo>
                  <a:pt x="154363" y="862966"/>
                </a:lnTo>
                <a:lnTo>
                  <a:pt x="147857" y="861465"/>
                </a:lnTo>
                <a:close/>
              </a:path>
              <a:path w="5142230" h="2300604">
                <a:moveTo>
                  <a:pt x="1641169" y="2271271"/>
                </a:moveTo>
                <a:lnTo>
                  <a:pt x="1636159" y="2265907"/>
                </a:lnTo>
                <a:lnTo>
                  <a:pt x="1634791" y="2263076"/>
                </a:lnTo>
                <a:lnTo>
                  <a:pt x="1633466" y="2252078"/>
                </a:lnTo>
                <a:lnTo>
                  <a:pt x="1639138" y="2244953"/>
                </a:lnTo>
                <a:lnTo>
                  <a:pt x="1647007" y="2243994"/>
                </a:lnTo>
                <a:lnTo>
                  <a:pt x="1654922" y="2243083"/>
                </a:lnTo>
                <a:lnTo>
                  <a:pt x="1662042" y="2248750"/>
                </a:lnTo>
                <a:lnTo>
                  <a:pt x="1662912" y="2256621"/>
                </a:lnTo>
                <a:lnTo>
                  <a:pt x="1663872" y="2264490"/>
                </a:lnTo>
                <a:lnTo>
                  <a:pt x="1658200" y="2271615"/>
                </a:lnTo>
                <a:lnTo>
                  <a:pt x="1650331" y="2272574"/>
                </a:lnTo>
                <a:lnTo>
                  <a:pt x="1645593" y="2273074"/>
                </a:lnTo>
                <a:lnTo>
                  <a:pt x="1641169" y="2271271"/>
                </a:lnTo>
                <a:close/>
              </a:path>
              <a:path w="5142230" h="2300604">
                <a:moveTo>
                  <a:pt x="1418673" y="1832910"/>
                </a:moveTo>
                <a:lnTo>
                  <a:pt x="1413207" y="1827059"/>
                </a:lnTo>
                <a:lnTo>
                  <a:pt x="1413364" y="1818137"/>
                </a:lnTo>
                <a:lnTo>
                  <a:pt x="1418937" y="1812666"/>
                </a:lnTo>
                <a:lnTo>
                  <a:pt x="1419417" y="1812202"/>
                </a:lnTo>
                <a:lnTo>
                  <a:pt x="1424648" y="1807148"/>
                </a:lnTo>
                <a:lnTo>
                  <a:pt x="1433757" y="1807222"/>
                </a:lnTo>
                <a:lnTo>
                  <a:pt x="1444838" y="1818594"/>
                </a:lnTo>
                <a:lnTo>
                  <a:pt x="1444768" y="1827708"/>
                </a:lnTo>
                <a:lnTo>
                  <a:pt x="1444288" y="1828172"/>
                </a:lnTo>
                <a:lnTo>
                  <a:pt x="1439057" y="1833226"/>
                </a:lnTo>
                <a:lnTo>
                  <a:pt x="1433386" y="1838788"/>
                </a:lnTo>
                <a:lnTo>
                  <a:pt x="1424236" y="1838670"/>
                </a:lnTo>
                <a:lnTo>
                  <a:pt x="1418673" y="1832910"/>
                </a:lnTo>
                <a:close/>
              </a:path>
              <a:path w="5142230" h="2300604">
                <a:moveTo>
                  <a:pt x="1016710" y="1546403"/>
                </a:moveTo>
                <a:lnTo>
                  <a:pt x="1011563" y="1540893"/>
                </a:lnTo>
                <a:lnTo>
                  <a:pt x="1010516" y="1534201"/>
                </a:lnTo>
                <a:lnTo>
                  <a:pt x="1017317" y="1521639"/>
                </a:lnTo>
                <a:lnTo>
                  <a:pt x="1026044" y="1519056"/>
                </a:lnTo>
                <a:lnTo>
                  <a:pt x="1040044" y="1526614"/>
                </a:lnTo>
                <a:lnTo>
                  <a:pt x="1042627" y="1535341"/>
                </a:lnTo>
                <a:lnTo>
                  <a:pt x="1038802" y="1542293"/>
                </a:lnTo>
                <a:lnTo>
                  <a:pt x="1035023" y="1549293"/>
                </a:lnTo>
                <a:lnTo>
                  <a:pt x="1026296" y="1551875"/>
                </a:lnTo>
                <a:lnTo>
                  <a:pt x="1019296" y="1548096"/>
                </a:lnTo>
                <a:lnTo>
                  <a:pt x="1017953" y="1547342"/>
                </a:lnTo>
                <a:lnTo>
                  <a:pt x="1016710" y="1546403"/>
                </a:lnTo>
                <a:close/>
              </a:path>
              <a:path w="5142230" h="2300604">
                <a:moveTo>
                  <a:pt x="954065" y="1513065"/>
                </a:moveTo>
                <a:lnTo>
                  <a:pt x="948963" y="1507604"/>
                </a:lnTo>
                <a:lnTo>
                  <a:pt x="947867" y="1500958"/>
                </a:lnTo>
                <a:lnTo>
                  <a:pt x="950742" y="1495433"/>
                </a:lnTo>
                <a:lnTo>
                  <a:pt x="954480" y="1488389"/>
                </a:lnTo>
                <a:lnTo>
                  <a:pt x="963165" y="1485663"/>
                </a:lnTo>
                <a:lnTo>
                  <a:pt x="977217" y="1493081"/>
                </a:lnTo>
                <a:lnTo>
                  <a:pt x="979942" y="1501766"/>
                </a:lnTo>
                <a:lnTo>
                  <a:pt x="972568" y="1515768"/>
                </a:lnTo>
                <a:lnTo>
                  <a:pt x="963888" y="1518498"/>
                </a:lnTo>
                <a:lnTo>
                  <a:pt x="956832" y="1514854"/>
                </a:lnTo>
                <a:lnTo>
                  <a:pt x="955353" y="1514053"/>
                </a:lnTo>
                <a:lnTo>
                  <a:pt x="954065" y="1513065"/>
                </a:lnTo>
                <a:close/>
              </a:path>
              <a:path w="5142230" h="2300604">
                <a:moveTo>
                  <a:pt x="98542" y="727741"/>
                </a:moveTo>
                <a:lnTo>
                  <a:pt x="93486" y="722329"/>
                </a:lnTo>
                <a:lnTo>
                  <a:pt x="92370" y="720449"/>
                </a:lnTo>
                <a:lnTo>
                  <a:pt x="91636" y="718295"/>
                </a:lnTo>
                <a:lnTo>
                  <a:pt x="89351" y="710669"/>
                </a:lnTo>
                <a:lnTo>
                  <a:pt x="93637" y="702647"/>
                </a:lnTo>
                <a:lnTo>
                  <a:pt x="101174" y="700354"/>
                </a:lnTo>
                <a:lnTo>
                  <a:pt x="108760" y="698016"/>
                </a:lnTo>
                <a:lnTo>
                  <a:pt x="116781" y="702302"/>
                </a:lnTo>
                <a:lnTo>
                  <a:pt x="121453" y="717469"/>
                </a:lnTo>
                <a:lnTo>
                  <a:pt x="117172" y="725495"/>
                </a:lnTo>
                <a:lnTo>
                  <a:pt x="109635" y="727788"/>
                </a:lnTo>
                <a:lnTo>
                  <a:pt x="104195" y="729491"/>
                </a:lnTo>
                <a:lnTo>
                  <a:pt x="98542" y="727741"/>
                </a:lnTo>
                <a:close/>
              </a:path>
              <a:path w="5142230" h="2300604">
                <a:moveTo>
                  <a:pt x="0" y="168350"/>
                </a:moveTo>
                <a:lnTo>
                  <a:pt x="0" y="141614"/>
                </a:lnTo>
                <a:lnTo>
                  <a:pt x="5778" y="140978"/>
                </a:lnTo>
                <a:lnTo>
                  <a:pt x="13685" y="140157"/>
                </a:lnTo>
                <a:lnTo>
                  <a:pt x="20766" y="145879"/>
                </a:lnTo>
                <a:lnTo>
                  <a:pt x="22443" y="161652"/>
                </a:lnTo>
                <a:lnTo>
                  <a:pt x="16730" y="168732"/>
                </a:lnTo>
                <a:lnTo>
                  <a:pt x="8818" y="169549"/>
                </a:lnTo>
                <a:lnTo>
                  <a:pt x="4175" y="170052"/>
                </a:lnTo>
                <a:lnTo>
                  <a:pt x="0" y="168350"/>
                </a:lnTo>
                <a:close/>
              </a:path>
              <a:path w="5142230" h="2300604">
                <a:moveTo>
                  <a:pt x="518599" y="1273095"/>
                </a:moveTo>
                <a:lnTo>
                  <a:pt x="513411" y="1267542"/>
                </a:lnTo>
                <a:lnTo>
                  <a:pt x="512616" y="1260239"/>
                </a:lnTo>
                <a:lnTo>
                  <a:pt x="520736" y="1247916"/>
                </a:lnTo>
                <a:lnTo>
                  <a:pt x="529626" y="1246094"/>
                </a:lnTo>
                <a:lnTo>
                  <a:pt x="542869" y="1254806"/>
                </a:lnTo>
                <a:lnTo>
                  <a:pt x="544741" y="1263750"/>
                </a:lnTo>
                <a:lnTo>
                  <a:pt x="536033" y="1276998"/>
                </a:lnTo>
                <a:lnTo>
                  <a:pt x="527089" y="1278861"/>
                </a:lnTo>
                <a:lnTo>
                  <a:pt x="519476" y="1273838"/>
                </a:lnTo>
                <a:lnTo>
                  <a:pt x="518599" y="1273095"/>
                </a:lnTo>
                <a:close/>
              </a:path>
              <a:path w="5142230" h="2300604">
                <a:moveTo>
                  <a:pt x="35944" y="450284"/>
                </a:moveTo>
                <a:lnTo>
                  <a:pt x="30934" y="444920"/>
                </a:lnTo>
                <a:lnTo>
                  <a:pt x="29606" y="442325"/>
                </a:lnTo>
                <a:lnTo>
                  <a:pt x="29091" y="439428"/>
                </a:lnTo>
                <a:lnTo>
                  <a:pt x="27894" y="431598"/>
                </a:lnTo>
                <a:lnTo>
                  <a:pt x="33198" y="424178"/>
                </a:lnTo>
                <a:lnTo>
                  <a:pt x="48862" y="421689"/>
                </a:lnTo>
                <a:lnTo>
                  <a:pt x="56229" y="427034"/>
                </a:lnTo>
                <a:lnTo>
                  <a:pt x="58770" y="442657"/>
                </a:lnTo>
                <a:lnTo>
                  <a:pt x="53416" y="450024"/>
                </a:lnTo>
                <a:lnTo>
                  <a:pt x="45587" y="451320"/>
                </a:lnTo>
                <a:lnTo>
                  <a:pt x="40651" y="452096"/>
                </a:lnTo>
                <a:lnTo>
                  <a:pt x="35944" y="450284"/>
                </a:lnTo>
                <a:close/>
              </a:path>
              <a:path w="5142230" h="2300604">
                <a:moveTo>
                  <a:pt x="48242" y="520336"/>
                </a:moveTo>
                <a:lnTo>
                  <a:pt x="43186" y="514924"/>
                </a:lnTo>
                <a:lnTo>
                  <a:pt x="41852" y="512518"/>
                </a:lnTo>
                <a:lnTo>
                  <a:pt x="41379" y="509764"/>
                </a:lnTo>
                <a:lnTo>
                  <a:pt x="39899" y="501924"/>
                </a:lnTo>
                <a:lnTo>
                  <a:pt x="45063" y="494452"/>
                </a:lnTo>
                <a:lnTo>
                  <a:pt x="60649" y="491489"/>
                </a:lnTo>
                <a:lnTo>
                  <a:pt x="68121" y="496653"/>
                </a:lnTo>
                <a:lnTo>
                  <a:pt x="69650" y="504447"/>
                </a:lnTo>
                <a:lnTo>
                  <a:pt x="71084" y="512238"/>
                </a:lnTo>
                <a:lnTo>
                  <a:pt x="65965" y="519759"/>
                </a:lnTo>
                <a:lnTo>
                  <a:pt x="58174" y="521194"/>
                </a:lnTo>
                <a:lnTo>
                  <a:pt x="53137" y="522155"/>
                </a:lnTo>
                <a:lnTo>
                  <a:pt x="48242" y="520336"/>
                </a:lnTo>
                <a:close/>
              </a:path>
              <a:path w="5142230" h="2300604">
                <a:moveTo>
                  <a:pt x="0" y="99052"/>
                </a:moveTo>
                <a:lnTo>
                  <a:pt x="0" y="70198"/>
                </a:lnTo>
                <a:lnTo>
                  <a:pt x="6223" y="69513"/>
                </a:lnTo>
                <a:lnTo>
                  <a:pt x="13303" y="75235"/>
                </a:lnTo>
                <a:lnTo>
                  <a:pt x="14981" y="91008"/>
                </a:lnTo>
                <a:lnTo>
                  <a:pt x="9268" y="98089"/>
                </a:lnTo>
                <a:lnTo>
                  <a:pt x="0" y="99052"/>
                </a:lnTo>
                <a:close/>
              </a:path>
              <a:path w="5142230" h="2300604">
                <a:moveTo>
                  <a:pt x="0" y="27599"/>
                </a:moveTo>
                <a:lnTo>
                  <a:pt x="0" y="0"/>
                </a:lnTo>
                <a:lnTo>
                  <a:pt x="5701" y="4539"/>
                </a:lnTo>
                <a:lnTo>
                  <a:pt x="7477" y="20321"/>
                </a:lnTo>
                <a:lnTo>
                  <a:pt x="1760" y="27396"/>
                </a:lnTo>
                <a:lnTo>
                  <a:pt x="0" y="27599"/>
                </a:lnTo>
                <a:close/>
              </a:path>
              <a:path w="5142230" h="2300604">
                <a:moveTo>
                  <a:pt x="25308" y="379957"/>
                </a:moveTo>
                <a:lnTo>
                  <a:pt x="20298" y="374593"/>
                </a:lnTo>
                <a:lnTo>
                  <a:pt x="18924" y="371950"/>
                </a:lnTo>
                <a:lnTo>
                  <a:pt x="17407" y="361040"/>
                </a:lnTo>
                <a:lnTo>
                  <a:pt x="22848" y="353766"/>
                </a:lnTo>
                <a:lnTo>
                  <a:pt x="30724" y="352618"/>
                </a:lnTo>
                <a:lnTo>
                  <a:pt x="38597" y="351564"/>
                </a:lnTo>
                <a:lnTo>
                  <a:pt x="45866" y="357000"/>
                </a:lnTo>
                <a:lnTo>
                  <a:pt x="46924" y="364877"/>
                </a:lnTo>
                <a:lnTo>
                  <a:pt x="48073" y="372753"/>
                </a:lnTo>
                <a:lnTo>
                  <a:pt x="42586" y="379978"/>
                </a:lnTo>
                <a:lnTo>
                  <a:pt x="34706" y="381122"/>
                </a:lnTo>
                <a:lnTo>
                  <a:pt x="29921" y="381766"/>
                </a:lnTo>
                <a:lnTo>
                  <a:pt x="25308" y="379957"/>
                </a:lnTo>
                <a:close/>
              </a:path>
              <a:path w="5142230" h="2300604">
                <a:moveTo>
                  <a:pt x="702186" y="1381747"/>
                </a:moveTo>
                <a:lnTo>
                  <a:pt x="697080" y="1376281"/>
                </a:lnTo>
                <a:lnTo>
                  <a:pt x="696038" y="1369593"/>
                </a:lnTo>
                <a:lnTo>
                  <a:pt x="702834" y="1357026"/>
                </a:lnTo>
                <a:lnTo>
                  <a:pt x="711566" y="1354448"/>
                </a:lnTo>
                <a:lnTo>
                  <a:pt x="718516" y="1358174"/>
                </a:lnTo>
                <a:lnTo>
                  <a:pt x="725472" y="1362003"/>
                </a:lnTo>
                <a:lnTo>
                  <a:pt x="728103" y="1370685"/>
                </a:lnTo>
                <a:lnTo>
                  <a:pt x="720545" y="1384685"/>
                </a:lnTo>
                <a:lnTo>
                  <a:pt x="711813" y="1387263"/>
                </a:lnTo>
                <a:lnTo>
                  <a:pt x="704818" y="1383489"/>
                </a:lnTo>
                <a:lnTo>
                  <a:pt x="703429" y="1382686"/>
                </a:lnTo>
                <a:lnTo>
                  <a:pt x="702186" y="1381747"/>
                </a:lnTo>
                <a:close/>
              </a:path>
              <a:path w="5142230" h="2300604">
                <a:moveTo>
                  <a:pt x="15900" y="309478"/>
                </a:moveTo>
                <a:lnTo>
                  <a:pt x="10894" y="304120"/>
                </a:lnTo>
                <a:lnTo>
                  <a:pt x="9568" y="301332"/>
                </a:lnTo>
                <a:lnTo>
                  <a:pt x="9113" y="298205"/>
                </a:lnTo>
                <a:lnTo>
                  <a:pt x="8153" y="290336"/>
                </a:lnTo>
                <a:lnTo>
                  <a:pt x="13779" y="283162"/>
                </a:lnTo>
                <a:lnTo>
                  <a:pt x="21649" y="282203"/>
                </a:lnTo>
                <a:lnTo>
                  <a:pt x="29473" y="281194"/>
                </a:lnTo>
                <a:lnTo>
                  <a:pt x="36695" y="286775"/>
                </a:lnTo>
                <a:lnTo>
                  <a:pt x="38659" y="302563"/>
                </a:lnTo>
                <a:lnTo>
                  <a:pt x="33082" y="309690"/>
                </a:lnTo>
                <a:lnTo>
                  <a:pt x="20423" y="311289"/>
                </a:lnTo>
                <a:lnTo>
                  <a:pt x="15900" y="309478"/>
                </a:lnTo>
                <a:close/>
              </a:path>
              <a:path w="5142230" h="2300604">
                <a:moveTo>
                  <a:pt x="7542" y="238951"/>
                </a:moveTo>
                <a:lnTo>
                  <a:pt x="2486" y="233538"/>
                </a:lnTo>
                <a:lnTo>
                  <a:pt x="1119" y="230706"/>
                </a:lnTo>
                <a:lnTo>
                  <a:pt x="0" y="219613"/>
                </a:lnTo>
                <a:lnTo>
                  <a:pt x="5563" y="212493"/>
                </a:lnTo>
                <a:lnTo>
                  <a:pt x="13429" y="211628"/>
                </a:lnTo>
                <a:lnTo>
                  <a:pt x="21344" y="210717"/>
                </a:lnTo>
                <a:lnTo>
                  <a:pt x="28468" y="216389"/>
                </a:lnTo>
                <a:lnTo>
                  <a:pt x="30240" y="232165"/>
                </a:lnTo>
                <a:lnTo>
                  <a:pt x="24573" y="239294"/>
                </a:lnTo>
                <a:lnTo>
                  <a:pt x="16658" y="240205"/>
                </a:lnTo>
                <a:lnTo>
                  <a:pt x="12014" y="240708"/>
                </a:lnTo>
                <a:lnTo>
                  <a:pt x="7542" y="238951"/>
                </a:lnTo>
                <a:close/>
              </a:path>
              <a:path w="5142230" h="2300604">
                <a:moveTo>
                  <a:pt x="1599470" y="1622560"/>
                </a:moveTo>
                <a:lnTo>
                  <a:pt x="1593714" y="1616399"/>
                </a:lnTo>
                <a:lnTo>
                  <a:pt x="1593124" y="1609121"/>
                </a:lnTo>
                <a:lnTo>
                  <a:pt x="1597045" y="1603641"/>
                </a:lnTo>
                <a:lnTo>
                  <a:pt x="1601549" y="1597417"/>
                </a:lnTo>
                <a:lnTo>
                  <a:pt x="1610286" y="1595920"/>
                </a:lnTo>
                <a:lnTo>
                  <a:pt x="1622820" y="1604939"/>
                </a:lnTo>
                <a:lnTo>
                  <a:pt x="1624227" y="1613678"/>
                </a:lnTo>
                <a:lnTo>
                  <a:pt x="1619719" y="1619898"/>
                </a:lnTo>
                <a:lnTo>
                  <a:pt x="1615257" y="1626166"/>
                </a:lnTo>
                <a:lnTo>
                  <a:pt x="1606523" y="1627569"/>
                </a:lnTo>
                <a:lnTo>
                  <a:pt x="1599470" y="1622560"/>
                </a:lnTo>
                <a:close/>
              </a:path>
              <a:path w="5142230" h="2300604">
                <a:moveTo>
                  <a:pt x="964734" y="1307783"/>
                </a:moveTo>
                <a:lnTo>
                  <a:pt x="959815" y="1302517"/>
                </a:lnTo>
                <a:lnTo>
                  <a:pt x="958599" y="1296622"/>
                </a:lnTo>
                <a:lnTo>
                  <a:pt x="963971" y="1284289"/>
                </a:lnTo>
                <a:lnTo>
                  <a:pt x="972205" y="1281081"/>
                </a:lnTo>
                <a:lnTo>
                  <a:pt x="986254" y="1287224"/>
                </a:lnTo>
                <a:lnTo>
                  <a:pt x="989561" y="1295457"/>
                </a:lnTo>
                <a:lnTo>
                  <a:pt x="986443" y="1302479"/>
                </a:lnTo>
                <a:lnTo>
                  <a:pt x="983365" y="1309546"/>
                </a:lnTo>
                <a:lnTo>
                  <a:pt x="975140" y="1312764"/>
                </a:lnTo>
                <a:lnTo>
                  <a:pt x="968069" y="1309691"/>
                </a:lnTo>
                <a:lnTo>
                  <a:pt x="966254" y="1308921"/>
                </a:lnTo>
                <a:lnTo>
                  <a:pt x="964734" y="1307783"/>
                </a:lnTo>
                <a:close/>
              </a:path>
              <a:path w="5142230" h="2300604">
                <a:moveTo>
                  <a:pt x="1095201" y="1363872"/>
                </a:moveTo>
                <a:lnTo>
                  <a:pt x="1090282" y="1358605"/>
                </a:lnTo>
                <a:lnTo>
                  <a:pt x="1089017" y="1352756"/>
                </a:lnTo>
                <a:lnTo>
                  <a:pt x="1091272" y="1347545"/>
                </a:lnTo>
                <a:lnTo>
                  <a:pt x="1094295" y="1340420"/>
                </a:lnTo>
                <a:lnTo>
                  <a:pt x="1102528" y="1337112"/>
                </a:lnTo>
                <a:lnTo>
                  <a:pt x="1109599" y="1340186"/>
                </a:lnTo>
                <a:lnTo>
                  <a:pt x="1116678" y="1343169"/>
                </a:lnTo>
                <a:lnTo>
                  <a:pt x="1119917" y="1351231"/>
                </a:lnTo>
                <a:lnTo>
                  <a:pt x="1116908" y="1358468"/>
                </a:lnTo>
                <a:lnTo>
                  <a:pt x="1113933" y="1365548"/>
                </a:lnTo>
                <a:lnTo>
                  <a:pt x="1105701" y="1368855"/>
                </a:lnTo>
                <a:lnTo>
                  <a:pt x="1098630" y="1365782"/>
                </a:lnTo>
                <a:lnTo>
                  <a:pt x="1096815" y="1365012"/>
                </a:lnTo>
                <a:lnTo>
                  <a:pt x="1095201" y="1363872"/>
                </a:lnTo>
                <a:close/>
              </a:path>
              <a:path w="5142230" h="2300604">
                <a:moveTo>
                  <a:pt x="1891611" y="2016224"/>
                </a:moveTo>
                <a:lnTo>
                  <a:pt x="1886692" y="2010958"/>
                </a:lnTo>
                <a:lnTo>
                  <a:pt x="1885579" y="2008985"/>
                </a:lnTo>
                <a:lnTo>
                  <a:pt x="1882836" y="1999402"/>
                </a:lnTo>
                <a:lnTo>
                  <a:pt x="1887153" y="1991708"/>
                </a:lnTo>
                <a:lnTo>
                  <a:pt x="1894549" y="1989557"/>
                </a:lnTo>
                <a:lnTo>
                  <a:pt x="1901981" y="1987444"/>
                </a:lnTo>
                <a:lnTo>
                  <a:pt x="1909675" y="1991771"/>
                </a:lnTo>
                <a:lnTo>
                  <a:pt x="1913885" y="2006639"/>
                </a:lnTo>
                <a:lnTo>
                  <a:pt x="1909568" y="2014333"/>
                </a:lnTo>
                <a:lnTo>
                  <a:pt x="1896931" y="2017911"/>
                </a:lnTo>
                <a:lnTo>
                  <a:pt x="1891611" y="2016224"/>
                </a:lnTo>
                <a:close/>
              </a:path>
              <a:path w="5142230" h="2300604">
                <a:moveTo>
                  <a:pt x="1655175" y="1665477"/>
                </a:moveTo>
                <a:lnTo>
                  <a:pt x="1649611" y="1659521"/>
                </a:lnTo>
                <a:lnTo>
                  <a:pt x="1649323" y="1651686"/>
                </a:lnTo>
                <a:lnTo>
                  <a:pt x="1653851" y="1646270"/>
                </a:lnTo>
                <a:lnTo>
                  <a:pt x="1658775" y="1640300"/>
                </a:lnTo>
                <a:lnTo>
                  <a:pt x="1667536" y="1639512"/>
                </a:lnTo>
                <a:lnTo>
                  <a:pt x="1679376" y="1649353"/>
                </a:lnTo>
                <a:lnTo>
                  <a:pt x="1680209" y="1658162"/>
                </a:lnTo>
                <a:lnTo>
                  <a:pt x="1675244" y="1664088"/>
                </a:lnTo>
                <a:lnTo>
                  <a:pt x="1670364" y="1670007"/>
                </a:lnTo>
                <a:lnTo>
                  <a:pt x="1661514" y="1670796"/>
                </a:lnTo>
                <a:lnTo>
                  <a:pt x="1655175" y="1665477"/>
                </a:lnTo>
                <a:close/>
              </a:path>
              <a:path w="5142230" h="2300604">
                <a:moveTo>
                  <a:pt x="1869100" y="1949412"/>
                </a:moveTo>
                <a:lnTo>
                  <a:pt x="1864135" y="1944097"/>
                </a:lnTo>
                <a:lnTo>
                  <a:pt x="1863191" y="1942696"/>
                </a:lnTo>
                <a:lnTo>
                  <a:pt x="1862540" y="1941021"/>
                </a:lnTo>
                <a:lnTo>
                  <a:pt x="1859669" y="1933842"/>
                </a:lnTo>
                <a:lnTo>
                  <a:pt x="1863155" y="1925746"/>
                </a:lnTo>
                <a:lnTo>
                  <a:pt x="1870285" y="1922920"/>
                </a:lnTo>
                <a:lnTo>
                  <a:pt x="1877419" y="1920000"/>
                </a:lnTo>
                <a:lnTo>
                  <a:pt x="1885515" y="1923486"/>
                </a:lnTo>
                <a:lnTo>
                  <a:pt x="1888435" y="1930620"/>
                </a:lnTo>
                <a:lnTo>
                  <a:pt x="1891256" y="1937745"/>
                </a:lnTo>
                <a:lnTo>
                  <a:pt x="1887816" y="1945890"/>
                </a:lnTo>
                <a:lnTo>
                  <a:pt x="1880685" y="1948716"/>
                </a:lnTo>
                <a:lnTo>
                  <a:pt x="1875185" y="1950941"/>
                </a:lnTo>
                <a:lnTo>
                  <a:pt x="1869100" y="1949412"/>
                </a:lnTo>
                <a:close/>
              </a:path>
              <a:path w="5142230" h="2300604">
                <a:moveTo>
                  <a:pt x="336437" y="872143"/>
                </a:moveTo>
                <a:lnTo>
                  <a:pt x="330733" y="866037"/>
                </a:lnTo>
                <a:lnTo>
                  <a:pt x="326063" y="858986"/>
                </a:lnTo>
                <a:lnTo>
                  <a:pt x="327822" y="850312"/>
                </a:lnTo>
                <a:lnTo>
                  <a:pt x="340665" y="841774"/>
                </a:lnTo>
                <a:lnTo>
                  <a:pt x="349344" y="843538"/>
                </a:lnTo>
                <a:lnTo>
                  <a:pt x="357828" y="856432"/>
                </a:lnTo>
                <a:lnTo>
                  <a:pt x="356069" y="865106"/>
                </a:lnTo>
                <a:lnTo>
                  <a:pt x="349599" y="869323"/>
                </a:lnTo>
                <a:lnTo>
                  <a:pt x="343851" y="873140"/>
                </a:lnTo>
                <a:lnTo>
                  <a:pt x="336437" y="872143"/>
                </a:lnTo>
                <a:close/>
              </a:path>
              <a:path w="5142230" h="2300604">
                <a:moveTo>
                  <a:pt x="586213" y="1112056"/>
                </a:moveTo>
                <a:lnTo>
                  <a:pt x="581203" y="1106693"/>
                </a:lnTo>
                <a:lnTo>
                  <a:pt x="580357" y="1099630"/>
                </a:lnTo>
                <a:lnTo>
                  <a:pt x="583942" y="1094181"/>
                </a:lnTo>
                <a:lnTo>
                  <a:pt x="588172" y="1087664"/>
                </a:lnTo>
                <a:lnTo>
                  <a:pt x="596784" y="1085837"/>
                </a:lnTo>
                <a:lnTo>
                  <a:pt x="603251" y="1090023"/>
                </a:lnTo>
                <a:lnTo>
                  <a:pt x="609714" y="1094303"/>
                </a:lnTo>
                <a:lnTo>
                  <a:pt x="611546" y="1102910"/>
                </a:lnTo>
                <a:lnTo>
                  <a:pt x="607360" y="1109377"/>
                </a:lnTo>
                <a:lnTo>
                  <a:pt x="603129" y="1115795"/>
                </a:lnTo>
                <a:lnTo>
                  <a:pt x="594521" y="1117626"/>
                </a:lnTo>
                <a:lnTo>
                  <a:pt x="588055" y="1113441"/>
                </a:lnTo>
                <a:lnTo>
                  <a:pt x="587085" y="1112794"/>
                </a:lnTo>
                <a:lnTo>
                  <a:pt x="586213" y="1112056"/>
                </a:lnTo>
                <a:close/>
              </a:path>
              <a:path w="5142230" h="2300604">
                <a:moveTo>
                  <a:pt x="1540119" y="1582584"/>
                </a:moveTo>
                <a:lnTo>
                  <a:pt x="1535109" y="1577220"/>
                </a:lnTo>
                <a:lnTo>
                  <a:pt x="1534260" y="1570251"/>
                </a:lnTo>
                <a:lnTo>
                  <a:pt x="1537473" y="1565090"/>
                </a:lnTo>
                <a:lnTo>
                  <a:pt x="1541611" y="1558572"/>
                </a:lnTo>
                <a:lnTo>
                  <a:pt x="1541796" y="1558281"/>
                </a:lnTo>
                <a:lnTo>
                  <a:pt x="1550361" y="1556306"/>
                </a:lnTo>
                <a:lnTo>
                  <a:pt x="1563396" y="1564492"/>
                </a:lnTo>
                <a:lnTo>
                  <a:pt x="1565416" y="1573106"/>
                </a:lnTo>
                <a:lnTo>
                  <a:pt x="1561460" y="1579331"/>
                </a:lnTo>
                <a:lnTo>
                  <a:pt x="1557359" y="1585888"/>
                </a:lnTo>
                <a:lnTo>
                  <a:pt x="1557176" y="1586181"/>
                </a:lnTo>
                <a:lnTo>
                  <a:pt x="1548570" y="1588112"/>
                </a:lnTo>
                <a:lnTo>
                  <a:pt x="1542100" y="1584020"/>
                </a:lnTo>
                <a:lnTo>
                  <a:pt x="1541032" y="1583365"/>
                </a:lnTo>
                <a:lnTo>
                  <a:pt x="1540119" y="1582584"/>
                </a:lnTo>
                <a:close/>
              </a:path>
              <a:path w="5142230" h="2300604">
                <a:moveTo>
                  <a:pt x="708462" y="1184761"/>
                </a:moveTo>
                <a:lnTo>
                  <a:pt x="703501" y="1179451"/>
                </a:lnTo>
                <a:lnTo>
                  <a:pt x="702497" y="1172902"/>
                </a:lnTo>
                <a:lnTo>
                  <a:pt x="705418" y="1167525"/>
                </a:lnTo>
                <a:lnTo>
                  <a:pt x="709142" y="1160759"/>
                </a:lnTo>
                <a:lnTo>
                  <a:pt x="717583" y="1158261"/>
                </a:lnTo>
                <a:lnTo>
                  <a:pt x="731118" y="1165614"/>
                </a:lnTo>
                <a:lnTo>
                  <a:pt x="733616" y="1174056"/>
                </a:lnTo>
                <a:lnTo>
                  <a:pt x="729933" y="1180865"/>
                </a:lnTo>
                <a:lnTo>
                  <a:pt x="726262" y="1187590"/>
                </a:lnTo>
                <a:lnTo>
                  <a:pt x="717768" y="1190129"/>
                </a:lnTo>
                <a:lnTo>
                  <a:pt x="711052" y="1186459"/>
                </a:lnTo>
                <a:lnTo>
                  <a:pt x="709704" y="1185700"/>
                </a:lnTo>
                <a:lnTo>
                  <a:pt x="708462" y="1184761"/>
                </a:lnTo>
                <a:close/>
              </a:path>
              <a:path w="5142230" h="2300604">
                <a:moveTo>
                  <a:pt x="1479274" y="1546286"/>
                </a:moveTo>
                <a:lnTo>
                  <a:pt x="1474309" y="1540971"/>
                </a:lnTo>
                <a:lnTo>
                  <a:pt x="1473356" y="1534282"/>
                </a:lnTo>
                <a:lnTo>
                  <a:pt x="1476416" y="1528858"/>
                </a:lnTo>
                <a:lnTo>
                  <a:pt x="1480284" y="1522149"/>
                </a:lnTo>
                <a:lnTo>
                  <a:pt x="1488813" y="1519843"/>
                </a:lnTo>
                <a:lnTo>
                  <a:pt x="1502146" y="1527467"/>
                </a:lnTo>
                <a:lnTo>
                  <a:pt x="1504502" y="1536050"/>
                </a:lnTo>
                <a:lnTo>
                  <a:pt x="1496872" y="1549387"/>
                </a:lnTo>
                <a:lnTo>
                  <a:pt x="1488343" y="1551693"/>
                </a:lnTo>
                <a:lnTo>
                  <a:pt x="1481626" y="1547924"/>
                </a:lnTo>
                <a:lnTo>
                  <a:pt x="1480377" y="1547173"/>
                </a:lnTo>
                <a:lnTo>
                  <a:pt x="1479274" y="1546286"/>
                </a:lnTo>
                <a:close/>
              </a:path>
              <a:path w="5142230" h="2300604">
                <a:moveTo>
                  <a:pt x="107330" y="129752"/>
                </a:moveTo>
                <a:lnTo>
                  <a:pt x="102411" y="124486"/>
                </a:lnTo>
                <a:lnTo>
                  <a:pt x="101170" y="121984"/>
                </a:lnTo>
                <a:lnTo>
                  <a:pt x="100656" y="119186"/>
                </a:lnTo>
                <a:lnTo>
                  <a:pt x="99452" y="111545"/>
                </a:lnTo>
                <a:lnTo>
                  <a:pt x="104604" y="104450"/>
                </a:lnTo>
                <a:lnTo>
                  <a:pt x="119796" y="101945"/>
                </a:lnTo>
                <a:lnTo>
                  <a:pt x="126985" y="107100"/>
                </a:lnTo>
                <a:lnTo>
                  <a:pt x="129490" y="122292"/>
                </a:lnTo>
                <a:lnTo>
                  <a:pt x="124290" y="129433"/>
                </a:lnTo>
                <a:lnTo>
                  <a:pt x="112104" y="131441"/>
                </a:lnTo>
                <a:lnTo>
                  <a:pt x="111946" y="131467"/>
                </a:lnTo>
                <a:lnTo>
                  <a:pt x="107330" y="129752"/>
                </a:lnTo>
                <a:close/>
              </a:path>
              <a:path w="5142230" h="2300604">
                <a:moveTo>
                  <a:pt x="1417171" y="1512258"/>
                </a:moveTo>
                <a:lnTo>
                  <a:pt x="1412206" y="1506943"/>
                </a:lnTo>
                <a:lnTo>
                  <a:pt x="1411150" y="1500534"/>
                </a:lnTo>
                <a:lnTo>
                  <a:pt x="1417556" y="1488331"/>
                </a:lnTo>
                <a:lnTo>
                  <a:pt x="1426005" y="1485744"/>
                </a:lnTo>
                <a:lnTo>
                  <a:pt x="1439641" y="1492912"/>
                </a:lnTo>
                <a:lnTo>
                  <a:pt x="1442233" y="1501356"/>
                </a:lnTo>
                <a:lnTo>
                  <a:pt x="1435061" y="1514987"/>
                </a:lnTo>
                <a:lnTo>
                  <a:pt x="1426621" y="1517584"/>
                </a:lnTo>
                <a:lnTo>
                  <a:pt x="1418365" y="1513243"/>
                </a:lnTo>
                <a:lnTo>
                  <a:pt x="1417171" y="1512258"/>
                </a:lnTo>
                <a:close/>
              </a:path>
              <a:path w="5142230" h="2300604">
                <a:moveTo>
                  <a:pt x="528120" y="1072448"/>
                </a:moveTo>
                <a:lnTo>
                  <a:pt x="522369" y="1066292"/>
                </a:lnTo>
                <a:lnTo>
                  <a:pt x="521783" y="1059018"/>
                </a:lnTo>
                <a:lnTo>
                  <a:pt x="525748" y="1053488"/>
                </a:lnTo>
                <a:lnTo>
                  <a:pt x="530256" y="1047268"/>
                </a:lnTo>
                <a:lnTo>
                  <a:pt x="538991" y="1045866"/>
                </a:lnTo>
                <a:lnTo>
                  <a:pt x="551479" y="1054836"/>
                </a:lnTo>
                <a:lnTo>
                  <a:pt x="552877" y="1063566"/>
                </a:lnTo>
                <a:lnTo>
                  <a:pt x="548414" y="1069834"/>
                </a:lnTo>
                <a:lnTo>
                  <a:pt x="543911" y="1076059"/>
                </a:lnTo>
                <a:lnTo>
                  <a:pt x="535172" y="1077456"/>
                </a:lnTo>
                <a:lnTo>
                  <a:pt x="528120" y="1072448"/>
                </a:lnTo>
                <a:close/>
              </a:path>
              <a:path w="5142230" h="2300604">
                <a:moveTo>
                  <a:pt x="1225417" y="1420376"/>
                </a:moveTo>
                <a:lnTo>
                  <a:pt x="1220453" y="1415061"/>
                </a:lnTo>
                <a:lnTo>
                  <a:pt x="1219286" y="1409120"/>
                </a:lnTo>
                <a:lnTo>
                  <a:pt x="1224752" y="1396791"/>
                </a:lnTo>
                <a:lnTo>
                  <a:pt x="1232986" y="1393583"/>
                </a:lnTo>
                <a:lnTo>
                  <a:pt x="1247077" y="1399869"/>
                </a:lnTo>
                <a:lnTo>
                  <a:pt x="1250241" y="1408144"/>
                </a:lnTo>
                <a:lnTo>
                  <a:pt x="1243999" y="1422184"/>
                </a:lnTo>
                <a:lnTo>
                  <a:pt x="1235724" y="1425349"/>
                </a:lnTo>
                <a:lnTo>
                  <a:pt x="1228702" y="1422230"/>
                </a:lnTo>
                <a:lnTo>
                  <a:pt x="1226940" y="1421419"/>
                </a:lnTo>
                <a:lnTo>
                  <a:pt x="1225417" y="1420376"/>
                </a:lnTo>
                <a:close/>
              </a:path>
              <a:path w="5142230" h="2300604">
                <a:moveTo>
                  <a:pt x="425246" y="983927"/>
                </a:moveTo>
                <a:lnTo>
                  <a:pt x="414633" y="972565"/>
                </a:lnTo>
                <a:lnTo>
                  <a:pt x="414929" y="963889"/>
                </a:lnTo>
                <a:lnTo>
                  <a:pt x="420396" y="958599"/>
                </a:lnTo>
                <a:lnTo>
                  <a:pt x="425954" y="953307"/>
                </a:lnTo>
                <a:lnTo>
                  <a:pt x="435013" y="953524"/>
                </a:lnTo>
                <a:lnTo>
                  <a:pt x="445446" y="964692"/>
                </a:lnTo>
                <a:lnTo>
                  <a:pt x="445242" y="973466"/>
                </a:lnTo>
                <a:lnTo>
                  <a:pt x="439438" y="978982"/>
                </a:lnTo>
                <a:lnTo>
                  <a:pt x="434069" y="984085"/>
                </a:lnTo>
                <a:lnTo>
                  <a:pt x="425246" y="983927"/>
                </a:lnTo>
                <a:close/>
              </a:path>
              <a:path w="5142230" h="2300604">
                <a:moveTo>
                  <a:pt x="130983" y="269826"/>
                </a:moveTo>
                <a:lnTo>
                  <a:pt x="126063" y="264560"/>
                </a:lnTo>
                <a:lnTo>
                  <a:pt x="124770" y="262198"/>
                </a:lnTo>
                <a:lnTo>
                  <a:pt x="122955" y="251849"/>
                </a:lnTo>
                <a:lnTo>
                  <a:pt x="128015" y="244657"/>
                </a:lnTo>
                <a:lnTo>
                  <a:pt x="135569" y="243261"/>
                </a:lnTo>
                <a:lnTo>
                  <a:pt x="143169" y="241915"/>
                </a:lnTo>
                <a:lnTo>
                  <a:pt x="150455" y="246978"/>
                </a:lnTo>
                <a:lnTo>
                  <a:pt x="153082" y="262008"/>
                </a:lnTo>
                <a:lnTo>
                  <a:pt x="149371" y="267517"/>
                </a:lnTo>
                <a:lnTo>
                  <a:pt x="148088" y="269370"/>
                </a:lnTo>
                <a:lnTo>
                  <a:pt x="140563" y="270697"/>
                </a:lnTo>
                <a:lnTo>
                  <a:pt x="135644" y="271590"/>
                </a:lnTo>
                <a:lnTo>
                  <a:pt x="130983" y="269826"/>
                </a:lnTo>
                <a:close/>
              </a:path>
              <a:path w="5142230" h="2300604">
                <a:moveTo>
                  <a:pt x="143947" y="339713"/>
                </a:moveTo>
                <a:lnTo>
                  <a:pt x="139073" y="334495"/>
                </a:lnTo>
                <a:lnTo>
                  <a:pt x="137825" y="332182"/>
                </a:lnTo>
                <a:lnTo>
                  <a:pt x="135819" y="321921"/>
                </a:lnTo>
                <a:lnTo>
                  <a:pt x="140788" y="314631"/>
                </a:lnTo>
                <a:lnTo>
                  <a:pt x="155902" y="311652"/>
                </a:lnTo>
                <a:lnTo>
                  <a:pt x="163241" y="316576"/>
                </a:lnTo>
                <a:lnTo>
                  <a:pt x="164681" y="324178"/>
                </a:lnTo>
                <a:lnTo>
                  <a:pt x="166171" y="331735"/>
                </a:lnTo>
                <a:lnTo>
                  <a:pt x="161202" y="339025"/>
                </a:lnTo>
                <a:lnTo>
                  <a:pt x="153645" y="340515"/>
                </a:lnTo>
                <a:lnTo>
                  <a:pt x="148751" y="341434"/>
                </a:lnTo>
                <a:lnTo>
                  <a:pt x="143947" y="339713"/>
                </a:lnTo>
                <a:close/>
              </a:path>
              <a:path w="5142230" h="2300604">
                <a:moveTo>
                  <a:pt x="646636" y="1149662"/>
                </a:moveTo>
                <a:lnTo>
                  <a:pt x="641621" y="1144293"/>
                </a:lnTo>
                <a:lnTo>
                  <a:pt x="640771" y="1137518"/>
                </a:lnTo>
                <a:lnTo>
                  <a:pt x="647838" y="1125437"/>
                </a:lnTo>
                <a:lnTo>
                  <a:pt x="656532" y="1123209"/>
                </a:lnTo>
                <a:lnTo>
                  <a:pt x="656665" y="1123352"/>
                </a:lnTo>
                <a:lnTo>
                  <a:pt x="669691" y="1131138"/>
                </a:lnTo>
                <a:lnTo>
                  <a:pt x="671903" y="1139664"/>
                </a:lnTo>
                <a:lnTo>
                  <a:pt x="663994" y="1152896"/>
                </a:lnTo>
                <a:lnTo>
                  <a:pt x="655468" y="1155108"/>
                </a:lnTo>
                <a:lnTo>
                  <a:pt x="648851" y="1151153"/>
                </a:lnTo>
                <a:lnTo>
                  <a:pt x="647693" y="1150500"/>
                </a:lnTo>
                <a:lnTo>
                  <a:pt x="646636" y="1149662"/>
                </a:lnTo>
                <a:close/>
              </a:path>
              <a:path w="5142230" h="2300604">
                <a:moveTo>
                  <a:pt x="1160436" y="1391868"/>
                </a:moveTo>
                <a:lnTo>
                  <a:pt x="1155471" y="1386554"/>
                </a:lnTo>
                <a:lnTo>
                  <a:pt x="1154301" y="1380707"/>
                </a:lnTo>
                <a:lnTo>
                  <a:pt x="1156510" y="1375448"/>
                </a:lnTo>
                <a:lnTo>
                  <a:pt x="1159583" y="1368376"/>
                </a:lnTo>
                <a:lnTo>
                  <a:pt x="1167808" y="1365158"/>
                </a:lnTo>
                <a:lnTo>
                  <a:pt x="1181958" y="1371215"/>
                </a:lnTo>
                <a:lnTo>
                  <a:pt x="1185172" y="1379445"/>
                </a:lnTo>
                <a:lnTo>
                  <a:pt x="1182140" y="1386560"/>
                </a:lnTo>
                <a:lnTo>
                  <a:pt x="1179115" y="1393585"/>
                </a:lnTo>
                <a:lnTo>
                  <a:pt x="1170890" y="1396804"/>
                </a:lnTo>
                <a:lnTo>
                  <a:pt x="1163811" y="1393820"/>
                </a:lnTo>
                <a:lnTo>
                  <a:pt x="1161955" y="1393006"/>
                </a:lnTo>
                <a:lnTo>
                  <a:pt x="1160436" y="1391868"/>
                </a:lnTo>
                <a:close/>
              </a:path>
              <a:path w="5142230" h="2300604">
                <a:moveTo>
                  <a:pt x="118869" y="199775"/>
                </a:moveTo>
                <a:lnTo>
                  <a:pt x="114000" y="194562"/>
                </a:lnTo>
                <a:lnTo>
                  <a:pt x="112714" y="192111"/>
                </a:lnTo>
                <a:lnTo>
                  <a:pt x="110939" y="181707"/>
                </a:lnTo>
                <a:lnTo>
                  <a:pt x="116098" y="174522"/>
                </a:lnTo>
                <a:lnTo>
                  <a:pt x="131286" y="172013"/>
                </a:lnTo>
                <a:lnTo>
                  <a:pt x="138483" y="177078"/>
                </a:lnTo>
                <a:lnTo>
                  <a:pt x="141033" y="192319"/>
                </a:lnTo>
                <a:lnTo>
                  <a:pt x="135923" y="199458"/>
                </a:lnTo>
                <a:lnTo>
                  <a:pt x="128282" y="200761"/>
                </a:lnTo>
                <a:lnTo>
                  <a:pt x="123688" y="201512"/>
                </a:lnTo>
                <a:lnTo>
                  <a:pt x="123530" y="201538"/>
                </a:lnTo>
                <a:lnTo>
                  <a:pt x="118869" y="199775"/>
                </a:lnTo>
                <a:close/>
              </a:path>
              <a:path w="5142230" h="2300604">
                <a:moveTo>
                  <a:pt x="1353964" y="1480176"/>
                </a:moveTo>
                <a:lnTo>
                  <a:pt x="1348999" y="1474861"/>
                </a:lnTo>
                <a:lnTo>
                  <a:pt x="1347936" y="1468640"/>
                </a:lnTo>
                <a:lnTo>
                  <a:pt x="1350525" y="1463299"/>
                </a:lnTo>
                <a:lnTo>
                  <a:pt x="1353924" y="1456381"/>
                </a:lnTo>
                <a:lnTo>
                  <a:pt x="1362329" y="1453551"/>
                </a:lnTo>
                <a:lnTo>
                  <a:pt x="1376166" y="1460348"/>
                </a:lnTo>
                <a:lnTo>
                  <a:pt x="1378950" y="1468705"/>
                </a:lnTo>
                <a:lnTo>
                  <a:pt x="1372202" y="1482496"/>
                </a:lnTo>
                <a:lnTo>
                  <a:pt x="1363842" y="1485375"/>
                </a:lnTo>
                <a:lnTo>
                  <a:pt x="1356924" y="1481976"/>
                </a:lnTo>
                <a:lnTo>
                  <a:pt x="1355346" y="1481167"/>
                </a:lnTo>
                <a:lnTo>
                  <a:pt x="1353964" y="1480176"/>
                </a:lnTo>
                <a:close/>
              </a:path>
              <a:path w="5142230" h="2300604">
                <a:moveTo>
                  <a:pt x="1289991" y="1449621"/>
                </a:moveTo>
                <a:lnTo>
                  <a:pt x="1285077" y="1444359"/>
                </a:lnTo>
                <a:lnTo>
                  <a:pt x="1283867" y="1438275"/>
                </a:lnTo>
                <a:lnTo>
                  <a:pt x="1289573" y="1426006"/>
                </a:lnTo>
                <a:lnTo>
                  <a:pt x="1297890" y="1422985"/>
                </a:lnTo>
                <a:lnTo>
                  <a:pt x="1311880" y="1429456"/>
                </a:lnTo>
                <a:lnTo>
                  <a:pt x="1314897" y="1437769"/>
                </a:lnTo>
                <a:lnTo>
                  <a:pt x="1308384" y="1451715"/>
                </a:lnTo>
                <a:lnTo>
                  <a:pt x="1300112" y="1454785"/>
                </a:lnTo>
                <a:lnTo>
                  <a:pt x="1293142" y="1451526"/>
                </a:lnTo>
                <a:lnTo>
                  <a:pt x="1291465" y="1450709"/>
                </a:lnTo>
                <a:lnTo>
                  <a:pt x="1289991" y="1449621"/>
                </a:lnTo>
                <a:close/>
              </a:path>
              <a:path w="5142230" h="2300604">
                <a:moveTo>
                  <a:pt x="95836" y="59680"/>
                </a:moveTo>
                <a:lnTo>
                  <a:pt x="90917" y="54414"/>
                </a:lnTo>
                <a:lnTo>
                  <a:pt x="89631" y="51962"/>
                </a:lnTo>
                <a:lnTo>
                  <a:pt x="89207" y="49162"/>
                </a:lnTo>
                <a:lnTo>
                  <a:pt x="87955" y="41566"/>
                </a:lnTo>
                <a:lnTo>
                  <a:pt x="93064" y="34328"/>
                </a:lnTo>
                <a:lnTo>
                  <a:pt x="108256" y="31824"/>
                </a:lnTo>
                <a:lnTo>
                  <a:pt x="115445" y="36978"/>
                </a:lnTo>
                <a:lnTo>
                  <a:pt x="117950" y="52171"/>
                </a:lnTo>
                <a:lnTo>
                  <a:pt x="112790" y="59355"/>
                </a:lnTo>
                <a:lnTo>
                  <a:pt x="100605" y="61364"/>
                </a:lnTo>
                <a:lnTo>
                  <a:pt x="100447" y="61390"/>
                </a:lnTo>
                <a:lnTo>
                  <a:pt x="95836" y="59680"/>
                </a:lnTo>
                <a:close/>
              </a:path>
              <a:path w="5142230" h="2300604">
                <a:moveTo>
                  <a:pt x="1839448" y="1885609"/>
                </a:moveTo>
                <a:lnTo>
                  <a:pt x="1834442" y="1880250"/>
                </a:lnTo>
                <a:lnTo>
                  <a:pt x="1833720" y="1879282"/>
                </a:lnTo>
                <a:lnTo>
                  <a:pt x="1829550" y="1871397"/>
                </a:lnTo>
                <a:lnTo>
                  <a:pt x="1832052" y="1862933"/>
                </a:lnTo>
                <a:lnTo>
                  <a:pt x="1838885" y="1859299"/>
                </a:lnTo>
                <a:lnTo>
                  <a:pt x="1845618" y="1855657"/>
                </a:lnTo>
                <a:lnTo>
                  <a:pt x="1854119" y="1858207"/>
                </a:lnTo>
                <a:lnTo>
                  <a:pt x="1857716" y="1864991"/>
                </a:lnTo>
                <a:lnTo>
                  <a:pt x="1861404" y="1871773"/>
                </a:lnTo>
                <a:lnTo>
                  <a:pt x="1858803" y="1880230"/>
                </a:lnTo>
                <a:lnTo>
                  <a:pt x="1852069" y="1883872"/>
                </a:lnTo>
                <a:lnTo>
                  <a:pt x="1846347" y="1886934"/>
                </a:lnTo>
                <a:lnTo>
                  <a:pt x="1839448" y="1885609"/>
                </a:lnTo>
                <a:close/>
              </a:path>
              <a:path w="5142230" h="2300604">
                <a:moveTo>
                  <a:pt x="1803230" y="1825530"/>
                </a:moveTo>
                <a:lnTo>
                  <a:pt x="1797062" y="1818927"/>
                </a:lnTo>
                <a:lnTo>
                  <a:pt x="1792747" y="1812549"/>
                </a:lnTo>
                <a:lnTo>
                  <a:pt x="1794317" y="1803868"/>
                </a:lnTo>
                <a:lnTo>
                  <a:pt x="1800696" y="1799553"/>
                </a:lnTo>
                <a:lnTo>
                  <a:pt x="1807029" y="1795190"/>
                </a:lnTo>
                <a:lnTo>
                  <a:pt x="1815755" y="1796809"/>
                </a:lnTo>
                <a:lnTo>
                  <a:pt x="1824429" y="1809515"/>
                </a:lnTo>
                <a:lnTo>
                  <a:pt x="1822818" y="1818152"/>
                </a:lnTo>
                <a:lnTo>
                  <a:pt x="1816485" y="1822515"/>
                </a:lnTo>
                <a:lnTo>
                  <a:pt x="1810680" y="1826468"/>
                </a:lnTo>
                <a:lnTo>
                  <a:pt x="1803230" y="1825530"/>
                </a:lnTo>
                <a:close/>
              </a:path>
              <a:path w="5142230" h="2300604">
                <a:moveTo>
                  <a:pt x="1918610" y="2225664"/>
                </a:moveTo>
                <a:lnTo>
                  <a:pt x="1913741" y="2220451"/>
                </a:lnTo>
                <a:lnTo>
                  <a:pt x="1912339" y="2217094"/>
                </a:lnTo>
                <a:lnTo>
                  <a:pt x="1912326" y="2213463"/>
                </a:lnTo>
                <a:lnTo>
                  <a:pt x="1912253" y="2205761"/>
                </a:lnTo>
                <a:lnTo>
                  <a:pt x="1918510" y="2199459"/>
                </a:lnTo>
                <a:lnTo>
                  <a:pt x="1926205" y="2199485"/>
                </a:lnTo>
                <a:lnTo>
                  <a:pt x="1933907" y="2199421"/>
                </a:lnTo>
                <a:lnTo>
                  <a:pt x="1940163" y="2205630"/>
                </a:lnTo>
                <a:lnTo>
                  <a:pt x="1940232" y="2213327"/>
                </a:lnTo>
                <a:lnTo>
                  <a:pt x="1940247" y="2221065"/>
                </a:lnTo>
                <a:lnTo>
                  <a:pt x="1934043" y="2227327"/>
                </a:lnTo>
                <a:lnTo>
                  <a:pt x="1922287" y="2227351"/>
                </a:lnTo>
                <a:lnTo>
                  <a:pt x="1918610" y="2225664"/>
                </a:lnTo>
                <a:close/>
              </a:path>
              <a:path w="5142230" h="2300604">
                <a:moveTo>
                  <a:pt x="266879" y="747539"/>
                </a:moveTo>
                <a:lnTo>
                  <a:pt x="261914" y="742224"/>
                </a:lnTo>
                <a:lnTo>
                  <a:pt x="261058" y="741015"/>
                </a:lnTo>
                <a:lnTo>
                  <a:pt x="257188" y="732669"/>
                </a:lnTo>
                <a:lnTo>
                  <a:pt x="260208" y="724368"/>
                </a:lnTo>
                <a:lnTo>
                  <a:pt x="267163" y="721159"/>
                </a:lnTo>
                <a:lnTo>
                  <a:pt x="274121" y="717855"/>
                </a:lnTo>
                <a:lnTo>
                  <a:pt x="282421" y="720876"/>
                </a:lnTo>
                <a:lnTo>
                  <a:pt x="288976" y="734832"/>
                </a:lnTo>
                <a:lnTo>
                  <a:pt x="285960" y="743137"/>
                </a:lnTo>
                <a:lnTo>
                  <a:pt x="273344" y="748987"/>
                </a:lnTo>
                <a:lnTo>
                  <a:pt x="266879" y="747539"/>
                </a:lnTo>
                <a:close/>
              </a:path>
              <a:path w="5142230" h="2300604">
                <a:moveTo>
                  <a:pt x="174528" y="478601"/>
                </a:moveTo>
                <a:lnTo>
                  <a:pt x="169613" y="473340"/>
                </a:lnTo>
                <a:lnTo>
                  <a:pt x="168503" y="471272"/>
                </a:lnTo>
                <a:lnTo>
                  <a:pt x="167873" y="468838"/>
                </a:lnTo>
                <a:lnTo>
                  <a:pt x="166007" y="461367"/>
                </a:lnTo>
                <a:lnTo>
                  <a:pt x="170488" y="453946"/>
                </a:lnTo>
                <a:lnTo>
                  <a:pt x="185507" y="450082"/>
                </a:lnTo>
                <a:lnTo>
                  <a:pt x="193097" y="454689"/>
                </a:lnTo>
                <a:lnTo>
                  <a:pt x="196791" y="469591"/>
                </a:lnTo>
                <a:lnTo>
                  <a:pt x="192307" y="477106"/>
                </a:lnTo>
                <a:lnTo>
                  <a:pt x="184809" y="479050"/>
                </a:lnTo>
                <a:lnTo>
                  <a:pt x="179663" y="480286"/>
                </a:lnTo>
                <a:lnTo>
                  <a:pt x="174528" y="478601"/>
                </a:lnTo>
                <a:close/>
              </a:path>
              <a:path w="5142230" h="2300604">
                <a:moveTo>
                  <a:pt x="1915825" y="2155042"/>
                </a:moveTo>
                <a:lnTo>
                  <a:pt x="1910947" y="2149820"/>
                </a:lnTo>
                <a:lnTo>
                  <a:pt x="1909583" y="2146894"/>
                </a:lnTo>
                <a:lnTo>
                  <a:pt x="1909320" y="2143679"/>
                </a:lnTo>
                <a:lnTo>
                  <a:pt x="1908632" y="2136003"/>
                </a:lnTo>
                <a:lnTo>
                  <a:pt x="1914390" y="2129264"/>
                </a:lnTo>
                <a:lnTo>
                  <a:pt x="1929729" y="2127992"/>
                </a:lnTo>
                <a:lnTo>
                  <a:pt x="1936471" y="2133646"/>
                </a:lnTo>
                <a:lnTo>
                  <a:pt x="1937748" y="2148990"/>
                </a:lnTo>
                <a:lnTo>
                  <a:pt x="1932040" y="2155783"/>
                </a:lnTo>
                <a:lnTo>
                  <a:pt x="1919920" y="2156787"/>
                </a:lnTo>
                <a:lnTo>
                  <a:pt x="1915825" y="2155042"/>
                </a:lnTo>
                <a:close/>
              </a:path>
              <a:path w="5142230" h="2300604">
                <a:moveTo>
                  <a:pt x="835296" y="1249082"/>
                </a:moveTo>
                <a:lnTo>
                  <a:pt x="830336" y="1243772"/>
                </a:lnTo>
                <a:lnTo>
                  <a:pt x="829221" y="1237691"/>
                </a:lnTo>
                <a:lnTo>
                  <a:pt x="831716" y="1232347"/>
                </a:lnTo>
                <a:lnTo>
                  <a:pt x="835069" y="1225379"/>
                </a:lnTo>
                <a:lnTo>
                  <a:pt x="843338" y="1222403"/>
                </a:lnTo>
                <a:lnTo>
                  <a:pt x="857275" y="1229015"/>
                </a:lnTo>
                <a:lnTo>
                  <a:pt x="860203" y="1237329"/>
                </a:lnTo>
                <a:lnTo>
                  <a:pt x="856944" y="1244300"/>
                </a:lnTo>
                <a:lnTo>
                  <a:pt x="853640" y="1251221"/>
                </a:lnTo>
                <a:lnTo>
                  <a:pt x="845322" y="1254243"/>
                </a:lnTo>
                <a:lnTo>
                  <a:pt x="838355" y="1250890"/>
                </a:lnTo>
                <a:lnTo>
                  <a:pt x="836729" y="1250127"/>
                </a:lnTo>
                <a:lnTo>
                  <a:pt x="835296" y="1249082"/>
                </a:lnTo>
                <a:close/>
              </a:path>
              <a:path w="5142230" h="2300604">
                <a:moveTo>
                  <a:pt x="193011" y="547358"/>
                </a:moveTo>
                <a:lnTo>
                  <a:pt x="188092" y="542092"/>
                </a:lnTo>
                <a:lnTo>
                  <a:pt x="186979" y="540119"/>
                </a:lnTo>
                <a:lnTo>
                  <a:pt x="186339" y="537968"/>
                </a:lnTo>
                <a:lnTo>
                  <a:pt x="184236" y="530536"/>
                </a:lnTo>
                <a:lnTo>
                  <a:pt x="188459" y="522838"/>
                </a:lnTo>
                <a:lnTo>
                  <a:pt x="195900" y="520736"/>
                </a:lnTo>
                <a:lnTo>
                  <a:pt x="203291" y="518580"/>
                </a:lnTo>
                <a:lnTo>
                  <a:pt x="211030" y="522856"/>
                </a:lnTo>
                <a:lnTo>
                  <a:pt x="213186" y="530247"/>
                </a:lnTo>
                <a:lnTo>
                  <a:pt x="215248" y="537635"/>
                </a:lnTo>
                <a:lnTo>
                  <a:pt x="210971" y="545373"/>
                </a:lnTo>
                <a:lnTo>
                  <a:pt x="203576" y="547524"/>
                </a:lnTo>
                <a:lnTo>
                  <a:pt x="198384" y="549005"/>
                </a:lnTo>
                <a:lnTo>
                  <a:pt x="193011" y="547358"/>
                </a:lnTo>
                <a:close/>
              </a:path>
              <a:path w="5142230" h="2300604">
                <a:moveTo>
                  <a:pt x="1760498" y="1769621"/>
                </a:moveTo>
                <a:lnTo>
                  <a:pt x="1754898" y="1763626"/>
                </a:lnTo>
                <a:lnTo>
                  <a:pt x="1749899" y="1757786"/>
                </a:lnTo>
                <a:lnTo>
                  <a:pt x="1750628" y="1748987"/>
                </a:lnTo>
                <a:lnTo>
                  <a:pt x="1755480" y="1744896"/>
                </a:lnTo>
                <a:lnTo>
                  <a:pt x="1761326" y="1739913"/>
                </a:lnTo>
                <a:lnTo>
                  <a:pt x="1762392" y="1739002"/>
                </a:lnTo>
                <a:lnTo>
                  <a:pt x="1771191" y="1739721"/>
                </a:lnTo>
                <a:lnTo>
                  <a:pt x="1781133" y="1751536"/>
                </a:lnTo>
                <a:lnTo>
                  <a:pt x="1780408" y="1760340"/>
                </a:lnTo>
                <a:lnTo>
                  <a:pt x="1775602" y="1764382"/>
                </a:lnTo>
                <a:lnTo>
                  <a:pt x="1769698" y="1769402"/>
                </a:lnTo>
                <a:lnTo>
                  <a:pt x="1768834" y="1770138"/>
                </a:lnTo>
                <a:lnTo>
                  <a:pt x="1760498" y="1769621"/>
                </a:lnTo>
                <a:close/>
              </a:path>
              <a:path w="5142230" h="2300604">
                <a:moveTo>
                  <a:pt x="238655" y="682137"/>
                </a:moveTo>
                <a:lnTo>
                  <a:pt x="233690" y="676823"/>
                </a:lnTo>
                <a:lnTo>
                  <a:pt x="232795" y="675376"/>
                </a:lnTo>
                <a:lnTo>
                  <a:pt x="229272" y="666522"/>
                </a:lnTo>
                <a:lnTo>
                  <a:pt x="232807" y="658381"/>
                </a:lnTo>
                <a:lnTo>
                  <a:pt x="239983" y="655604"/>
                </a:lnTo>
                <a:lnTo>
                  <a:pt x="247109" y="652773"/>
                </a:lnTo>
                <a:lnTo>
                  <a:pt x="255204" y="656259"/>
                </a:lnTo>
                <a:lnTo>
                  <a:pt x="260858" y="670619"/>
                </a:lnTo>
                <a:lnTo>
                  <a:pt x="257372" y="678714"/>
                </a:lnTo>
                <a:lnTo>
                  <a:pt x="250191" y="681487"/>
                </a:lnTo>
                <a:lnTo>
                  <a:pt x="244691" y="683712"/>
                </a:lnTo>
                <a:lnTo>
                  <a:pt x="238655" y="682137"/>
                </a:lnTo>
                <a:close/>
              </a:path>
              <a:path w="5142230" h="2300604">
                <a:moveTo>
                  <a:pt x="1707437" y="1712624"/>
                </a:moveTo>
                <a:lnTo>
                  <a:pt x="1701975" y="1706778"/>
                </a:lnTo>
                <a:lnTo>
                  <a:pt x="1701977" y="1698276"/>
                </a:lnTo>
                <a:lnTo>
                  <a:pt x="1707304" y="1692933"/>
                </a:lnTo>
                <a:lnTo>
                  <a:pt x="1712684" y="1687451"/>
                </a:lnTo>
                <a:lnTo>
                  <a:pt x="1721472" y="1687378"/>
                </a:lnTo>
                <a:lnTo>
                  <a:pt x="1732482" y="1698186"/>
                </a:lnTo>
                <a:lnTo>
                  <a:pt x="1732556" y="1706964"/>
                </a:lnTo>
                <a:lnTo>
                  <a:pt x="1721752" y="1717979"/>
                </a:lnTo>
                <a:lnTo>
                  <a:pt x="1712964" y="1718053"/>
                </a:lnTo>
                <a:lnTo>
                  <a:pt x="1707437" y="1712624"/>
                </a:lnTo>
                <a:close/>
              </a:path>
              <a:path w="5142230" h="2300604">
                <a:moveTo>
                  <a:pt x="771448" y="1217780"/>
                </a:moveTo>
                <a:lnTo>
                  <a:pt x="766488" y="1212470"/>
                </a:lnTo>
                <a:lnTo>
                  <a:pt x="765412" y="1206137"/>
                </a:lnTo>
                <a:lnTo>
                  <a:pt x="768112" y="1200817"/>
                </a:lnTo>
                <a:lnTo>
                  <a:pt x="771556" y="1193948"/>
                </a:lnTo>
                <a:lnTo>
                  <a:pt x="779954" y="1191207"/>
                </a:lnTo>
                <a:lnTo>
                  <a:pt x="793743" y="1198149"/>
                </a:lnTo>
                <a:lnTo>
                  <a:pt x="796479" y="1206551"/>
                </a:lnTo>
                <a:lnTo>
                  <a:pt x="793030" y="1213416"/>
                </a:lnTo>
                <a:lnTo>
                  <a:pt x="789545" y="1220242"/>
                </a:lnTo>
                <a:lnTo>
                  <a:pt x="781189" y="1223026"/>
                </a:lnTo>
                <a:lnTo>
                  <a:pt x="772782" y="1218817"/>
                </a:lnTo>
                <a:lnTo>
                  <a:pt x="771448" y="1217780"/>
                </a:lnTo>
                <a:close/>
              </a:path>
              <a:path w="5142230" h="2300604">
                <a:moveTo>
                  <a:pt x="1916157" y="2296347"/>
                </a:moveTo>
                <a:lnTo>
                  <a:pt x="1911283" y="2291130"/>
                </a:lnTo>
                <a:lnTo>
                  <a:pt x="1909850" y="2287446"/>
                </a:lnTo>
                <a:lnTo>
                  <a:pt x="1910083" y="2283394"/>
                </a:lnTo>
                <a:lnTo>
                  <a:pt x="1910580" y="2275716"/>
                </a:lnTo>
                <a:lnTo>
                  <a:pt x="1916495" y="2270514"/>
                </a:lnTo>
                <a:lnTo>
                  <a:pt x="1917247" y="2269853"/>
                </a:lnTo>
                <a:lnTo>
                  <a:pt x="1924927" y="2270449"/>
                </a:lnTo>
                <a:lnTo>
                  <a:pt x="1932605" y="2270947"/>
                </a:lnTo>
                <a:lnTo>
                  <a:pt x="1938418" y="2277560"/>
                </a:lnTo>
                <a:lnTo>
                  <a:pt x="1937423" y="2292917"/>
                </a:lnTo>
                <a:lnTo>
                  <a:pt x="1931507" y="2298117"/>
                </a:lnTo>
                <a:lnTo>
                  <a:pt x="1930805" y="2298734"/>
                </a:lnTo>
                <a:lnTo>
                  <a:pt x="1923127" y="2298237"/>
                </a:lnTo>
                <a:lnTo>
                  <a:pt x="1919406" y="2297969"/>
                </a:lnTo>
                <a:lnTo>
                  <a:pt x="1916157" y="2296347"/>
                </a:lnTo>
                <a:close/>
              </a:path>
              <a:path w="5142230" h="2300604">
                <a:moveTo>
                  <a:pt x="158336" y="409364"/>
                </a:moveTo>
                <a:lnTo>
                  <a:pt x="153457" y="404142"/>
                </a:lnTo>
                <a:lnTo>
                  <a:pt x="152264" y="401887"/>
                </a:lnTo>
                <a:lnTo>
                  <a:pt x="151686" y="399314"/>
                </a:lnTo>
                <a:lnTo>
                  <a:pt x="150058" y="391804"/>
                </a:lnTo>
                <a:lnTo>
                  <a:pt x="154842" y="384413"/>
                </a:lnTo>
                <a:lnTo>
                  <a:pt x="162356" y="382781"/>
                </a:lnTo>
                <a:lnTo>
                  <a:pt x="169825" y="381099"/>
                </a:lnTo>
                <a:lnTo>
                  <a:pt x="177310" y="385886"/>
                </a:lnTo>
                <a:lnTo>
                  <a:pt x="180576" y="400916"/>
                </a:lnTo>
                <a:lnTo>
                  <a:pt x="175784" y="408396"/>
                </a:lnTo>
                <a:lnTo>
                  <a:pt x="168274" y="410033"/>
                </a:lnTo>
                <a:lnTo>
                  <a:pt x="163324" y="411087"/>
                </a:lnTo>
                <a:lnTo>
                  <a:pt x="158336" y="409364"/>
                </a:lnTo>
                <a:close/>
              </a:path>
              <a:path w="5142230" h="2300604">
                <a:moveTo>
                  <a:pt x="214258" y="615261"/>
                </a:moveTo>
                <a:lnTo>
                  <a:pt x="209288" y="609941"/>
                </a:lnTo>
                <a:lnTo>
                  <a:pt x="208264" y="608259"/>
                </a:lnTo>
                <a:lnTo>
                  <a:pt x="207574" y="606347"/>
                </a:lnTo>
                <a:lnTo>
                  <a:pt x="205132" y="599040"/>
                </a:lnTo>
                <a:lnTo>
                  <a:pt x="209037" y="591101"/>
                </a:lnTo>
                <a:lnTo>
                  <a:pt x="223650" y="586216"/>
                </a:lnTo>
                <a:lnTo>
                  <a:pt x="231590" y="590121"/>
                </a:lnTo>
                <a:lnTo>
                  <a:pt x="236474" y="604734"/>
                </a:lnTo>
                <a:lnTo>
                  <a:pt x="232523" y="612625"/>
                </a:lnTo>
                <a:lnTo>
                  <a:pt x="225262" y="615116"/>
                </a:lnTo>
                <a:lnTo>
                  <a:pt x="219868" y="616868"/>
                </a:lnTo>
                <a:lnTo>
                  <a:pt x="214258" y="615261"/>
                </a:lnTo>
                <a:close/>
              </a:path>
              <a:path w="5142230" h="2300604">
                <a:moveTo>
                  <a:pt x="378265" y="929920"/>
                </a:moveTo>
                <a:lnTo>
                  <a:pt x="372572" y="923825"/>
                </a:lnTo>
                <a:lnTo>
                  <a:pt x="367825" y="917767"/>
                </a:lnTo>
                <a:lnTo>
                  <a:pt x="368833" y="908973"/>
                </a:lnTo>
                <a:lnTo>
                  <a:pt x="374896" y="904222"/>
                </a:lnTo>
                <a:lnTo>
                  <a:pt x="380913" y="899423"/>
                </a:lnTo>
                <a:lnTo>
                  <a:pt x="389654" y="900471"/>
                </a:lnTo>
                <a:lnTo>
                  <a:pt x="399257" y="912511"/>
                </a:lnTo>
                <a:lnTo>
                  <a:pt x="398250" y="921305"/>
                </a:lnTo>
                <a:lnTo>
                  <a:pt x="392232" y="926104"/>
                </a:lnTo>
                <a:lnTo>
                  <a:pt x="386413" y="930627"/>
                </a:lnTo>
                <a:lnTo>
                  <a:pt x="378265" y="929920"/>
                </a:lnTo>
                <a:close/>
              </a:path>
              <a:path w="5142230" h="2300604">
                <a:moveTo>
                  <a:pt x="899811" y="1278947"/>
                </a:moveTo>
                <a:lnTo>
                  <a:pt x="894846" y="1273632"/>
                </a:lnTo>
                <a:lnTo>
                  <a:pt x="893679" y="1267691"/>
                </a:lnTo>
                <a:lnTo>
                  <a:pt x="896032" y="1262390"/>
                </a:lnTo>
                <a:lnTo>
                  <a:pt x="899240" y="1255365"/>
                </a:lnTo>
                <a:lnTo>
                  <a:pt x="907466" y="1252246"/>
                </a:lnTo>
                <a:lnTo>
                  <a:pt x="921513" y="1258583"/>
                </a:lnTo>
                <a:lnTo>
                  <a:pt x="924677" y="1266858"/>
                </a:lnTo>
                <a:lnTo>
                  <a:pt x="921464" y="1273877"/>
                </a:lnTo>
                <a:lnTo>
                  <a:pt x="918341" y="1280895"/>
                </a:lnTo>
                <a:lnTo>
                  <a:pt x="910025" y="1284016"/>
                </a:lnTo>
                <a:lnTo>
                  <a:pt x="901285" y="1280036"/>
                </a:lnTo>
                <a:lnTo>
                  <a:pt x="899811" y="1278947"/>
                </a:lnTo>
                <a:close/>
              </a:path>
              <a:path w="5142230" h="2300604">
                <a:moveTo>
                  <a:pt x="1029914" y="1336014"/>
                </a:moveTo>
                <a:lnTo>
                  <a:pt x="1024949" y="1330700"/>
                </a:lnTo>
                <a:lnTo>
                  <a:pt x="1023779" y="1324853"/>
                </a:lnTo>
                <a:lnTo>
                  <a:pt x="1025984" y="1319589"/>
                </a:lnTo>
                <a:lnTo>
                  <a:pt x="1029057" y="1312517"/>
                </a:lnTo>
                <a:lnTo>
                  <a:pt x="1037241" y="1309255"/>
                </a:lnTo>
                <a:lnTo>
                  <a:pt x="1044320" y="1312239"/>
                </a:lnTo>
                <a:lnTo>
                  <a:pt x="1051391" y="1315312"/>
                </a:lnTo>
                <a:lnTo>
                  <a:pt x="1054653" y="1323496"/>
                </a:lnTo>
                <a:lnTo>
                  <a:pt x="1051674" y="1330571"/>
                </a:lnTo>
                <a:lnTo>
                  <a:pt x="1048596" y="1337637"/>
                </a:lnTo>
                <a:lnTo>
                  <a:pt x="1040413" y="1340899"/>
                </a:lnTo>
                <a:lnTo>
                  <a:pt x="1033343" y="1337925"/>
                </a:lnTo>
                <a:lnTo>
                  <a:pt x="1031478" y="1337102"/>
                </a:lnTo>
                <a:lnTo>
                  <a:pt x="1029914" y="1336014"/>
                </a:lnTo>
                <a:close/>
              </a:path>
              <a:path w="5142230" h="2300604">
                <a:moveTo>
                  <a:pt x="1907016" y="2085009"/>
                </a:moveTo>
                <a:lnTo>
                  <a:pt x="1902146" y="2079797"/>
                </a:lnTo>
                <a:lnTo>
                  <a:pt x="1900861" y="2077345"/>
                </a:lnTo>
                <a:lnTo>
                  <a:pt x="1899037" y="2066987"/>
                </a:lnTo>
                <a:lnTo>
                  <a:pt x="1904151" y="2059754"/>
                </a:lnTo>
                <a:lnTo>
                  <a:pt x="1911701" y="2058453"/>
                </a:lnTo>
                <a:lnTo>
                  <a:pt x="1919301" y="2057106"/>
                </a:lnTo>
                <a:lnTo>
                  <a:pt x="1926542" y="2062121"/>
                </a:lnTo>
                <a:lnTo>
                  <a:pt x="1929164" y="2077146"/>
                </a:lnTo>
                <a:lnTo>
                  <a:pt x="1925488" y="2082594"/>
                </a:lnTo>
                <a:lnTo>
                  <a:pt x="1924126" y="2084558"/>
                </a:lnTo>
                <a:lnTo>
                  <a:pt x="1916683" y="2085876"/>
                </a:lnTo>
                <a:lnTo>
                  <a:pt x="1911725" y="2086727"/>
                </a:lnTo>
                <a:lnTo>
                  <a:pt x="1907016" y="2085009"/>
                </a:lnTo>
                <a:close/>
              </a:path>
              <a:path w="5142230" h="2300604">
                <a:moveTo>
                  <a:pt x="299320" y="811102"/>
                </a:moveTo>
                <a:lnTo>
                  <a:pt x="294264" y="805689"/>
                </a:lnTo>
                <a:lnTo>
                  <a:pt x="293587" y="804769"/>
                </a:lnTo>
                <a:lnTo>
                  <a:pt x="293003" y="803753"/>
                </a:lnTo>
                <a:lnTo>
                  <a:pt x="289271" y="797022"/>
                </a:lnTo>
                <a:lnTo>
                  <a:pt x="291733" y="788513"/>
                </a:lnTo>
                <a:lnTo>
                  <a:pt x="305206" y="781041"/>
                </a:lnTo>
                <a:lnTo>
                  <a:pt x="313714" y="783502"/>
                </a:lnTo>
                <a:lnTo>
                  <a:pt x="321138" y="797021"/>
                </a:lnTo>
                <a:lnTo>
                  <a:pt x="318725" y="805483"/>
                </a:lnTo>
                <a:lnTo>
                  <a:pt x="306263" y="812377"/>
                </a:lnTo>
                <a:lnTo>
                  <a:pt x="299320" y="811102"/>
                </a:lnTo>
                <a:close/>
              </a:path>
              <a:path w="5142230" h="2300604">
                <a:moveTo>
                  <a:pt x="472222" y="1028250"/>
                </a:moveTo>
                <a:lnTo>
                  <a:pt x="466385" y="1022002"/>
                </a:lnTo>
                <a:lnTo>
                  <a:pt x="466094" y="1013968"/>
                </a:lnTo>
                <a:lnTo>
                  <a:pt x="475871" y="1002735"/>
                </a:lnTo>
                <a:lnTo>
                  <a:pt x="484724" y="1002144"/>
                </a:lnTo>
                <a:lnTo>
                  <a:pt x="496325" y="1012217"/>
                </a:lnTo>
                <a:lnTo>
                  <a:pt x="496921" y="1021065"/>
                </a:lnTo>
                <a:lnTo>
                  <a:pt x="486848" y="1032666"/>
                </a:lnTo>
                <a:lnTo>
                  <a:pt x="478045" y="1033311"/>
                </a:lnTo>
                <a:lnTo>
                  <a:pt x="472222" y="1028250"/>
                </a:lnTo>
                <a:close/>
              </a:path>
              <a:path w="5142230" h="2300604">
                <a:moveTo>
                  <a:pt x="1630612" y="1403907"/>
                </a:moveTo>
                <a:lnTo>
                  <a:pt x="1625783" y="1398738"/>
                </a:lnTo>
                <a:lnTo>
                  <a:pt x="1624658" y="1392841"/>
                </a:lnTo>
                <a:lnTo>
                  <a:pt x="1627008" y="1387733"/>
                </a:lnTo>
                <a:lnTo>
                  <a:pt x="1630166" y="1380948"/>
                </a:lnTo>
                <a:lnTo>
                  <a:pt x="1638197" y="1378011"/>
                </a:lnTo>
                <a:lnTo>
                  <a:pt x="1651816" y="1384281"/>
                </a:lnTo>
                <a:lnTo>
                  <a:pt x="1654748" y="1392308"/>
                </a:lnTo>
                <a:lnTo>
                  <a:pt x="1648437" y="1405883"/>
                </a:lnTo>
                <a:lnTo>
                  <a:pt x="1640406" y="1408820"/>
                </a:lnTo>
                <a:lnTo>
                  <a:pt x="1631994" y="1404898"/>
                </a:lnTo>
                <a:lnTo>
                  <a:pt x="1630612" y="1403907"/>
                </a:lnTo>
                <a:close/>
              </a:path>
              <a:path w="5142230" h="2300604">
                <a:moveTo>
                  <a:pt x="1757282" y="1467367"/>
                </a:moveTo>
                <a:lnTo>
                  <a:pt x="1752413" y="1462155"/>
                </a:lnTo>
                <a:lnTo>
                  <a:pt x="1751447" y="1455843"/>
                </a:lnTo>
                <a:lnTo>
                  <a:pt x="1757891" y="1444071"/>
                </a:lnTo>
                <a:lnTo>
                  <a:pt x="1766140" y="1441661"/>
                </a:lnTo>
                <a:lnTo>
                  <a:pt x="1779210" y="1448810"/>
                </a:lnTo>
                <a:lnTo>
                  <a:pt x="1781620" y="1457059"/>
                </a:lnTo>
                <a:lnTo>
                  <a:pt x="1774467" y="1470124"/>
                </a:lnTo>
                <a:lnTo>
                  <a:pt x="1766218" y="1472534"/>
                </a:lnTo>
                <a:lnTo>
                  <a:pt x="1758389" y="1468260"/>
                </a:lnTo>
                <a:lnTo>
                  <a:pt x="1757282" y="1467367"/>
                </a:lnTo>
                <a:close/>
              </a:path>
              <a:path w="5142230" h="2300604">
                <a:moveTo>
                  <a:pt x="1936726" y="1582629"/>
                </a:moveTo>
                <a:lnTo>
                  <a:pt x="1930785" y="1576270"/>
                </a:lnTo>
                <a:lnTo>
                  <a:pt x="1930341" y="1568952"/>
                </a:lnTo>
                <a:lnTo>
                  <a:pt x="1939271" y="1557789"/>
                </a:lnTo>
                <a:lnTo>
                  <a:pt x="1947755" y="1556803"/>
                </a:lnTo>
                <a:lnTo>
                  <a:pt x="1959423" y="1566165"/>
                </a:lnTo>
                <a:lnTo>
                  <a:pt x="1960413" y="1574654"/>
                </a:lnTo>
                <a:lnTo>
                  <a:pt x="1951046" y="1586327"/>
                </a:lnTo>
                <a:lnTo>
                  <a:pt x="1942557" y="1587308"/>
                </a:lnTo>
                <a:lnTo>
                  <a:pt x="1936726" y="1582629"/>
                </a:lnTo>
                <a:close/>
              </a:path>
              <a:path w="5142230" h="2300604">
                <a:moveTo>
                  <a:pt x="1818691" y="1502509"/>
                </a:moveTo>
                <a:lnTo>
                  <a:pt x="1813862" y="1497341"/>
                </a:lnTo>
                <a:lnTo>
                  <a:pt x="1813001" y="1490749"/>
                </a:lnTo>
                <a:lnTo>
                  <a:pt x="1816152" y="1485423"/>
                </a:lnTo>
                <a:lnTo>
                  <a:pt x="1820056" y="1479045"/>
                </a:lnTo>
                <a:lnTo>
                  <a:pt x="1828193" y="1477004"/>
                </a:lnTo>
                <a:lnTo>
                  <a:pt x="1828341" y="1476967"/>
                </a:lnTo>
                <a:lnTo>
                  <a:pt x="1841109" y="1484672"/>
                </a:lnTo>
                <a:lnTo>
                  <a:pt x="1843134" y="1492998"/>
                </a:lnTo>
                <a:lnTo>
                  <a:pt x="1839333" y="1499388"/>
                </a:lnTo>
                <a:lnTo>
                  <a:pt x="1835474" y="1505814"/>
                </a:lnTo>
                <a:lnTo>
                  <a:pt x="1827144" y="1507844"/>
                </a:lnTo>
                <a:lnTo>
                  <a:pt x="1820812" y="1503998"/>
                </a:lnTo>
                <a:lnTo>
                  <a:pt x="1819654" y="1503345"/>
                </a:lnTo>
                <a:lnTo>
                  <a:pt x="1818691" y="1502509"/>
                </a:lnTo>
                <a:close/>
              </a:path>
              <a:path w="5142230" h="2300604">
                <a:moveTo>
                  <a:pt x="1878538" y="1540378"/>
                </a:moveTo>
                <a:lnTo>
                  <a:pt x="1873619" y="1535112"/>
                </a:lnTo>
                <a:lnTo>
                  <a:pt x="1872910" y="1528196"/>
                </a:lnTo>
                <a:lnTo>
                  <a:pt x="1880568" y="1516649"/>
                </a:lnTo>
                <a:lnTo>
                  <a:pt x="1888985" y="1515005"/>
                </a:lnTo>
                <a:lnTo>
                  <a:pt x="1901402" y="1523311"/>
                </a:lnTo>
                <a:lnTo>
                  <a:pt x="1903095" y="1531673"/>
                </a:lnTo>
                <a:lnTo>
                  <a:pt x="1898965" y="1537906"/>
                </a:lnTo>
                <a:lnTo>
                  <a:pt x="1894789" y="1544090"/>
                </a:lnTo>
                <a:lnTo>
                  <a:pt x="1886422" y="1545788"/>
                </a:lnTo>
                <a:lnTo>
                  <a:pt x="1880189" y="1541657"/>
                </a:lnTo>
                <a:lnTo>
                  <a:pt x="1879314" y="1541014"/>
                </a:lnTo>
                <a:lnTo>
                  <a:pt x="1878538" y="1540378"/>
                </a:lnTo>
                <a:close/>
              </a:path>
              <a:path w="5142230" h="2300604">
                <a:moveTo>
                  <a:pt x="1036159" y="1170568"/>
                </a:moveTo>
                <a:lnTo>
                  <a:pt x="1031377" y="1165449"/>
                </a:lnTo>
                <a:lnTo>
                  <a:pt x="1030197" y="1159885"/>
                </a:lnTo>
                <a:lnTo>
                  <a:pt x="1032162" y="1154853"/>
                </a:lnTo>
                <a:lnTo>
                  <a:pt x="1034995" y="1147915"/>
                </a:lnTo>
                <a:lnTo>
                  <a:pt x="1042846" y="1144590"/>
                </a:lnTo>
                <a:lnTo>
                  <a:pt x="1056684" y="1150117"/>
                </a:lnTo>
                <a:lnTo>
                  <a:pt x="1060045" y="1158016"/>
                </a:lnTo>
                <a:lnTo>
                  <a:pt x="1057266" y="1164914"/>
                </a:lnTo>
                <a:lnTo>
                  <a:pt x="1054527" y="1171855"/>
                </a:lnTo>
                <a:lnTo>
                  <a:pt x="1046623" y="1175221"/>
                </a:lnTo>
                <a:lnTo>
                  <a:pt x="1037822" y="1171664"/>
                </a:lnTo>
                <a:lnTo>
                  <a:pt x="1036159" y="1170568"/>
                </a:lnTo>
                <a:close/>
              </a:path>
              <a:path w="5142230" h="2300604">
                <a:moveTo>
                  <a:pt x="1694477" y="1434543"/>
                </a:moveTo>
                <a:lnTo>
                  <a:pt x="1689654" y="1429380"/>
                </a:lnTo>
                <a:lnTo>
                  <a:pt x="1688616" y="1423284"/>
                </a:lnTo>
                <a:lnTo>
                  <a:pt x="1691216" y="1418150"/>
                </a:lnTo>
                <a:lnTo>
                  <a:pt x="1694560" y="1411465"/>
                </a:lnTo>
                <a:lnTo>
                  <a:pt x="1702679" y="1408720"/>
                </a:lnTo>
                <a:lnTo>
                  <a:pt x="1715999" y="1415453"/>
                </a:lnTo>
                <a:lnTo>
                  <a:pt x="1718744" y="1423572"/>
                </a:lnTo>
                <a:lnTo>
                  <a:pt x="1712052" y="1436936"/>
                </a:lnTo>
                <a:lnTo>
                  <a:pt x="1703888" y="1439632"/>
                </a:lnTo>
                <a:lnTo>
                  <a:pt x="1697208" y="1436293"/>
                </a:lnTo>
                <a:lnTo>
                  <a:pt x="1695770" y="1435536"/>
                </a:lnTo>
                <a:lnTo>
                  <a:pt x="1694477" y="1434543"/>
                </a:lnTo>
                <a:close/>
              </a:path>
              <a:path w="5142230" h="2300604">
                <a:moveTo>
                  <a:pt x="1168679" y="1221817"/>
                </a:moveTo>
                <a:lnTo>
                  <a:pt x="1163896" y="1216697"/>
                </a:lnTo>
                <a:lnTo>
                  <a:pt x="1162665" y="1211273"/>
                </a:lnTo>
                <a:lnTo>
                  <a:pt x="1164528" y="1206328"/>
                </a:lnTo>
                <a:lnTo>
                  <a:pt x="1167126" y="1199335"/>
                </a:lnTo>
                <a:lnTo>
                  <a:pt x="1174947" y="1195782"/>
                </a:lnTo>
                <a:lnTo>
                  <a:pt x="1188930" y="1201073"/>
                </a:lnTo>
                <a:lnTo>
                  <a:pt x="1192442" y="1208840"/>
                </a:lnTo>
                <a:lnTo>
                  <a:pt x="1187245" y="1222826"/>
                </a:lnTo>
                <a:lnTo>
                  <a:pt x="1179429" y="1226384"/>
                </a:lnTo>
                <a:lnTo>
                  <a:pt x="1172436" y="1223786"/>
                </a:lnTo>
                <a:lnTo>
                  <a:pt x="1170387" y="1222961"/>
                </a:lnTo>
                <a:lnTo>
                  <a:pt x="1168679" y="1221817"/>
                </a:lnTo>
                <a:close/>
              </a:path>
              <a:path w="5142230" h="2300604">
                <a:moveTo>
                  <a:pt x="1368256" y="1296073"/>
                </a:moveTo>
                <a:lnTo>
                  <a:pt x="1363473" y="1290953"/>
                </a:lnTo>
                <a:lnTo>
                  <a:pt x="1362287" y="1285578"/>
                </a:lnTo>
                <a:lnTo>
                  <a:pt x="1364109" y="1280588"/>
                </a:lnTo>
                <a:lnTo>
                  <a:pt x="1366802" y="1273599"/>
                </a:lnTo>
                <a:lnTo>
                  <a:pt x="1374570" y="1270086"/>
                </a:lnTo>
                <a:lnTo>
                  <a:pt x="1381563" y="1272685"/>
                </a:lnTo>
                <a:lnTo>
                  <a:pt x="1388548" y="1275373"/>
                </a:lnTo>
                <a:lnTo>
                  <a:pt x="1392065" y="1283145"/>
                </a:lnTo>
                <a:lnTo>
                  <a:pt x="1389466" y="1290138"/>
                </a:lnTo>
                <a:lnTo>
                  <a:pt x="1386773" y="1297128"/>
                </a:lnTo>
                <a:lnTo>
                  <a:pt x="1379001" y="1300635"/>
                </a:lnTo>
                <a:lnTo>
                  <a:pt x="1372008" y="1298037"/>
                </a:lnTo>
                <a:lnTo>
                  <a:pt x="1370005" y="1297260"/>
                </a:lnTo>
                <a:lnTo>
                  <a:pt x="1368256" y="1296073"/>
                </a:lnTo>
                <a:close/>
              </a:path>
              <a:path w="5142230" h="2300604">
                <a:moveTo>
                  <a:pt x="1102265" y="1196565"/>
                </a:moveTo>
                <a:lnTo>
                  <a:pt x="1097482" y="1191445"/>
                </a:lnTo>
                <a:lnTo>
                  <a:pt x="1096246" y="1186017"/>
                </a:lnTo>
                <a:lnTo>
                  <a:pt x="1098216" y="1180990"/>
                </a:lnTo>
                <a:lnTo>
                  <a:pt x="1100860" y="1174045"/>
                </a:lnTo>
                <a:lnTo>
                  <a:pt x="1108722" y="1170536"/>
                </a:lnTo>
                <a:lnTo>
                  <a:pt x="1122652" y="1175967"/>
                </a:lnTo>
                <a:lnTo>
                  <a:pt x="1126116" y="1183780"/>
                </a:lnTo>
                <a:lnTo>
                  <a:pt x="1123423" y="1190770"/>
                </a:lnTo>
                <a:lnTo>
                  <a:pt x="1120734" y="1197666"/>
                </a:lnTo>
                <a:lnTo>
                  <a:pt x="1112921" y="1201129"/>
                </a:lnTo>
                <a:lnTo>
                  <a:pt x="1103973" y="1197709"/>
                </a:lnTo>
                <a:lnTo>
                  <a:pt x="1102265" y="1196565"/>
                </a:lnTo>
                <a:close/>
              </a:path>
              <a:path w="5142230" h="2300604">
                <a:moveTo>
                  <a:pt x="1565832" y="1375028"/>
                </a:moveTo>
                <a:lnTo>
                  <a:pt x="1561044" y="1369904"/>
                </a:lnTo>
                <a:lnTo>
                  <a:pt x="1559921" y="1364205"/>
                </a:lnTo>
                <a:lnTo>
                  <a:pt x="1562078" y="1359085"/>
                </a:lnTo>
                <a:lnTo>
                  <a:pt x="1565092" y="1352244"/>
                </a:lnTo>
                <a:lnTo>
                  <a:pt x="1572994" y="1349071"/>
                </a:lnTo>
                <a:lnTo>
                  <a:pt x="1586720" y="1354967"/>
                </a:lnTo>
                <a:lnTo>
                  <a:pt x="1589895" y="1362959"/>
                </a:lnTo>
                <a:lnTo>
                  <a:pt x="1586922" y="1369845"/>
                </a:lnTo>
                <a:lnTo>
                  <a:pt x="1583998" y="1376685"/>
                </a:lnTo>
                <a:lnTo>
                  <a:pt x="1576006" y="1379860"/>
                </a:lnTo>
                <a:lnTo>
                  <a:pt x="1569120" y="1376887"/>
                </a:lnTo>
                <a:lnTo>
                  <a:pt x="1567400" y="1376120"/>
                </a:lnTo>
                <a:lnTo>
                  <a:pt x="1565832" y="1375028"/>
                </a:lnTo>
                <a:close/>
              </a:path>
              <a:path w="5142230" h="2300604">
                <a:moveTo>
                  <a:pt x="1235252" y="1246555"/>
                </a:moveTo>
                <a:lnTo>
                  <a:pt x="1230470" y="1241435"/>
                </a:lnTo>
                <a:lnTo>
                  <a:pt x="1229186" y="1236151"/>
                </a:lnTo>
                <a:lnTo>
                  <a:pt x="1231004" y="1231157"/>
                </a:lnTo>
                <a:lnTo>
                  <a:pt x="1233602" y="1224164"/>
                </a:lnTo>
                <a:lnTo>
                  <a:pt x="1241377" y="1220562"/>
                </a:lnTo>
                <a:lnTo>
                  <a:pt x="1248416" y="1223209"/>
                </a:lnTo>
                <a:lnTo>
                  <a:pt x="1255458" y="1225762"/>
                </a:lnTo>
                <a:lnTo>
                  <a:pt x="1258970" y="1233529"/>
                </a:lnTo>
                <a:lnTo>
                  <a:pt x="1256417" y="1240571"/>
                </a:lnTo>
                <a:lnTo>
                  <a:pt x="1253819" y="1247564"/>
                </a:lnTo>
                <a:lnTo>
                  <a:pt x="1246002" y="1251122"/>
                </a:lnTo>
                <a:lnTo>
                  <a:pt x="1239009" y="1248524"/>
                </a:lnTo>
                <a:lnTo>
                  <a:pt x="1236957" y="1247793"/>
                </a:lnTo>
                <a:lnTo>
                  <a:pt x="1235252" y="1246555"/>
                </a:lnTo>
                <a:close/>
              </a:path>
              <a:path w="5142230" h="2300604">
                <a:moveTo>
                  <a:pt x="1301780" y="1271244"/>
                </a:moveTo>
                <a:lnTo>
                  <a:pt x="1296997" y="1266124"/>
                </a:lnTo>
                <a:lnTo>
                  <a:pt x="1295763" y="1260794"/>
                </a:lnTo>
                <a:lnTo>
                  <a:pt x="1297585" y="1255805"/>
                </a:lnTo>
                <a:lnTo>
                  <a:pt x="1300232" y="1248766"/>
                </a:lnTo>
                <a:lnTo>
                  <a:pt x="1308000" y="1245254"/>
                </a:lnTo>
                <a:lnTo>
                  <a:pt x="1322034" y="1250405"/>
                </a:lnTo>
                <a:lnTo>
                  <a:pt x="1325592" y="1258222"/>
                </a:lnTo>
                <a:lnTo>
                  <a:pt x="1320395" y="1272208"/>
                </a:lnTo>
                <a:lnTo>
                  <a:pt x="1312574" y="1275761"/>
                </a:lnTo>
                <a:lnTo>
                  <a:pt x="1305581" y="1273162"/>
                </a:lnTo>
                <a:lnTo>
                  <a:pt x="1303529" y="1272431"/>
                </a:lnTo>
                <a:lnTo>
                  <a:pt x="1301780" y="1271244"/>
                </a:lnTo>
                <a:close/>
              </a:path>
              <a:path w="5142230" h="2300604">
                <a:moveTo>
                  <a:pt x="1434568" y="1321411"/>
                </a:moveTo>
                <a:lnTo>
                  <a:pt x="1429790" y="1316296"/>
                </a:lnTo>
                <a:lnTo>
                  <a:pt x="1428554" y="1310867"/>
                </a:lnTo>
                <a:lnTo>
                  <a:pt x="1430524" y="1305840"/>
                </a:lnTo>
                <a:lnTo>
                  <a:pt x="1433216" y="1298850"/>
                </a:lnTo>
                <a:lnTo>
                  <a:pt x="1441075" y="1295435"/>
                </a:lnTo>
                <a:lnTo>
                  <a:pt x="1455006" y="1300867"/>
                </a:lnTo>
                <a:lnTo>
                  <a:pt x="1458421" y="1308725"/>
                </a:lnTo>
                <a:lnTo>
                  <a:pt x="1455682" y="1315666"/>
                </a:lnTo>
                <a:lnTo>
                  <a:pt x="1452985" y="1322651"/>
                </a:lnTo>
                <a:lnTo>
                  <a:pt x="1445131" y="1326071"/>
                </a:lnTo>
                <a:lnTo>
                  <a:pt x="1438190" y="1323332"/>
                </a:lnTo>
                <a:lnTo>
                  <a:pt x="1436232" y="1322605"/>
                </a:lnTo>
                <a:lnTo>
                  <a:pt x="1434568" y="1321411"/>
                </a:lnTo>
                <a:close/>
              </a:path>
              <a:path w="5142230" h="2300604">
                <a:moveTo>
                  <a:pt x="1500434" y="1347640"/>
                </a:moveTo>
                <a:lnTo>
                  <a:pt x="1495647" y="1342515"/>
                </a:lnTo>
                <a:lnTo>
                  <a:pt x="1494472" y="1336956"/>
                </a:lnTo>
                <a:lnTo>
                  <a:pt x="1499360" y="1324985"/>
                </a:lnTo>
                <a:lnTo>
                  <a:pt x="1507220" y="1321669"/>
                </a:lnTo>
                <a:lnTo>
                  <a:pt x="1521091" y="1327330"/>
                </a:lnTo>
                <a:lnTo>
                  <a:pt x="1524367" y="1335236"/>
                </a:lnTo>
                <a:lnTo>
                  <a:pt x="1521583" y="1342128"/>
                </a:lnTo>
                <a:lnTo>
                  <a:pt x="1518750" y="1349066"/>
                </a:lnTo>
                <a:lnTo>
                  <a:pt x="1510850" y="1352338"/>
                </a:lnTo>
                <a:lnTo>
                  <a:pt x="1502048" y="1348780"/>
                </a:lnTo>
                <a:lnTo>
                  <a:pt x="1500434" y="1347640"/>
                </a:lnTo>
                <a:close/>
              </a:path>
              <a:path w="5142230" h="2300604">
                <a:moveTo>
                  <a:pt x="2167440" y="2080518"/>
                </a:moveTo>
                <a:lnTo>
                  <a:pt x="2162703" y="2075447"/>
                </a:lnTo>
                <a:lnTo>
                  <a:pt x="2161344" y="2072233"/>
                </a:lnTo>
                <a:lnTo>
                  <a:pt x="2161298" y="2061236"/>
                </a:lnTo>
                <a:lnTo>
                  <a:pt x="2167312" y="2055162"/>
                </a:lnTo>
                <a:lnTo>
                  <a:pt x="2182227" y="2055098"/>
                </a:lnTo>
                <a:lnTo>
                  <a:pt x="2188306" y="2061117"/>
                </a:lnTo>
                <a:lnTo>
                  <a:pt x="2188360" y="2076032"/>
                </a:lnTo>
                <a:lnTo>
                  <a:pt x="2182351" y="2082111"/>
                </a:lnTo>
                <a:lnTo>
                  <a:pt x="2170972" y="2082149"/>
                </a:lnTo>
                <a:lnTo>
                  <a:pt x="2167440" y="2080518"/>
                </a:lnTo>
                <a:close/>
              </a:path>
              <a:path w="5142230" h="2300604">
                <a:moveTo>
                  <a:pt x="2147217" y="2291702"/>
                </a:moveTo>
                <a:lnTo>
                  <a:pt x="2142530" y="2286684"/>
                </a:lnTo>
                <a:lnTo>
                  <a:pt x="2141117" y="2282435"/>
                </a:lnTo>
                <a:lnTo>
                  <a:pt x="2141826" y="2278111"/>
                </a:lnTo>
                <a:lnTo>
                  <a:pt x="2143162" y="2270744"/>
                </a:lnTo>
                <a:lnTo>
                  <a:pt x="2150129" y="2265788"/>
                </a:lnTo>
                <a:lnTo>
                  <a:pt x="2157500" y="2267130"/>
                </a:lnTo>
                <a:lnTo>
                  <a:pt x="2164865" y="2268367"/>
                </a:lnTo>
                <a:lnTo>
                  <a:pt x="2169777" y="2275384"/>
                </a:lnTo>
                <a:lnTo>
                  <a:pt x="2168535" y="2282754"/>
                </a:lnTo>
                <a:lnTo>
                  <a:pt x="2167242" y="2290070"/>
                </a:lnTo>
                <a:lnTo>
                  <a:pt x="2160231" y="2295076"/>
                </a:lnTo>
                <a:lnTo>
                  <a:pt x="2152860" y="2293735"/>
                </a:lnTo>
                <a:lnTo>
                  <a:pt x="2149860" y="2293260"/>
                </a:lnTo>
                <a:lnTo>
                  <a:pt x="2147217" y="2291702"/>
                </a:lnTo>
                <a:close/>
              </a:path>
              <a:path w="5142230" h="2300604">
                <a:moveTo>
                  <a:pt x="841046" y="1084473"/>
                </a:moveTo>
                <a:lnTo>
                  <a:pt x="836263" y="1079353"/>
                </a:lnTo>
                <a:lnTo>
                  <a:pt x="835193" y="1073321"/>
                </a:lnTo>
                <a:lnTo>
                  <a:pt x="841029" y="1061387"/>
                </a:lnTo>
                <a:lnTo>
                  <a:pt x="849102" y="1058593"/>
                </a:lnTo>
                <a:lnTo>
                  <a:pt x="862520" y="1065235"/>
                </a:lnTo>
                <a:lnTo>
                  <a:pt x="865314" y="1073308"/>
                </a:lnTo>
                <a:lnTo>
                  <a:pt x="862016" y="1080041"/>
                </a:lnTo>
                <a:lnTo>
                  <a:pt x="858721" y="1086680"/>
                </a:lnTo>
                <a:lnTo>
                  <a:pt x="850648" y="1089474"/>
                </a:lnTo>
                <a:lnTo>
                  <a:pt x="843910" y="1086171"/>
                </a:lnTo>
                <a:lnTo>
                  <a:pt x="842428" y="1085465"/>
                </a:lnTo>
                <a:lnTo>
                  <a:pt x="841046" y="1084473"/>
                </a:lnTo>
                <a:close/>
              </a:path>
              <a:path w="5142230" h="2300604">
                <a:moveTo>
                  <a:pt x="2113868" y="1805587"/>
                </a:moveTo>
                <a:lnTo>
                  <a:pt x="2109035" y="1800413"/>
                </a:lnTo>
                <a:lnTo>
                  <a:pt x="2108232" y="1799163"/>
                </a:lnTo>
                <a:lnTo>
                  <a:pt x="2104494" y="1790958"/>
                </a:lnTo>
                <a:lnTo>
                  <a:pt x="2107555" y="1782994"/>
                </a:lnTo>
                <a:lnTo>
                  <a:pt x="2121172" y="1776849"/>
                </a:lnTo>
                <a:lnTo>
                  <a:pt x="2129190" y="1779860"/>
                </a:lnTo>
                <a:lnTo>
                  <a:pt x="2135336" y="1793476"/>
                </a:lnTo>
                <a:lnTo>
                  <a:pt x="2132271" y="1801535"/>
                </a:lnTo>
                <a:lnTo>
                  <a:pt x="2125417" y="1804559"/>
                </a:lnTo>
                <a:lnTo>
                  <a:pt x="2120051" y="1807025"/>
                </a:lnTo>
                <a:lnTo>
                  <a:pt x="2113868" y="1805587"/>
                </a:lnTo>
                <a:close/>
              </a:path>
              <a:path w="5142230" h="2300604">
                <a:moveTo>
                  <a:pt x="2081297" y="1743449"/>
                </a:moveTo>
                <a:lnTo>
                  <a:pt x="2075727" y="1737487"/>
                </a:lnTo>
                <a:lnTo>
                  <a:pt x="2071293" y="1730297"/>
                </a:lnTo>
                <a:lnTo>
                  <a:pt x="2073277" y="1721961"/>
                </a:lnTo>
                <a:lnTo>
                  <a:pt x="2079693" y="1718077"/>
                </a:lnTo>
                <a:lnTo>
                  <a:pt x="2086009" y="1714185"/>
                </a:lnTo>
                <a:lnTo>
                  <a:pt x="2094345" y="1716168"/>
                </a:lnTo>
                <a:lnTo>
                  <a:pt x="2102171" y="1728846"/>
                </a:lnTo>
                <a:lnTo>
                  <a:pt x="2100187" y="1737182"/>
                </a:lnTo>
                <a:lnTo>
                  <a:pt x="2093826" y="1741124"/>
                </a:lnTo>
                <a:lnTo>
                  <a:pt x="2088230" y="1744517"/>
                </a:lnTo>
                <a:lnTo>
                  <a:pt x="2081297" y="1743449"/>
                </a:lnTo>
                <a:close/>
              </a:path>
              <a:path w="5142230" h="2300604">
                <a:moveTo>
                  <a:pt x="409304" y="735690"/>
                </a:moveTo>
                <a:lnTo>
                  <a:pt x="403641" y="729628"/>
                </a:lnTo>
                <a:lnTo>
                  <a:pt x="403153" y="728715"/>
                </a:lnTo>
                <a:lnTo>
                  <a:pt x="399354" y="722302"/>
                </a:lnTo>
                <a:lnTo>
                  <a:pt x="401576" y="714026"/>
                </a:lnTo>
                <a:lnTo>
                  <a:pt x="407979" y="710226"/>
                </a:lnTo>
                <a:lnTo>
                  <a:pt x="414433" y="706480"/>
                </a:lnTo>
                <a:lnTo>
                  <a:pt x="422767" y="708657"/>
                </a:lnTo>
                <a:lnTo>
                  <a:pt x="430254" y="721560"/>
                </a:lnTo>
                <a:lnTo>
                  <a:pt x="428090" y="729799"/>
                </a:lnTo>
                <a:lnTo>
                  <a:pt x="421628" y="733635"/>
                </a:lnTo>
                <a:lnTo>
                  <a:pt x="416047" y="736849"/>
                </a:lnTo>
                <a:lnTo>
                  <a:pt x="409304" y="735690"/>
                </a:lnTo>
                <a:close/>
              </a:path>
              <a:path w="5142230" h="2300604">
                <a:moveTo>
                  <a:pt x="301553" y="472260"/>
                </a:moveTo>
                <a:lnTo>
                  <a:pt x="296766" y="467135"/>
                </a:lnTo>
                <a:lnTo>
                  <a:pt x="295696" y="465404"/>
                </a:lnTo>
                <a:lnTo>
                  <a:pt x="295104" y="463401"/>
                </a:lnTo>
                <a:lnTo>
                  <a:pt x="292892" y="456244"/>
                </a:lnTo>
                <a:lnTo>
                  <a:pt x="296928" y="448639"/>
                </a:lnTo>
                <a:lnTo>
                  <a:pt x="311193" y="444262"/>
                </a:lnTo>
                <a:lnTo>
                  <a:pt x="318752" y="448249"/>
                </a:lnTo>
                <a:lnTo>
                  <a:pt x="323175" y="462563"/>
                </a:lnTo>
                <a:lnTo>
                  <a:pt x="319188" y="470122"/>
                </a:lnTo>
                <a:lnTo>
                  <a:pt x="306926" y="473906"/>
                </a:lnTo>
                <a:lnTo>
                  <a:pt x="301553" y="472260"/>
                </a:lnTo>
                <a:close/>
              </a:path>
              <a:path w="5142230" h="2300604">
                <a:moveTo>
                  <a:pt x="2157961" y="2221683"/>
                </a:moveTo>
                <a:lnTo>
                  <a:pt x="2153224" y="2216612"/>
                </a:lnTo>
                <a:lnTo>
                  <a:pt x="2151752" y="2212690"/>
                </a:lnTo>
                <a:lnTo>
                  <a:pt x="2153185" y="2201125"/>
                </a:lnTo>
                <a:lnTo>
                  <a:pt x="2159973" y="2195880"/>
                </a:lnTo>
                <a:lnTo>
                  <a:pt x="2167396" y="2196789"/>
                </a:lnTo>
                <a:lnTo>
                  <a:pt x="2174780" y="2197753"/>
                </a:lnTo>
                <a:lnTo>
                  <a:pt x="2180074" y="2204496"/>
                </a:lnTo>
                <a:lnTo>
                  <a:pt x="2179115" y="2211875"/>
                </a:lnTo>
                <a:lnTo>
                  <a:pt x="2178201" y="2219303"/>
                </a:lnTo>
                <a:lnTo>
                  <a:pt x="2171408" y="2224543"/>
                </a:lnTo>
                <a:lnTo>
                  <a:pt x="2164030" y="2223683"/>
                </a:lnTo>
                <a:lnTo>
                  <a:pt x="2160788" y="2223242"/>
                </a:lnTo>
                <a:lnTo>
                  <a:pt x="2157961" y="2221683"/>
                </a:lnTo>
                <a:close/>
              </a:path>
              <a:path w="5142230" h="2300604">
                <a:moveTo>
                  <a:pt x="2155178" y="1939930"/>
                </a:moveTo>
                <a:lnTo>
                  <a:pt x="2150400" y="1934816"/>
                </a:lnTo>
                <a:lnTo>
                  <a:pt x="2149198" y="1932551"/>
                </a:lnTo>
                <a:lnTo>
                  <a:pt x="2148677" y="1929942"/>
                </a:lnTo>
                <a:lnTo>
                  <a:pt x="2147317" y="1922620"/>
                </a:lnTo>
                <a:lnTo>
                  <a:pt x="2152141" y="1915566"/>
                </a:lnTo>
                <a:lnTo>
                  <a:pt x="2159461" y="1914116"/>
                </a:lnTo>
                <a:lnTo>
                  <a:pt x="2166772" y="1912755"/>
                </a:lnTo>
                <a:lnTo>
                  <a:pt x="2173880" y="1917529"/>
                </a:lnTo>
                <a:lnTo>
                  <a:pt x="2176688" y="1932264"/>
                </a:lnTo>
                <a:lnTo>
                  <a:pt x="2171868" y="1939323"/>
                </a:lnTo>
                <a:lnTo>
                  <a:pt x="2159752" y="1941602"/>
                </a:lnTo>
                <a:lnTo>
                  <a:pt x="2155178" y="1939930"/>
                </a:lnTo>
                <a:close/>
              </a:path>
              <a:path w="5142230" h="2300604">
                <a:moveTo>
                  <a:pt x="2138484" y="1871428"/>
                </a:moveTo>
                <a:lnTo>
                  <a:pt x="2133747" y="1866357"/>
                </a:lnTo>
                <a:lnTo>
                  <a:pt x="2132632" y="1864577"/>
                </a:lnTo>
                <a:lnTo>
                  <a:pt x="2132039" y="1862574"/>
                </a:lnTo>
                <a:lnTo>
                  <a:pt x="2129828" y="1855417"/>
                </a:lnTo>
                <a:lnTo>
                  <a:pt x="2133815" y="1847857"/>
                </a:lnTo>
                <a:lnTo>
                  <a:pt x="2148075" y="1843475"/>
                </a:lnTo>
                <a:lnTo>
                  <a:pt x="2155683" y="1847417"/>
                </a:lnTo>
                <a:lnTo>
                  <a:pt x="2160065" y="1861686"/>
                </a:lnTo>
                <a:lnTo>
                  <a:pt x="2156078" y="1869246"/>
                </a:lnTo>
                <a:lnTo>
                  <a:pt x="2148962" y="1871501"/>
                </a:lnTo>
                <a:lnTo>
                  <a:pt x="2143862" y="1873079"/>
                </a:lnTo>
                <a:lnTo>
                  <a:pt x="2138484" y="1871428"/>
                </a:lnTo>
                <a:close/>
              </a:path>
              <a:path w="5142230" h="2300604">
                <a:moveTo>
                  <a:pt x="263301" y="335325"/>
                </a:moveTo>
                <a:lnTo>
                  <a:pt x="258518" y="330205"/>
                </a:lnTo>
                <a:lnTo>
                  <a:pt x="257405" y="328231"/>
                </a:lnTo>
                <a:lnTo>
                  <a:pt x="254991" y="318707"/>
                </a:lnTo>
                <a:lnTo>
                  <a:pt x="259422" y="311331"/>
                </a:lnTo>
                <a:lnTo>
                  <a:pt x="273820" y="307683"/>
                </a:lnTo>
                <a:lnTo>
                  <a:pt x="281183" y="312045"/>
                </a:lnTo>
                <a:lnTo>
                  <a:pt x="284845" y="326522"/>
                </a:lnTo>
                <a:lnTo>
                  <a:pt x="280487" y="333880"/>
                </a:lnTo>
                <a:lnTo>
                  <a:pt x="268296" y="336958"/>
                </a:lnTo>
                <a:lnTo>
                  <a:pt x="263301" y="335325"/>
                </a:lnTo>
                <a:close/>
              </a:path>
              <a:path w="5142230" h="2300604">
                <a:moveTo>
                  <a:pt x="970518" y="1143407"/>
                </a:moveTo>
                <a:lnTo>
                  <a:pt x="965690" y="1138239"/>
                </a:lnTo>
                <a:lnTo>
                  <a:pt x="964509" y="1132576"/>
                </a:lnTo>
                <a:lnTo>
                  <a:pt x="966622" y="1127507"/>
                </a:lnTo>
                <a:lnTo>
                  <a:pt x="969546" y="1120667"/>
                </a:lnTo>
                <a:lnTo>
                  <a:pt x="977492" y="1117443"/>
                </a:lnTo>
                <a:lnTo>
                  <a:pt x="991267" y="1123294"/>
                </a:lnTo>
                <a:lnTo>
                  <a:pt x="994420" y="1131068"/>
                </a:lnTo>
                <a:lnTo>
                  <a:pt x="988642" y="1144921"/>
                </a:lnTo>
                <a:lnTo>
                  <a:pt x="980696" y="1148144"/>
                </a:lnTo>
                <a:lnTo>
                  <a:pt x="971992" y="1144496"/>
                </a:lnTo>
                <a:lnTo>
                  <a:pt x="970518" y="1143407"/>
                </a:lnTo>
                <a:close/>
              </a:path>
              <a:path w="5142230" h="2300604">
                <a:moveTo>
                  <a:pt x="495291" y="849828"/>
                </a:moveTo>
                <a:lnTo>
                  <a:pt x="484997" y="838808"/>
                </a:lnTo>
                <a:lnTo>
                  <a:pt x="485380" y="830323"/>
                </a:lnTo>
                <a:lnTo>
                  <a:pt x="496159" y="820162"/>
                </a:lnTo>
                <a:lnTo>
                  <a:pt x="504835" y="820458"/>
                </a:lnTo>
                <a:lnTo>
                  <a:pt x="514988" y="831326"/>
                </a:lnTo>
                <a:lnTo>
                  <a:pt x="514704" y="839819"/>
                </a:lnTo>
                <a:lnTo>
                  <a:pt x="503827" y="850071"/>
                </a:lnTo>
                <a:lnTo>
                  <a:pt x="495291" y="849828"/>
                </a:lnTo>
                <a:close/>
              </a:path>
              <a:path w="5142230" h="2300604">
                <a:moveTo>
                  <a:pt x="715579" y="1017414"/>
                </a:moveTo>
                <a:lnTo>
                  <a:pt x="710751" y="1012245"/>
                </a:lnTo>
                <a:lnTo>
                  <a:pt x="709840" y="1005699"/>
                </a:lnTo>
                <a:lnTo>
                  <a:pt x="716707" y="993989"/>
                </a:lnTo>
                <a:lnTo>
                  <a:pt x="724991" y="991811"/>
                </a:lnTo>
                <a:lnTo>
                  <a:pt x="737863" y="999336"/>
                </a:lnTo>
                <a:lnTo>
                  <a:pt x="740036" y="1007624"/>
                </a:lnTo>
                <a:lnTo>
                  <a:pt x="732517" y="1020492"/>
                </a:lnTo>
                <a:lnTo>
                  <a:pt x="724274" y="1022714"/>
                </a:lnTo>
                <a:lnTo>
                  <a:pt x="717790" y="1018901"/>
                </a:lnTo>
                <a:lnTo>
                  <a:pt x="716636" y="1018252"/>
                </a:lnTo>
                <a:lnTo>
                  <a:pt x="715579" y="1017414"/>
                </a:lnTo>
                <a:close/>
              </a:path>
              <a:path w="5142230" h="2300604">
                <a:moveTo>
                  <a:pt x="281546" y="404022"/>
                </a:moveTo>
                <a:lnTo>
                  <a:pt x="276809" y="398951"/>
                </a:lnTo>
                <a:lnTo>
                  <a:pt x="275692" y="397072"/>
                </a:lnTo>
                <a:lnTo>
                  <a:pt x="275106" y="394880"/>
                </a:lnTo>
                <a:lnTo>
                  <a:pt x="273086" y="387635"/>
                </a:lnTo>
                <a:lnTo>
                  <a:pt x="277304" y="380226"/>
                </a:lnTo>
                <a:lnTo>
                  <a:pt x="284500" y="378252"/>
                </a:lnTo>
                <a:lnTo>
                  <a:pt x="291646" y="376224"/>
                </a:lnTo>
                <a:lnTo>
                  <a:pt x="299150" y="380445"/>
                </a:lnTo>
                <a:lnTo>
                  <a:pt x="303098" y="394837"/>
                </a:lnTo>
                <a:lnTo>
                  <a:pt x="298930" y="402300"/>
                </a:lnTo>
                <a:lnTo>
                  <a:pt x="291734" y="404274"/>
                </a:lnTo>
                <a:lnTo>
                  <a:pt x="286681" y="405707"/>
                </a:lnTo>
                <a:lnTo>
                  <a:pt x="281546" y="404022"/>
                </a:lnTo>
                <a:close/>
              </a:path>
              <a:path w="5142230" h="2300604">
                <a:moveTo>
                  <a:pt x="542062" y="894617"/>
                </a:moveTo>
                <a:lnTo>
                  <a:pt x="536408" y="888565"/>
                </a:lnTo>
                <a:lnTo>
                  <a:pt x="536254" y="880775"/>
                </a:lnTo>
                <a:lnTo>
                  <a:pt x="540918" y="875505"/>
                </a:lnTo>
                <a:lnTo>
                  <a:pt x="545830" y="869912"/>
                </a:lnTo>
                <a:lnTo>
                  <a:pt x="554346" y="869353"/>
                </a:lnTo>
                <a:lnTo>
                  <a:pt x="565528" y="879270"/>
                </a:lnTo>
                <a:lnTo>
                  <a:pt x="566088" y="887786"/>
                </a:lnTo>
                <a:lnTo>
                  <a:pt x="556216" y="899017"/>
                </a:lnTo>
                <a:lnTo>
                  <a:pt x="547649" y="899523"/>
                </a:lnTo>
                <a:lnTo>
                  <a:pt x="542062" y="894617"/>
                </a:lnTo>
                <a:close/>
              </a:path>
              <a:path w="5142230" h="2300604">
                <a:moveTo>
                  <a:pt x="323796" y="539861"/>
                </a:moveTo>
                <a:lnTo>
                  <a:pt x="319018" y="534746"/>
                </a:lnTo>
                <a:lnTo>
                  <a:pt x="317987" y="533153"/>
                </a:lnTo>
                <a:lnTo>
                  <a:pt x="314890" y="524267"/>
                </a:lnTo>
                <a:lnTo>
                  <a:pt x="318646" y="516558"/>
                </a:lnTo>
                <a:lnTo>
                  <a:pt x="325669" y="514106"/>
                </a:lnTo>
                <a:lnTo>
                  <a:pt x="332810" y="511584"/>
                </a:lnTo>
                <a:lnTo>
                  <a:pt x="340446" y="515360"/>
                </a:lnTo>
                <a:lnTo>
                  <a:pt x="345354" y="529411"/>
                </a:lnTo>
                <a:lnTo>
                  <a:pt x="341644" y="537169"/>
                </a:lnTo>
                <a:lnTo>
                  <a:pt x="334575" y="539572"/>
                </a:lnTo>
                <a:lnTo>
                  <a:pt x="329366" y="541425"/>
                </a:lnTo>
                <a:lnTo>
                  <a:pt x="323796" y="539861"/>
                </a:lnTo>
                <a:close/>
              </a:path>
              <a:path w="5142230" h="2300604">
                <a:moveTo>
                  <a:pt x="214700" y="127784"/>
                </a:moveTo>
                <a:lnTo>
                  <a:pt x="209967" y="122718"/>
                </a:lnTo>
                <a:lnTo>
                  <a:pt x="208812" y="120602"/>
                </a:lnTo>
                <a:lnTo>
                  <a:pt x="208235" y="118127"/>
                </a:lnTo>
                <a:lnTo>
                  <a:pt x="206642" y="110850"/>
                </a:lnTo>
                <a:lnTo>
                  <a:pt x="211226" y="103636"/>
                </a:lnTo>
                <a:lnTo>
                  <a:pt x="218458" y="101994"/>
                </a:lnTo>
                <a:lnTo>
                  <a:pt x="225788" y="100360"/>
                </a:lnTo>
                <a:lnTo>
                  <a:pt x="232997" y="104949"/>
                </a:lnTo>
                <a:lnTo>
                  <a:pt x="236278" y="119507"/>
                </a:lnTo>
                <a:lnTo>
                  <a:pt x="231686" y="126809"/>
                </a:lnTo>
                <a:lnTo>
                  <a:pt x="219557" y="129465"/>
                </a:lnTo>
                <a:lnTo>
                  <a:pt x="214700" y="127784"/>
                </a:lnTo>
                <a:close/>
              </a:path>
              <a:path w="5142230" h="2300604">
                <a:moveTo>
                  <a:pt x="655055" y="979994"/>
                </a:moveTo>
                <a:lnTo>
                  <a:pt x="650136" y="974728"/>
                </a:lnTo>
                <a:lnTo>
                  <a:pt x="649424" y="967905"/>
                </a:lnTo>
                <a:lnTo>
                  <a:pt x="656996" y="956266"/>
                </a:lnTo>
                <a:lnTo>
                  <a:pt x="665363" y="954568"/>
                </a:lnTo>
                <a:lnTo>
                  <a:pt x="677872" y="962779"/>
                </a:lnTo>
                <a:lnTo>
                  <a:pt x="679623" y="971105"/>
                </a:lnTo>
                <a:lnTo>
                  <a:pt x="675538" y="977386"/>
                </a:lnTo>
                <a:lnTo>
                  <a:pt x="671408" y="983619"/>
                </a:lnTo>
                <a:lnTo>
                  <a:pt x="663033" y="985406"/>
                </a:lnTo>
                <a:lnTo>
                  <a:pt x="655877" y="980678"/>
                </a:lnTo>
                <a:lnTo>
                  <a:pt x="655055" y="979994"/>
                </a:lnTo>
                <a:close/>
              </a:path>
              <a:path w="5142230" h="2300604">
                <a:moveTo>
                  <a:pt x="2164938" y="2151247"/>
                </a:moveTo>
                <a:lnTo>
                  <a:pt x="2160201" y="2146176"/>
                </a:lnTo>
                <a:lnTo>
                  <a:pt x="2158814" y="2142541"/>
                </a:lnTo>
                <a:lnTo>
                  <a:pt x="2159040" y="2138678"/>
                </a:lnTo>
                <a:lnTo>
                  <a:pt x="2159531" y="2131188"/>
                </a:lnTo>
                <a:lnTo>
                  <a:pt x="2165292" y="2126212"/>
                </a:lnTo>
                <a:lnTo>
                  <a:pt x="2166000" y="2125601"/>
                </a:lnTo>
                <a:lnTo>
                  <a:pt x="2173439" y="2126039"/>
                </a:lnTo>
                <a:lnTo>
                  <a:pt x="2180885" y="2126580"/>
                </a:lnTo>
                <a:lnTo>
                  <a:pt x="2186520" y="2133004"/>
                </a:lnTo>
                <a:lnTo>
                  <a:pt x="2185537" y="2147884"/>
                </a:lnTo>
                <a:lnTo>
                  <a:pt x="2179817" y="2152904"/>
                </a:lnTo>
                <a:lnTo>
                  <a:pt x="2179065" y="2153565"/>
                </a:lnTo>
                <a:lnTo>
                  <a:pt x="2171674" y="2153082"/>
                </a:lnTo>
                <a:lnTo>
                  <a:pt x="2168043" y="2152812"/>
                </a:lnTo>
                <a:lnTo>
                  <a:pt x="2164938" y="2151247"/>
                </a:lnTo>
                <a:close/>
              </a:path>
              <a:path w="5142230" h="2300604">
                <a:moveTo>
                  <a:pt x="2040896" y="1686028"/>
                </a:moveTo>
                <a:lnTo>
                  <a:pt x="2035334" y="1680074"/>
                </a:lnTo>
                <a:lnTo>
                  <a:pt x="2030664" y="1674292"/>
                </a:lnTo>
                <a:lnTo>
                  <a:pt x="2031567" y="1665778"/>
                </a:lnTo>
                <a:lnTo>
                  <a:pt x="2037438" y="1661116"/>
                </a:lnTo>
                <a:lnTo>
                  <a:pt x="2043215" y="1656450"/>
                </a:lnTo>
                <a:lnTo>
                  <a:pt x="2051734" y="1657358"/>
                </a:lnTo>
                <a:lnTo>
                  <a:pt x="2061063" y="1669006"/>
                </a:lnTo>
                <a:lnTo>
                  <a:pt x="2060155" y="1677515"/>
                </a:lnTo>
                <a:lnTo>
                  <a:pt x="2050101" y="1685618"/>
                </a:lnTo>
                <a:lnTo>
                  <a:pt x="2048796" y="1686665"/>
                </a:lnTo>
                <a:lnTo>
                  <a:pt x="2040896" y="1686028"/>
                </a:lnTo>
                <a:close/>
              </a:path>
              <a:path w="5142230" h="2300604">
                <a:moveTo>
                  <a:pt x="230283" y="197151"/>
                </a:moveTo>
                <a:lnTo>
                  <a:pt x="225501" y="192031"/>
                </a:lnTo>
                <a:lnTo>
                  <a:pt x="224341" y="189910"/>
                </a:lnTo>
                <a:lnTo>
                  <a:pt x="222170" y="180158"/>
                </a:lnTo>
                <a:lnTo>
                  <a:pt x="226764" y="172954"/>
                </a:lnTo>
                <a:lnTo>
                  <a:pt x="233995" y="171312"/>
                </a:lnTo>
                <a:lnTo>
                  <a:pt x="241276" y="169624"/>
                </a:lnTo>
                <a:lnTo>
                  <a:pt x="248529" y="174163"/>
                </a:lnTo>
                <a:lnTo>
                  <a:pt x="251860" y="188774"/>
                </a:lnTo>
                <a:lnTo>
                  <a:pt x="247271" y="195983"/>
                </a:lnTo>
                <a:lnTo>
                  <a:pt x="239991" y="197670"/>
                </a:lnTo>
                <a:lnTo>
                  <a:pt x="235139" y="198733"/>
                </a:lnTo>
                <a:lnTo>
                  <a:pt x="230283" y="197151"/>
                </a:lnTo>
                <a:close/>
              </a:path>
              <a:path w="5142230" h="2300604">
                <a:moveTo>
                  <a:pt x="905347" y="1114794"/>
                </a:moveTo>
                <a:lnTo>
                  <a:pt x="900569" y="1109679"/>
                </a:lnTo>
                <a:lnTo>
                  <a:pt x="899444" y="1103881"/>
                </a:lnTo>
                <a:lnTo>
                  <a:pt x="901744" y="1098719"/>
                </a:lnTo>
                <a:lnTo>
                  <a:pt x="904857" y="1091886"/>
                </a:lnTo>
                <a:lnTo>
                  <a:pt x="912842" y="1088900"/>
                </a:lnTo>
                <a:lnTo>
                  <a:pt x="926460" y="1095071"/>
                </a:lnTo>
                <a:lnTo>
                  <a:pt x="929496" y="1103110"/>
                </a:lnTo>
                <a:lnTo>
                  <a:pt x="926432" y="1109899"/>
                </a:lnTo>
                <a:lnTo>
                  <a:pt x="923320" y="1116733"/>
                </a:lnTo>
                <a:lnTo>
                  <a:pt x="915329" y="1119713"/>
                </a:lnTo>
                <a:lnTo>
                  <a:pt x="908496" y="1116601"/>
                </a:lnTo>
                <a:lnTo>
                  <a:pt x="906820" y="1115883"/>
                </a:lnTo>
                <a:lnTo>
                  <a:pt x="905347" y="1114794"/>
                </a:lnTo>
                <a:close/>
              </a:path>
              <a:path w="5142230" h="2300604">
                <a:moveTo>
                  <a:pt x="376614" y="672057"/>
                </a:moveTo>
                <a:lnTo>
                  <a:pt x="371786" y="666888"/>
                </a:lnTo>
                <a:lnTo>
                  <a:pt x="370930" y="665679"/>
                </a:lnTo>
                <a:lnTo>
                  <a:pt x="370363" y="664290"/>
                </a:lnTo>
                <a:lnTo>
                  <a:pt x="367242" y="657528"/>
                </a:lnTo>
                <a:lnTo>
                  <a:pt x="370253" y="649510"/>
                </a:lnTo>
                <a:lnTo>
                  <a:pt x="377016" y="646388"/>
                </a:lnTo>
                <a:lnTo>
                  <a:pt x="383824" y="643315"/>
                </a:lnTo>
                <a:lnTo>
                  <a:pt x="391796" y="646278"/>
                </a:lnTo>
                <a:lnTo>
                  <a:pt x="394963" y="653089"/>
                </a:lnTo>
                <a:lnTo>
                  <a:pt x="398036" y="659898"/>
                </a:lnTo>
                <a:lnTo>
                  <a:pt x="395025" y="667915"/>
                </a:lnTo>
                <a:lnTo>
                  <a:pt x="388217" y="670988"/>
                </a:lnTo>
                <a:lnTo>
                  <a:pt x="382845" y="673449"/>
                </a:lnTo>
                <a:lnTo>
                  <a:pt x="376614" y="672057"/>
                </a:lnTo>
                <a:close/>
              </a:path>
              <a:path w="5142230" h="2300604">
                <a:moveTo>
                  <a:pt x="246340" y="266341"/>
                </a:moveTo>
                <a:lnTo>
                  <a:pt x="241557" y="261221"/>
                </a:lnTo>
                <a:lnTo>
                  <a:pt x="240443" y="259148"/>
                </a:lnTo>
                <a:lnTo>
                  <a:pt x="238131" y="249538"/>
                </a:lnTo>
                <a:lnTo>
                  <a:pt x="242411" y="242585"/>
                </a:lnTo>
                <a:lnTo>
                  <a:pt x="242629" y="242232"/>
                </a:lnTo>
                <a:lnTo>
                  <a:pt x="249909" y="240544"/>
                </a:lnTo>
                <a:lnTo>
                  <a:pt x="257139" y="238803"/>
                </a:lnTo>
                <a:lnTo>
                  <a:pt x="264450" y="243305"/>
                </a:lnTo>
                <a:lnTo>
                  <a:pt x="266187" y="250540"/>
                </a:lnTo>
                <a:lnTo>
                  <a:pt x="267874" y="257820"/>
                </a:lnTo>
                <a:lnTo>
                  <a:pt x="263638" y="264722"/>
                </a:lnTo>
                <a:lnTo>
                  <a:pt x="263421" y="265076"/>
                </a:lnTo>
                <a:lnTo>
                  <a:pt x="256142" y="266863"/>
                </a:lnTo>
                <a:lnTo>
                  <a:pt x="251242" y="267971"/>
                </a:lnTo>
                <a:lnTo>
                  <a:pt x="246340" y="266341"/>
                </a:lnTo>
                <a:close/>
              </a:path>
              <a:path w="5142230" h="2300604">
                <a:moveTo>
                  <a:pt x="449092" y="795193"/>
                </a:moveTo>
                <a:lnTo>
                  <a:pt x="443397" y="789097"/>
                </a:lnTo>
                <a:lnTo>
                  <a:pt x="438926" y="783138"/>
                </a:lnTo>
                <a:lnTo>
                  <a:pt x="440113" y="774633"/>
                </a:lnTo>
                <a:lnTo>
                  <a:pt x="446026" y="770113"/>
                </a:lnTo>
                <a:lnTo>
                  <a:pt x="451985" y="765642"/>
                </a:lnTo>
                <a:lnTo>
                  <a:pt x="460490" y="766829"/>
                </a:lnTo>
                <a:lnTo>
                  <a:pt x="469480" y="778701"/>
                </a:lnTo>
                <a:lnTo>
                  <a:pt x="468294" y="787206"/>
                </a:lnTo>
                <a:lnTo>
                  <a:pt x="462381" y="791725"/>
                </a:lnTo>
                <a:lnTo>
                  <a:pt x="456808" y="795926"/>
                </a:lnTo>
                <a:lnTo>
                  <a:pt x="449092" y="795193"/>
                </a:lnTo>
                <a:close/>
              </a:path>
              <a:path w="5142230" h="2300604">
                <a:moveTo>
                  <a:pt x="777749" y="1052100"/>
                </a:moveTo>
                <a:lnTo>
                  <a:pt x="772921" y="1046931"/>
                </a:lnTo>
                <a:lnTo>
                  <a:pt x="771911" y="1040670"/>
                </a:lnTo>
                <a:lnTo>
                  <a:pt x="774686" y="1035430"/>
                </a:lnTo>
                <a:lnTo>
                  <a:pt x="778210" y="1028841"/>
                </a:lnTo>
                <a:lnTo>
                  <a:pt x="786373" y="1026338"/>
                </a:lnTo>
                <a:lnTo>
                  <a:pt x="799589" y="1033350"/>
                </a:lnTo>
                <a:lnTo>
                  <a:pt x="802097" y="1041509"/>
                </a:lnTo>
                <a:lnTo>
                  <a:pt x="798613" y="1048141"/>
                </a:lnTo>
                <a:lnTo>
                  <a:pt x="795085" y="1054725"/>
                </a:lnTo>
                <a:lnTo>
                  <a:pt x="786881" y="1057184"/>
                </a:lnTo>
                <a:lnTo>
                  <a:pt x="780289" y="1053744"/>
                </a:lnTo>
                <a:lnTo>
                  <a:pt x="778950" y="1052995"/>
                </a:lnTo>
                <a:lnTo>
                  <a:pt x="777749" y="1052100"/>
                </a:lnTo>
                <a:close/>
              </a:path>
              <a:path w="5142230" h="2300604">
                <a:moveTo>
                  <a:pt x="348676" y="606570"/>
                </a:moveTo>
                <a:lnTo>
                  <a:pt x="343843" y="601397"/>
                </a:lnTo>
                <a:lnTo>
                  <a:pt x="342899" y="599996"/>
                </a:lnTo>
                <a:lnTo>
                  <a:pt x="342298" y="598375"/>
                </a:lnTo>
                <a:lnTo>
                  <a:pt x="339560" y="591436"/>
                </a:lnTo>
                <a:lnTo>
                  <a:pt x="342897" y="583571"/>
                </a:lnTo>
                <a:lnTo>
                  <a:pt x="356823" y="578050"/>
                </a:lnTo>
                <a:lnTo>
                  <a:pt x="364684" y="581480"/>
                </a:lnTo>
                <a:lnTo>
                  <a:pt x="370160" y="595357"/>
                </a:lnTo>
                <a:lnTo>
                  <a:pt x="366778" y="603174"/>
                </a:lnTo>
                <a:lnTo>
                  <a:pt x="359840" y="605912"/>
                </a:lnTo>
                <a:lnTo>
                  <a:pt x="354527" y="608044"/>
                </a:lnTo>
                <a:lnTo>
                  <a:pt x="348676" y="606570"/>
                </a:lnTo>
                <a:close/>
              </a:path>
              <a:path w="5142230" h="2300604">
                <a:moveTo>
                  <a:pt x="2164503" y="2009929"/>
                </a:moveTo>
                <a:lnTo>
                  <a:pt x="2159766" y="2004858"/>
                </a:lnTo>
                <a:lnTo>
                  <a:pt x="2158449" y="2002080"/>
                </a:lnTo>
                <a:lnTo>
                  <a:pt x="2157534" y="1991521"/>
                </a:lnTo>
                <a:lnTo>
                  <a:pt x="2162998" y="1984956"/>
                </a:lnTo>
                <a:lnTo>
                  <a:pt x="2170476" y="1984262"/>
                </a:lnTo>
                <a:lnTo>
                  <a:pt x="2177914" y="1983623"/>
                </a:lnTo>
                <a:lnTo>
                  <a:pt x="2184426" y="1989127"/>
                </a:lnTo>
                <a:lnTo>
                  <a:pt x="2185812" y="2004003"/>
                </a:lnTo>
                <a:lnTo>
                  <a:pt x="2180250" y="2010560"/>
                </a:lnTo>
                <a:lnTo>
                  <a:pt x="2168507" y="2011576"/>
                </a:lnTo>
                <a:lnTo>
                  <a:pt x="2164503" y="2009929"/>
                </a:lnTo>
                <a:close/>
              </a:path>
              <a:path w="5142230" h="2300604">
                <a:moveTo>
                  <a:pt x="597274" y="939546"/>
                </a:moveTo>
                <a:lnTo>
                  <a:pt x="591757" y="933641"/>
                </a:lnTo>
                <a:lnTo>
                  <a:pt x="591305" y="926412"/>
                </a:lnTo>
                <a:lnTo>
                  <a:pt x="595309" y="921120"/>
                </a:lnTo>
                <a:lnTo>
                  <a:pt x="599762" y="915134"/>
                </a:lnTo>
                <a:lnTo>
                  <a:pt x="608252" y="913959"/>
                </a:lnTo>
                <a:lnTo>
                  <a:pt x="620170" y="922905"/>
                </a:lnTo>
                <a:lnTo>
                  <a:pt x="621398" y="931355"/>
                </a:lnTo>
                <a:lnTo>
                  <a:pt x="616892" y="937381"/>
                </a:lnTo>
                <a:lnTo>
                  <a:pt x="612394" y="943318"/>
                </a:lnTo>
                <a:lnTo>
                  <a:pt x="603949" y="944542"/>
                </a:lnTo>
                <a:lnTo>
                  <a:pt x="597971" y="940000"/>
                </a:lnTo>
                <a:lnTo>
                  <a:pt x="597274" y="939546"/>
                </a:lnTo>
                <a:close/>
              </a:path>
              <a:path w="5142230" h="2300604">
                <a:moveTo>
                  <a:pt x="1988788" y="1628684"/>
                </a:moveTo>
                <a:lnTo>
                  <a:pt x="1983504" y="1623027"/>
                </a:lnTo>
                <a:lnTo>
                  <a:pt x="1983545" y="1614762"/>
                </a:lnTo>
                <a:lnTo>
                  <a:pt x="1988637" y="1609559"/>
                </a:lnTo>
                <a:lnTo>
                  <a:pt x="1993916" y="1604262"/>
                </a:lnTo>
                <a:lnTo>
                  <a:pt x="2002462" y="1604222"/>
                </a:lnTo>
                <a:lnTo>
                  <a:pt x="2013102" y="1614635"/>
                </a:lnTo>
                <a:lnTo>
                  <a:pt x="2013188" y="1623231"/>
                </a:lnTo>
                <a:lnTo>
                  <a:pt x="2007909" y="1628527"/>
                </a:lnTo>
                <a:lnTo>
                  <a:pt x="2002675" y="1633873"/>
                </a:lnTo>
                <a:lnTo>
                  <a:pt x="1994129" y="1633912"/>
                </a:lnTo>
                <a:lnTo>
                  <a:pt x="1988788" y="1628684"/>
                </a:lnTo>
                <a:close/>
              </a:path>
              <a:path w="5142230" h="2300604">
                <a:moveTo>
                  <a:pt x="1200954" y="1087754"/>
                </a:moveTo>
                <a:lnTo>
                  <a:pt x="1196308" y="1082781"/>
                </a:lnTo>
                <a:lnTo>
                  <a:pt x="1195067" y="1077640"/>
                </a:lnTo>
                <a:lnTo>
                  <a:pt x="1199286" y="1066028"/>
                </a:lnTo>
                <a:lnTo>
                  <a:pt x="1206865" y="1062509"/>
                </a:lnTo>
                <a:lnTo>
                  <a:pt x="1220476" y="1067500"/>
                </a:lnTo>
                <a:lnTo>
                  <a:pt x="1223954" y="1075035"/>
                </a:lnTo>
                <a:lnTo>
                  <a:pt x="1218958" y="1088650"/>
                </a:lnTo>
                <a:lnTo>
                  <a:pt x="1211423" y="1092119"/>
                </a:lnTo>
                <a:lnTo>
                  <a:pt x="1202658" y="1088893"/>
                </a:lnTo>
                <a:lnTo>
                  <a:pt x="1200954" y="1087754"/>
                </a:lnTo>
                <a:close/>
              </a:path>
              <a:path w="5142230" h="2300604">
                <a:moveTo>
                  <a:pt x="2407019" y="2061239"/>
                </a:moveTo>
                <a:lnTo>
                  <a:pt x="2402419" y="2056315"/>
                </a:lnTo>
                <a:lnTo>
                  <a:pt x="2401032" y="2052679"/>
                </a:lnTo>
                <a:lnTo>
                  <a:pt x="2402121" y="2041627"/>
                </a:lnTo>
                <a:lnTo>
                  <a:pt x="2407100" y="2037476"/>
                </a:lnTo>
                <a:lnTo>
                  <a:pt x="2408486" y="2036320"/>
                </a:lnTo>
                <a:lnTo>
                  <a:pt x="2422932" y="2037709"/>
                </a:lnTo>
                <a:lnTo>
                  <a:pt x="2428186" y="2044115"/>
                </a:lnTo>
                <a:lnTo>
                  <a:pt x="2427520" y="2051320"/>
                </a:lnTo>
                <a:lnTo>
                  <a:pt x="2426756" y="2058517"/>
                </a:lnTo>
                <a:lnTo>
                  <a:pt x="2421777" y="2062668"/>
                </a:lnTo>
                <a:lnTo>
                  <a:pt x="2420391" y="2063824"/>
                </a:lnTo>
                <a:lnTo>
                  <a:pt x="2413189" y="2063054"/>
                </a:lnTo>
                <a:lnTo>
                  <a:pt x="2409895" y="2062753"/>
                </a:lnTo>
                <a:lnTo>
                  <a:pt x="2407019" y="2061239"/>
                </a:lnTo>
                <a:close/>
              </a:path>
              <a:path w="5142230" h="2300604">
                <a:moveTo>
                  <a:pt x="331900" y="168791"/>
                </a:moveTo>
                <a:lnTo>
                  <a:pt x="327299" y="163866"/>
                </a:lnTo>
                <a:lnTo>
                  <a:pt x="326228" y="162036"/>
                </a:lnTo>
                <a:lnTo>
                  <a:pt x="323607" y="153071"/>
                </a:lnTo>
                <a:lnTo>
                  <a:pt x="327629" y="145843"/>
                </a:lnTo>
                <a:lnTo>
                  <a:pt x="341553" y="141785"/>
                </a:lnTo>
                <a:lnTo>
                  <a:pt x="348780" y="145808"/>
                </a:lnTo>
                <a:lnTo>
                  <a:pt x="352839" y="159731"/>
                </a:lnTo>
                <a:lnTo>
                  <a:pt x="348816" y="166959"/>
                </a:lnTo>
                <a:lnTo>
                  <a:pt x="341850" y="168983"/>
                </a:lnTo>
                <a:lnTo>
                  <a:pt x="336944" y="170379"/>
                </a:lnTo>
                <a:lnTo>
                  <a:pt x="331900" y="168791"/>
                </a:lnTo>
                <a:close/>
              </a:path>
              <a:path w="5142230" h="2300604">
                <a:moveTo>
                  <a:pt x="1335238" y="1134342"/>
                </a:moveTo>
                <a:lnTo>
                  <a:pt x="1330592" y="1129368"/>
                </a:lnTo>
                <a:lnTo>
                  <a:pt x="1329344" y="1124416"/>
                </a:lnTo>
                <a:lnTo>
                  <a:pt x="1330874" y="1119700"/>
                </a:lnTo>
                <a:lnTo>
                  <a:pt x="1333066" y="1113054"/>
                </a:lnTo>
                <a:lnTo>
                  <a:pt x="1333137" y="1112837"/>
                </a:lnTo>
                <a:lnTo>
                  <a:pt x="1340580" y="1109172"/>
                </a:lnTo>
                <a:lnTo>
                  <a:pt x="1354301" y="1113694"/>
                </a:lnTo>
                <a:lnTo>
                  <a:pt x="1358014" y="1121091"/>
                </a:lnTo>
                <a:lnTo>
                  <a:pt x="1355751" y="1127954"/>
                </a:lnTo>
                <a:lnTo>
                  <a:pt x="1353511" y="1134646"/>
                </a:lnTo>
                <a:lnTo>
                  <a:pt x="1353439" y="1134862"/>
                </a:lnTo>
                <a:lnTo>
                  <a:pt x="1346046" y="1138581"/>
                </a:lnTo>
                <a:lnTo>
                  <a:pt x="1339184" y="1136317"/>
                </a:lnTo>
                <a:lnTo>
                  <a:pt x="1337037" y="1135583"/>
                </a:lnTo>
                <a:lnTo>
                  <a:pt x="1335238" y="1134342"/>
                </a:lnTo>
                <a:close/>
              </a:path>
              <a:path w="5142230" h="2300604">
                <a:moveTo>
                  <a:pt x="543604" y="694324"/>
                </a:moveTo>
                <a:lnTo>
                  <a:pt x="538035" y="688362"/>
                </a:lnTo>
                <a:lnTo>
                  <a:pt x="533701" y="682550"/>
                </a:lnTo>
                <a:lnTo>
                  <a:pt x="534878" y="674328"/>
                </a:lnTo>
                <a:lnTo>
                  <a:pt x="546454" y="665705"/>
                </a:lnTo>
                <a:lnTo>
                  <a:pt x="554676" y="666882"/>
                </a:lnTo>
                <a:lnTo>
                  <a:pt x="563344" y="678507"/>
                </a:lnTo>
                <a:lnTo>
                  <a:pt x="562118" y="686675"/>
                </a:lnTo>
                <a:lnTo>
                  <a:pt x="556355" y="691063"/>
                </a:lnTo>
                <a:lnTo>
                  <a:pt x="550928" y="695028"/>
                </a:lnTo>
                <a:lnTo>
                  <a:pt x="543604" y="694324"/>
                </a:lnTo>
                <a:close/>
              </a:path>
              <a:path w="5142230" h="2300604">
                <a:moveTo>
                  <a:pt x="937934" y="979892"/>
                </a:moveTo>
                <a:lnTo>
                  <a:pt x="933288" y="974919"/>
                </a:lnTo>
                <a:lnTo>
                  <a:pt x="932213" y="969175"/>
                </a:lnTo>
                <a:lnTo>
                  <a:pt x="934548" y="964245"/>
                </a:lnTo>
                <a:lnTo>
                  <a:pt x="937511" y="957642"/>
                </a:lnTo>
                <a:lnTo>
                  <a:pt x="945355" y="954798"/>
                </a:lnTo>
                <a:lnTo>
                  <a:pt x="958463" y="960815"/>
                </a:lnTo>
                <a:lnTo>
                  <a:pt x="961361" y="968609"/>
                </a:lnTo>
                <a:lnTo>
                  <a:pt x="955291" y="981758"/>
                </a:lnTo>
                <a:lnTo>
                  <a:pt x="947497" y="984656"/>
                </a:lnTo>
                <a:lnTo>
                  <a:pt x="939317" y="980884"/>
                </a:lnTo>
                <a:lnTo>
                  <a:pt x="937934" y="979892"/>
                </a:lnTo>
                <a:close/>
              </a:path>
              <a:path w="5142230" h="2300604">
                <a:moveTo>
                  <a:pt x="2286217" y="1597924"/>
                </a:moveTo>
                <a:lnTo>
                  <a:pt x="2281070" y="1592414"/>
                </a:lnTo>
                <a:lnTo>
                  <a:pt x="2276346" y="1586966"/>
                </a:lnTo>
                <a:lnTo>
                  <a:pt x="2276911" y="1578676"/>
                </a:lnTo>
                <a:lnTo>
                  <a:pt x="2287101" y="1569840"/>
                </a:lnTo>
                <a:lnTo>
                  <a:pt x="2287808" y="1569228"/>
                </a:lnTo>
                <a:lnTo>
                  <a:pt x="2296093" y="1569788"/>
                </a:lnTo>
                <a:lnTo>
                  <a:pt x="2305587" y="1580733"/>
                </a:lnTo>
                <a:lnTo>
                  <a:pt x="2304981" y="1588979"/>
                </a:lnTo>
                <a:lnTo>
                  <a:pt x="2299578" y="1593752"/>
                </a:lnTo>
                <a:lnTo>
                  <a:pt x="2294833" y="1597861"/>
                </a:lnTo>
                <a:lnTo>
                  <a:pt x="2294227" y="1598386"/>
                </a:lnTo>
                <a:lnTo>
                  <a:pt x="2286217" y="1597924"/>
                </a:lnTo>
                <a:close/>
              </a:path>
              <a:path w="5142230" h="2300604">
                <a:moveTo>
                  <a:pt x="589551" y="749081"/>
                </a:moveTo>
                <a:lnTo>
                  <a:pt x="579667" y="738500"/>
                </a:lnTo>
                <a:lnTo>
                  <a:pt x="579901" y="730246"/>
                </a:lnTo>
                <a:lnTo>
                  <a:pt x="590432" y="720308"/>
                </a:lnTo>
                <a:lnTo>
                  <a:pt x="598830" y="720599"/>
                </a:lnTo>
                <a:lnTo>
                  <a:pt x="608623" y="731082"/>
                </a:lnTo>
                <a:lnTo>
                  <a:pt x="608435" y="739384"/>
                </a:lnTo>
                <a:lnTo>
                  <a:pt x="597854" y="749269"/>
                </a:lnTo>
                <a:lnTo>
                  <a:pt x="589551" y="749081"/>
                </a:lnTo>
                <a:close/>
              </a:path>
              <a:path w="5142230" h="2300604">
                <a:moveTo>
                  <a:pt x="1267892" y="1111513"/>
                </a:moveTo>
                <a:lnTo>
                  <a:pt x="1263291" y="1106588"/>
                </a:lnTo>
                <a:lnTo>
                  <a:pt x="1262042" y="1101537"/>
                </a:lnTo>
                <a:lnTo>
                  <a:pt x="1266028" y="1089969"/>
                </a:lnTo>
                <a:lnTo>
                  <a:pt x="1273516" y="1086353"/>
                </a:lnTo>
                <a:lnTo>
                  <a:pt x="1280326" y="1088657"/>
                </a:lnTo>
                <a:lnTo>
                  <a:pt x="1287141" y="1091065"/>
                </a:lnTo>
                <a:lnTo>
                  <a:pt x="1290806" y="1098508"/>
                </a:lnTo>
                <a:lnTo>
                  <a:pt x="1288448" y="1105367"/>
                </a:lnTo>
                <a:lnTo>
                  <a:pt x="1286045" y="1112178"/>
                </a:lnTo>
                <a:lnTo>
                  <a:pt x="1278651" y="1115798"/>
                </a:lnTo>
                <a:lnTo>
                  <a:pt x="1271792" y="1113440"/>
                </a:lnTo>
                <a:lnTo>
                  <a:pt x="1269690" y="1112754"/>
                </a:lnTo>
                <a:lnTo>
                  <a:pt x="1267892" y="1111513"/>
                </a:lnTo>
                <a:close/>
              </a:path>
              <a:path w="5142230" h="2300604">
                <a:moveTo>
                  <a:pt x="2411552" y="1990631"/>
                </a:moveTo>
                <a:lnTo>
                  <a:pt x="2406997" y="1985755"/>
                </a:lnTo>
                <a:lnTo>
                  <a:pt x="2405648" y="1982356"/>
                </a:lnTo>
                <a:lnTo>
                  <a:pt x="2405867" y="1971643"/>
                </a:lnTo>
                <a:lnTo>
                  <a:pt x="2411873" y="1965951"/>
                </a:lnTo>
                <a:lnTo>
                  <a:pt x="2419133" y="1966099"/>
                </a:lnTo>
                <a:lnTo>
                  <a:pt x="2426350" y="1966298"/>
                </a:lnTo>
                <a:lnTo>
                  <a:pt x="2432095" y="1972253"/>
                </a:lnTo>
                <a:lnTo>
                  <a:pt x="2431947" y="1979523"/>
                </a:lnTo>
                <a:lnTo>
                  <a:pt x="2431744" y="1986734"/>
                </a:lnTo>
                <a:lnTo>
                  <a:pt x="2425748" y="1992436"/>
                </a:lnTo>
                <a:lnTo>
                  <a:pt x="2414846" y="1992202"/>
                </a:lnTo>
                <a:lnTo>
                  <a:pt x="2411552" y="1990631"/>
                </a:lnTo>
                <a:close/>
              </a:path>
              <a:path w="5142230" h="2300604">
                <a:moveTo>
                  <a:pt x="1402652" y="1156559"/>
                </a:moveTo>
                <a:lnTo>
                  <a:pt x="1398052" y="1151634"/>
                </a:lnTo>
                <a:lnTo>
                  <a:pt x="1396800" y="1146677"/>
                </a:lnTo>
                <a:lnTo>
                  <a:pt x="1400597" y="1135103"/>
                </a:lnTo>
                <a:lnTo>
                  <a:pt x="1407949" y="1131340"/>
                </a:lnTo>
                <a:lnTo>
                  <a:pt x="1414860" y="1133558"/>
                </a:lnTo>
                <a:lnTo>
                  <a:pt x="1421723" y="1135822"/>
                </a:lnTo>
                <a:lnTo>
                  <a:pt x="1425485" y="1143173"/>
                </a:lnTo>
                <a:lnTo>
                  <a:pt x="1423267" y="1150085"/>
                </a:lnTo>
                <a:lnTo>
                  <a:pt x="1421004" y="1156947"/>
                </a:lnTo>
                <a:lnTo>
                  <a:pt x="1413604" y="1160755"/>
                </a:lnTo>
                <a:lnTo>
                  <a:pt x="1406737" y="1158487"/>
                </a:lnTo>
                <a:lnTo>
                  <a:pt x="1404546" y="1157803"/>
                </a:lnTo>
                <a:lnTo>
                  <a:pt x="1402652" y="1156559"/>
                </a:lnTo>
                <a:close/>
              </a:path>
              <a:path w="5142230" h="2300604">
                <a:moveTo>
                  <a:pt x="414605" y="440795"/>
                </a:moveTo>
                <a:lnTo>
                  <a:pt x="409959" y="435822"/>
                </a:lnTo>
                <a:lnTo>
                  <a:pt x="409019" y="434326"/>
                </a:lnTo>
                <a:lnTo>
                  <a:pt x="405958" y="425771"/>
                </a:lnTo>
                <a:lnTo>
                  <a:pt x="409519" y="418245"/>
                </a:lnTo>
                <a:lnTo>
                  <a:pt x="416305" y="415832"/>
                </a:lnTo>
                <a:lnTo>
                  <a:pt x="423140" y="413374"/>
                </a:lnTo>
                <a:lnTo>
                  <a:pt x="430616" y="416881"/>
                </a:lnTo>
                <a:lnTo>
                  <a:pt x="435533" y="430550"/>
                </a:lnTo>
                <a:lnTo>
                  <a:pt x="431931" y="438033"/>
                </a:lnTo>
                <a:lnTo>
                  <a:pt x="425141" y="440441"/>
                </a:lnTo>
                <a:lnTo>
                  <a:pt x="420030" y="442302"/>
                </a:lnTo>
                <a:lnTo>
                  <a:pt x="414605" y="440795"/>
                </a:lnTo>
                <a:close/>
              </a:path>
              <a:path w="5142230" h="2300604">
                <a:moveTo>
                  <a:pt x="440245" y="507242"/>
                </a:moveTo>
                <a:lnTo>
                  <a:pt x="435598" y="502269"/>
                </a:lnTo>
                <a:lnTo>
                  <a:pt x="434700" y="500916"/>
                </a:lnTo>
                <a:lnTo>
                  <a:pt x="434137" y="499433"/>
                </a:lnTo>
                <a:lnTo>
                  <a:pt x="431344" y="492729"/>
                </a:lnTo>
                <a:lnTo>
                  <a:pt x="434531" y="485095"/>
                </a:lnTo>
                <a:lnTo>
                  <a:pt x="447891" y="479554"/>
                </a:lnTo>
                <a:lnTo>
                  <a:pt x="455573" y="482696"/>
                </a:lnTo>
                <a:lnTo>
                  <a:pt x="461061" y="496096"/>
                </a:lnTo>
                <a:lnTo>
                  <a:pt x="457879" y="503735"/>
                </a:lnTo>
                <a:lnTo>
                  <a:pt x="451223" y="506483"/>
                </a:lnTo>
                <a:lnTo>
                  <a:pt x="446181" y="508612"/>
                </a:lnTo>
                <a:lnTo>
                  <a:pt x="446050" y="508667"/>
                </a:lnTo>
                <a:lnTo>
                  <a:pt x="440245" y="507242"/>
                </a:lnTo>
                <a:close/>
              </a:path>
              <a:path w="5142230" h="2300604">
                <a:moveTo>
                  <a:pt x="2361954" y="1715457"/>
                </a:moveTo>
                <a:lnTo>
                  <a:pt x="2357257" y="1710430"/>
                </a:lnTo>
                <a:lnTo>
                  <a:pt x="2356493" y="1709318"/>
                </a:lnTo>
                <a:lnTo>
                  <a:pt x="2352848" y="1701410"/>
                </a:lnTo>
                <a:lnTo>
                  <a:pt x="2355751" y="1693667"/>
                </a:lnTo>
                <a:lnTo>
                  <a:pt x="2362276" y="1690584"/>
                </a:lnTo>
                <a:lnTo>
                  <a:pt x="2368852" y="1687555"/>
                </a:lnTo>
                <a:lnTo>
                  <a:pt x="2376679" y="1690461"/>
                </a:lnTo>
                <a:lnTo>
                  <a:pt x="2382752" y="1703608"/>
                </a:lnTo>
                <a:lnTo>
                  <a:pt x="2379844" y="1711345"/>
                </a:lnTo>
                <a:lnTo>
                  <a:pt x="2367992" y="1716839"/>
                </a:lnTo>
                <a:lnTo>
                  <a:pt x="2361954" y="1715457"/>
                </a:lnTo>
                <a:close/>
              </a:path>
              <a:path w="5142230" h="2300604">
                <a:moveTo>
                  <a:pt x="1002956" y="1008737"/>
                </a:moveTo>
                <a:lnTo>
                  <a:pt x="998310" y="1003763"/>
                </a:lnTo>
                <a:lnTo>
                  <a:pt x="997176" y="998248"/>
                </a:lnTo>
                <a:lnTo>
                  <a:pt x="1002101" y="986708"/>
                </a:lnTo>
                <a:lnTo>
                  <a:pt x="1009807" y="983618"/>
                </a:lnTo>
                <a:lnTo>
                  <a:pt x="1023116" y="989264"/>
                </a:lnTo>
                <a:lnTo>
                  <a:pt x="1026157" y="997016"/>
                </a:lnTo>
                <a:lnTo>
                  <a:pt x="1020511" y="1010326"/>
                </a:lnTo>
                <a:lnTo>
                  <a:pt x="1012805" y="1013415"/>
                </a:lnTo>
                <a:lnTo>
                  <a:pt x="1004430" y="1009825"/>
                </a:lnTo>
                <a:lnTo>
                  <a:pt x="1002956" y="1008737"/>
                </a:lnTo>
                <a:close/>
              </a:path>
              <a:path w="5142230" h="2300604">
                <a:moveTo>
                  <a:pt x="469661" y="572161"/>
                </a:moveTo>
                <a:lnTo>
                  <a:pt x="464973" y="567143"/>
                </a:lnTo>
                <a:lnTo>
                  <a:pt x="464206" y="566126"/>
                </a:lnTo>
                <a:lnTo>
                  <a:pt x="460456" y="558397"/>
                </a:lnTo>
                <a:lnTo>
                  <a:pt x="463083" y="550555"/>
                </a:lnTo>
                <a:lnTo>
                  <a:pt x="469612" y="547379"/>
                </a:lnTo>
                <a:lnTo>
                  <a:pt x="475783" y="544308"/>
                </a:lnTo>
                <a:lnTo>
                  <a:pt x="476095" y="544153"/>
                </a:lnTo>
                <a:lnTo>
                  <a:pt x="483934" y="546875"/>
                </a:lnTo>
                <a:lnTo>
                  <a:pt x="487159" y="553358"/>
                </a:lnTo>
                <a:lnTo>
                  <a:pt x="490290" y="559838"/>
                </a:lnTo>
                <a:lnTo>
                  <a:pt x="487663" y="567679"/>
                </a:lnTo>
                <a:lnTo>
                  <a:pt x="481134" y="570856"/>
                </a:lnTo>
                <a:lnTo>
                  <a:pt x="475851" y="573509"/>
                </a:lnTo>
                <a:lnTo>
                  <a:pt x="469661" y="572161"/>
                </a:lnTo>
                <a:close/>
              </a:path>
              <a:path w="5142230" h="2300604">
                <a:moveTo>
                  <a:pt x="2386619" y="1781253"/>
                </a:moveTo>
                <a:lnTo>
                  <a:pt x="2382018" y="1776328"/>
                </a:lnTo>
                <a:lnTo>
                  <a:pt x="2380998" y="1774551"/>
                </a:lnTo>
                <a:lnTo>
                  <a:pt x="2380400" y="1772543"/>
                </a:lnTo>
                <a:lnTo>
                  <a:pt x="2378278" y="1765678"/>
                </a:lnTo>
                <a:lnTo>
                  <a:pt x="2382205" y="1758347"/>
                </a:lnTo>
                <a:lnTo>
                  <a:pt x="2389126" y="1756274"/>
                </a:lnTo>
                <a:lnTo>
                  <a:pt x="2396041" y="1754097"/>
                </a:lnTo>
                <a:lnTo>
                  <a:pt x="2403371" y="1758034"/>
                </a:lnTo>
                <a:lnTo>
                  <a:pt x="2407567" y="1771910"/>
                </a:lnTo>
                <a:lnTo>
                  <a:pt x="2403640" y="1779240"/>
                </a:lnTo>
                <a:lnTo>
                  <a:pt x="2391806" y="1782798"/>
                </a:lnTo>
                <a:lnTo>
                  <a:pt x="2386619" y="1781253"/>
                </a:lnTo>
                <a:close/>
              </a:path>
              <a:path w="5142230" h="2300604">
                <a:moveTo>
                  <a:pt x="2369447" y="2270468"/>
                </a:moveTo>
                <a:lnTo>
                  <a:pt x="2364851" y="2265548"/>
                </a:lnTo>
                <a:lnTo>
                  <a:pt x="2363539" y="2261113"/>
                </a:lnTo>
                <a:lnTo>
                  <a:pt x="2366287" y="2249588"/>
                </a:lnTo>
                <a:lnTo>
                  <a:pt x="2373374" y="2245250"/>
                </a:lnTo>
                <a:lnTo>
                  <a:pt x="2380396" y="2247000"/>
                </a:lnTo>
                <a:lnTo>
                  <a:pt x="2387426" y="2248660"/>
                </a:lnTo>
                <a:lnTo>
                  <a:pt x="2391760" y="2255743"/>
                </a:lnTo>
                <a:lnTo>
                  <a:pt x="2388359" y="2269795"/>
                </a:lnTo>
                <a:lnTo>
                  <a:pt x="2381271" y="2274133"/>
                </a:lnTo>
                <a:lnTo>
                  <a:pt x="2371666" y="2271866"/>
                </a:lnTo>
                <a:lnTo>
                  <a:pt x="2369447" y="2270468"/>
                </a:lnTo>
                <a:close/>
              </a:path>
              <a:path w="5142230" h="2300604">
                <a:moveTo>
                  <a:pt x="2385073" y="2201276"/>
                </a:moveTo>
                <a:lnTo>
                  <a:pt x="2380468" y="2196346"/>
                </a:lnTo>
                <a:lnTo>
                  <a:pt x="2379108" y="2192056"/>
                </a:lnTo>
                <a:lnTo>
                  <a:pt x="2379978" y="2187709"/>
                </a:lnTo>
                <a:lnTo>
                  <a:pt x="2381427" y="2180658"/>
                </a:lnTo>
                <a:lnTo>
                  <a:pt x="2388386" y="2176085"/>
                </a:lnTo>
                <a:lnTo>
                  <a:pt x="2402543" y="2179021"/>
                </a:lnTo>
                <a:lnTo>
                  <a:pt x="2407120" y="2185876"/>
                </a:lnTo>
                <a:lnTo>
                  <a:pt x="2405650" y="2193002"/>
                </a:lnTo>
                <a:lnTo>
                  <a:pt x="2404234" y="2200087"/>
                </a:lnTo>
                <a:lnTo>
                  <a:pt x="2397275" y="2204661"/>
                </a:lnTo>
                <a:lnTo>
                  <a:pt x="2390195" y="2203240"/>
                </a:lnTo>
                <a:lnTo>
                  <a:pt x="2387435" y="2202631"/>
                </a:lnTo>
                <a:lnTo>
                  <a:pt x="2385073" y="2201276"/>
                </a:lnTo>
                <a:close/>
              </a:path>
              <a:path w="5142230" h="2300604">
                <a:moveTo>
                  <a:pt x="503693" y="634885"/>
                </a:moveTo>
                <a:lnTo>
                  <a:pt x="498951" y="629809"/>
                </a:lnTo>
                <a:lnTo>
                  <a:pt x="498415" y="629040"/>
                </a:lnTo>
                <a:lnTo>
                  <a:pt x="494217" y="622005"/>
                </a:lnTo>
                <a:lnTo>
                  <a:pt x="496236" y="614001"/>
                </a:lnTo>
                <a:lnTo>
                  <a:pt x="502403" y="610240"/>
                </a:lnTo>
                <a:lnTo>
                  <a:pt x="508619" y="606533"/>
                </a:lnTo>
                <a:lnTo>
                  <a:pt x="516673" y="608606"/>
                </a:lnTo>
                <a:lnTo>
                  <a:pt x="524135" y="620993"/>
                </a:lnTo>
                <a:lnTo>
                  <a:pt x="522067" y="629043"/>
                </a:lnTo>
                <a:lnTo>
                  <a:pt x="515851" y="632750"/>
                </a:lnTo>
                <a:lnTo>
                  <a:pt x="510500" y="636014"/>
                </a:lnTo>
                <a:lnTo>
                  <a:pt x="503693" y="634885"/>
                </a:lnTo>
                <a:close/>
              </a:path>
              <a:path w="5142230" h="2300604">
                <a:moveTo>
                  <a:pt x="2328416" y="1653947"/>
                </a:moveTo>
                <a:lnTo>
                  <a:pt x="2323075" y="1648229"/>
                </a:lnTo>
                <a:lnTo>
                  <a:pt x="2318674" y="1641466"/>
                </a:lnTo>
                <a:lnTo>
                  <a:pt x="2320414" y="1633358"/>
                </a:lnTo>
                <a:lnTo>
                  <a:pt x="2332530" y="1625508"/>
                </a:lnTo>
                <a:lnTo>
                  <a:pt x="2340643" y="1627253"/>
                </a:lnTo>
                <a:lnTo>
                  <a:pt x="2348492" y="1639369"/>
                </a:lnTo>
                <a:lnTo>
                  <a:pt x="2346794" y="1647521"/>
                </a:lnTo>
                <a:lnTo>
                  <a:pt x="2335309" y="1654972"/>
                </a:lnTo>
                <a:lnTo>
                  <a:pt x="2328416" y="1653947"/>
                </a:lnTo>
                <a:close/>
              </a:path>
              <a:path w="5142230" h="2300604">
                <a:moveTo>
                  <a:pt x="1134446" y="1062499"/>
                </a:moveTo>
                <a:lnTo>
                  <a:pt x="1129800" y="1057526"/>
                </a:lnTo>
                <a:lnTo>
                  <a:pt x="1128611" y="1052245"/>
                </a:lnTo>
                <a:lnTo>
                  <a:pt x="1130569" y="1047402"/>
                </a:lnTo>
                <a:lnTo>
                  <a:pt x="1133207" y="1040646"/>
                </a:lnTo>
                <a:lnTo>
                  <a:pt x="1140779" y="1037316"/>
                </a:lnTo>
                <a:lnTo>
                  <a:pt x="1147531" y="1039949"/>
                </a:lnTo>
                <a:lnTo>
                  <a:pt x="1154237" y="1042632"/>
                </a:lnTo>
                <a:lnTo>
                  <a:pt x="1157572" y="1050209"/>
                </a:lnTo>
                <a:lnTo>
                  <a:pt x="1152297" y="1063721"/>
                </a:lnTo>
                <a:lnTo>
                  <a:pt x="1144674" y="1066997"/>
                </a:lnTo>
                <a:lnTo>
                  <a:pt x="1136055" y="1063635"/>
                </a:lnTo>
                <a:lnTo>
                  <a:pt x="1134446" y="1062499"/>
                </a:lnTo>
                <a:close/>
              </a:path>
              <a:path w="5142230" h="2300604">
                <a:moveTo>
                  <a:pt x="351338" y="237104"/>
                </a:moveTo>
                <a:lnTo>
                  <a:pt x="346692" y="232130"/>
                </a:lnTo>
                <a:lnTo>
                  <a:pt x="345621" y="230300"/>
                </a:lnTo>
                <a:lnTo>
                  <a:pt x="345028" y="228297"/>
                </a:lnTo>
                <a:lnTo>
                  <a:pt x="343048" y="221290"/>
                </a:lnTo>
                <a:lnTo>
                  <a:pt x="347071" y="214062"/>
                </a:lnTo>
                <a:lnTo>
                  <a:pt x="354078" y="212082"/>
                </a:lnTo>
                <a:lnTo>
                  <a:pt x="361037" y="210147"/>
                </a:lnTo>
                <a:lnTo>
                  <a:pt x="368264" y="214170"/>
                </a:lnTo>
                <a:lnTo>
                  <a:pt x="372228" y="228090"/>
                </a:lnTo>
                <a:lnTo>
                  <a:pt x="368205" y="235317"/>
                </a:lnTo>
                <a:lnTo>
                  <a:pt x="361198" y="237298"/>
                </a:lnTo>
                <a:lnTo>
                  <a:pt x="356337" y="238643"/>
                </a:lnTo>
                <a:lnTo>
                  <a:pt x="351338" y="237104"/>
                </a:lnTo>
                <a:close/>
              </a:path>
              <a:path w="5142230" h="2300604">
                <a:moveTo>
                  <a:pt x="2410464" y="1919968"/>
                </a:moveTo>
                <a:lnTo>
                  <a:pt x="2405859" y="1915039"/>
                </a:lnTo>
                <a:lnTo>
                  <a:pt x="2404590" y="1912215"/>
                </a:lnTo>
                <a:lnTo>
                  <a:pt x="2404409" y="1909088"/>
                </a:lnTo>
                <a:lnTo>
                  <a:pt x="2403903" y="1901900"/>
                </a:lnTo>
                <a:lnTo>
                  <a:pt x="2409403" y="1895667"/>
                </a:lnTo>
                <a:lnTo>
                  <a:pt x="2416641" y="1895205"/>
                </a:lnTo>
                <a:lnTo>
                  <a:pt x="2423835" y="1894694"/>
                </a:lnTo>
                <a:lnTo>
                  <a:pt x="2430068" y="1900194"/>
                </a:lnTo>
                <a:lnTo>
                  <a:pt x="2430530" y="1907433"/>
                </a:lnTo>
                <a:lnTo>
                  <a:pt x="2431040" y="1914626"/>
                </a:lnTo>
                <a:lnTo>
                  <a:pt x="2425540" y="1920859"/>
                </a:lnTo>
                <a:lnTo>
                  <a:pt x="2414234" y="1921560"/>
                </a:lnTo>
                <a:lnTo>
                  <a:pt x="2410464" y="1919968"/>
                </a:lnTo>
                <a:close/>
              </a:path>
              <a:path w="5142230" h="2300604">
                <a:moveTo>
                  <a:pt x="391826" y="373402"/>
                </a:moveTo>
                <a:lnTo>
                  <a:pt x="387180" y="368429"/>
                </a:lnTo>
                <a:lnTo>
                  <a:pt x="386156" y="366746"/>
                </a:lnTo>
                <a:lnTo>
                  <a:pt x="385560" y="364838"/>
                </a:lnTo>
                <a:lnTo>
                  <a:pt x="383340" y="357964"/>
                </a:lnTo>
                <a:lnTo>
                  <a:pt x="387127" y="350582"/>
                </a:lnTo>
                <a:lnTo>
                  <a:pt x="394051" y="348414"/>
                </a:lnTo>
                <a:lnTo>
                  <a:pt x="400644" y="346284"/>
                </a:lnTo>
                <a:lnTo>
                  <a:pt x="400924" y="346194"/>
                </a:lnTo>
                <a:lnTo>
                  <a:pt x="408302" y="349985"/>
                </a:lnTo>
                <a:lnTo>
                  <a:pt x="410523" y="356859"/>
                </a:lnTo>
                <a:lnTo>
                  <a:pt x="412695" y="363779"/>
                </a:lnTo>
                <a:lnTo>
                  <a:pt x="408898" y="371151"/>
                </a:lnTo>
                <a:lnTo>
                  <a:pt x="402025" y="373372"/>
                </a:lnTo>
                <a:lnTo>
                  <a:pt x="397019" y="374953"/>
                </a:lnTo>
                <a:lnTo>
                  <a:pt x="391826" y="373402"/>
                </a:lnTo>
                <a:close/>
              </a:path>
              <a:path w="5142230" h="2300604">
                <a:moveTo>
                  <a:pt x="1068496" y="1036083"/>
                </a:moveTo>
                <a:lnTo>
                  <a:pt x="1063850" y="1031110"/>
                </a:lnTo>
                <a:lnTo>
                  <a:pt x="1062664" y="1025734"/>
                </a:lnTo>
                <a:lnTo>
                  <a:pt x="1067445" y="1014137"/>
                </a:lnTo>
                <a:lnTo>
                  <a:pt x="1075064" y="1010955"/>
                </a:lnTo>
                <a:lnTo>
                  <a:pt x="1081771" y="1013638"/>
                </a:lnTo>
                <a:lnTo>
                  <a:pt x="1088429" y="1016367"/>
                </a:lnTo>
                <a:lnTo>
                  <a:pt x="1091662" y="1024031"/>
                </a:lnTo>
                <a:lnTo>
                  <a:pt x="1088974" y="1030733"/>
                </a:lnTo>
                <a:lnTo>
                  <a:pt x="1086250" y="1037396"/>
                </a:lnTo>
                <a:lnTo>
                  <a:pt x="1078586" y="1040628"/>
                </a:lnTo>
                <a:lnTo>
                  <a:pt x="1071879" y="1037945"/>
                </a:lnTo>
                <a:lnTo>
                  <a:pt x="1070064" y="1037175"/>
                </a:lnTo>
                <a:lnTo>
                  <a:pt x="1068496" y="1036083"/>
                </a:lnTo>
                <a:close/>
              </a:path>
              <a:path w="5142230" h="2300604">
                <a:moveTo>
                  <a:pt x="2402559" y="1849829"/>
                </a:moveTo>
                <a:lnTo>
                  <a:pt x="2397959" y="1844904"/>
                </a:lnTo>
                <a:lnTo>
                  <a:pt x="2396711" y="1842591"/>
                </a:lnTo>
                <a:lnTo>
                  <a:pt x="2396285" y="1839985"/>
                </a:lnTo>
                <a:lnTo>
                  <a:pt x="2395063" y="1832909"/>
                </a:lnTo>
                <a:lnTo>
                  <a:pt x="2399827" y="1826084"/>
                </a:lnTo>
                <a:lnTo>
                  <a:pt x="2406997" y="1824865"/>
                </a:lnTo>
                <a:lnTo>
                  <a:pt x="2414117" y="1823592"/>
                </a:lnTo>
                <a:lnTo>
                  <a:pt x="2420898" y="1828406"/>
                </a:lnTo>
                <a:lnTo>
                  <a:pt x="2423340" y="1842652"/>
                </a:lnTo>
                <a:lnTo>
                  <a:pt x="2418571" y="1849472"/>
                </a:lnTo>
                <a:lnTo>
                  <a:pt x="2411612" y="1850625"/>
                </a:lnTo>
                <a:lnTo>
                  <a:pt x="2406974" y="1851427"/>
                </a:lnTo>
                <a:lnTo>
                  <a:pt x="2403958" y="1850349"/>
                </a:lnTo>
                <a:lnTo>
                  <a:pt x="2402559" y="1849829"/>
                </a:lnTo>
                <a:close/>
              </a:path>
              <a:path w="5142230" h="2300604">
                <a:moveTo>
                  <a:pt x="370968" y="305329"/>
                </a:moveTo>
                <a:lnTo>
                  <a:pt x="366368" y="300404"/>
                </a:lnTo>
                <a:lnTo>
                  <a:pt x="365294" y="298668"/>
                </a:lnTo>
                <a:lnTo>
                  <a:pt x="364750" y="296620"/>
                </a:lnTo>
                <a:lnTo>
                  <a:pt x="362672" y="289703"/>
                </a:lnTo>
                <a:lnTo>
                  <a:pt x="366649" y="282427"/>
                </a:lnTo>
                <a:lnTo>
                  <a:pt x="373565" y="280349"/>
                </a:lnTo>
                <a:lnTo>
                  <a:pt x="380527" y="278320"/>
                </a:lnTo>
                <a:lnTo>
                  <a:pt x="387803" y="282297"/>
                </a:lnTo>
                <a:lnTo>
                  <a:pt x="389881" y="289213"/>
                </a:lnTo>
                <a:lnTo>
                  <a:pt x="391910" y="296175"/>
                </a:lnTo>
                <a:lnTo>
                  <a:pt x="387933" y="303452"/>
                </a:lnTo>
                <a:lnTo>
                  <a:pt x="380972" y="305481"/>
                </a:lnTo>
                <a:lnTo>
                  <a:pt x="376058" y="306966"/>
                </a:lnTo>
                <a:lnTo>
                  <a:pt x="370968" y="305329"/>
                </a:lnTo>
                <a:close/>
              </a:path>
              <a:path w="5142230" h="2300604">
                <a:moveTo>
                  <a:pt x="2397831" y="2131458"/>
                </a:moveTo>
                <a:lnTo>
                  <a:pt x="2393276" y="2126582"/>
                </a:lnTo>
                <a:lnTo>
                  <a:pt x="2391907" y="2122574"/>
                </a:lnTo>
                <a:lnTo>
                  <a:pt x="2392515" y="2118436"/>
                </a:lnTo>
                <a:lnTo>
                  <a:pt x="2393653" y="2111346"/>
                </a:lnTo>
                <a:lnTo>
                  <a:pt x="2400387" y="2106434"/>
                </a:lnTo>
                <a:lnTo>
                  <a:pt x="2414665" y="2108619"/>
                </a:lnTo>
                <a:lnTo>
                  <a:pt x="2419528" y="2115390"/>
                </a:lnTo>
                <a:lnTo>
                  <a:pt x="2418390" y="2122480"/>
                </a:lnTo>
                <a:lnTo>
                  <a:pt x="2417297" y="2129618"/>
                </a:lnTo>
                <a:lnTo>
                  <a:pt x="2410621" y="2134494"/>
                </a:lnTo>
                <a:lnTo>
                  <a:pt x="2403478" y="2133397"/>
                </a:lnTo>
                <a:lnTo>
                  <a:pt x="2400428" y="2132967"/>
                </a:lnTo>
                <a:lnTo>
                  <a:pt x="2397831" y="2131458"/>
                </a:lnTo>
                <a:close/>
              </a:path>
              <a:path w="5142230" h="2300604">
                <a:moveTo>
                  <a:pt x="1870302" y="1323264"/>
                </a:moveTo>
                <a:lnTo>
                  <a:pt x="1865656" y="1318291"/>
                </a:lnTo>
                <a:lnTo>
                  <a:pt x="1864566" y="1312725"/>
                </a:lnTo>
                <a:lnTo>
                  <a:pt x="1869585" y="1301188"/>
                </a:lnTo>
                <a:lnTo>
                  <a:pt x="1877337" y="1298147"/>
                </a:lnTo>
                <a:lnTo>
                  <a:pt x="1890599" y="1303938"/>
                </a:lnTo>
                <a:lnTo>
                  <a:pt x="1893594" y="1311641"/>
                </a:lnTo>
                <a:lnTo>
                  <a:pt x="1890726" y="1318247"/>
                </a:lnTo>
                <a:lnTo>
                  <a:pt x="1887804" y="1324894"/>
                </a:lnTo>
                <a:lnTo>
                  <a:pt x="1880101" y="1327889"/>
                </a:lnTo>
                <a:lnTo>
                  <a:pt x="1873451" y="1325071"/>
                </a:lnTo>
                <a:lnTo>
                  <a:pt x="1871725" y="1324299"/>
                </a:lnTo>
                <a:lnTo>
                  <a:pt x="1870302" y="1323264"/>
                </a:lnTo>
                <a:close/>
              </a:path>
              <a:path w="5142230" h="2300604">
                <a:moveTo>
                  <a:pt x="2232372" y="1543216"/>
                </a:moveTo>
                <a:lnTo>
                  <a:pt x="2226896" y="1537355"/>
                </a:lnTo>
                <a:lnTo>
                  <a:pt x="2226737" y="1529853"/>
                </a:lnTo>
                <a:lnTo>
                  <a:pt x="2231255" y="1524719"/>
                </a:lnTo>
                <a:lnTo>
                  <a:pt x="2236061" y="1519308"/>
                </a:lnTo>
                <a:lnTo>
                  <a:pt x="2244386" y="1518836"/>
                </a:lnTo>
                <a:lnTo>
                  <a:pt x="2255200" y="1528457"/>
                </a:lnTo>
                <a:lnTo>
                  <a:pt x="2255626" y="1536733"/>
                </a:lnTo>
                <a:lnTo>
                  <a:pt x="2246010" y="1547552"/>
                </a:lnTo>
                <a:lnTo>
                  <a:pt x="2237779" y="1548027"/>
                </a:lnTo>
                <a:lnTo>
                  <a:pt x="2232372" y="1543216"/>
                </a:lnTo>
                <a:close/>
              </a:path>
              <a:path w="5142230" h="2300604">
                <a:moveTo>
                  <a:pt x="1738832" y="1270305"/>
                </a:moveTo>
                <a:lnTo>
                  <a:pt x="1734186" y="1265331"/>
                </a:lnTo>
                <a:lnTo>
                  <a:pt x="1732993" y="1260145"/>
                </a:lnTo>
                <a:lnTo>
                  <a:pt x="1737348" y="1248580"/>
                </a:lnTo>
                <a:lnTo>
                  <a:pt x="1744882" y="1245112"/>
                </a:lnTo>
                <a:lnTo>
                  <a:pt x="1758400" y="1250199"/>
                </a:lnTo>
                <a:lnTo>
                  <a:pt x="1761873" y="1257729"/>
                </a:lnTo>
                <a:lnTo>
                  <a:pt x="1759281" y="1264533"/>
                </a:lnTo>
                <a:lnTo>
                  <a:pt x="1756779" y="1271336"/>
                </a:lnTo>
                <a:lnTo>
                  <a:pt x="1749256" y="1274720"/>
                </a:lnTo>
                <a:lnTo>
                  <a:pt x="1740491" y="1271494"/>
                </a:lnTo>
                <a:lnTo>
                  <a:pt x="1738832" y="1270305"/>
                </a:lnTo>
                <a:close/>
              </a:path>
              <a:path w="5142230" h="2300604">
                <a:moveTo>
                  <a:pt x="1934734" y="1352650"/>
                </a:moveTo>
                <a:lnTo>
                  <a:pt x="1930088" y="1347677"/>
                </a:lnTo>
                <a:lnTo>
                  <a:pt x="1929053" y="1341877"/>
                </a:lnTo>
                <a:lnTo>
                  <a:pt x="1931446" y="1336912"/>
                </a:lnTo>
                <a:lnTo>
                  <a:pt x="1934549" y="1330361"/>
                </a:lnTo>
                <a:lnTo>
                  <a:pt x="1942385" y="1327606"/>
                </a:lnTo>
                <a:lnTo>
                  <a:pt x="1955438" y="1333857"/>
                </a:lnTo>
                <a:lnTo>
                  <a:pt x="1958188" y="1341689"/>
                </a:lnTo>
                <a:lnTo>
                  <a:pt x="1955044" y="1348196"/>
                </a:lnTo>
                <a:lnTo>
                  <a:pt x="1951937" y="1354742"/>
                </a:lnTo>
                <a:lnTo>
                  <a:pt x="1944101" y="1357496"/>
                </a:lnTo>
                <a:lnTo>
                  <a:pt x="1936117" y="1353641"/>
                </a:lnTo>
                <a:lnTo>
                  <a:pt x="1934734" y="1352650"/>
                </a:lnTo>
                <a:close/>
              </a:path>
              <a:path w="5142230" h="2300604">
                <a:moveTo>
                  <a:pt x="1804946" y="1295919"/>
                </a:moveTo>
                <a:lnTo>
                  <a:pt x="1800299" y="1290946"/>
                </a:lnTo>
                <a:lnTo>
                  <a:pt x="1799118" y="1285576"/>
                </a:lnTo>
                <a:lnTo>
                  <a:pt x="1803755" y="1274021"/>
                </a:lnTo>
                <a:lnTo>
                  <a:pt x="1811424" y="1270793"/>
                </a:lnTo>
                <a:lnTo>
                  <a:pt x="1824837" y="1276159"/>
                </a:lnTo>
                <a:lnTo>
                  <a:pt x="1828119" y="1283777"/>
                </a:lnTo>
                <a:lnTo>
                  <a:pt x="1825382" y="1290525"/>
                </a:lnTo>
                <a:lnTo>
                  <a:pt x="1822699" y="1297232"/>
                </a:lnTo>
                <a:lnTo>
                  <a:pt x="1815040" y="1300469"/>
                </a:lnTo>
                <a:lnTo>
                  <a:pt x="1808333" y="1297786"/>
                </a:lnTo>
                <a:lnTo>
                  <a:pt x="1806518" y="1297016"/>
                </a:lnTo>
                <a:lnTo>
                  <a:pt x="1804946" y="1295919"/>
                </a:lnTo>
                <a:close/>
              </a:path>
              <a:path w="5142230" h="2300604">
                <a:moveTo>
                  <a:pt x="750088" y="878607"/>
                </a:moveTo>
                <a:lnTo>
                  <a:pt x="745356" y="873541"/>
                </a:lnTo>
                <a:lnTo>
                  <a:pt x="744634" y="867002"/>
                </a:lnTo>
                <a:lnTo>
                  <a:pt x="751816" y="855727"/>
                </a:lnTo>
                <a:lnTo>
                  <a:pt x="759944" y="853969"/>
                </a:lnTo>
                <a:lnTo>
                  <a:pt x="772098" y="861799"/>
                </a:lnTo>
                <a:lnTo>
                  <a:pt x="773900" y="869886"/>
                </a:lnTo>
                <a:lnTo>
                  <a:pt x="770006" y="875980"/>
                </a:lnTo>
                <a:lnTo>
                  <a:pt x="766026" y="882081"/>
                </a:lnTo>
                <a:lnTo>
                  <a:pt x="757988" y="883838"/>
                </a:lnTo>
                <a:lnTo>
                  <a:pt x="751884" y="879943"/>
                </a:lnTo>
                <a:lnTo>
                  <a:pt x="750919" y="879301"/>
                </a:lnTo>
                <a:lnTo>
                  <a:pt x="750088" y="878607"/>
                </a:lnTo>
                <a:close/>
              </a:path>
              <a:path w="5142230" h="2300604">
                <a:moveTo>
                  <a:pt x="692017" y="838631"/>
                </a:moveTo>
                <a:lnTo>
                  <a:pt x="686672" y="832910"/>
                </a:lnTo>
                <a:lnTo>
                  <a:pt x="686170" y="825922"/>
                </a:lnTo>
                <a:lnTo>
                  <a:pt x="689975" y="820806"/>
                </a:lnTo>
                <a:lnTo>
                  <a:pt x="694286" y="814962"/>
                </a:lnTo>
                <a:lnTo>
                  <a:pt x="702493" y="813778"/>
                </a:lnTo>
                <a:lnTo>
                  <a:pt x="714097" y="822388"/>
                </a:lnTo>
                <a:lnTo>
                  <a:pt x="715327" y="830644"/>
                </a:lnTo>
                <a:lnTo>
                  <a:pt x="711024" y="836399"/>
                </a:lnTo>
                <a:lnTo>
                  <a:pt x="706713" y="842243"/>
                </a:lnTo>
                <a:lnTo>
                  <a:pt x="698510" y="843432"/>
                </a:lnTo>
                <a:lnTo>
                  <a:pt x="692661" y="839125"/>
                </a:lnTo>
                <a:lnTo>
                  <a:pt x="692017" y="838631"/>
                </a:lnTo>
                <a:close/>
              </a:path>
              <a:path w="5142230" h="2300604">
                <a:moveTo>
                  <a:pt x="2059749" y="1419128"/>
                </a:moveTo>
                <a:lnTo>
                  <a:pt x="2055011" y="1414057"/>
                </a:lnTo>
                <a:lnTo>
                  <a:pt x="2054184" y="1407698"/>
                </a:lnTo>
                <a:lnTo>
                  <a:pt x="2060944" y="1396361"/>
                </a:lnTo>
                <a:lnTo>
                  <a:pt x="2069070" y="1394308"/>
                </a:lnTo>
                <a:lnTo>
                  <a:pt x="2069203" y="1394450"/>
                </a:lnTo>
                <a:lnTo>
                  <a:pt x="2081391" y="1401731"/>
                </a:lnTo>
                <a:lnTo>
                  <a:pt x="2083484" y="1409738"/>
                </a:lnTo>
                <a:lnTo>
                  <a:pt x="2079731" y="1415984"/>
                </a:lnTo>
                <a:lnTo>
                  <a:pt x="2076075" y="1422138"/>
                </a:lnTo>
                <a:lnTo>
                  <a:pt x="2067978" y="1424223"/>
                </a:lnTo>
                <a:lnTo>
                  <a:pt x="2060710" y="1419864"/>
                </a:lnTo>
                <a:lnTo>
                  <a:pt x="2059749" y="1419128"/>
                </a:lnTo>
                <a:close/>
              </a:path>
              <a:path w="5142230" h="2300604">
                <a:moveTo>
                  <a:pt x="636605" y="793879"/>
                </a:moveTo>
                <a:lnTo>
                  <a:pt x="631132" y="788021"/>
                </a:lnTo>
                <a:lnTo>
                  <a:pt x="630871" y="780508"/>
                </a:lnTo>
                <a:lnTo>
                  <a:pt x="635394" y="775379"/>
                </a:lnTo>
                <a:lnTo>
                  <a:pt x="640204" y="769972"/>
                </a:lnTo>
                <a:lnTo>
                  <a:pt x="648438" y="769402"/>
                </a:lnTo>
                <a:lnTo>
                  <a:pt x="659301" y="778978"/>
                </a:lnTo>
                <a:lnTo>
                  <a:pt x="659822" y="787257"/>
                </a:lnTo>
                <a:lnTo>
                  <a:pt x="650340" y="798123"/>
                </a:lnTo>
                <a:lnTo>
                  <a:pt x="642061" y="798644"/>
                </a:lnTo>
                <a:lnTo>
                  <a:pt x="636605" y="793879"/>
                </a:lnTo>
                <a:close/>
              </a:path>
              <a:path w="5142230" h="2300604">
                <a:moveTo>
                  <a:pt x="2177624" y="1498392"/>
                </a:moveTo>
                <a:lnTo>
                  <a:pt x="2172284" y="1492676"/>
                </a:lnTo>
                <a:lnTo>
                  <a:pt x="2171826" y="1485637"/>
                </a:lnTo>
                <a:lnTo>
                  <a:pt x="2180176" y="1474733"/>
                </a:lnTo>
                <a:lnTo>
                  <a:pt x="2188376" y="1473638"/>
                </a:lnTo>
                <a:lnTo>
                  <a:pt x="2199883" y="1482438"/>
                </a:lnTo>
                <a:lnTo>
                  <a:pt x="2200973" y="1490642"/>
                </a:lnTo>
                <a:lnTo>
                  <a:pt x="2192174" y="1502140"/>
                </a:lnTo>
                <a:lnTo>
                  <a:pt x="2183969" y="1503230"/>
                </a:lnTo>
                <a:lnTo>
                  <a:pt x="2177624" y="1498392"/>
                </a:lnTo>
                <a:close/>
              </a:path>
              <a:path w="5142230" h="2300604">
                <a:moveTo>
                  <a:pt x="1997992" y="1384494"/>
                </a:moveTo>
                <a:lnTo>
                  <a:pt x="1993305" y="1379476"/>
                </a:lnTo>
                <a:lnTo>
                  <a:pt x="1992326" y="1373442"/>
                </a:lnTo>
                <a:lnTo>
                  <a:pt x="1998428" y="1361989"/>
                </a:lnTo>
                <a:lnTo>
                  <a:pt x="2006349" y="1359521"/>
                </a:lnTo>
                <a:lnTo>
                  <a:pt x="2012751" y="1362954"/>
                </a:lnTo>
                <a:lnTo>
                  <a:pt x="2019198" y="1366336"/>
                </a:lnTo>
                <a:lnTo>
                  <a:pt x="2021568" y="1374249"/>
                </a:lnTo>
                <a:lnTo>
                  <a:pt x="2018190" y="1380701"/>
                </a:lnTo>
                <a:lnTo>
                  <a:pt x="2014806" y="1387049"/>
                </a:lnTo>
                <a:lnTo>
                  <a:pt x="2006840" y="1389468"/>
                </a:lnTo>
                <a:lnTo>
                  <a:pt x="2000492" y="1386094"/>
                </a:lnTo>
                <a:lnTo>
                  <a:pt x="1999144" y="1385335"/>
                </a:lnTo>
                <a:lnTo>
                  <a:pt x="1997992" y="1384494"/>
                </a:lnTo>
                <a:close/>
              </a:path>
              <a:path w="5142230" h="2300604">
                <a:moveTo>
                  <a:pt x="2119602" y="1456808"/>
                </a:moveTo>
                <a:lnTo>
                  <a:pt x="2114865" y="1451737"/>
                </a:lnTo>
                <a:lnTo>
                  <a:pt x="2114150" y="1445009"/>
                </a:lnTo>
                <a:lnTo>
                  <a:pt x="2117631" y="1439840"/>
                </a:lnTo>
                <a:lnTo>
                  <a:pt x="2121660" y="1433793"/>
                </a:lnTo>
                <a:lnTo>
                  <a:pt x="2129782" y="1432223"/>
                </a:lnTo>
                <a:lnTo>
                  <a:pt x="2135785" y="1436304"/>
                </a:lnTo>
                <a:lnTo>
                  <a:pt x="2141787" y="1440285"/>
                </a:lnTo>
                <a:lnTo>
                  <a:pt x="2143397" y="1448460"/>
                </a:lnTo>
                <a:lnTo>
                  <a:pt x="2139366" y="1454408"/>
                </a:lnTo>
                <a:lnTo>
                  <a:pt x="2135336" y="1460455"/>
                </a:lnTo>
                <a:lnTo>
                  <a:pt x="2127210" y="1462020"/>
                </a:lnTo>
                <a:lnTo>
                  <a:pt x="2121208" y="1458039"/>
                </a:lnTo>
                <a:lnTo>
                  <a:pt x="2120383" y="1457449"/>
                </a:lnTo>
                <a:lnTo>
                  <a:pt x="2119602" y="1456808"/>
                </a:lnTo>
                <a:close/>
              </a:path>
              <a:path w="5142230" h="2300604">
                <a:moveTo>
                  <a:pt x="873889" y="948967"/>
                </a:moveTo>
                <a:lnTo>
                  <a:pt x="869198" y="943944"/>
                </a:lnTo>
                <a:lnTo>
                  <a:pt x="868219" y="938010"/>
                </a:lnTo>
                <a:lnTo>
                  <a:pt x="874039" y="926547"/>
                </a:lnTo>
                <a:lnTo>
                  <a:pt x="881917" y="923935"/>
                </a:lnTo>
                <a:lnTo>
                  <a:pt x="894772" y="930463"/>
                </a:lnTo>
                <a:lnTo>
                  <a:pt x="897384" y="938342"/>
                </a:lnTo>
                <a:lnTo>
                  <a:pt x="894141" y="944841"/>
                </a:lnTo>
                <a:lnTo>
                  <a:pt x="890902" y="951245"/>
                </a:lnTo>
                <a:lnTo>
                  <a:pt x="883023" y="953857"/>
                </a:lnTo>
                <a:lnTo>
                  <a:pt x="875132" y="949906"/>
                </a:lnTo>
                <a:lnTo>
                  <a:pt x="873889" y="948967"/>
                </a:lnTo>
                <a:close/>
              </a:path>
              <a:path w="5142230" h="2300604">
                <a:moveTo>
                  <a:pt x="1537730" y="1200477"/>
                </a:moveTo>
                <a:lnTo>
                  <a:pt x="1533134" y="1195558"/>
                </a:lnTo>
                <a:lnTo>
                  <a:pt x="1531887" y="1190605"/>
                </a:lnTo>
                <a:lnTo>
                  <a:pt x="1533412" y="1185884"/>
                </a:lnTo>
                <a:lnTo>
                  <a:pt x="1535675" y="1179021"/>
                </a:lnTo>
                <a:lnTo>
                  <a:pt x="1543077" y="1175313"/>
                </a:lnTo>
                <a:lnTo>
                  <a:pt x="1549939" y="1177576"/>
                </a:lnTo>
                <a:lnTo>
                  <a:pt x="1556846" y="1179789"/>
                </a:lnTo>
                <a:lnTo>
                  <a:pt x="1560565" y="1187191"/>
                </a:lnTo>
                <a:lnTo>
                  <a:pt x="1558347" y="1194102"/>
                </a:lnTo>
                <a:lnTo>
                  <a:pt x="1556107" y="1200893"/>
                </a:lnTo>
                <a:lnTo>
                  <a:pt x="1548638" y="1204725"/>
                </a:lnTo>
                <a:lnTo>
                  <a:pt x="1541775" y="1202461"/>
                </a:lnTo>
                <a:lnTo>
                  <a:pt x="1539628" y="1201727"/>
                </a:lnTo>
                <a:lnTo>
                  <a:pt x="1537730" y="1200477"/>
                </a:lnTo>
                <a:close/>
              </a:path>
              <a:path w="5142230" h="2300604">
                <a:moveTo>
                  <a:pt x="1605094" y="1222934"/>
                </a:moveTo>
                <a:lnTo>
                  <a:pt x="1600494" y="1218009"/>
                </a:lnTo>
                <a:lnTo>
                  <a:pt x="1599200" y="1213008"/>
                </a:lnTo>
                <a:lnTo>
                  <a:pt x="1600779" y="1208246"/>
                </a:lnTo>
                <a:lnTo>
                  <a:pt x="1603137" y="1201387"/>
                </a:lnTo>
                <a:lnTo>
                  <a:pt x="1610579" y="1197721"/>
                </a:lnTo>
                <a:lnTo>
                  <a:pt x="1617438" y="1200079"/>
                </a:lnTo>
                <a:lnTo>
                  <a:pt x="1624301" y="1202343"/>
                </a:lnTo>
                <a:lnTo>
                  <a:pt x="1627962" y="1209780"/>
                </a:lnTo>
                <a:lnTo>
                  <a:pt x="1625608" y="1216645"/>
                </a:lnTo>
                <a:lnTo>
                  <a:pt x="1623345" y="1223508"/>
                </a:lnTo>
                <a:lnTo>
                  <a:pt x="1615898" y="1227168"/>
                </a:lnTo>
                <a:lnTo>
                  <a:pt x="1608990" y="1224855"/>
                </a:lnTo>
                <a:lnTo>
                  <a:pt x="1606889" y="1224170"/>
                </a:lnTo>
                <a:lnTo>
                  <a:pt x="1605094" y="1222934"/>
                </a:lnTo>
                <a:close/>
              </a:path>
              <a:path w="5142230" h="2300604">
                <a:moveTo>
                  <a:pt x="1672140" y="1246125"/>
                </a:moveTo>
                <a:lnTo>
                  <a:pt x="1667494" y="1241151"/>
                </a:lnTo>
                <a:lnTo>
                  <a:pt x="1666303" y="1236064"/>
                </a:lnTo>
                <a:lnTo>
                  <a:pt x="1670379" y="1224495"/>
                </a:lnTo>
                <a:lnTo>
                  <a:pt x="1677867" y="1220879"/>
                </a:lnTo>
                <a:lnTo>
                  <a:pt x="1691530" y="1225729"/>
                </a:lnTo>
                <a:lnTo>
                  <a:pt x="1695105" y="1233173"/>
                </a:lnTo>
                <a:lnTo>
                  <a:pt x="1692653" y="1240030"/>
                </a:lnTo>
                <a:lnTo>
                  <a:pt x="1690249" y="1246840"/>
                </a:lnTo>
                <a:lnTo>
                  <a:pt x="1682810" y="1250411"/>
                </a:lnTo>
                <a:lnTo>
                  <a:pt x="1675951" y="1248053"/>
                </a:lnTo>
                <a:lnTo>
                  <a:pt x="1673898" y="1247322"/>
                </a:lnTo>
                <a:lnTo>
                  <a:pt x="1672140" y="1246125"/>
                </a:lnTo>
                <a:close/>
              </a:path>
              <a:path w="5142230" h="2300604">
                <a:moveTo>
                  <a:pt x="811106" y="915383"/>
                </a:moveTo>
                <a:lnTo>
                  <a:pt x="806419" y="910366"/>
                </a:lnTo>
                <a:lnTo>
                  <a:pt x="805499" y="904103"/>
                </a:lnTo>
                <a:lnTo>
                  <a:pt x="808362" y="899054"/>
                </a:lnTo>
                <a:lnTo>
                  <a:pt x="811975" y="892757"/>
                </a:lnTo>
                <a:lnTo>
                  <a:pt x="819935" y="890526"/>
                </a:lnTo>
                <a:lnTo>
                  <a:pt x="826236" y="894045"/>
                </a:lnTo>
                <a:lnTo>
                  <a:pt x="832529" y="897653"/>
                </a:lnTo>
                <a:lnTo>
                  <a:pt x="834765" y="905618"/>
                </a:lnTo>
                <a:lnTo>
                  <a:pt x="831245" y="911919"/>
                </a:lnTo>
                <a:lnTo>
                  <a:pt x="827627" y="918212"/>
                </a:lnTo>
                <a:lnTo>
                  <a:pt x="819672" y="920448"/>
                </a:lnTo>
                <a:lnTo>
                  <a:pt x="812168" y="916227"/>
                </a:lnTo>
                <a:lnTo>
                  <a:pt x="811106" y="915383"/>
                </a:lnTo>
                <a:close/>
              </a:path>
              <a:path w="5142230" h="2300604">
                <a:moveTo>
                  <a:pt x="1470261" y="1178494"/>
                </a:moveTo>
                <a:lnTo>
                  <a:pt x="1465615" y="1173521"/>
                </a:lnTo>
                <a:lnTo>
                  <a:pt x="1464318" y="1168614"/>
                </a:lnTo>
                <a:lnTo>
                  <a:pt x="1465898" y="1163952"/>
                </a:lnTo>
                <a:lnTo>
                  <a:pt x="1468116" y="1157040"/>
                </a:lnTo>
                <a:lnTo>
                  <a:pt x="1475511" y="1153227"/>
                </a:lnTo>
                <a:lnTo>
                  <a:pt x="1482379" y="1155496"/>
                </a:lnTo>
                <a:lnTo>
                  <a:pt x="1489290" y="1157714"/>
                </a:lnTo>
                <a:lnTo>
                  <a:pt x="1493049" y="1165159"/>
                </a:lnTo>
                <a:lnTo>
                  <a:pt x="1490786" y="1172022"/>
                </a:lnTo>
                <a:lnTo>
                  <a:pt x="1488568" y="1178933"/>
                </a:lnTo>
                <a:lnTo>
                  <a:pt x="1481171" y="1182647"/>
                </a:lnTo>
                <a:lnTo>
                  <a:pt x="1474260" y="1180429"/>
                </a:lnTo>
                <a:lnTo>
                  <a:pt x="1472113" y="1179695"/>
                </a:lnTo>
                <a:lnTo>
                  <a:pt x="1470261" y="1178494"/>
                </a:lnTo>
                <a:close/>
              </a:path>
              <a:path w="5142230" h="2300604">
                <a:moveTo>
                  <a:pt x="2633656" y="1760769"/>
                </a:moveTo>
                <a:lnTo>
                  <a:pt x="2629197" y="1755996"/>
                </a:lnTo>
                <a:lnTo>
                  <a:pt x="2628085" y="1753829"/>
                </a:lnTo>
                <a:lnTo>
                  <a:pt x="2627629" y="1751288"/>
                </a:lnTo>
                <a:lnTo>
                  <a:pt x="2626325" y="1744516"/>
                </a:lnTo>
                <a:lnTo>
                  <a:pt x="2630846" y="1737918"/>
                </a:lnTo>
                <a:lnTo>
                  <a:pt x="2644631" y="1735277"/>
                </a:lnTo>
                <a:lnTo>
                  <a:pt x="2651269" y="1739841"/>
                </a:lnTo>
                <a:lnTo>
                  <a:pt x="2652503" y="1746733"/>
                </a:lnTo>
                <a:lnTo>
                  <a:pt x="2653826" y="1753624"/>
                </a:lnTo>
                <a:lnTo>
                  <a:pt x="2649301" y="1760216"/>
                </a:lnTo>
                <a:lnTo>
                  <a:pt x="2637996" y="1762385"/>
                </a:lnTo>
                <a:lnTo>
                  <a:pt x="2633656" y="1760769"/>
                </a:lnTo>
                <a:close/>
              </a:path>
              <a:path w="5142230" h="2300604">
                <a:moveTo>
                  <a:pt x="1688207" y="1108494"/>
                </a:moveTo>
                <a:lnTo>
                  <a:pt x="1683743" y="1103715"/>
                </a:lnTo>
                <a:lnTo>
                  <a:pt x="1682478" y="1099136"/>
                </a:lnTo>
                <a:lnTo>
                  <a:pt x="1683814" y="1094701"/>
                </a:lnTo>
                <a:lnTo>
                  <a:pt x="1685743" y="1087968"/>
                </a:lnTo>
                <a:lnTo>
                  <a:pt x="1692814" y="1084102"/>
                </a:lnTo>
                <a:lnTo>
                  <a:pt x="1699544" y="1086125"/>
                </a:lnTo>
                <a:lnTo>
                  <a:pt x="1706276" y="1088053"/>
                </a:lnTo>
                <a:lnTo>
                  <a:pt x="1710097" y="1095076"/>
                </a:lnTo>
                <a:lnTo>
                  <a:pt x="1706145" y="1108538"/>
                </a:lnTo>
                <a:lnTo>
                  <a:pt x="1699123" y="1112359"/>
                </a:lnTo>
                <a:lnTo>
                  <a:pt x="1690146" y="1109787"/>
                </a:lnTo>
                <a:lnTo>
                  <a:pt x="1688207" y="1108494"/>
                </a:lnTo>
                <a:close/>
              </a:path>
              <a:path w="5142230" h="2300604">
                <a:moveTo>
                  <a:pt x="2402603" y="1413047"/>
                </a:moveTo>
                <a:lnTo>
                  <a:pt x="2396934" y="1406979"/>
                </a:lnTo>
                <a:lnTo>
                  <a:pt x="2396472" y="1400229"/>
                </a:lnTo>
                <a:lnTo>
                  <a:pt x="2400328" y="1395266"/>
                </a:lnTo>
                <a:lnTo>
                  <a:pt x="2404572" y="1389741"/>
                </a:lnTo>
                <a:lnTo>
                  <a:pt x="2412539" y="1388690"/>
                </a:lnTo>
                <a:lnTo>
                  <a:pt x="2423630" y="1397239"/>
                </a:lnTo>
                <a:lnTo>
                  <a:pt x="2424676" y="1405202"/>
                </a:lnTo>
                <a:lnTo>
                  <a:pt x="2416136" y="1416293"/>
                </a:lnTo>
                <a:lnTo>
                  <a:pt x="2408169" y="1417344"/>
                </a:lnTo>
                <a:lnTo>
                  <a:pt x="2402603" y="1413047"/>
                </a:lnTo>
                <a:close/>
              </a:path>
              <a:path w="5142230" h="2300604">
                <a:moveTo>
                  <a:pt x="2598730" y="2180737"/>
                </a:moveTo>
                <a:lnTo>
                  <a:pt x="2594316" y="2176013"/>
                </a:lnTo>
                <a:lnTo>
                  <a:pt x="2593004" y="2171577"/>
                </a:lnTo>
                <a:lnTo>
                  <a:pt x="2595887" y="2160392"/>
                </a:lnTo>
                <a:lnTo>
                  <a:pt x="2602699" y="2156443"/>
                </a:lnTo>
                <a:lnTo>
                  <a:pt x="2616394" y="2159863"/>
                </a:lnTo>
                <a:lnTo>
                  <a:pt x="2620455" y="2166752"/>
                </a:lnTo>
                <a:lnTo>
                  <a:pt x="2618702" y="2173380"/>
                </a:lnTo>
                <a:lnTo>
                  <a:pt x="2616923" y="2180370"/>
                </a:lnTo>
                <a:lnTo>
                  <a:pt x="2610034" y="2184432"/>
                </a:lnTo>
                <a:lnTo>
                  <a:pt x="2600817" y="2181993"/>
                </a:lnTo>
                <a:lnTo>
                  <a:pt x="2598730" y="2180737"/>
                </a:lnTo>
                <a:close/>
              </a:path>
              <a:path w="5142230" h="2300604">
                <a:moveTo>
                  <a:pt x="1018746" y="872177"/>
                </a:moveTo>
                <a:lnTo>
                  <a:pt x="1014232" y="867345"/>
                </a:lnTo>
                <a:lnTo>
                  <a:pt x="1013192" y="861834"/>
                </a:lnTo>
                <a:lnTo>
                  <a:pt x="1015438" y="857005"/>
                </a:lnTo>
                <a:lnTo>
                  <a:pt x="1018440" y="850639"/>
                </a:lnTo>
                <a:lnTo>
                  <a:pt x="1025945" y="847921"/>
                </a:lnTo>
                <a:lnTo>
                  <a:pt x="1038626" y="853871"/>
                </a:lnTo>
                <a:lnTo>
                  <a:pt x="1041394" y="861429"/>
                </a:lnTo>
                <a:lnTo>
                  <a:pt x="1035439" y="874115"/>
                </a:lnTo>
                <a:lnTo>
                  <a:pt x="1027935" y="876833"/>
                </a:lnTo>
                <a:lnTo>
                  <a:pt x="1021565" y="873827"/>
                </a:lnTo>
                <a:lnTo>
                  <a:pt x="1020029" y="873161"/>
                </a:lnTo>
                <a:lnTo>
                  <a:pt x="1018746" y="872177"/>
                </a:lnTo>
                <a:close/>
              </a:path>
              <a:path w="5142230" h="2300604">
                <a:moveTo>
                  <a:pt x="2615387" y="2111769"/>
                </a:moveTo>
                <a:lnTo>
                  <a:pt x="2610969" y="2107040"/>
                </a:lnTo>
                <a:lnTo>
                  <a:pt x="2609691" y="2102837"/>
                </a:lnTo>
                <a:lnTo>
                  <a:pt x="2612050" y="2091776"/>
                </a:lnTo>
                <a:lnTo>
                  <a:pt x="2618855" y="2087428"/>
                </a:lnTo>
                <a:lnTo>
                  <a:pt x="2625653" y="2088939"/>
                </a:lnTo>
                <a:lnTo>
                  <a:pt x="2632496" y="2090399"/>
                </a:lnTo>
                <a:lnTo>
                  <a:pt x="2636839" y="2097199"/>
                </a:lnTo>
                <a:lnTo>
                  <a:pt x="2635333" y="2103993"/>
                </a:lnTo>
                <a:lnTo>
                  <a:pt x="2633878" y="2110841"/>
                </a:lnTo>
                <a:lnTo>
                  <a:pt x="2627073" y="2115189"/>
                </a:lnTo>
                <a:lnTo>
                  <a:pt x="2620279" y="2113683"/>
                </a:lnTo>
                <a:lnTo>
                  <a:pt x="2617654" y="2113121"/>
                </a:lnTo>
                <a:lnTo>
                  <a:pt x="2615387" y="2111769"/>
                </a:lnTo>
                <a:close/>
              </a:path>
              <a:path w="5142230" h="2300604">
                <a:moveTo>
                  <a:pt x="2638792" y="1972023"/>
                </a:moveTo>
                <a:lnTo>
                  <a:pt x="2634373" y="1967293"/>
                </a:lnTo>
                <a:lnTo>
                  <a:pt x="2633032" y="1963707"/>
                </a:lnTo>
                <a:lnTo>
                  <a:pt x="2634102" y="1952928"/>
                </a:lnTo>
                <a:lnTo>
                  <a:pt x="2640363" y="1947900"/>
                </a:lnTo>
                <a:lnTo>
                  <a:pt x="2654289" y="1949319"/>
                </a:lnTo>
                <a:lnTo>
                  <a:pt x="2659365" y="1955534"/>
                </a:lnTo>
                <a:lnTo>
                  <a:pt x="2657947" y="1969460"/>
                </a:lnTo>
                <a:lnTo>
                  <a:pt x="2653182" y="1973352"/>
                </a:lnTo>
                <a:lnTo>
                  <a:pt x="2651731" y="1974536"/>
                </a:lnTo>
                <a:lnTo>
                  <a:pt x="2644723" y="1973778"/>
                </a:lnTo>
                <a:lnTo>
                  <a:pt x="2641527" y="1973485"/>
                </a:lnTo>
                <a:lnTo>
                  <a:pt x="2638792" y="1972023"/>
                </a:lnTo>
                <a:close/>
              </a:path>
              <a:path w="5142230" h="2300604">
                <a:moveTo>
                  <a:pt x="2642321" y="1830746"/>
                </a:moveTo>
                <a:lnTo>
                  <a:pt x="2637907" y="1826021"/>
                </a:lnTo>
                <a:lnTo>
                  <a:pt x="2636677" y="1823335"/>
                </a:lnTo>
                <a:lnTo>
                  <a:pt x="2635931" y="1813348"/>
                </a:lnTo>
                <a:lnTo>
                  <a:pt x="2641190" y="1807249"/>
                </a:lnTo>
                <a:lnTo>
                  <a:pt x="2648146" y="1806777"/>
                </a:lnTo>
                <a:lnTo>
                  <a:pt x="2655146" y="1806255"/>
                </a:lnTo>
                <a:lnTo>
                  <a:pt x="2661197" y="1811560"/>
                </a:lnTo>
                <a:lnTo>
                  <a:pt x="2661719" y="1818570"/>
                </a:lnTo>
                <a:lnTo>
                  <a:pt x="2662185" y="1825520"/>
                </a:lnTo>
                <a:lnTo>
                  <a:pt x="2656980" y="1831580"/>
                </a:lnTo>
                <a:lnTo>
                  <a:pt x="2649975" y="1832097"/>
                </a:lnTo>
                <a:lnTo>
                  <a:pt x="2646001" y="1832339"/>
                </a:lnTo>
                <a:lnTo>
                  <a:pt x="2642321" y="1830746"/>
                </a:lnTo>
                <a:close/>
              </a:path>
              <a:path w="5142230" h="2300604">
                <a:moveTo>
                  <a:pt x="1756348" y="1128654"/>
                </a:moveTo>
                <a:lnTo>
                  <a:pt x="1751889" y="1123880"/>
                </a:lnTo>
                <a:lnTo>
                  <a:pt x="1750583" y="1119256"/>
                </a:lnTo>
                <a:lnTo>
                  <a:pt x="1751963" y="1114771"/>
                </a:lnTo>
                <a:lnTo>
                  <a:pt x="1753932" y="1108083"/>
                </a:lnTo>
                <a:lnTo>
                  <a:pt x="1760960" y="1104267"/>
                </a:lnTo>
                <a:lnTo>
                  <a:pt x="1774373" y="1108264"/>
                </a:lnTo>
                <a:lnTo>
                  <a:pt x="1778239" y="1115335"/>
                </a:lnTo>
                <a:lnTo>
                  <a:pt x="1776216" y="1122065"/>
                </a:lnTo>
                <a:lnTo>
                  <a:pt x="1774242" y="1128748"/>
                </a:lnTo>
                <a:lnTo>
                  <a:pt x="1767174" y="1132521"/>
                </a:lnTo>
                <a:lnTo>
                  <a:pt x="1760441" y="1130592"/>
                </a:lnTo>
                <a:lnTo>
                  <a:pt x="1758246" y="1129903"/>
                </a:lnTo>
                <a:lnTo>
                  <a:pt x="1756348" y="1128654"/>
                </a:lnTo>
                <a:close/>
              </a:path>
              <a:path w="5142230" h="2300604">
                <a:moveTo>
                  <a:pt x="1484194" y="1046692"/>
                </a:moveTo>
                <a:lnTo>
                  <a:pt x="1479730" y="1041914"/>
                </a:lnTo>
                <a:lnTo>
                  <a:pt x="1478476" y="1037150"/>
                </a:lnTo>
                <a:lnTo>
                  <a:pt x="1479994" y="1032618"/>
                </a:lnTo>
                <a:lnTo>
                  <a:pt x="1482162" y="1025945"/>
                </a:lnTo>
                <a:lnTo>
                  <a:pt x="1489272" y="1022316"/>
                </a:lnTo>
                <a:lnTo>
                  <a:pt x="1502581" y="1026593"/>
                </a:lnTo>
                <a:lnTo>
                  <a:pt x="1506256" y="1033752"/>
                </a:lnTo>
                <a:lnTo>
                  <a:pt x="1501930" y="1047107"/>
                </a:lnTo>
                <a:lnTo>
                  <a:pt x="1494815" y="1050731"/>
                </a:lnTo>
                <a:lnTo>
                  <a:pt x="1486037" y="1047883"/>
                </a:lnTo>
                <a:lnTo>
                  <a:pt x="1484194" y="1046692"/>
                </a:lnTo>
                <a:close/>
              </a:path>
              <a:path w="5142230" h="2300604">
                <a:moveTo>
                  <a:pt x="2629037" y="2042222"/>
                </a:moveTo>
                <a:lnTo>
                  <a:pt x="2624574" y="2037444"/>
                </a:lnTo>
                <a:lnTo>
                  <a:pt x="2623291" y="2033529"/>
                </a:lnTo>
                <a:lnTo>
                  <a:pt x="2623944" y="2029439"/>
                </a:lnTo>
                <a:lnTo>
                  <a:pt x="2625122" y="2022587"/>
                </a:lnTo>
                <a:lnTo>
                  <a:pt x="2631612" y="2017902"/>
                </a:lnTo>
                <a:lnTo>
                  <a:pt x="2645460" y="2020215"/>
                </a:lnTo>
                <a:lnTo>
                  <a:pt x="2650100" y="2026746"/>
                </a:lnTo>
                <a:lnTo>
                  <a:pt x="2647832" y="2040544"/>
                </a:lnTo>
                <a:lnTo>
                  <a:pt x="2641301" y="2045184"/>
                </a:lnTo>
                <a:lnTo>
                  <a:pt x="2631489" y="2043576"/>
                </a:lnTo>
                <a:lnTo>
                  <a:pt x="2629037" y="2042222"/>
                </a:lnTo>
                <a:close/>
              </a:path>
              <a:path w="5142230" h="2300604">
                <a:moveTo>
                  <a:pt x="2589992" y="1627620"/>
                </a:moveTo>
                <a:lnTo>
                  <a:pt x="2585437" y="1622744"/>
                </a:lnTo>
                <a:lnTo>
                  <a:pt x="2584763" y="1621730"/>
                </a:lnTo>
                <a:lnTo>
                  <a:pt x="2584183" y="1620619"/>
                </a:lnTo>
                <a:lnTo>
                  <a:pt x="2581049" y="1614333"/>
                </a:lnTo>
                <a:lnTo>
                  <a:pt x="2583617" y="1606720"/>
                </a:lnTo>
                <a:lnTo>
                  <a:pt x="2589814" y="1603580"/>
                </a:lnTo>
                <a:lnTo>
                  <a:pt x="2595985" y="1600509"/>
                </a:lnTo>
                <a:lnTo>
                  <a:pt x="2603717" y="1603019"/>
                </a:lnTo>
                <a:lnTo>
                  <a:pt x="2606810" y="1609261"/>
                </a:lnTo>
                <a:lnTo>
                  <a:pt x="2609992" y="1615502"/>
                </a:lnTo>
                <a:lnTo>
                  <a:pt x="2607424" y="1623115"/>
                </a:lnTo>
                <a:lnTo>
                  <a:pt x="2601227" y="1626256"/>
                </a:lnTo>
                <a:lnTo>
                  <a:pt x="2596041" y="1628817"/>
                </a:lnTo>
                <a:lnTo>
                  <a:pt x="2589992" y="1627620"/>
                </a:lnTo>
                <a:close/>
              </a:path>
              <a:path w="5142230" h="2300604">
                <a:moveTo>
                  <a:pt x="2157295" y="1270386"/>
                </a:moveTo>
                <a:lnTo>
                  <a:pt x="2152786" y="1265559"/>
                </a:lnTo>
                <a:lnTo>
                  <a:pt x="2151743" y="1260141"/>
                </a:lnTo>
                <a:lnTo>
                  <a:pt x="2153890" y="1255304"/>
                </a:lnTo>
                <a:lnTo>
                  <a:pt x="2156798" y="1248936"/>
                </a:lnTo>
                <a:lnTo>
                  <a:pt x="2164260" y="1246074"/>
                </a:lnTo>
                <a:lnTo>
                  <a:pt x="2170629" y="1248982"/>
                </a:lnTo>
                <a:lnTo>
                  <a:pt x="2177042" y="1251839"/>
                </a:lnTo>
                <a:lnTo>
                  <a:pt x="2179859" y="1259351"/>
                </a:lnTo>
                <a:lnTo>
                  <a:pt x="2176997" y="1265769"/>
                </a:lnTo>
                <a:lnTo>
                  <a:pt x="2174085" y="1272133"/>
                </a:lnTo>
                <a:lnTo>
                  <a:pt x="2166577" y="1274946"/>
                </a:lnTo>
                <a:lnTo>
                  <a:pt x="2158678" y="1271377"/>
                </a:lnTo>
                <a:lnTo>
                  <a:pt x="2157295" y="1270386"/>
                </a:lnTo>
                <a:close/>
              </a:path>
              <a:path w="5142230" h="2300604">
                <a:moveTo>
                  <a:pt x="1149398" y="928366"/>
                </a:moveTo>
                <a:lnTo>
                  <a:pt x="1144934" y="923588"/>
                </a:lnTo>
                <a:lnTo>
                  <a:pt x="1143741" y="918401"/>
                </a:lnTo>
                <a:lnTo>
                  <a:pt x="1145644" y="913693"/>
                </a:lnTo>
                <a:lnTo>
                  <a:pt x="1148182" y="907222"/>
                </a:lnTo>
                <a:lnTo>
                  <a:pt x="1155563" y="903980"/>
                </a:lnTo>
                <a:lnTo>
                  <a:pt x="1168605" y="909145"/>
                </a:lnTo>
                <a:lnTo>
                  <a:pt x="1171749" y="916517"/>
                </a:lnTo>
                <a:lnTo>
                  <a:pt x="1166588" y="929565"/>
                </a:lnTo>
                <a:lnTo>
                  <a:pt x="1159252" y="932757"/>
                </a:lnTo>
                <a:lnTo>
                  <a:pt x="1152735" y="930179"/>
                </a:lnTo>
                <a:lnTo>
                  <a:pt x="1150961" y="929453"/>
                </a:lnTo>
                <a:lnTo>
                  <a:pt x="1149398" y="928366"/>
                </a:lnTo>
                <a:close/>
              </a:path>
              <a:path w="5142230" h="2300604">
                <a:moveTo>
                  <a:pt x="1620059" y="1088423"/>
                </a:moveTo>
                <a:lnTo>
                  <a:pt x="1615640" y="1083694"/>
                </a:lnTo>
                <a:lnTo>
                  <a:pt x="1614334" y="1079070"/>
                </a:lnTo>
                <a:lnTo>
                  <a:pt x="1615710" y="1074580"/>
                </a:lnTo>
                <a:lnTo>
                  <a:pt x="1617643" y="1067852"/>
                </a:lnTo>
                <a:lnTo>
                  <a:pt x="1624707" y="1064075"/>
                </a:lnTo>
                <a:lnTo>
                  <a:pt x="1631444" y="1066009"/>
                </a:lnTo>
                <a:lnTo>
                  <a:pt x="1638173" y="1068032"/>
                </a:lnTo>
                <a:lnTo>
                  <a:pt x="1641994" y="1075054"/>
                </a:lnTo>
                <a:lnTo>
                  <a:pt x="1639967" y="1081779"/>
                </a:lnTo>
                <a:lnTo>
                  <a:pt x="1637997" y="1088467"/>
                </a:lnTo>
                <a:lnTo>
                  <a:pt x="1630921" y="1092329"/>
                </a:lnTo>
                <a:lnTo>
                  <a:pt x="1624242" y="1090360"/>
                </a:lnTo>
                <a:lnTo>
                  <a:pt x="1621998" y="1089717"/>
                </a:lnTo>
                <a:lnTo>
                  <a:pt x="1620059" y="1088423"/>
                </a:lnTo>
                <a:close/>
              </a:path>
              <a:path w="5142230" h="2300604">
                <a:moveTo>
                  <a:pt x="1083659" y="901296"/>
                </a:moveTo>
                <a:lnTo>
                  <a:pt x="1079150" y="896469"/>
                </a:lnTo>
                <a:lnTo>
                  <a:pt x="1078055" y="891192"/>
                </a:lnTo>
                <a:lnTo>
                  <a:pt x="1080108" y="886352"/>
                </a:lnTo>
                <a:lnTo>
                  <a:pt x="1082876" y="879931"/>
                </a:lnTo>
                <a:lnTo>
                  <a:pt x="1090295" y="876926"/>
                </a:lnTo>
                <a:lnTo>
                  <a:pt x="1103132" y="882457"/>
                </a:lnTo>
                <a:lnTo>
                  <a:pt x="1106116" y="889757"/>
                </a:lnTo>
                <a:lnTo>
                  <a:pt x="1100652" y="902772"/>
                </a:lnTo>
                <a:lnTo>
                  <a:pt x="1093227" y="905772"/>
                </a:lnTo>
                <a:lnTo>
                  <a:pt x="1085087" y="902336"/>
                </a:lnTo>
                <a:lnTo>
                  <a:pt x="1083659" y="901296"/>
                </a:lnTo>
                <a:close/>
              </a:path>
              <a:path w="5142230" h="2300604">
                <a:moveTo>
                  <a:pt x="2283625" y="1334264"/>
                </a:moveTo>
                <a:lnTo>
                  <a:pt x="2279116" y="1329437"/>
                </a:lnTo>
                <a:lnTo>
                  <a:pt x="2278190" y="1323363"/>
                </a:lnTo>
                <a:lnTo>
                  <a:pt x="2281049" y="1318409"/>
                </a:lnTo>
                <a:lnTo>
                  <a:pt x="2284509" y="1312337"/>
                </a:lnTo>
                <a:lnTo>
                  <a:pt x="2292281" y="1310199"/>
                </a:lnTo>
                <a:lnTo>
                  <a:pt x="2298345" y="1313757"/>
                </a:lnTo>
                <a:lnTo>
                  <a:pt x="2304411" y="1317221"/>
                </a:lnTo>
                <a:lnTo>
                  <a:pt x="2306504" y="1324936"/>
                </a:lnTo>
                <a:lnTo>
                  <a:pt x="2299576" y="1337069"/>
                </a:lnTo>
                <a:lnTo>
                  <a:pt x="2291813" y="1339217"/>
                </a:lnTo>
                <a:lnTo>
                  <a:pt x="2285746" y="1335753"/>
                </a:lnTo>
                <a:lnTo>
                  <a:pt x="2284633" y="1335049"/>
                </a:lnTo>
                <a:lnTo>
                  <a:pt x="2283625" y="1334264"/>
                </a:lnTo>
                <a:close/>
              </a:path>
              <a:path w="5142230" h="2300604">
                <a:moveTo>
                  <a:pt x="1416883" y="1024195"/>
                </a:moveTo>
                <a:lnTo>
                  <a:pt x="1412374" y="1019368"/>
                </a:lnTo>
                <a:lnTo>
                  <a:pt x="1411164" y="1014554"/>
                </a:lnTo>
                <a:lnTo>
                  <a:pt x="1412740" y="1009986"/>
                </a:lnTo>
                <a:lnTo>
                  <a:pt x="1414949" y="1003357"/>
                </a:lnTo>
                <a:lnTo>
                  <a:pt x="1422100" y="999772"/>
                </a:lnTo>
                <a:lnTo>
                  <a:pt x="1435408" y="1004242"/>
                </a:lnTo>
                <a:lnTo>
                  <a:pt x="1438935" y="1011439"/>
                </a:lnTo>
                <a:lnTo>
                  <a:pt x="1436726" y="1018068"/>
                </a:lnTo>
                <a:lnTo>
                  <a:pt x="1434469" y="1024742"/>
                </a:lnTo>
                <a:lnTo>
                  <a:pt x="1427272" y="1028278"/>
                </a:lnTo>
                <a:lnTo>
                  <a:pt x="1420639" y="1026065"/>
                </a:lnTo>
                <a:lnTo>
                  <a:pt x="1418591" y="1025339"/>
                </a:lnTo>
                <a:lnTo>
                  <a:pt x="1416883" y="1024195"/>
                </a:lnTo>
                <a:close/>
              </a:path>
              <a:path w="5142230" h="2300604">
                <a:moveTo>
                  <a:pt x="2616482" y="1692632"/>
                </a:moveTo>
                <a:lnTo>
                  <a:pt x="2611968" y="1687800"/>
                </a:lnTo>
                <a:lnTo>
                  <a:pt x="2611036" y="1686215"/>
                </a:lnTo>
                <a:lnTo>
                  <a:pt x="2610482" y="1684450"/>
                </a:lnTo>
                <a:lnTo>
                  <a:pt x="2608255" y="1677765"/>
                </a:lnTo>
                <a:lnTo>
                  <a:pt x="2611897" y="1670618"/>
                </a:lnTo>
                <a:lnTo>
                  <a:pt x="2625170" y="1666255"/>
                </a:lnTo>
                <a:lnTo>
                  <a:pt x="2632365" y="1669851"/>
                </a:lnTo>
                <a:lnTo>
                  <a:pt x="2636728" y="1683124"/>
                </a:lnTo>
                <a:lnTo>
                  <a:pt x="2633082" y="1690266"/>
                </a:lnTo>
                <a:lnTo>
                  <a:pt x="2621574" y="1694076"/>
                </a:lnTo>
                <a:lnTo>
                  <a:pt x="2616482" y="1692632"/>
                </a:lnTo>
                <a:close/>
              </a:path>
              <a:path w="5142230" h="2300604">
                <a:moveTo>
                  <a:pt x="2510154" y="1512539"/>
                </a:moveTo>
                <a:lnTo>
                  <a:pt x="2505285" y="1507326"/>
                </a:lnTo>
                <a:lnTo>
                  <a:pt x="2500600" y="1502115"/>
                </a:lnTo>
                <a:lnTo>
                  <a:pt x="2501061" y="1494106"/>
                </a:lnTo>
                <a:lnTo>
                  <a:pt x="2511087" y="1485093"/>
                </a:lnTo>
                <a:lnTo>
                  <a:pt x="2511434" y="1484781"/>
                </a:lnTo>
                <a:lnTo>
                  <a:pt x="2519443" y="1485143"/>
                </a:lnTo>
                <a:lnTo>
                  <a:pt x="2528818" y="1495570"/>
                </a:lnTo>
                <a:lnTo>
                  <a:pt x="2528402" y="1503628"/>
                </a:lnTo>
                <a:lnTo>
                  <a:pt x="2518376" y="1512640"/>
                </a:lnTo>
                <a:lnTo>
                  <a:pt x="2518078" y="1512908"/>
                </a:lnTo>
                <a:lnTo>
                  <a:pt x="2510154" y="1512539"/>
                </a:lnTo>
                <a:close/>
              </a:path>
              <a:path w="5142230" h="2300604">
                <a:moveTo>
                  <a:pt x="1891972" y="1170519"/>
                </a:moveTo>
                <a:lnTo>
                  <a:pt x="1887509" y="1165740"/>
                </a:lnTo>
                <a:lnTo>
                  <a:pt x="1886259" y="1160981"/>
                </a:lnTo>
                <a:lnTo>
                  <a:pt x="1889954" y="1149786"/>
                </a:lnTo>
                <a:lnTo>
                  <a:pt x="1897056" y="1146147"/>
                </a:lnTo>
                <a:lnTo>
                  <a:pt x="1910365" y="1150424"/>
                </a:lnTo>
                <a:lnTo>
                  <a:pt x="1913991" y="1157629"/>
                </a:lnTo>
                <a:lnTo>
                  <a:pt x="1911877" y="1164261"/>
                </a:lnTo>
                <a:lnTo>
                  <a:pt x="1909714" y="1170938"/>
                </a:lnTo>
                <a:lnTo>
                  <a:pt x="1902554" y="1174613"/>
                </a:lnTo>
                <a:lnTo>
                  <a:pt x="1893776" y="1171765"/>
                </a:lnTo>
                <a:lnTo>
                  <a:pt x="1891972" y="1170519"/>
                </a:lnTo>
                <a:close/>
              </a:path>
              <a:path w="5142230" h="2300604">
                <a:moveTo>
                  <a:pt x="1959288" y="1193020"/>
                </a:moveTo>
                <a:lnTo>
                  <a:pt x="1954824" y="1188242"/>
                </a:lnTo>
                <a:lnTo>
                  <a:pt x="1953617" y="1183334"/>
                </a:lnTo>
                <a:lnTo>
                  <a:pt x="1957496" y="1172140"/>
                </a:lnTo>
                <a:lnTo>
                  <a:pt x="1964693" y="1168603"/>
                </a:lnTo>
                <a:lnTo>
                  <a:pt x="1977899" y="1173160"/>
                </a:lnTo>
                <a:lnTo>
                  <a:pt x="1981430" y="1180362"/>
                </a:lnTo>
                <a:lnTo>
                  <a:pt x="1976873" y="1193567"/>
                </a:lnTo>
                <a:lnTo>
                  <a:pt x="1969676" y="1197104"/>
                </a:lnTo>
                <a:lnTo>
                  <a:pt x="1960995" y="1194164"/>
                </a:lnTo>
                <a:lnTo>
                  <a:pt x="1959288" y="1193020"/>
                </a:lnTo>
                <a:close/>
              </a:path>
              <a:path w="5142230" h="2300604">
                <a:moveTo>
                  <a:pt x="2343928" y="1371252"/>
                </a:moveTo>
                <a:lnTo>
                  <a:pt x="2339327" y="1366327"/>
                </a:lnTo>
                <a:lnTo>
                  <a:pt x="2338692" y="1359881"/>
                </a:lnTo>
                <a:lnTo>
                  <a:pt x="2345813" y="1349029"/>
                </a:lnTo>
                <a:lnTo>
                  <a:pt x="2353704" y="1347409"/>
                </a:lnTo>
                <a:lnTo>
                  <a:pt x="2359525" y="1351294"/>
                </a:lnTo>
                <a:lnTo>
                  <a:pt x="2365386" y="1355124"/>
                </a:lnTo>
                <a:lnTo>
                  <a:pt x="2366965" y="1362972"/>
                </a:lnTo>
                <a:lnTo>
                  <a:pt x="2359295" y="1374702"/>
                </a:lnTo>
                <a:lnTo>
                  <a:pt x="2351403" y="1376322"/>
                </a:lnTo>
                <a:lnTo>
                  <a:pt x="2345582" y="1372437"/>
                </a:lnTo>
                <a:lnTo>
                  <a:pt x="2344709" y="1371893"/>
                </a:lnTo>
                <a:lnTo>
                  <a:pt x="2343928" y="1371252"/>
                </a:lnTo>
                <a:close/>
              </a:path>
              <a:path w="5142230" h="2300604">
                <a:moveTo>
                  <a:pt x="2643598" y="1901415"/>
                </a:moveTo>
                <a:lnTo>
                  <a:pt x="2639184" y="1896690"/>
                </a:lnTo>
                <a:lnTo>
                  <a:pt x="2637873" y="1893429"/>
                </a:lnTo>
                <a:lnTo>
                  <a:pt x="2637945" y="1890085"/>
                </a:lnTo>
                <a:lnTo>
                  <a:pt x="2638137" y="1883058"/>
                </a:lnTo>
                <a:lnTo>
                  <a:pt x="2643939" y="1877538"/>
                </a:lnTo>
                <a:lnTo>
                  <a:pt x="2650971" y="1877735"/>
                </a:lnTo>
                <a:lnTo>
                  <a:pt x="2658046" y="1877880"/>
                </a:lnTo>
                <a:lnTo>
                  <a:pt x="2663463" y="1883679"/>
                </a:lnTo>
                <a:lnTo>
                  <a:pt x="2663320" y="1890661"/>
                </a:lnTo>
                <a:lnTo>
                  <a:pt x="2663128" y="1897689"/>
                </a:lnTo>
                <a:lnTo>
                  <a:pt x="2657327" y="1903209"/>
                </a:lnTo>
                <a:lnTo>
                  <a:pt x="2646802" y="1902987"/>
                </a:lnTo>
                <a:lnTo>
                  <a:pt x="2643598" y="1901415"/>
                </a:lnTo>
                <a:close/>
              </a:path>
              <a:path w="5142230" h="2300604">
                <a:moveTo>
                  <a:pt x="1824248" y="1149240"/>
                </a:moveTo>
                <a:lnTo>
                  <a:pt x="1819784" y="1144461"/>
                </a:lnTo>
                <a:lnTo>
                  <a:pt x="1818575" y="1139746"/>
                </a:lnTo>
                <a:lnTo>
                  <a:pt x="1822019" y="1128576"/>
                </a:lnTo>
                <a:lnTo>
                  <a:pt x="1829092" y="1124809"/>
                </a:lnTo>
                <a:lnTo>
                  <a:pt x="1842453" y="1128946"/>
                </a:lnTo>
                <a:lnTo>
                  <a:pt x="1846221" y="1136009"/>
                </a:lnTo>
                <a:lnTo>
                  <a:pt x="1844157" y="1142694"/>
                </a:lnTo>
                <a:lnTo>
                  <a:pt x="1842134" y="1149424"/>
                </a:lnTo>
                <a:lnTo>
                  <a:pt x="1835015" y="1153142"/>
                </a:lnTo>
                <a:lnTo>
                  <a:pt x="1828339" y="1151079"/>
                </a:lnTo>
                <a:lnTo>
                  <a:pt x="1826095" y="1150436"/>
                </a:lnTo>
                <a:lnTo>
                  <a:pt x="1824248" y="1149240"/>
                </a:lnTo>
                <a:close/>
              </a:path>
              <a:path w="5142230" h="2300604">
                <a:moveTo>
                  <a:pt x="1215757" y="953852"/>
                </a:moveTo>
                <a:lnTo>
                  <a:pt x="1211293" y="949074"/>
                </a:lnTo>
                <a:lnTo>
                  <a:pt x="1210094" y="944076"/>
                </a:lnTo>
                <a:lnTo>
                  <a:pt x="1211812" y="939366"/>
                </a:lnTo>
                <a:lnTo>
                  <a:pt x="1214255" y="932793"/>
                </a:lnTo>
                <a:lnTo>
                  <a:pt x="1221544" y="929453"/>
                </a:lnTo>
                <a:lnTo>
                  <a:pt x="1234691" y="934338"/>
                </a:lnTo>
                <a:lnTo>
                  <a:pt x="1238031" y="941628"/>
                </a:lnTo>
                <a:lnTo>
                  <a:pt x="1233146" y="954775"/>
                </a:lnTo>
                <a:lnTo>
                  <a:pt x="1225856" y="958114"/>
                </a:lnTo>
                <a:lnTo>
                  <a:pt x="1219283" y="955672"/>
                </a:lnTo>
                <a:lnTo>
                  <a:pt x="1217370" y="954993"/>
                </a:lnTo>
                <a:lnTo>
                  <a:pt x="1215757" y="953852"/>
                </a:lnTo>
                <a:close/>
              </a:path>
              <a:path w="5142230" h="2300604">
                <a:moveTo>
                  <a:pt x="1282538" y="978031"/>
                </a:moveTo>
                <a:lnTo>
                  <a:pt x="1278074" y="973252"/>
                </a:lnTo>
                <a:lnTo>
                  <a:pt x="1276872" y="968349"/>
                </a:lnTo>
                <a:lnTo>
                  <a:pt x="1278493" y="963730"/>
                </a:lnTo>
                <a:lnTo>
                  <a:pt x="1280841" y="957153"/>
                </a:lnTo>
                <a:lnTo>
                  <a:pt x="1288088" y="953671"/>
                </a:lnTo>
                <a:lnTo>
                  <a:pt x="1294665" y="956019"/>
                </a:lnTo>
                <a:lnTo>
                  <a:pt x="1301290" y="958322"/>
                </a:lnTo>
                <a:lnTo>
                  <a:pt x="1304720" y="965609"/>
                </a:lnTo>
                <a:lnTo>
                  <a:pt x="1302371" y="972186"/>
                </a:lnTo>
                <a:lnTo>
                  <a:pt x="1300073" y="978816"/>
                </a:lnTo>
                <a:lnTo>
                  <a:pt x="1292829" y="982205"/>
                </a:lnTo>
                <a:lnTo>
                  <a:pt x="1286204" y="979902"/>
                </a:lnTo>
                <a:lnTo>
                  <a:pt x="1284246" y="979175"/>
                </a:lnTo>
                <a:lnTo>
                  <a:pt x="1282538" y="978031"/>
                </a:lnTo>
                <a:close/>
              </a:path>
              <a:path w="5142230" h="2300604">
                <a:moveTo>
                  <a:pt x="2555982" y="2300034"/>
                </a:moveTo>
                <a:lnTo>
                  <a:pt x="2557125" y="2296406"/>
                </a:lnTo>
                <a:lnTo>
                  <a:pt x="2564193" y="2292634"/>
                </a:lnTo>
                <a:lnTo>
                  <a:pt x="2577595" y="2296815"/>
                </a:lnTo>
                <a:lnTo>
                  <a:pt x="2579280" y="2300034"/>
                </a:lnTo>
                <a:lnTo>
                  <a:pt x="2555982" y="2300034"/>
                </a:lnTo>
                <a:close/>
              </a:path>
              <a:path w="5142230" h="2300604">
                <a:moveTo>
                  <a:pt x="2456212" y="1457922"/>
                </a:moveTo>
                <a:lnTo>
                  <a:pt x="2450969" y="1452310"/>
                </a:lnTo>
                <a:lnTo>
                  <a:pt x="2450895" y="1444900"/>
                </a:lnTo>
                <a:lnTo>
                  <a:pt x="2455358" y="1440001"/>
                </a:lnTo>
                <a:lnTo>
                  <a:pt x="2460114" y="1434828"/>
                </a:lnTo>
                <a:lnTo>
                  <a:pt x="2468108" y="1434491"/>
                </a:lnTo>
                <a:lnTo>
                  <a:pt x="2478452" y="1443903"/>
                </a:lnTo>
                <a:lnTo>
                  <a:pt x="2478840" y="1451942"/>
                </a:lnTo>
                <a:lnTo>
                  <a:pt x="2469378" y="1462242"/>
                </a:lnTo>
                <a:lnTo>
                  <a:pt x="2461339" y="1462629"/>
                </a:lnTo>
                <a:lnTo>
                  <a:pt x="2456212" y="1457922"/>
                </a:lnTo>
                <a:close/>
              </a:path>
              <a:path w="5142230" h="2300604">
                <a:moveTo>
                  <a:pt x="2092103" y="1242532"/>
                </a:moveTo>
                <a:lnTo>
                  <a:pt x="2087639" y="1237753"/>
                </a:lnTo>
                <a:lnTo>
                  <a:pt x="2086495" y="1232521"/>
                </a:lnTo>
                <a:lnTo>
                  <a:pt x="2088450" y="1227773"/>
                </a:lnTo>
                <a:lnTo>
                  <a:pt x="2091078" y="1221300"/>
                </a:lnTo>
                <a:lnTo>
                  <a:pt x="2098501" y="1218201"/>
                </a:lnTo>
                <a:lnTo>
                  <a:pt x="2111442" y="1223452"/>
                </a:lnTo>
                <a:lnTo>
                  <a:pt x="2114546" y="1230880"/>
                </a:lnTo>
                <a:lnTo>
                  <a:pt x="2109290" y="1243825"/>
                </a:lnTo>
                <a:lnTo>
                  <a:pt x="2101867" y="1246924"/>
                </a:lnTo>
                <a:lnTo>
                  <a:pt x="2095394" y="1244296"/>
                </a:lnTo>
                <a:lnTo>
                  <a:pt x="2093670" y="1243624"/>
                </a:lnTo>
                <a:lnTo>
                  <a:pt x="2092103" y="1242532"/>
                </a:lnTo>
                <a:close/>
              </a:path>
              <a:path w="5142230" h="2300604">
                <a:moveTo>
                  <a:pt x="2221266" y="1300842"/>
                </a:moveTo>
                <a:lnTo>
                  <a:pt x="2216711" y="1295966"/>
                </a:lnTo>
                <a:lnTo>
                  <a:pt x="2215767" y="1290264"/>
                </a:lnTo>
                <a:lnTo>
                  <a:pt x="2218201" y="1285342"/>
                </a:lnTo>
                <a:lnTo>
                  <a:pt x="2221344" y="1279128"/>
                </a:lnTo>
                <a:lnTo>
                  <a:pt x="2228982" y="1276650"/>
                </a:lnTo>
                <a:lnTo>
                  <a:pt x="2235250" y="1279743"/>
                </a:lnTo>
                <a:lnTo>
                  <a:pt x="2241510" y="1282926"/>
                </a:lnTo>
                <a:lnTo>
                  <a:pt x="2243993" y="1290568"/>
                </a:lnTo>
                <a:lnTo>
                  <a:pt x="2240801" y="1296828"/>
                </a:lnTo>
                <a:lnTo>
                  <a:pt x="2237667" y="1303052"/>
                </a:lnTo>
                <a:lnTo>
                  <a:pt x="2230075" y="1305579"/>
                </a:lnTo>
                <a:lnTo>
                  <a:pt x="2223810" y="1302392"/>
                </a:lnTo>
                <a:lnTo>
                  <a:pt x="2222463" y="1301732"/>
                </a:lnTo>
                <a:lnTo>
                  <a:pt x="2221266" y="1300842"/>
                </a:lnTo>
                <a:close/>
              </a:path>
              <a:path w="5142230" h="2300604">
                <a:moveTo>
                  <a:pt x="2026028" y="1216862"/>
                </a:moveTo>
                <a:lnTo>
                  <a:pt x="2021564" y="1212084"/>
                </a:lnTo>
                <a:lnTo>
                  <a:pt x="2020419" y="1207045"/>
                </a:lnTo>
                <a:lnTo>
                  <a:pt x="2022178" y="1202379"/>
                </a:lnTo>
                <a:lnTo>
                  <a:pt x="2024576" y="1195856"/>
                </a:lnTo>
                <a:lnTo>
                  <a:pt x="2031915" y="1192471"/>
                </a:lnTo>
                <a:lnTo>
                  <a:pt x="2038439" y="1194959"/>
                </a:lnTo>
                <a:lnTo>
                  <a:pt x="2045013" y="1197402"/>
                </a:lnTo>
                <a:lnTo>
                  <a:pt x="2048353" y="1204691"/>
                </a:lnTo>
                <a:lnTo>
                  <a:pt x="2043467" y="1217838"/>
                </a:lnTo>
                <a:lnTo>
                  <a:pt x="2036128" y="1221124"/>
                </a:lnTo>
                <a:lnTo>
                  <a:pt x="2029604" y="1218735"/>
                </a:lnTo>
                <a:lnTo>
                  <a:pt x="2027695" y="1217962"/>
                </a:lnTo>
                <a:lnTo>
                  <a:pt x="2026028" y="1216862"/>
                </a:lnTo>
                <a:close/>
              </a:path>
              <a:path w="5142230" h="2300604">
                <a:moveTo>
                  <a:pt x="1349631" y="1001370"/>
                </a:moveTo>
                <a:lnTo>
                  <a:pt x="1345167" y="996591"/>
                </a:lnTo>
                <a:lnTo>
                  <a:pt x="1343916" y="991733"/>
                </a:lnTo>
                <a:lnTo>
                  <a:pt x="1347786" y="980530"/>
                </a:lnTo>
                <a:lnTo>
                  <a:pt x="1354992" y="977003"/>
                </a:lnTo>
                <a:lnTo>
                  <a:pt x="1368246" y="981514"/>
                </a:lnTo>
                <a:lnTo>
                  <a:pt x="1371778" y="988716"/>
                </a:lnTo>
                <a:lnTo>
                  <a:pt x="1369475" y="995342"/>
                </a:lnTo>
                <a:lnTo>
                  <a:pt x="1367267" y="1001970"/>
                </a:lnTo>
                <a:lnTo>
                  <a:pt x="1360017" y="1005547"/>
                </a:lnTo>
                <a:lnTo>
                  <a:pt x="1351384" y="1002563"/>
                </a:lnTo>
                <a:lnTo>
                  <a:pt x="1349631" y="1001370"/>
                </a:lnTo>
                <a:close/>
              </a:path>
              <a:path w="5142230" h="2300604">
                <a:moveTo>
                  <a:pt x="1552017" y="1067979"/>
                </a:moveTo>
                <a:lnTo>
                  <a:pt x="1547554" y="1063200"/>
                </a:lnTo>
                <a:lnTo>
                  <a:pt x="1546296" y="1058531"/>
                </a:lnTo>
                <a:lnTo>
                  <a:pt x="1549740" y="1047360"/>
                </a:lnTo>
                <a:lnTo>
                  <a:pt x="1556813" y="1043593"/>
                </a:lnTo>
                <a:lnTo>
                  <a:pt x="1563494" y="1045662"/>
                </a:lnTo>
                <a:lnTo>
                  <a:pt x="1570223" y="1047685"/>
                </a:lnTo>
                <a:lnTo>
                  <a:pt x="1573942" y="1054794"/>
                </a:lnTo>
                <a:lnTo>
                  <a:pt x="1571923" y="1061528"/>
                </a:lnTo>
                <a:lnTo>
                  <a:pt x="1569904" y="1068163"/>
                </a:lnTo>
                <a:lnTo>
                  <a:pt x="1562787" y="1071981"/>
                </a:lnTo>
                <a:lnTo>
                  <a:pt x="1553911" y="1069224"/>
                </a:lnTo>
                <a:lnTo>
                  <a:pt x="1552017" y="1067979"/>
                </a:lnTo>
                <a:close/>
              </a:path>
              <a:path w="5142230" h="2300604">
                <a:moveTo>
                  <a:pt x="2554282" y="1567303"/>
                </a:moveTo>
                <a:lnTo>
                  <a:pt x="2548811" y="1561447"/>
                </a:lnTo>
                <a:lnTo>
                  <a:pt x="2544806" y="1555692"/>
                </a:lnTo>
                <a:lnTo>
                  <a:pt x="2546157" y="1547755"/>
                </a:lnTo>
                <a:lnTo>
                  <a:pt x="2551916" y="1543754"/>
                </a:lnTo>
                <a:lnTo>
                  <a:pt x="2557620" y="1539695"/>
                </a:lnTo>
                <a:lnTo>
                  <a:pt x="2565503" y="1541096"/>
                </a:lnTo>
                <a:lnTo>
                  <a:pt x="2573564" y="1552559"/>
                </a:lnTo>
                <a:lnTo>
                  <a:pt x="2572167" y="1560448"/>
                </a:lnTo>
                <a:lnTo>
                  <a:pt x="2561229" y="1568191"/>
                </a:lnTo>
                <a:lnTo>
                  <a:pt x="2554282" y="1567303"/>
                </a:lnTo>
                <a:close/>
              </a:path>
              <a:path w="5142230" h="2300604">
                <a:moveTo>
                  <a:pt x="2579785" y="2249113"/>
                </a:moveTo>
                <a:lnTo>
                  <a:pt x="2575367" y="2244383"/>
                </a:lnTo>
                <a:lnTo>
                  <a:pt x="2574111" y="2239813"/>
                </a:lnTo>
                <a:lnTo>
                  <a:pt x="2577321" y="2228587"/>
                </a:lnTo>
                <a:lnTo>
                  <a:pt x="2584397" y="2224726"/>
                </a:lnTo>
                <a:lnTo>
                  <a:pt x="2597813" y="2228629"/>
                </a:lnTo>
                <a:lnTo>
                  <a:pt x="2601680" y="2235700"/>
                </a:lnTo>
                <a:lnTo>
                  <a:pt x="2599751" y="2242433"/>
                </a:lnTo>
                <a:lnTo>
                  <a:pt x="2597777" y="2249116"/>
                </a:lnTo>
                <a:lnTo>
                  <a:pt x="2590799" y="2252986"/>
                </a:lnTo>
                <a:lnTo>
                  <a:pt x="2584067" y="2251058"/>
                </a:lnTo>
                <a:lnTo>
                  <a:pt x="2581777" y="2250366"/>
                </a:lnTo>
                <a:lnTo>
                  <a:pt x="2579785" y="2249113"/>
                </a:lnTo>
                <a:close/>
              </a:path>
              <a:path w="5142230" h="2300604">
                <a:moveTo>
                  <a:pt x="773880" y="729012"/>
                </a:moveTo>
                <a:lnTo>
                  <a:pt x="768723" y="723492"/>
                </a:lnTo>
                <a:lnTo>
                  <a:pt x="768304" y="716689"/>
                </a:lnTo>
                <a:lnTo>
                  <a:pt x="772015" y="711670"/>
                </a:lnTo>
                <a:lnTo>
                  <a:pt x="776218" y="706100"/>
                </a:lnTo>
                <a:lnTo>
                  <a:pt x="784233" y="705004"/>
                </a:lnTo>
                <a:lnTo>
                  <a:pt x="795367" y="713404"/>
                </a:lnTo>
                <a:lnTo>
                  <a:pt x="796517" y="721379"/>
                </a:lnTo>
                <a:lnTo>
                  <a:pt x="788064" y="732563"/>
                </a:lnTo>
                <a:lnTo>
                  <a:pt x="780093" y="733708"/>
                </a:lnTo>
                <a:lnTo>
                  <a:pt x="773880" y="729012"/>
                </a:lnTo>
                <a:close/>
              </a:path>
              <a:path w="5142230" h="2300604">
                <a:moveTo>
                  <a:pt x="719177" y="682867"/>
                </a:moveTo>
                <a:lnTo>
                  <a:pt x="714075" y="677406"/>
                </a:lnTo>
                <a:lnTo>
                  <a:pt x="714049" y="669852"/>
                </a:lnTo>
                <a:lnTo>
                  <a:pt x="723403" y="659826"/>
                </a:lnTo>
                <a:lnTo>
                  <a:pt x="731394" y="659584"/>
                </a:lnTo>
                <a:lnTo>
                  <a:pt x="741642" y="669186"/>
                </a:lnTo>
                <a:lnTo>
                  <a:pt x="741890" y="677173"/>
                </a:lnTo>
                <a:lnTo>
                  <a:pt x="732336" y="687375"/>
                </a:lnTo>
                <a:lnTo>
                  <a:pt x="724301" y="687668"/>
                </a:lnTo>
                <a:lnTo>
                  <a:pt x="719177" y="682867"/>
                </a:lnTo>
                <a:close/>
              </a:path>
              <a:path w="5142230" h="2300604">
                <a:moveTo>
                  <a:pt x="630266" y="579773"/>
                </a:moveTo>
                <a:lnTo>
                  <a:pt x="624688" y="573802"/>
                </a:lnTo>
                <a:lnTo>
                  <a:pt x="620634" y="568094"/>
                </a:lnTo>
                <a:lnTo>
                  <a:pt x="621990" y="560161"/>
                </a:lnTo>
                <a:lnTo>
                  <a:pt x="627700" y="556206"/>
                </a:lnTo>
                <a:lnTo>
                  <a:pt x="633453" y="552101"/>
                </a:lnTo>
                <a:lnTo>
                  <a:pt x="641336" y="553502"/>
                </a:lnTo>
                <a:lnTo>
                  <a:pt x="649404" y="564876"/>
                </a:lnTo>
                <a:lnTo>
                  <a:pt x="648048" y="572808"/>
                </a:lnTo>
                <a:lnTo>
                  <a:pt x="637115" y="580556"/>
                </a:lnTo>
                <a:lnTo>
                  <a:pt x="630266" y="579773"/>
                </a:lnTo>
                <a:close/>
              </a:path>
              <a:path w="5142230" h="2300604">
                <a:moveTo>
                  <a:pt x="591372" y="519860"/>
                </a:moveTo>
                <a:lnTo>
                  <a:pt x="586070" y="514184"/>
                </a:lnTo>
                <a:lnTo>
                  <a:pt x="582059" y="507348"/>
                </a:lnTo>
                <a:lnTo>
                  <a:pt x="584067" y="499528"/>
                </a:lnTo>
                <a:lnTo>
                  <a:pt x="596163" y="492438"/>
                </a:lnTo>
                <a:lnTo>
                  <a:pt x="603884" y="494448"/>
                </a:lnTo>
                <a:lnTo>
                  <a:pt x="607408" y="500469"/>
                </a:lnTo>
                <a:lnTo>
                  <a:pt x="611023" y="506488"/>
                </a:lnTo>
                <a:lnTo>
                  <a:pt x="609063" y="514263"/>
                </a:lnTo>
                <a:lnTo>
                  <a:pt x="597743" y="520912"/>
                </a:lnTo>
                <a:lnTo>
                  <a:pt x="591372" y="519860"/>
                </a:lnTo>
                <a:close/>
              </a:path>
              <a:path w="5142230" h="2300604">
                <a:moveTo>
                  <a:pt x="674128" y="636013"/>
                </a:moveTo>
                <a:lnTo>
                  <a:pt x="669163" y="630698"/>
                </a:lnTo>
                <a:lnTo>
                  <a:pt x="664571" y="625391"/>
                </a:lnTo>
                <a:lnTo>
                  <a:pt x="665132" y="617389"/>
                </a:lnTo>
                <a:lnTo>
                  <a:pt x="674978" y="608869"/>
                </a:lnTo>
                <a:lnTo>
                  <a:pt x="675736" y="608214"/>
                </a:lnTo>
                <a:lnTo>
                  <a:pt x="683788" y="608818"/>
                </a:lnTo>
                <a:lnTo>
                  <a:pt x="692910" y="619463"/>
                </a:lnTo>
                <a:lnTo>
                  <a:pt x="692309" y="627421"/>
                </a:lnTo>
                <a:lnTo>
                  <a:pt x="682457" y="635936"/>
                </a:lnTo>
                <a:lnTo>
                  <a:pt x="681851" y="636460"/>
                </a:lnTo>
                <a:lnTo>
                  <a:pt x="674128" y="636013"/>
                </a:lnTo>
                <a:close/>
              </a:path>
              <a:path w="5142230" h="2300604">
                <a:moveTo>
                  <a:pt x="557090" y="457259"/>
                </a:moveTo>
                <a:lnTo>
                  <a:pt x="552535" y="452383"/>
                </a:lnTo>
                <a:lnTo>
                  <a:pt x="551813" y="451414"/>
                </a:lnTo>
                <a:lnTo>
                  <a:pt x="551232" y="450304"/>
                </a:lnTo>
                <a:lnTo>
                  <a:pt x="548140" y="444061"/>
                </a:lnTo>
                <a:lnTo>
                  <a:pt x="550622" y="436455"/>
                </a:lnTo>
                <a:lnTo>
                  <a:pt x="556497" y="433458"/>
                </a:lnTo>
                <a:lnTo>
                  <a:pt x="563159" y="430131"/>
                </a:lnTo>
                <a:lnTo>
                  <a:pt x="570766" y="432604"/>
                </a:lnTo>
                <a:lnTo>
                  <a:pt x="576980" y="444926"/>
                </a:lnTo>
                <a:lnTo>
                  <a:pt x="577114" y="445069"/>
                </a:lnTo>
                <a:lnTo>
                  <a:pt x="574522" y="452753"/>
                </a:lnTo>
                <a:lnTo>
                  <a:pt x="563185" y="458505"/>
                </a:lnTo>
                <a:lnTo>
                  <a:pt x="557090" y="457259"/>
                </a:lnTo>
                <a:close/>
              </a:path>
              <a:path w="5142230" h="2300604">
                <a:moveTo>
                  <a:pt x="526659" y="392915"/>
                </a:moveTo>
                <a:lnTo>
                  <a:pt x="522149" y="388088"/>
                </a:lnTo>
                <a:lnTo>
                  <a:pt x="521342" y="386833"/>
                </a:lnTo>
                <a:lnTo>
                  <a:pt x="517969" y="379117"/>
                </a:lnTo>
                <a:lnTo>
                  <a:pt x="520817" y="371609"/>
                </a:lnTo>
                <a:lnTo>
                  <a:pt x="527243" y="368811"/>
                </a:lnTo>
                <a:lnTo>
                  <a:pt x="533619" y="365959"/>
                </a:lnTo>
                <a:lnTo>
                  <a:pt x="541119" y="368905"/>
                </a:lnTo>
                <a:lnTo>
                  <a:pt x="546774" y="381703"/>
                </a:lnTo>
                <a:lnTo>
                  <a:pt x="543876" y="389158"/>
                </a:lnTo>
                <a:lnTo>
                  <a:pt x="537500" y="392009"/>
                </a:lnTo>
                <a:lnTo>
                  <a:pt x="532422" y="394197"/>
                </a:lnTo>
                <a:lnTo>
                  <a:pt x="526659" y="392915"/>
                </a:lnTo>
                <a:close/>
              </a:path>
              <a:path w="5142230" h="2300604">
                <a:moveTo>
                  <a:pt x="892476" y="806507"/>
                </a:moveTo>
                <a:lnTo>
                  <a:pt x="887967" y="801680"/>
                </a:lnTo>
                <a:lnTo>
                  <a:pt x="887089" y="795560"/>
                </a:lnTo>
                <a:lnTo>
                  <a:pt x="889949" y="790606"/>
                </a:lnTo>
                <a:lnTo>
                  <a:pt x="893459" y="784588"/>
                </a:lnTo>
                <a:lnTo>
                  <a:pt x="901178" y="782490"/>
                </a:lnTo>
                <a:lnTo>
                  <a:pt x="913308" y="789512"/>
                </a:lnTo>
                <a:lnTo>
                  <a:pt x="915401" y="797227"/>
                </a:lnTo>
                <a:lnTo>
                  <a:pt x="911888" y="803339"/>
                </a:lnTo>
                <a:lnTo>
                  <a:pt x="908383" y="809362"/>
                </a:lnTo>
                <a:lnTo>
                  <a:pt x="900664" y="811459"/>
                </a:lnTo>
                <a:lnTo>
                  <a:pt x="894547" y="807942"/>
                </a:lnTo>
                <a:lnTo>
                  <a:pt x="893488" y="807297"/>
                </a:lnTo>
                <a:lnTo>
                  <a:pt x="892476" y="806507"/>
                </a:lnTo>
                <a:close/>
              </a:path>
              <a:path w="5142230" h="2300604">
                <a:moveTo>
                  <a:pt x="954945" y="840731"/>
                </a:moveTo>
                <a:lnTo>
                  <a:pt x="950390" y="835855"/>
                </a:lnTo>
                <a:lnTo>
                  <a:pt x="949406" y="830109"/>
                </a:lnTo>
                <a:lnTo>
                  <a:pt x="951979" y="825240"/>
                </a:lnTo>
                <a:lnTo>
                  <a:pt x="955171" y="818980"/>
                </a:lnTo>
                <a:lnTo>
                  <a:pt x="962855" y="816550"/>
                </a:lnTo>
                <a:lnTo>
                  <a:pt x="975287" y="823016"/>
                </a:lnTo>
                <a:lnTo>
                  <a:pt x="977671" y="830651"/>
                </a:lnTo>
                <a:lnTo>
                  <a:pt x="971253" y="843038"/>
                </a:lnTo>
                <a:lnTo>
                  <a:pt x="963756" y="845470"/>
                </a:lnTo>
                <a:lnTo>
                  <a:pt x="963615" y="845516"/>
                </a:lnTo>
                <a:lnTo>
                  <a:pt x="957399" y="842283"/>
                </a:lnTo>
                <a:lnTo>
                  <a:pt x="956048" y="841618"/>
                </a:lnTo>
                <a:lnTo>
                  <a:pt x="954945" y="840731"/>
                </a:lnTo>
                <a:close/>
              </a:path>
              <a:path w="5142230" h="2300604">
                <a:moveTo>
                  <a:pt x="499007" y="327344"/>
                </a:moveTo>
                <a:lnTo>
                  <a:pt x="494543" y="322565"/>
                </a:lnTo>
                <a:lnTo>
                  <a:pt x="493645" y="321213"/>
                </a:lnTo>
                <a:lnTo>
                  <a:pt x="493077" y="319725"/>
                </a:lnTo>
                <a:lnTo>
                  <a:pt x="490466" y="313216"/>
                </a:lnTo>
                <a:lnTo>
                  <a:pt x="493602" y="305821"/>
                </a:lnTo>
                <a:lnTo>
                  <a:pt x="506616" y="300594"/>
                </a:lnTo>
                <a:lnTo>
                  <a:pt x="513972" y="303776"/>
                </a:lnTo>
                <a:lnTo>
                  <a:pt x="516583" y="310285"/>
                </a:lnTo>
                <a:lnTo>
                  <a:pt x="519243" y="316749"/>
                </a:lnTo>
                <a:lnTo>
                  <a:pt x="516061" y="324095"/>
                </a:lnTo>
                <a:lnTo>
                  <a:pt x="509602" y="326760"/>
                </a:lnTo>
                <a:lnTo>
                  <a:pt x="504846" y="328609"/>
                </a:lnTo>
                <a:lnTo>
                  <a:pt x="504578" y="328713"/>
                </a:lnTo>
                <a:lnTo>
                  <a:pt x="499007" y="327344"/>
                </a:lnTo>
                <a:close/>
              </a:path>
              <a:path w="5142230" h="2300604">
                <a:moveTo>
                  <a:pt x="831852" y="769272"/>
                </a:moveTo>
                <a:lnTo>
                  <a:pt x="827251" y="764347"/>
                </a:lnTo>
                <a:lnTo>
                  <a:pt x="826572" y="757951"/>
                </a:lnTo>
                <a:lnTo>
                  <a:pt x="829763" y="752961"/>
                </a:lnTo>
                <a:lnTo>
                  <a:pt x="833598" y="747096"/>
                </a:lnTo>
                <a:lnTo>
                  <a:pt x="841445" y="745427"/>
                </a:lnTo>
                <a:lnTo>
                  <a:pt x="853224" y="753051"/>
                </a:lnTo>
                <a:lnTo>
                  <a:pt x="854839" y="760938"/>
                </a:lnTo>
                <a:lnTo>
                  <a:pt x="847169" y="772669"/>
                </a:lnTo>
                <a:lnTo>
                  <a:pt x="839376" y="774296"/>
                </a:lnTo>
                <a:lnTo>
                  <a:pt x="833511" y="770462"/>
                </a:lnTo>
                <a:lnTo>
                  <a:pt x="832628" y="769908"/>
                </a:lnTo>
                <a:lnTo>
                  <a:pt x="831852" y="769272"/>
                </a:lnTo>
                <a:close/>
              </a:path>
              <a:path w="5142230" h="2300604">
                <a:moveTo>
                  <a:pt x="473169" y="261173"/>
                </a:moveTo>
                <a:lnTo>
                  <a:pt x="468655" y="256341"/>
                </a:lnTo>
                <a:lnTo>
                  <a:pt x="467811" y="254948"/>
                </a:lnTo>
                <a:lnTo>
                  <a:pt x="467250" y="253371"/>
                </a:lnTo>
                <a:lnTo>
                  <a:pt x="464688" y="246816"/>
                </a:lnTo>
                <a:lnTo>
                  <a:pt x="468005" y="239517"/>
                </a:lnTo>
                <a:lnTo>
                  <a:pt x="474557" y="237049"/>
                </a:lnTo>
                <a:lnTo>
                  <a:pt x="481112" y="234487"/>
                </a:lnTo>
                <a:lnTo>
                  <a:pt x="488411" y="237804"/>
                </a:lnTo>
                <a:lnTo>
                  <a:pt x="490874" y="244351"/>
                </a:lnTo>
                <a:lnTo>
                  <a:pt x="493396" y="250862"/>
                </a:lnTo>
                <a:lnTo>
                  <a:pt x="490124" y="258210"/>
                </a:lnTo>
                <a:lnTo>
                  <a:pt x="483568" y="260673"/>
                </a:lnTo>
                <a:lnTo>
                  <a:pt x="478598" y="262585"/>
                </a:lnTo>
                <a:lnTo>
                  <a:pt x="473169" y="261173"/>
                </a:lnTo>
                <a:close/>
              </a:path>
              <a:path w="5142230" h="2300604">
                <a:moveTo>
                  <a:pt x="2790634" y="2174056"/>
                </a:moveTo>
                <a:lnTo>
                  <a:pt x="2786347" y="2169467"/>
                </a:lnTo>
                <a:lnTo>
                  <a:pt x="2785132" y="2164941"/>
                </a:lnTo>
                <a:lnTo>
                  <a:pt x="2786412" y="2160641"/>
                </a:lnTo>
                <a:lnTo>
                  <a:pt x="2788384" y="2154151"/>
                </a:lnTo>
                <a:lnTo>
                  <a:pt x="2795207" y="2150507"/>
                </a:lnTo>
                <a:lnTo>
                  <a:pt x="2808201" y="2154349"/>
                </a:lnTo>
                <a:lnTo>
                  <a:pt x="2811844" y="2161181"/>
                </a:lnTo>
                <a:lnTo>
                  <a:pt x="2808003" y="2174175"/>
                </a:lnTo>
                <a:lnTo>
                  <a:pt x="2801175" y="2177813"/>
                </a:lnTo>
                <a:lnTo>
                  <a:pt x="2792481" y="2175252"/>
                </a:lnTo>
                <a:lnTo>
                  <a:pt x="2790634" y="2174056"/>
                </a:lnTo>
                <a:close/>
              </a:path>
              <a:path w="5142230" h="2300604">
                <a:moveTo>
                  <a:pt x="1972510" y="1056841"/>
                </a:moveTo>
                <a:lnTo>
                  <a:pt x="1968233" y="1052263"/>
                </a:lnTo>
                <a:lnTo>
                  <a:pt x="1967015" y="1047831"/>
                </a:lnTo>
                <a:lnTo>
                  <a:pt x="1968200" y="1043528"/>
                </a:lnTo>
                <a:lnTo>
                  <a:pt x="1970074" y="1037029"/>
                </a:lnTo>
                <a:lnTo>
                  <a:pt x="1976904" y="1033296"/>
                </a:lnTo>
                <a:lnTo>
                  <a:pt x="1989901" y="1037043"/>
                </a:lnTo>
                <a:lnTo>
                  <a:pt x="1993633" y="1043775"/>
                </a:lnTo>
                <a:lnTo>
                  <a:pt x="1991759" y="1050273"/>
                </a:lnTo>
                <a:lnTo>
                  <a:pt x="1989936" y="1056825"/>
                </a:lnTo>
                <a:lnTo>
                  <a:pt x="1983105" y="1060558"/>
                </a:lnTo>
                <a:lnTo>
                  <a:pt x="1976607" y="1058685"/>
                </a:lnTo>
                <a:lnTo>
                  <a:pt x="1974408" y="1058091"/>
                </a:lnTo>
                <a:lnTo>
                  <a:pt x="1972510" y="1056841"/>
                </a:lnTo>
                <a:close/>
              </a:path>
              <a:path w="5142230" h="2300604">
                <a:moveTo>
                  <a:pt x="2769579" y="2241835"/>
                </a:moveTo>
                <a:lnTo>
                  <a:pt x="2765257" y="2237208"/>
                </a:lnTo>
                <a:lnTo>
                  <a:pt x="2764091" y="2232636"/>
                </a:lnTo>
                <a:lnTo>
                  <a:pt x="2765463" y="2228241"/>
                </a:lnTo>
                <a:lnTo>
                  <a:pt x="2767526" y="2221848"/>
                </a:lnTo>
                <a:lnTo>
                  <a:pt x="2774395" y="2218253"/>
                </a:lnTo>
                <a:lnTo>
                  <a:pt x="2787338" y="2222333"/>
                </a:lnTo>
                <a:lnTo>
                  <a:pt x="2790879" y="2229252"/>
                </a:lnTo>
                <a:lnTo>
                  <a:pt x="2788817" y="2235744"/>
                </a:lnTo>
                <a:lnTo>
                  <a:pt x="2786754" y="2242137"/>
                </a:lnTo>
                <a:lnTo>
                  <a:pt x="2779885" y="2245732"/>
                </a:lnTo>
                <a:lnTo>
                  <a:pt x="2773437" y="2243619"/>
                </a:lnTo>
                <a:lnTo>
                  <a:pt x="2771386" y="2242987"/>
                </a:lnTo>
                <a:lnTo>
                  <a:pt x="2769579" y="2241835"/>
                </a:lnTo>
                <a:close/>
              </a:path>
              <a:path w="5142230" h="2300604">
                <a:moveTo>
                  <a:pt x="2620878" y="1334503"/>
                </a:moveTo>
                <a:lnTo>
                  <a:pt x="2615858" y="1329129"/>
                </a:lnTo>
                <a:lnTo>
                  <a:pt x="2615437" y="1322521"/>
                </a:lnTo>
                <a:lnTo>
                  <a:pt x="2619183" y="1317733"/>
                </a:lnTo>
                <a:lnTo>
                  <a:pt x="2623289" y="1312354"/>
                </a:lnTo>
                <a:lnTo>
                  <a:pt x="2631014" y="1311338"/>
                </a:lnTo>
                <a:lnTo>
                  <a:pt x="2641733" y="1319587"/>
                </a:lnTo>
                <a:lnTo>
                  <a:pt x="2642745" y="1327316"/>
                </a:lnTo>
                <a:lnTo>
                  <a:pt x="2634455" y="1337992"/>
                </a:lnTo>
                <a:lnTo>
                  <a:pt x="2626771" y="1339052"/>
                </a:lnTo>
                <a:lnTo>
                  <a:pt x="2621436" y="1334905"/>
                </a:lnTo>
                <a:lnTo>
                  <a:pt x="2620878" y="1334503"/>
                </a:lnTo>
                <a:close/>
              </a:path>
              <a:path w="5142230" h="2300604">
                <a:moveTo>
                  <a:pt x="1835947" y="1017588"/>
                </a:moveTo>
                <a:lnTo>
                  <a:pt x="1831670" y="1013009"/>
                </a:lnTo>
                <a:lnTo>
                  <a:pt x="1830452" y="1008578"/>
                </a:lnTo>
                <a:lnTo>
                  <a:pt x="1831731" y="1004278"/>
                </a:lnTo>
                <a:lnTo>
                  <a:pt x="1833605" y="997779"/>
                </a:lnTo>
                <a:lnTo>
                  <a:pt x="1840436" y="994046"/>
                </a:lnTo>
                <a:lnTo>
                  <a:pt x="1846929" y="995915"/>
                </a:lnTo>
                <a:lnTo>
                  <a:pt x="1853383" y="997839"/>
                </a:lnTo>
                <a:lnTo>
                  <a:pt x="1857112" y="1004665"/>
                </a:lnTo>
                <a:lnTo>
                  <a:pt x="1855238" y="1011163"/>
                </a:lnTo>
                <a:lnTo>
                  <a:pt x="1853324" y="1017618"/>
                </a:lnTo>
                <a:lnTo>
                  <a:pt x="1846493" y="1021351"/>
                </a:lnTo>
                <a:lnTo>
                  <a:pt x="1839995" y="1019477"/>
                </a:lnTo>
                <a:lnTo>
                  <a:pt x="1837845" y="1018838"/>
                </a:lnTo>
                <a:lnTo>
                  <a:pt x="1835947" y="1017588"/>
                </a:lnTo>
                <a:close/>
              </a:path>
              <a:path w="5142230" h="2300604">
                <a:moveTo>
                  <a:pt x="2562614" y="1293247"/>
                </a:moveTo>
                <a:lnTo>
                  <a:pt x="2558196" y="1288517"/>
                </a:lnTo>
                <a:lnTo>
                  <a:pt x="2557559" y="1282263"/>
                </a:lnTo>
                <a:lnTo>
                  <a:pt x="2560695" y="1277508"/>
                </a:lnTo>
                <a:lnTo>
                  <a:pt x="2564384" y="1271779"/>
                </a:lnTo>
                <a:lnTo>
                  <a:pt x="2571985" y="1270239"/>
                </a:lnTo>
                <a:lnTo>
                  <a:pt x="2583352" y="1277618"/>
                </a:lnTo>
                <a:lnTo>
                  <a:pt x="2584931" y="1285173"/>
                </a:lnTo>
                <a:lnTo>
                  <a:pt x="2581197" y="1290853"/>
                </a:lnTo>
                <a:lnTo>
                  <a:pt x="2577557" y="1296536"/>
                </a:lnTo>
                <a:lnTo>
                  <a:pt x="2569907" y="1298121"/>
                </a:lnTo>
                <a:lnTo>
                  <a:pt x="2564273" y="1294436"/>
                </a:lnTo>
                <a:lnTo>
                  <a:pt x="2563390" y="1293882"/>
                </a:lnTo>
                <a:lnTo>
                  <a:pt x="2562614" y="1293247"/>
                </a:lnTo>
                <a:close/>
              </a:path>
              <a:path w="5142230" h="2300604">
                <a:moveTo>
                  <a:pt x="2851833" y="1897456"/>
                </a:moveTo>
                <a:lnTo>
                  <a:pt x="2847556" y="1892877"/>
                </a:lnTo>
                <a:lnTo>
                  <a:pt x="2846252" y="1889429"/>
                </a:lnTo>
                <a:lnTo>
                  <a:pt x="2846615" y="1885712"/>
                </a:lnTo>
                <a:lnTo>
                  <a:pt x="2847367" y="1878991"/>
                </a:lnTo>
                <a:lnTo>
                  <a:pt x="2853433" y="1874146"/>
                </a:lnTo>
                <a:lnTo>
                  <a:pt x="2866883" y="1875543"/>
                </a:lnTo>
                <a:lnTo>
                  <a:pt x="2871728" y="1881609"/>
                </a:lnTo>
                <a:lnTo>
                  <a:pt x="2870980" y="1888335"/>
                </a:lnTo>
                <a:lnTo>
                  <a:pt x="2870277" y="1895109"/>
                </a:lnTo>
                <a:lnTo>
                  <a:pt x="2864216" y="1899959"/>
                </a:lnTo>
                <a:lnTo>
                  <a:pt x="2857490" y="1899211"/>
                </a:lnTo>
                <a:lnTo>
                  <a:pt x="2854474" y="1898915"/>
                </a:lnTo>
                <a:lnTo>
                  <a:pt x="2851833" y="1897456"/>
                </a:lnTo>
                <a:close/>
              </a:path>
              <a:path w="5142230" h="2300604">
                <a:moveTo>
                  <a:pt x="1767959" y="997103"/>
                </a:moveTo>
                <a:lnTo>
                  <a:pt x="1763632" y="992471"/>
                </a:lnTo>
                <a:lnTo>
                  <a:pt x="1762462" y="987993"/>
                </a:lnTo>
                <a:lnTo>
                  <a:pt x="1763745" y="983599"/>
                </a:lnTo>
                <a:lnTo>
                  <a:pt x="1765758" y="977153"/>
                </a:lnTo>
                <a:lnTo>
                  <a:pt x="1772581" y="973509"/>
                </a:lnTo>
                <a:lnTo>
                  <a:pt x="1779081" y="975482"/>
                </a:lnTo>
                <a:lnTo>
                  <a:pt x="1785528" y="977495"/>
                </a:lnTo>
                <a:lnTo>
                  <a:pt x="1789166" y="984323"/>
                </a:lnTo>
                <a:lnTo>
                  <a:pt x="1787199" y="990818"/>
                </a:lnTo>
                <a:lnTo>
                  <a:pt x="1785185" y="997264"/>
                </a:lnTo>
                <a:lnTo>
                  <a:pt x="1778357" y="1000903"/>
                </a:lnTo>
                <a:lnTo>
                  <a:pt x="1771862" y="998935"/>
                </a:lnTo>
                <a:lnTo>
                  <a:pt x="1769761" y="998250"/>
                </a:lnTo>
                <a:lnTo>
                  <a:pt x="1767959" y="997103"/>
                </a:lnTo>
                <a:close/>
              </a:path>
              <a:path w="5142230" h="2300604">
                <a:moveTo>
                  <a:pt x="2742156" y="2300034"/>
                </a:moveTo>
                <a:lnTo>
                  <a:pt x="2743628" y="2295673"/>
                </a:lnTo>
                <a:lnTo>
                  <a:pt x="2745731" y="2289225"/>
                </a:lnTo>
                <a:lnTo>
                  <a:pt x="2752605" y="2285734"/>
                </a:lnTo>
                <a:lnTo>
                  <a:pt x="2765492" y="2289949"/>
                </a:lnTo>
                <a:lnTo>
                  <a:pt x="2768984" y="2296913"/>
                </a:lnTo>
                <a:lnTo>
                  <a:pt x="2767960" y="2300034"/>
                </a:lnTo>
                <a:lnTo>
                  <a:pt x="2742156" y="2300034"/>
                </a:lnTo>
                <a:close/>
              </a:path>
              <a:path w="5142230" h="2300604">
                <a:moveTo>
                  <a:pt x="1904253" y="1037338"/>
                </a:moveTo>
                <a:lnTo>
                  <a:pt x="1899926" y="1032706"/>
                </a:lnTo>
                <a:lnTo>
                  <a:pt x="1898659" y="1028320"/>
                </a:lnTo>
                <a:lnTo>
                  <a:pt x="1899933" y="1024015"/>
                </a:lnTo>
                <a:lnTo>
                  <a:pt x="1901807" y="1017517"/>
                </a:lnTo>
                <a:lnTo>
                  <a:pt x="1908597" y="1013740"/>
                </a:lnTo>
                <a:lnTo>
                  <a:pt x="1921589" y="1017482"/>
                </a:lnTo>
                <a:lnTo>
                  <a:pt x="1925375" y="1024272"/>
                </a:lnTo>
                <a:lnTo>
                  <a:pt x="1921628" y="1037269"/>
                </a:lnTo>
                <a:lnTo>
                  <a:pt x="1914843" y="1041050"/>
                </a:lnTo>
                <a:lnTo>
                  <a:pt x="1906101" y="1038534"/>
                </a:lnTo>
                <a:lnTo>
                  <a:pt x="1904253" y="1037338"/>
                </a:lnTo>
                <a:close/>
              </a:path>
              <a:path w="5142230" h="2300604">
                <a:moveTo>
                  <a:pt x="2841610" y="1967544"/>
                </a:moveTo>
                <a:lnTo>
                  <a:pt x="2837333" y="1962966"/>
                </a:lnTo>
                <a:lnTo>
                  <a:pt x="2836042" y="1959140"/>
                </a:lnTo>
                <a:lnTo>
                  <a:pt x="2837914" y="1948535"/>
                </a:lnTo>
                <a:lnTo>
                  <a:pt x="2844255" y="1944081"/>
                </a:lnTo>
                <a:lnTo>
                  <a:pt x="2850914" y="1945248"/>
                </a:lnTo>
                <a:lnTo>
                  <a:pt x="2857631" y="1946378"/>
                </a:lnTo>
                <a:lnTo>
                  <a:pt x="2862041" y="1952760"/>
                </a:lnTo>
                <a:lnTo>
                  <a:pt x="2859699" y="1966088"/>
                </a:lnTo>
                <a:lnTo>
                  <a:pt x="2853362" y="1970546"/>
                </a:lnTo>
                <a:lnTo>
                  <a:pt x="2843976" y="1968904"/>
                </a:lnTo>
                <a:lnTo>
                  <a:pt x="2841610" y="1967544"/>
                </a:lnTo>
                <a:close/>
              </a:path>
              <a:path w="5142230" h="2300604">
                <a:moveTo>
                  <a:pt x="2502103" y="1256719"/>
                </a:moveTo>
                <a:lnTo>
                  <a:pt x="2497689" y="1251994"/>
                </a:lnTo>
                <a:lnTo>
                  <a:pt x="2496847" y="1246206"/>
                </a:lnTo>
                <a:lnTo>
                  <a:pt x="2502825" y="1235499"/>
                </a:lnTo>
                <a:lnTo>
                  <a:pt x="2510307" y="1233441"/>
                </a:lnTo>
                <a:lnTo>
                  <a:pt x="2522126" y="1240032"/>
                </a:lnTo>
                <a:lnTo>
                  <a:pt x="2524230" y="1247563"/>
                </a:lnTo>
                <a:lnTo>
                  <a:pt x="2520867" y="1253444"/>
                </a:lnTo>
                <a:lnTo>
                  <a:pt x="2517593" y="1259324"/>
                </a:lnTo>
                <a:lnTo>
                  <a:pt x="2510111" y="1261382"/>
                </a:lnTo>
                <a:lnTo>
                  <a:pt x="2503073" y="1257465"/>
                </a:lnTo>
                <a:lnTo>
                  <a:pt x="2502103" y="1256719"/>
                </a:lnTo>
                <a:close/>
              </a:path>
              <a:path w="5142230" h="2300604">
                <a:moveTo>
                  <a:pt x="2309717" y="1166897"/>
                </a:moveTo>
                <a:lnTo>
                  <a:pt x="2305390" y="1162265"/>
                </a:lnTo>
                <a:lnTo>
                  <a:pt x="2304232" y="1157311"/>
                </a:lnTo>
                <a:lnTo>
                  <a:pt x="2305997" y="1152750"/>
                </a:lnTo>
                <a:lnTo>
                  <a:pt x="2308519" y="1146457"/>
                </a:lnTo>
                <a:lnTo>
                  <a:pt x="2315615" y="1143399"/>
                </a:lnTo>
                <a:lnTo>
                  <a:pt x="2328237" y="1148309"/>
                </a:lnTo>
                <a:lnTo>
                  <a:pt x="2331305" y="1155405"/>
                </a:lnTo>
                <a:lnTo>
                  <a:pt x="2326345" y="1167983"/>
                </a:lnTo>
                <a:lnTo>
                  <a:pt x="2319246" y="1171136"/>
                </a:lnTo>
                <a:lnTo>
                  <a:pt x="2312910" y="1168654"/>
                </a:lnTo>
                <a:lnTo>
                  <a:pt x="2311145" y="1167937"/>
                </a:lnTo>
                <a:lnTo>
                  <a:pt x="2309717" y="1166897"/>
                </a:lnTo>
                <a:close/>
              </a:path>
              <a:path w="5142230" h="2300604">
                <a:moveTo>
                  <a:pt x="854234" y="619341"/>
                </a:moveTo>
                <a:lnTo>
                  <a:pt x="848841" y="613568"/>
                </a:lnTo>
                <a:lnTo>
                  <a:pt x="848468" y="606913"/>
                </a:lnTo>
                <a:lnTo>
                  <a:pt x="856600" y="596850"/>
                </a:lnTo>
                <a:lnTo>
                  <a:pt x="864328" y="596032"/>
                </a:lnTo>
                <a:lnTo>
                  <a:pt x="874893" y="604507"/>
                </a:lnTo>
                <a:lnTo>
                  <a:pt x="875720" y="612235"/>
                </a:lnTo>
                <a:lnTo>
                  <a:pt x="867195" y="622756"/>
                </a:lnTo>
                <a:lnTo>
                  <a:pt x="859472" y="623579"/>
                </a:lnTo>
                <a:lnTo>
                  <a:pt x="854234" y="619341"/>
                </a:lnTo>
                <a:close/>
              </a:path>
              <a:path w="5142230" h="2300604">
                <a:moveTo>
                  <a:pt x="1162563" y="792615"/>
                </a:moveTo>
                <a:lnTo>
                  <a:pt x="1158232" y="787978"/>
                </a:lnTo>
                <a:lnTo>
                  <a:pt x="1157184" y="782848"/>
                </a:lnTo>
                <a:lnTo>
                  <a:pt x="1161754" y="772004"/>
                </a:lnTo>
                <a:lnTo>
                  <a:pt x="1168982" y="769087"/>
                </a:lnTo>
                <a:lnTo>
                  <a:pt x="1181407" y="774372"/>
                </a:lnTo>
                <a:lnTo>
                  <a:pt x="1184324" y="781600"/>
                </a:lnTo>
                <a:lnTo>
                  <a:pt x="1181657" y="787835"/>
                </a:lnTo>
                <a:lnTo>
                  <a:pt x="1179039" y="794025"/>
                </a:lnTo>
                <a:lnTo>
                  <a:pt x="1171811" y="796942"/>
                </a:lnTo>
                <a:lnTo>
                  <a:pt x="1165621" y="794324"/>
                </a:lnTo>
                <a:lnTo>
                  <a:pt x="1163995" y="793560"/>
                </a:lnTo>
                <a:lnTo>
                  <a:pt x="1162563" y="792615"/>
                </a:lnTo>
                <a:close/>
              </a:path>
              <a:path w="5142230" h="2300604">
                <a:moveTo>
                  <a:pt x="800140" y="571796"/>
                </a:moveTo>
                <a:lnTo>
                  <a:pt x="795271" y="566583"/>
                </a:lnTo>
                <a:lnTo>
                  <a:pt x="795242" y="559123"/>
                </a:lnTo>
                <a:lnTo>
                  <a:pt x="804490" y="549571"/>
                </a:lnTo>
                <a:lnTo>
                  <a:pt x="812239" y="549363"/>
                </a:lnTo>
                <a:lnTo>
                  <a:pt x="821969" y="558801"/>
                </a:lnTo>
                <a:lnTo>
                  <a:pt x="822182" y="566555"/>
                </a:lnTo>
                <a:lnTo>
                  <a:pt x="812739" y="576290"/>
                </a:lnTo>
                <a:lnTo>
                  <a:pt x="805038" y="576452"/>
                </a:lnTo>
                <a:lnTo>
                  <a:pt x="800140" y="571796"/>
                </a:lnTo>
                <a:close/>
              </a:path>
              <a:path w="5142230" h="2300604">
                <a:moveTo>
                  <a:pt x="2243285" y="1142018"/>
                </a:moveTo>
                <a:lnTo>
                  <a:pt x="2238963" y="1137391"/>
                </a:lnTo>
                <a:lnTo>
                  <a:pt x="2237806" y="1132536"/>
                </a:lnTo>
                <a:lnTo>
                  <a:pt x="2239416" y="1128101"/>
                </a:lnTo>
                <a:lnTo>
                  <a:pt x="2241668" y="1121715"/>
                </a:lnTo>
                <a:lnTo>
                  <a:pt x="2248720" y="1118414"/>
                </a:lnTo>
                <a:lnTo>
                  <a:pt x="2261454" y="1122955"/>
                </a:lnTo>
                <a:lnTo>
                  <a:pt x="2264750" y="1130002"/>
                </a:lnTo>
                <a:lnTo>
                  <a:pt x="2262461" y="1136349"/>
                </a:lnTo>
                <a:lnTo>
                  <a:pt x="2260214" y="1142741"/>
                </a:lnTo>
                <a:lnTo>
                  <a:pt x="2253157" y="1146036"/>
                </a:lnTo>
                <a:lnTo>
                  <a:pt x="2244907" y="1143069"/>
                </a:lnTo>
                <a:lnTo>
                  <a:pt x="2243285" y="1142018"/>
                </a:lnTo>
                <a:close/>
              </a:path>
              <a:path w="5142230" h="2300604">
                <a:moveTo>
                  <a:pt x="911287" y="661647"/>
                </a:moveTo>
                <a:lnTo>
                  <a:pt x="906171" y="656171"/>
                </a:lnTo>
                <a:lnTo>
                  <a:pt x="905548" y="649933"/>
                </a:lnTo>
                <a:lnTo>
                  <a:pt x="912653" y="639552"/>
                </a:lnTo>
                <a:lnTo>
                  <a:pt x="920255" y="638111"/>
                </a:lnTo>
                <a:lnTo>
                  <a:pt x="925882" y="641886"/>
                </a:lnTo>
                <a:lnTo>
                  <a:pt x="931468" y="645716"/>
                </a:lnTo>
                <a:lnTo>
                  <a:pt x="932909" y="653319"/>
                </a:lnTo>
                <a:lnTo>
                  <a:pt x="929079" y="658896"/>
                </a:lnTo>
                <a:lnTo>
                  <a:pt x="925304" y="664532"/>
                </a:lnTo>
                <a:lnTo>
                  <a:pt x="917702" y="665973"/>
                </a:lnTo>
                <a:lnTo>
                  <a:pt x="912071" y="662193"/>
                </a:lnTo>
                <a:lnTo>
                  <a:pt x="911287" y="661647"/>
                </a:lnTo>
                <a:close/>
              </a:path>
              <a:path w="5142230" h="2300604">
                <a:moveTo>
                  <a:pt x="970916" y="698990"/>
                </a:moveTo>
                <a:lnTo>
                  <a:pt x="966543" y="694309"/>
                </a:lnTo>
                <a:lnTo>
                  <a:pt x="965705" y="688426"/>
                </a:lnTo>
                <a:lnTo>
                  <a:pt x="968513" y="683612"/>
                </a:lnTo>
                <a:lnTo>
                  <a:pt x="971876" y="677731"/>
                </a:lnTo>
                <a:lnTo>
                  <a:pt x="979355" y="675766"/>
                </a:lnTo>
                <a:lnTo>
                  <a:pt x="985236" y="679130"/>
                </a:lnTo>
                <a:lnTo>
                  <a:pt x="991068" y="682538"/>
                </a:lnTo>
                <a:lnTo>
                  <a:pt x="993078" y="690066"/>
                </a:lnTo>
                <a:lnTo>
                  <a:pt x="989665" y="695893"/>
                </a:lnTo>
                <a:lnTo>
                  <a:pt x="986306" y="701779"/>
                </a:lnTo>
                <a:lnTo>
                  <a:pt x="978774" y="703784"/>
                </a:lnTo>
                <a:lnTo>
                  <a:pt x="971882" y="699731"/>
                </a:lnTo>
                <a:lnTo>
                  <a:pt x="970916" y="698990"/>
                </a:lnTo>
                <a:close/>
              </a:path>
              <a:path w="5142230" h="2300604">
                <a:moveTo>
                  <a:pt x="1228351" y="819639"/>
                </a:moveTo>
                <a:lnTo>
                  <a:pt x="1224019" y="815002"/>
                </a:lnTo>
                <a:lnTo>
                  <a:pt x="1222919" y="810012"/>
                </a:lnTo>
                <a:lnTo>
                  <a:pt x="1224675" y="805441"/>
                </a:lnTo>
                <a:lnTo>
                  <a:pt x="1227207" y="799158"/>
                </a:lnTo>
                <a:lnTo>
                  <a:pt x="1234293" y="796090"/>
                </a:lnTo>
                <a:lnTo>
                  <a:pt x="1246920" y="801005"/>
                </a:lnTo>
                <a:lnTo>
                  <a:pt x="1249985" y="808195"/>
                </a:lnTo>
                <a:lnTo>
                  <a:pt x="1247506" y="814437"/>
                </a:lnTo>
                <a:lnTo>
                  <a:pt x="1244974" y="820719"/>
                </a:lnTo>
                <a:lnTo>
                  <a:pt x="1237888" y="823788"/>
                </a:lnTo>
                <a:lnTo>
                  <a:pt x="1231597" y="821355"/>
                </a:lnTo>
                <a:lnTo>
                  <a:pt x="1229828" y="820633"/>
                </a:lnTo>
                <a:lnTo>
                  <a:pt x="1228351" y="819639"/>
                </a:lnTo>
                <a:close/>
              </a:path>
              <a:path w="5142230" h="2300604">
                <a:moveTo>
                  <a:pt x="1033538" y="732888"/>
                </a:moveTo>
                <a:lnTo>
                  <a:pt x="1029165" y="728207"/>
                </a:lnTo>
                <a:lnTo>
                  <a:pt x="1028256" y="722640"/>
                </a:lnTo>
                <a:lnTo>
                  <a:pt x="1033639" y="711884"/>
                </a:lnTo>
                <a:lnTo>
                  <a:pt x="1041044" y="709449"/>
                </a:lnTo>
                <a:lnTo>
                  <a:pt x="1053112" y="715525"/>
                </a:lnTo>
                <a:lnTo>
                  <a:pt x="1055551" y="722926"/>
                </a:lnTo>
                <a:lnTo>
                  <a:pt x="1049426" y="735039"/>
                </a:lnTo>
                <a:lnTo>
                  <a:pt x="1042074" y="737433"/>
                </a:lnTo>
                <a:lnTo>
                  <a:pt x="1034689" y="733730"/>
                </a:lnTo>
                <a:lnTo>
                  <a:pt x="1033538" y="732888"/>
                </a:lnTo>
                <a:close/>
              </a:path>
              <a:path w="5142230" h="2300604">
                <a:moveTo>
                  <a:pt x="1097595" y="763730"/>
                </a:moveTo>
                <a:lnTo>
                  <a:pt x="1093263" y="759093"/>
                </a:lnTo>
                <a:lnTo>
                  <a:pt x="1092217" y="753770"/>
                </a:lnTo>
                <a:lnTo>
                  <a:pt x="1094358" y="749122"/>
                </a:lnTo>
                <a:lnTo>
                  <a:pt x="1097215" y="742992"/>
                </a:lnTo>
                <a:lnTo>
                  <a:pt x="1104482" y="740312"/>
                </a:lnTo>
                <a:lnTo>
                  <a:pt x="1110617" y="743165"/>
                </a:lnTo>
                <a:lnTo>
                  <a:pt x="1116800" y="745972"/>
                </a:lnTo>
                <a:lnTo>
                  <a:pt x="1119475" y="753234"/>
                </a:lnTo>
                <a:lnTo>
                  <a:pt x="1113774" y="765508"/>
                </a:lnTo>
                <a:lnTo>
                  <a:pt x="1106553" y="768236"/>
                </a:lnTo>
                <a:lnTo>
                  <a:pt x="1100370" y="765429"/>
                </a:lnTo>
                <a:lnTo>
                  <a:pt x="1098883" y="764718"/>
                </a:lnTo>
                <a:lnTo>
                  <a:pt x="1097595" y="763730"/>
                </a:lnTo>
                <a:close/>
              </a:path>
              <a:path w="5142230" h="2300604">
                <a:moveTo>
                  <a:pt x="2439400" y="1223809"/>
                </a:moveTo>
                <a:lnTo>
                  <a:pt x="2435027" y="1219128"/>
                </a:lnTo>
                <a:lnTo>
                  <a:pt x="2434123" y="1213663"/>
                </a:lnTo>
                <a:lnTo>
                  <a:pt x="2439404" y="1202895"/>
                </a:lnTo>
                <a:lnTo>
                  <a:pt x="2446754" y="1200402"/>
                </a:lnTo>
                <a:lnTo>
                  <a:pt x="2458878" y="1206343"/>
                </a:lnTo>
                <a:lnTo>
                  <a:pt x="2461362" y="1213693"/>
                </a:lnTo>
                <a:lnTo>
                  <a:pt x="2455377" y="1225859"/>
                </a:lnTo>
                <a:lnTo>
                  <a:pt x="2448026" y="1228351"/>
                </a:lnTo>
                <a:lnTo>
                  <a:pt x="2441985" y="1225403"/>
                </a:lnTo>
                <a:lnTo>
                  <a:pt x="2440593" y="1224694"/>
                </a:lnTo>
                <a:lnTo>
                  <a:pt x="2439400" y="1223809"/>
                </a:lnTo>
                <a:close/>
              </a:path>
              <a:path w="5142230" h="2300604">
                <a:moveTo>
                  <a:pt x="1361644" y="868978"/>
                </a:moveTo>
                <a:lnTo>
                  <a:pt x="1357312" y="864341"/>
                </a:lnTo>
                <a:lnTo>
                  <a:pt x="1356108" y="859631"/>
                </a:lnTo>
                <a:lnTo>
                  <a:pt x="1357722" y="855201"/>
                </a:lnTo>
                <a:lnTo>
                  <a:pt x="1359924" y="848761"/>
                </a:lnTo>
                <a:lnTo>
                  <a:pt x="1366931" y="845412"/>
                </a:lnTo>
                <a:lnTo>
                  <a:pt x="1379668" y="849858"/>
                </a:lnTo>
                <a:lnTo>
                  <a:pt x="1383066" y="856819"/>
                </a:lnTo>
                <a:lnTo>
                  <a:pt x="1380864" y="863259"/>
                </a:lnTo>
                <a:lnTo>
                  <a:pt x="1378616" y="869650"/>
                </a:lnTo>
                <a:lnTo>
                  <a:pt x="1371610" y="873000"/>
                </a:lnTo>
                <a:lnTo>
                  <a:pt x="1363257" y="870119"/>
                </a:lnTo>
                <a:lnTo>
                  <a:pt x="1361644" y="868978"/>
                </a:lnTo>
                <a:close/>
              </a:path>
              <a:path w="5142230" h="2300604">
                <a:moveTo>
                  <a:pt x="2827447" y="2037032"/>
                </a:moveTo>
                <a:lnTo>
                  <a:pt x="2823166" y="2032448"/>
                </a:lnTo>
                <a:lnTo>
                  <a:pt x="2821938" y="2028299"/>
                </a:lnTo>
                <a:lnTo>
                  <a:pt x="2822834" y="2024175"/>
                </a:lnTo>
                <a:lnTo>
                  <a:pt x="2824328" y="2017565"/>
                </a:lnTo>
                <a:lnTo>
                  <a:pt x="2830894" y="2013450"/>
                </a:lnTo>
                <a:lnTo>
                  <a:pt x="2844105" y="2016449"/>
                </a:lnTo>
                <a:lnTo>
                  <a:pt x="2848220" y="2023005"/>
                </a:lnTo>
                <a:lnTo>
                  <a:pt x="2845226" y="2036221"/>
                </a:lnTo>
                <a:lnTo>
                  <a:pt x="2838660" y="2040336"/>
                </a:lnTo>
                <a:lnTo>
                  <a:pt x="2829623" y="2038286"/>
                </a:lnTo>
                <a:lnTo>
                  <a:pt x="2827447" y="2037032"/>
                </a:lnTo>
                <a:close/>
              </a:path>
              <a:path w="5142230" h="2300604">
                <a:moveTo>
                  <a:pt x="2810187" y="2105842"/>
                </a:moveTo>
                <a:lnTo>
                  <a:pt x="2805905" y="2101259"/>
                </a:lnTo>
                <a:lnTo>
                  <a:pt x="2804684" y="2096921"/>
                </a:lnTo>
                <a:lnTo>
                  <a:pt x="2807549" y="2086109"/>
                </a:lnTo>
                <a:lnTo>
                  <a:pt x="2813995" y="2082452"/>
                </a:lnTo>
                <a:lnTo>
                  <a:pt x="2814293" y="2082283"/>
                </a:lnTo>
                <a:lnTo>
                  <a:pt x="2820839" y="2084012"/>
                </a:lnTo>
                <a:lnTo>
                  <a:pt x="2827345" y="2085796"/>
                </a:lnTo>
                <a:lnTo>
                  <a:pt x="2831220" y="2092485"/>
                </a:lnTo>
                <a:lnTo>
                  <a:pt x="2829491" y="2099040"/>
                </a:lnTo>
                <a:lnTo>
                  <a:pt x="2827712" y="2105542"/>
                </a:lnTo>
                <a:lnTo>
                  <a:pt x="2821314" y="2109250"/>
                </a:lnTo>
                <a:lnTo>
                  <a:pt x="2821018" y="2109421"/>
                </a:lnTo>
                <a:lnTo>
                  <a:pt x="2812174" y="2107090"/>
                </a:lnTo>
                <a:lnTo>
                  <a:pt x="2810187" y="2105842"/>
                </a:lnTo>
                <a:close/>
              </a:path>
              <a:path w="5142230" h="2300604">
                <a:moveTo>
                  <a:pt x="633675" y="349222"/>
                </a:moveTo>
                <a:lnTo>
                  <a:pt x="628513" y="343696"/>
                </a:lnTo>
                <a:lnTo>
                  <a:pt x="628020" y="342777"/>
                </a:lnTo>
                <a:lnTo>
                  <a:pt x="624731" y="336911"/>
                </a:lnTo>
                <a:lnTo>
                  <a:pt x="626828" y="329381"/>
                </a:lnTo>
                <a:lnTo>
                  <a:pt x="632746" y="326136"/>
                </a:lnTo>
                <a:lnTo>
                  <a:pt x="638666" y="322797"/>
                </a:lnTo>
                <a:lnTo>
                  <a:pt x="646101" y="324891"/>
                </a:lnTo>
                <a:lnTo>
                  <a:pt x="649440" y="330812"/>
                </a:lnTo>
                <a:lnTo>
                  <a:pt x="652685" y="336729"/>
                </a:lnTo>
                <a:lnTo>
                  <a:pt x="650636" y="344213"/>
                </a:lnTo>
                <a:lnTo>
                  <a:pt x="644670" y="347503"/>
                </a:lnTo>
                <a:lnTo>
                  <a:pt x="639712" y="350309"/>
                </a:lnTo>
                <a:lnTo>
                  <a:pt x="633675" y="349222"/>
                </a:lnTo>
                <a:close/>
              </a:path>
              <a:path w="5142230" h="2300604">
                <a:moveTo>
                  <a:pt x="2040719" y="1076682"/>
                </a:moveTo>
                <a:lnTo>
                  <a:pt x="2036391" y="1072050"/>
                </a:lnTo>
                <a:lnTo>
                  <a:pt x="2035173" y="1067618"/>
                </a:lnTo>
                <a:lnTo>
                  <a:pt x="2038370" y="1056770"/>
                </a:lnTo>
                <a:lnTo>
                  <a:pt x="2045202" y="1053136"/>
                </a:lnTo>
                <a:lnTo>
                  <a:pt x="2051652" y="1055055"/>
                </a:lnTo>
                <a:lnTo>
                  <a:pt x="2058146" y="1056923"/>
                </a:lnTo>
                <a:lnTo>
                  <a:pt x="2061883" y="1063759"/>
                </a:lnTo>
                <a:lnTo>
                  <a:pt x="2059916" y="1070254"/>
                </a:lnTo>
                <a:lnTo>
                  <a:pt x="2058042" y="1076753"/>
                </a:lnTo>
                <a:lnTo>
                  <a:pt x="2051260" y="1080440"/>
                </a:lnTo>
                <a:lnTo>
                  <a:pt x="2042566" y="1077878"/>
                </a:lnTo>
                <a:lnTo>
                  <a:pt x="2040719" y="1076682"/>
                </a:lnTo>
                <a:close/>
              </a:path>
              <a:path w="5142230" h="2300604">
                <a:moveTo>
                  <a:pt x="1294757" y="844980"/>
                </a:moveTo>
                <a:lnTo>
                  <a:pt x="1290435" y="840353"/>
                </a:lnTo>
                <a:lnTo>
                  <a:pt x="1289278" y="835498"/>
                </a:lnTo>
                <a:lnTo>
                  <a:pt x="1293283" y="824635"/>
                </a:lnTo>
                <a:lnTo>
                  <a:pt x="1300332" y="821428"/>
                </a:lnTo>
                <a:lnTo>
                  <a:pt x="1306674" y="823721"/>
                </a:lnTo>
                <a:lnTo>
                  <a:pt x="1313013" y="826109"/>
                </a:lnTo>
                <a:lnTo>
                  <a:pt x="1316269" y="833112"/>
                </a:lnTo>
                <a:lnTo>
                  <a:pt x="1311585" y="845888"/>
                </a:lnTo>
                <a:lnTo>
                  <a:pt x="1304536" y="849095"/>
                </a:lnTo>
                <a:lnTo>
                  <a:pt x="1296330" y="846077"/>
                </a:lnTo>
                <a:lnTo>
                  <a:pt x="1294757" y="844980"/>
                </a:lnTo>
                <a:close/>
              </a:path>
              <a:path w="5142230" h="2300604">
                <a:moveTo>
                  <a:pt x="670161" y="410370"/>
                </a:moveTo>
                <a:lnTo>
                  <a:pt x="665138" y="404993"/>
                </a:lnTo>
                <a:lnTo>
                  <a:pt x="661053" y="398665"/>
                </a:lnTo>
                <a:lnTo>
                  <a:pt x="662732" y="391079"/>
                </a:lnTo>
                <a:lnTo>
                  <a:pt x="668473" y="387450"/>
                </a:lnTo>
                <a:lnTo>
                  <a:pt x="674165" y="383768"/>
                </a:lnTo>
                <a:lnTo>
                  <a:pt x="681756" y="385443"/>
                </a:lnTo>
                <a:lnTo>
                  <a:pt x="689013" y="396926"/>
                </a:lnTo>
                <a:lnTo>
                  <a:pt x="687297" y="404473"/>
                </a:lnTo>
                <a:lnTo>
                  <a:pt x="676577" y="411373"/>
                </a:lnTo>
                <a:lnTo>
                  <a:pt x="670161" y="410370"/>
                </a:lnTo>
                <a:close/>
              </a:path>
              <a:path w="5142230" h="2300604">
                <a:moveTo>
                  <a:pt x="600253" y="286271"/>
                </a:moveTo>
                <a:lnTo>
                  <a:pt x="595830" y="281537"/>
                </a:lnTo>
                <a:lnTo>
                  <a:pt x="595158" y="280621"/>
                </a:lnTo>
                <a:lnTo>
                  <a:pt x="591578" y="273465"/>
                </a:lnTo>
                <a:lnTo>
                  <a:pt x="594046" y="266137"/>
                </a:lnTo>
                <a:lnTo>
                  <a:pt x="599680" y="263273"/>
                </a:lnTo>
                <a:lnTo>
                  <a:pt x="606026" y="260097"/>
                </a:lnTo>
                <a:lnTo>
                  <a:pt x="613478" y="262503"/>
                </a:lnTo>
                <a:lnTo>
                  <a:pt x="619577" y="274602"/>
                </a:lnTo>
                <a:lnTo>
                  <a:pt x="617113" y="281935"/>
                </a:lnTo>
                <a:lnTo>
                  <a:pt x="611475" y="284795"/>
                </a:lnTo>
                <a:lnTo>
                  <a:pt x="606114" y="287462"/>
                </a:lnTo>
                <a:lnTo>
                  <a:pt x="600253" y="286271"/>
                </a:lnTo>
                <a:close/>
              </a:path>
              <a:path w="5142230" h="2300604">
                <a:moveTo>
                  <a:pt x="2176190" y="1118872"/>
                </a:moveTo>
                <a:lnTo>
                  <a:pt x="2171904" y="1114284"/>
                </a:lnTo>
                <a:lnTo>
                  <a:pt x="2170746" y="1109623"/>
                </a:lnTo>
                <a:lnTo>
                  <a:pt x="2172171" y="1105186"/>
                </a:lnTo>
                <a:lnTo>
                  <a:pt x="2174252" y="1099008"/>
                </a:lnTo>
                <a:lnTo>
                  <a:pt x="2174325" y="1098792"/>
                </a:lnTo>
                <a:lnTo>
                  <a:pt x="2181289" y="1095299"/>
                </a:lnTo>
                <a:lnTo>
                  <a:pt x="2187679" y="1097448"/>
                </a:lnTo>
                <a:lnTo>
                  <a:pt x="2194126" y="1099560"/>
                </a:lnTo>
                <a:lnTo>
                  <a:pt x="2197569" y="1106471"/>
                </a:lnTo>
                <a:lnTo>
                  <a:pt x="2195466" y="1112919"/>
                </a:lnTo>
                <a:lnTo>
                  <a:pt x="2193337" y="1119144"/>
                </a:lnTo>
                <a:lnTo>
                  <a:pt x="2193264" y="1119359"/>
                </a:lnTo>
                <a:lnTo>
                  <a:pt x="2186348" y="1122806"/>
                </a:lnTo>
                <a:lnTo>
                  <a:pt x="2179900" y="1120693"/>
                </a:lnTo>
                <a:lnTo>
                  <a:pt x="2177898" y="1120016"/>
                </a:lnTo>
                <a:lnTo>
                  <a:pt x="2176190" y="1118872"/>
                </a:lnTo>
                <a:close/>
              </a:path>
              <a:path w="5142230" h="2300604">
                <a:moveTo>
                  <a:pt x="710549" y="469146"/>
                </a:moveTo>
                <a:lnTo>
                  <a:pt x="705349" y="463580"/>
                </a:lnTo>
                <a:lnTo>
                  <a:pt x="701285" y="458154"/>
                </a:lnTo>
                <a:lnTo>
                  <a:pt x="702491" y="450453"/>
                </a:lnTo>
                <a:lnTo>
                  <a:pt x="707914" y="446483"/>
                </a:lnTo>
                <a:lnTo>
                  <a:pt x="713340" y="442419"/>
                </a:lnTo>
                <a:lnTo>
                  <a:pt x="720996" y="443576"/>
                </a:lnTo>
                <a:lnTo>
                  <a:pt x="729075" y="454473"/>
                </a:lnTo>
                <a:lnTo>
                  <a:pt x="727918" y="462129"/>
                </a:lnTo>
                <a:lnTo>
                  <a:pt x="722492" y="466193"/>
                </a:lnTo>
                <a:lnTo>
                  <a:pt x="717456" y="469893"/>
                </a:lnTo>
                <a:lnTo>
                  <a:pt x="710549" y="469146"/>
                </a:lnTo>
                <a:close/>
              </a:path>
              <a:path w="5142230" h="2300604">
                <a:moveTo>
                  <a:pt x="2108614" y="1097263"/>
                </a:moveTo>
                <a:lnTo>
                  <a:pt x="2104286" y="1092631"/>
                </a:lnTo>
                <a:lnTo>
                  <a:pt x="2103120" y="1088059"/>
                </a:lnTo>
                <a:lnTo>
                  <a:pt x="2104444" y="1083709"/>
                </a:lnTo>
                <a:lnTo>
                  <a:pt x="2106457" y="1077263"/>
                </a:lnTo>
                <a:lnTo>
                  <a:pt x="2113330" y="1073673"/>
                </a:lnTo>
                <a:lnTo>
                  <a:pt x="2119830" y="1075646"/>
                </a:lnTo>
                <a:lnTo>
                  <a:pt x="2126276" y="1077659"/>
                </a:lnTo>
                <a:lnTo>
                  <a:pt x="2129866" y="1084532"/>
                </a:lnTo>
                <a:lnTo>
                  <a:pt x="2127899" y="1091027"/>
                </a:lnTo>
                <a:lnTo>
                  <a:pt x="2125885" y="1097474"/>
                </a:lnTo>
                <a:lnTo>
                  <a:pt x="2119012" y="1101064"/>
                </a:lnTo>
                <a:lnTo>
                  <a:pt x="2112517" y="1099096"/>
                </a:lnTo>
                <a:lnTo>
                  <a:pt x="2110416" y="1098411"/>
                </a:lnTo>
                <a:lnTo>
                  <a:pt x="2108614" y="1097263"/>
                </a:lnTo>
                <a:close/>
              </a:path>
              <a:path w="5142230" h="2300604">
                <a:moveTo>
                  <a:pt x="755193" y="524756"/>
                </a:moveTo>
                <a:lnTo>
                  <a:pt x="750415" y="519641"/>
                </a:lnTo>
                <a:lnTo>
                  <a:pt x="745960" y="514580"/>
                </a:lnTo>
                <a:lnTo>
                  <a:pt x="746461" y="506807"/>
                </a:lnTo>
                <a:lnTo>
                  <a:pt x="751617" y="502356"/>
                </a:lnTo>
                <a:lnTo>
                  <a:pt x="756077" y="498431"/>
                </a:lnTo>
                <a:lnTo>
                  <a:pt x="756678" y="497902"/>
                </a:lnTo>
                <a:lnTo>
                  <a:pt x="764397" y="498443"/>
                </a:lnTo>
                <a:lnTo>
                  <a:pt x="773356" y="508619"/>
                </a:lnTo>
                <a:lnTo>
                  <a:pt x="772810" y="516343"/>
                </a:lnTo>
                <a:lnTo>
                  <a:pt x="763237" y="524765"/>
                </a:lnTo>
                <a:lnTo>
                  <a:pt x="762736" y="525206"/>
                </a:lnTo>
                <a:lnTo>
                  <a:pt x="755193" y="524756"/>
                </a:lnTo>
                <a:close/>
              </a:path>
              <a:path w="5142230" h="2300604">
                <a:moveTo>
                  <a:pt x="2855843" y="1756204"/>
                </a:moveTo>
                <a:lnTo>
                  <a:pt x="2851557" y="1751616"/>
                </a:lnTo>
                <a:lnTo>
                  <a:pt x="2850323" y="1749024"/>
                </a:lnTo>
                <a:lnTo>
                  <a:pt x="2849707" y="1739373"/>
                </a:lnTo>
                <a:lnTo>
                  <a:pt x="2854821" y="1733509"/>
                </a:lnTo>
                <a:lnTo>
                  <a:pt x="2861540" y="1733076"/>
                </a:lnTo>
                <a:lnTo>
                  <a:pt x="2868303" y="1732594"/>
                </a:lnTo>
                <a:lnTo>
                  <a:pt x="2874131" y="1737659"/>
                </a:lnTo>
                <a:lnTo>
                  <a:pt x="2875086" y="1751194"/>
                </a:lnTo>
                <a:lnTo>
                  <a:pt x="2870025" y="1757017"/>
                </a:lnTo>
                <a:lnTo>
                  <a:pt x="2863254" y="1757490"/>
                </a:lnTo>
                <a:lnTo>
                  <a:pt x="2859374" y="1757736"/>
                </a:lnTo>
                <a:lnTo>
                  <a:pt x="2855843" y="1756204"/>
                </a:lnTo>
                <a:close/>
              </a:path>
              <a:path w="5142230" h="2300604">
                <a:moveTo>
                  <a:pt x="2727878" y="1435262"/>
                </a:moveTo>
                <a:lnTo>
                  <a:pt x="2722998" y="1430038"/>
                </a:lnTo>
                <a:lnTo>
                  <a:pt x="2718597" y="1424936"/>
                </a:lnTo>
                <a:lnTo>
                  <a:pt x="2719143" y="1417212"/>
                </a:lnTo>
                <a:lnTo>
                  <a:pt x="2728648" y="1409010"/>
                </a:lnTo>
                <a:lnTo>
                  <a:pt x="2729406" y="1408356"/>
                </a:lnTo>
                <a:lnTo>
                  <a:pt x="2737175" y="1408951"/>
                </a:lnTo>
                <a:lnTo>
                  <a:pt x="2745979" y="1419254"/>
                </a:lnTo>
                <a:lnTo>
                  <a:pt x="2745391" y="1426934"/>
                </a:lnTo>
                <a:lnTo>
                  <a:pt x="2735878" y="1435126"/>
                </a:lnTo>
                <a:lnTo>
                  <a:pt x="2735271" y="1435649"/>
                </a:lnTo>
                <a:lnTo>
                  <a:pt x="2727878" y="1435262"/>
                </a:lnTo>
                <a:close/>
              </a:path>
              <a:path w="5142230" h="2300604">
                <a:moveTo>
                  <a:pt x="2674706" y="1380005"/>
                </a:moveTo>
                <a:lnTo>
                  <a:pt x="2669746" y="1374695"/>
                </a:lnTo>
                <a:lnTo>
                  <a:pt x="2669665" y="1367374"/>
                </a:lnTo>
                <a:lnTo>
                  <a:pt x="2674116" y="1362659"/>
                </a:lnTo>
                <a:lnTo>
                  <a:pt x="2678677" y="1357668"/>
                </a:lnTo>
                <a:lnTo>
                  <a:pt x="2686480" y="1357419"/>
                </a:lnTo>
                <a:lnTo>
                  <a:pt x="2696359" y="1366626"/>
                </a:lnTo>
                <a:lnTo>
                  <a:pt x="2696613" y="1374424"/>
                </a:lnTo>
                <a:lnTo>
                  <a:pt x="2687405" y="1384313"/>
                </a:lnTo>
                <a:lnTo>
                  <a:pt x="2679648" y="1384610"/>
                </a:lnTo>
                <a:lnTo>
                  <a:pt x="2674706" y="1380005"/>
                </a:lnTo>
                <a:close/>
              </a:path>
              <a:path w="5142230" h="2300604">
                <a:moveTo>
                  <a:pt x="2830526" y="1617868"/>
                </a:moveTo>
                <a:lnTo>
                  <a:pt x="2826195" y="1613231"/>
                </a:lnTo>
                <a:lnTo>
                  <a:pt x="2825262" y="1611646"/>
                </a:lnTo>
                <a:lnTo>
                  <a:pt x="2824708" y="1609880"/>
                </a:lnTo>
                <a:lnTo>
                  <a:pt x="2822614" y="1603436"/>
                </a:lnTo>
                <a:lnTo>
                  <a:pt x="2826148" y="1596564"/>
                </a:lnTo>
                <a:lnTo>
                  <a:pt x="2832597" y="1594475"/>
                </a:lnTo>
                <a:lnTo>
                  <a:pt x="2839087" y="1592430"/>
                </a:lnTo>
                <a:lnTo>
                  <a:pt x="2845949" y="1595963"/>
                </a:lnTo>
                <a:lnTo>
                  <a:pt x="2848043" y="1602408"/>
                </a:lnTo>
                <a:lnTo>
                  <a:pt x="2850088" y="1608898"/>
                </a:lnTo>
                <a:lnTo>
                  <a:pt x="2846555" y="1615770"/>
                </a:lnTo>
                <a:lnTo>
                  <a:pt x="2840060" y="1617810"/>
                </a:lnTo>
                <a:lnTo>
                  <a:pt x="2835434" y="1619309"/>
                </a:lnTo>
                <a:lnTo>
                  <a:pt x="2830526" y="1617868"/>
                </a:lnTo>
                <a:close/>
              </a:path>
              <a:path w="5142230" h="2300604">
                <a:moveTo>
                  <a:pt x="1496460" y="913790"/>
                </a:moveTo>
                <a:lnTo>
                  <a:pt x="1492133" y="909157"/>
                </a:lnTo>
                <a:lnTo>
                  <a:pt x="1490966" y="904586"/>
                </a:lnTo>
                <a:lnTo>
                  <a:pt x="1494405" y="893703"/>
                </a:lnTo>
                <a:lnTo>
                  <a:pt x="1501275" y="890207"/>
                </a:lnTo>
                <a:lnTo>
                  <a:pt x="1514214" y="894283"/>
                </a:lnTo>
                <a:lnTo>
                  <a:pt x="1517755" y="901201"/>
                </a:lnTo>
                <a:lnTo>
                  <a:pt x="1515691" y="907594"/>
                </a:lnTo>
                <a:lnTo>
                  <a:pt x="1513629" y="914086"/>
                </a:lnTo>
                <a:lnTo>
                  <a:pt x="1506761" y="917681"/>
                </a:lnTo>
                <a:lnTo>
                  <a:pt x="1500317" y="915573"/>
                </a:lnTo>
                <a:lnTo>
                  <a:pt x="1498257" y="914932"/>
                </a:lnTo>
                <a:lnTo>
                  <a:pt x="1496460" y="913790"/>
                </a:lnTo>
                <a:close/>
              </a:path>
              <a:path w="5142230" h="2300604">
                <a:moveTo>
                  <a:pt x="1632078" y="955843"/>
                </a:moveTo>
                <a:lnTo>
                  <a:pt x="1627792" y="951255"/>
                </a:lnTo>
                <a:lnTo>
                  <a:pt x="1626581" y="946733"/>
                </a:lnTo>
                <a:lnTo>
                  <a:pt x="1629877" y="935893"/>
                </a:lnTo>
                <a:lnTo>
                  <a:pt x="1636700" y="932249"/>
                </a:lnTo>
                <a:lnTo>
                  <a:pt x="1649695" y="936190"/>
                </a:lnTo>
                <a:lnTo>
                  <a:pt x="1653334" y="943017"/>
                </a:lnTo>
                <a:lnTo>
                  <a:pt x="1649398" y="956008"/>
                </a:lnTo>
                <a:lnTo>
                  <a:pt x="1642571" y="959646"/>
                </a:lnTo>
                <a:lnTo>
                  <a:pt x="1633926" y="957039"/>
                </a:lnTo>
                <a:lnTo>
                  <a:pt x="1632078" y="955843"/>
                </a:lnTo>
                <a:close/>
              </a:path>
              <a:path w="5142230" h="2300604">
                <a:moveTo>
                  <a:pt x="2375124" y="1194003"/>
                </a:moveTo>
                <a:lnTo>
                  <a:pt x="2370796" y="1189371"/>
                </a:lnTo>
                <a:lnTo>
                  <a:pt x="2369747" y="1184142"/>
                </a:lnTo>
                <a:lnTo>
                  <a:pt x="2371740" y="1179532"/>
                </a:lnTo>
                <a:lnTo>
                  <a:pt x="2374458" y="1173350"/>
                </a:lnTo>
                <a:lnTo>
                  <a:pt x="2381682" y="1170527"/>
                </a:lnTo>
                <a:lnTo>
                  <a:pt x="2387914" y="1173289"/>
                </a:lnTo>
                <a:lnTo>
                  <a:pt x="2394150" y="1175956"/>
                </a:lnTo>
                <a:lnTo>
                  <a:pt x="2396973" y="1183181"/>
                </a:lnTo>
                <a:lnTo>
                  <a:pt x="2394207" y="1189408"/>
                </a:lnTo>
                <a:lnTo>
                  <a:pt x="2391498" y="1195599"/>
                </a:lnTo>
                <a:lnTo>
                  <a:pt x="2384274" y="1198422"/>
                </a:lnTo>
                <a:lnTo>
                  <a:pt x="2378083" y="1195704"/>
                </a:lnTo>
                <a:lnTo>
                  <a:pt x="2376506" y="1194995"/>
                </a:lnTo>
                <a:lnTo>
                  <a:pt x="2375124" y="1194003"/>
                </a:lnTo>
                <a:close/>
              </a:path>
              <a:path w="5142230" h="2300604">
                <a:moveTo>
                  <a:pt x="1564238" y="935028"/>
                </a:moveTo>
                <a:lnTo>
                  <a:pt x="1559906" y="930391"/>
                </a:lnTo>
                <a:lnTo>
                  <a:pt x="1558696" y="925869"/>
                </a:lnTo>
                <a:lnTo>
                  <a:pt x="1560019" y="921519"/>
                </a:lnTo>
                <a:lnTo>
                  <a:pt x="1562033" y="915073"/>
                </a:lnTo>
                <a:lnTo>
                  <a:pt x="1568959" y="911442"/>
                </a:lnTo>
                <a:lnTo>
                  <a:pt x="1581852" y="915469"/>
                </a:lnTo>
                <a:lnTo>
                  <a:pt x="1585486" y="922291"/>
                </a:lnTo>
                <a:lnTo>
                  <a:pt x="1583473" y="928738"/>
                </a:lnTo>
                <a:lnTo>
                  <a:pt x="1581510" y="935238"/>
                </a:lnTo>
                <a:lnTo>
                  <a:pt x="1574588" y="938873"/>
                </a:lnTo>
                <a:lnTo>
                  <a:pt x="1568141" y="936860"/>
                </a:lnTo>
                <a:lnTo>
                  <a:pt x="1566040" y="936175"/>
                </a:lnTo>
                <a:lnTo>
                  <a:pt x="1564238" y="935028"/>
                </a:lnTo>
                <a:close/>
              </a:path>
              <a:path w="5142230" h="2300604">
                <a:moveTo>
                  <a:pt x="2770303" y="1491331"/>
                </a:moveTo>
                <a:lnTo>
                  <a:pt x="2765288" y="1485962"/>
                </a:lnTo>
                <a:lnTo>
                  <a:pt x="2764930" y="1485384"/>
                </a:lnTo>
                <a:lnTo>
                  <a:pt x="2761203" y="1479733"/>
                </a:lnTo>
                <a:lnTo>
                  <a:pt x="2762734" y="1472085"/>
                </a:lnTo>
                <a:lnTo>
                  <a:pt x="2774034" y="1464633"/>
                </a:lnTo>
                <a:lnTo>
                  <a:pt x="2781629" y="1466214"/>
                </a:lnTo>
                <a:lnTo>
                  <a:pt x="2789081" y="1477514"/>
                </a:lnTo>
                <a:lnTo>
                  <a:pt x="2787549" y="1485063"/>
                </a:lnTo>
                <a:lnTo>
                  <a:pt x="2781899" y="1488789"/>
                </a:lnTo>
                <a:lnTo>
                  <a:pt x="2776832" y="1492162"/>
                </a:lnTo>
                <a:lnTo>
                  <a:pt x="2770303" y="1491331"/>
                </a:lnTo>
                <a:close/>
              </a:path>
              <a:path w="5142230" h="2300604">
                <a:moveTo>
                  <a:pt x="2804758" y="1552455"/>
                </a:moveTo>
                <a:lnTo>
                  <a:pt x="2800385" y="1547774"/>
                </a:lnTo>
                <a:lnTo>
                  <a:pt x="2799707" y="1546755"/>
                </a:lnTo>
                <a:lnTo>
                  <a:pt x="2796228" y="1539513"/>
                </a:lnTo>
                <a:lnTo>
                  <a:pt x="2798791" y="1532188"/>
                </a:lnTo>
                <a:lnTo>
                  <a:pt x="2810979" y="1526272"/>
                </a:lnTo>
                <a:lnTo>
                  <a:pt x="2818300" y="1528929"/>
                </a:lnTo>
                <a:lnTo>
                  <a:pt x="2824166" y="1541073"/>
                </a:lnTo>
                <a:lnTo>
                  <a:pt x="2821603" y="1548397"/>
                </a:lnTo>
                <a:lnTo>
                  <a:pt x="2815507" y="1551353"/>
                </a:lnTo>
                <a:lnTo>
                  <a:pt x="2810516" y="1553732"/>
                </a:lnTo>
                <a:lnTo>
                  <a:pt x="2804758" y="1552455"/>
                </a:lnTo>
                <a:close/>
              </a:path>
              <a:path w="5142230" h="2300604">
                <a:moveTo>
                  <a:pt x="1428896" y="891803"/>
                </a:moveTo>
                <a:lnTo>
                  <a:pt x="1424614" y="887220"/>
                </a:lnTo>
                <a:lnTo>
                  <a:pt x="1423402" y="882599"/>
                </a:lnTo>
                <a:lnTo>
                  <a:pt x="1424828" y="878163"/>
                </a:lnTo>
                <a:lnTo>
                  <a:pt x="1426928" y="871907"/>
                </a:lnTo>
                <a:lnTo>
                  <a:pt x="1426977" y="871764"/>
                </a:lnTo>
                <a:lnTo>
                  <a:pt x="1433900" y="868227"/>
                </a:lnTo>
                <a:lnTo>
                  <a:pt x="1446783" y="872537"/>
                </a:lnTo>
                <a:lnTo>
                  <a:pt x="1450230" y="879452"/>
                </a:lnTo>
                <a:lnTo>
                  <a:pt x="1448122" y="885896"/>
                </a:lnTo>
                <a:lnTo>
                  <a:pt x="1446018" y="892146"/>
                </a:lnTo>
                <a:lnTo>
                  <a:pt x="1445969" y="892290"/>
                </a:lnTo>
                <a:lnTo>
                  <a:pt x="1439099" y="895786"/>
                </a:lnTo>
                <a:lnTo>
                  <a:pt x="1432656" y="893678"/>
                </a:lnTo>
                <a:lnTo>
                  <a:pt x="1430649" y="892996"/>
                </a:lnTo>
                <a:lnTo>
                  <a:pt x="1428896" y="891803"/>
                </a:lnTo>
                <a:close/>
              </a:path>
              <a:path w="5142230" h="2300604">
                <a:moveTo>
                  <a:pt x="1700019" y="976473"/>
                </a:moveTo>
                <a:lnTo>
                  <a:pt x="1695691" y="971841"/>
                </a:lnTo>
                <a:lnTo>
                  <a:pt x="1694522" y="967363"/>
                </a:lnTo>
                <a:lnTo>
                  <a:pt x="1697818" y="956523"/>
                </a:lnTo>
                <a:lnTo>
                  <a:pt x="1704641" y="952879"/>
                </a:lnTo>
                <a:lnTo>
                  <a:pt x="1717586" y="956766"/>
                </a:lnTo>
                <a:lnTo>
                  <a:pt x="1721275" y="963647"/>
                </a:lnTo>
                <a:lnTo>
                  <a:pt x="1719307" y="970142"/>
                </a:lnTo>
                <a:lnTo>
                  <a:pt x="1717293" y="976589"/>
                </a:lnTo>
                <a:lnTo>
                  <a:pt x="1710466" y="980228"/>
                </a:lnTo>
                <a:lnTo>
                  <a:pt x="1701866" y="977669"/>
                </a:lnTo>
                <a:lnTo>
                  <a:pt x="1700019" y="976473"/>
                </a:lnTo>
                <a:close/>
              </a:path>
              <a:path w="5142230" h="2300604">
                <a:moveTo>
                  <a:pt x="2847366" y="1686234"/>
                </a:moveTo>
                <a:lnTo>
                  <a:pt x="2843080" y="1681646"/>
                </a:lnTo>
                <a:lnTo>
                  <a:pt x="2841978" y="1679488"/>
                </a:lnTo>
                <a:lnTo>
                  <a:pt x="2841524" y="1677047"/>
                </a:lnTo>
                <a:lnTo>
                  <a:pt x="2840337" y="1670400"/>
                </a:lnTo>
                <a:lnTo>
                  <a:pt x="2844669" y="1664091"/>
                </a:lnTo>
                <a:lnTo>
                  <a:pt x="2857972" y="1661616"/>
                </a:lnTo>
                <a:lnTo>
                  <a:pt x="2864388" y="1666041"/>
                </a:lnTo>
                <a:lnTo>
                  <a:pt x="2865668" y="1672689"/>
                </a:lnTo>
                <a:lnTo>
                  <a:pt x="2866862" y="1679344"/>
                </a:lnTo>
                <a:lnTo>
                  <a:pt x="2862442" y="1685756"/>
                </a:lnTo>
                <a:lnTo>
                  <a:pt x="2855793" y="1686946"/>
                </a:lnTo>
                <a:lnTo>
                  <a:pt x="2851512" y="1687739"/>
                </a:lnTo>
                <a:lnTo>
                  <a:pt x="2847366" y="1686234"/>
                </a:lnTo>
                <a:close/>
              </a:path>
              <a:path w="5142230" h="2300604">
                <a:moveTo>
                  <a:pt x="2856931" y="1826867"/>
                </a:moveTo>
                <a:lnTo>
                  <a:pt x="2852649" y="1822283"/>
                </a:lnTo>
                <a:lnTo>
                  <a:pt x="2851382" y="1819167"/>
                </a:lnTo>
                <a:lnTo>
                  <a:pt x="2851499" y="1815871"/>
                </a:lnTo>
                <a:lnTo>
                  <a:pt x="2851681" y="1809126"/>
                </a:lnTo>
                <a:lnTo>
                  <a:pt x="2857287" y="1803788"/>
                </a:lnTo>
                <a:lnTo>
                  <a:pt x="2870876" y="1804161"/>
                </a:lnTo>
                <a:lnTo>
                  <a:pt x="2876155" y="1809813"/>
                </a:lnTo>
                <a:lnTo>
                  <a:pt x="2875795" y="1823307"/>
                </a:lnTo>
                <a:lnTo>
                  <a:pt x="2870131" y="1828680"/>
                </a:lnTo>
                <a:lnTo>
                  <a:pt x="2859995" y="1828387"/>
                </a:lnTo>
                <a:lnTo>
                  <a:pt x="2856931" y="1826867"/>
                </a:lnTo>
                <a:close/>
              </a:path>
              <a:path w="5142230" h="2300604">
                <a:moveTo>
                  <a:pt x="1571334" y="812425"/>
                </a:moveTo>
                <a:lnTo>
                  <a:pt x="1567193" y="807993"/>
                </a:lnTo>
                <a:lnTo>
                  <a:pt x="1566013" y="803699"/>
                </a:lnTo>
                <a:lnTo>
                  <a:pt x="1567196" y="799590"/>
                </a:lnTo>
                <a:lnTo>
                  <a:pt x="1568969" y="793277"/>
                </a:lnTo>
                <a:lnTo>
                  <a:pt x="1575513" y="789628"/>
                </a:lnTo>
                <a:lnTo>
                  <a:pt x="1588090" y="793219"/>
                </a:lnTo>
                <a:lnTo>
                  <a:pt x="1591739" y="799764"/>
                </a:lnTo>
                <a:lnTo>
                  <a:pt x="1589966" y="806077"/>
                </a:lnTo>
                <a:lnTo>
                  <a:pt x="1588148" y="812341"/>
                </a:lnTo>
                <a:lnTo>
                  <a:pt x="1581603" y="815990"/>
                </a:lnTo>
                <a:lnTo>
                  <a:pt x="1575339" y="814171"/>
                </a:lnTo>
                <a:lnTo>
                  <a:pt x="1573136" y="813572"/>
                </a:lnTo>
                <a:lnTo>
                  <a:pt x="1571334" y="812425"/>
                </a:lnTo>
                <a:close/>
              </a:path>
              <a:path w="5142230" h="2300604">
                <a:moveTo>
                  <a:pt x="3050528" y="1761981"/>
                </a:moveTo>
                <a:lnTo>
                  <a:pt x="3046383" y="1757544"/>
                </a:lnTo>
                <a:lnTo>
                  <a:pt x="3045119" y="1754432"/>
                </a:lnTo>
                <a:lnTo>
                  <a:pt x="3045326" y="1751134"/>
                </a:lnTo>
                <a:lnTo>
                  <a:pt x="3045686" y="1744580"/>
                </a:lnTo>
                <a:lnTo>
                  <a:pt x="3050896" y="1739893"/>
                </a:lnTo>
                <a:lnTo>
                  <a:pt x="3051243" y="1739581"/>
                </a:lnTo>
                <a:lnTo>
                  <a:pt x="3057747" y="1739896"/>
                </a:lnTo>
                <a:lnTo>
                  <a:pt x="3064297" y="1740261"/>
                </a:lnTo>
                <a:lnTo>
                  <a:pt x="3069296" y="1745808"/>
                </a:lnTo>
                <a:lnTo>
                  <a:pt x="3068936" y="1752363"/>
                </a:lnTo>
                <a:lnTo>
                  <a:pt x="3068616" y="1758862"/>
                </a:lnTo>
                <a:lnTo>
                  <a:pt x="3063019" y="1763917"/>
                </a:lnTo>
                <a:lnTo>
                  <a:pt x="3056515" y="1763601"/>
                </a:lnTo>
                <a:lnTo>
                  <a:pt x="3053307" y="1763393"/>
                </a:lnTo>
                <a:lnTo>
                  <a:pt x="3050528" y="1761981"/>
                </a:lnTo>
                <a:close/>
              </a:path>
              <a:path w="5142230" h="2300604">
                <a:moveTo>
                  <a:pt x="738191" y="316243"/>
                </a:moveTo>
                <a:lnTo>
                  <a:pt x="732888" y="310567"/>
                </a:lnTo>
                <a:lnTo>
                  <a:pt x="729245" y="305103"/>
                </a:lnTo>
                <a:lnTo>
                  <a:pt x="730680" y="297745"/>
                </a:lnTo>
                <a:lnTo>
                  <a:pt x="741549" y="290514"/>
                </a:lnTo>
                <a:lnTo>
                  <a:pt x="748912" y="291945"/>
                </a:lnTo>
                <a:lnTo>
                  <a:pt x="756187" y="302763"/>
                </a:lnTo>
                <a:lnTo>
                  <a:pt x="754761" y="310131"/>
                </a:lnTo>
                <a:lnTo>
                  <a:pt x="749298" y="313764"/>
                </a:lnTo>
                <a:lnTo>
                  <a:pt x="744422" y="317049"/>
                </a:lnTo>
                <a:lnTo>
                  <a:pt x="738191" y="316243"/>
                </a:lnTo>
                <a:close/>
              </a:path>
              <a:path w="5142230" h="2300604">
                <a:moveTo>
                  <a:pt x="1503193" y="792265"/>
                </a:moveTo>
                <a:lnTo>
                  <a:pt x="1499048" y="787828"/>
                </a:lnTo>
                <a:lnTo>
                  <a:pt x="1497871" y="783440"/>
                </a:lnTo>
                <a:lnTo>
                  <a:pt x="1501064" y="772978"/>
                </a:lnTo>
                <a:lnTo>
                  <a:pt x="1507651" y="769473"/>
                </a:lnTo>
                <a:lnTo>
                  <a:pt x="1520168" y="773293"/>
                </a:lnTo>
                <a:lnTo>
                  <a:pt x="1523674" y="779880"/>
                </a:lnTo>
                <a:lnTo>
                  <a:pt x="1519848" y="792402"/>
                </a:lnTo>
                <a:lnTo>
                  <a:pt x="1513261" y="795908"/>
                </a:lnTo>
                <a:lnTo>
                  <a:pt x="1507005" y="794000"/>
                </a:lnTo>
                <a:lnTo>
                  <a:pt x="1504995" y="793412"/>
                </a:lnTo>
                <a:lnTo>
                  <a:pt x="1503193" y="792265"/>
                </a:lnTo>
                <a:close/>
              </a:path>
              <a:path w="5142230" h="2300604">
                <a:moveTo>
                  <a:pt x="1435375" y="770790"/>
                </a:moveTo>
                <a:lnTo>
                  <a:pt x="1431230" y="766352"/>
                </a:lnTo>
                <a:lnTo>
                  <a:pt x="1430061" y="761875"/>
                </a:lnTo>
                <a:lnTo>
                  <a:pt x="1431480" y="757627"/>
                </a:lnTo>
                <a:lnTo>
                  <a:pt x="1433484" y="751464"/>
                </a:lnTo>
                <a:lnTo>
                  <a:pt x="1440162" y="748056"/>
                </a:lnTo>
                <a:lnTo>
                  <a:pt x="1446371" y="750108"/>
                </a:lnTo>
                <a:lnTo>
                  <a:pt x="1452624" y="752110"/>
                </a:lnTo>
                <a:lnTo>
                  <a:pt x="1456037" y="758793"/>
                </a:lnTo>
                <a:lnTo>
                  <a:pt x="1451927" y="771207"/>
                </a:lnTo>
                <a:lnTo>
                  <a:pt x="1445254" y="774619"/>
                </a:lnTo>
                <a:lnTo>
                  <a:pt x="1437083" y="771934"/>
                </a:lnTo>
                <a:lnTo>
                  <a:pt x="1435375" y="770790"/>
                </a:lnTo>
                <a:close/>
              </a:path>
              <a:path w="5142230" h="2300604">
                <a:moveTo>
                  <a:pt x="2525213" y="1089680"/>
                </a:moveTo>
                <a:lnTo>
                  <a:pt x="2521023" y="1085194"/>
                </a:lnTo>
                <a:lnTo>
                  <a:pt x="2519912" y="1080388"/>
                </a:lnTo>
                <a:lnTo>
                  <a:pt x="2521710" y="1075960"/>
                </a:lnTo>
                <a:lnTo>
                  <a:pt x="2524088" y="1069904"/>
                </a:lnTo>
                <a:lnTo>
                  <a:pt x="2530987" y="1066928"/>
                </a:lnTo>
                <a:lnTo>
                  <a:pt x="2543101" y="1071783"/>
                </a:lnTo>
                <a:lnTo>
                  <a:pt x="2546072" y="1078677"/>
                </a:lnTo>
                <a:lnTo>
                  <a:pt x="2543694" y="1084734"/>
                </a:lnTo>
                <a:lnTo>
                  <a:pt x="2541222" y="1090787"/>
                </a:lnTo>
                <a:lnTo>
                  <a:pt x="2534323" y="1093762"/>
                </a:lnTo>
                <a:lnTo>
                  <a:pt x="2528320" y="1091344"/>
                </a:lnTo>
                <a:lnTo>
                  <a:pt x="2526596" y="1090671"/>
                </a:lnTo>
                <a:lnTo>
                  <a:pt x="2525213" y="1089680"/>
                </a:lnTo>
                <a:close/>
              </a:path>
              <a:path w="5142230" h="2300604">
                <a:moveTo>
                  <a:pt x="2977733" y="1422389"/>
                </a:moveTo>
                <a:lnTo>
                  <a:pt x="2972804" y="1417113"/>
                </a:lnTo>
                <a:lnTo>
                  <a:pt x="2972404" y="1416391"/>
                </a:lnTo>
                <a:lnTo>
                  <a:pt x="2969055" y="1410753"/>
                </a:lnTo>
                <a:lnTo>
                  <a:pt x="2970860" y="1403497"/>
                </a:lnTo>
                <a:lnTo>
                  <a:pt x="2976497" y="1400149"/>
                </a:lnTo>
                <a:lnTo>
                  <a:pt x="2982089" y="1396751"/>
                </a:lnTo>
                <a:lnTo>
                  <a:pt x="2989341" y="1398551"/>
                </a:lnTo>
                <a:lnTo>
                  <a:pt x="2992690" y="1404188"/>
                </a:lnTo>
                <a:lnTo>
                  <a:pt x="2996092" y="1409785"/>
                </a:lnTo>
                <a:lnTo>
                  <a:pt x="2994234" y="1417082"/>
                </a:lnTo>
                <a:lnTo>
                  <a:pt x="2983779" y="1423387"/>
                </a:lnTo>
                <a:lnTo>
                  <a:pt x="2977733" y="1422389"/>
                </a:lnTo>
                <a:close/>
              </a:path>
              <a:path w="5142230" h="2300604">
                <a:moveTo>
                  <a:pt x="3032434" y="1902427"/>
                </a:moveTo>
                <a:lnTo>
                  <a:pt x="3028289" y="1897990"/>
                </a:lnTo>
                <a:lnTo>
                  <a:pt x="3027048" y="1894218"/>
                </a:lnTo>
                <a:lnTo>
                  <a:pt x="3027790" y="1890321"/>
                </a:lnTo>
                <a:lnTo>
                  <a:pt x="3029050" y="1883948"/>
                </a:lnTo>
                <a:lnTo>
                  <a:pt x="3035237" y="1879721"/>
                </a:lnTo>
                <a:lnTo>
                  <a:pt x="3048090" y="1882141"/>
                </a:lnTo>
                <a:lnTo>
                  <a:pt x="3052264" y="1888368"/>
                </a:lnTo>
                <a:lnTo>
                  <a:pt x="3049843" y="1901221"/>
                </a:lnTo>
                <a:lnTo>
                  <a:pt x="3043616" y="1905405"/>
                </a:lnTo>
                <a:lnTo>
                  <a:pt x="3037238" y="1904149"/>
                </a:lnTo>
                <a:lnTo>
                  <a:pt x="3034651" y="1903726"/>
                </a:lnTo>
                <a:lnTo>
                  <a:pt x="3032434" y="1902427"/>
                </a:lnTo>
                <a:close/>
              </a:path>
              <a:path w="5142230" h="2300604">
                <a:moveTo>
                  <a:pt x="3031908" y="1551736"/>
                </a:moveTo>
                <a:lnTo>
                  <a:pt x="3027762" y="1547299"/>
                </a:lnTo>
                <a:lnTo>
                  <a:pt x="3026783" y="1545566"/>
                </a:lnTo>
                <a:lnTo>
                  <a:pt x="3026231" y="1543607"/>
                </a:lnTo>
                <a:lnTo>
                  <a:pt x="3024561" y="1537323"/>
                </a:lnTo>
                <a:lnTo>
                  <a:pt x="3028370" y="1530844"/>
                </a:lnTo>
                <a:lnTo>
                  <a:pt x="3040947" y="1527495"/>
                </a:lnTo>
                <a:lnTo>
                  <a:pt x="3047476" y="1531258"/>
                </a:lnTo>
                <a:lnTo>
                  <a:pt x="3049101" y="1537592"/>
                </a:lnTo>
                <a:lnTo>
                  <a:pt x="3050771" y="1543876"/>
                </a:lnTo>
                <a:lnTo>
                  <a:pt x="3047057" y="1550359"/>
                </a:lnTo>
                <a:lnTo>
                  <a:pt x="3036339" y="1553157"/>
                </a:lnTo>
                <a:lnTo>
                  <a:pt x="3031908" y="1551736"/>
                </a:lnTo>
                <a:close/>
              </a:path>
              <a:path w="5142230" h="2300604">
                <a:moveTo>
                  <a:pt x="2458842" y="1064572"/>
                </a:moveTo>
                <a:lnTo>
                  <a:pt x="2454651" y="1060086"/>
                </a:lnTo>
                <a:lnTo>
                  <a:pt x="2453533" y="1055468"/>
                </a:lnTo>
                <a:lnTo>
                  <a:pt x="2455145" y="1051133"/>
                </a:lnTo>
                <a:lnTo>
                  <a:pt x="2457337" y="1044976"/>
                </a:lnTo>
                <a:lnTo>
                  <a:pt x="2464144" y="1041803"/>
                </a:lnTo>
                <a:lnTo>
                  <a:pt x="2470301" y="1043996"/>
                </a:lnTo>
                <a:lnTo>
                  <a:pt x="2476414" y="1046239"/>
                </a:lnTo>
                <a:lnTo>
                  <a:pt x="2479581" y="1053050"/>
                </a:lnTo>
                <a:lnTo>
                  <a:pt x="2477339" y="1059154"/>
                </a:lnTo>
                <a:lnTo>
                  <a:pt x="2475151" y="1065316"/>
                </a:lnTo>
                <a:lnTo>
                  <a:pt x="2468339" y="1068483"/>
                </a:lnTo>
                <a:lnTo>
                  <a:pt x="2462231" y="1066245"/>
                </a:lnTo>
                <a:lnTo>
                  <a:pt x="2460364" y="1065615"/>
                </a:lnTo>
                <a:lnTo>
                  <a:pt x="2458842" y="1064572"/>
                </a:lnTo>
                <a:close/>
              </a:path>
              <a:path w="5142230" h="2300604">
                <a:moveTo>
                  <a:pt x="2324266" y="1019627"/>
                </a:moveTo>
                <a:lnTo>
                  <a:pt x="2320116" y="1015185"/>
                </a:lnTo>
                <a:lnTo>
                  <a:pt x="2318948" y="1010806"/>
                </a:lnTo>
                <a:lnTo>
                  <a:pt x="2322231" y="1000343"/>
                </a:lnTo>
                <a:lnTo>
                  <a:pt x="2328819" y="996838"/>
                </a:lnTo>
                <a:lnTo>
                  <a:pt x="2341337" y="1000757"/>
                </a:lnTo>
                <a:lnTo>
                  <a:pt x="2344789" y="1007385"/>
                </a:lnTo>
                <a:lnTo>
                  <a:pt x="2342836" y="1013602"/>
                </a:lnTo>
                <a:lnTo>
                  <a:pt x="2340923" y="1019863"/>
                </a:lnTo>
                <a:lnTo>
                  <a:pt x="2334290" y="1023320"/>
                </a:lnTo>
                <a:lnTo>
                  <a:pt x="2325969" y="1020766"/>
                </a:lnTo>
                <a:lnTo>
                  <a:pt x="2324266" y="1019627"/>
                </a:lnTo>
                <a:close/>
              </a:path>
              <a:path w="5142230" h="2300604">
                <a:moveTo>
                  <a:pt x="1639756" y="831518"/>
                </a:moveTo>
                <a:lnTo>
                  <a:pt x="1635611" y="827081"/>
                </a:lnTo>
                <a:lnTo>
                  <a:pt x="1634432" y="822886"/>
                </a:lnTo>
                <a:lnTo>
                  <a:pt x="1635557" y="818813"/>
                </a:lnTo>
                <a:lnTo>
                  <a:pt x="1637236" y="812497"/>
                </a:lnTo>
                <a:lnTo>
                  <a:pt x="1643788" y="808759"/>
                </a:lnTo>
                <a:lnTo>
                  <a:pt x="1650056" y="810483"/>
                </a:lnTo>
                <a:lnTo>
                  <a:pt x="1656372" y="812161"/>
                </a:lnTo>
                <a:lnTo>
                  <a:pt x="1660110" y="818704"/>
                </a:lnTo>
                <a:lnTo>
                  <a:pt x="1656663" y="831338"/>
                </a:lnTo>
                <a:lnTo>
                  <a:pt x="1650518" y="834827"/>
                </a:lnTo>
                <a:lnTo>
                  <a:pt x="1650160" y="835031"/>
                </a:lnTo>
                <a:lnTo>
                  <a:pt x="1641649" y="832763"/>
                </a:lnTo>
                <a:lnTo>
                  <a:pt x="1639756" y="831518"/>
                </a:lnTo>
                <a:close/>
              </a:path>
              <a:path w="5142230" h="2300604">
                <a:moveTo>
                  <a:pt x="1107235" y="634468"/>
                </a:moveTo>
                <a:lnTo>
                  <a:pt x="1102999" y="629933"/>
                </a:lnTo>
                <a:lnTo>
                  <a:pt x="1102099" y="624473"/>
                </a:lnTo>
                <a:lnTo>
                  <a:pt x="1104568" y="619883"/>
                </a:lnTo>
                <a:lnTo>
                  <a:pt x="1107645" y="614087"/>
                </a:lnTo>
                <a:lnTo>
                  <a:pt x="1114848" y="611924"/>
                </a:lnTo>
                <a:lnTo>
                  <a:pt x="1120591" y="615042"/>
                </a:lnTo>
                <a:lnTo>
                  <a:pt x="1126346" y="618075"/>
                </a:lnTo>
                <a:lnTo>
                  <a:pt x="1128509" y="625278"/>
                </a:lnTo>
                <a:lnTo>
                  <a:pt x="1125476" y="631024"/>
                </a:lnTo>
                <a:lnTo>
                  <a:pt x="1122358" y="636776"/>
                </a:lnTo>
                <a:lnTo>
                  <a:pt x="1115201" y="638988"/>
                </a:lnTo>
                <a:lnTo>
                  <a:pt x="1109453" y="635865"/>
                </a:lnTo>
                <a:lnTo>
                  <a:pt x="1108247" y="635257"/>
                </a:lnTo>
                <a:lnTo>
                  <a:pt x="1107235" y="634468"/>
                </a:lnTo>
                <a:close/>
              </a:path>
              <a:path w="5142230" h="2300604">
                <a:moveTo>
                  <a:pt x="2391786" y="1041370"/>
                </a:moveTo>
                <a:lnTo>
                  <a:pt x="2387646" y="1036938"/>
                </a:lnTo>
                <a:lnTo>
                  <a:pt x="2386525" y="1032415"/>
                </a:lnTo>
                <a:lnTo>
                  <a:pt x="2387899" y="1028119"/>
                </a:lnTo>
                <a:lnTo>
                  <a:pt x="2389948" y="1022102"/>
                </a:lnTo>
                <a:lnTo>
                  <a:pt x="2389997" y="1021958"/>
                </a:lnTo>
                <a:lnTo>
                  <a:pt x="2396670" y="1018546"/>
                </a:lnTo>
                <a:lnTo>
                  <a:pt x="2409090" y="1022750"/>
                </a:lnTo>
                <a:lnTo>
                  <a:pt x="2412452" y="1029379"/>
                </a:lnTo>
                <a:lnTo>
                  <a:pt x="2408390" y="1041648"/>
                </a:lnTo>
                <a:lnTo>
                  <a:pt x="2408343" y="1041792"/>
                </a:lnTo>
                <a:lnTo>
                  <a:pt x="2401623" y="1045156"/>
                </a:lnTo>
                <a:lnTo>
                  <a:pt x="2393449" y="1042466"/>
                </a:lnTo>
                <a:lnTo>
                  <a:pt x="2391786" y="1041370"/>
                </a:lnTo>
                <a:close/>
              </a:path>
              <a:path w="5142230" h="2300604">
                <a:moveTo>
                  <a:pt x="1301371" y="722937"/>
                </a:moveTo>
                <a:lnTo>
                  <a:pt x="1297226" y="718500"/>
                </a:lnTo>
                <a:lnTo>
                  <a:pt x="1296115" y="713694"/>
                </a:lnTo>
                <a:lnTo>
                  <a:pt x="1300201" y="703211"/>
                </a:lnTo>
                <a:lnTo>
                  <a:pt x="1307055" y="700187"/>
                </a:lnTo>
                <a:lnTo>
                  <a:pt x="1319213" y="704991"/>
                </a:lnTo>
                <a:lnTo>
                  <a:pt x="1322233" y="711840"/>
                </a:lnTo>
                <a:lnTo>
                  <a:pt x="1319860" y="717901"/>
                </a:lnTo>
                <a:lnTo>
                  <a:pt x="1317527" y="724006"/>
                </a:lnTo>
                <a:lnTo>
                  <a:pt x="1310628" y="726982"/>
                </a:lnTo>
                <a:lnTo>
                  <a:pt x="1302799" y="723977"/>
                </a:lnTo>
                <a:lnTo>
                  <a:pt x="1301371" y="722937"/>
                </a:lnTo>
                <a:close/>
              </a:path>
              <a:path w="5142230" h="2300604">
                <a:moveTo>
                  <a:pt x="1045408" y="599269"/>
                </a:moveTo>
                <a:lnTo>
                  <a:pt x="1041126" y="594686"/>
                </a:lnTo>
                <a:lnTo>
                  <a:pt x="1040330" y="588946"/>
                </a:lnTo>
                <a:lnTo>
                  <a:pt x="1046534" y="578677"/>
                </a:lnTo>
                <a:lnTo>
                  <a:pt x="1053818" y="576895"/>
                </a:lnTo>
                <a:lnTo>
                  <a:pt x="1059367" y="580294"/>
                </a:lnTo>
                <a:lnTo>
                  <a:pt x="1064965" y="583647"/>
                </a:lnTo>
                <a:lnTo>
                  <a:pt x="1066807" y="590799"/>
                </a:lnTo>
                <a:lnTo>
                  <a:pt x="1060040" y="602128"/>
                </a:lnTo>
                <a:lnTo>
                  <a:pt x="1052757" y="603910"/>
                </a:lnTo>
                <a:lnTo>
                  <a:pt x="1047158" y="600556"/>
                </a:lnTo>
                <a:lnTo>
                  <a:pt x="1046235" y="599958"/>
                </a:lnTo>
                <a:lnTo>
                  <a:pt x="1045408" y="599269"/>
                </a:lnTo>
                <a:close/>
              </a:path>
              <a:path w="5142230" h="2300604">
                <a:moveTo>
                  <a:pt x="827245" y="427506"/>
                </a:moveTo>
                <a:lnTo>
                  <a:pt x="818317" y="417949"/>
                </a:lnTo>
                <a:lnTo>
                  <a:pt x="818522" y="410545"/>
                </a:lnTo>
                <a:lnTo>
                  <a:pt x="828033" y="401568"/>
                </a:lnTo>
                <a:lnTo>
                  <a:pt x="835622" y="401774"/>
                </a:lnTo>
                <a:lnTo>
                  <a:pt x="844464" y="411239"/>
                </a:lnTo>
                <a:lnTo>
                  <a:pt x="844251" y="418733"/>
                </a:lnTo>
                <a:lnTo>
                  <a:pt x="834744" y="427714"/>
                </a:lnTo>
                <a:lnTo>
                  <a:pt x="827245" y="427506"/>
                </a:lnTo>
                <a:close/>
              </a:path>
              <a:path w="5142230" h="2300604">
                <a:moveTo>
                  <a:pt x="3009386" y="1485108"/>
                </a:moveTo>
                <a:lnTo>
                  <a:pt x="3005154" y="1480578"/>
                </a:lnTo>
                <a:lnTo>
                  <a:pt x="3004438" y="1479420"/>
                </a:lnTo>
                <a:lnTo>
                  <a:pt x="3003864" y="1478121"/>
                </a:lnTo>
                <a:lnTo>
                  <a:pt x="3001331" y="1472087"/>
                </a:lnTo>
                <a:lnTo>
                  <a:pt x="3004123" y="1465105"/>
                </a:lnTo>
                <a:lnTo>
                  <a:pt x="3016143" y="1460085"/>
                </a:lnTo>
                <a:lnTo>
                  <a:pt x="3023125" y="1462867"/>
                </a:lnTo>
                <a:lnTo>
                  <a:pt x="3028195" y="1474942"/>
                </a:lnTo>
                <a:lnTo>
                  <a:pt x="3025363" y="1481879"/>
                </a:lnTo>
                <a:lnTo>
                  <a:pt x="3019377" y="1484367"/>
                </a:lnTo>
                <a:lnTo>
                  <a:pt x="3014677" y="1486374"/>
                </a:lnTo>
                <a:lnTo>
                  <a:pt x="3009386" y="1485108"/>
                </a:lnTo>
                <a:close/>
              </a:path>
              <a:path w="5142230" h="2300604">
                <a:moveTo>
                  <a:pt x="780306" y="373643"/>
                </a:moveTo>
                <a:lnTo>
                  <a:pt x="775528" y="368528"/>
                </a:lnTo>
                <a:lnTo>
                  <a:pt x="771495" y="363429"/>
                </a:lnTo>
                <a:lnTo>
                  <a:pt x="772274" y="355954"/>
                </a:lnTo>
                <a:lnTo>
                  <a:pt x="777368" y="351926"/>
                </a:lnTo>
                <a:lnTo>
                  <a:pt x="782465" y="347803"/>
                </a:lnTo>
                <a:lnTo>
                  <a:pt x="789896" y="348623"/>
                </a:lnTo>
                <a:lnTo>
                  <a:pt x="794019" y="353720"/>
                </a:lnTo>
                <a:lnTo>
                  <a:pt x="798047" y="358814"/>
                </a:lnTo>
                <a:lnTo>
                  <a:pt x="797273" y="366294"/>
                </a:lnTo>
                <a:lnTo>
                  <a:pt x="792130" y="370368"/>
                </a:lnTo>
                <a:lnTo>
                  <a:pt x="788477" y="373299"/>
                </a:lnTo>
                <a:lnTo>
                  <a:pt x="787277" y="374263"/>
                </a:lnTo>
                <a:lnTo>
                  <a:pt x="780306" y="373643"/>
                </a:lnTo>
                <a:close/>
              </a:path>
              <a:path w="5142230" h="2300604">
                <a:moveTo>
                  <a:pt x="928466" y="518951"/>
                </a:moveTo>
                <a:lnTo>
                  <a:pt x="923728" y="513880"/>
                </a:lnTo>
                <a:lnTo>
                  <a:pt x="923335" y="507398"/>
                </a:lnTo>
                <a:lnTo>
                  <a:pt x="926989" y="502707"/>
                </a:lnTo>
                <a:lnTo>
                  <a:pt x="931035" y="497558"/>
                </a:lnTo>
                <a:lnTo>
                  <a:pt x="938430" y="496676"/>
                </a:lnTo>
                <a:lnTo>
                  <a:pt x="948729" y="504769"/>
                </a:lnTo>
                <a:lnTo>
                  <a:pt x="949652" y="512208"/>
                </a:lnTo>
                <a:lnTo>
                  <a:pt x="945610" y="517362"/>
                </a:lnTo>
                <a:lnTo>
                  <a:pt x="941513" y="522459"/>
                </a:lnTo>
                <a:lnTo>
                  <a:pt x="934123" y="523345"/>
                </a:lnTo>
                <a:lnTo>
                  <a:pt x="928973" y="519298"/>
                </a:lnTo>
                <a:lnTo>
                  <a:pt x="928466" y="518951"/>
                </a:lnTo>
                <a:close/>
              </a:path>
              <a:path w="5142230" h="2300604">
                <a:moveTo>
                  <a:pt x="2256374" y="998951"/>
                </a:moveTo>
                <a:lnTo>
                  <a:pt x="2252229" y="994514"/>
                </a:lnTo>
                <a:lnTo>
                  <a:pt x="2251003" y="990171"/>
                </a:lnTo>
                <a:lnTo>
                  <a:pt x="2254148" y="979755"/>
                </a:lnTo>
                <a:lnTo>
                  <a:pt x="2260738" y="976156"/>
                </a:lnTo>
                <a:lnTo>
                  <a:pt x="2266995" y="978064"/>
                </a:lnTo>
                <a:lnTo>
                  <a:pt x="2273263" y="979887"/>
                </a:lnTo>
                <a:lnTo>
                  <a:pt x="2276814" y="986523"/>
                </a:lnTo>
                <a:lnTo>
                  <a:pt x="2274946" y="992733"/>
                </a:lnTo>
                <a:lnTo>
                  <a:pt x="2273079" y="999043"/>
                </a:lnTo>
                <a:lnTo>
                  <a:pt x="2266496" y="1002553"/>
                </a:lnTo>
                <a:lnTo>
                  <a:pt x="2260232" y="1000735"/>
                </a:lnTo>
                <a:lnTo>
                  <a:pt x="2258176" y="1000098"/>
                </a:lnTo>
                <a:lnTo>
                  <a:pt x="2256374" y="998951"/>
                </a:lnTo>
                <a:close/>
              </a:path>
              <a:path w="5142230" h="2300604">
                <a:moveTo>
                  <a:pt x="986084" y="561276"/>
                </a:moveTo>
                <a:lnTo>
                  <a:pt x="981151" y="555995"/>
                </a:lnTo>
                <a:lnTo>
                  <a:pt x="980567" y="549994"/>
                </a:lnTo>
                <a:lnTo>
                  <a:pt x="983794" y="545336"/>
                </a:lnTo>
                <a:lnTo>
                  <a:pt x="987473" y="539890"/>
                </a:lnTo>
                <a:lnTo>
                  <a:pt x="994835" y="538583"/>
                </a:lnTo>
                <a:lnTo>
                  <a:pt x="1000231" y="542208"/>
                </a:lnTo>
                <a:lnTo>
                  <a:pt x="1005632" y="545937"/>
                </a:lnTo>
                <a:lnTo>
                  <a:pt x="1006985" y="553348"/>
                </a:lnTo>
                <a:lnTo>
                  <a:pt x="999580" y="564091"/>
                </a:lnTo>
                <a:lnTo>
                  <a:pt x="992268" y="565452"/>
                </a:lnTo>
                <a:lnTo>
                  <a:pt x="986084" y="561276"/>
                </a:lnTo>
                <a:close/>
              </a:path>
              <a:path w="5142230" h="2300604">
                <a:moveTo>
                  <a:pt x="874129" y="473003"/>
                </a:moveTo>
                <a:lnTo>
                  <a:pt x="869254" y="467784"/>
                </a:lnTo>
                <a:lnTo>
                  <a:pt x="869117" y="460893"/>
                </a:lnTo>
                <a:lnTo>
                  <a:pt x="873332" y="456315"/>
                </a:lnTo>
                <a:lnTo>
                  <a:pt x="877698" y="451507"/>
                </a:lnTo>
                <a:lnTo>
                  <a:pt x="885166" y="451095"/>
                </a:lnTo>
                <a:lnTo>
                  <a:pt x="894833" y="459880"/>
                </a:lnTo>
                <a:lnTo>
                  <a:pt x="895186" y="467393"/>
                </a:lnTo>
                <a:lnTo>
                  <a:pt x="886411" y="477060"/>
                </a:lnTo>
                <a:lnTo>
                  <a:pt x="878983" y="477417"/>
                </a:lnTo>
                <a:lnTo>
                  <a:pt x="874129" y="473003"/>
                </a:lnTo>
                <a:close/>
              </a:path>
              <a:path w="5142230" h="2300604">
                <a:moveTo>
                  <a:pt x="1368081" y="747821"/>
                </a:moveTo>
                <a:lnTo>
                  <a:pt x="1363890" y="743335"/>
                </a:lnTo>
                <a:lnTo>
                  <a:pt x="1362773" y="738718"/>
                </a:lnTo>
                <a:lnTo>
                  <a:pt x="1364335" y="734428"/>
                </a:lnTo>
                <a:lnTo>
                  <a:pt x="1366528" y="728271"/>
                </a:lnTo>
                <a:lnTo>
                  <a:pt x="1373294" y="725055"/>
                </a:lnTo>
                <a:lnTo>
                  <a:pt x="1385608" y="729439"/>
                </a:lnTo>
                <a:lnTo>
                  <a:pt x="1388778" y="736157"/>
                </a:lnTo>
                <a:lnTo>
                  <a:pt x="1386631" y="742363"/>
                </a:lnTo>
                <a:lnTo>
                  <a:pt x="1384439" y="748520"/>
                </a:lnTo>
                <a:lnTo>
                  <a:pt x="1377668" y="751731"/>
                </a:lnTo>
                <a:lnTo>
                  <a:pt x="1371516" y="749543"/>
                </a:lnTo>
                <a:lnTo>
                  <a:pt x="1369698" y="748868"/>
                </a:lnTo>
                <a:lnTo>
                  <a:pt x="1368081" y="747821"/>
                </a:lnTo>
                <a:close/>
              </a:path>
              <a:path w="5142230" h="2300604">
                <a:moveTo>
                  <a:pt x="2051913" y="939211"/>
                </a:moveTo>
                <a:lnTo>
                  <a:pt x="2047768" y="934774"/>
                </a:lnTo>
                <a:lnTo>
                  <a:pt x="2046584" y="930575"/>
                </a:lnTo>
                <a:lnTo>
                  <a:pt x="2049446" y="920149"/>
                </a:lnTo>
                <a:lnTo>
                  <a:pt x="2055945" y="916452"/>
                </a:lnTo>
                <a:lnTo>
                  <a:pt x="2068571" y="919997"/>
                </a:lnTo>
                <a:lnTo>
                  <a:pt x="2072268" y="926497"/>
                </a:lnTo>
                <a:lnTo>
                  <a:pt x="2068771" y="939077"/>
                </a:lnTo>
                <a:lnTo>
                  <a:pt x="2062267" y="942769"/>
                </a:lnTo>
                <a:lnTo>
                  <a:pt x="2055959" y="941001"/>
                </a:lnTo>
                <a:lnTo>
                  <a:pt x="2053760" y="940407"/>
                </a:lnTo>
                <a:lnTo>
                  <a:pt x="2051913" y="939211"/>
                </a:lnTo>
                <a:close/>
              </a:path>
              <a:path w="5142230" h="2300604">
                <a:moveTo>
                  <a:pt x="3045460" y="1620982"/>
                </a:moveTo>
                <a:lnTo>
                  <a:pt x="3041315" y="1616545"/>
                </a:lnTo>
                <a:lnTo>
                  <a:pt x="3040207" y="1614284"/>
                </a:lnTo>
                <a:lnTo>
                  <a:pt x="3039824" y="1611820"/>
                </a:lnTo>
                <a:lnTo>
                  <a:pt x="3038910" y="1605369"/>
                </a:lnTo>
                <a:lnTo>
                  <a:pt x="3043412" y="1599338"/>
                </a:lnTo>
                <a:lnTo>
                  <a:pt x="3049909" y="1598473"/>
                </a:lnTo>
                <a:lnTo>
                  <a:pt x="3056409" y="1597514"/>
                </a:lnTo>
                <a:lnTo>
                  <a:pt x="3062341" y="1602007"/>
                </a:lnTo>
                <a:lnTo>
                  <a:pt x="3064218" y="1614964"/>
                </a:lnTo>
                <a:lnTo>
                  <a:pt x="3059671" y="1620947"/>
                </a:lnTo>
                <a:lnTo>
                  <a:pt x="3053215" y="1621855"/>
                </a:lnTo>
                <a:lnTo>
                  <a:pt x="3049233" y="1622480"/>
                </a:lnTo>
                <a:lnTo>
                  <a:pt x="3045460" y="1620982"/>
                </a:lnTo>
                <a:close/>
              </a:path>
              <a:path w="5142230" h="2300604">
                <a:moveTo>
                  <a:pt x="2913101" y="2300034"/>
                </a:moveTo>
                <a:lnTo>
                  <a:pt x="2915179" y="2293010"/>
                </a:lnTo>
                <a:lnTo>
                  <a:pt x="2921766" y="2289504"/>
                </a:lnTo>
                <a:lnTo>
                  <a:pt x="2934299" y="2293146"/>
                </a:lnTo>
                <a:lnTo>
                  <a:pt x="2937850" y="2299782"/>
                </a:lnTo>
                <a:lnTo>
                  <a:pt x="2937776" y="2300034"/>
                </a:lnTo>
                <a:lnTo>
                  <a:pt x="2913101" y="2300034"/>
                </a:lnTo>
                <a:close/>
              </a:path>
              <a:path w="5142230" h="2300604">
                <a:moveTo>
                  <a:pt x="2833945" y="1260843"/>
                </a:moveTo>
                <a:lnTo>
                  <a:pt x="2829208" y="1255772"/>
                </a:lnTo>
                <a:lnTo>
                  <a:pt x="2828912" y="1249200"/>
                </a:lnTo>
                <a:lnTo>
                  <a:pt x="2832660" y="1244512"/>
                </a:lnTo>
                <a:lnTo>
                  <a:pt x="2836797" y="1239460"/>
                </a:lnTo>
                <a:lnTo>
                  <a:pt x="2844189" y="1238673"/>
                </a:lnTo>
                <a:lnTo>
                  <a:pt x="2854388" y="1246951"/>
                </a:lnTo>
                <a:lnTo>
                  <a:pt x="2855126" y="1254388"/>
                </a:lnTo>
                <a:lnTo>
                  <a:pt x="2851029" y="1259484"/>
                </a:lnTo>
                <a:lnTo>
                  <a:pt x="2846892" y="1264537"/>
                </a:lnTo>
                <a:lnTo>
                  <a:pt x="2839455" y="1265275"/>
                </a:lnTo>
                <a:lnTo>
                  <a:pt x="2834407" y="1261142"/>
                </a:lnTo>
                <a:lnTo>
                  <a:pt x="2833945" y="1260843"/>
                </a:lnTo>
                <a:close/>
              </a:path>
              <a:path w="5142230" h="2300604">
                <a:moveTo>
                  <a:pt x="2938035" y="2244265"/>
                </a:moveTo>
                <a:lnTo>
                  <a:pt x="2933890" y="2239827"/>
                </a:lnTo>
                <a:lnTo>
                  <a:pt x="2932722" y="2235449"/>
                </a:lnTo>
                <a:lnTo>
                  <a:pt x="2933994" y="2231239"/>
                </a:lnTo>
                <a:lnTo>
                  <a:pt x="2935956" y="2225032"/>
                </a:lnTo>
                <a:lnTo>
                  <a:pt x="2942543" y="2221526"/>
                </a:lnTo>
                <a:lnTo>
                  <a:pt x="2955061" y="2225347"/>
                </a:lnTo>
                <a:lnTo>
                  <a:pt x="2958517" y="2231979"/>
                </a:lnTo>
                <a:lnTo>
                  <a:pt x="2954697" y="2244506"/>
                </a:lnTo>
                <a:lnTo>
                  <a:pt x="2948064" y="2247963"/>
                </a:lnTo>
                <a:lnTo>
                  <a:pt x="2939748" y="2245413"/>
                </a:lnTo>
                <a:lnTo>
                  <a:pt x="2938035" y="2244265"/>
                </a:lnTo>
                <a:close/>
              </a:path>
              <a:path w="5142230" h="2300604">
                <a:moveTo>
                  <a:pt x="3051370" y="1691332"/>
                </a:moveTo>
                <a:lnTo>
                  <a:pt x="3047225" y="1686895"/>
                </a:lnTo>
                <a:lnTo>
                  <a:pt x="3046043" y="1684164"/>
                </a:lnTo>
                <a:lnTo>
                  <a:pt x="3045954" y="1681234"/>
                </a:lnTo>
                <a:lnTo>
                  <a:pt x="3045708" y="1674715"/>
                </a:lnTo>
                <a:lnTo>
                  <a:pt x="3050805" y="1669223"/>
                </a:lnTo>
                <a:lnTo>
                  <a:pt x="3063847" y="1668718"/>
                </a:lnTo>
                <a:lnTo>
                  <a:pt x="3069339" y="1673815"/>
                </a:lnTo>
                <a:lnTo>
                  <a:pt x="3069844" y="1686867"/>
                </a:lnTo>
                <a:lnTo>
                  <a:pt x="3064747" y="1692359"/>
                </a:lnTo>
                <a:lnTo>
                  <a:pt x="3058219" y="1692604"/>
                </a:lnTo>
                <a:lnTo>
                  <a:pt x="3054630" y="1692770"/>
                </a:lnTo>
                <a:lnTo>
                  <a:pt x="3051370" y="1691332"/>
                </a:lnTo>
                <a:close/>
              </a:path>
              <a:path w="5142230" h="2300604">
                <a:moveTo>
                  <a:pt x="1777085" y="867681"/>
                </a:moveTo>
                <a:lnTo>
                  <a:pt x="1772940" y="863244"/>
                </a:lnTo>
                <a:lnTo>
                  <a:pt x="1771712" y="859095"/>
                </a:lnTo>
                <a:lnTo>
                  <a:pt x="1772695" y="855064"/>
                </a:lnTo>
                <a:lnTo>
                  <a:pt x="1774373" y="848748"/>
                </a:lnTo>
                <a:lnTo>
                  <a:pt x="1780835" y="844912"/>
                </a:lnTo>
                <a:lnTo>
                  <a:pt x="1793470" y="848175"/>
                </a:lnTo>
                <a:lnTo>
                  <a:pt x="1797260" y="854578"/>
                </a:lnTo>
                <a:lnTo>
                  <a:pt x="1794043" y="867263"/>
                </a:lnTo>
                <a:lnTo>
                  <a:pt x="1787650" y="871073"/>
                </a:lnTo>
                <a:lnTo>
                  <a:pt x="1781226" y="869475"/>
                </a:lnTo>
                <a:lnTo>
                  <a:pt x="1779027" y="868881"/>
                </a:lnTo>
                <a:lnTo>
                  <a:pt x="1777085" y="867681"/>
                </a:lnTo>
                <a:close/>
              </a:path>
              <a:path w="5142230" h="2300604">
                <a:moveTo>
                  <a:pt x="2959089" y="2176485"/>
                </a:moveTo>
                <a:lnTo>
                  <a:pt x="2954944" y="2172048"/>
                </a:lnTo>
                <a:lnTo>
                  <a:pt x="2953771" y="2167664"/>
                </a:lnTo>
                <a:lnTo>
                  <a:pt x="2955048" y="2163459"/>
                </a:lnTo>
                <a:lnTo>
                  <a:pt x="2957001" y="2157242"/>
                </a:lnTo>
                <a:lnTo>
                  <a:pt x="2963637" y="2153691"/>
                </a:lnTo>
                <a:lnTo>
                  <a:pt x="2969854" y="2155654"/>
                </a:lnTo>
                <a:lnTo>
                  <a:pt x="2976115" y="2157567"/>
                </a:lnTo>
                <a:lnTo>
                  <a:pt x="2979617" y="2164248"/>
                </a:lnTo>
                <a:lnTo>
                  <a:pt x="2977659" y="2170460"/>
                </a:lnTo>
                <a:lnTo>
                  <a:pt x="2975742" y="2176716"/>
                </a:lnTo>
                <a:lnTo>
                  <a:pt x="2969109" y="2180173"/>
                </a:lnTo>
                <a:lnTo>
                  <a:pt x="2960797" y="2177629"/>
                </a:lnTo>
                <a:lnTo>
                  <a:pt x="2959089" y="2176485"/>
                </a:lnTo>
                <a:close/>
              </a:path>
              <a:path w="5142230" h="2300604">
                <a:moveTo>
                  <a:pt x="1983381" y="920686"/>
                </a:moveTo>
                <a:lnTo>
                  <a:pt x="1979236" y="916248"/>
                </a:lnTo>
                <a:lnTo>
                  <a:pt x="1978054" y="912148"/>
                </a:lnTo>
                <a:lnTo>
                  <a:pt x="1980817" y="901714"/>
                </a:lnTo>
                <a:lnTo>
                  <a:pt x="1987270" y="897969"/>
                </a:lnTo>
                <a:lnTo>
                  <a:pt x="1999903" y="901325"/>
                </a:lnTo>
                <a:lnTo>
                  <a:pt x="2003649" y="907779"/>
                </a:lnTo>
                <a:lnTo>
                  <a:pt x="2000292" y="920411"/>
                </a:lnTo>
                <a:lnTo>
                  <a:pt x="1994075" y="924020"/>
                </a:lnTo>
                <a:lnTo>
                  <a:pt x="1993838" y="924157"/>
                </a:lnTo>
                <a:lnTo>
                  <a:pt x="1985323" y="921885"/>
                </a:lnTo>
                <a:lnTo>
                  <a:pt x="1983381" y="920686"/>
                </a:lnTo>
                <a:close/>
              </a:path>
              <a:path w="5142230" h="2300604">
                <a:moveTo>
                  <a:pt x="1914684" y="902862"/>
                </a:moveTo>
                <a:lnTo>
                  <a:pt x="1910494" y="898377"/>
                </a:lnTo>
                <a:lnTo>
                  <a:pt x="1909307" y="894271"/>
                </a:lnTo>
                <a:lnTo>
                  <a:pt x="1911980" y="883839"/>
                </a:lnTo>
                <a:lnTo>
                  <a:pt x="1918433" y="880093"/>
                </a:lnTo>
                <a:lnTo>
                  <a:pt x="1931118" y="883311"/>
                </a:lnTo>
                <a:lnTo>
                  <a:pt x="1934958" y="889767"/>
                </a:lnTo>
                <a:lnTo>
                  <a:pt x="1933300" y="896007"/>
                </a:lnTo>
                <a:lnTo>
                  <a:pt x="1931647" y="902448"/>
                </a:lnTo>
                <a:lnTo>
                  <a:pt x="1925234" y="906238"/>
                </a:lnTo>
                <a:lnTo>
                  <a:pt x="1918994" y="904641"/>
                </a:lnTo>
                <a:lnTo>
                  <a:pt x="1916626" y="904062"/>
                </a:lnTo>
                <a:lnTo>
                  <a:pt x="1914684" y="902862"/>
                </a:lnTo>
                <a:close/>
              </a:path>
              <a:path w="5142230" h="2300604">
                <a:moveTo>
                  <a:pt x="1845882" y="885220"/>
                </a:moveTo>
                <a:lnTo>
                  <a:pt x="1841741" y="880788"/>
                </a:lnTo>
                <a:lnTo>
                  <a:pt x="1840510" y="876733"/>
                </a:lnTo>
                <a:lnTo>
                  <a:pt x="1843179" y="866296"/>
                </a:lnTo>
                <a:lnTo>
                  <a:pt x="1849587" y="862501"/>
                </a:lnTo>
                <a:lnTo>
                  <a:pt x="1862271" y="865718"/>
                </a:lnTo>
                <a:lnTo>
                  <a:pt x="1866111" y="872175"/>
                </a:lnTo>
                <a:lnTo>
                  <a:pt x="1862844" y="884806"/>
                </a:lnTo>
                <a:lnTo>
                  <a:pt x="1856441" y="888605"/>
                </a:lnTo>
                <a:lnTo>
                  <a:pt x="1850121" y="887021"/>
                </a:lnTo>
                <a:lnTo>
                  <a:pt x="1847828" y="886424"/>
                </a:lnTo>
                <a:lnTo>
                  <a:pt x="1845882" y="885220"/>
                </a:lnTo>
                <a:close/>
              </a:path>
              <a:path w="5142230" h="2300604">
                <a:moveTo>
                  <a:pt x="2716842" y="1180939"/>
                </a:moveTo>
                <a:lnTo>
                  <a:pt x="2712611" y="1176410"/>
                </a:lnTo>
                <a:lnTo>
                  <a:pt x="2711766" y="1170716"/>
                </a:lnTo>
                <a:lnTo>
                  <a:pt x="2714424" y="1166132"/>
                </a:lnTo>
                <a:lnTo>
                  <a:pt x="2717732" y="1160486"/>
                </a:lnTo>
                <a:lnTo>
                  <a:pt x="2724973" y="1158560"/>
                </a:lnTo>
                <a:lnTo>
                  <a:pt x="2736266" y="1165077"/>
                </a:lnTo>
                <a:lnTo>
                  <a:pt x="2738191" y="1172319"/>
                </a:lnTo>
                <a:lnTo>
                  <a:pt x="2734888" y="1177970"/>
                </a:lnTo>
                <a:lnTo>
                  <a:pt x="2731625" y="1183666"/>
                </a:lnTo>
                <a:lnTo>
                  <a:pt x="2724428" y="1185541"/>
                </a:lnTo>
                <a:lnTo>
                  <a:pt x="2718737" y="1182283"/>
                </a:lnTo>
                <a:lnTo>
                  <a:pt x="2717714" y="1181677"/>
                </a:lnTo>
                <a:lnTo>
                  <a:pt x="2716842" y="1180939"/>
                </a:lnTo>
                <a:close/>
              </a:path>
              <a:path w="5142230" h="2300604">
                <a:moveTo>
                  <a:pt x="2654535" y="1147377"/>
                </a:moveTo>
                <a:lnTo>
                  <a:pt x="2650303" y="1142847"/>
                </a:lnTo>
                <a:lnTo>
                  <a:pt x="2649446" y="1137531"/>
                </a:lnTo>
                <a:lnTo>
                  <a:pt x="2651673" y="1132975"/>
                </a:lnTo>
                <a:lnTo>
                  <a:pt x="2654705" y="1127130"/>
                </a:lnTo>
                <a:lnTo>
                  <a:pt x="2661775" y="1124826"/>
                </a:lnTo>
                <a:lnTo>
                  <a:pt x="2673472" y="1130700"/>
                </a:lnTo>
                <a:lnTo>
                  <a:pt x="2675780" y="1137766"/>
                </a:lnTo>
                <a:lnTo>
                  <a:pt x="2669901" y="1149458"/>
                </a:lnTo>
                <a:lnTo>
                  <a:pt x="2662787" y="1151812"/>
                </a:lnTo>
                <a:lnTo>
                  <a:pt x="2656943" y="1148880"/>
                </a:lnTo>
                <a:lnTo>
                  <a:pt x="2655686" y="1148219"/>
                </a:lnTo>
                <a:lnTo>
                  <a:pt x="2654535" y="1147377"/>
                </a:lnTo>
                <a:close/>
              </a:path>
              <a:path w="5142230" h="2300604">
                <a:moveTo>
                  <a:pt x="3043834" y="1832426"/>
                </a:moveTo>
                <a:lnTo>
                  <a:pt x="3039734" y="1828037"/>
                </a:lnTo>
                <a:lnTo>
                  <a:pt x="3038484" y="1824549"/>
                </a:lnTo>
                <a:lnTo>
                  <a:pt x="3039720" y="1814436"/>
                </a:lnTo>
                <a:lnTo>
                  <a:pt x="3045687" y="1809876"/>
                </a:lnTo>
                <a:lnTo>
                  <a:pt x="3052175" y="1810663"/>
                </a:lnTo>
                <a:lnTo>
                  <a:pt x="3058656" y="1811540"/>
                </a:lnTo>
                <a:lnTo>
                  <a:pt x="3063274" y="1817461"/>
                </a:lnTo>
                <a:lnTo>
                  <a:pt x="3062392" y="1823946"/>
                </a:lnTo>
                <a:lnTo>
                  <a:pt x="3061605" y="1830434"/>
                </a:lnTo>
                <a:lnTo>
                  <a:pt x="3055638" y="1834995"/>
                </a:lnTo>
                <a:lnTo>
                  <a:pt x="3049105" y="1834158"/>
                </a:lnTo>
                <a:lnTo>
                  <a:pt x="3046285" y="1833779"/>
                </a:lnTo>
                <a:lnTo>
                  <a:pt x="3043834" y="1832426"/>
                </a:lnTo>
                <a:close/>
              </a:path>
              <a:path w="5142230" h="2300604">
                <a:moveTo>
                  <a:pt x="2776748" y="1218480"/>
                </a:moveTo>
                <a:lnTo>
                  <a:pt x="2772471" y="1213902"/>
                </a:lnTo>
                <a:lnTo>
                  <a:pt x="2771876" y="1207791"/>
                </a:lnTo>
                <a:lnTo>
                  <a:pt x="2778683" y="1197679"/>
                </a:lnTo>
                <a:lnTo>
                  <a:pt x="2786053" y="1196283"/>
                </a:lnTo>
                <a:lnTo>
                  <a:pt x="2796845" y="1203632"/>
                </a:lnTo>
                <a:lnTo>
                  <a:pt x="2798247" y="1210998"/>
                </a:lnTo>
                <a:lnTo>
                  <a:pt x="2794621" y="1216402"/>
                </a:lnTo>
                <a:lnTo>
                  <a:pt x="2790897" y="1221799"/>
                </a:lnTo>
                <a:lnTo>
                  <a:pt x="2783573" y="1223245"/>
                </a:lnTo>
                <a:lnTo>
                  <a:pt x="2777438" y="1219023"/>
                </a:lnTo>
                <a:lnTo>
                  <a:pt x="2776748" y="1218480"/>
                </a:lnTo>
                <a:close/>
              </a:path>
              <a:path w="5142230" h="2300604">
                <a:moveTo>
                  <a:pt x="2886405" y="1307714"/>
                </a:moveTo>
                <a:lnTo>
                  <a:pt x="2881754" y="1302736"/>
                </a:lnTo>
                <a:lnTo>
                  <a:pt x="2881813" y="1295467"/>
                </a:lnTo>
                <a:lnTo>
                  <a:pt x="2886313" y="1290999"/>
                </a:lnTo>
                <a:lnTo>
                  <a:pt x="2890909" y="1286340"/>
                </a:lnTo>
                <a:lnTo>
                  <a:pt x="2898369" y="1286311"/>
                </a:lnTo>
                <a:lnTo>
                  <a:pt x="2907687" y="1295503"/>
                </a:lnTo>
                <a:lnTo>
                  <a:pt x="2907668" y="1303009"/>
                </a:lnTo>
                <a:lnTo>
                  <a:pt x="2898524" y="1312281"/>
                </a:lnTo>
                <a:lnTo>
                  <a:pt x="2890965" y="1312302"/>
                </a:lnTo>
                <a:lnTo>
                  <a:pt x="2886405" y="1307714"/>
                </a:lnTo>
                <a:close/>
              </a:path>
              <a:path w="5142230" h="2300604">
                <a:moveTo>
                  <a:pt x="1170721" y="666555"/>
                </a:moveTo>
                <a:lnTo>
                  <a:pt x="1166535" y="662074"/>
                </a:lnTo>
                <a:lnTo>
                  <a:pt x="1165531" y="656894"/>
                </a:lnTo>
                <a:lnTo>
                  <a:pt x="1167669" y="652340"/>
                </a:lnTo>
                <a:lnTo>
                  <a:pt x="1170512" y="646488"/>
                </a:lnTo>
                <a:lnTo>
                  <a:pt x="1177538" y="643942"/>
                </a:lnTo>
                <a:lnTo>
                  <a:pt x="1189384" y="649585"/>
                </a:lnTo>
                <a:lnTo>
                  <a:pt x="1191882" y="656657"/>
                </a:lnTo>
                <a:lnTo>
                  <a:pt x="1189080" y="662553"/>
                </a:lnTo>
                <a:lnTo>
                  <a:pt x="1186242" y="668410"/>
                </a:lnTo>
                <a:lnTo>
                  <a:pt x="1179170" y="670907"/>
                </a:lnTo>
                <a:lnTo>
                  <a:pt x="1173269" y="668110"/>
                </a:lnTo>
                <a:lnTo>
                  <a:pt x="1171922" y="667450"/>
                </a:lnTo>
                <a:lnTo>
                  <a:pt x="1170721" y="666555"/>
                </a:lnTo>
                <a:close/>
              </a:path>
              <a:path w="5142230" h="2300604">
                <a:moveTo>
                  <a:pt x="2188275" y="978835"/>
                </a:moveTo>
                <a:lnTo>
                  <a:pt x="2184129" y="974398"/>
                </a:lnTo>
                <a:lnTo>
                  <a:pt x="2182954" y="970109"/>
                </a:lnTo>
                <a:lnTo>
                  <a:pt x="2184131" y="965895"/>
                </a:lnTo>
                <a:lnTo>
                  <a:pt x="2185999" y="959685"/>
                </a:lnTo>
                <a:lnTo>
                  <a:pt x="2192585" y="956080"/>
                </a:lnTo>
                <a:lnTo>
                  <a:pt x="2205118" y="959722"/>
                </a:lnTo>
                <a:lnTo>
                  <a:pt x="2208713" y="966307"/>
                </a:lnTo>
                <a:lnTo>
                  <a:pt x="2206846" y="972617"/>
                </a:lnTo>
                <a:lnTo>
                  <a:pt x="2205028" y="978881"/>
                </a:lnTo>
                <a:lnTo>
                  <a:pt x="2198442" y="982486"/>
                </a:lnTo>
                <a:lnTo>
                  <a:pt x="2192132" y="980619"/>
                </a:lnTo>
                <a:lnTo>
                  <a:pt x="2190077" y="979982"/>
                </a:lnTo>
                <a:lnTo>
                  <a:pt x="2188275" y="978835"/>
                </a:lnTo>
                <a:close/>
              </a:path>
              <a:path w="5142230" h="2300604">
                <a:moveTo>
                  <a:pt x="1235486" y="696004"/>
                </a:moveTo>
                <a:lnTo>
                  <a:pt x="1231296" y="691518"/>
                </a:lnTo>
                <a:lnTo>
                  <a:pt x="1230285" y="686526"/>
                </a:lnTo>
                <a:lnTo>
                  <a:pt x="1232231" y="682061"/>
                </a:lnTo>
                <a:lnTo>
                  <a:pt x="1234749" y="676056"/>
                </a:lnTo>
                <a:lnTo>
                  <a:pt x="1241732" y="673268"/>
                </a:lnTo>
                <a:lnTo>
                  <a:pt x="1247737" y="675885"/>
                </a:lnTo>
                <a:lnTo>
                  <a:pt x="1253742" y="678402"/>
                </a:lnTo>
                <a:lnTo>
                  <a:pt x="1256457" y="685219"/>
                </a:lnTo>
                <a:lnTo>
                  <a:pt x="1253909" y="691386"/>
                </a:lnTo>
                <a:lnTo>
                  <a:pt x="1251347" y="697441"/>
                </a:lnTo>
                <a:lnTo>
                  <a:pt x="1244408" y="700179"/>
                </a:lnTo>
                <a:lnTo>
                  <a:pt x="1236823" y="696946"/>
                </a:lnTo>
                <a:lnTo>
                  <a:pt x="1235486" y="696004"/>
                </a:lnTo>
                <a:close/>
              </a:path>
              <a:path w="5142230" h="2300604">
                <a:moveTo>
                  <a:pt x="3017375" y="1971738"/>
                </a:moveTo>
                <a:lnTo>
                  <a:pt x="3013185" y="1967252"/>
                </a:lnTo>
                <a:lnTo>
                  <a:pt x="3011995" y="1963241"/>
                </a:lnTo>
                <a:lnTo>
                  <a:pt x="3012933" y="1959260"/>
                </a:lnTo>
                <a:lnTo>
                  <a:pt x="3014471" y="1952892"/>
                </a:lnTo>
                <a:lnTo>
                  <a:pt x="3020837" y="1948954"/>
                </a:lnTo>
                <a:lnTo>
                  <a:pt x="3033578" y="1952036"/>
                </a:lnTo>
                <a:lnTo>
                  <a:pt x="3037511" y="1958397"/>
                </a:lnTo>
                <a:lnTo>
                  <a:pt x="3035972" y="1964765"/>
                </a:lnTo>
                <a:lnTo>
                  <a:pt x="3034483" y="1971088"/>
                </a:lnTo>
                <a:lnTo>
                  <a:pt x="3028121" y="1975031"/>
                </a:lnTo>
                <a:lnTo>
                  <a:pt x="3021749" y="1973487"/>
                </a:lnTo>
                <a:lnTo>
                  <a:pt x="3019412" y="1972940"/>
                </a:lnTo>
                <a:lnTo>
                  <a:pt x="3017375" y="1971738"/>
                </a:lnTo>
                <a:close/>
              </a:path>
              <a:path w="5142230" h="2300604">
                <a:moveTo>
                  <a:pt x="2590562" y="1117114"/>
                </a:moveTo>
                <a:lnTo>
                  <a:pt x="2586367" y="1112624"/>
                </a:lnTo>
                <a:lnTo>
                  <a:pt x="2585315" y="1107588"/>
                </a:lnTo>
                <a:lnTo>
                  <a:pt x="2589968" y="1097125"/>
                </a:lnTo>
                <a:lnTo>
                  <a:pt x="2596952" y="1094435"/>
                </a:lnTo>
                <a:lnTo>
                  <a:pt x="2608902" y="1099799"/>
                </a:lnTo>
                <a:lnTo>
                  <a:pt x="2611591" y="1106783"/>
                </a:lnTo>
                <a:lnTo>
                  <a:pt x="2606272" y="1118683"/>
                </a:lnTo>
                <a:lnTo>
                  <a:pt x="2599288" y="1121372"/>
                </a:lnTo>
                <a:lnTo>
                  <a:pt x="2593340" y="1118720"/>
                </a:lnTo>
                <a:lnTo>
                  <a:pt x="2591805" y="1118054"/>
                </a:lnTo>
                <a:lnTo>
                  <a:pt x="2590562" y="1117114"/>
                </a:lnTo>
                <a:close/>
              </a:path>
              <a:path w="5142230" h="2300604">
                <a:moveTo>
                  <a:pt x="1708388" y="849858"/>
                </a:moveTo>
                <a:lnTo>
                  <a:pt x="1704243" y="845421"/>
                </a:lnTo>
                <a:lnTo>
                  <a:pt x="1703015" y="841272"/>
                </a:lnTo>
                <a:lnTo>
                  <a:pt x="1704046" y="837195"/>
                </a:lnTo>
                <a:lnTo>
                  <a:pt x="1705725" y="830879"/>
                </a:lnTo>
                <a:lnTo>
                  <a:pt x="1712050" y="827191"/>
                </a:lnTo>
                <a:lnTo>
                  <a:pt x="1712227" y="827088"/>
                </a:lnTo>
                <a:lnTo>
                  <a:pt x="1724819" y="830401"/>
                </a:lnTo>
                <a:lnTo>
                  <a:pt x="1728606" y="836898"/>
                </a:lnTo>
                <a:lnTo>
                  <a:pt x="1725347" y="849539"/>
                </a:lnTo>
                <a:lnTo>
                  <a:pt x="1719022" y="853227"/>
                </a:lnTo>
                <a:lnTo>
                  <a:pt x="1718845" y="853330"/>
                </a:lnTo>
                <a:lnTo>
                  <a:pt x="1712529" y="851652"/>
                </a:lnTo>
                <a:lnTo>
                  <a:pt x="1710282" y="851103"/>
                </a:lnTo>
                <a:lnTo>
                  <a:pt x="1708388" y="849858"/>
                </a:lnTo>
                <a:close/>
              </a:path>
              <a:path w="5142230" h="2300604">
                <a:moveTo>
                  <a:pt x="2979854" y="2108591"/>
                </a:moveTo>
                <a:lnTo>
                  <a:pt x="2975714" y="2104159"/>
                </a:lnTo>
                <a:lnTo>
                  <a:pt x="2974488" y="2099817"/>
                </a:lnTo>
                <a:lnTo>
                  <a:pt x="2977628" y="2089396"/>
                </a:lnTo>
                <a:lnTo>
                  <a:pt x="2984218" y="2085796"/>
                </a:lnTo>
                <a:lnTo>
                  <a:pt x="2990484" y="2087714"/>
                </a:lnTo>
                <a:lnTo>
                  <a:pt x="2996748" y="2089532"/>
                </a:lnTo>
                <a:lnTo>
                  <a:pt x="3000299" y="2096168"/>
                </a:lnTo>
                <a:lnTo>
                  <a:pt x="2998481" y="2102432"/>
                </a:lnTo>
                <a:lnTo>
                  <a:pt x="2996568" y="2108693"/>
                </a:lnTo>
                <a:lnTo>
                  <a:pt x="2990026" y="2112247"/>
                </a:lnTo>
                <a:lnTo>
                  <a:pt x="2983717" y="2110380"/>
                </a:lnTo>
                <a:lnTo>
                  <a:pt x="2981661" y="2109743"/>
                </a:lnTo>
                <a:lnTo>
                  <a:pt x="2979854" y="2108591"/>
                </a:lnTo>
                <a:close/>
              </a:path>
              <a:path w="5142230" h="2300604">
                <a:moveTo>
                  <a:pt x="2999552" y="2040435"/>
                </a:moveTo>
                <a:lnTo>
                  <a:pt x="2995362" y="2035949"/>
                </a:lnTo>
                <a:lnTo>
                  <a:pt x="2994183" y="2031754"/>
                </a:lnTo>
                <a:lnTo>
                  <a:pt x="2995361" y="2027640"/>
                </a:lnTo>
                <a:lnTo>
                  <a:pt x="2997035" y="2021319"/>
                </a:lnTo>
                <a:lnTo>
                  <a:pt x="3003117" y="2017859"/>
                </a:lnTo>
                <a:lnTo>
                  <a:pt x="3003534" y="2017622"/>
                </a:lnTo>
                <a:lnTo>
                  <a:pt x="3016168" y="2021078"/>
                </a:lnTo>
                <a:lnTo>
                  <a:pt x="3019911" y="2027626"/>
                </a:lnTo>
                <a:lnTo>
                  <a:pt x="3018133" y="2033934"/>
                </a:lnTo>
                <a:lnTo>
                  <a:pt x="3016409" y="2040201"/>
                </a:lnTo>
                <a:lnTo>
                  <a:pt x="3010328" y="2043661"/>
                </a:lnTo>
                <a:lnTo>
                  <a:pt x="3009910" y="2043899"/>
                </a:lnTo>
                <a:lnTo>
                  <a:pt x="3001444" y="2041580"/>
                </a:lnTo>
                <a:lnTo>
                  <a:pt x="2999552" y="2040435"/>
                </a:lnTo>
                <a:close/>
              </a:path>
              <a:path w="5142230" h="2300604">
                <a:moveTo>
                  <a:pt x="2120126" y="958765"/>
                </a:moveTo>
                <a:lnTo>
                  <a:pt x="2115981" y="954327"/>
                </a:lnTo>
                <a:lnTo>
                  <a:pt x="2114760" y="949990"/>
                </a:lnTo>
                <a:lnTo>
                  <a:pt x="2117900" y="939569"/>
                </a:lnTo>
                <a:lnTo>
                  <a:pt x="2124490" y="935969"/>
                </a:lnTo>
                <a:lnTo>
                  <a:pt x="2130751" y="937882"/>
                </a:lnTo>
                <a:lnTo>
                  <a:pt x="2137011" y="939695"/>
                </a:lnTo>
                <a:lnTo>
                  <a:pt x="2140615" y="946290"/>
                </a:lnTo>
                <a:lnTo>
                  <a:pt x="2138702" y="952551"/>
                </a:lnTo>
                <a:lnTo>
                  <a:pt x="2136884" y="958816"/>
                </a:lnTo>
                <a:lnTo>
                  <a:pt x="2130293" y="962415"/>
                </a:lnTo>
                <a:lnTo>
                  <a:pt x="2123984" y="960548"/>
                </a:lnTo>
                <a:lnTo>
                  <a:pt x="2121924" y="959907"/>
                </a:lnTo>
                <a:lnTo>
                  <a:pt x="2120126" y="958765"/>
                </a:lnTo>
                <a:close/>
              </a:path>
              <a:path w="5142230" h="2300604">
                <a:moveTo>
                  <a:pt x="2937622" y="1364594"/>
                </a:moveTo>
                <a:lnTo>
                  <a:pt x="2932798" y="1359430"/>
                </a:lnTo>
                <a:lnTo>
                  <a:pt x="2928720" y="1354282"/>
                </a:lnTo>
                <a:lnTo>
                  <a:pt x="2929593" y="1346810"/>
                </a:lnTo>
                <a:lnTo>
                  <a:pt x="2939830" y="1338708"/>
                </a:lnTo>
                <a:lnTo>
                  <a:pt x="2947261" y="1339528"/>
                </a:lnTo>
                <a:lnTo>
                  <a:pt x="2955408" y="1349813"/>
                </a:lnTo>
                <a:lnTo>
                  <a:pt x="2954539" y="1357191"/>
                </a:lnTo>
                <a:lnTo>
                  <a:pt x="2949446" y="1361318"/>
                </a:lnTo>
                <a:lnTo>
                  <a:pt x="2944547" y="1365164"/>
                </a:lnTo>
                <a:lnTo>
                  <a:pt x="2937622" y="1364594"/>
                </a:lnTo>
                <a:close/>
              </a:path>
              <a:path w="5142230" h="2300604">
                <a:moveTo>
                  <a:pt x="1125074" y="498733"/>
                </a:moveTo>
                <a:lnTo>
                  <a:pt x="1121020" y="494394"/>
                </a:lnTo>
                <a:lnTo>
                  <a:pt x="1120211" y="489031"/>
                </a:lnTo>
                <a:lnTo>
                  <a:pt x="1122580" y="484627"/>
                </a:lnTo>
                <a:lnTo>
                  <a:pt x="1125647" y="479114"/>
                </a:lnTo>
                <a:lnTo>
                  <a:pt x="1132563" y="477036"/>
                </a:lnTo>
                <a:lnTo>
                  <a:pt x="1138077" y="480103"/>
                </a:lnTo>
                <a:lnTo>
                  <a:pt x="1143639" y="483125"/>
                </a:lnTo>
                <a:lnTo>
                  <a:pt x="1145623" y="490038"/>
                </a:lnTo>
                <a:lnTo>
                  <a:pt x="1142601" y="495600"/>
                </a:lnTo>
                <a:lnTo>
                  <a:pt x="1139578" y="501063"/>
                </a:lnTo>
                <a:lnTo>
                  <a:pt x="1132661" y="503141"/>
                </a:lnTo>
                <a:lnTo>
                  <a:pt x="1126040" y="499474"/>
                </a:lnTo>
                <a:lnTo>
                  <a:pt x="1125074" y="498733"/>
                </a:lnTo>
                <a:close/>
              </a:path>
              <a:path w="5142230" h="2300604">
                <a:moveTo>
                  <a:pt x="1518493" y="663002"/>
                </a:moveTo>
                <a:lnTo>
                  <a:pt x="1514490" y="658716"/>
                </a:lnTo>
                <a:lnTo>
                  <a:pt x="1513355" y="654471"/>
                </a:lnTo>
                <a:lnTo>
                  <a:pt x="1516625" y="644385"/>
                </a:lnTo>
                <a:lnTo>
                  <a:pt x="1523017" y="641062"/>
                </a:lnTo>
                <a:lnTo>
                  <a:pt x="1535023" y="644921"/>
                </a:lnTo>
                <a:lnTo>
                  <a:pt x="1538342" y="651309"/>
                </a:lnTo>
                <a:lnTo>
                  <a:pt x="1536395" y="657337"/>
                </a:lnTo>
                <a:lnTo>
                  <a:pt x="1534492" y="663315"/>
                </a:lnTo>
                <a:lnTo>
                  <a:pt x="1528100" y="666638"/>
                </a:lnTo>
                <a:lnTo>
                  <a:pt x="1522076" y="664687"/>
                </a:lnTo>
                <a:lnTo>
                  <a:pt x="1520156" y="664097"/>
                </a:lnTo>
                <a:lnTo>
                  <a:pt x="1518493" y="663002"/>
                </a:lnTo>
                <a:close/>
              </a:path>
              <a:path w="5142230" h="2300604">
                <a:moveTo>
                  <a:pt x="1586471" y="684063"/>
                </a:moveTo>
                <a:lnTo>
                  <a:pt x="1582463" y="679772"/>
                </a:lnTo>
                <a:lnTo>
                  <a:pt x="1581325" y="675621"/>
                </a:lnTo>
                <a:lnTo>
                  <a:pt x="1584317" y="665530"/>
                </a:lnTo>
                <a:lnTo>
                  <a:pt x="1590666" y="662064"/>
                </a:lnTo>
                <a:lnTo>
                  <a:pt x="1596693" y="663922"/>
                </a:lnTo>
                <a:lnTo>
                  <a:pt x="1602723" y="665685"/>
                </a:lnTo>
                <a:lnTo>
                  <a:pt x="1606189" y="672035"/>
                </a:lnTo>
                <a:lnTo>
                  <a:pt x="1602569" y="684091"/>
                </a:lnTo>
                <a:lnTo>
                  <a:pt x="1596219" y="687558"/>
                </a:lnTo>
                <a:lnTo>
                  <a:pt x="1588175" y="685202"/>
                </a:lnTo>
                <a:lnTo>
                  <a:pt x="1586471" y="684063"/>
                </a:lnTo>
                <a:close/>
              </a:path>
              <a:path w="5142230" h="2300604">
                <a:moveTo>
                  <a:pt x="3092527" y="2261656"/>
                </a:moveTo>
                <a:lnTo>
                  <a:pt x="3088518" y="2257365"/>
                </a:lnTo>
                <a:lnTo>
                  <a:pt x="3087373" y="2253696"/>
                </a:lnTo>
                <a:lnTo>
                  <a:pt x="3089361" y="2243703"/>
                </a:lnTo>
                <a:lnTo>
                  <a:pt x="3095403" y="2239712"/>
                </a:lnTo>
                <a:lnTo>
                  <a:pt x="3101539" y="2241002"/>
                </a:lnTo>
                <a:lnTo>
                  <a:pt x="3107732" y="2242256"/>
                </a:lnTo>
                <a:lnTo>
                  <a:pt x="3111724" y="2248288"/>
                </a:lnTo>
                <a:lnTo>
                  <a:pt x="3109233" y="2260577"/>
                </a:lnTo>
                <a:lnTo>
                  <a:pt x="3103191" y="2264569"/>
                </a:lnTo>
                <a:lnTo>
                  <a:pt x="3097052" y="2263373"/>
                </a:lnTo>
                <a:lnTo>
                  <a:pt x="3094662" y="2262867"/>
                </a:lnTo>
                <a:lnTo>
                  <a:pt x="3092527" y="2261656"/>
                </a:lnTo>
                <a:close/>
              </a:path>
              <a:path w="5142230" h="2300604">
                <a:moveTo>
                  <a:pt x="1188158" y="531661"/>
                </a:moveTo>
                <a:lnTo>
                  <a:pt x="1184104" y="527322"/>
                </a:lnTo>
                <a:lnTo>
                  <a:pt x="1183191" y="522239"/>
                </a:lnTo>
                <a:lnTo>
                  <a:pt x="1188159" y="512211"/>
                </a:lnTo>
                <a:lnTo>
                  <a:pt x="1194987" y="509941"/>
                </a:lnTo>
                <a:lnTo>
                  <a:pt x="1200649" y="512679"/>
                </a:lnTo>
                <a:lnTo>
                  <a:pt x="1206317" y="515520"/>
                </a:lnTo>
                <a:lnTo>
                  <a:pt x="1208586" y="522348"/>
                </a:lnTo>
                <a:lnTo>
                  <a:pt x="1205844" y="528014"/>
                </a:lnTo>
                <a:lnTo>
                  <a:pt x="1203003" y="533673"/>
                </a:lnTo>
                <a:lnTo>
                  <a:pt x="1196179" y="535947"/>
                </a:lnTo>
                <a:lnTo>
                  <a:pt x="1190513" y="533205"/>
                </a:lnTo>
                <a:lnTo>
                  <a:pt x="1189261" y="532549"/>
                </a:lnTo>
                <a:lnTo>
                  <a:pt x="1188158" y="531661"/>
                </a:lnTo>
                <a:close/>
              </a:path>
              <a:path w="5142230" h="2300604">
                <a:moveTo>
                  <a:pt x="3101466" y="1247430"/>
                </a:moveTo>
                <a:lnTo>
                  <a:pt x="3097003" y="1242652"/>
                </a:lnTo>
                <a:lnTo>
                  <a:pt x="3092817" y="1237878"/>
                </a:lnTo>
                <a:lnTo>
                  <a:pt x="3093397" y="1230679"/>
                </a:lnTo>
                <a:lnTo>
                  <a:pt x="3097504" y="1227158"/>
                </a:lnTo>
                <a:lnTo>
                  <a:pt x="3102225" y="1223024"/>
                </a:lnTo>
                <a:lnTo>
                  <a:pt x="3102927" y="1222407"/>
                </a:lnTo>
                <a:lnTo>
                  <a:pt x="3110135" y="1222987"/>
                </a:lnTo>
                <a:lnTo>
                  <a:pt x="3114263" y="1227797"/>
                </a:lnTo>
                <a:lnTo>
                  <a:pt x="3118403" y="1232522"/>
                </a:lnTo>
                <a:lnTo>
                  <a:pt x="3117823" y="1239721"/>
                </a:lnTo>
                <a:lnTo>
                  <a:pt x="3113716" y="1243242"/>
                </a:lnTo>
                <a:lnTo>
                  <a:pt x="3108991" y="1247372"/>
                </a:lnTo>
                <a:lnTo>
                  <a:pt x="3108439" y="1247856"/>
                </a:lnTo>
                <a:lnTo>
                  <a:pt x="3101466" y="1247430"/>
                </a:lnTo>
                <a:close/>
              </a:path>
              <a:path w="5142230" h="2300604">
                <a:moveTo>
                  <a:pt x="1451044" y="640552"/>
                </a:moveTo>
                <a:lnTo>
                  <a:pt x="1446986" y="636208"/>
                </a:lnTo>
                <a:lnTo>
                  <a:pt x="1445912" y="631833"/>
                </a:lnTo>
                <a:lnTo>
                  <a:pt x="1449371" y="621753"/>
                </a:lnTo>
                <a:lnTo>
                  <a:pt x="1455900" y="618576"/>
                </a:lnTo>
                <a:lnTo>
                  <a:pt x="1467797" y="622711"/>
                </a:lnTo>
                <a:lnTo>
                  <a:pt x="1470929" y="629191"/>
                </a:lnTo>
                <a:lnTo>
                  <a:pt x="1468886" y="635117"/>
                </a:lnTo>
                <a:lnTo>
                  <a:pt x="1466840" y="641137"/>
                </a:lnTo>
                <a:lnTo>
                  <a:pt x="1460355" y="644264"/>
                </a:lnTo>
                <a:lnTo>
                  <a:pt x="1454388" y="642177"/>
                </a:lnTo>
                <a:lnTo>
                  <a:pt x="1452567" y="641595"/>
                </a:lnTo>
                <a:lnTo>
                  <a:pt x="1451044" y="640552"/>
                </a:lnTo>
                <a:close/>
              </a:path>
              <a:path w="5142230" h="2300604">
                <a:moveTo>
                  <a:pt x="3107970" y="2192269"/>
                </a:moveTo>
                <a:lnTo>
                  <a:pt x="3103962" y="2187978"/>
                </a:lnTo>
                <a:lnTo>
                  <a:pt x="3102819" y="2184115"/>
                </a:lnTo>
                <a:lnTo>
                  <a:pt x="3105233" y="2174090"/>
                </a:lnTo>
                <a:lnTo>
                  <a:pt x="3111408" y="2170339"/>
                </a:lnTo>
                <a:lnTo>
                  <a:pt x="3123676" y="2173306"/>
                </a:lnTo>
                <a:lnTo>
                  <a:pt x="3127431" y="2179477"/>
                </a:lnTo>
                <a:lnTo>
                  <a:pt x="3125899" y="2185656"/>
                </a:lnTo>
                <a:lnTo>
                  <a:pt x="3124416" y="2191790"/>
                </a:lnTo>
                <a:lnTo>
                  <a:pt x="3118245" y="2195546"/>
                </a:lnTo>
                <a:lnTo>
                  <a:pt x="3109912" y="2193468"/>
                </a:lnTo>
                <a:lnTo>
                  <a:pt x="3107970" y="2192269"/>
                </a:lnTo>
                <a:close/>
              </a:path>
              <a:path w="5142230" h="2300604">
                <a:moveTo>
                  <a:pt x="891050" y="339413"/>
                </a:moveTo>
                <a:lnTo>
                  <a:pt x="886165" y="334184"/>
                </a:lnTo>
                <a:lnTo>
                  <a:pt x="885963" y="327811"/>
                </a:lnTo>
                <a:lnTo>
                  <a:pt x="889709" y="323317"/>
                </a:lnTo>
                <a:lnTo>
                  <a:pt x="893791" y="318498"/>
                </a:lnTo>
                <a:lnTo>
                  <a:pt x="900939" y="317939"/>
                </a:lnTo>
                <a:lnTo>
                  <a:pt x="905757" y="322022"/>
                </a:lnTo>
                <a:lnTo>
                  <a:pt x="910624" y="326058"/>
                </a:lnTo>
                <a:lnTo>
                  <a:pt x="911180" y="333300"/>
                </a:lnTo>
                <a:lnTo>
                  <a:pt x="903064" y="342891"/>
                </a:lnTo>
                <a:lnTo>
                  <a:pt x="895863" y="343491"/>
                </a:lnTo>
                <a:lnTo>
                  <a:pt x="891050" y="339413"/>
                </a:lnTo>
                <a:close/>
              </a:path>
              <a:path w="5142230" h="2300604">
                <a:moveTo>
                  <a:pt x="3178484" y="1364771"/>
                </a:moveTo>
                <a:lnTo>
                  <a:pt x="3174380" y="1360378"/>
                </a:lnTo>
                <a:lnTo>
                  <a:pt x="3173703" y="1359458"/>
                </a:lnTo>
                <a:lnTo>
                  <a:pt x="3173173" y="1358401"/>
                </a:lnTo>
                <a:lnTo>
                  <a:pt x="3170492" y="1352697"/>
                </a:lnTo>
                <a:lnTo>
                  <a:pt x="3172796" y="1345878"/>
                </a:lnTo>
                <a:lnTo>
                  <a:pt x="3178555" y="1343147"/>
                </a:lnTo>
                <a:lnTo>
                  <a:pt x="3184218" y="1340413"/>
                </a:lnTo>
                <a:lnTo>
                  <a:pt x="3191029" y="1342816"/>
                </a:lnTo>
                <a:lnTo>
                  <a:pt x="3193768" y="1348485"/>
                </a:lnTo>
                <a:lnTo>
                  <a:pt x="3196449" y="1354189"/>
                </a:lnTo>
                <a:lnTo>
                  <a:pt x="3194045" y="1361000"/>
                </a:lnTo>
                <a:lnTo>
                  <a:pt x="3188386" y="1363739"/>
                </a:lnTo>
                <a:lnTo>
                  <a:pt x="3183774" y="1365938"/>
                </a:lnTo>
                <a:lnTo>
                  <a:pt x="3178484" y="1364771"/>
                </a:lnTo>
                <a:close/>
              </a:path>
              <a:path w="5142230" h="2300604">
                <a:moveTo>
                  <a:pt x="1063493" y="463114"/>
                </a:moveTo>
                <a:lnTo>
                  <a:pt x="1059398" y="458730"/>
                </a:lnTo>
                <a:lnTo>
                  <a:pt x="1058644" y="453134"/>
                </a:lnTo>
                <a:lnTo>
                  <a:pt x="1061433" y="448592"/>
                </a:lnTo>
                <a:lnTo>
                  <a:pt x="1064766" y="443266"/>
                </a:lnTo>
                <a:lnTo>
                  <a:pt x="1071536" y="441618"/>
                </a:lnTo>
                <a:lnTo>
                  <a:pt x="1071685" y="441582"/>
                </a:lnTo>
                <a:lnTo>
                  <a:pt x="1077102" y="444839"/>
                </a:lnTo>
                <a:lnTo>
                  <a:pt x="1082466" y="448138"/>
                </a:lnTo>
                <a:lnTo>
                  <a:pt x="1084164" y="455135"/>
                </a:lnTo>
                <a:lnTo>
                  <a:pt x="1080865" y="460499"/>
                </a:lnTo>
                <a:lnTo>
                  <a:pt x="1077608" y="465907"/>
                </a:lnTo>
                <a:lnTo>
                  <a:pt x="1070615" y="467610"/>
                </a:lnTo>
                <a:lnTo>
                  <a:pt x="1065202" y="464357"/>
                </a:lnTo>
                <a:lnTo>
                  <a:pt x="1064278" y="463759"/>
                </a:lnTo>
                <a:lnTo>
                  <a:pt x="1063493" y="463114"/>
                </a:lnTo>
                <a:close/>
              </a:path>
              <a:path w="5142230" h="2300604">
                <a:moveTo>
                  <a:pt x="1003624" y="424635"/>
                </a:moveTo>
                <a:lnTo>
                  <a:pt x="999524" y="420246"/>
                </a:lnTo>
                <a:lnTo>
                  <a:pt x="998923" y="414325"/>
                </a:lnTo>
                <a:lnTo>
                  <a:pt x="1005485" y="404634"/>
                </a:lnTo>
                <a:lnTo>
                  <a:pt x="1012612" y="403271"/>
                </a:lnTo>
                <a:lnTo>
                  <a:pt x="1023041" y="410330"/>
                </a:lnTo>
                <a:lnTo>
                  <a:pt x="1024399" y="417453"/>
                </a:lnTo>
                <a:lnTo>
                  <a:pt x="1017345" y="427887"/>
                </a:lnTo>
                <a:lnTo>
                  <a:pt x="1010266" y="429204"/>
                </a:lnTo>
                <a:lnTo>
                  <a:pt x="1004313" y="425177"/>
                </a:lnTo>
                <a:lnTo>
                  <a:pt x="1003624" y="424635"/>
                </a:lnTo>
                <a:close/>
              </a:path>
              <a:path w="5142230" h="2300604">
                <a:moveTo>
                  <a:pt x="946842" y="384084"/>
                </a:moveTo>
                <a:lnTo>
                  <a:pt x="941674" y="378553"/>
                </a:lnTo>
                <a:lnTo>
                  <a:pt x="941285" y="372565"/>
                </a:lnTo>
                <a:lnTo>
                  <a:pt x="948500" y="363085"/>
                </a:lnTo>
                <a:lnTo>
                  <a:pt x="955615" y="362100"/>
                </a:lnTo>
                <a:lnTo>
                  <a:pt x="960632" y="365906"/>
                </a:lnTo>
                <a:lnTo>
                  <a:pt x="965697" y="369666"/>
                </a:lnTo>
                <a:lnTo>
                  <a:pt x="966679" y="376876"/>
                </a:lnTo>
                <a:lnTo>
                  <a:pt x="959067" y="386908"/>
                </a:lnTo>
                <a:lnTo>
                  <a:pt x="951907" y="387845"/>
                </a:lnTo>
                <a:lnTo>
                  <a:pt x="946842" y="384084"/>
                </a:lnTo>
                <a:close/>
              </a:path>
              <a:path w="5142230" h="2300604">
                <a:moveTo>
                  <a:pt x="3143943" y="1303555"/>
                </a:moveTo>
                <a:lnTo>
                  <a:pt x="3139287" y="1298571"/>
                </a:lnTo>
                <a:lnTo>
                  <a:pt x="3138975" y="1298041"/>
                </a:lnTo>
                <a:lnTo>
                  <a:pt x="3135425" y="1292774"/>
                </a:lnTo>
                <a:lnTo>
                  <a:pt x="3136936" y="1285692"/>
                </a:lnTo>
                <a:lnTo>
                  <a:pt x="3142158" y="1282193"/>
                </a:lnTo>
                <a:lnTo>
                  <a:pt x="3147422" y="1278737"/>
                </a:lnTo>
                <a:lnTo>
                  <a:pt x="3154502" y="1280158"/>
                </a:lnTo>
                <a:lnTo>
                  <a:pt x="3161459" y="1290734"/>
                </a:lnTo>
                <a:lnTo>
                  <a:pt x="3159993" y="1297765"/>
                </a:lnTo>
                <a:lnTo>
                  <a:pt x="3154775" y="1301270"/>
                </a:lnTo>
                <a:lnTo>
                  <a:pt x="3149991" y="1304360"/>
                </a:lnTo>
                <a:lnTo>
                  <a:pt x="3143943" y="1303555"/>
                </a:lnTo>
                <a:close/>
              </a:path>
              <a:path w="5142230" h="2300604">
                <a:moveTo>
                  <a:pt x="1654724" y="703853"/>
                </a:moveTo>
                <a:lnTo>
                  <a:pt x="1650715" y="699563"/>
                </a:lnTo>
                <a:lnTo>
                  <a:pt x="1649627" y="695466"/>
                </a:lnTo>
                <a:lnTo>
                  <a:pt x="1650708" y="691442"/>
                </a:lnTo>
                <a:lnTo>
                  <a:pt x="1652377" y="685409"/>
                </a:lnTo>
                <a:lnTo>
                  <a:pt x="1658681" y="681894"/>
                </a:lnTo>
                <a:lnTo>
                  <a:pt x="1664760" y="683612"/>
                </a:lnTo>
                <a:lnTo>
                  <a:pt x="1670838" y="685230"/>
                </a:lnTo>
                <a:lnTo>
                  <a:pt x="1674398" y="691583"/>
                </a:lnTo>
                <a:lnTo>
                  <a:pt x="1671012" y="703695"/>
                </a:lnTo>
                <a:lnTo>
                  <a:pt x="1664663" y="707260"/>
                </a:lnTo>
                <a:lnTo>
                  <a:pt x="1658585" y="705543"/>
                </a:lnTo>
                <a:lnTo>
                  <a:pt x="1656526" y="705001"/>
                </a:lnTo>
                <a:lnTo>
                  <a:pt x="1654724" y="703853"/>
                </a:lnTo>
                <a:close/>
              </a:path>
              <a:path w="5142230" h="2300604">
                <a:moveTo>
                  <a:pt x="3125748" y="2123523"/>
                </a:moveTo>
                <a:lnTo>
                  <a:pt x="3121740" y="2119232"/>
                </a:lnTo>
                <a:lnTo>
                  <a:pt x="3120598" y="2115176"/>
                </a:lnTo>
                <a:lnTo>
                  <a:pt x="3123353" y="2105124"/>
                </a:lnTo>
                <a:lnTo>
                  <a:pt x="3129254" y="2101764"/>
                </a:lnTo>
                <a:lnTo>
                  <a:pt x="3129611" y="2101561"/>
                </a:lnTo>
                <a:lnTo>
                  <a:pt x="3135693" y="2103184"/>
                </a:lnTo>
                <a:lnTo>
                  <a:pt x="3141768" y="2104897"/>
                </a:lnTo>
                <a:lnTo>
                  <a:pt x="3145331" y="2111155"/>
                </a:lnTo>
                <a:lnTo>
                  <a:pt x="3143708" y="2117237"/>
                </a:lnTo>
                <a:lnTo>
                  <a:pt x="3142039" y="2123271"/>
                </a:lnTo>
                <a:lnTo>
                  <a:pt x="3135732" y="2126880"/>
                </a:lnTo>
                <a:lnTo>
                  <a:pt x="3129703" y="2125216"/>
                </a:lnTo>
                <a:lnTo>
                  <a:pt x="3127546" y="2124666"/>
                </a:lnTo>
                <a:lnTo>
                  <a:pt x="3125748" y="2123523"/>
                </a:lnTo>
                <a:close/>
              </a:path>
              <a:path w="5142230" h="2300604">
                <a:moveTo>
                  <a:pt x="1929960" y="774453"/>
                </a:moveTo>
                <a:lnTo>
                  <a:pt x="1925952" y="770162"/>
                </a:lnTo>
                <a:lnTo>
                  <a:pt x="1924763" y="766250"/>
                </a:lnTo>
                <a:lnTo>
                  <a:pt x="1925744" y="762413"/>
                </a:lnTo>
                <a:lnTo>
                  <a:pt x="1927177" y="756225"/>
                </a:lnTo>
                <a:lnTo>
                  <a:pt x="1933352" y="752474"/>
                </a:lnTo>
                <a:lnTo>
                  <a:pt x="1945620" y="755441"/>
                </a:lnTo>
                <a:lnTo>
                  <a:pt x="1949376" y="761612"/>
                </a:lnTo>
                <a:lnTo>
                  <a:pt x="1947892" y="767746"/>
                </a:lnTo>
                <a:lnTo>
                  <a:pt x="1946458" y="773834"/>
                </a:lnTo>
                <a:lnTo>
                  <a:pt x="1940287" y="777590"/>
                </a:lnTo>
                <a:lnTo>
                  <a:pt x="1934153" y="776106"/>
                </a:lnTo>
                <a:lnTo>
                  <a:pt x="1931857" y="775603"/>
                </a:lnTo>
                <a:lnTo>
                  <a:pt x="1929960" y="774453"/>
                </a:lnTo>
                <a:close/>
              </a:path>
              <a:path w="5142230" h="2300604">
                <a:moveTo>
                  <a:pt x="3164245" y="1986835"/>
                </a:moveTo>
                <a:lnTo>
                  <a:pt x="3160241" y="1982549"/>
                </a:lnTo>
                <a:lnTo>
                  <a:pt x="3159103" y="1978399"/>
                </a:lnTo>
                <a:lnTo>
                  <a:pt x="3161944" y="1968440"/>
                </a:lnTo>
                <a:lnTo>
                  <a:pt x="3168252" y="1964830"/>
                </a:lnTo>
                <a:lnTo>
                  <a:pt x="3174286" y="1966598"/>
                </a:lnTo>
                <a:lnTo>
                  <a:pt x="3180368" y="1968222"/>
                </a:lnTo>
                <a:lnTo>
                  <a:pt x="3183924" y="1974570"/>
                </a:lnTo>
                <a:lnTo>
                  <a:pt x="3180494" y="1986732"/>
                </a:lnTo>
                <a:lnTo>
                  <a:pt x="3174185" y="1990242"/>
                </a:lnTo>
                <a:lnTo>
                  <a:pt x="3168111" y="1988529"/>
                </a:lnTo>
                <a:lnTo>
                  <a:pt x="3166052" y="1987987"/>
                </a:lnTo>
                <a:lnTo>
                  <a:pt x="3164245" y="1986835"/>
                </a:lnTo>
                <a:close/>
              </a:path>
              <a:path w="5142230" h="2300604">
                <a:moveTo>
                  <a:pt x="3183005" y="1918359"/>
                </a:moveTo>
                <a:lnTo>
                  <a:pt x="3179001" y="1914073"/>
                </a:lnTo>
                <a:lnTo>
                  <a:pt x="3177816" y="1910067"/>
                </a:lnTo>
                <a:lnTo>
                  <a:pt x="3178831" y="1906365"/>
                </a:lnTo>
                <a:lnTo>
                  <a:pt x="3180423" y="1900053"/>
                </a:lnTo>
                <a:lnTo>
                  <a:pt x="3186680" y="1896390"/>
                </a:lnTo>
                <a:lnTo>
                  <a:pt x="3192766" y="1898018"/>
                </a:lnTo>
                <a:lnTo>
                  <a:pt x="3198897" y="1899596"/>
                </a:lnTo>
                <a:lnTo>
                  <a:pt x="3202510" y="1905809"/>
                </a:lnTo>
                <a:lnTo>
                  <a:pt x="3199353" y="1917971"/>
                </a:lnTo>
                <a:lnTo>
                  <a:pt x="3193273" y="1921530"/>
                </a:lnTo>
                <a:lnTo>
                  <a:pt x="3193095" y="1921634"/>
                </a:lnTo>
                <a:lnTo>
                  <a:pt x="3184812" y="1919511"/>
                </a:lnTo>
                <a:lnTo>
                  <a:pt x="3183005" y="1918359"/>
                </a:lnTo>
                <a:close/>
              </a:path>
              <a:path w="5142230" h="2300604">
                <a:moveTo>
                  <a:pt x="3144836" y="2055105"/>
                </a:moveTo>
                <a:lnTo>
                  <a:pt x="3140828" y="2050814"/>
                </a:lnTo>
                <a:lnTo>
                  <a:pt x="3139735" y="2046713"/>
                </a:lnTo>
                <a:lnTo>
                  <a:pt x="3142584" y="2036664"/>
                </a:lnTo>
                <a:lnTo>
                  <a:pt x="3148884" y="2033144"/>
                </a:lnTo>
                <a:lnTo>
                  <a:pt x="3154967" y="2034867"/>
                </a:lnTo>
                <a:lnTo>
                  <a:pt x="3160997" y="2036630"/>
                </a:lnTo>
                <a:lnTo>
                  <a:pt x="3164507" y="2042929"/>
                </a:lnTo>
                <a:lnTo>
                  <a:pt x="3162794" y="2049013"/>
                </a:lnTo>
                <a:lnTo>
                  <a:pt x="3161027" y="2055038"/>
                </a:lnTo>
                <a:lnTo>
                  <a:pt x="3154723" y="2058553"/>
                </a:lnTo>
                <a:lnTo>
                  <a:pt x="3148697" y="2056795"/>
                </a:lnTo>
                <a:lnTo>
                  <a:pt x="3146634" y="2056248"/>
                </a:lnTo>
                <a:lnTo>
                  <a:pt x="3144836" y="2055105"/>
                </a:lnTo>
                <a:close/>
              </a:path>
              <a:path w="5142230" h="2300604">
                <a:moveTo>
                  <a:pt x="1998985" y="790965"/>
                </a:moveTo>
                <a:lnTo>
                  <a:pt x="1994972" y="786670"/>
                </a:lnTo>
                <a:lnTo>
                  <a:pt x="1993788" y="782763"/>
                </a:lnTo>
                <a:lnTo>
                  <a:pt x="1996207" y="772742"/>
                </a:lnTo>
                <a:lnTo>
                  <a:pt x="2002377" y="768987"/>
                </a:lnTo>
                <a:lnTo>
                  <a:pt x="2014600" y="771905"/>
                </a:lnTo>
                <a:lnTo>
                  <a:pt x="2018355" y="778076"/>
                </a:lnTo>
                <a:lnTo>
                  <a:pt x="2016920" y="784164"/>
                </a:lnTo>
                <a:lnTo>
                  <a:pt x="2015437" y="790298"/>
                </a:lnTo>
                <a:lnTo>
                  <a:pt x="2009312" y="794102"/>
                </a:lnTo>
                <a:lnTo>
                  <a:pt x="2003219" y="792663"/>
                </a:lnTo>
                <a:lnTo>
                  <a:pt x="2000931" y="792070"/>
                </a:lnTo>
                <a:lnTo>
                  <a:pt x="1998985" y="790965"/>
                </a:lnTo>
                <a:close/>
              </a:path>
              <a:path w="5142230" h="2300604">
                <a:moveTo>
                  <a:pt x="2067963" y="807330"/>
                </a:moveTo>
                <a:lnTo>
                  <a:pt x="2064005" y="803093"/>
                </a:lnTo>
                <a:lnTo>
                  <a:pt x="2063609" y="801789"/>
                </a:lnTo>
                <a:lnTo>
                  <a:pt x="2062834" y="799102"/>
                </a:lnTo>
                <a:lnTo>
                  <a:pt x="2063698" y="795335"/>
                </a:lnTo>
                <a:lnTo>
                  <a:pt x="2065181" y="789201"/>
                </a:lnTo>
                <a:lnTo>
                  <a:pt x="2071357" y="785450"/>
                </a:lnTo>
                <a:lnTo>
                  <a:pt x="2077489" y="786835"/>
                </a:lnTo>
                <a:lnTo>
                  <a:pt x="2083623" y="788318"/>
                </a:lnTo>
                <a:lnTo>
                  <a:pt x="2087383" y="794494"/>
                </a:lnTo>
                <a:lnTo>
                  <a:pt x="2085900" y="800628"/>
                </a:lnTo>
                <a:lnTo>
                  <a:pt x="2084511" y="806765"/>
                </a:lnTo>
                <a:lnTo>
                  <a:pt x="2078340" y="810520"/>
                </a:lnTo>
                <a:lnTo>
                  <a:pt x="2072157" y="809082"/>
                </a:lnTo>
                <a:lnTo>
                  <a:pt x="2069910" y="808534"/>
                </a:lnTo>
                <a:lnTo>
                  <a:pt x="2067963" y="807330"/>
                </a:lnTo>
                <a:close/>
              </a:path>
              <a:path w="5142230" h="2300604">
                <a:moveTo>
                  <a:pt x="3214199" y="1780011"/>
                </a:moveTo>
                <a:lnTo>
                  <a:pt x="3210236" y="1775768"/>
                </a:lnTo>
                <a:lnTo>
                  <a:pt x="3208993" y="1772190"/>
                </a:lnTo>
                <a:lnTo>
                  <a:pt x="3209684" y="1768531"/>
                </a:lnTo>
                <a:lnTo>
                  <a:pt x="3210789" y="1762285"/>
                </a:lnTo>
                <a:lnTo>
                  <a:pt x="3216694" y="1758148"/>
                </a:lnTo>
                <a:lnTo>
                  <a:pt x="3222890" y="1759208"/>
                </a:lnTo>
                <a:lnTo>
                  <a:pt x="3229082" y="1760363"/>
                </a:lnTo>
                <a:lnTo>
                  <a:pt x="3233225" y="1766264"/>
                </a:lnTo>
                <a:lnTo>
                  <a:pt x="3232159" y="1772455"/>
                </a:lnTo>
                <a:lnTo>
                  <a:pt x="3231055" y="1778701"/>
                </a:lnTo>
                <a:lnTo>
                  <a:pt x="3225149" y="1782838"/>
                </a:lnTo>
                <a:lnTo>
                  <a:pt x="3216379" y="1781270"/>
                </a:lnTo>
                <a:lnTo>
                  <a:pt x="3214199" y="1780011"/>
                </a:lnTo>
                <a:close/>
              </a:path>
              <a:path w="5142230" h="2300604">
                <a:moveTo>
                  <a:pt x="2274610" y="858363"/>
                </a:moveTo>
                <a:lnTo>
                  <a:pt x="2270601" y="854072"/>
                </a:lnTo>
                <a:lnTo>
                  <a:pt x="2269466" y="850120"/>
                </a:lnTo>
                <a:lnTo>
                  <a:pt x="2272073" y="840106"/>
                </a:lnTo>
                <a:lnTo>
                  <a:pt x="2278157" y="836551"/>
                </a:lnTo>
                <a:lnTo>
                  <a:pt x="2278335" y="836448"/>
                </a:lnTo>
                <a:lnTo>
                  <a:pt x="2284415" y="837972"/>
                </a:lnTo>
                <a:lnTo>
                  <a:pt x="2290502" y="839600"/>
                </a:lnTo>
                <a:lnTo>
                  <a:pt x="2294160" y="845862"/>
                </a:lnTo>
                <a:lnTo>
                  <a:pt x="2292597" y="851716"/>
                </a:lnTo>
                <a:lnTo>
                  <a:pt x="2291007" y="858029"/>
                </a:lnTo>
                <a:lnTo>
                  <a:pt x="2284746" y="861687"/>
                </a:lnTo>
                <a:lnTo>
                  <a:pt x="2278781" y="860091"/>
                </a:lnTo>
                <a:lnTo>
                  <a:pt x="2276511" y="859518"/>
                </a:lnTo>
                <a:lnTo>
                  <a:pt x="2274610" y="858363"/>
                </a:lnTo>
                <a:close/>
              </a:path>
              <a:path w="5142230" h="2300604">
                <a:moveTo>
                  <a:pt x="2205859" y="840873"/>
                </a:moveTo>
                <a:lnTo>
                  <a:pt x="2201850" y="836582"/>
                </a:lnTo>
                <a:lnTo>
                  <a:pt x="2200662" y="832671"/>
                </a:lnTo>
                <a:lnTo>
                  <a:pt x="2203174" y="822653"/>
                </a:lnTo>
                <a:lnTo>
                  <a:pt x="2204816" y="821674"/>
                </a:lnTo>
                <a:lnTo>
                  <a:pt x="2209510" y="818977"/>
                </a:lnTo>
                <a:lnTo>
                  <a:pt x="2215476" y="820476"/>
                </a:lnTo>
                <a:lnTo>
                  <a:pt x="2221610" y="821959"/>
                </a:lnTo>
                <a:lnTo>
                  <a:pt x="2225316" y="828175"/>
                </a:lnTo>
                <a:lnTo>
                  <a:pt x="2223833" y="834309"/>
                </a:lnTo>
                <a:lnTo>
                  <a:pt x="2222304" y="840394"/>
                </a:lnTo>
                <a:lnTo>
                  <a:pt x="2216088" y="844101"/>
                </a:lnTo>
                <a:lnTo>
                  <a:pt x="2209954" y="842618"/>
                </a:lnTo>
                <a:lnTo>
                  <a:pt x="2207755" y="842024"/>
                </a:lnTo>
                <a:lnTo>
                  <a:pt x="2205859" y="840873"/>
                </a:lnTo>
                <a:close/>
              </a:path>
              <a:path w="5142230" h="2300604">
                <a:moveTo>
                  <a:pt x="2874965" y="1070847"/>
                </a:moveTo>
                <a:lnTo>
                  <a:pt x="2870870" y="1066463"/>
                </a:lnTo>
                <a:lnTo>
                  <a:pt x="2870061" y="1061101"/>
                </a:lnTo>
                <a:lnTo>
                  <a:pt x="2872475" y="1056746"/>
                </a:lnTo>
                <a:lnTo>
                  <a:pt x="2875497" y="1051183"/>
                </a:lnTo>
                <a:lnTo>
                  <a:pt x="2882459" y="1049154"/>
                </a:lnTo>
                <a:lnTo>
                  <a:pt x="2893489" y="1055195"/>
                </a:lnTo>
                <a:lnTo>
                  <a:pt x="2895567" y="1062111"/>
                </a:lnTo>
                <a:lnTo>
                  <a:pt x="2892500" y="1067625"/>
                </a:lnTo>
                <a:lnTo>
                  <a:pt x="2889478" y="1073187"/>
                </a:lnTo>
                <a:lnTo>
                  <a:pt x="2882512" y="1075211"/>
                </a:lnTo>
                <a:lnTo>
                  <a:pt x="2875936" y="1071593"/>
                </a:lnTo>
                <a:lnTo>
                  <a:pt x="2874965" y="1070847"/>
                </a:lnTo>
                <a:close/>
              </a:path>
              <a:path w="5142230" h="2300604">
                <a:moveTo>
                  <a:pt x="3199990" y="1849449"/>
                </a:moveTo>
                <a:lnTo>
                  <a:pt x="3195982" y="1845158"/>
                </a:lnTo>
                <a:lnTo>
                  <a:pt x="3194835" y="1841390"/>
                </a:lnTo>
                <a:lnTo>
                  <a:pt x="3197106" y="1831407"/>
                </a:lnTo>
                <a:lnTo>
                  <a:pt x="3203190" y="1827558"/>
                </a:lnTo>
                <a:lnTo>
                  <a:pt x="3215465" y="1830337"/>
                </a:lnTo>
                <a:lnTo>
                  <a:pt x="3219318" y="1836416"/>
                </a:lnTo>
                <a:lnTo>
                  <a:pt x="3217929" y="1842553"/>
                </a:lnTo>
                <a:lnTo>
                  <a:pt x="3216585" y="1848739"/>
                </a:lnTo>
                <a:lnTo>
                  <a:pt x="3210411" y="1852589"/>
                </a:lnTo>
                <a:lnTo>
                  <a:pt x="3201978" y="1850697"/>
                </a:lnTo>
                <a:lnTo>
                  <a:pt x="3199990" y="1849449"/>
                </a:lnTo>
                <a:close/>
              </a:path>
              <a:path w="5142230" h="2300604">
                <a:moveTo>
                  <a:pt x="3229799" y="1639437"/>
                </a:moveTo>
                <a:lnTo>
                  <a:pt x="3225836" y="1635195"/>
                </a:lnTo>
                <a:lnTo>
                  <a:pt x="3224617" y="1632228"/>
                </a:lnTo>
                <a:lnTo>
                  <a:pt x="3224767" y="1629163"/>
                </a:lnTo>
                <a:lnTo>
                  <a:pt x="3224982" y="1622844"/>
                </a:lnTo>
                <a:lnTo>
                  <a:pt x="3230293" y="1617972"/>
                </a:lnTo>
                <a:lnTo>
                  <a:pt x="3236468" y="1618131"/>
                </a:lnTo>
                <a:lnTo>
                  <a:pt x="3242881" y="1618350"/>
                </a:lnTo>
                <a:lnTo>
                  <a:pt x="3247755" y="1623567"/>
                </a:lnTo>
                <a:lnTo>
                  <a:pt x="3247330" y="1636209"/>
                </a:lnTo>
                <a:lnTo>
                  <a:pt x="3242063" y="1641129"/>
                </a:lnTo>
                <a:lnTo>
                  <a:pt x="3235790" y="1640963"/>
                </a:lnTo>
                <a:lnTo>
                  <a:pt x="3232632" y="1640808"/>
                </a:lnTo>
                <a:lnTo>
                  <a:pt x="3229799" y="1639437"/>
                </a:lnTo>
                <a:close/>
              </a:path>
              <a:path w="5142230" h="2300604">
                <a:moveTo>
                  <a:pt x="2936607" y="1107314"/>
                </a:moveTo>
                <a:lnTo>
                  <a:pt x="2931763" y="1102128"/>
                </a:lnTo>
                <a:lnTo>
                  <a:pt x="2931124" y="1096557"/>
                </a:lnTo>
                <a:lnTo>
                  <a:pt x="2937098" y="1087117"/>
                </a:lnTo>
                <a:lnTo>
                  <a:pt x="2937355" y="1086709"/>
                </a:lnTo>
                <a:lnTo>
                  <a:pt x="2944395" y="1085154"/>
                </a:lnTo>
                <a:lnTo>
                  <a:pt x="2949707" y="1088593"/>
                </a:lnTo>
                <a:lnTo>
                  <a:pt x="2955073" y="1091990"/>
                </a:lnTo>
                <a:lnTo>
                  <a:pt x="2956627" y="1099030"/>
                </a:lnTo>
                <a:lnTo>
                  <a:pt x="2953446" y="1103934"/>
                </a:lnTo>
                <a:lnTo>
                  <a:pt x="2950061" y="1109302"/>
                </a:lnTo>
                <a:lnTo>
                  <a:pt x="2949840" y="1109653"/>
                </a:lnTo>
                <a:lnTo>
                  <a:pt x="2942805" y="1111212"/>
                </a:lnTo>
                <a:lnTo>
                  <a:pt x="2937444" y="1107819"/>
                </a:lnTo>
                <a:lnTo>
                  <a:pt x="2936607" y="1107314"/>
                </a:lnTo>
                <a:close/>
              </a:path>
              <a:path w="5142230" h="2300604">
                <a:moveTo>
                  <a:pt x="2136895" y="823938"/>
                </a:moveTo>
                <a:lnTo>
                  <a:pt x="2132887" y="819647"/>
                </a:lnTo>
                <a:lnTo>
                  <a:pt x="2132506" y="818360"/>
                </a:lnTo>
                <a:lnTo>
                  <a:pt x="2131763" y="815707"/>
                </a:lnTo>
                <a:lnTo>
                  <a:pt x="2134162" y="805764"/>
                </a:lnTo>
                <a:lnTo>
                  <a:pt x="2140333" y="802008"/>
                </a:lnTo>
                <a:lnTo>
                  <a:pt x="2152601" y="804975"/>
                </a:lnTo>
                <a:lnTo>
                  <a:pt x="2156356" y="811146"/>
                </a:lnTo>
                <a:lnTo>
                  <a:pt x="2153385" y="823409"/>
                </a:lnTo>
                <a:lnTo>
                  <a:pt x="2147219" y="827169"/>
                </a:lnTo>
                <a:lnTo>
                  <a:pt x="2141035" y="825632"/>
                </a:lnTo>
                <a:lnTo>
                  <a:pt x="2138837" y="825137"/>
                </a:lnTo>
                <a:lnTo>
                  <a:pt x="2136895" y="823938"/>
                </a:lnTo>
                <a:close/>
              </a:path>
              <a:path w="5142230" h="2300604">
                <a:moveTo>
                  <a:pt x="2747167" y="1009992"/>
                </a:moveTo>
                <a:lnTo>
                  <a:pt x="2743109" y="1005647"/>
                </a:lnTo>
                <a:lnTo>
                  <a:pt x="2742138" y="1000893"/>
                </a:lnTo>
                <a:lnTo>
                  <a:pt x="2743889" y="996610"/>
                </a:lnTo>
                <a:lnTo>
                  <a:pt x="2746400" y="990794"/>
                </a:lnTo>
                <a:lnTo>
                  <a:pt x="2753056" y="988046"/>
                </a:lnTo>
                <a:lnTo>
                  <a:pt x="2759021" y="990619"/>
                </a:lnTo>
                <a:lnTo>
                  <a:pt x="2764695" y="992979"/>
                </a:lnTo>
                <a:lnTo>
                  <a:pt x="2767442" y="999635"/>
                </a:lnTo>
                <a:lnTo>
                  <a:pt x="2762514" y="1011269"/>
                </a:lnTo>
                <a:lnTo>
                  <a:pt x="2755854" y="1014012"/>
                </a:lnTo>
                <a:lnTo>
                  <a:pt x="2748500" y="1010929"/>
                </a:lnTo>
                <a:lnTo>
                  <a:pt x="2747167" y="1009992"/>
                </a:lnTo>
                <a:close/>
              </a:path>
              <a:path w="5142230" h="2300604">
                <a:moveTo>
                  <a:pt x="1723343" y="722571"/>
                </a:moveTo>
                <a:lnTo>
                  <a:pt x="1719335" y="718280"/>
                </a:lnTo>
                <a:lnTo>
                  <a:pt x="1718145" y="714269"/>
                </a:lnTo>
                <a:lnTo>
                  <a:pt x="1719182" y="710296"/>
                </a:lnTo>
                <a:lnTo>
                  <a:pt x="1720805" y="704214"/>
                </a:lnTo>
                <a:lnTo>
                  <a:pt x="1726825" y="700786"/>
                </a:lnTo>
                <a:lnTo>
                  <a:pt x="1727063" y="700651"/>
                </a:lnTo>
                <a:lnTo>
                  <a:pt x="1733145" y="702274"/>
                </a:lnTo>
                <a:lnTo>
                  <a:pt x="1739272" y="703847"/>
                </a:lnTo>
                <a:lnTo>
                  <a:pt x="1742840" y="710110"/>
                </a:lnTo>
                <a:lnTo>
                  <a:pt x="1741217" y="716192"/>
                </a:lnTo>
                <a:lnTo>
                  <a:pt x="1739642" y="722229"/>
                </a:lnTo>
                <a:lnTo>
                  <a:pt x="1733617" y="725749"/>
                </a:lnTo>
                <a:lnTo>
                  <a:pt x="1733380" y="725887"/>
                </a:lnTo>
                <a:lnTo>
                  <a:pt x="1727298" y="724263"/>
                </a:lnTo>
                <a:lnTo>
                  <a:pt x="1725141" y="723713"/>
                </a:lnTo>
                <a:lnTo>
                  <a:pt x="1723343" y="722571"/>
                </a:lnTo>
                <a:close/>
              </a:path>
              <a:path w="5142230" h="2300604">
                <a:moveTo>
                  <a:pt x="2811897" y="1038817"/>
                </a:moveTo>
                <a:lnTo>
                  <a:pt x="2807802" y="1034433"/>
                </a:lnTo>
                <a:lnTo>
                  <a:pt x="2806882" y="1029440"/>
                </a:lnTo>
                <a:lnTo>
                  <a:pt x="2808969" y="1025125"/>
                </a:lnTo>
                <a:lnTo>
                  <a:pt x="2811666" y="1019410"/>
                </a:lnTo>
                <a:lnTo>
                  <a:pt x="2818452" y="1016997"/>
                </a:lnTo>
                <a:lnTo>
                  <a:pt x="2829877" y="1022386"/>
                </a:lnTo>
                <a:lnTo>
                  <a:pt x="2832294" y="1029177"/>
                </a:lnTo>
                <a:lnTo>
                  <a:pt x="2829593" y="1034887"/>
                </a:lnTo>
                <a:lnTo>
                  <a:pt x="2826855" y="1040558"/>
                </a:lnTo>
                <a:lnTo>
                  <a:pt x="2820065" y="1042966"/>
                </a:lnTo>
                <a:lnTo>
                  <a:pt x="2813049" y="1039658"/>
                </a:lnTo>
                <a:lnTo>
                  <a:pt x="2811897" y="1038817"/>
                </a:lnTo>
                <a:close/>
              </a:path>
              <a:path w="5142230" h="2300604">
                <a:moveTo>
                  <a:pt x="1860945" y="757658"/>
                </a:moveTo>
                <a:lnTo>
                  <a:pt x="1856932" y="753362"/>
                </a:lnTo>
                <a:lnTo>
                  <a:pt x="1855842" y="749458"/>
                </a:lnTo>
                <a:lnTo>
                  <a:pt x="1858261" y="739438"/>
                </a:lnTo>
                <a:lnTo>
                  <a:pt x="1864477" y="735731"/>
                </a:lnTo>
                <a:lnTo>
                  <a:pt x="1870611" y="737214"/>
                </a:lnTo>
                <a:lnTo>
                  <a:pt x="1876696" y="738743"/>
                </a:lnTo>
                <a:lnTo>
                  <a:pt x="1880447" y="744909"/>
                </a:lnTo>
                <a:lnTo>
                  <a:pt x="1878923" y="750999"/>
                </a:lnTo>
                <a:lnTo>
                  <a:pt x="1877439" y="757133"/>
                </a:lnTo>
                <a:lnTo>
                  <a:pt x="1871264" y="760884"/>
                </a:lnTo>
                <a:lnTo>
                  <a:pt x="1862887" y="758857"/>
                </a:lnTo>
                <a:lnTo>
                  <a:pt x="1860945" y="757658"/>
                </a:lnTo>
                <a:close/>
              </a:path>
              <a:path w="5142230" h="2300604">
                <a:moveTo>
                  <a:pt x="3204200" y="1430225"/>
                </a:moveTo>
                <a:lnTo>
                  <a:pt x="3200191" y="1425934"/>
                </a:lnTo>
                <a:lnTo>
                  <a:pt x="3199345" y="1424441"/>
                </a:lnTo>
                <a:lnTo>
                  <a:pt x="3198838" y="1422824"/>
                </a:lnTo>
                <a:lnTo>
                  <a:pt x="3196871" y="1416808"/>
                </a:lnTo>
                <a:lnTo>
                  <a:pt x="3200201" y="1410402"/>
                </a:lnTo>
                <a:lnTo>
                  <a:pt x="3206172" y="1408486"/>
                </a:lnTo>
                <a:lnTo>
                  <a:pt x="3211907" y="1406610"/>
                </a:lnTo>
                <a:lnTo>
                  <a:pt x="3212187" y="1406519"/>
                </a:lnTo>
                <a:lnTo>
                  <a:pt x="3218589" y="1409852"/>
                </a:lnTo>
                <a:lnTo>
                  <a:pt x="3222477" y="1421834"/>
                </a:lnTo>
                <a:lnTo>
                  <a:pt x="3219189" y="1428285"/>
                </a:lnTo>
                <a:lnTo>
                  <a:pt x="3208828" y="1431562"/>
                </a:lnTo>
                <a:lnTo>
                  <a:pt x="3204200" y="1430225"/>
                </a:lnTo>
                <a:close/>
              </a:path>
              <a:path w="5142230" h="2300604">
                <a:moveTo>
                  <a:pt x="3220942" y="1498682"/>
                </a:moveTo>
                <a:lnTo>
                  <a:pt x="3216979" y="1494440"/>
                </a:lnTo>
                <a:lnTo>
                  <a:pt x="3215915" y="1492421"/>
                </a:lnTo>
                <a:lnTo>
                  <a:pt x="3215571" y="1490195"/>
                </a:lnTo>
                <a:lnTo>
                  <a:pt x="3214459" y="1484020"/>
                </a:lnTo>
                <a:lnTo>
                  <a:pt x="3218575" y="1478065"/>
                </a:lnTo>
                <a:lnTo>
                  <a:pt x="3230930" y="1475847"/>
                </a:lnTo>
                <a:lnTo>
                  <a:pt x="3236875" y="1479963"/>
                </a:lnTo>
                <a:lnTo>
                  <a:pt x="3239144" y="1492362"/>
                </a:lnTo>
                <a:lnTo>
                  <a:pt x="3234982" y="1498268"/>
                </a:lnTo>
                <a:lnTo>
                  <a:pt x="3228803" y="1499374"/>
                </a:lnTo>
                <a:lnTo>
                  <a:pt x="3224863" y="1500142"/>
                </a:lnTo>
                <a:lnTo>
                  <a:pt x="3220942" y="1498682"/>
                </a:lnTo>
                <a:close/>
              </a:path>
              <a:path w="5142230" h="2300604">
                <a:moveTo>
                  <a:pt x="1792086" y="740443"/>
                </a:moveTo>
                <a:lnTo>
                  <a:pt x="1788077" y="736152"/>
                </a:lnTo>
                <a:lnTo>
                  <a:pt x="1786933" y="732190"/>
                </a:lnTo>
                <a:lnTo>
                  <a:pt x="1789450" y="722177"/>
                </a:lnTo>
                <a:lnTo>
                  <a:pt x="1795666" y="718471"/>
                </a:lnTo>
                <a:lnTo>
                  <a:pt x="1807878" y="721572"/>
                </a:lnTo>
                <a:lnTo>
                  <a:pt x="1811584" y="727789"/>
                </a:lnTo>
                <a:lnTo>
                  <a:pt x="1810031" y="733848"/>
                </a:lnTo>
                <a:lnTo>
                  <a:pt x="1808482" y="740009"/>
                </a:lnTo>
                <a:lnTo>
                  <a:pt x="1802266" y="743716"/>
                </a:lnTo>
                <a:lnTo>
                  <a:pt x="1796296" y="742212"/>
                </a:lnTo>
                <a:lnTo>
                  <a:pt x="1793978" y="741588"/>
                </a:lnTo>
                <a:lnTo>
                  <a:pt x="1792086" y="740443"/>
                </a:lnTo>
                <a:close/>
              </a:path>
              <a:path w="5142230" h="2300604">
                <a:moveTo>
                  <a:pt x="3224516" y="1709925"/>
                </a:moveTo>
                <a:lnTo>
                  <a:pt x="3220553" y="1705683"/>
                </a:lnTo>
                <a:lnTo>
                  <a:pt x="3219346" y="1702436"/>
                </a:lnTo>
                <a:lnTo>
                  <a:pt x="3219699" y="1699002"/>
                </a:lnTo>
                <a:lnTo>
                  <a:pt x="3220431" y="1692748"/>
                </a:lnTo>
                <a:lnTo>
                  <a:pt x="3226062" y="1688219"/>
                </a:lnTo>
                <a:lnTo>
                  <a:pt x="3232311" y="1688946"/>
                </a:lnTo>
                <a:lnTo>
                  <a:pt x="3238568" y="1689584"/>
                </a:lnTo>
                <a:lnTo>
                  <a:pt x="3243098" y="1695214"/>
                </a:lnTo>
                <a:lnTo>
                  <a:pt x="3242411" y="1701517"/>
                </a:lnTo>
                <a:lnTo>
                  <a:pt x="3241683" y="1707776"/>
                </a:lnTo>
                <a:lnTo>
                  <a:pt x="3236053" y="1712305"/>
                </a:lnTo>
                <a:lnTo>
                  <a:pt x="3226976" y="1711288"/>
                </a:lnTo>
                <a:lnTo>
                  <a:pt x="3224516" y="1709925"/>
                </a:lnTo>
                <a:close/>
              </a:path>
              <a:path w="5142230" h="2300604">
                <a:moveTo>
                  <a:pt x="2994447" y="1147433"/>
                </a:moveTo>
                <a:lnTo>
                  <a:pt x="2989796" y="1142454"/>
                </a:lnTo>
                <a:lnTo>
                  <a:pt x="2989345" y="1136302"/>
                </a:lnTo>
                <a:lnTo>
                  <a:pt x="2992807" y="1131798"/>
                </a:lnTo>
                <a:lnTo>
                  <a:pt x="2996613" y="1126781"/>
                </a:lnTo>
                <a:lnTo>
                  <a:pt x="3003728" y="1125796"/>
                </a:lnTo>
                <a:lnTo>
                  <a:pt x="3013756" y="1133403"/>
                </a:lnTo>
                <a:lnTo>
                  <a:pt x="3014792" y="1140572"/>
                </a:lnTo>
                <a:lnTo>
                  <a:pt x="3007131" y="1150650"/>
                </a:lnTo>
                <a:lnTo>
                  <a:pt x="2999966" y="1151581"/>
                </a:lnTo>
                <a:lnTo>
                  <a:pt x="2994954" y="1147780"/>
                </a:lnTo>
                <a:lnTo>
                  <a:pt x="2994447" y="1147433"/>
                </a:lnTo>
                <a:close/>
              </a:path>
              <a:path w="5142230" h="2300604">
                <a:moveTo>
                  <a:pt x="3229088" y="1568787"/>
                </a:moveTo>
                <a:lnTo>
                  <a:pt x="3225075" y="1564491"/>
                </a:lnTo>
                <a:lnTo>
                  <a:pt x="3223930" y="1562092"/>
                </a:lnTo>
                <a:lnTo>
                  <a:pt x="3223793" y="1559306"/>
                </a:lnTo>
                <a:lnTo>
                  <a:pt x="3223394" y="1553014"/>
                </a:lnTo>
                <a:lnTo>
                  <a:pt x="3228155" y="1547653"/>
                </a:lnTo>
                <a:lnTo>
                  <a:pt x="3240736" y="1546849"/>
                </a:lnTo>
                <a:lnTo>
                  <a:pt x="3246143" y="1551659"/>
                </a:lnTo>
                <a:lnTo>
                  <a:pt x="3246896" y="1564195"/>
                </a:lnTo>
                <a:lnTo>
                  <a:pt x="3242185" y="1569610"/>
                </a:lnTo>
                <a:lnTo>
                  <a:pt x="3235842" y="1569956"/>
                </a:lnTo>
                <a:lnTo>
                  <a:pt x="3232340" y="1570215"/>
                </a:lnTo>
                <a:lnTo>
                  <a:pt x="3229088" y="1568787"/>
                </a:lnTo>
                <a:close/>
              </a:path>
              <a:path w="5142230" h="2300604">
                <a:moveTo>
                  <a:pt x="1384075" y="616367"/>
                </a:moveTo>
                <a:lnTo>
                  <a:pt x="1380066" y="612077"/>
                </a:lnTo>
                <a:lnTo>
                  <a:pt x="1378994" y="607508"/>
                </a:lnTo>
                <a:lnTo>
                  <a:pt x="1382785" y="597393"/>
                </a:lnTo>
                <a:lnTo>
                  <a:pt x="1389353" y="594453"/>
                </a:lnTo>
                <a:lnTo>
                  <a:pt x="1401146" y="598867"/>
                </a:lnTo>
                <a:lnTo>
                  <a:pt x="1404176" y="605433"/>
                </a:lnTo>
                <a:lnTo>
                  <a:pt x="1399717" y="617278"/>
                </a:lnTo>
                <a:lnTo>
                  <a:pt x="1393149" y="620217"/>
                </a:lnTo>
                <a:lnTo>
                  <a:pt x="1385551" y="617362"/>
                </a:lnTo>
                <a:lnTo>
                  <a:pt x="1384075" y="616367"/>
                </a:lnTo>
                <a:close/>
              </a:path>
              <a:path w="5142230" h="2300604">
                <a:moveTo>
                  <a:pt x="2343148" y="876700"/>
                </a:moveTo>
                <a:lnTo>
                  <a:pt x="2339144" y="872414"/>
                </a:lnTo>
                <a:lnTo>
                  <a:pt x="2338002" y="868358"/>
                </a:lnTo>
                <a:lnTo>
                  <a:pt x="2339134" y="864388"/>
                </a:lnTo>
                <a:lnTo>
                  <a:pt x="2340806" y="858261"/>
                </a:lnTo>
                <a:lnTo>
                  <a:pt x="2346685" y="854975"/>
                </a:lnTo>
                <a:lnTo>
                  <a:pt x="2347105" y="854741"/>
                </a:lnTo>
                <a:lnTo>
                  <a:pt x="2359271" y="858086"/>
                </a:lnTo>
                <a:lnTo>
                  <a:pt x="2362834" y="864345"/>
                </a:lnTo>
                <a:lnTo>
                  <a:pt x="2361117" y="870424"/>
                </a:lnTo>
                <a:lnTo>
                  <a:pt x="2359445" y="876551"/>
                </a:lnTo>
                <a:lnTo>
                  <a:pt x="2353603" y="879878"/>
                </a:lnTo>
                <a:lnTo>
                  <a:pt x="2353186" y="880115"/>
                </a:lnTo>
                <a:lnTo>
                  <a:pt x="2344998" y="877802"/>
                </a:lnTo>
                <a:lnTo>
                  <a:pt x="2343148" y="876700"/>
                </a:lnTo>
                <a:close/>
              </a:path>
              <a:path w="5142230" h="2300604">
                <a:moveTo>
                  <a:pt x="1252458" y="562176"/>
                </a:moveTo>
                <a:lnTo>
                  <a:pt x="1248404" y="557836"/>
                </a:lnTo>
                <a:lnTo>
                  <a:pt x="1247484" y="552942"/>
                </a:lnTo>
                <a:lnTo>
                  <a:pt x="1249427" y="548571"/>
                </a:lnTo>
                <a:lnTo>
                  <a:pt x="1252025" y="542848"/>
                </a:lnTo>
                <a:lnTo>
                  <a:pt x="1258773" y="540297"/>
                </a:lnTo>
                <a:lnTo>
                  <a:pt x="1264491" y="542899"/>
                </a:lnTo>
                <a:lnTo>
                  <a:pt x="1270258" y="545456"/>
                </a:lnTo>
                <a:lnTo>
                  <a:pt x="1272814" y="552199"/>
                </a:lnTo>
                <a:lnTo>
                  <a:pt x="1270257" y="557966"/>
                </a:lnTo>
                <a:lnTo>
                  <a:pt x="1267606" y="563730"/>
                </a:lnTo>
                <a:lnTo>
                  <a:pt x="1260863" y="566286"/>
                </a:lnTo>
                <a:lnTo>
                  <a:pt x="1253703" y="563021"/>
                </a:lnTo>
                <a:lnTo>
                  <a:pt x="1252458" y="562176"/>
                </a:lnTo>
                <a:close/>
              </a:path>
              <a:path w="5142230" h="2300604">
                <a:moveTo>
                  <a:pt x="2614564" y="959826"/>
                </a:moveTo>
                <a:lnTo>
                  <a:pt x="2610510" y="955487"/>
                </a:lnTo>
                <a:lnTo>
                  <a:pt x="2609431" y="951107"/>
                </a:lnTo>
                <a:lnTo>
                  <a:pt x="2610843" y="946948"/>
                </a:lnTo>
                <a:lnTo>
                  <a:pt x="2612890" y="941027"/>
                </a:lnTo>
                <a:lnTo>
                  <a:pt x="2619414" y="937845"/>
                </a:lnTo>
                <a:lnTo>
                  <a:pt x="2631312" y="941980"/>
                </a:lnTo>
                <a:lnTo>
                  <a:pt x="2634497" y="948419"/>
                </a:lnTo>
                <a:lnTo>
                  <a:pt x="2632405" y="954391"/>
                </a:lnTo>
                <a:lnTo>
                  <a:pt x="2630403" y="960361"/>
                </a:lnTo>
                <a:lnTo>
                  <a:pt x="2623879" y="963543"/>
                </a:lnTo>
                <a:lnTo>
                  <a:pt x="2617907" y="961451"/>
                </a:lnTo>
                <a:lnTo>
                  <a:pt x="2616086" y="960870"/>
                </a:lnTo>
                <a:lnTo>
                  <a:pt x="2614564" y="959826"/>
                </a:lnTo>
                <a:close/>
              </a:path>
              <a:path w="5142230" h="2300604">
                <a:moveTo>
                  <a:pt x="2547201" y="937469"/>
                </a:moveTo>
                <a:lnTo>
                  <a:pt x="2543193" y="933179"/>
                </a:lnTo>
                <a:lnTo>
                  <a:pt x="2542062" y="928938"/>
                </a:lnTo>
                <a:lnTo>
                  <a:pt x="2545328" y="918848"/>
                </a:lnTo>
                <a:lnTo>
                  <a:pt x="2551720" y="915524"/>
                </a:lnTo>
                <a:lnTo>
                  <a:pt x="2563726" y="919384"/>
                </a:lnTo>
                <a:lnTo>
                  <a:pt x="2567049" y="925776"/>
                </a:lnTo>
                <a:lnTo>
                  <a:pt x="2565098" y="931800"/>
                </a:lnTo>
                <a:lnTo>
                  <a:pt x="2563195" y="937778"/>
                </a:lnTo>
                <a:lnTo>
                  <a:pt x="2556803" y="941101"/>
                </a:lnTo>
                <a:lnTo>
                  <a:pt x="2550774" y="939144"/>
                </a:lnTo>
                <a:lnTo>
                  <a:pt x="2548863" y="938565"/>
                </a:lnTo>
                <a:lnTo>
                  <a:pt x="2547201" y="937469"/>
                </a:lnTo>
                <a:close/>
              </a:path>
              <a:path w="5142230" h="2300604">
                <a:moveTo>
                  <a:pt x="2681347" y="983811"/>
                </a:moveTo>
                <a:lnTo>
                  <a:pt x="2677297" y="979477"/>
                </a:lnTo>
                <a:lnTo>
                  <a:pt x="2676221" y="974903"/>
                </a:lnTo>
                <a:lnTo>
                  <a:pt x="2677825" y="970756"/>
                </a:lnTo>
                <a:lnTo>
                  <a:pt x="2680061" y="964841"/>
                </a:lnTo>
                <a:lnTo>
                  <a:pt x="2686579" y="961848"/>
                </a:lnTo>
                <a:lnTo>
                  <a:pt x="2698423" y="966316"/>
                </a:lnTo>
                <a:lnTo>
                  <a:pt x="2701362" y="972884"/>
                </a:lnTo>
                <a:lnTo>
                  <a:pt x="2699131" y="978803"/>
                </a:lnTo>
                <a:lnTo>
                  <a:pt x="2696948" y="984678"/>
                </a:lnTo>
                <a:lnTo>
                  <a:pt x="2690327" y="987658"/>
                </a:lnTo>
                <a:lnTo>
                  <a:pt x="2684453" y="985475"/>
                </a:lnTo>
                <a:lnTo>
                  <a:pt x="2682729" y="984803"/>
                </a:lnTo>
                <a:lnTo>
                  <a:pt x="2681347" y="983811"/>
                </a:lnTo>
                <a:close/>
              </a:path>
              <a:path w="5142230" h="2300604">
                <a:moveTo>
                  <a:pt x="3048517" y="1192607"/>
                </a:moveTo>
                <a:lnTo>
                  <a:pt x="3043917" y="1187682"/>
                </a:lnTo>
                <a:lnTo>
                  <a:pt x="3043816" y="1180928"/>
                </a:lnTo>
                <a:lnTo>
                  <a:pt x="3052204" y="1171823"/>
                </a:lnTo>
                <a:lnTo>
                  <a:pt x="3059436" y="1171550"/>
                </a:lnTo>
                <a:lnTo>
                  <a:pt x="3064006" y="1175855"/>
                </a:lnTo>
                <a:lnTo>
                  <a:pt x="3068633" y="1180125"/>
                </a:lnTo>
                <a:lnTo>
                  <a:pt x="3068907" y="1187357"/>
                </a:lnTo>
                <a:lnTo>
                  <a:pt x="3060377" y="1196603"/>
                </a:lnTo>
                <a:lnTo>
                  <a:pt x="3053145" y="1196876"/>
                </a:lnTo>
                <a:lnTo>
                  <a:pt x="3048517" y="1192607"/>
                </a:lnTo>
                <a:close/>
              </a:path>
              <a:path w="5142230" h="2300604">
                <a:moveTo>
                  <a:pt x="2411466" y="896073"/>
                </a:moveTo>
                <a:lnTo>
                  <a:pt x="2407453" y="891777"/>
                </a:lnTo>
                <a:lnTo>
                  <a:pt x="2406324" y="887636"/>
                </a:lnTo>
                <a:lnTo>
                  <a:pt x="2409263" y="877586"/>
                </a:lnTo>
                <a:lnTo>
                  <a:pt x="2415612" y="874120"/>
                </a:lnTo>
                <a:lnTo>
                  <a:pt x="2427668" y="877641"/>
                </a:lnTo>
                <a:lnTo>
                  <a:pt x="2431139" y="883996"/>
                </a:lnTo>
                <a:lnTo>
                  <a:pt x="2429376" y="890026"/>
                </a:lnTo>
                <a:lnTo>
                  <a:pt x="2427564" y="896102"/>
                </a:lnTo>
                <a:lnTo>
                  <a:pt x="2421214" y="899568"/>
                </a:lnTo>
                <a:lnTo>
                  <a:pt x="2413174" y="897217"/>
                </a:lnTo>
                <a:lnTo>
                  <a:pt x="2411466" y="896073"/>
                </a:lnTo>
                <a:close/>
              </a:path>
              <a:path w="5142230" h="2300604">
                <a:moveTo>
                  <a:pt x="1317829" y="590319"/>
                </a:moveTo>
                <a:lnTo>
                  <a:pt x="1313821" y="586028"/>
                </a:lnTo>
                <a:lnTo>
                  <a:pt x="1312801" y="581320"/>
                </a:lnTo>
                <a:lnTo>
                  <a:pt x="1316964" y="571212"/>
                </a:lnTo>
                <a:lnTo>
                  <a:pt x="1323579" y="568421"/>
                </a:lnTo>
                <a:lnTo>
                  <a:pt x="1329591" y="570849"/>
                </a:lnTo>
                <a:lnTo>
                  <a:pt x="1335265" y="573209"/>
                </a:lnTo>
                <a:lnTo>
                  <a:pt x="1338013" y="579864"/>
                </a:lnTo>
                <a:lnTo>
                  <a:pt x="1335686" y="585682"/>
                </a:lnTo>
                <a:lnTo>
                  <a:pt x="1333274" y="591506"/>
                </a:lnTo>
                <a:lnTo>
                  <a:pt x="1326569" y="594299"/>
                </a:lnTo>
                <a:lnTo>
                  <a:pt x="1320796" y="591931"/>
                </a:lnTo>
                <a:lnTo>
                  <a:pt x="1319212" y="591310"/>
                </a:lnTo>
                <a:lnTo>
                  <a:pt x="1317829" y="590319"/>
                </a:lnTo>
                <a:close/>
              </a:path>
              <a:path w="5142230" h="2300604">
                <a:moveTo>
                  <a:pt x="2479461" y="916369"/>
                </a:moveTo>
                <a:lnTo>
                  <a:pt x="2475457" y="912083"/>
                </a:lnTo>
                <a:lnTo>
                  <a:pt x="2474319" y="907933"/>
                </a:lnTo>
                <a:lnTo>
                  <a:pt x="2477400" y="897840"/>
                </a:lnTo>
                <a:lnTo>
                  <a:pt x="2483747" y="894468"/>
                </a:lnTo>
                <a:lnTo>
                  <a:pt x="2489781" y="896237"/>
                </a:lnTo>
                <a:lnTo>
                  <a:pt x="2495804" y="898089"/>
                </a:lnTo>
                <a:lnTo>
                  <a:pt x="2499221" y="904484"/>
                </a:lnTo>
                <a:lnTo>
                  <a:pt x="2495511" y="916543"/>
                </a:lnTo>
                <a:lnTo>
                  <a:pt x="2489160" y="919910"/>
                </a:lnTo>
                <a:lnTo>
                  <a:pt x="2483134" y="918152"/>
                </a:lnTo>
                <a:lnTo>
                  <a:pt x="2481168" y="917513"/>
                </a:lnTo>
                <a:lnTo>
                  <a:pt x="2479461" y="916369"/>
                </a:lnTo>
                <a:close/>
              </a:path>
              <a:path w="5142230" h="2300604">
                <a:moveTo>
                  <a:pt x="3351748" y="1389454"/>
                </a:moveTo>
                <a:lnTo>
                  <a:pt x="3347881" y="1385314"/>
                </a:lnTo>
                <a:lnTo>
                  <a:pt x="3346943" y="1383625"/>
                </a:lnTo>
                <a:lnTo>
                  <a:pt x="3346497" y="1381584"/>
                </a:lnTo>
                <a:lnTo>
                  <a:pt x="3345139" y="1375731"/>
                </a:lnTo>
                <a:lnTo>
                  <a:pt x="3348834" y="1369814"/>
                </a:lnTo>
                <a:lnTo>
                  <a:pt x="3354827" y="1368508"/>
                </a:lnTo>
                <a:lnTo>
                  <a:pt x="3360680" y="1367149"/>
                </a:lnTo>
                <a:lnTo>
                  <a:pt x="3366597" y="1370844"/>
                </a:lnTo>
                <a:lnTo>
                  <a:pt x="3369262" y="1382690"/>
                </a:lnTo>
                <a:lnTo>
                  <a:pt x="3365567" y="1388607"/>
                </a:lnTo>
                <a:lnTo>
                  <a:pt x="3355672" y="1390819"/>
                </a:lnTo>
                <a:lnTo>
                  <a:pt x="3351748" y="1389454"/>
                </a:lnTo>
                <a:close/>
              </a:path>
              <a:path w="5142230" h="2300604">
                <a:moveTo>
                  <a:pt x="2461083" y="779596"/>
                </a:moveTo>
                <a:lnTo>
                  <a:pt x="2457206" y="775447"/>
                </a:lnTo>
                <a:lnTo>
                  <a:pt x="2456162" y="771592"/>
                </a:lnTo>
                <a:lnTo>
                  <a:pt x="2457188" y="767803"/>
                </a:lnTo>
                <a:lnTo>
                  <a:pt x="2458706" y="761901"/>
                </a:lnTo>
                <a:lnTo>
                  <a:pt x="2464777" y="758430"/>
                </a:lnTo>
                <a:lnTo>
                  <a:pt x="2476473" y="761567"/>
                </a:lnTo>
                <a:lnTo>
                  <a:pt x="2479949" y="767633"/>
                </a:lnTo>
                <a:lnTo>
                  <a:pt x="2476812" y="779329"/>
                </a:lnTo>
                <a:lnTo>
                  <a:pt x="2471039" y="782630"/>
                </a:lnTo>
                <a:lnTo>
                  <a:pt x="2470741" y="782800"/>
                </a:lnTo>
                <a:lnTo>
                  <a:pt x="2462835" y="780690"/>
                </a:lnTo>
                <a:lnTo>
                  <a:pt x="2461083" y="779596"/>
                </a:lnTo>
                <a:close/>
              </a:path>
              <a:path w="5142230" h="2300604">
                <a:moveTo>
                  <a:pt x="3320309" y="1880501"/>
                </a:moveTo>
                <a:lnTo>
                  <a:pt x="3316483" y="1876405"/>
                </a:lnTo>
                <a:lnTo>
                  <a:pt x="3315326" y="1872821"/>
                </a:lnTo>
                <a:lnTo>
                  <a:pt x="3316067" y="1869215"/>
                </a:lnTo>
                <a:lnTo>
                  <a:pt x="3317212" y="1863306"/>
                </a:lnTo>
                <a:lnTo>
                  <a:pt x="3323009" y="1859443"/>
                </a:lnTo>
                <a:lnTo>
                  <a:pt x="3334919" y="1861831"/>
                </a:lnTo>
                <a:lnTo>
                  <a:pt x="3338777" y="1867623"/>
                </a:lnTo>
                <a:lnTo>
                  <a:pt x="3336393" y="1879538"/>
                </a:lnTo>
                <a:lnTo>
                  <a:pt x="3330645" y="1883355"/>
                </a:lnTo>
                <a:lnTo>
                  <a:pt x="3322346" y="1881704"/>
                </a:lnTo>
                <a:lnTo>
                  <a:pt x="3320309" y="1880501"/>
                </a:lnTo>
                <a:close/>
              </a:path>
              <a:path w="5142230" h="2300604">
                <a:moveTo>
                  <a:pt x="3277946" y="2300034"/>
                </a:moveTo>
                <a:lnTo>
                  <a:pt x="3277302" y="2299345"/>
                </a:lnTo>
                <a:lnTo>
                  <a:pt x="3276195" y="2297183"/>
                </a:lnTo>
                <a:lnTo>
                  <a:pt x="3275947" y="2294767"/>
                </a:lnTo>
                <a:lnTo>
                  <a:pt x="3275250" y="2288742"/>
                </a:lnTo>
                <a:lnTo>
                  <a:pt x="3279594" y="2283324"/>
                </a:lnTo>
                <a:lnTo>
                  <a:pt x="3291632" y="2281940"/>
                </a:lnTo>
                <a:lnTo>
                  <a:pt x="3297099" y="2286229"/>
                </a:lnTo>
                <a:lnTo>
                  <a:pt x="3298484" y="2298267"/>
                </a:lnTo>
                <a:lnTo>
                  <a:pt x="3297093" y="2300034"/>
                </a:lnTo>
                <a:lnTo>
                  <a:pt x="3277946" y="2300034"/>
                </a:lnTo>
                <a:close/>
              </a:path>
              <a:path w="5142230" h="2300604">
                <a:moveTo>
                  <a:pt x="1567199" y="549851"/>
                </a:moveTo>
                <a:lnTo>
                  <a:pt x="1563327" y="545706"/>
                </a:lnTo>
                <a:lnTo>
                  <a:pt x="1562285" y="541658"/>
                </a:lnTo>
                <a:lnTo>
                  <a:pt x="1563457" y="537732"/>
                </a:lnTo>
                <a:lnTo>
                  <a:pt x="1565259" y="531939"/>
                </a:lnTo>
                <a:lnTo>
                  <a:pt x="1571459" y="528704"/>
                </a:lnTo>
                <a:lnTo>
                  <a:pt x="1583040" y="532304"/>
                </a:lnTo>
                <a:lnTo>
                  <a:pt x="1586280" y="538509"/>
                </a:lnTo>
                <a:lnTo>
                  <a:pt x="1584432" y="544253"/>
                </a:lnTo>
                <a:lnTo>
                  <a:pt x="1582630" y="550045"/>
                </a:lnTo>
                <a:lnTo>
                  <a:pt x="1576524" y="553284"/>
                </a:lnTo>
                <a:lnTo>
                  <a:pt x="1568816" y="550897"/>
                </a:lnTo>
                <a:lnTo>
                  <a:pt x="1567199" y="549851"/>
                </a:lnTo>
                <a:close/>
              </a:path>
              <a:path w="5142230" h="2300604">
                <a:moveTo>
                  <a:pt x="3306602" y="1950184"/>
                </a:moveTo>
                <a:lnTo>
                  <a:pt x="3302776" y="1946088"/>
                </a:lnTo>
                <a:lnTo>
                  <a:pt x="3301620" y="1942602"/>
                </a:lnTo>
                <a:lnTo>
                  <a:pt x="3302357" y="1938992"/>
                </a:lnTo>
                <a:lnTo>
                  <a:pt x="3303461" y="1933039"/>
                </a:lnTo>
                <a:lnTo>
                  <a:pt x="3309208" y="1929122"/>
                </a:lnTo>
                <a:lnTo>
                  <a:pt x="3315170" y="1930227"/>
                </a:lnTo>
                <a:lnTo>
                  <a:pt x="3321125" y="1931421"/>
                </a:lnTo>
                <a:lnTo>
                  <a:pt x="3325032" y="1937167"/>
                </a:lnTo>
                <a:lnTo>
                  <a:pt x="3323932" y="1943125"/>
                </a:lnTo>
                <a:lnTo>
                  <a:pt x="3322743" y="1949085"/>
                </a:lnTo>
                <a:lnTo>
                  <a:pt x="3316987" y="1952992"/>
                </a:lnTo>
                <a:lnTo>
                  <a:pt x="3311034" y="1951897"/>
                </a:lnTo>
                <a:lnTo>
                  <a:pt x="3308639" y="1951386"/>
                </a:lnTo>
                <a:lnTo>
                  <a:pt x="3306602" y="1950184"/>
                </a:lnTo>
                <a:close/>
              </a:path>
              <a:path w="5142230" h="2300604">
                <a:moveTo>
                  <a:pt x="2529510" y="798401"/>
                </a:moveTo>
                <a:lnTo>
                  <a:pt x="2525638" y="794257"/>
                </a:lnTo>
                <a:lnTo>
                  <a:pt x="2524544" y="790348"/>
                </a:lnTo>
                <a:lnTo>
                  <a:pt x="2525614" y="786509"/>
                </a:lnTo>
                <a:lnTo>
                  <a:pt x="2527281" y="780669"/>
                </a:lnTo>
                <a:lnTo>
                  <a:pt x="2532818" y="777506"/>
                </a:lnTo>
                <a:lnTo>
                  <a:pt x="2533295" y="777234"/>
                </a:lnTo>
                <a:lnTo>
                  <a:pt x="2544988" y="780564"/>
                </a:lnTo>
                <a:lnTo>
                  <a:pt x="2548419" y="786582"/>
                </a:lnTo>
                <a:lnTo>
                  <a:pt x="2546752" y="792421"/>
                </a:lnTo>
                <a:lnTo>
                  <a:pt x="2545135" y="798315"/>
                </a:lnTo>
                <a:lnTo>
                  <a:pt x="2539071" y="801696"/>
                </a:lnTo>
                <a:lnTo>
                  <a:pt x="2531221" y="799451"/>
                </a:lnTo>
                <a:lnTo>
                  <a:pt x="2529510" y="798401"/>
                </a:lnTo>
                <a:close/>
              </a:path>
              <a:path w="5142230" h="2300604">
                <a:moveTo>
                  <a:pt x="1299661" y="454162"/>
                </a:moveTo>
                <a:lnTo>
                  <a:pt x="1295790" y="450017"/>
                </a:lnTo>
                <a:lnTo>
                  <a:pt x="1294808" y="445447"/>
                </a:lnTo>
                <a:lnTo>
                  <a:pt x="1296462" y="441353"/>
                </a:lnTo>
                <a:lnTo>
                  <a:pt x="1298778" y="435720"/>
                </a:lnTo>
                <a:lnTo>
                  <a:pt x="1305189" y="433101"/>
                </a:lnTo>
                <a:lnTo>
                  <a:pt x="1316415" y="437689"/>
                </a:lnTo>
                <a:lnTo>
                  <a:pt x="1319124" y="444108"/>
                </a:lnTo>
                <a:lnTo>
                  <a:pt x="1316807" y="449741"/>
                </a:lnTo>
                <a:lnTo>
                  <a:pt x="1314540" y="455329"/>
                </a:lnTo>
                <a:lnTo>
                  <a:pt x="1308072" y="457984"/>
                </a:lnTo>
                <a:lnTo>
                  <a:pt x="1302488" y="455721"/>
                </a:lnTo>
                <a:lnTo>
                  <a:pt x="1300953" y="455055"/>
                </a:lnTo>
                <a:lnTo>
                  <a:pt x="1299661" y="454162"/>
                </a:lnTo>
                <a:close/>
              </a:path>
              <a:path w="5142230" h="2300604">
                <a:moveTo>
                  <a:pt x="3277747" y="2161314"/>
                </a:moveTo>
                <a:lnTo>
                  <a:pt x="3273920" y="2157218"/>
                </a:lnTo>
                <a:lnTo>
                  <a:pt x="3272750" y="2154303"/>
                </a:lnTo>
                <a:lnTo>
                  <a:pt x="3272999" y="2151149"/>
                </a:lnTo>
                <a:lnTo>
                  <a:pt x="3273347" y="2145071"/>
                </a:lnTo>
                <a:lnTo>
                  <a:pt x="3278054" y="2140921"/>
                </a:lnTo>
                <a:lnTo>
                  <a:pt x="3278555" y="2140480"/>
                </a:lnTo>
                <a:lnTo>
                  <a:pt x="3284580" y="2140869"/>
                </a:lnTo>
                <a:lnTo>
                  <a:pt x="3290658" y="2141218"/>
                </a:lnTo>
                <a:lnTo>
                  <a:pt x="3295249" y="2146425"/>
                </a:lnTo>
                <a:lnTo>
                  <a:pt x="3294900" y="2152503"/>
                </a:lnTo>
                <a:lnTo>
                  <a:pt x="3294506" y="2158533"/>
                </a:lnTo>
                <a:lnTo>
                  <a:pt x="3289803" y="2162687"/>
                </a:lnTo>
                <a:lnTo>
                  <a:pt x="3289303" y="2163129"/>
                </a:lnTo>
                <a:lnTo>
                  <a:pt x="3280345" y="2162630"/>
                </a:lnTo>
                <a:lnTo>
                  <a:pt x="3277747" y="2161314"/>
                </a:lnTo>
                <a:close/>
              </a:path>
              <a:path w="5142230" h="2300604">
                <a:moveTo>
                  <a:pt x="1978629" y="660871"/>
                </a:moveTo>
                <a:lnTo>
                  <a:pt x="1974798" y="656770"/>
                </a:lnTo>
                <a:lnTo>
                  <a:pt x="1974433" y="655500"/>
                </a:lnTo>
                <a:lnTo>
                  <a:pt x="1973724" y="652884"/>
                </a:lnTo>
                <a:lnTo>
                  <a:pt x="1974633" y="649263"/>
                </a:lnTo>
                <a:lnTo>
                  <a:pt x="1976061" y="643363"/>
                </a:lnTo>
                <a:lnTo>
                  <a:pt x="1981991" y="639741"/>
                </a:lnTo>
                <a:lnTo>
                  <a:pt x="1993791" y="642598"/>
                </a:lnTo>
                <a:lnTo>
                  <a:pt x="1997364" y="648573"/>
                </a:lnTo>
                <a:lnTo>
                  <a:pt x="1995936" y="654473"/>
                </a:lnTo>
                <a:lnTo>
                  <a:pt x="1994557" y="660327"/>
                </a:lnTo>
                <a:lnTo>
                  <a:pt x="1988578" y="663995"/>
                </a:lnTo>
                <a:lnTo>
                  <a:pt x="1982727" y="662521"/>
                </a:lnTo>
                <a:lnTo>
                  <a:pt x="1980525" y="662021"/>
                </a:lnTo>
                <a:lnTo>
                  <a:pt x="1978629" y="660871"/>
                </a:lnTo>
                <a:close/>
              </a:path>
              <a:path w="5142230" h="2300604">
                <a:moveTo>
                  <a:pt x="3346914" y="1741053"/>
                </a:moveTo>
                <a:lnTo>
                  <a:pt x="3343038" y="1736903"/>
                </a:lnTo>
                <a:lnTo>
                  <a:pt x="3341878" y="1733512"/>
                </a:lnTo>
                <a:lnTo>
                  <a:pt x="3342522" y="1729998"/>
                </a:lnTo>
                <a:lnTo>
                  <a:pt x="3343527" y="1724036"/>
                </a:lnTo>
                <a:lnTo>
                  <a:pt x="3349142" y="1719979"/>
                </a:lnTo>
                <a:lnTo>
                  <a:pt x="3361106" y="1722033"/>
                </a:lnTo>
                <a:lnTo>
                  <a:pt x="3365163" y="1727648"/>
                </a:lnTo>
                <a:lnTo>
                  <a:pt x="3363154" y="1739670"/>
                </a:lnTo>
                <a:lnTo>
                  <a:pt x="3357489" y="1743674"/>
                </a:lnTo>
                <a:lnTo>
                  <a:pt x="3349044" y="1742258"/>
                </a:lnTo>
                <a:lnTo>
                  <a:pt x="3346914" y="1741053"/>
                </a:lnTo>
                <a:close/>
              </a:path>
              <a:path w="5142230" h="2300604">
                <a:moveTo>
                  <a:pt x="1234324" y="426251"/>
                </a:moveTo>
                <a:lnTo>
                  <a:pt x="1230412" y="422062"/>
                </a:lnTo>
                <a:lnTo>
                  <a:pt x="1229486" y="417357"/>
                </a:lnTo>
                <a:lnTo>
                  <a:pt x="1231369" y="413215"/>
                </a:lnTo>
                <a:lnTo>
                  <a:pt x="1233781" y="407684"/>
                </a:lnTo>
                <a:lnTo>
                  <a:pt x="1240287" y="405167"/>
                </a:lnTo>
                <a:lnTo>
                  <a:pt x="1245820" y="407669"/>
                </a:lnTo>
                <a:lnTo>
                  <a:pt x="1251401" y="410125"/>
                </a:lnTo>
                <a:lnTo>
                  <a:pt x="1253873" y="416582"/>
                </a:lnTo>
                <a:lnTo>
                  <a:pt x="1251417" y="422164"/>
                </a:lnTo>
                <a:lnTo>
                  <a:pt x="1249009" y="427700"/>
                </a:lnTo>
                <a:lnTo>
                  <a:pt x="1242499" y="430212"/>
                </a:lnTo>
                <a:lnTo>
                  <a:pt x="1235526" y="427146"/>
                </a:lnTo>
                <a:lnTo>
                  <a:pt x="1234324" y="426251"/>
                </a:lnTo>
                <a:close/>
              </a:path>
              <a:path w="5142230" h="2300604">
                <a:moveTo>
                  <a:pt x="1909711" y="643984"/>
                </a:moveTo>
                <a:lnTo>
                  <a:pt x="1905839" y="639840"/>
                </a:lnTo>
                <a:lnTo>
                  <a:pt x="1905441" y="638534"/>
                </a:lnTo>
                <a:lnTo>
                  <a:pt x="1904708" y="635990"/>
                </a:lnTo>
                <a:lnTo>
                  <a:pt x="1905684" y="632245"/>
                </a:lnTo>
                <a:lnTo>
                  <a:pt x="1907094" y="626423"/>
                </a:lnTo>
                <a:lnTo>
                  <a:pt x="1908677" y="625478"/>
                </a:lnTo>
                <a:lnTo>
                  <a:pt x="1913192" y="622883"/>
                </a:lnTo>
                <a:lnTo>
                  <a:pt x="1918974" y="624283"/>
                </a:lnTo>
                <a:lnTo>
                  <a:pt x="1924825" y="625757"/>
                </a:lnTo>
                <a:lnTo>
                  <a:pt x="1928447" y="631687"/>
                </a:lnTo>
                <a:lnTo>
                  <a:pt x="1926970" y="637632"/>
                </a:lnTo>
                <a:lnTo>
                  <a:pt x="1925491" y="643478"/>
                </a:lnTo>
                <a:lnTo>
                  <a:pt x="1919561" y="647100"/>
                </a:lnTo>
                <a:lnTo>
                  <a:pt x="1913665" y="645578"/>
                </a:lnTo>
                <a:lnTo>
                  <a:pt x="1911557" y="645081"/>
                </a:lnTo>
                <a:lnTo>
                  <a:pt x="1909711" y="643984"/>
                </a:lnTo>
                <a:close/>
              </a:path>
              <a:path w="5142230" h="2300604">
                <a:moveTo>
                  <a:pt x="3332247" y="1321757"/>
                </a:moveTo>
                <a:lnTo>
                  <a:pt x="3328329" y="1317563"/>
                </a:lnTo>
                <a:lnTo>
                  <a:pt x="3327571" y="1316263"/>
                </a:lnTo>
                <a:lnTo>
                  <a:pt x="3327053" y="1314829"/>
                </a:lnTo>
                <a:lnTo>
                  <a:pt x="3324929" y="1309134"/>
                </a:lnTo>
                <a:lnTo>
                  <a:pt x="3327928" y="1302863"/>
                </a:lnTo>
                <a:lnTo>
                  <a:pt x="3333668" y="1300797"/>
                </a:lnTo>
                <a:lnTo>
                  <a:pt x="3339305" y="1298718"/>
                </a:lnTo>
                <a:lnTo>
                  <a:pt x="3345629" y="1301676"/>
                </a:lnTo>
                <a:lnTo>
                  <a:pt x="3349774" y="1313053"/>
                </a:lnTo>
                <a:lnTo>
                  <a:pt x="3346821" y="1319373"/>
                </a:lnTo>
                <a:lnTo>
                  <a:pt x="3336832" y="1322952"/>
                </a:lnTo>
                <a:lnTo>
                  <a:pt x="3332247" y="1321757"/>
                </a:lnTo>
                <a:close/>
              </a:path>
              <a:path w="5142230" h="2300604">
                <a:moveTo>
                  <a:pt x="1703496" y="589992"/>
                </a:moveTo>
                <a:lnTo>
                  <a:pt x="1699670" y="585896"/>
                </a:lnTo>
                <a:lnTo>
                  <a:pt x="1698575" y="581987"/>
                </a:lnTo>
                <a:lnTo>
                  <a:pt x="1699650" y="578153"/>
                </a:lnTo>
                <a:lnTo>
                  <a:pt x="1701267" y="572259"/>
                </a:lnTo>
                <a:lnTo>
                  <a:pt x="1707330" y="568878"/>
                </a:lnTo>
                <a:lnTo>
                  <a:pt x="1719018" y="572104"/>
                </a:lnTo>
                <a:lnTo>
                  <a:pt x="1722404" y="578172"/>
                </a:lnTo>
                <a:lnTo>
                  <a:pt x="1720787" y="584065"/>
                </a:lnTo>
                <a:lnTo>
                  <a:pt x="1719169" y="589859"/>
                </a:lnTo>
                <a:lnTo>
                  <a:pt x="1713526" y="593007"/>
                </a:lnTo>
                <a:lnTo>
                  <a:pt x="1713106" y="593241"/>
                </a:lnTo>
                <a:lnTo>
                  <a:pt x="1707258" y="591673"/>
                </a:lnTo>
                <a:lnTo>
                  <a:pt x="1705252" y="591090"/>
                </a:lnTo>
                <a:lnTo>
                  <a:pt x="1703496" y="589992"/>
                </a:lnTo>
                <a:close/>
              </a:path>
              <a:path w="5142230" h="2300604">
                <a:moveTo>
                  <a:pt x="2732788" y="860882"/>
                </a:moveTo>
                <a:lnTo>
                  <a:pt x="2728962" y="856786"/>
                </a:lnTo>
                <a:lnTo>
                  <a:pt x="2727877" y="852594"/>
                </a:lnTo>
                <a:lnTo>
                  <a:pt x="2731188" y="842845"/>
                </a:lnTo>
                <a:lnTo>
                  <a:pt x="2737426" y="839748"/>
                </a:lnTo>
                <a:lnTo>
                  <a:pt x="2743117" y="841736"/>
                </a:lnTo>
                <a:lnTo>
                  <a:pt x="2748863" y="843683"/>
                </a:lnTo>
                <a:lnTo>
                  <a:pt x="2751955" y="849925"/>
                </a:lnTo>
                <a:lnTo>
                  <a:pt x="2748066" y="861402"/>
                </a:lnTo>
                <a:lnTo>
                  <a:pt x="2741828" y="864499"/>
                </a:lnTo>
                <a:lnTo>
                  <a:pt x="2736087" y="862557"/>
                </a:lnTo>
                <a:lnTo>
                  <a:pt x="2734315" y="861930"/>
                </a:lnTo>
                <a:lnTo>
                  <a:pt x="2732788" y="860882"/>
                </a:lnTo>
                <a:close/>
              </a:path>
              <a:path w="5142230" h="2300604">
                <a:moveTo>
                  <a:pt x="3267964" y="1196935"/>
                </a:moveTo>
                <a:lnTo>
                  <a:pt x="3263119" y="1191749"/>
                </a:lnTo>
                <a:lnTo>
                  <a:pt x="3259649" y="1186764"/>
                </a:lnTo>
                <a:lnTo>
                  <a:pt x="3260826" y="1179911"/>
                </a:lnTo>
                <a:lnTo>
                  <a:pt x="3270792" y="1172985"/>
                </a:lnTo>
                <a:lnTo>
                  <a:pt x="3277645" y="1174162"/>
                </a:lnTo>
                <a:lnTo>
                  <a:pt x="3284576" y="1184123"/>
                </a:lnTo>
                <a:lnTo>
                  <a:pt x="3283398" y="1190976"/>
                </a:lnTo>
                <a:lnTo>
                  <a:pt x="3278418" y="1194441"/>
                </a:lnTo>
                <a:lnTo>
                  <a:pt x="3273918" y="1197640"/>
                </a:lnTo>
                <a:lnTo>
                  <a:pt x="3267964" y="1196935"/>
                </a:lnTo>
                <a:close/>
              </a:path>
              <a:path w="5142230" h="2300604">
                <a:moveTo>
                  <a:pt x="2799687" y="884502"/>
                </a:moveTo>
                <a:lnTo>
                  <a:pt x="2795811" y="880353"/>
                </a:lnTo>
                <a:lnTo>
                  <a:pt x="2794778" y="876022"/>
                </a:lnTo>
                <a:lnTo>
                  <a:pt x="2796236" y="872011"/>
                </a:lnTo>
                <a:lnTo>
                  <a:pt x="2798372" y="866282"/>
                </a:lnTo>
                <a:lnTo>
                  <a:pt x="2804698" y="863377"/>
                </a:lnTo>
                <a:lnTo>
                  <a:pt x="2810391" y="865463"/>
                </a:lnTo>
                <a:lnTo>
                  <a:pt x="2816026" y="867586"/>
                </a:lnTo>
                <a:lnTo>
                  <a:pt x="2818980" y="873876"/>
                </a:lnTo>
                <a:lnTo>
                  <a:pt x="2816849" y="879610"/>
                </a:lnTo>
                <a:lnTo>
                  <a:pt x="2814767" y="885299"/>
                </a:lnTo>
                <a:lnTo>
                  <a:pt x="2808437" y="888199"/>
                </a:lnTo>
                <a:lnTo>
                  <a:pt x="2801070" y="885494"/>
                </a:lnTo>
                <a:lnTo>
                  <a:pt x="2799687" y="884502"/>
                </a:lnTo>
                <a:close/>
              </a:path>
              <a:path w="5142230" h="2300604">
                <a:moveTo>
                  <a:pt x="1635229" y="570479"/>
                </a:moveTo>
                <a:lnTo>
                  <a:pt x="1631362" y="566339"/>
                </a:lnTo>
                <a:lnTo>
                  <a:pt x="1630271" y="562336"/>
                </a:lnTo>
                <a:lnTo>
                  <a:pt x="1633102" y="552660"/>
                </a:lnTo>
                <a:lnTo>
                  <a:pt x="1639211" y="549328"/>
                </a:lnTo>
                <a:lnTo>
                  <a:pt x="1645056" y="550990"/>
                </a:lnTo>
                <a:lnTo>
                  <a:pt x="1650852" y="552698"/>
                </a:lnTo>
                <a:lnTo>
                  <a:pt x="1654185" y="558807"/>
                </a:lnTo>
                <a:lnTo>
                  <a:pt x="1650765" y="570493"/>
                </a:lnTo>
                <a:lnTo>
                  <a:pt x="1644656" y="573826"/>
                </a:lnTo>
                <a:lnTo>
                  <a:pt x="1636850" y="571530"/>
                </a:lnTo>
                <a:lnTo>
                  <a:pt x="1635229" y="570479"/>
                </a:lnTo>
                <a:close/>
              </a:path>
              <a:path w="5142230" h="2300604">
                <a:moveTo>
                  <a:pt x="3170185" y="1088355"/>
                </a:moveTo>
                <a:lnTo>
                  <a:pt x="3165624" y="1083473"/>
                </a:lnTo>
                <a:lnTo>
                  <a:pt x="3165467" y="1077147"/>
                </a:lnTo>
                <a:lnTo>
                  <a:pt x="3173279" y="1068306"/>
                </a:lnTo>
                <a:lnTo>
                  <a:pt x="3180227" y="1067924"/>
                </a:lnTo>
                <a:lnTo>
                  <a:pt x="3184770" y="1071908"/>
                </a:lnTo>
                <a:lnTo>
                  <a:pt x="3189305" y="1075981"/>
                </a:lnTo>
                <a:lnTo>
                  <a:pt x="3189731" y="1082888"/>
                </a:lnTo>
                <a:lnTo>
                  <a:pt x="3185704" y="1087472"/>
                </a:lnTo>
                <a:lnTo>
                  <a:pt x="3181680" y="1091961"/>
                </a:lnTo>
                <a:lnTo>
                  <a:pt x="3174679" y="1092384"/>
                </a:lnTo>
                <a:lnTo>
                  <a:pt x="3170185" y="1088355"/>
                </a:lnTo>
                <a:close/>
              </a:path>
              <a:path w="5142230" h="2300604">
                <a:moveTo>
                  <a:pt x="3304185" y="1257116"/>
                </a:moveTo>
                <a:lnTo>
                  <a:pt x="3300223" y="1252874"/>
                </a:lnTo>
                <a:lnTo>
                  <a:pt x="3299632" y="1252046"/>
                </a:lnTo>
                <a:lnTo>
                  <a:pt x="3296356" y="1245802"/>
                </a:lnTo>
                <a:lnTo>
                  <a:pt x="3298470" y="1239171"/>
                </a:lnTo>
                <a:lnTo>
                  <a:pt x="3303850" y="1236327"/>
                </a:lnTo>
                <a:lnTo>
                  <a:pt x="3309231" y="1233584"/>
                </a:lnTo>
                <a:lnTo>
                  <a:pt x="3315862" y="1235698"/>
                </a:lnTo>
                <a:lnTo>
                  <a:pt x="3321444" y="1246463"/>
                </a:lnTo>
                <a:lnTo>
                  <a:pt x="3319402" y="1252976"/>
                </a:lnTo>
                <a:lnTo>
                  <a:pt x="3309483" y="1258193"/>
                </a:lnTo>
                <a:lnTo>
                  <a:pt x="3304185" y="1257116"/>
                </a:lnTo>
                <a:close/>
              </a:path>
              <a:path w="5142230" h="2300604">
                <a:moveTo>
                  <a:pt x="3284126" y="2090533"/>
                </a:moveTo>
                <a:lnTo>
                  <a:pt x="3280254" y="2086388"/>
                </a:lnTo>
                <a:lnTo>
                  <a:pt x="3279134" y="2083234"/>
                </a:lnTo>
                <a:lnTo>
                  <a:pt x="3279533" y="2079849"/>
                </a:lnTo>
                <a:lnTo>
                  <a:pt x="3280304" y="2073832"/>
                </a:lnTo>
                <a:lnTo>
                  <a:pt x="3285785" y="2069534"/>
                </a:lnTo>
                <a:lnTo>
                  <a:pt x="3297817" y="2070977"/>
                </a:lnTo>
                <a:lnTo>
                  <a:pt x="3302115" y="2076458"/>
                </a:lnTo>
                <a:lnTo>
                  <a:pt x="3301344" y="2082475"/>
                </a:lnTo>
                <a:lnTo>
                  <a:pt x="3300618" y="2088540"/>
                </a:lnTo>
                <a:lnTo>
                  <a:pt x="3295186" y="2092793"/>
                </a:lnTo>
                <a:lnTo>
                  <a:pt x="3286445" y="2091745"/>
                </a:lnTo>
                <a:lnTo>
                  <a:pt x="3284126" y="2090533"/>
                </a:lnTo>
                <a:close/>
              </a:path>
              <a:path w="5142230" h="2300604">
                <a:moveTo>
                  <a:pt x="3363067" y="1459143"/>
                </a:moveTo>
                <a:lnTo>
                  <a:pt x="3359200" y="1455003"/>
                </a:lnTo>
                <a:lnTo>
                  <a:pt x="3358188" y="1452844"/>
                </a:lnTo>
                <a:lnTo>
                  <a:pt x="3357894" y="1450379"/>
                </a:lnTo>
                <a:lnTo>
                  <a:pt x="3357250" y="1444314"/>
                </a:lnTo>
                <a:lnTo>
                  <a:pt x="3361585" y="1438886"/>
                </a:lnTo>
                <a:lnTo>
                  <a:pt x="3367605" y="1438293"/>
                </a:lnTo>
                <a:lnTo>
                  <a:pt x="3373625" y="1437601"/>
                </a:lnTo>
                <a:lnTo>
                  <a:pt x="3379043" y="1441936"/>
                </a:lnTo>
                <a:lnTo>
                  <a:pt x="3379740" y="1447960"/>
                </a:lnTo>
                <a:lnTo>
                  <a:pt x="3380379" y="1454019"/>
                </a:lnTo>
                <a:lnTo>
                  <a:pt x="3376044" y="1459447"/>
                </a:lnTo>
                <a:lnTo>
                  <a:pt x="3370025" y="1460139"/>
                </a:lnTo>
                <a:lnTo>
                  <a:pt x="3366425" y="1460489"/>
                </a:lnTo>
                <a:lnTo>
                  <a:pt x="3363067" y="1459143"/>
                </a:lnTo>
                <a:close/>
              </a:path>
              <a:path w="5142230" h="2300604">
                <a:moveTo>
                  <a:pt x="1840809" y="626626"/>
                </a:moveTo>
                <a:lnTo>
                  <a:pt x="1836937" y="622482"/>
                </a:lnTo>
                <a:lnTo>
                  <a:pt x="1835840" y="618668"/>
                </a:lnTo>
                <a:lnTo>
                  <a:pt x="1838335" y="609023"/>
                </a:lnTo>
                <a:lnTo>
                  <a:pt x="1844315" y="605454"/>
                </a:lnTo>
                <a:lnTo>
                  <a:pt x="1856058" y="608446"/>
                </a:lnTo>
                <a:lnTo>
                  <a:pt x="1859583" y="614467"/>
                </a:lnTo>
                <a:lnTo>
                  <a:pt x="1856586" y="626215"/>
                </a:lnTo>
                <a:lnTo>
                  <a:pt x="1850615" y="629793"/>
                </a:lnTo>
                <a:lnTo>
                  <a:pt x="1844839" y="628301"/>
                </a:lnTo>
                <a:lnTo>
                  <a:pt x="1842611" y="627774"/>
                </a:lnTo>
                <a:lnTo>
                  <a:pt x="1840809" y="626626"/>
                </a:lnTo>
                <a:close/>
              </a:path>
              <a:path w="5142230" h="2300604">
                <a:moveTo>
                  <a:pt x="2665412" y="838902"/>
                </a:moveTo>
                <a:lnTo>
                  <a:pt x="2661545" y="834762"/>
                </a:lnTo>
                <a:lnTo>
                  <a:pt x="2660453" y="830660"/>
                </a:lnTo>
                <a:lnTo>
                  <a:pt x="2661724" y="826743"/>
                </a:lnTo>
                <a:lnTo>
                  <a:pt x="2663522" y="820945"/>
                </a:lnTo>
                <a:lnTo>
                  <a:pt x="2669678" y="817760"/>
                </a:lnTo>
                <a:lnTo>
                  <a:pt x="2681304" y="821409"/>
                </a:lnTo>
                <a:lnTo>
                  <a:pt x="2684494" y="827560"/>
                </a:lnTo>
                <a:lnTo>
                  <a:pt x="2682647" y="833403"/>
                </a:lnTo>
                <a:lnTo>
                  <a:pt x="2680845" y="839196"/>
                </a:lnTo>
                <a:lnTo>
                  <a:pt x="2674648" y="842337"/>
                </a:lnTo>
                <a:lnTo>
                  <a:pt x="2667034" y="839953"/>
                </a:lnTo>
                <a:lnTo>
                  <a:pt x="2665412" y="838902"/>
                </a:lnTo>
                <a:close/>
              </a:path>
              <a:path w="5142230" h="2300604">
                <a:moveTo>
                  <a:pt x="3294170" y="2020155"/>
                </a:moveTo>
                <a:lnTo>
                  <a:pt x="3290343" y="2016059"/>
                </a:lnTo>
                <a:lnTo>
                  <a:pt x="3289184" y="2012667"/>
                </a:lnTo>
                <a:lnTo>
                  <a:pt x="3289729" y="2009145"/>
                </a:lnTo>
                <a:lnTo>
                  <a:pt x="3290735" y="2003184"/>
                </a:lnTo>
                <a:lnTo>
                  <a:pt x="3296398" y="1999081"/>
                </a:lnTo>
                <a:lnTo>
                  <a:pt x="3308415" y="2001095"/>
                </a:lnTo>
                <a:lnTo>
                  <a:pt x="3312419" y="2006750"/>
                </a:lnTo>
                <a:lnTo>
                  <a:pt x="3311414" y="2012711"/>
                </a:lnTo>
                <a:lnTo>
                  <a:pt x="3310458" y="2018726"/>
                </a:lnTo>
                <a:lnTo>
                  <a:pt x="3304798" y="2022735"/>
                </a:lnTo>
                <a:lnTo>
                  <a:pt x="3296300" y="2021360"/>
                </a:lnTo>
                <a:lnTo>
                  <a:pt x="3294170" y="2020155"/>
                </a:lnTo>
                <a:close/>
              </a:path>
              <a:path w="5142230" h="2300604">
                <a:moveTo>
                  <a:pt x="3366945" y="1529664"/>
                </a:moveTo>
                <a:lnTo>
                  <a:pt x="3363124" y="1525573"/>
                </a:lnTo>
                <a:lnTo>
                  <a:pt x="3361980" y="1522980"/>
                </a:lnTo>
                <a:lnTo>
                  <a:pt x="3361986" y="1520153"/>
                </a:lnTo>
                <a:lnTo>
                  <a:pt x="3361958" y="1514062"/>
                </a:lnTo>
                <a:lnTo>
                  <a:pt x="3366801" y="1509081"/>
                </a:lnTo>
                <a:lnTo>
                  <a:pt x="3372842" y="1508998"/>
                </a:lnTo>
                <a:lnTo>
                  <a:pt x="3378933" y="1508969"/>
                </a:lnTo>
                <a:lnTo>
                  <a:pt x="3383914" y="1513813"/>
                </a:lnTo>
                <a:lnTo>
                  <a:pt x="3383943" y="1519904"/>
                </a:lnTo>
                <a:lnTo>
                  <a:pt x="3384020" y="1525949"/>
                </a:lnTo>
                <a:lnTo>
                  <a:pt x="3379181" y="1530935"/>
                </a:lnTo>
                <a:lnTo>
                  <a:pt x="3373090" y="1530964"/>
                </a:lnTo>
                <a:lnTo>
                  <a:pt x="3369877" y="1531043"/>
                </a:lnTo>
                <a:lnTo>
                  <a:pt x="3366945" y="1529664"/>
                </a:lnTo>
                <a:close/>
              </a:path>
              <a:path w="5142230" h="2300604">
                <a:moveTo>
                  <a:pt x="3115090" y="1044137"/>
                </a:moveTo>
                <a:lnTo>
                  <a:pt x="3110565" y="1039293"/>
                </a:lnTo>
                <a:lnTo>
                  <a:pt x="3110116" y="1033535"/>
                </a:lnTo>
                <a:lnTo>
                  <a:pt x="3116899" y="1024276"/>
                </a:lnTo>
                <a:lnTo>
                  <a:pt x="3123780" y="1023236"/>
                </a:lnTo>
                <a:lnTo>
                  <a:pt x="3133546" y="1030366"/>
                </a:lnTo>
                <a:lnTo>
                  <a:pt x="3134582" y="1037242"/>
                </a:lnTo>
                <a:lnTo>
                  <a:pt x="3131066" y="1042179"/>
                </a:lnTo>
                <a:lnTo>
                  <a:pt x="3127501" y="1047062"/>
                </a:lnTo>
                <a:lnTo>
                  <a:pt x="3120571" y="1048148"/>
                </a:lnTo>
                <a:lnTo>
                  <a:pt x="3115090" y="1044137"/>
                </a:lnTo>
                <a:close/>
              </a:path>
              <a:path w="5142230" h="2300604">
                <a:moveTo>
                  <a:pt x="2185794" y="710506"/>
                </a:moveTo>
                <a:lnTo>
                  <a:pt x="2181923" y="706361"/>
                </a:lnTo>
                <a:lnTo>
                  <a:pt x="2180822" y="702641"/>
                </a:lnTo>
                <a:lnTo>
                  <a:pt x="2181705" y="698894"/>
                </a:lnTo>
                <a:lnTo>
                  <a:pt x="2183133" y="692995"/>
                </a:lnTo>
                <a:lnTo>
                  <a:pt x="2189063" y="689372"/>
                </a:lnTo>
                <a:lnTo>
                  <a:pt x="2195007" y="690750"/>
                </a:lnTo>
                <a:lnTo>
                  <a:pt x="2200911" y="692183"/>
                </a:lnTo>
                <a:lnTo>
                  <a:pt x="2204534" y="698114"/>
                </a:lnTo>
                <a:lnTo>
                  <a:pt x="2201677" y="709913"/>
                </a:lnTo>
                <a:lnTo>
                  <a:pt x="2195747" y="713535"/>
                </a:lnTo>
                <a:lnTo>
                  <a:pt x="2189843" y="712102"/>
                </a:lnTo>
                <a:lnTo>
                  <a:pt x="2187645" y="711607"/>
                </a:lnTo>
                <a:lnTo>
                  <a:pt x="2185794" y="710506"/>
                </a:lnTo>
                <a:close/>
              </a:path>
              <a:path w="5142230" h="2300604">
                <a:moveTo>
                  <a:pt x="1106312" y="364775"/>
                </a:moveTo>
                <a:lnTo>
                  <a:pt x="1102390" y="360576"/>
                </a:lnTo>
                <a:lnTo>
                  <a:pt x="1101527" y="355548"/>
                </a:lnTo>
                <a:lnTo>
                  <a:pt x="1103795" y="351329"/>
                </a:lnTo>
                <a:lnTo>
                  <a:pt x="1106577" y="345900"/>
                </a:lnTo>
                <a:lnTo>
                  <a:pt x="1113205" y="343807"/>
                </a:lnTo>
                <a:lnTo>
                  <a:pt x="1118590" y="346639"/>
                </a:lnTo>
                <a:lnTo>
                  <a:pt x="1123969" y="349367"/>
                </a:lnTo>
                <a:lnTo>
                  <a:pt x="1126106" y="356054"/>
                </a:lnTo>
                <a:lnTo>
                  <a:pt x="1120453" y="366814"/>
                </a:lnTo>
                <a:lnTo>
                  <a:pt x="1114005" y="368905"/>
                </a:lnTo>
                <a:lnTo>
                  <a:pt x="1113865" y="368950"/>
                </a:lnTo>
                <a:lnTo>
                  <a:pt x="1107372" y="365519"/>
                </a:lnTo>
                <a:lnTo>
                  <a:pt x="1106312" y="364775"/>
                </a:lnTo>
                <a:close/>
              </a:path>
              <a:path w="5142230" h="2300604">
                <a:moveTo>
                  <a:pt x="2930754" y="938203"/>
                </a:moveTo>
                <a:lnTo>
                  <a:pt x="2926878" y="934054"/>
                </a:lnTo>
                <a:lnTo>
                  <a:pt x="2925907" y="929300"/>
                </a:lnTo>
                <a:lnTo>
                  <a:pt x="2930395" y="919638"/>
                </a:lnTo>
                <a:lnTo>
                  <a:pt x="2936898" y="917215"/>
                </a:lnTo>
                <a:lnTo>
                  <a:pt x="2942431" y="919717"/>
                </a:lnTo>
                <a:lnTo>
                  <a:pt x="2947915" y="922264"/>
                </a:lnTo>
                <a:lnTo>
                  <a:pt x="2950378" y="928811"/>
                </a:lnTo>
                <a:lnTo>
                  <a:pt x="2945235" y="939824"/>
                </a:lnTo>
                <a:lnTo>
                  <a:pt x="2938737" y="942252"/>
                </a:lnTo>
                <a:lnTo>
                  <a:pt x="2933253" y="939705"/>
                </a:lnTo>
                <a:lnTo>
                  <a:pt x="2931906" y="939045"/>
                </a:lnTo>
                <a:lnTo>
                  <a:pt x="2930754" y="938203"/>
                </a:lnTo>
                <a:close/>
              </a:path>
              <a:path w="5142230" h="2300604">
                <a:moveTo>
                  <a:pt x="3055778" y="1004398"/>
                </a:moveTo>
                <a:lnTo>
                  <a:pt x="3051861" y="1000205"/>
                </a:lnTo>
                <a:lnTo>
                  <a:pt x="3051195" y="994800"/>
                </a:lnTo>
                <a:lnTo>
                  <a:pt x="3053798" y="990451"/>
                </a:lnTo>
                <a:lnTo>
                  <a:pt x="3056991" y="985267"/>
                </a:lnTo>
                <a:lnTo>
                  <a:pt x="3063802" y="983663"/>
                </a:lnTo>
                <a:lnTo>
                  <a:pt x="3074113" y="990009"/>
                </a:lnTo>
                <a:lnTo>
                  <a:pt x="3075723" y="996815"/>
                </a:lnTo>
                <a:lnTo>
                  <a:pt x="3069372" y="1007122"/>
                </a:lnTo>
                <a:lnTo>
                  <a:pt x="3062570" y="1008736"/>
                </a:lnTo>
                <a:lnTo>
                  <a:pt x="3056555" y="1005033"/>
                </a:lnTo>
                <a:lnTo>
                  <a:pt x="3055778" y="1004398"/>
                </a:lnTo>
                <a:close/>
              </a:path>
              <a:path w="5142230" h="2300604">
                <a:moveTo>
                  <a:pt x="2392535" y="761542"/>
                </a:moveTo>
                <a:lnTo>
                  <a:pt x="2388663" y="757397"/>
                </a:lnTo>
                <a:lnTo>
                  <a:pt x="2387561" y="753578"/>
                </a:lnTo>
                <a:lnTo>
                  <a:pt x="2389967" y="743935"/>
                </a:lnTo>
                <a:lnTo>
                  <a:pt x="2395988" y="740410"/>
                </a:lnTo>
                <a:lnTo>
                  <a:pt x="2407740" y="743412"/>
                </a:lnTo>
                <a:lnTo>
                  <a:pt x="2411264" y="749433"/>
                </a:lnTo>
                <a:lnTo>
                  <a:pt x="2408268" y="761181"/>
                </a:lnTo>
                <a:lnTo>
                  <a:pt x="2402247" y="764705"/>
                </a:lnTo>
                <a:lnTo>
                  <a:pt x="2396391" y="763226"/>
                </a:lnTo>
                <a:lnTo>
                  <a:pt x="2394292" y="762640"/>
                </a:lnTo>
                <a:lnTo>
                  <a:pt x="2392535" y="761542"/>
                </a:lnTo>
                <a:close/>
              </a:path>
              <a:path w="5142230" h="2300604">
                <a:moveTo>
                  <a:pt x="2865760" y="910073"/>
                </a:moveTo>
                <a:lnTo>
                  <a:pt x="2861888" y="905928"/>
                </a:lnTo>
                <a:lnTo>
                  <a:pt x="2860857" y="901404"/>
                </a:lnTo>
                <a:lnTo>
                  <a:pt x="2862512" y="897310"/>
                </a:lnTo>
                <a:lnTo>
                  <a:pt x="2864874" y="891725"/>
                </a:lnTo>
                <a:lnTo>
                  <a:pt x="2871288" y="889012"/>
                </a:lnTo>
                <a:lnTo>
                  <a:pt x="2882514" y="893600"/>
                </a:lnTo>
                <a:lnTo>
                  <a:pt x="2885218" y="900014"/>
                </a:lnTo>
                <a:lnTo>
                  <a:pt x="2880590" y="911286"/>
                </a:lnTo>
                <a:lnTo>
                  <a:pt x="2874220" y="913949"/>
                </a:lnTo>
                <a:lnTo>
                  <a:pt x="2868582" y="911628"/>
                </a:lnTo>
                <a:lnTo>
                  <a:pt x="2867003" y="911012"/>
                </a:lnTo>
                <a:lnTo>
                  <a:pt x="2865760" y="910073"/>
                </a:lnTo>
                <a:close/>
              </a:path>
              <a:path w="5142230" h="2300604">
                <a:moveTo>
                  <a:pt x="3334151" y="1810866"/>
                </a:moveTo>
                <a:lnTo>
                  <a:pt x="3330275" y="1806717"/>
                </a:lnTo>
                <a:lnTo>
                  <a:pt x="3329119" y="1803231"/>
                </a:lnTo>
                <a:lnTo>
                  <a:pt x="3330960" y="1793668"/>
                </a:lnTo>
                <a:lnTo>
                  <a:pt x="3336757" y="1789805"/>
                </a:lnTo>
                <a:lnTo>
                  <a:pt x="3348670" y="1792099"/>
                </a:lnTo>
                <a:lnTo>
                  <a:pt x="3352581" y="1797850"/>
                </a:lnTo>
                <a:lnTo>
                  <a:pt x="3351387" y="1803805"/>
                </a:lnTo>
                <a:lnTo>
                  <a:pt x="3350237" y="1809709"/>
                </a:lnTo>
                <a:lnTo>
                  <a:pt x="3344486" y="1813621"/>
                </a:lnTo>
                <a:lnTo>
                  <a:pt x="3338533" y="1812526"/>
                </a:lnTo>
                <a:lnTo>
                  <a:pt x="3336188" y="1812069"/>
                </a:lnTo>
                <a:lnTo>
                  <a:pt x="3334151" y="1810866"/>
                </a:lnTo>
                <a:close/>
              </a:path>
              <a:path w="5142230" h="2300604">
                <a:moveTo>
                  <a:pt x="1772070" y="608660"/>
                </a:moveTo>
                <a:lnTo>
                  <a:pt x="1768198" y="604516"/>
                </a:lnTo>
                <a:lnTo>
                  <a:pt x="1767100" y="600702"/>
                </a:lnTo>
                <a:lnTo>
                  <a:pt x="1769694" y="591065"/>
                </a:lnTo>
                <a:lnTo>
                  <a:pt x="1775715" y="587540"/>
                </a:lnTo>
                <a:lnTo>
                  <a:pt x="1787411" y="590676"/>
                </a:lnTo>
                <a:lnTo>
                  <a:pt x="1790936" y="596698"/>
                </a:lnTo>
                <a:lnTo>
                  <a:pt x="1787799" y="608393"/>
                </a:lnTo>
                <a:lnTo>
                  <a:pt x="1781778" y="611918"/>
                </a:lnTo>
                <a:lnTo>
                  <a:pt x="1773872" y="609807"/>
                </a:lnTo>
                <a:lnTo>
                  <a:pt x="1772070" y="608660"/>
                </a:lnTo>
                <a:close/>
              </a:path>
              <a:path w="5142230" h="2300604">
                <a:moveTo>
                  <a:pt x="3364632" y="1600400"/>
                </a:moveTo>
                <a:lnTo>
                  <a:pt x="3360765" y="1596260"/>
                </a:lnTo>
                <a:lnTo>
                  <a:pt x="3359635" y="1593389"/>
                </a:lnTo>
                <a:lnTo>
                  <a:pt x="3360233" y="1584156"/>
                </a:lnTo>
                <a:lnTo>
                  <a:pt x="3364880" y="1580138"/>
                </a:lnTo>
                <a:lnTo>
                  <a:pt x="3365486" y="1579614"/>
                </a:lnTo>
                <a:lnTo>
                  <a:pt x="3371564" y="1579963"/>
                </a:lnTo>
                <a:lnTo>
                  <a:pt x="3377594" y="1580357"/>
                </a:lnTo>
                <a:lnTo>
                  <a:pt x="3382181" y="1585659"/>
                </a:lnTo>
                <a:lnTo>
                  <a:pt x="3381787" y="1591688"/>
                </a:lnTo>
                <a:lnTo>
                  <a:pt x="3381344" y="1597763"/>
                </a:lnTo>
                <a:lnTo>
                  <a:pt x="3376697" y="1601781"/>
                </a:lnTo>
                <a:lnTo>
                  <a:pt x="3376091" y="1602305"/>
                </a:lnTo>
                <a:lnTo>
                  <a:pt x="3367141" y="1601717"/>
                </a:lnTo>
                <a:lnTo>
                  <a:pt x="3364632" y="1600400"/>
                </a:lnTo>
                <a:close/>
              </a:path>
              <a:path w="5142230" h="2300604">
                <a:moveTo>
                  <a:pt x="2994274" y="969446"/>
                </a:moveTo>
                <a:lnTo>
                  <a:pt x="2990356" y="965253"/>
                </a:lnTo>
                <a:lnTo>
                  <a:pt x="2989583" y="960223"/>
                </a:lnTo>
                <a:lnTo>
                  <a:pt x="2991801" y="955950"/>
                </a:lnTo>
                <a:lnTo>
                  <a:pt x="2994633" y="950575"/>
                </a:lnTo>
                <a:lnTo>
                  <a:pt x="3001311" y="948536"/>
                </a:lnTo>
                <a:lnTo>
                  <a:pt x="3011977" y="954187"/>
                </a:lnTo>
                <a:lnTo>
                  <a:pt x="3014065" y="960820"/>
                </a:lnTo>
                <a:lnTo>
                  <a:pt x="3008411" y="971580"/>
                </a:lnTo>
                <a:lnTo>
                  <a:pt x="3001732" y="973619"/>
                </a:lnTo>
                <a:lnTo>
                  <a:pt x="2995281" y="970231"/>
                </a:lnTo>
                <a:lnTo>
                  <a:pt x="2994274" y="969446"/>
                </a:lnTo>
                <a:close/>
              </a:path>
              <a:path w="5142230" h="2300604">
                <a:moveTo>
                  <a:pt x="1499575" y="528094"/>
                </a:moveTo>
                <a:lnTo>
                  <a:pt x="1495708" y="523954"/>
                </a:lnTo>
                <a:lnTo>
                  <a:pt x="1494623" y="519763"/>
                </a:lnTo>
                <a:lnTo>
                  <a:pt x="1495938" y="515795"/>
                </a:lnTo>
                <a:lnTo>
                  <a:pt x="1497832" y="510197"/>
                </a:lnTo>
                <a:lnTo>
                  <a:pt x="1497881" y="510054"/>
                </a:lnTo>
                <a:lnTo>
                  <a:pt x="1504078" y="506913"/>
                </a:lnTo>
                <a:lnTo>
                  <a:pt x="1509818" y="508855"/>
                </a:lnTo>
                <a:lnTo>
                  <a:pt x="1515608" y="510752"/>
                </a:lnTo>
                <a:lnTo>
                  <a:pt x="1518700" y="516994"/>
                </a:lnTo>
                <a:lnTo>
                  <a:pt x="1516806" y="522689"/>
                </a:lnTo>
                <a:lnTo>
                  <a:pt x="1514957" y="528334"/>
                </a:lnTo>
                <a:lnTo>
                  <a:pt x="1514910" y="528479"/>
                </a:lnTo>
                <a:lnTo>
                  <a:pt x="1508667" y="531571"/>
                </a:lnTo>
                <a:lnTo>
                  <a:pt x="1502919" y="529718"/>
                </a:lnTo>
                <a:lnTo>
                  <a:pt x="1501146" y="529091"/>
                </a:lnTo>
                <a:lnTo>
                  <a:pt x="1499575" y="528094"/>
                </a:lnTo>
                <a:close/>
              </a:path>
              <a:path w="5142230" h="2300604">
                <a:moveTo>
                  <a:pt x="3276323" y="2232415"/>
                </a:moveTo>
                <a:lnTo>
                  <a:pt x="3272496" y="2228320"/>
                </a:lnTo>
                <a:lnTo>
                  <a:pt x="3271357" y="2225731"/>
                </a:lnTo>
                <a:lnTo>
                  <a:pt x="3271183" y="2216845"/>
                </a:lnTo>
                <a:lnTo>
                  <a:pt x="3276030" y="2211869"/>
                </a:lnTo>
                <a:lnTo>
                  <a:pt x="3282125" y="2211746"/>
                </a:lnTo>
                <a:lnTo>
                  <a:pt x="3288166" y="2211664"/>
                </a:lnTo>
                <a:lnTo>
                  <a:pt x="3293195" y="2216462"/>
                </a:lnTo>
                <a:lnTo>
                  <a:pt x="3293273" y="2222507"/>
                </a:lnTo>
                <a:lnTo>
                  <a:pt x="3293400" y="2228606"/>
                </a:lnTo>
                <a:lnTo>
                  <a:pt x="3288557" y="2233587"/>
                </a:lnTo>
                <a:lnTo>
                  <a:pt x="3282458" y="2233705"/>
                </a:lnTo>
                <a:lnTo>
                  <a:pt x="3279250" y="2233790"/>
                </a:lnTo>
                <a:lnTo>
                  <a:pt x="3276323" y="2232415"/>
                </a:lnTo>
                <a:close/>
              </a:path>
              <a:path w="5142230" h="2300604">
                <a:moveTo>
                  <a:pt x="3223933" y="1141884"/>
                </a:moveTo>
                <a:lnTo>
                  <a:pt x="3219742" y="1137398"/>
                </a:lnTo>
                <a:lnTo>
                  <a:pt x="3215695" y="1132869"/>
                </a:lnTo>
                <a:lnTo>
                  <a:pt x="3216022" y="1125889"/>
                </a:lnTo>
                <a:lnTo>
                  <a:pt x="3220257" y="1122114"/>
                </a:lnTo>
                <a:lnTo>
                  <a:pt x="3224989" y="1117795"/>
                </a:lnTo>
                <a:lnTo>
                  <a:pt x="3232006" y="1118171"/>
                </a:lnTo>
                <a:lnTo>
                  <a:pt x="3236012" y="1122656"/>
                </a:lnTo>
                <a:lnTo>
                  <a:pt x="3240113" y="1127045"/>
                </a:lnTo>
                <a:lnTo>
                  <a:pt x="3239772" y="1134109"/>
                </a:lnTo>
                <a:lnTo>
                  <a:pt x="3235248" y="1138162"/>
                </a:lnTo>
                <a:lnTo>
                  <a:pt x="3230814" y="1142212"/>
                </a:lnTo>
                <a:lnTo>
                  <a:pt x="3223933" y="1141884"/>
                </a:lnTo>
                <a:close/>
              </a:path>
              <a:path w="5142230" h="2300604">
                <a:moveTo>
                  <a:pt x="1365712" y="480392"/>
                </a:moveTo>
                <a:lnTo>
                  <a:pt x="1361795" y="476199"/>
                </a:lnTo>
                <a:lnTo>
                  <a:pt x="1360811" y="471822"/>
                </a:lnTo>
                <a:lnTo>
                  <a:pt x="1362318" y="467766"/>
                </a:lnTo>
                <a:lnTo>
                  <a:pt x="1364494" y="462081"/>
                </a:lnTo>
                <a:lnTo>
                  <a:pt x="1370865" y="459224"/>
                </a:lnTo>
                <a:lnTo>
                  <a:pt x="1382195" y="463533"/>
                </a:lnTo>
                <a:lnTo>
                  <a:pt x="1385047" y="469909"/>
                </a:lnTo>
                <a:lnTo>
                  <a:pt x="1380739" y="481230"/>
                </a:lnTo>
                <a:lnTo>
                  <a:pt x="1374367" y="484086"/>
                </a:lnTo>
                <a:lnTo>
                  <a:pt x="1368727" y="481959"/>
                </a:lnTo>
                <a:lnTo>
                  <a:pt x="1367098" y="481289"/>
                </a:lnTo>
                <a:lnTo>
                  <a:pt x="1365712" y="480392"/>
                </a:lnTo>
                <a:close/>
              </a:path>
              <a:path w="5142230" h="2300604">
                <a:moveTo>
                  <a:pt x="1169864" y="396444"/>
                </a:moveTo>
                <a:lnTo>
                  <a:pt x="1165947" y="392251"/>
                </a:lnTo>
                <a:lnTo>
                  <a:pt x="1165024" y="387451"/>
                </a:lnTo>
                <a:lnTo>
                  <a:pt x="1169692" y="377786"/>
                </a:lnTo>
                <a:lnTo>
                  <a:pt x="1176237" y="375506"/>
                </a:lnTo>
                <a:lnTo>
                  <a:pt x="1181726" y="378058"/>
                </a:lnTo>
                <a:lnTo>
                  <a:pt x="1187207" y="380700"/>
                </a:lnTo>
                <a:lnTo>
                  <a:pt x="1189531" y="387294"/>
                </a:lnTo>
                <a:lnTo>
                  <a:pt x="1184293" y="398205"/>
                </a:lnTo>
                <a:lnTo>
                  <a:pt x="1177703" y="400535"/>
                </a:lnTo>
                <a:lnTo>
                  <a:pt x="1172218" y="397888"/>
                </a:lnTo>
                <a:lnTo>
                  <a:pt x="1170967" y="397331"/>
                </a:lnTo>
                <a:lnTo>
                  <a:pt x="1169864" y="396444"/>
                </a:lnTo>
                <a:close/>
              </a:path>
              <a:path w="5142230" h="2300604">
                <a:moveTo>
                  <a:pt x="3357464" y="1670923"/>
                </a:moveTo>
                <a:lnTo>
                  <a:pt x="3353596" y="1666783"/>
                </a:lnTo>
                <a:lnTo>
                  <a:pt x="3352476" y="1663629"/>
                </a:lnTo>
                <a:lnTo>
                  <a:pt x="3353695" y="1654182"/>
                </a:lnTo>
                <a:lnTo>
                  <a:pt x="3359168" y="1649973"/>
                </a:lnTo>
                <a:lnTo>
                  <a:pt x="3365185" y="1650744"/>
                </a:lnTo>
                <a:lnTo>
                  <a:pt x="3371209" y="1651426"/>
                </a:lnTo>
                <a:lnTo>
                  <a:pt x="3375459" y="1656953"/>
                </a:lnTo>
                <a:lnTo>
                  <a:pt x="3373911" y="1668981"/>
                </a:lnTo>
                <a:lnTo>
                  <a:pt x="3368430" y="1673279"/>
                </a:lnTo>
                <a:lnTo>
                  <a:pt x="3362418" y="1672513"/>
                </a:lnTo>
                <a:lnTo>
                  <a:pt x="3359787" y="1672140"/>
                </a:lnTo>
                <a:lnTo>
                  <a:pt x="3357464" y="1670923"/>
                </a:lnTo>
                <a:close/>
              </a:path>
              <a:path w="5142230" h="2300604">
                <a:moveTo>
                  <a:pt x="1432386" y="504945"/>
                </a:moveTo>
                <a:lnTo>
                  <a:pt x="1428514" y="500800"/>
                </a:lnTo>
                <a:lnTo>
                  <a:pt x="1427433" y="496515"/>
                </a:lnTo>
                <a:lnTo>
                  <a:pt x="1428891" y="492504"/>
                </a:lnTo>
                <a:lnTo>
                  <a:pt x="1430879" y="486812"/>
                </a:lnTo>
                <a:lnTo>
                  <a:pt x="1437208" y="483813"/>
                </a:lnTo>
                <a:lnTo>
                  <a:pt x="1448593" y="487887"/>
                </a:lnTo>
                <a:lnTo>
                  <a:pt x="1451636" y="494175"/>
                </a:lnTo>
                <a:lnTo>
                  <a:pt x="1449550" y="499859"/>
                </a:lnTo>
                <a:lnTo>
                  <a:pt x="1447562" y="505551"/>
                </a:lnTo>
                <a:lnTo>
                  <a:pt x="1441279" y="508599"/>
                </a:lnTo>
                <a:lnTo>
                  <a:pt x="1435541" y="506563"/>
                </a:lnTo>
                <a:lnTo>
                  <a:pt x="1433863" y="505939"/>
                </a:lnTo>
                <a:lnTo>
                  <a:pt x="1432386" y="504945"/>
                </a:lnTo>
                <a:close/>
              </a:path>
              <a:path w="5142230" h="2300604">
                <a:moveTo>
                  <a:pt x="2047696" y="677526"/>
                </a:moveTo>
                <a:lnTo>
                  <a:pt x="2043824" y="673382"/>
                </a:lnTo>
                <a:lnTo>
                  <a:pt x="2042723" y="669662"/>
                </a:lnTo>
                <a:lnTo>
                  <a:pt x="2043602" y="665910"/>
                </a:lnTo>
                <a:lnTo>
                  <a:pt x="2045030" y="660010"/>
                </a:lnTo>
                <a:lnTo>
                  <a:pt x="2050960" y="656388"/>
                </a:lnTo>
                <a:lnTo>
                  <a:pt x="2062808" y="659199"/>
                </a:lnTo>
                <a:lnTo>
                  <a:pt x="2066430" y="665129"/>
                </a:lnTo>
                <a:lnTo>
                  <a:pt x="2063574" y="676929"/>
                </a:lnTo>
                <a:lnTo>
                  <a:pt x="2057644" y="680551"/>
                </a:lnTo>
                <a:lnTo>
                  <a:pt x="2051749" y="679128"/>
                </a:lnTo>
                <a:lnTo>
                  <a:pt x="2049542" y="678623"/>
                </a:lnTo>
                <a:lnTo>
                  <a:pt x="2047696" y="677526"/>
                </a:lnTo>
                <a:close/>
              </a:path>
              <a:path w="5142230" h="2300604">
                <a:moveTo>
                  <a:pt x="2254816" y="727112"/>
                </a:moveTo>
                <a:lnTo>
                  <a:pt x="2250990" y="723016"/>
                </a:lnTo>
                <a:lnTo>
                  <a:pt x="2249862" y="719170"/>
                </a:lnTo>
                <a:lnTo>
                  <a:pt x="2250726" y="715501"/>
                </a:lnTo>
                <a:lnTo>
                  <a:pt x="2252155" y="709601"/>
                </a:lnTo>
                <a:lnTo>
                  <a:pt x="2258130" y="706028"/>
                </a:lnTo>
                <a:lnTo>
                  <a:pt x="2269930" y="708884"/>
                </a:lnTo>
                <a:lnTo>
                  <a:pt x="2273552" y="714815"/>
                </a:lnTo>
                <a:lnTo>
                  <a:pt x="2270696" y="726614"/>
                </a:lnTo>
                <a:lnTo>
                  <a:pt x="2264671" y="730233"/>
                </a:lnTo>
                <a:lnTo>
                  <a:pt x="2258820" y="728759"/>
                </a:lnTo>
                <a:lnTo>
                  <a:pt x="2256664" y="728308"/>
                </a:lnTo>
                <a:lnTo>
                  <a:pt x="2254816" y="727112"/>
                </a:lnTo>
                <a:close/>
              </a:path>
              <a:path w="5142230" h="2300604">
                <a:moveTo>
                  <a:pt x="2323731" y="744093"/>
                </a:moveTo>
                <a:lnTo>
                  <a:pt x="2319859" y="739948"/>
                </a:lnTo>
                <a:lnTo>
                  <a:pt x="2318713" y="736180"/>
                </a:lnTo>
                <a:lnTo>
                  <a:pt x="2319709" y="732359"/>
                </a:lnTo>
                <a:lnTo>
                  <a:pt x="2321118" y="726536"/>
                </a:lnTo>
                <a:lnTo>
                  <a:pt x="2322699" y="725589"/>
                </a:lnTo>
                <a:lnTo>
                  <a:pt x="2327209" y="722989"/>
                </a:lnTo>
                <a:lnTo>
                  <a:pt x="2332986" y="724481"/>
                </a:lnTo>
                <a:lnTo>
                  <a:pt x="2338890" y="725914"/>
                </a:lnTo>
                <a:lnTo>
                  <a:pt x="2342463" y="731890"/>
                </a:lnTo>
                <a:lnTo>
                  <a:pt x="2340985" y="737736"/>
                </a:lnTo>
                <a:lnTo>
                  <a:pt x="2339557" y="743636"/>
                </a:lnTo>
                <a:lnTo>
                  <a:pt x="2333586" y="747214"/>
                </a:lnTo>
                <a:lnTo>
                  <a:pt x="2327681" y="745781"/>
                </a:lnTo>
                <a:lnTo>
                  <a:pt x="2325533" y="745240"/>
                </a:lnTo>
                <a:lnTo>
                  <a:pt x="2323731" y="744093"/>
                </a:lnTo>
                <a:close/>
              </a:path>
              <a:path w="5142230" h="2300604">
                <a:moveTo>
                  <a:pt x="2116770" y="693993"/>
                </a:moveTo>
                <a:lnTo>
                  <a:pt x="2112893" y="689844"/>
                </a:lnTo>
                <a:lnTo>
                  <a:pt x="2111797" y="686129"/>
                </a:lnTo>
                <a:lnTo>
                  <a:pt x="2112680" y="682382"/>
                </a:lnTo>
                <a:lnTo>
                  <a:pt x="2114108" y="676482"/>
                </a:lnTo>
                <a:lnTo>
                  <a:pt x="2120038" y="672860"/>
                </a:lnTo>
                <a:lnTo>
                  <a:pt x="2131792" y="675668"/>
                </a:lnTo>
                <a:lnTo>
                  <a:pt x="2135414" y="681598"/>
                </a:lnTo>
                <a:lnTo>
                  <a:pt x="2134080" y="687501"/>
                </a:lnTo>
                <a:lnTo>
                  <a:pt x="2132652" y="693401"/>
                </a:lnTo>
                <a:lnTo>
                  <a:pt x="2126722" y="697023"/>
                </a:lnTo>
                <a:lnTo>
                  <a:pt x="2120822" y="695595"/>
                </a:lnTo>
                <a:lnTo>
                  <a:pt x="2118666" y="695144"/>
                </a:lnTo>
                <a:lnTo>
                  <a:pt x="2116770" y="693993"/>
                </a:lnTo>
                <a:close/>
              </a:path>
              <a:path w="5142230" h="2300604">
                <a:moveTo>
                  <a:pt x="2597623" y="818140"/>
                </a:moveTo>
                <a:lnTo>
                  <a:pt x="2593751" y="813996"/>
                </a:lnTo>
                <a:lnTo>
                  <a:pt x="2592655" y="809988"/>
                </a:lnTo>
                <a:lnTo>
                  <a:pt x="2595540" y="800271"/>
                </a:lnTo>
                <a:lnTo>
                  <a:pt x="2601644" y="796934"/>
                </a:lnTo>
                <a:lnTo>
                  <a:pt x="2613327" y="800447"/>
                </a:lnTo>
                <a:lnTo>
                  <a:pt x="2616566" y="806553"/>
                </a:lnTo>
                <a:lnTo>
                  <a:pt x="2614858" y="812349"/>
                </a:lnTo>
                <a:lnTo>
                  <a:pt x="2613101" y="818190"/>
                </a:lnTo>
                <a:lnTo>
                  <a:pt x="2607045" y="821482"/>
                </a:lnTo>
                <a:lnTo>
                  <a:pt x="2601204" y="819726"/>
                </a:lnTo>
                <a:lnTo>
                  <a:pt x="2599239" y="819187"/>
                </a:lnTo>
                <a:lnTo>
                  <a:pt x="2597623" y="818140"/>
                </a:lnTo>
                <a:close/>
              </a:path>
              <a:path w="5142230" h="2300604">
                <a:moveTo>
                  <a:pt x="3449240" y="1659790"/>
                </a:moveTo>
                <a:lnTo>
                  <a:pt x="3445601" y="1655894"/>
                </a:lnTo>
                <a:lnTo>
                  <a:pt x="3444509" y="1653161"/>
                </a:lnTo>
                <a:lnTo>
                  <a:pt x="3444662" y="1650197"/>
                </a:lnTo>
                <a:lnTo>
                  <a:pt x="3444861" y="1644349"/>
                </a:lnTo>
                <a:lnTo>
                  <a:pt x="3449778" y="1639838"/>
                </a:lnTo>
                <a:lnTo>
                  <a:pt x="3461469" y="1640331"/>
                </a:lnTo>
                <a:lnTo>
                  <a:pt x="3465979" y="1645159"/>
                </a:lnTo>
                <a:lnTo>
                  <a:pt x="3465486" y="1656849"/>
                </a:lnTo>
                <a:lnTo>
                  <a:pt x="3460561" y="1661450"/>
                </a:lnTo>
                <a:lnTo>
                  <a:pt x="3454717" y="1661156"/>
                </a:lnTo>
                <a:lnTo>
                  <a:pt x="3451888" y="1661060"/>
                </a:lnTo>
                <a:lnTo>
                  <a:pt x="3449240" y="1659790"/>
                </a:lnTo>
                <a:close/>
              </a:path>
              <a:path w="5142230" h="2300604">
                <a:moveTo>
                  <a:pt x="3136969" y="917322"/>
                </a:moveTo>
                <a:lnTo>
                  <a:pt x="3132488" y="912525"/>
                </a:lnTo>
                <a:lnTo>
                  <a:pt x="3131873" y="907371"/>
                </a:lnTo>
                <a:lnTo>
                  <a:pt x="3134266" y="903578"/>
                </a:lnTo>
                <a:lnTo>
                  <a:pt x="3137449" y="898677"/>
                </a:lnTo>
                <a:lnTo>
                  <a:pt x="3137711" y="898274"/>
                </a:lnTo>
                <a:lnTo>
                  <a:pt x="3144228" y="896844"/>
                </a:lnTo>
                <a:lnTo>
                  <a:pt x="3149168" y="899981"/>
                </a:lnTo>
                <a:lnTo>
                  <a:pt x="3154068" y="903174"/>
                </a:lnTo>
                <a:lnTo>
                  <a:pt x="3155494" y="909686"/>
                </a:lnTo>
                <a:lnTo>
                  <a:pt x="3152573" y="914183"/>
                </a:lnTo>
                <a:lnTo>
                  <a:pt x="3149427" y="919124"/>
                </a:lnTo>
                <a:lnTo>
                  <a:pt x="3149168" y="919531"/>
                </a:lnTo>
                <a:lnTo>
                  <a:pt x="3142651" y="920961"/>
                </a:lnTo>
                <a:lnTo>
                  <a:pt x="3137751" y="917768"/>
                </a:lnTo>
                <a:lnTo>
                  <a:pt x="3136969" y="917322"/>
                </a:lnTo>
                <a:close/>
              </a:path>
              <a:path w="5142230" h="2300604">
                <a:moveTo>
                  <a:pt x="3300658" y="1058239"/>
                </a:moveTo>
                <a:lnTo>
                  <a:pt x="3296468" y="1053753"/>
                </a:lnTo>
                <a:lnTo>
                  <a:pt x="3292700" y="1049328"/>
                </a:lnTo>
                <a:lnTo>
                  <a:pt x="3293256" y="1042691"/>
                </a:lnTo>
                <a:lnTo>
                  <a:pt x="3301391" y="1035759"/>
                </a:lnTo>
                <a:lnTo>
                  <a:pt x="3302154" y="1035110"/>
                </a:lnTo>
                <a:lnTo>
                  <a:pt x="3308796" y="1035671"/>
                </a:lnTo>
                <a:lnTo>
                  <a:pt x="3316332" y="1044519"/>
                </a:lnTo>
                <a:lnTo>
                  <a:pt x="3315821" y="1051206"/>
                </a:lnTo>
                <a:lnTo>
                  <a:pt x="3307676" y="1058126"/>
                </a:lnTo>
                <a:lnTo>
                  <a:pt x="3307065" y="1058645"/>
                </a:lnTo>
                <a:lnTo>
                  <a:pt x="3300658" y="1058239"/>
                </a:lnTo>
                <a:close/>
              </a:path>
              <a:path w="5142230" h="2300604">
                <a:moveTo>
                  <a:pt x="3195068" y="958011"/>
                </a:moveTo>
                <a:lnTo>
                  <a:pt x="3190306" y="952914"/>
                </a:lnTo>
                <a:lnTo>
                  <a:pt x="3189954" y="947356"/>
                </a:lnTo>
                <a:lnTo>
                  <a:pt x="3193116" y="943215"/>
                </a:lnTo>
                <a:lnTo>
                  <a:pt x="3196721" y="938570"/>
                </a:lnTo>
                <a:lnTo>
                  <a:pt x="3203312" y="937708"/>
                </a:lnTo>
                <a:lnTo>
                  <a:pt x="3207953" y="941308"/>
                </a:lnTo>
                <a:lnTo>
                  <a:pt x="3212607" y="944823"/>
                </a:lnTo>
                <a:lnTo>
                  <a:pt x="3213415" y="951455"/>
                </a:lnTo>
                <a:lnTo>
                  <a:pt x="3209909" y="956109"/>
                </a:lnTo>
                <a:lnTo>
                  <a:pt x="3206349" y="960704"/>
                </a:lnTo>
                <a:lnTo>
                  <a:pt x="3199713" y="961615"/>
                </a:lnTo>
                <a:lnTo>
                  <a:pt x="3195068" y="958011"/>
                </a:lnTo>
                <a:close/>
              </a:path>
              <a:path w="5142230" h="2300604">
                <a:moveTo>
                  <a:pt x="3075327" y="880855"/>
                </a:moveTo>
                <a:lnTo>
                  <a:pt x="3071546" y="876808"/>
                </a:lnTo>
                <a:lnTo>
                  <a:pt x="3070770" y="871871"/>
                </a:lnTo>
                <a:lnTo>
                  <a:pt x="3075847" y="862645"/>
                </a:lnTo>
                <a:lnTo>
                  <a:pt x="3082290" y="860744"/>
                </a:lnTo>
                <a:lnTo>
                  <a:pt x="3087387" y="863562"/>
                </a:lnTo>
                <a:lnTo>
                  <a:pt x="3092533" y="866333"/>
                </a:lnTo>
                <a:lnTo>
                  <a:pt x="3094388" y="872718"/>
                </a:lnTo>
                <a:lnTo>
                  <a:pt x="3091621" y="877869"/>
                </a:lnTo>
                <a:lnTo>
                  <a:pt x="3088799" y="882961"/>
                </a:lnTo>
                <a:lnTo>
                  <a:pt x="3082366" y="884871"/>
                </a:lnTo>
                <a:lnTo>
                  <a:pt x="3077314" y="882103"/>
                </a:lnTo>
                <a:lnTo>
                  <a:pt x="3076247" y="881547"/>
                </a:lnTo>
                <a:lnTo>
                  <a:pt x="3075327" y="880855"/>
                </a:lnTo>
                <a:close/>
              </a:path>
              <a:path w="5142230" h="2300604">
                <a:moveTo>
                  <a:pt x="3452232" y="1517937"/>
                </a:moveTo>
                <a:lnTo>
                  <a:pt x="3448538" y="1513982"/>
                </a:lnTo>
                <a:lnTo>
                  <a:pt x="3447441" y="1511537"/>
                </a:lnTo>
                <a:lnTo>
                  <a:pt x="3447307" y="1502988"/>
                </a:lnTo>
                <a:lnTo>
                  <a:pt x="3451956" y="1498189"/>
                </a:lnTo>
                <a:lnTo>
                  <a:pt x="3457767" y="1498056"/>
                </a:lnTo>
                <a:lnTo>
                  <a:pt x="3463624" y="1497973"/>
                </a:lnTo>
                <a:lnTo>
                  <a:pt x="3468423" y="1502621"/>
                </a:lnTo>
                <a:lnTo>
                  <a:pt x="3468590" y="1514335"/>
                </a:lnTo>
                <a:lnTo>
                  <a:pt x="3463947" y="1519138"/>
                </a:lnTo>
                <a:lnTo>
                  <a:pt x="3458139" y="1519177"/>
                </a:lnTo>
                <a:lnTo>
                  <a:pt x="3455020" y="1519259"/>
                </a:lnTo>
                <a:lnTo>
                  <a:pt x="3452232" y="1517937"/>
                </a:lnTo>
                <a:close/>
              </a:path>
              <a:path w="5142230" h="2300604">
                <a:moveTo>
                  <a:pt x="3248381" y="1003254"/>
                </a:moveTo>
                <a:lnTo>
                  <a:pt x="3244095" y="998667"/>
                </a:lnTo>
                <a:lnTo>
                  <a:pt x="3244077" y="992391"/>
                </a:lnTo>
                <a:lnTo>
                  <a:pt x="3247896" y="988366"/>
                </a:lnTo>
                <a:lnTo>
                  <a:pt x="3251918" y="984070"/>
                </a:lnTo>
                <a:lnTo>
                  <a:pt x="3258581" y="983872"/>
                </a:lnTo>
                <a:lnTo>
                  <a:pt x="3262882" y="987890"/>
                </a:lnTo>
                <a:lnTo>
                  <a:pt x="3267089" y="991904"/>
                </a:lnTo>
                <a:lnTo>
                  <a:pt x="3267287" y="998567"/>
                </a:lnTo>
                <a:lnTo>
                  <a:pt x="3263318" y="1002823"/>
                </a:lnTo>
                <a:lnTo>
                  <a:pt x="3259299" y="1007025"/>
                </a:lnTo>
                <a:lnTo>
                  <a:pt x="3252587" y="1007268"/>
                </a:lnTo>
                <a:lnTo>
                  <a:pt x="3248381" y="1003254"/>
                </a:lnTo>
                <a:close/>
              </a:path>
              <a:path w="5142230" h="2300604">
                <a:moveTo>
                  <a:pt x="2947170" y="820691"/>
                </a:moveTo>
                <a:lnTo>
                  <a:pt x="2943431" y="816688"/>
                </a:lnTo>
                <a:lnTo>
                  <a:pt x="2942546" y="812319"/>
                </a:lnTo>
                <a:lnTo>
                  <a:pt x="2944139" y="808356"/>
                </a:lnTo>
                <a:lnTo>
                  <a:pt x="2946356" y="803007"/>
                </a:lnTo>
                <a:lnTo>
                  <a:pt x="2952534" y="800432"/>
                </a:lnTo>
                <a:lnTo>
                  <a:pt x="2963331" y="804854"/>
                </a:lnTo>
                <a:lnTo>
                  <a:pt x="2965911" y="811037"/>
                </a:lnTo>
                <a:lnTo>
                  <a:pt x="2963694" y="816386"/>
                </a:lnTo>
                <a:lnTo>
                  <a:pt x="2961478" y="821834"/>
                </a:lnTo>
                <a:lnTo>
                  <a:pt x="2955305" y="824414"/>
                </a:lnTo>
                <a:lnTo>
                  <a:pt x="2949906" y="822153"/>
                </a:lnTo>
                <a:lnTo>
                  <a:pt x="2948462" y="821584"/>
                </a:lnTo>
                <a:lnTo>
                  <a:pt x="2947170" y="820691"/>
                </a:lnTo>
                <a:close/>
              </a:path>
              <a:path w="5142230" h="2300604">
                <a:moveTo>
                  <a:pt x="3446212" y="1730737"/>
                </a:moveTo>
                <a:lnTo>
                  <a:pt x="3442527" y="1726792"/>
                </a:lnTo>
                <a:lnTo>
                  <a:pt x="3441391" y="1724110"/>
                </a:lnTo>
                <a:lnTo>
                  <a:pt x="3441539" y="1721141"/>
                </a:lnTo>
                <a:lnTo>
                  <a:pt x="3441728" y="1715577"/>
                </a:lnTo>
                <a:lnTo>
                  <a:pt x="3446749" y="1710786"/>
                </a:lnTo>
                <a:lnTo>
                  <a:pt x="3458351" y="1711280"/>
                </a:lnTo>
                <a:lnTo>
                  <a:pt x="3462860" y="1716107"/>
                </a:lnTo>
                <a:lnTo>
                  <a:pt x="3462658" y="1722049"/>
                </a:lnTo>
                <a:lnTo>
                  <a:pt x="3462360" y="1727888"/>
                </a:lnTo>
                <a:lnTo>
                  <a:pt x="3457438" y="1732394"/>
                </a:lnTo>
                <a:lnTo>
                  <a:pt x="3451640" y="1732149"/>
                </a:lnTo>
                <a:lnTo>
                  <a:pt x="3448770" y="1732009"/>
                </a:lnTo>
                <a:lnTo>
                  <a:pt x="3446212" y="1730737"/>
                </a:lnTo>
                <a:close/>
              </a:path>
              <a:path w="5142230" h="2300604">
                <a:moveTo>
                  <a:pt x="3012158" y="849010"/>
                </a:moveTo>
                <a:lnTo>
                  <a:pt x="3008373" y="844958"/>
                </a:lnTo>
                <a:lnTo>
                  <a:pt x="3007494" y="840400"/>
                </a:lnTo>
                <a:lnTo>
                  <a:pt x="3009379" y="836357"/>
                </a:lnTo>
                <a:lnTo>
                  <a:pt x="3011866" y="831103"/>
                </a:lnTo>
                <a:lnTo>
                  <a:pt x="3018133" y="828819"/>
                </a:lnTo>
                <a:lnTo>
                  <a:pt x="3023432" y="831265"/>
                </a:lnTo>
                <a:lnTo>
                  <a:pt x="3028682" y="833757"/>
                </a:lnTo>
                <a:lnTo>
                  <a:pt x="3030970" y="840019"/>
                </a:lnTo>
                <a:lnTo>
                  <a:pt x="3026073" y="850612"/>
                </a:lnTo>
                <a:lnTo>
                  <a:pt x="3019721" y="852902"/>
                </a:lnTo>
                <a:lnTo>
                  <a:pt x="3014467" y="850405"/>
                </a:lnTo>
                <a:lnTo>
                  <a:pt x="3013216" y="849848"/>
                </a:lnTo>
                <a:lnTo>
                  <a:pt x="3012158" y="849010"/>
                </a:lnTo>
                <a:close/>
              </a:path>
              <a:path w="5142230" h="2300604">
                <a:moveTo>
                  <a:pt x="3451659" y="1588873"/>
                </a:moveTo>
                <a:lnTo>
                  <a:pt x="3447965" y="1584919"/>
                </a:lnTo>
                <a:lnTo>
                  <a:pt x="3446880" y="1582194"/>
                </a:lnTo>
                <a:lnTo>
                  <a:pt x="3446925" y="1579407"/>
                </a:lnTo>
                <a:lnTo>
                  <a:pt x="3447124" y="1573560"/>
                </a:lnTo>
                <a:lnTo>
                  <a:pt x="3451954" y="1568956"/>
                </a:lnTo>
                <a:lnTo>
                  <a:pt x="3457761" y="1569111"/>
                </a:lnTo>
                <a:lnTo>
                  <a:pt x="3463699" y="1569213"/>
                </a:lnTo>
                <a:lnTo>
                  <a:pt x="3468210" y="1574042"/>
                </a:lnTo>
                <a:lnTo>
                  <a:pt x="3468060" y="1579843"/>
                </a:lnTo>
                <a:lnTo>
                  <a:pt x="3467955" y="1585694"/>
                </a:lnTo>
                <a:lnTo>
                  <a:pt x="3463129" y="1590303"/>
                </a:lnTo>
                <a:lnTo>
                  <a:pt x="3454307" y="1590144"/>
                </a:lnTo>
                <a:lnTo>
                  <a:pt x="3451659" y="1588873"/>
                </a:lnTo>
                <a:close/>
              </a:path>
              <a:path w="5142230" h="2300604">
                <a:moveTo>
                  <a:pt x="3449020" y="1447249"/>
                </a:moveTo>
                <a:lnTo>
                  <a:pt x="3445331" y="1443300"/>
                </a:lnTo>
                <a:lnTo>
                  <a:pt x="3444268" y="1441087"/>
                </a:lnTo>
                <a:lnTo>
                  <a:pt x="3443564" y="1432806"/>
                </a:lnTo>
                <a:lnTo>
                  <a:pt x="3447939" y="1427715"/>
                </a:lnTo>
                <a:lnTo>
                  <a:pt x="3453714" y="1427250"/>
                </a:lnTo>
                <a:lnTo>
                  <a:pt x="3459538" y="1426741"/>
                </a:lnTo>
                <a:lnTo>
                  <a:pt x="3464678" y="1431070"/>
                </a:lnTo>
                <a:lnTo>
                  <a:pt x="3465089" y="1436886"/>
                </a:lnTo>
                <a:lnTo>
                  <a:pt x="3465604" y="1442715"/>
                </a:lnTo>
                <a:lnTo>
                  <a:pt x="3461229" y="1447806"/>
                </a:lnTo>
                <a:lnTo>
                  <a:pt x="3455453" y="1448271"/>
                </a:lnTo>
                <a:lnTo>
                  <a:pt x="3452086" y="1448576"/>
                </a:lnTo>
                <a:lnTo>
                  <a:pt x="3449020" y="1447249"/>
                </a:lnTo>
                <a:close/>
              </a:path>
              <a:path w="5142230" h="2300604">
                <a:moveTo>
                  <a:pt x="2679934" y="725715"/>
                </a:moveTo>
                <a:lnTo>
                  <a:pt x="2676204" y="721722"/>
                </a:lnTo>
                <a:lnTo>
                  <a:pt x="2675204" y="717817"/>
                </a:lnTo>
                <a:lnTo>
                  <a:pt x="2676370" y="714080"/>
                </a:lnTo>
                <a:lnTo>
                  <a:pt x="2678067" y="708468"/>
                </a:lnTo>
                <a:lnTo>
                  <a:pt x="2684031" y="705371"/>
                </a:lnTo>
                <a:lnTo>
                  <a:pt x="2695143" y="708860"/>
                </a:lnTo>
                <a:lnTo>
                  <a:pt x="2698250" y="714824"/>
                </a:lnTo>
                <a:lnTo>
                  <a:pt x="2696502" y="720383"/>
                </a:lnTo>
                <a:lnTo>
                  <a:pt x="2694800" y="725891"/>
                </a:lnTo>
                <a:lnTo>
                  <a:pt x="2688845" y="728998"/>
                </a:lnTo>
                <a:lnTo>
                  <a:pt x="2683286" y="727250"/>
                </a:lnTo>
                <a:lnTo>
                  <a:pt x="2681510" y="726718"/>
                </a:lnTo>
                <a:lnTo>
                  <a:pt x="2679934" y="725715"/>
                </a:lnTo>
                <a:close/>
              </a:path>
              <a:path w="5142230" h="2300604">
                <a:moveTo>
                  <a:pt x="2747459" y="747464"/>
                </a:moveTo>
                <a:lnTo>
                  <a:pt x="2743729" y="743471"/>
                </a:lnTo>
                <a:lnTo>
                  <a:pt x="2742732" y="739471"/>
                </a:lnTo>
                <a:lnTo>
                  <a:pt x="2745789" y="730232"/>
                </a:lnTo>
                <a:lnTo>
                  <a:pt x="2745837" y="730088"/>
                </a:lnTo>
                <a:lnTo>
                  <a:pt x="2751788" y="727075"/>
                </a:lnTo>
                <a:lnTo>
                  <a:pt x="2762899" y="730758"/>
                </a:lnTo>
                <a:lnTo>
                  <a:pt x="2765858" y="736760"/>
                </a:lnTo>
                <a:lnTo>
                  <a:pt x="2764016" y="742315"/>
                </a:lnTo>
                <a:lnTo>
                  <a:pt x="2762271" y="747680"/>
                </a:lnTo>
                <a:lnTo>
                  <a:pt x="2762224" y="747825"/>
                </a:lnTo>
                <a:lnTo>
                  <a:pt x="2756222" y="750784"/>
                </a:lnTo>
                <a:lnTo>
                  <a:pt x="2750663" y="749037"/>
                </a:lnTo>
                <a:lnTo>
                  <a:pt x="2748936" y="748459"/>
                </a:lnTo>
                <a:lnTo>
                  <a:pt x="2747459" y="747464"/>
                </a:lnTo>
                <a:close/>
              </a:path>
              <a:path w="5142230" h="2300604">
                <a:moveTo>
                  <a:pt x="3406119" y="1240238"/>
                </a:moveTo>
                <a:lnTo>
                  <a:pt x="3402384" y="1236240"/>
                </a:lnTo>
                <a:lnTo>
                  <a:pt x="3401622" y="1235034"/>
                </a:lnTo>
                <a:lnTo>
                  <a:pt x="3401097" y="1233689"/>
                </a:lnTo>
                <a:lnTo>
                  <a:pt x="3399070" y="1228196"/>
                </a:lnTo>
                <a:lnTo>
                  <a:pt x="3401874" y="1222107"/>
                </a:lnTo>
                <a:lnTo>
                  <a:pt x="3407372" y="1220075"/>
                </a:lnTo>
                <a:lnTo>
                  <a:pt x="3412821" y="1218089"/>
                </a:lnTo>
                <a:lnTo>
                  <a:pt x="3418906" y="1220888"/>
                </a:lnTo>
                <a:lnTo>
                  <a:pt x="3422928" y="1231840"/>
                </a:lnTo>
                <a:lnTo>
                  <a:pt x="3420124" y="1237930"/>
                </a:lnTo>
                <a:lnTo>
                  <a:pt x="3410516" y="1241426"/>
                </a:lnTo>
                <a:lnTo>
                  <a:pt x="3406119" y="1240238"/>
                </a:lnTo>
                <a:close/>
              </a:path>
              <a:path w="5142230" h="2300604">
                <a:moveTo>
                  <a:pt x="1443827" y="403220"/>
                </a:moveTo>
                <a:lnTo>
                  <a:pt x="1440092" y="399222"/>
                </a:lnTo>
                <a:lnTo>
                  <a:pt x="1439136" y="395266"/>
                </a:lnTo>
                <a:lnTo>
                  <a:pt x="1442164" y="385898"/>
                </a:lnTo>
                <a:lnTo>
                  <a:pt x="1448107" y="382877"/>
                </a:lnTo>
                <a:lnTo>
                  <a:pt x="1459172" y="386511"/>
                </a:lnTo>
                <a:lnTo>
                  <a:pt x="1462229" y="392421"/>
                </a:lnTo>
                <a:lnTo>
                  <a:pt x="1458640" y="403535"/>
                </a:lnTo>
                <a:lnTo>
                  <a:pt x="1452684" y="406543"/>
                </a:lnTo>
                <a:lnTo>
                  <a:pt x="1447125" y="404796"/>
                </a:lnTo>
                <a:lnTo>
                  <a:pt x="1445398" y="404218"/>
                </a:lnTo>
                <a:lnTo>
                  <a:pt x="1443827" y="403220"/>
                </a:lnTo>
                <a:close/>
              </a:path>
              <a:path w="5142230" h="2300604">
                <a:moveTo>
                  <a:pt x="1579698" y="444763"/>
                </a:moveTo>
                <a:lnTo>
                  <a:pt x="1575959" y="440759"/>
                </a:lnTo>
                <a:lnTo>
                  <a:pt x="1574955" y="436948"/>
                </a:lnTo>
                <a:lnTo>
                  <a:pt x="1577634" y="427598"/>
                </a:lnTo>
                <a:lnTo>
                  <a:pt x="1583503" y="424398"/>
                </a:lnTo>
                <a:lnTo>
                  <a:pt x="1589113" y="426006"/>
                </a:lnTo>
                <a:lnTo>
                  <a:pt x="1594675" y="427658"/>
                </a:lnTo>
                <a:lnTo>
                  <a:pt x="1597928" y="433486"/>
                </a:lnTo>
                <a:lnTo>
                  <a:pt x="1594713" y="444707"/>
                </a:lnTo>
                <a:lnTo>
                  <a:pt x="1588845" y="447907"/>
                </a:lnTo>
                <a:lnTo>
                  <a:pt x="1581364" y="445764"/>
                </a:lnTo>
                <a:lnTo>
                  <a:pt x="1579698" y="444763"/>
                </a:lnTo>
                <a:close/>
              </a:path>
              <a:path w="5142230" h="2300604">
                <a:moveTo>
                  <a:pt x="1511602" y="424552"/>
                </a:moveTo>
                <a:lnTo>
                  <a:pt x="1507867" y="420554"/>
                </a:lnTo>
                <a:lnTo>
                  <a:pt x="1506862" y="416644"/>
                </a:lnTo>
                <a:lnTo>
                  <a:pt x="1508028" y="412907"/>
                </a:lnTo>
                <a:lnTo>
                  <a:pt x="1509685" y="407350"/>
                </a:lnTo>
                <a:lnTo>
                  <a:pt x="1515599" y="404199"/>
                </a:lnTo>
                <a:lnTo>
                  <a:pt x="1526768" y="407554"/>
                </a:lnTo>
                <a:lnTo>
                  <a:pt x="1529919" y="413468"/>
                </a:lnTo>
                <a:lnTo>
                  <a:pt x="1526516" y="424682"/>
                </a:lnTo>
                <a:lnTo>
                  <a:pt x="1520602" y="427833"/>
                </a:lnTo>
                <a:lnTo>
                  <a:pt x="1515043" y="426086"/>
                </a:lnTo>
                <a:lnTo>
                  <a:pt x="1513173" y="425550"/>
                </a:lnTo>
                <a:lnTo>
                  <a:pt x="1511602" y="424552"/>
                </a:lnTo>
                <a:close/>
              </a:path>
              <a:path w="5142230" h="2300604">
                <a:moveTo>
                  <a:pt x="2814565" y="770426"/>
                </a:moveTo>
                <a:lnTo>
                  <a:pt x="2810835" y="766433"/>
                </a:lnTo>
                <a:lnTo>
                  <a:pt x="2809836" y="762334"/>
                </a:lnTo>
                <a:lnTo>
                  <a:pt x="2811199" y="758514"/>
                </a:lnTo>
                <a:lnTo>
                  <a:pt x="2813134" y="752962"/>
                </a:lnTo>
                <a:lnTo>
                  <a:pt x="2819223" y="750096"/>
                </a:lnTo>
                <a:lnTo>
                  <a:pt x="2830188" y="754014"/>
                </a:lnTo>
                <a:lnTo>
                  <a:pt x="2833048" y="760008"/>
                </a:lnTo>
                <a:lnTo>
                  <a:pt x="2829185" y="771023"/>
                </a:lnTo>
                <a:lnTo>
                  <a:pt x="2823137" y="773933"/>
                </a:lnTo>
                <a:lnTo>
                  <a:pt x="2815996" y="771372"/>
                </a:lnTo>
                <a:lnTo>
                  <a:pt x="2814565" y="770426"/>
                </a:lnTo>
                <a:close/>
              </a:path>
              <a:path w="5142230" h="2300604">
                <a:moveTo>
                  <a:pt x="1854403" y="517138"/>
                </a:moveTo>
                <a:lnTo>
                  <a:pt x="1850668" y="513140"/>
                </a:lnTo>
                <a:lnTo>
                  <a:pt x="1850286" y="511852"/>
                </a:lnTo>
                <a:lnTo>
                  <a:pt x="1849628" y="509485"/>
                </a:lnTo>
                <a:lnTo>
                  <a:pt x="1850489" y="505910"/>
                </a:lnTo>
                <a:lnTo>
                  <a:pt x="1851903" y="500289"/>
                </a:lnTo>
                <a:lnTo>
                  <a:pt x="1857597" y="496805"/>
                </a:lnTo>
                <a:lnTo>
                  <a:pt x="1868928" y="499551"/>
                </a:lnTo>
                <a:lnTo>
                  <a:pt x="1872368" y="505286"/>
                </a:lnTo>
                <a:lnTo>
                  <a:pt x="1869622" y="516617"/>
                </a:lnTo>
                <a:lnTo>
                  <a:pt x="1863932" y="520106"/>
                </a:lnTo>
                <a:lnTo>
                  <a:pt x="1858267" y="518733"/>
                </a:lnTo>
                <a:lnTo>
                  <a:pt x="1856208" y="518191"/>
                </a:lnTo>
                <a:lnTo>
                  <a:pt x="1854403" y="517138"/>
                </a:lnTo>
                <a:close/>
              </a:path>
              <a:path w="5142230" h="2300604">
                <a:moveTo>
                  <a:pt x="2881156" y="794792"/>
                </a:moveTo>
                <a:lnTo>
                  <a:pt x="2877416" y="790788"/>
                </a:lnTo>
                <a:lnTo>
                  <a:pt x="2876479" y="786560"/>
                </a:lnTo>
                <a:lnTo>
                  <a:pt x="2877975" y="782687"/>
                </a:lnTo>
                <a:lnTo>
                  <a:pt x="2880007" y="777238"/>
                </a:lnTo>
                <a:lnTo>
                  <a:pt x="2886096" y="774471"/>
                </a:lnTo>
                <a:lnTo>
                  <a:pt x="2896998" y="778614"/>
                </a:lnTo>
                <a:lnTo>
                  <a:pt x="2899769" y="784709"/>
                </a:lnTo>
                <a:lnTo>
                  <a:pt x="2895621" y="795615"/>
                </a:lnTo>
                <a:lnTo>
                  <a:pt x="2889531" y="798381"/>
                </a:lnTo>
                <a:lnTo>
                  <a:pt x="2884072" y="796350"/>
                </a:lnTo>
                <a:lnTo>
                  <a:pt x="2882493" y="795734"/>
                </a:lnTo>
                <a:lnTo>
                  <a:pt x="2881156" y="794792"/>
                </a:lnTo>
                <a:close/>
              </a:path>
              <a:path w="5142230" h="2300604">
                <a:moveTo>
                  <a:pt x="1376471" y="380674"/>
                </a:moveTo>
                <a:lnTo>
                  <a:pt x="1372781" y="376725"/>
                </a:lnTo>
                <a:lnTo>
                  <a:pt x="1371788" y="372631"/>
                </a:lnTo>
                <a:lnTo>
                  <a:pt x="1373051" y="368803"/>
                </a:lnTo>
                <a:lnTo>
                  <a:pt x="1374987" y="363251"/>
                </a:lnTo>
                <a:lnTo>
                  <a:pt x="1380981" y="360381"/>
                </a:lnTo>
                <a:lnTo>
                  <a:pt x="1391994" y="364155"/>
                </a:lnTo>
                <a:lnTo>
                  <a:pt x="1394953" y="370157"/>
                </a:lnTo>
                <a:lnTo>
                  <a:pt x="1391134" y="381221"/>
                </a:lnTo>
                <a:lnTo>
                  <a:pt x="1385132" y="384179"/>
                </a:lnTo>
                <a:lnTo>
                  <a:pt x="1377943" y="381664"/>
                </a:lnTo>
                <a:lnTo>
                  <a:pt x="1376471" y="380674"/>
                </a:lnTo>
                <a:close/>
              </a:path>
              <a:path w="5142230" h="2300604">
                <a:moveTo>
                  <a:pt x="2130810" y="582343"/>
                </a:moveTo>
                <a:lnTo>
                  <a:pt x="2127120" y="578394"/>
                </a:lnTo>
                <a:lnTo>
                  <a:pt x="2126013" y="574863"/>
                </a:lnTo>
                <a:lnTo>
                  <a:pt x="2126848" y="571261"/>
                </a:lnTo>
                <a:lnTo>
                  <a:pt x="2128221" y="565595"/>
                </a:lnTo>
                <a:lnTo>
                  <a:pt x="2133865" y="562058"/>
                </a:lnTo>
                <a:lnTo>
                  <a:pt x="2139531" y="563431"/>
                </a:lnTo>
                <a:lnTo>
                  <a:pt x="2145200" y="564710"/>
                </a:lnTo>
                <a:lnTo>
                  <a:pt x="2148734" y="570448"/>
                </a:lnTo>
                <a:lnTo>
                  <a:pt x="2146078" y="581777"/>
                </a:lnTo>
                <a:lnTo>
                  <a:pt x="2140438" y="585320"/>
                </a:lnTo>
                <a:lnTo>
                  <a:pt x="2132616" y="583496"/>
                </a:lnTo>
                <a:lnTo>
                  <a:pt x="2130810" y="582343"/>
                </a:lnTo>
                <a:close/>
              </a:path>
              <a:path w="5142230" h="2300604">
                <a:moveTo>
                  <a:pt x="1785491" y="500063"/>
                </a:moveTo>
                <a:lnTo>
                  <a:pt x="1781756" y="496065"/>
                </a:lnTo>
                <a:lnTo>
                  <a:pt x="1780701" y="492394"/>
                </a:lnTo>
                <a:lnTo>
                  <a:pt x="1781626" y="488790"/>
                </a:lnTo>
                <a:lnTo>
                  <a:pt x="1782999" y="483124"/>
                </a:lnTo>
                <a:lnTo>
                  <a:pt x="1788775" y="479728"/>
                </a:lnTo>
                <a:lnTo>
                  <a:pt x="1794441" y="481101"/>
                </a:lnTo>
                <a:lnTo>
                  <a:pt x="1800108" y="482574"/>
                </a:lnTo>
                <a:lnTo>
                  <a:pt x="1803498" y="488255"/>
                </a:lnTo>
                <a:lnTo>
                  <a:pt x="1800662" y="499588"/>
                </a:lnTo>
                <a:lnTo>
                  <a:pt x="1794927" y="503028"/>
                </a:lnTo>
                <a:lnTo>
                  <a:pt x="1789379" y="501683"/>
                </a:lnTo>
                <a:lnTo>
                  <a:pt x="1787202" y="501113"/>
                </a:lnTo>
                <a:lnTo>
                  <a:pt x="1785491" y="500063"/>
                </a:lnTo>
                <a:close/>
              </a:path>
              <a:path w="5142230" h="2300604">
                <a:moveTo>
                  <a:pt x="2337892" y="631791"/>
                </a:moveTo>
                <a:lnTo>
                  <a:pt x="2334203" y="627842"/>
                </a:lnTo>
                <a:lnTo>
                  <a:pt x="2333147" y="624171"/>
                </a:lnTo>
                <a:lnTo>
                  <a:pt x="2335441" y="614896"/>
                </a:lnTo>
                <a:lnTo>
                  <a:pt x="2336963" y="613984"/>
                </a:lnTo>
                <a:lnTo>
                  <a:pt x="2341296" y="611487"/>
                </a:lnTo>
                <a:lnTo>
                  <a:pt x="2346793" y="612875"/>
                </a:lnTo>
                <a:lnTo>
                  <a:pt x="2352463" y="614253"/>
                </a:lnTo>
                <a:lnTo>
                  <a:pt x="2355949" y="620037"/>
                </a:lnTo>
                <a:lnTo>
                  <a:pt x="2354530" y="625654"/>
                </a:lnTo>
                <a:lnTo>
                  <a:pt x="2353157" y="631319"/>
                </a:lnTo>
                <a:lnTo>
                  <a:pt x="2347422" y="634759"/>
                </a:lnTo>
                <a:lnTo>
                  <a:pt x="2341756" y="633386"/>
                </a:lnTo>
                <a:lnTo>
                  <a:pt x="2339698" y="632844"/>
                </a:lnTo>
                <a:lnTo>
                  <a:pt x="2337892" y="631791"/>
                </a:lnTo>
                <a:close/>
              </a:path>
              <a:path w="5142230" h="2300604">
                <a:moveTo>
                  <a:pt x="2406748" y="649100"/>
                </a:moveTo>
                <a:lnTo>
                  <a:pt x="2403013" y="645102"/>
                </a:lnTo>
                <a:lnTo>
                  <a:pt x="2401953" y="641426"/>
                </a:lnTo>
                <a:lnTo>
                  <a:pt x="2404346" y="632160"/>
                </a:lnTo>
                <a:lnTo>
                  <a:pt x="2410086" y="628725"/>
                </a:lnTo>
                <a:lnTo>
                  <a:pt x="2421411" y="631660"/>
                </a:lnTo>
                <a:lnTo>
                  <a:pt x="2424805" y="637346"/>
                </a:lnTo>
                <a:lnTo>
                  <a:pt x="2423402" y="642980"/>
                </a:lnTo>
                <a:lnTo>
                  <a:pt x="2421916" y="648720"/>
                </a:lnTo>
                <a:lnTo>
                  <a:pt x="2416135" y="652111"/>
                </a:lnTo>
                <a:lnTo>
                  <a:pt x="2410638" y="650722"/>
                </a:lnTo>
                <a:lnTo>
                  <a:pt x="2408459" y="650150"/>
                </a:lnTo>
                <a:lnTo>
                  <a:pt x="2406748" y="649100"/>
                </a:lnTo>
                <a:close/>
              </a:path>
              <a:path w="5142230" h="2300604">
                <a:moveTo>
                  <a:pt x="2199943" y="598581"/>
                </a:moveTo>
                <a:lnTo>
                  <a:pt x="2196254" y="594631"/>
                </a:lnTo>
                <a:lnTo>
                  <a:pt x="2195101" y="591051"/>
                </a:lnTo>
                <a:lnTo>
                  <a:pt x="2195973" y="587489"/>
                </a:lnTo>
                <a:lnTo>
                  <a:pt x="2197305" y="581779"/>
                </a:lnTo>
                <a:lnTo>
                  <a:pt x="2202990" y="578285"/>
                </a:lnTo>
                <a:lnTo>
                  <a:pt x="2214329" y="580942"/>
                </a:lnTo>
                <a:lnTo>
                  <a:pt x="2217912" y="586635"/>
                </a:lnTo>
                <a:lnTo>
                  <a:pt x="2216539" y="592300"/>
                </a:lnTo>
                <a:lnTo>
                  <a:pt x="2215211" y="598015"/>
                </a:lnTo>
                <a:lnTo>
                  <a:pt x="2209522" y="601504"/>
                </a:lnTo>
                <a:lnTo>
                  <a:pt x="2201700" y="599679"/>
                </a:lnTo>
                <a:lnTo>
                  <a:pt x="2199943" y="598581"/>
                </a:lnTo>
                <a:close/>
              </a:path>
              <a:path w="5142230" h="2300604">
                <a:moveTo>
                  <a:pt x="3443422" y="1801745"/>
                </a:moveTo>
                <a:lnTo>
                  <a:pt x="3439732" y="1797795"/>
                </a:lnTo>
                <a:lnTo>
                  <a:pt x="3438690" y="1795116"/>
                </a:lnTo>
                <a:lnTo>
                  <a:pt x="3438988" y="1786344"/>
                </a:lnTo>
                <a:lnTo>
                  <a:pt x="3443860" y="1781785"/>
                </a:lnTo>
                <a:lnTo>
                  <a:pt x="3455555" y="1782183"/>
                </a:lnTo>
                <a:lnTo>
                  <a:pt x="3460064" y="1787010"/>
                </a:lnTo>
                <a:lnTo>
                  <a:pt x="3459671" y="1798710"/>
                </a:lnTo>
                <a:lnTo>
                  <a:pt x="3454795" y="1803265"/>
                </a:lnTo>
                <a:lnTo>
                  <a:pt x="3446069" y="1803015"/>
                </a:lnTo>
                <a:lnTo>
                  <a:pt x="3443422" y="1801745"/>
                </a:lnTo>
                <a:close/>
              </a:path>
              <a:path w="5142230" h="2300604">
                <a:moveTo>
                  <a:pt x="2612044" y="705139"/>
                </a:moveTo>
                <a:lnTo>
                  <a:pt x="2608354" y="701190"/>
                </a:lnTo>
                <a:lnTo>
                  <a:pt x="2607306" y="697330"/>
                </a:lnTo>
                <a:lnTo>
                  <a:pt x="2608373" y="693585"/>
                </a:lnTo>
                <a:lnTo>
                  <a:pt x="2610030" y="688028"/>
                </a:lnTo>
                <a:lnTo>
                  <a:pt x="2615898" y="684829"/>
                </a:lnTo>
                <a:lnTo>
                  <a:pt x="2627116" y="688137"/>
                </a:lnTo>
                <a:lnTo>
                  <a:pt x="2630315" y="694006"/>
                </a:lnTo>
                <a:lnTo>
                  <a:pt x="2628658" y="699563"/>
                </a:lnTo>
                <a:lnTo>
                  <a:pt x="2626956" y="705170"/>
                </a:lnTo>
                <a:lnTo>
                  <a:pt x="2621088" y="708369"/>
                </a:lnTo>
                <a:lnTo>
                  <a:pt x="2615526" y="706716"/>
                </a:lnTo>
                <a:lnTo>
                  <a:pt x="2613656" y="706181"/>
                </a:lnTo>
                <a:lnTo>
                  <a:pt x="2612044" y="705139"/>
                </a:lnTo>
                <a:close/>
              </a:path>
              <a:path w="5142230" h="2300604">
                <a:moveTo>
                  <a:pt x="3426767" y="1307695"/>
                </a:moveTo>
                <a:lnTo>
                  <a:pt x="3423073" y="1303741"/>
                </a:lnTo>
                <a:lnTo>
                  <a:pt x="3422140" y="1302156"/>
                </a:lnTo>
                <a:lnTo>
                  <a:pt x="3420267" y="1294775"/>
                </a:lnTo>
                <a:lnTo>
                  <a:pt x="3423721" y="1288991"/>
                </a:lnTo>
                <a:lnTo>
                  <a:pt x="3429340" y="1287577"/>
                </a:lnTo>
                <a:lnTo>
                  <a:pt x="3435003" y="1286113"/>
                </a:lnTo>
                <a:lnTo>
                  <a:pt x="3440741" y="1289519"/>
                </a:lnTo>
                <a:lnTo>
                  <a:pt x="3443660" y="1300854"/>
                </a:lnTo>
                <a:lnTo>
                  <a:pt x="3440165" y="1306594"/>
                </a:lnTo>
                <a:lnTo>
                  <a:pt x="3430640" y="1309007"/>
                </a:lnTo>
                <a:lnTo>
                  <a:pt x="3426767" y="1307695"/>
                </a:lnTo>
                <a:close/>
              </a:path>
              <a:path w="5142230" h="2300604">
                <a:moveTo>
                  <a:pt x="3440786" y="1376952"/>
                </a:moveTo>
                <a:lnTo>
                  <a:pt x="3437101" y="1373008"/>
                </a:lnTo>
                <a:lnTo>
                  <a:pt x="3436124" y="1371081"/>
                </a:lnTo>
                <a:lnTo>
                  <a:pt x="3434881" y="1363202"/>
                </a:lnTo>
                <a:lnTo>
                  <a:pt x="3438753" y="1357768"/>
                </a:lnTo>
                <a:lnTo>
                  <a:pt x="3444491" y="1356873"/>
                </a:lnTo>
                <a:lnTo>
                  <a:pt x="3450283" y="1355937"/>
                </a:lnTo>
                <a:lnTo>
                  <a:pt x="3455723" y="1359903"/>
                </a:lnTo>
                <a:lnTo>
                  <a:pt x="3457504" y="1371389"/>
                </a:lnTo>
                <a:lnTo>
                  <a:pt x="3453632" y="1376823"/>
                </a:lnTo>
                <a:lnTo>
                  <a:pt x="3444234" y="1378297"/>
                </a:lnTo>
                <a:lnTo>
                  <a:pt x="3440786" y="1376952"/>
                </a:lnTo>
                <a:close/>
              </a:path>
              <a:path w="5142230" h="2300604">
                <a:moveTo>
                  <a:pt x="2061679" y="566304"/>
                </a:moveTo>
                <a:lnTo>
                  <a:pt x="2057944" y="562306"/>
                </a:lnTo>
                <a:lnTo>
                  <a:pt x="2056885" y="558729"/>
                </a:lnTo>
                <a:lnTo>
                  <a:pt x="2059041" y="549502"/>
                </a:lnTo>
                <a:lnTo>
                  <a:pt x="2064680" y="545960"/>
                </a:lnTo>
                <a:lnTo>
                  <a:pt x="2076109" y="548615"/>
                </a:lnTo>
                <a:lnTo>
                  <a:pt x="2079597" y="554305"/>
                </a:lnTo>
                <a:lnTo>
                  <a:pt x="2078323" y="559978"/>
                </a:lnTo>
                <a:lnTo>
                  <a:pt x="2076950" y="565644"/>
                </a:lnTo>
                <a:lnTo>
                  <a:pt x="2071306" y="569181"/>
                </a:lnTo>
                <a:lnTo>
                  <a:pt x="2063484" y="567357"/>
                </a:lnTo>
                <a:lnTo>
                  <a:pt x="2061679" y="566304"/>
                </a:lnTo>
                <a:close/>
              </a:path>
              <a:path w="5142230" h="2300604">
                <a:moveTo>
                  <a:pt x="2268967" y="614994"/>
                </a:moveTo>
                <a:lnTo>
                  <a:pt x="2265282" y="611050"/>
                </a:lnTo>
                <a:lnTo>
                  <a:pt x="2264928" y="609889"/>
                </a:lnTo>
                <a:lnTo>
                  <a:pt x="2264197" y="607346"/>
                </a:lnTo>
                <a:lnTo>
                  <a:pt x="2266427" y="598200"/>
                </a:lnTo>
                <a:lnTo>
                  <a:pt x="2272117" y="594712"/>
                </a:lnTo>
                <a:lnTo>
                  <a:pt x="2283443" y="597453"/>
                </a:lnTo>
                <a:lnTo>
                  <a:pt x="2286932" y="603142"/>
                </a:lnTo>
                <a:lnTo>
                  <a:pt x="2284186" y="614474"/>
                </a:lnTo>
                <a:lnTo>
                  <a:pt x="2278501" y="617967"/>
                </a:lnTo>
                <a:lnTo>
                  <a:pt x="2272835" y="616594"/>
                </a:lnTo>
                <a:lnTo>
                  <a:pt x="2270769" y="616141"/>
                </a:lnTo>
                <a:lnTo>
                  <a:pt x="2268967" y="614994"/>
                </a:lnTo>
                <a:close/>
              </a:path>
              <a:path w="5142230" h="2300604">
                <a:moveTo>
                  <a:pt x="2475392" y="666964"/>
                </a:moveTo>
                <a:lnTo>
                  <a:pt x="2471703" y="663015"/>
                </a:lnTo>
                <a:lnTo>
                  <a:pt x="2470602" y="659295"/>
                </a:lnTo>
                <a:lnTo>
                  <a:pt x="2473096" y="649942"/>
                </a:lnTo>
                <a:lnTo>
                  <a:pt x="2478636" y="646782"/>
                </a:lnTo>
                <a:lnTo>
                  <a:pt x="2478874" y="646646"/>
                </a:lnTo>
                <a:lnTo>
                  <a:pt x="2484536" y="648113"/>
                </a:lnTo>
                <a:lnTo>
                  <a:pt x="2490150" y="649626"/>
                </a:lnTo>
                <a:lnTo>
                  <a:pt x="2493541" y="655407"/>
                </a:lnTo>
                <a:lnTo>
                  <a:pt x="2492025" y="661115"/>
                </a:lnTo>
                <a:lnTo>
                  <a:pt x="2490507" y="666723"/>
                </a:lnTo>
                <a:lnTo>
                  <a:pt x="2484730" y="670020"/>
                </a:lnTo>
                <a:lnTo>
                  <a:pt x="2479072" y="668558"/>
                </a:lnTo>
                <a:lnTo>
                  <a:pt x="2477103" y="668014"/>
                </a:lnTo>
                <a:lnTo>
                  <a:pt x="2475392" y="666964"/>
                </a:lnTo>
                <a:close/>
              </a:path>
              <a:path w="5142230" h="2300604">
                <a:moveTo>
                  <a:pt x="2543876" y="685634"/>
                </a:moveTo>
                <a:lnTo>
                  <a:pt x="2540137" y="681631"/>
                </a:lnTo>
                <a:lnTo>
                  <a:pt x="2539085" y="677866"/>
                </a:lnTo>
                <a:lnTo>
                  <a:pt x="2540112" y="674176"/>
                </a:lnTo>
                <a:lnTo>
                  <a:pt x="2541715" y="668561"/>
                </a:lnTo>
                <a:lnTo>
                  <a:pt x="2547075" y="665502"/>
                </a:lnTo>
                <a:lnTo>
                  <a:pt x="2547492" y="665264"/>
                </a:lnTo>
                <a:lnTo>
                  <a:pt x="2553151" y="666826"/>
                </a:lnTo>
                <a:lnTo>
                  <a:pt x="2558762" y="668433"/>
                </a:lnTo>
                <a:lnTo>
                  <a:pt x="2562014" y="674261"/>
                </a:lnTo>
                <a:lnTo>
                  <a:pt x="2560501" y="679874"/>
                </a:lnTo>
                <a:lnTo>
                  <a:pt x="2558894" y="685485"/>
                </a:lnTo>
                <a:lnTo>
                  <a:pt x="2553491" y="688498"/>
                </a:lnTo>
                <a:lnTo>
                  <a:pt x="2553071" y="688733"/>
                </a:lnTo>
                <a:lnTo>
                  <a:pt x="2545493" y="686681"/>
                </a:lnTo>
                <a:lnTo>
                  <a:pt x="2543876" y="685634"/>
                </a:lnTo>
                <a:close/>
              </a:path>
              <a:path w="5142230" h="2300604">
                <a:moveTo>
                  <a:pt x="3458416" y="2085229"/>
                </a:moveTo>
                <a:lnTo>
                  <a:pt x="3454726" y="2081280"/>
                </a:lnTo>
                <a:lnTo>
                  <a:pt x="3453745" y="2079448"/>
                </a:lnTo>
                <a:lnTo>
                  <a:pt x="3452360" y="2071611"/>
                </a:lnTo>
                <a:lnTo>
                  <a:pt x="3456182" y="2066123"/>
                </a:lnTo>
                <a:lnTo>
                  <a:pt x="3467677" y="2064060"/>
                </a:lnTo>
                <a:lnTo>
                  <a:pt x="3473169" y="2067886"/>
                </a:lnTo>
                <a:lnTo>
                  <a:pt x="3475233" y="2079381"/>
                </a:lnTo>
                <a:lnTo>
                  <a:pt x="3471411" y="2084869"/>
                </a:lnTo>
                <a:lnTo>
                  <a:pt x="3465660" y="2085849"/>
                </a:lnTo>
                <a:lnTo>
                  <a:pt x="3462002" y="2086527"/>
                </a:lnTo>
                <a:lnTo>
                  <a:pt x="3458416" y="2085229"/>
                </a:lnTo>
                <a:close/>
              </a:path>
              <a:path w="5142230" h="2300604">
                <a:moveTo>
                  <a:pt x="3474512" y="2154656"/>
                </a:moveTo>
                <a:lnTo>
                  <a:pt x="3470772" y="2150653"/>
                </a:lnTo>
                <a:lnTo>
                  <a:pt x="3469877" y="2149206"/>
                </a:lnTo>
                <a:lnTo>
                  <a:pt x="3467865" y="2141872"/>
                </a:lnTo>
                <a:lnTo>
                  <a:pt x="3471131" y="2136082"/>
                </a:lnTo>
                <a:lnTo>
                  <a:pt x="3482382" y="2132877"/>
                </a:lnTo>
                <a:lnTo>
                  <a:pt x="3488213" y="2136187"/>
                </a:lnTo>
                <a:lnTo>
                  <a:pt x="3491323" y="2147434"/>
                </a:lnTo>
                <a:lnTo>
                  <a:pt x="3488062" y="2153229"/>
                </a:lnTo>
                <a:lnTo>
                  <a:pt x="3482437" y="2154832"/>
                </a:lnTo>
                <a:lnTo>
                  <a:pt x="3478524" y="2155921"/>
                </a:lnTo>
                <a:lnTo>
                  <a:pt x="3474512" y="2154656"/>
                </a:lnTo>
                <a:close/>
              </a:path>
              <a:path w="5142230" h="2300604">
                <a:moveTo>
                  <a:pt x="3343188" y="1114517"/>
                </a:moveTo>
                <a:lnTo>
                  <a:pt x="3338435" y="1109430"/>
                </a:lnTo>
                <a:lnTo>
                  <a:pt x="3335204" y="1104504"/>
                </a:lnTo>
                <a:lnTo>
                  <a:pt x="3336511" y="1097987"/>
                </a:lnTo>
                <a:lnTo>
                  <a:pt x="3341338" y="1094747"/>
                </a:lnTo>
                <a:lnTo>
                  <a:pt x="3346268" y="1091521"/>
                </a:lnTo>
                <a:lnTo>
                  <a:pt x="3352781" y="1092823"/>
                </a:lnTo>
                <a:lnTo>
                  <a:pt x="3359252" y="1102585"/>
                </a:lnTo>
                <a:lnTo>
                  <a:pt x="3357944" y="1109102"/>
                </a:lnTo>
                <a:lnTo>
                  <a:pt x="3353060" y="1112378"/>
                </a:lnTo>
                <a:lnTo>
                  <a:pt x="3348713" y="1115251"/>
                </a:lnTo>
                <a:lnTo>
                  <a:pt x="3343188" y="1114517"/>
                </a:lnTo>
                <a:close/>
              </a:path>
              <a:path w="5142230" h="2300604">
                <a:moveTo>
                  <a:pt x="1923420" y="533740"/>
                </a:moveTo>
                <a:lnTo>
                  <a:pt x="1919735" y="529795"/>
                </a:lnTo>
                <a:lnTo>
                  <a:pt x="1918676" y="526218"/>
                </a:lnTo>
                <a:lnTo>
                  <a:pt x="1919507" y="522611"/>
                </a:lnTo>
                <a:lnTo>
                  <a:pt x="1920880" y="516946"/>
                </a:lnTo>
                <a:lnTo>
                  <a:pt x="1926570" y="513457"/>
                </a:lnTo>
                <a:lnTo>
                  <a:pt x="1937897" y="516198"/>
                </a:lnTo>
                <a:lnTo>
                  <a:pt x="1941385" y="521888"/>
                </a:lnTo>
                <a:lnTo>
                  <a:pt x="1940061" y="527508"/>
                </a:lnTo>
                <a:lnTo>
                  <a:pt x="1938688" y="533174"/>
                </a:lnTo>
                <a:lnTo>
                  <a:pt x="1932995" y="536757"/>
                </a:lnTo>
                <a:lnTo>
                  <a:pt x="1925222" y="534887"/>
                </a:lnTo>
                <a:lnTo>
                  <a:pt x="1923420" y="533740"/>
                </a:lnTo>
                <a:close/>
              </a:path>
              <a:path w="5142230" h="2300604">
                <a:moveTo>
                  <a:pt x="3442185" y="1872753"/>
                </a:moveTo>
                <a:lnTo>
                  <a:pt x="3438491" y="1868799"/>
                </a:lnTo>
                <a:lnTo>
                  <a:pt x="3437402" y="1866264"/>
                </a:lnTo>
                <a:lnTo>
                  <a:pt x="3437414" y="1857578"/>
                </a:lnTo>
                <a:lnTo>
                  <a:pt x="3442149" y="1852872"/>
                </a:lnTo>
                <a:lnTo>
                  <a:pt x="3447958" y="1852933"/>
                </a:lnTo>
                <a:lnTo>
                  <a:pt x="3453807" y="1852938"/>
                </a:lnTo>
                <a:lnTo>
                  <a:pt x="3458554" y="1857726"/>
                </a:lnTo>
                <a:lnTo>
                  <a:pt x="3458503" y="1863536"/>
                </a:lnTo>
                <a:lnTo>
                  <a:pt x="3458492" y="1869390"/>
                </a:lnTo>
                <a:lnTo>
                  <a:pt x="3453753" y="1874091"/>
                </a:lnTo>
                <a:lnTo>
                  <a:pt x="3444878" y="1874072"/>
                </a:lnTo>
                <a:lnTo>
                  <a:pt x="3442185" y="1872753"/>
                </a:lnTo>
                <a:close/>
              </a:path>
              <a:path w="5142230" h="2300604">
                <a:moveTo>
                  <a:pt x="3378204" y="1175461"/>
                </a:moveTo>
                <a:lnTo>
                  <a:pt x="3374424" y="1171413"/>
                </a:lnTo>
                <a:lnTo>
                  <a:pt x="3373882" y="1170541"/>
                </a:lnTo>
                <a:lnTo>
                  <a:pt x="3373398" y="1169632"/>
                </a:lnTo>
                <a:lnTo>
                  <a:pt x="3370791" y="1164397"/>
                </a:lnTo>
                <a:lnTo>
                  <a:pt x="3372896" y="1158048"/>
                </a:lnTo>
                <a:lnTo>
                  <a:pt x="3377769" y="1155641"/>
                </a:lnTo>
                <a:lnTo>
                  <a:pt x="3383271" y="1152831"/>
                </a:lnTo>
                <a:lnTo>
                  <a:pt x="3389619" y="1154935"/>
                </a:lnTo>
                <a:lnTo>
                  <a:pt x="3392275" y="1160124"/>
                </a:lnTo>
                <a:lnTo>
                  <a:pt x="3394774" y="1165145"/>
                </a:lnTo>
                <a:lnTo>
                  <a:pt x="3394902" y="1165282"/>
                </a:lnTo>
                <a:lnTo>
                  <a:pt x="3392778" y="1171708"/>
                </a:lnTo>
                <a:lnTo>
                  <a:pt x="3387960" y="1174174"/>
                </a:lnTo>
                <a:lnTo>
                  <a:pt x="3383268" y="1176483"/>
                </a:lnTo>
                <a:lnTo>
                  <a:pt x="3378204" y="1175461"/>
                </a:lnTo>
                <a:close/>
              </a:path>
              <a:path w="5142230" h="2300604">
                <a:moveTo>
                  <a:pt x="3443449" y="1943799"/>
                </a:moveTo>
                <a:lnTo>
                  <a:pt x="3439759" y="1939850"/>
                </a:lnTo>
                <a:lnTo>
                  <a:pt x="3438655" y="1937494"/>
                </a:lnTo>
                <a:lnTo>
                  <a:pt x="3438329" y="1929032"/>
                </a:lnTo>
                <a:lnTo>
                  <a:pt x="3442886" y="1924136"/>
                </a:lnTo>
                <a:lnTo>
                  <a:pt x="3454520" y="1923687"/>
                </a:lnTo>
                <a:lnTo>
                  <a:pt x="3459465" y="1928199"/>
                </a:lnTo>
                <a:lnTo>
                  <a:pt x="3459919" y="1939828"/>
                </a:lnTo>
                <a:lnTo>
                  <a:pt x="3455403" y="1944768"/>
                </a:lnTo>
                <a:lnTo>
                  <a:pt x="3449544" y="1945045"/>
                </a:lnTo>
                <a:lnTo>
                  <a:pt x="3446331" y="1945125"/>
                </a:lnTo>
                <a:lnTo>
                  <a:pt x="3443449" y="1943799"/>
                </a:lnTo>
                <a:close/>
              </a:path>
              <a:path w="5142230" h="2300604">
                <a:moveTo>
                  <a:pt x="1716697" y="482331"/>
                </a:moveTo>
                <a:lnTo>
                  <a:pt x="1713007" y="478381"/>
                </a:lnTo>
                <a:lnTo>
                  <a:pt x="1711906" y="474662"/>
                </a:lnTo>
                <a:lnTo>
                  <a:pt x="1712792" y="471211"/>
                </a:lnTo>
                <a:lnTo>
                  <a:pt x="1714344" y="465444"/>
                </a:lnTo>
                <a:lnTo>
                  <a:pt x="1719948" y="462157"/>
                </a:lnTo>
                <a:lnTo>
                  <a:pt x="1720125" y="462053"/>
                </a:lnTo>
                <a:lnTo>
                  <a:pt x="1731404" y="464939"/>
                </a:lnTo>
                <a:lnTo>
                  <a:pt x="1734796" y="470720"/>
                </a:lnTo>
                <a:lnTo>
                  <a:pt x="1733336" y="476195"/>
                </a:lnTo>
                <a:lnTo>
                  <a:pt x="1731861" y="482045"/>
                </a:lnTo>
                <a:lnTo>
                  <a:pt x="1726153" y="485319"/>
                </a:lnTo>
                <a:lnTo>
                  <a:pt x="1720418" y="483968"/>
                </a:lnTo>
                <a:lnTo>
                  <a:pt x="1718408" y="483381"/>
                </a:lnTo>
                <a:lnTo>
                  <a:pt x="1716697" y="482331"/>
                </a:lnTo>
                <a:close/>
              </a:path>
              <a:path w="5142230" h="2300604">
                <a:moveTo>
                  <a:pt x="3448487" y="2014780"/>
                </a:moveTo>
                <a:lnTo>
                  <a:pt x="3444757" y="2010787"/>
                </a:lnTo>
                <a:lnTo>
                  <a:pt x="3443741" y="2008722"/>
                </a:lnTo>
                <a:lnTo>
                  <a:pt x="3442884" y="2000474"/>
                </a:lnTo>
                <a:lnTo>
                  <a:pt x="3447173" y="1995290"/>
                </a:lnTo>
                <a:lnTo>
                  <a:pt x="3452951" y="1994731"/>
                </a:lnTo>
                <a:lnTo>
                  <a:pt x="3458774" y="1994122"/>
                </a:lnTo>
                <a:lnTo>
                  <a:pt x="3463917" y="1998357"/>
                </a:lnTo>
                <a:lnTo>
                  <a:pt x="3465130" y="2010017"/>
                </a:lnTo>
                <a:lnTo>
                  <a:pt x="3460895" y="2015160"/>
                </a:lnTo>
                <a:lnTo>
                  <a:pt x="3451657" y="2016121"/>
                </a:lnTo>
                <a:lnTo>
                  <a:pt x="3448487" y="2014780"/>
                </a:lnTo>
                <a:close/>
              </a:path>
              <a:path w="5142230" h="2300604">
                <a:moveTo>
                  <a:pt x="1992501" y="550117"/>
                </a:moveTo>
                <a:lnTo>
                  <a:pt x="1988812" y="546168"/>
                </a:lnTo>
                <a:lnTo>
                  <a:pt x="1987753" y="542591"/>
                </a:lnTo>
                <a:lnTo>
                  <a:pt x="1989908" y="533364"/>
                </a:lnTo>
                <a:lnTo>
                  <a:pt x="1995601" y="529781"/>
                </a:lnTo>
                <a:lnTo>
                  <a:pt x="2001267" y="531154"/>
                </a:lnTo>
                <a:lnTo>
                  <a:pt x="2006981" y="532482"/>
                </a:lnTo>
                <a:lnTo>
                  <a:pt x="2010470" y="538171"/>
                </a:lnTo>
                <a:lnTo>
                  <a:pt x="2009191" y="543840"/>
                </a:lnTo>
                <a:lnTo>
                  <a:pt x="2007818" y="549506"/>
                </a:lnTo>
                <a:lnTo>
                  <a:pt x="2002174" y="553043"/>
                </a:lnTo>
                <a:lnTo>
                  <a:pt x="1994352" y="551219"/>
                </a:lnTo>
                <a:lnTo>
                  <a:pt x="1992501" y="550117"/>
                </a:lnTo>
                <a:close/>
              </a:path>
              <a:path w="5142230" h="2300604">
                <a:moveTo>
                  <a:pt x="1648064" y="463991"/>
                </a:moveTo>
                <a:lnTo>
                  <a:pt x="1644329" y="459992"/>
                </a:lnTo>
                <a:lnTo>
                  <a:pt x="1643277" y="456227"/>
                </a:lnTo>
                <a:lnTo>
                  <a:pt x="1644341" y="452576"/>
                </a:lnTo>
                <a:lnTo>
                  <a:pt x="1645858" y="446967"/>
                </a:lnTo>
                <a:lnTo>
                  <a:pt x="1651328" y="443830"/>
                </a:lnTo>
                <a:lnTo>
                  <a:pt x="1651685" y="443625"/>
                </a:lnTo>
                <a:lnTo>
                  <a:pt x="1662957" y="446700"/>
                </a:lnTo>
                <a:lnTo>
                  <a:pt x="1666201" y="452518"/>
                </a:lnTo>
                <a:lnTo>
                  <a:pt x="1664688" y="458131"/>
                </a:lnTo>
                <a:lnTo>
                  <a:pt x="1663131" y="463795"/>
                </a:lnTo>
                <a:lnTo>
                  <a:pt x="1657707" y="466884"/>
                </a:lnTo>
                <a:lnTo>
                  <a:pt x="1657349" y="467087"/>
                </a:lnTo>
                <a:lnTo>
                  <a:pt x="1651690" y="465526"/>
                </a:lnTo>
                <a:lnTo>
                  <a:pt x="1649771" y="465036"/>
                </a:lnTo>
                <a:lnTo>
                  <a:pt x="1648064" y="463991"/>
                </a:lnTo>
                <a:close/>
              </a:path>
              <a:path w="5142230" h="2300604">
                <a:moveTo>
                  <a:pt x="1309631" y="356824"/>
                </a:moveTo>
                <a:lnTo>
                  <a:pt x="1305896" y="352826"/>
                </a:lnTo>
                <a:lnTo>
                  <a:pt x="1304906" y="348638"/>
                </a:lnTo>
                <a:lnTo>
                  <a:pt x="1306312" y="344767"/>
                </a:lnTo>
                <a:lnTo>
                  <a:pt x="1308339" y="339313"/>
                </a:lnTo>
                <a:lnTo>
                  <a:pt x="1314383" y="336497"/>
                </a:lnTo>
                <a:lnTo>
                  <a:pt x="1319838" y="338524"/>
                </a:lnTo>
                <a:lnTo>
                  <a:pt x="1325341" y="340505"/>
                </a:lnTo>
                <a:lnTo>
                  <a:pt x="1328153" y="346644"/>
                </a:lnTo>
                <a:lnTo>
                  <a:pt x="1324100" y="357553"/>
                </a:lnTo>
                <a:lnTo>
                  <a:pt x="1318056" y="360369"/>
                </a:lnTo>
                <a:lnTo>
                  <a:pt x="1312601" y="358342"/>
                </a:lnTo>
                <a:lnTo>
                  <a:pt x="1310968" y="357767"/>
                </a:lnTo>
                <a:lnTo>
                  <a:pt x="1309631" y="356824"/>
                </a:lnTo>
                <a:close/>
              </a:path>
              <a:path w="5142230" h="2300604">
                <a:moveTo>
                  <a:pt x="3527799" y="2286769"/>
                </a:moveTo>
                <a:lnTo>
                  <a:pt x="3524014" y="2282717"/>
                </a:lnTo>
                <a:lnTo>
                  <a:pt x="3523478" y="2281948"/>
                </a:lnTo>
                <a:lnTo>
                  <a:pt x="3523081" y="2281132"/>
                </a:lnTo>
                <a:lnTo>
                  <a:pt x="3520278" y="2275980"/>
                </a:lnTo>
                <a:lnTo>
                  <a:pt x="3522194" y="2269625"/>
                </a:lnTo>
                <a:lnTo>
                  <a:pt x="3532443" y="2264077"/>
                </a:lnTo>
                <a:lnTo>
                  <a:pt x="3538842" y="2265943"/>
                </a:lnTo>
                <a:lnTo>
                  <a:pt x="3544440" y="2276236"/>
                </a:lnTo>
                <a:lnTo>
                  <a:pt x="3542476" y="2282637"/>
                </a:lnTo>
                <a:lnTo>
                  <a:pt x="3537334" y="2285441"/>
                </a:lnTo>
                <a:lnTo>
                  <a:pt x="3533002" y="2287743"/>
                </a:lnTo>
                <a:lnTo>
                  <a:pt x="3527799" y="2286769"/>
                </a:lnTo>
                <a:close/>
              </a:path>
              <a:path w="5142230" h="2300604">
                <a:moveTo>
                  <a:pt x="3497517" y="2222194"/>
                </a:moveTo>
                <a:lnTo>
                  <a:pt x="3493736" y="2218147"/>
                </a:lnTo>
                <a:lnTo>
                  <a:pt x="3493017" y="2217083"/>
                </a:lnTo>
                <a:lnTo>
                  <a:pt x="3492493" y="2215838"/>
                </a:lnTo>
                <a:lnTo>
                  <a:pt x="3490314" y="2210377"/>
                </a:lnTo>
                <a:lnTo>
                  <a:pt x="3492982" y="2204241"/>
                </a:lnTo>
                <a:lnTo>
                  <a:pt x="3498385" y="2202107"/>
                </a:lnTo>
                <a:lnTo>
                  <a:pt x="3503800" y="2199889"/>
                </a:lnTo>
                <a:lnTo>
                  <a:pt x="3509941" y="2202552"/>
                </a:lnTo>
                <a:lnTo>
                  <a:pt x="3512164" y="2207963"/>
                </a:lnTo>
                <a:lnTo>
                  <a:pt x="3514294" y="2213370"/>
                </a:lnTo>
                <a:lnTo>
                  <a:pt x="3511630" y="2219511"/>
                </a:lnTo>
                <a:lnTo>
                  <a:pt x="3506263" y="2221684"/>
                </a:lnTo>
                <a:lnTo>
                  <a:pt x="3502320" y="2223230"/>
                </a:lnTo>
                <a:lnTo>
                  <a:pt x="3502053" y="2223335"/>
                </a:lnTo>
                <a:lnTo>
                  <a:pt x="3497517" y="2222194"/>
                </a:lnTo>
                <a:close/>
              </a:path>
              <a:path w="5142230" h="2300604">
                <a:moveTo>
                  <a:pt x="3828977" y="2245751"/>
                </a:moveTo>
                <a:lnTo>
                  <a:pt x="3825055" y="2241552"/>
                </a:lnTo>
                <a:lnTo>
                  <a:pt x="3825079" y="2235421"/>
                </a:lnTo>
                <a:lnTo>
                  <a:pt x="3828847" y="2231536"/>
                </a:lnTo>
                <a:lnTo>
                  <a:pt x="3832715" y="2227466"/>
                </a:lnTo>
                <a:lnTo>
                  <a:pt x="3839087" y="2227348"/>
                </a:lnTo>
                <a:lnTo>
                  <a:pt x="3843157" y="2231216"/>
                </a:lnTo>
                <a:lnTo>
                  <a:pt x="3847183" y="2235134"/>
                </a:lnTo>
                <a:lnTo>
                  <a:pt x="3847342" y="2241560"/>
                </a:lnTo>
                <a:lnTo>
                  <a:pt x="3843429" y="2245581"/>
                </a:lnTo>
                <a:lnTo>
                  <a:pt x="3839609" y="2249606"/>
                </a:lnTo>
                <a:lnTo>
                  <a:pt x="3833133" y="2249711"/>
                </a:lnTo>
                <a:lnTo>
                  <a:pt x="3828977" y="2245751"/>
                </a:lnTo>
                <a:close/>
              </a:path>
              <a:path w="5142230" h="2300604">
                <a:moveTo>
                  <a:pt x="3661108" y="2023434"/>
                </a:moveTo>
                <a:lnTo>
                  <a:pt x="3657423" y="2019489"/>
                </a:lnTo>
                <a:lnTo>
                  <a:pt x="3656929" y="2018764"/>
                </a:lnTo>
                <a:lnTo>
                  <a:pt x="3656531" y="2017948"/>
                </a:lnTo>
                <a:lnTo>
                  <a:pt x="3653910" y="2012992"/>
                </a:lnTo>
                <a:lnTo>
                  <a:pt x="3655775" y="2006875"/>
                </a:lnTo>
                <a:lnTo>
                  <a:pt x="3665674" y="2001637"/>
                </a:lnTo>
                <a:lnTo>
                  <a:pt x="3671795" y="2003498"/>
                </a:lnTo>
                <a:lnTo>
                  <a:pt x="3677074" y="2013450"/>
                </a:lnTo>
                <a:lnTo>
                  <a:pt x="3675173" y="2019527"/>
                </a:lnTo>
                <a:lnTo>
                  <a:pt x="3670217" y="2022139"/>
                </a:lnTo>
                <a:lnTo>
                  <a:pt x="3666086" y="2024364"/>
                </a:lnTo>
                <a:lnTo>
                  <a:pt x="3661108" y="2023434"/>
                </a:lnTo>
                <a:close/>
              </a:path>
              <a:path w="5142230" h="2300604">
                <a:moveTo>
                  <a:pt x="3480131" y="1266976"/>
                </a:moveTo>
                <a:lnTo>
                  <a:pt x="3476578" y="1263173"/>
                </a:lnTo>
                <a:lnTo>
                  <a:pt x="3475731" y="1261680"/>
                </a:lnTo>
                <a:lnTo>
                  <a:pt x="3475264" y="1260007"/>
                </a:lnTo>
                <a:lnTo>
                  <a:pt x="3473849" y="1254582"/>
                </a:lnTo>
                <a:lnTo>
                  <a:pt x="3477100" y="1249070"/>
                </a:lnTo>
                <a:lnTo>
                  <a:pt x="3482489" y="1247606"/>
                </a:lnTo>
                <a:lnTo>
                  <a:pt x="3487915" y="1246181"/>
                </a:lnTo>
                <a:lnTo>
                  <a:pt x="3493471" y="1249391"/>
                </a:lnTo>
                <a:lnTo>
                  <a:pt x="3496316" y="1260257"/>
                </a:lnTo>
                <a:lnTo>
                  <a:pt x="3493101" y="1265808"/>
                </a:lnTo>
                <a:lnTo>
                  <a:pt x="3487675" y="1267233"/>
                </a:lnTo>
                <a:lnTo>
                  <a:pt x="3483954" y="1268234"/>
                </a:lnTo>
                <a:lnTo>
                  <a:pt x="3480131" y="1266976"/>
                </a:lnTo>
                <a:close/>
              </a:path>
              <a:path w="5142230" h="2300604">
                <a:moveTo>
                  <a:pt x="3737854" y="2143514"/>
                </a:moveTo>
                <a:lnTo>
                  <a:pt x="3733567" y="2138925"/>
                </a:lnTo>
                <a:lnTo>
                  <a:pt x="3730225" y="2134468"/>
                </a:lnTo>
                <a:lnTo>
                  <a:pt x="3731050" y="2128118"/>
                </a:lnTo>
                <a:lnTo>
                  <a:pt x="3735556" y="2124731"/>
                </a:lnTo>
                <a:lnTo>
                  <a:pt x="3739968" y="2121340"/>
                </a:lnTo>
                <a:lnTo>
                  <a:pt x="3746358" y="2122219"/>
                </a:lnTo>
                <a:lnTo>
                  <a:pt x="3749749" y="2126630"/>
                </a:lnTo>
                <a:lnTo>
                  <a:pt x="3753136" y="2131136"/>
                </a:lnTo>
                <a:lnTo>
                  <a:pt x="3752217" y="2137483"/>
                </a:lnTo>
                <a:lnTo>
                  <a:pt x="3747805" y="2140873"/>
                </a:lnTo>
                <a:lnTo>
                  <a:pt x="3743637" y="2144036"/>
                </a:lnTo>
                <a:lnTo>
                  <a:pt x="3737854" y="2143514"/>
                </a:lnTo>
                <a:close/>
              </a:path>
              <a:path w="5142230" h="2300604">
                <a:moveTo>
                  <a:pt x="3697075" y="2085004"/>
                </a:moveTo>
                <a:lnTo>
                  <a:pt x="3692923" y="2080560"/>
                </a:lnTo>
                <a:lnTo>
                  <a:pt x="3692606" y="2080025"/>
                </a:lnTo>
                <a:lnTo>
                  <a:pt x="3689557" y="2075294"/>
                </a:lnTo>
                <a:lnTo>
                  <a:pt x="3690949" y="2069063"/>
                </a:lnTo>
                <a:lnTo>
                  <a:pt x="3700366" y="2063015"/>
                </a:lnTo>
                <a:lnTo>
                  <a:pt x="3706692" y="2064410"/>
                </a:lnTo>
                <a:lnTo>
                  <a:pt x="3709647" y="2069138"/>
                </a:lnTo>
                <a:lnTo>
                  <a:pt x="3712646" y="2073814"/>
                </a:lnTo>
                <a:lnTo>
                  <a:pt x="3711299" y="2080094"/>
                </a:lnTo>
                <a:lnTo>
                  <a:pt x="3706573" y="2083149"/>
                </a:lnTo>
                <a:lnTo>
                  <a:pt x="3702371" y="2085786"/>
                </a:lnTo>
                <a:lnTo>
                  <a:pt x="3697075" y="2085004"/>
                </a:lnTo>
                <a:close/>
              </a:path>
              <a:path w="5142230" h="2300604">
                <a:moveTo>
                  <a:pt x="3783182" y="2198488"/>
                </a:moveTo>
                <a:lnTo>
                  <a:pt x="3779265" y="2194295"/>
                </a:lnTo>
                <a:lnTo>
                  <a:pt x="3775536" y="2190108"/>
                </a:lnTo>
                <a:lnTo>
                  <a:pt x="3775898" y="2183652"/>
                </a:lnTo>
                <a:lnTo>
                  <a:pt x="3783924" y="2176507"/>
                </a:lnTo>
                <a:lnTo>
                  <a:pt x="3784223" y="2176241"/>
                </a:lnTo>
                <a:lnTo>
                  <a:pt x="3790637" y="2176558"/>
                </a:lnTo>
                <a:lnTo>
                  <a:pt x="3798094" y="2184932"/>
                </a:lnTo>
                <a:lnTo>
                  <a:pt x="3797777" y="2191337"/>
                </a:lnTo>
                <a:lnTo>
                  <a:pt x="3789752" y="2198483"/>
                </a:lnTo>
                <a:lnTo>
                  <a:pt x="3789452" y="2198749"/>
                </a:lnTo>
                <a:lnTo>
                  <a:pt x="3783182" y="2198488"/>
                </a:lnTo>
                <a:close/>
              </a:path>
              <a:path w="5142230" h="2300604">
                <a:moveTo>
                  <a:pt x="3460016" y="1199112"/>
                </a:moveTo>
                <a:lnTo>
                  <a:pt x="3456418" y="1195260"/>
                </a:lnTo>
                <a:lnTo>
                  <a:pt x="3455656" y="1194054"/>
                </a:lnTo>
                <a:lnTo>
                  <a:pt x="3453383" y="1187320"/>
                </a:lnTo>
                <a:lnTo>
                  <a:pt x="3456218" y="1181558"/>
                </a:lnTo>
                <a:lnTo>
                  <a:pt x="3466867" y="1178002"/>
                </a:lnTo>
                <a:lnTo>
                  <a:pt x="3472629" y="1180846"/>
                </a:lnTo>
                <a:lnTo>
                  <a:pt x="3476185" y="1191495"/>
                </a:lnTo>
                <a:lnTo>
                  <a:pt x="3473295" y="1197199"/>
                </a:lnTo>
                <a:lnTo>
                  <a:pt x="3468041" y="1199003"/>
                </a:lnTo>
                <a:lnTo>
                  <a:pt x="3464130" y="1200291"/>
                </a:lnTo>
                <a:lnTo>
                  <a:pt x="3460016" y="1199112"/>
                </a:lnTo>
                <a:close/>
              </a:path>
              <a:path w="5142230" h="2300604">
                <a:moveTo>
                  <a:pt x="3538526" y="1616568"/>
                </a:moveTo>
                <a:lnTo>
                  <a:pt x="3534969" y="1612760"/>
                </a:lnTo>
                <a:lnTo>
                  <a:pt x="3533997" y="1610938"/>
                </a:lnTo>
                <a:lnTo>
                  <a:pt x="3532834" y="1603340"/>
                </a:lnTo>
                <a:lnTo>
                  <a:pt x="3536651" y="1598140"/>
                </a:lnTo>
                <a:lnTo>
                  <a:pt x="3542152" y="1597284"/>
                </a:lnTo>
                <a:lnTo>
                  <a:pt x="3547706" y="1596387"/>
                </a:lnTo>
                <a:lnTo>
                  <a:pt x="3552862" y="1600245"/>
                </a:lnTo>
                <a:lnTo>
                  <a:pt x="3554615" y="1611309"/>
                </a:lnTo>
                <a:lnTo>
                  <a:pt x="3550757" y="1616465"/>
                </a:lnTo>
                <a:lnTo>
                  <a:pt x="3541829" y="1617856"/>
                </a:lnTo>
                <a:lnTo>
                  <a:pt x="3538526" y="1616568"/>
                </a:lnTo>
                <a:close/>
              </a:path>
              <a:path w="5142230" h="2300604">
                <a:moveTo>
                  <a:pt x="3630251" y="1959123"/>
                </a:moveTo>
                <a:lnTo>
                  <a:pt x="3626657" y="1955276"/>
                </a:lnTo>
                <a:lnTo>
                  <a:pt x="3625975" y="1954351"/>
                </a:lnTo>
                <a:lnTo>
                  <a:pt x="3623234" y="1947897"/>
                </a:lnTo>
                <a:lnTo>
                  <a:pt x="3625688" y="1942118"/>
                </a:lnTo>
                <a:lnTo>
                  <a:pt x="3635943" y="1937652"/>
                </a:lnTo>
                <a:lnTo>
                  <a:pt x="3641905" y="1940027"/>
                </a:lnTo>
                <a:lnTo>
                  <a:pt x="3646371" y="1950282"/>
                </a:lnTo>
                <a:lnTo>
                  <a:pt x="3643948" y="1956289"/>
                </a:lnTo>
                <a:lnTo>
                  <a:pt x="3638869" y="1958477"/>
                </a:lnTo>
                <a:lnTo>
                  <a:pt x="3634795" y="1960274"/>
                </a:lnTo>
                <a:lnTo>
                  <a:pt x="3630251" y="1959123"/>
                </a:lnTo>
                <a:close/>
              </a:path>
              <a:path w="5142230" h="2300604">
                <a:moveTo>
                  <a:pt x="3564930" y="1756263"/>
                </a:moveTo>
                <a:lnTo>
                  <a:pt x="3561331" y="1752411"/>
                </a:lnTo>
                <a:lnTo>
                  <a:pt x="3560439" y="1750870"/>
                </a:lnTo>
                <a:lnTo>
                  <a:pt x="3558797" y="1743638"/>
                </a:lnTo>
                <a:lnTo>
                  <a:pt x="3561937" y="1738594"/>
                </a:lnTo>
                <a:lnTo>
                  <a:pt x="3562193" y="1738183"/>
                </a:lnTo>
                <a:lnTo>
                  <a:pt x="3567666" y="1736906"/>
                </a:lnTo>
                <a:lnTo>
                  <a:pt x="3573089" y="1735674"/>
                </a:lnTo>
                <a:lnTo>
                  <a:pt x="3578540" y="1739065"/>
                </a:lnTo>
                <a:lnTo>
                  <a:pt x="3581053" y="1749967"/>
                </a:lnTo>
                <a:lnTo>
                  <a:pt x="3577913" y="1755011"/>
                </a:lnTo>
                <a:lnTo>
                  <a:pt x="3577658" y="1755422"/>
                </a:lnTo>
                <a:lnTo>
                  <a:pt x="3572185" y="1756699"/>
                </a:lnTo>
                <a:lnTo>
                  <a:pt x="3568565" y="1757515"/>
                </a:lnTo>
                <a:lnTo>
                  <a:pt x="3564930" y="1756263"/>
                </a:lnTo>
                <a:close/>
              </a:path>
              <a:path w="5142230" h="2300604">
                <a:moveTo>
                  <a:pt x="3582648" y="1825179"/>
                </a:moveTo>
                <a:lnTo>
                  <a:pt x="3579049" y="1821327"/>
                </a:lnTo>
                <a:lnTo>
                  <a:pt x="3578249" y="1819883"/>
                </a:lnTo>
                <a:lnTo>
                  <a:pt x="3576220" y="1812921"/>
                </a:lnTo>
                <a:lnTo>
                  <a:pt x="3579385" y="1807317"/>
                </a:lnTo>
                <a:lnTo>
                  <a:pt x="3584773" y="1805753"/>
                </a:lnTo>
                <a:lnTo>
                  <a:pt x="3590157" y="1804284"/>
                </a:lnTo>
                <a:lnTo>
                  <a:pt x="3595765" y="1807355"/>
                </a:lnTo>
                <a:lnTo>
                  <a:pt x="3598797" y="1818128"/>
                </a:lnTo>
                <a:lnTo>
                  <a:pt x="3595727" y="1823735"/>
                </a:lnTo>
                <a:lnTo>
                  <a:pt x="3586520" y="1826392"/>
                </a:lnTo>
                <a:lnTo>
                  <a:pt x="3582648" y="1825179"/>
                </a:lnTo>
                <a:close/>
              </a:path>
              <a:path w="5142230" h="2300604">
                <a:moveTo>
                  <a:pt x="3604278" y="1892905"/>
                </a:moveTo>
                <a:lnTo>
                  <a:pt x="3600679" y="1889053"/>
                </a:lnTo>
                <a:lnTo>
                  <a:pt x="3599918" y="1887847"/>
                </a:lnTo>
                <a:lnTo>
                  <a:pt x="3599397" y="1886508"/>
                </a:lnTo>
                <a:lnTo>
                  <a:pt x="3597543" y="1881199"/>
                </a:lnTo>
                <a:lnTo>
                  <a:pt x="3600342" y="1875398"/>
                </a:lnTo>
                <a:lnTo>
                  <a:pt x="3610895" y="1871740"/>
                </a:lnTo>
                <a:lnTo>
                  <a:pt x="3616660" y="1874490"/>
                </a:lnTo>
                <a:lnTo>
                  <a:pt x="3618554" y="1879743"/>
                </a:lnTo>
                <a:lnTo>
                  <a:pt x="3620408" y="1885051"/>
                </a:lnTo>
                <a:lnTo>
                  <a:pt x="3617613" y="1890857"/>
                </a:lnTo>
                <a:lnTo>
                  <a:pt x="3612359" y="1892661"/>
                </a:lnTo>
                <a:lnTo>
                  <a:pt x="3608392" y="1894084"/>
                </a:lnTo>
                <a:lnTo>
                  <a:pt x="3604278" y="1892905"/>
                </a:lnTo>
                <a:close/>
              </a:path>
              <a:path w="5142230" h="2300604">
                <a:moveTo>
                  <a:pt x="3509209" y="1405624"/>
                </a:moveTo>
                <a:lnTo>
                  <a:pt x="3505660" y="1401826"/>
                </a:lnTo>
                <a:lnTo>
                  <a:pt x="3504684" y="1399999"/>
                </a:lnTo>
                <a:lnTo>
                  <a:pt x="3503477" y="1392451"/>
                </a:lnTo>
                <a:lnTo>
                  <a:pt x="3507191" y="1387238"/>
                </a:lnTo>
                <a:lnTo>
                  <a:pt x="3518208" y="1385347"/>
                </a:lnTo>
                <a:lnTo>
                  <a:pt x="3523466" y="1389119"/>
                </a:lnTo>
                <a:lnTo>
                  <a:pt x="3524363" y="1394673"/>
                </a:lnTo>
                <a:lnTo>
                  <a:pt x="3525308" y="1400181"/>
                </a:lnTo>
                <a:lnTo>
                  <a:pt x="3521586" y="1405385"/>
                </a:lnTo>
                <a:lnTo>
                  <a:pt x="3516036" y="1406286"/>
                </a:lnTo>
                <a:lnTo>
                  <a:pt x="3512570" y="1406876"/>
                </a:lnTo>
                <a:lnTo>
                  <a:pt x="3509209" y="1405624"/>
                </a:lnTo>
                <a:close/>
              </a:path>
              <a:path w="5142230" h="2300604">
                <a:moveTo>
                  <a:pt x="3550393" y="1686649"/>
                </a:moveTo>
                <a:lnTo>
                  <a:pt x="3546845" y="1682850"/>
                </a:lnTo>
                <a:lnTo>
                  <a:pt x="3545960" y="1681121"/>
                </a:lnTo>
                <a:lnTo>
                  <a:pt x="3545532" y="1679002"/>
                </a:lnTo>
                <a:lnTo>
                  <a:pt x="3544555" y="1673556"/>
                </a:lnTo>
                <a:lnTo>
                  <a:pt x="3548188" y="1668355"/>
                </a:lnTo>
                <a:lnTo>
                  <a:pt x="3559207" y="1666271"/>
                </a:lnTo>
                <a:lnTo>
                  <a:pt x="3564468" y="1669948"/>
                </a:lnTo>
                <a:lnTo>
                  <a:pt x="3566503" y="1680923"/>
                </a:lnTo>
                <a:lnTo>
                  <a:pt x="3562876" y="1686229"/>
                </a:lnTo>
                <a:lnTo>
                  <a:pt x="3557364" y="1687268"/>
                </a:lnTo>
                <a:lnTo>
                  <a:pt x="3553849" y="1687904"/>
                </a:lnTo>
                <a:lnTo>
                  <a:pt x="3550393" y="1686649"/>
                </a:lnTo>
                <a:close/>
              </a:path>
              <a:path w="5142230" h="2300604">
                <a:moveTo>
                  <a:pt x="3496238" y="1335926"/>
                </a:moveTo>
                <a:lnTo>
                  <a:pt x="3492690" y="1332128"/>
                </a:lnTo>
                <a:lnTo>
                  <a:pt x="3491796" y="1330488"/>
                </a:lnTo>
                <a:lnTo>
                  <a:pt x="3491389" y="1328585"/>
                </a:lnTo>
                <a:lnTo>
                  <a:pt x="3490300" y="1323119"/>
                </a:lnTo>
                <a:lnTo>
                  <a:pt x="3493792" y="1317766"/>
                </a:lnTo>
                <a:lnTo>
                  <a:pt x="3499261" y="1316584"/>
                </a:lnTo>
                <a:lnTo>
                  <a:pt x="3504776" y="1315449"/>
                </a:lnTo>
                <a:lnTo>
                  <a:pt x="3510134" y="1318936"/>
                </a:lnTo>
                <a:lnTo>
                  <a:pt x="3512398" y="1329961"/>
                </a:lnTo>
                <a:lnTo>
                  <a:pt x="3508915" y="1335324"/>
                </a:lnTo>
                <a:lnTo>
                  <a:pt x="3499783" y="1337180"/>
                </a:lnTo>
                <a:lnTo>
                  <a:pt x="3496238" y="1335926"/>
                </a:lnTo>
                <a:close/>
              </a:path>
              <a:path w="5142230" h="2300604">
                <a:moveTo>
                  <a:pt x="3528599" y="1546218"/>
                </a:moveTo>
                <a:lnTo>
                  <a:pt x="3525046" y="1542415"/>
                </a:lnTo>
                <a:lnTo>
                  <a:pt x="3524117" y="1540443"/>
                </a:lnTo>
                <a:lnTo>
                  <a:pt x="3523818" y="1538266"/>
                </a:lnTo>
                <a:lnTo>
                  <a:pt x="3523110" y="1532718"/>
                </a:lnTo>
                <a:lnTo>
                  <a:pt x="3527059" y="1527660"/>
                </a:lnTo>
                <a:lnTo>
                  <a:pt x="3538154" y="1526243"/>
                </a:lnTo>
                <a:lnTo>
                  <a:pt x="3543257" y="1530142"/>
                </a:lnTo>
                <a:lnTo>
                  <a:pt x="3544678" y="1541242"/>
                </a:lnTo>
                <a:lnTo>
                  <a:pt x="3540775" y="1546350"/>
                </a:lnTo>
                <a:lnTo>
                  <a:pt x="3535133" y="1547054"/>
                </a:lnTo>
                <a:lnTo>
                  <a:pt x="3531813" y="1547508"/>
                </a:lnTo>
                <a:lnTo>
                  <a:pt x="3528599" y="1546218"/>
                </a:lnTo>
                <a:close/>
              </a:path>
              <a:path w="5142230" h="2300604">
                <a:moveTo>
                  <a:pt x="3519662" y="1475756"/>
                </a:moveTo>
                <a:lnTo>
                  <a:pt x="3516114" y="1471958"/>
                </a:lnTo>
                <a:lnTo>
                  <a:pt x="3515186" y="1470085"/>
                </a:lnTo>
                <a:lnTo>
                  <a:pt x="3514126" y="1462401"/>
                </a:lnTo>
                <a:lnTo>
                  <a:pt x="3517984" y="1457245"/>
                </a:lnTo>
                <a:lnTo>
                  <a:pt x="3523576" y="1456486"/>
                </a:lnTo>
                <a:lnTo>
                  <a:pt x="3529123" y="1455778"/>
                </a:lnTo>
                <a:lnTo>
                  <a:pt x="3534190" y="1459637"/>
                </a:lnTo>
                <a:lnTo>
                  <a:pt x="3534988" y="1465183"/>
                </a:lnTo>
                <a:lnTo>
                  <a:pt x="3535700" y="1470736"/>
                </a:lnTo>
                <a:lnTo>
                  <a:pt x="3531843" y="1475892"/>
                </a:lnTo>
                <a:lnTo>
                  <a:pt x="3522881" y="1477050"/>
                </a:lnTo>
                <a:lnTo>
                  <a:pt x="3519662" y="1475756"/>
                </a:lnTo>
                <a:close/>
              </a:path>
              <a:path w="5142230" h="2300604">
                <a:moveTo>
                  <a:pt x="1733628" y="396844"/>
                </a:moveTo>
                <a:lnTo>
                  <a:pt x="1730070" y="393036"/>
                </a:lnTo>
                <a:lnTo>
                  <a:pt x="1729059" y="389607"/>
                </a:lnTo>
                <a:lnTo>
                  <a:pt x="1729789" y="386186"/>
                </a:lnTo>
                <a:lnTo>
                  <a:pt x="1731107" y="380754"/>
                </a:lnTo>
                <a:lnTo>
                  <a:pt x="1736554" y="377300"/>
                </a:lnTo>
                <a:lnTo>
                  <a:pt x="1741990" y="378623"/>
                </a:lnTo>
                <a:lnTo>
                  <a:pt x="1747471" y="379895"/>
                </a:lnTo>
                <a:lnTo>
                  <a:pt x="1750826" y="385344"/>
                </a:lnTo>
                <a:lnTo>
                  <a:pt x="1749598" y="390774"/>
                </a:lnTo>
                <a:lnTo>
                  <a:pt x="1748330" y="396259"/>
                </a:lnTo>
                <a:lnTo>
                  <a:pt x="1742881" y="399614"/>
                </a:lnTo>
                <a:lnTo>
                  <a:pt x="1737401" y="398342"/>
                </a:lnTo>
                <a:lnTo>
                  <a:pt x="1735339" y="397894"/>
                </a:lnTo>
                <a:lnTo>
                  <a:pt x="1733628" y="396844"/>
                </a:lnTo>
                <a:close/>
              </a:path>
              <a:path w="5142230" h="2300604">
                <a:moveTo>
                  <a:pt x="3271601" y="899574"/>
                </a:moveTo>
                <a:lnTo>
                  <a:pt x="3267452" y="895132"/>
                </a:lnTo>
                <a:lnTo>
                  <a:pt x="3267369" y="889182"/>
                </a:lnTo>
                <a:lnTo>
                  <a:pt x="3274685" y="881078"/>
                </a:lnTo>
                <a:lnTo>
                  <a:pt x="3281069" y="880776"/>
                </a:lnTo>
                <a:lnTo>
                  <a:pt x="3289398" y="888327"/>
                </a:lnTo>
                <a:lnTo>
                  <a:pt x="3289706" y="894714"/>
                </a:lnTo>
                <a:lnTo>
                  <a:pt x="3282151" y="903049"/>
                </a:lnTo>
                <a:lnTo>
                  <a:pt x="3275722" y="903303"/>
                </a:lnTo>
                <a:lnTo>
                  <a:pt x="3271601" y="899574"/>
                </a:lnTo>
                <a:close/>
              </a:path>
              <a:path w="5142230" h="2300604">
                <a:moveTo>
                  <a:pt x="3157021" y="816409"/>
                </a:moveTo>
                <a:lnTo>
                  <a:pt x="3153377" y="812508"/>
                </a:lnTo>
                <a:lnTo>
                  <a:pt x="3152688" y="807665"/>
                </a:lnTo>
                <a:lnTo>
                  <a:pt x="3157807" y="798874"/>
                </a:lnTo>
                <a:lnTo>
                  <a:pt x="3164001" y="797196"/>
                </a:lnTo>
                <a:lnTo>
                  <a:pt x="3173718" y="802811"/>
                </a:lnTo>
                <a:lnTo>
                  <a:pt x="3175402" y="809009"/>
                </a:lnTo>
                <a:lnTo>
                  <a:pt x="3169732" y="818679"/>
                </a:lnTo>
                <a:lnTo>
                  <a:pt x="3163539" y="820355"/>
                </a:lnTo>
                <a:lnTo>
                  <a:pt x="3158724" y="817549"/>
                </a:lnTo>
                <a:lnTo>
                  <a:pt x="3157803" y="817049"/>
                </a:lnTo>
                <a:lnTo>
                  <a:pt x="3157021" y="816409"/>
                </a:lnTo>
                <a:close/>
              </a:path>
              <a:path w="5142230" h="2300604">
                <a:moveTo>
                  <a:pt x="3216885" y="855176"/>
                </a:moveTo>
                <a:lnTo>
                  <a:pt x="3212680" y="850675"/>
                </a:lnTo>
                <a:lnTo>
                  <a:pt x="3212212" y="845388"/>
                </a:lnTo>
                <a:lnTo>
                  <a:pt x="3218405" y="836863"/>
                </a:lnTo>
                <a:lnTo>
                  <a:pt x="3224760" y="835848"/>
                </a:lnTo>
                <a:lnTo>
                  <a:pt x="3233842" y="842440"/>
                </a:lnTo>
                <a:lnTo>
                  <a:pt x="3234808" y="848752"/>
                </a:lnTo>
                <a:lnTo>
                  <a:pt x="3231537" y="853268"/>
                </a:lnTo>
                <a:lnTo>
                  <a:pt x="3228266" y="857876"/>
                </a:lnTo>
                <a:lnTo>
                  <a:pt x="3221954" y="858842"/>
                </a:lnTo>
                <a:lnTo>
                  <a:pt x="3216885" y="855176"/>
                </a:lnTo>
                <a:close/>
              </a:path>
              <a:path w="5142230" h="2300604">
                <a:moveTo>
                  <a:pt x="3324430" y="953587"/>
                </a:moveTo>
                <a:lnTo>
                  <a:pt x="3320467" y="949345"/>
                </a:lnTo>
                <a:lnTo>
                  <a:pt x="3316786" y="945113"/>
                </a:lnTo>
                <a:lnTo>
                  <a:pt x="3317194" y="938706"/>
                </a:lnTo>
                <a:lnTo>
                  <a:pt x="3325101" y="931825"/>
                </a:lnTo>
                <a:lnTo>
                  <a:pt x="3325605" y="931387"/>
                </a:lnTo>
                <a:lnTo>
                  <a:pt x="3332018" y="931798"/>
                </a:lnTo>
                <a:lnTo>
                  <a:pt x="3335692" y="936027"/>
                </a:lnTo>
                <a:lnTo>
                  <a:pt x="3339423" y="940212"/>
                </a:lnTo>
                <a:lnTo>
                  <a:pt x="3338965" y="946666"/>
                </a:lnTo>
                <a:lnTo>
                  <a:pt x="3331056" y="953544"/>
                </a:lnTo>
                <a:lnTo>
                  <a:pt x="3330604" y="953938"/>
                </a:lnTo>
                <a:lnTo>
                  <a:pt x="3324430" y="953587"/>
                </a:lnTo>
                <a:close/>
              </a:path>
              <a:path w="5142230" h="2300604">
                <a:moveTo>
                  <a:pt x="3367779" y="1009279"/>
                </a:moveTo>
                <a:lnTo>
                  <a:pt x="3363297" y="1004481"/>
                </a:lnTo>
                <a:lnTo>
                  <a:pt x="3360057" y="999838"/>
                </a:lnTo>
                <a:lnTo>
                  <a:pt x="3361215" y="993551"/>
                </a:lnTo>
                <a:lnTo>
                  <a:pt x="3365809" y="990355"/>
                </a:lnTo>
                <a:lnTo>
                  <a:pt x="3370449" y="987208"/>
                </a:lnTo>
                <a:lnTo>
                  <a:pt x="3376780" y="988316"/>
                </a:lnTo>
                <a:lnTo>
                  <a:pt x="3379975" y="992910"/>
                </a:lnTo>
                <a:lnTo>
                  <a:pt x="3383122" y="997549"/>
                </a:lnTo>
                <a:lnTo>
                  <a:pt x="3381969" y="1003840"/>
                </a:lnTo>
                <a:lnTo>
                  <a:pt x="3373162" y="1009958"/>
                </a:lnTo>
                <a:lnTo>
                  <a:pt x="3367779" y="1009279"/>
                </a:lnTo>
                <a:close/>
              </a:path>
              <a:path w="5142230" h="2300604">
                <a:moveTo>
                  <a:pt x="2768082" y="646576"/>
                </a:moveTo>
                <a:lnTo>
                  <a:pt x="2764484" y="642724"/>
                </a:lnTo>
                <a:lnTo>
                  <a:pt x="2763525" y="638862"/>
                </a:lnTo>
                <a:lnTo>
                  <a:pt x="2764741" y="635179"/>
                </a:lnTo>
                <a:lnTo>
                  <a:pt x="2766568" y="629902"/>
                </a:lnTo>
                <a:lnTo>
                  <a:pt x="2772288" y="627033"/>
                </a:lnTo>
                <a:lnTo>
                  <a:pt x="2782926" y="630600"/>
                </a:lnTo>
                <a:lnTo>
                  <a:pt x="2785751" y="636361"/>
                </a:lnTo>
                <a:lnTo>
                  <a:pt x="2782179" y="647004"/>
                </a:lnTo>
                <a:lnTo>
                  <a:pt x="2776422" y="649834"/>
                </a:lnTo>
                <a:lnTo>
                  <a:pt x="2771101" y="648048"/>
                </a:lnTo>
                <a:lnTo>
                  <a:pt x="2769464" y="647468"/>
                </a:lnTo>
                <a:lnTo>
                  <a:pt x="2768082" y="646576"/>
                </a:lnTo>
                <a:close/>
              </a:path>
              <a:path w="5142230" h="2300604">
                <a:moveTo>
                  <a:pt x="1458433" y="325019"/>
                </a:moveTo>
                <a:lnTo>
                  <a:pt x="1454875" y="321210"/>
                </a:lnTo>
                <a:lnTo>
                  <a:pt x="1453825" y="317544"/>
                </a:lnTo>
                <a:lnTo>
                  <a:pt x="1456491" y="308571"/>
                </a:lnTo>
                <a:lnTo>
                  <a:pt x="1462114" y="305500"/>
                </a:lnTo>
                <a:lnTo>
                  <a:pt x="1467495" y="307057"/>
                </a:lnTo>
                <a:lnTo>
                  <a:pt x="1472868" y="308703"/>
                </a:lnTo>
                <a:lnTo>
                  <a:pt x="1475934" y="314331"/>
                </a:lnTo>
                <a:lnTo>
                  <a:pt x="1474382" y="319707"/>
                </a:lnTo>
                <a:lnTo>
                  <a:pt x="1472731" y="325076"/>
                </a:lnTo>
                <a:lnTo>
                  <a:pt x="1467107" y="328146"/>
                </a:lnTo>
                <a:lnTo>
                  <a:pt x="1461780" y="326549"/>
                </a:lnTo>
                <a:lnTo>
                  <a:pt x="1459910" y="326013"/>
                </a:lnTo>
                <a:lnTo>
                  <a:pt x="1458433" y="325019"/>
                </a:lnTo>
                <a:close/>
              </a:path>
              <a:path w="5142230" h="2300604">
                <a:moveTo>
                  <a:pt x="3031149" y="751555"/>
                </a:moveTo>
                <a:lnTo>
                  <a:pt x="3027551" y="747702"/>
                </a:lnTo>
                <a:lnTo>
                  <a:pt x="3026664" y="743235"/>
                </a:lnTo>
                <a:lnTo>
                  <a:pt x="3028538" y="739375"/>
                </a:lnTo>
                <a:lnTo>
                  <a:pt x="3030933" y="734316"/>
                </a:lnTo>
                <a:lnTo>
                  <a:pt x="3036955" y="732160"/>
                </a:lnTo>
                <a:lnTo>
                  <a:pt x="3047079" y="736938"/>
                </a:lnTo>
                <a:lnTo>
                  <a:pt x="3049235" y="742960"/>
                </a:lnTo>
                <a:lnTo>
                  <a:pt x="3044452" y="753088"/>
                </a:lnTo>
                <a:lnTo>
                  <a:pt x="3038431" y="755244"/>
                </a:lnTo>
                <a:lnTo>
                  <a:pt x="3033366" y="752853"/>
                </a:lnTo>
                <a:lnTo>
                  <a:pt x="3032161" y="752344"/>
                </a:lnTo>
                <a:lnTo>
                  <a:pt x="3031149" y="751555"/>
                </a:lnTo>
                <a:close/>
              </a:path>
              <a:path w="5142230" h="2300604">
                <a:moveTo>
                  <a:pt x="2966563" y="722395"/>
                </a:moveTo>
                <a:lnTo>
                  <a:pt x="2962964" y="718543"/>
                </a:lnTo>
                <a:lnTo>
                  <a:pt x="2962076" y="714268"/>
                </a:lnTo>
                <a:lnTo>
                  <a:pt x="2963717" y="710453"/>
                </a:lnTo>
                <a:lnTo>
                  <a:pt x="2965968" y="705336"/>
                </a:lnTo>
                <a:lnTo>
                  <a:pt x="2971946" y="702939"/>
                </a:lnTo>
                <a:lnTo>
                  <a:pt x="2977067" y="705195"/>
                </a:lnTo>
                <a:lnTo>
                  <a:pt x="2982228" y="707396"/>
                </a:lnTo>
                <a:lnTo>
                  <a:pt x="2984512" y="713165"/>
                </a:lnTo>
                <a:lnTo>
                  <a:pt x="2980168" y="723665"/>
                </a:lnTo>
                <a:lnTo>
                  <a:pt x="2974135" y="726004"/>
                </a:lnTo>
                <a:lnTo>
                  <a:pt x="2969023" y="723758"/>
                </a:lnTo>
                <a:lnTo>
                  <a:pt x="2967714" y="723236"/>
                </a:lnTo>
                <a:lnTo>
                  <a:pt x="2966563" y="722395"/>
                </a:lnTo>
                <a:close/>
              </a:path>
              <a:path w="5142230" h="2300604">
                <a:moveTo>
                  <a:pt x="2901107" y="695334"/>
                </a:moveTo>
                <a:lnTo>
                  <a:pt x="2897513" y="691487"/>
                </a:lnTo>
                <a:lnTo>
                  <a:pt x="2896613" y="687297"/>
                </a:lnTo>
                <a:lnTo>
                  <a:pt x="2898115" y="683529"/>
                </a:lnTo>
                <a:lnTo>
                  <a:pt x="2900127" y="678353"/>
                </a:lnTo>
                <a:lnTo>
                  <a:pt x="2906068" y="675817"/>
                </a:lnTo>
                <a:lnTo>
                  <a:pt x="2916506" y="679954"/>
                </a:lnTo>
                <a:lnTo>
                  <a:pt x="2918992" y="685840"/>
                </a:lnTo>
                <a:lnTo>
                  <a:pt x="2914865" y="696280"/>
                </a:lnTo>
                <a:lnTo>
                  <a:pt x="2909019" y="698819"/>
                </a:lnTo>
                <a:lnTo>
                  <a:pt x="2902358" y="696184"/>
                </a:lnTo>
                <a:lnTo>
                  <a:pt x="2901107" y="695334"/>
                </a:lnTo>
                <a:close/>
              </a:path>
              <a:path w="5142230" h="2300604">
                <a:moveTo>
                  <a:pt x="2834935" y="670048"/>
                </a:moveTo>
                <a:lnTo>
                  <a:pt x="2831336" y="666196"/>
                </a:lnTo>
                <a:lnTo>
                  <a:pt x="2830385" y="662246"/>
                </a:lnTo>
                <a:lnTo>
                  <a:pt x="2833661" y="653241"/>
                </a:lnTo>
                <a:lnTo>
                  <a:pt x="2839513" y="650513"/>
                </a:lnTo>
                <a:lnTo>
                  <a:pt x="2844734" y="652485"/>
                </a:lnTo>
                <a:lnTo>
                  <a:pt x="2850003" y="654411"/>
                </a:lnTo>
                <a:lnTo>
                  <a:pt x="2852685" y="660215"/>
                </a:lnTo>
                <a:lnTo>
                  <a:pt x="2848838" y="670758"/>
                </a:lnTo>
                <a:lnTo>
                  <a:pt x="2843029" y="673435"/>
                </a:lnTo>
                <a:lnTo>
                  <a:pt x="2836226" y="670942"/>
                </a:lnTo>
                <a:lnTo>
                  <a:pt x="2834935" y="670048"/>
                </a:lnTo>
                <a:close/>
              </a:path>
              <a:path w="5142230" h="2300604">
                <a:moveTo>
                  <a:pt x="1526740" y="344575"/>
                </a:moveTo>
                <a:lnTo>
                  <a:pt x="1523187" y="340772"/>
                </a:lnTo>
                <a:lnTo>
                  <a:pt x="1522129" y="337195"/>
                </a:lnTo>
                <a:lnTo>
                  <a:pt x="1524606" y="328215"/>
                </a:lnTo>
                <a:lnTo>
                  <a:pt x="1529828" y="325301"/>
                </a:lnTo>
                <a:lnTo>
                  <a:pt x="1530189" y="325101"/>
                </a:lnTo>
                <a:lnTo>
                  <a:pt x="1540993" y="328065"/>
                </a:lnTo>
                <a:lnTo>
                  <a:pt x="1544157" y="333602"/>
                </a:lnTo>
                <a:lnTo>
                  <a:pt x="1542650" y="339027"/>
                </a:lnTo>
                <a:lnTo>
                  <a:pt x="1541192" y="344406"/>
                </a:lnTo>
                <a:lnTo>
                  <a:pt x="1535607" y="347615"/>
                </a:lnTo>
                <a:lnTo>
                  <a:pt x="1528312" y="345573"/>
                </a:lnTo>
                <a:lnTo>
                  <a:pt x="1526740" y="344575"/>
                </a:lnTo>
                <a:close/>
              </a:path>
              <a:path w="5142230" h="2300604">
                <a:moveTo>
                  <a:pt x="3880751" y="2294722"/>
                </a:moveTo>
                <a:lnTo>
                  <a:pt x="3876692" y="2290378"/>
                </a:lnTo>
                <a:lnTo>
                  <a:pt x="3876615" y="2284332"/>
                </a:lnTo>
                <a:lnTo>
                  <a:pt x="3880341" y="2280404"/>
                </a:lnTo>
                <a:lnTo>
                  <a:pt x="3884164" y="2276285"/>
                </a:lnTo>
                <a:lnTo>
                  <a:pt x="3890590" y="2276126"/>
                </a:lnTo>
                <a:lnTo>
                  <a:pt x="3894660" y="2279994"/>
                </a:lnTo>
                <a:lnTo>
                  <a:pt x="3898733" y="2283768"/>
                </a:lnTo>
                <a:lnTo>
                  <a:pt x="3898887" y="2290189"/>
                </a:lnTo>
                <a:lnTo>
                  <a:pt x="3895069" y="2294313"/>
                </a:lnTo>
                <a:lnTo>
                  <a:pt x="3891250" y="2298337"/>
                </a:lnTo>
                <a:lnTo>
                  <a:pt x="3884821" y="2298591"/>
                </a:lnTo>
                <a:lnTo>
                  <a:pt x="3880751" y="2294722"/>
                </a:lnTo>
                <a:close/>
              </a:path>
              <a:path w="5142230" h="2300604">
                <a:moveTo>
                  <a:pt x="3404377" y="1069370"/>
                </a:moveTo>
                <a:lnTo>
                  <a:pt x="3400737" y="1065474"/>
                </a:lnTo>
                <a:lnTo>
                  <a:pt x="3400243" y="1064749"/>
                </a:lnTo>
                <a:lnTo>
                  <a:pt x="3399796" y="1063979"/>
                </a:lnTo>
                <a:lnTo>
                  <a:pt x="3397125" y="1059069"/>
                </a:lnTo>
                <a:lnTo>
                  <a:pt x="3398945" y="1052903"/>
                </a:lnTo>
                <a:lnTo>
                  <a:pt x="3408806" y="1047527"/>
                </a:lnTo>
                <a:lnTo>
                  <a:pt x="3414927" y="1049388"/>
                </a:lnTo>
                <a:lnTo>
                  <a:pt x="3420304" y="1059248"/>
                </a:lnTo>
                <a:lnTo>
                  <a:pt x="3418439" y="1065365"/>
                </a:lnTo>
                <a:lnTo>
                  <a:pt x="3413532" y="1068031"/>
                </a:lnTo>
                <a:lnTo>
                  <a:pt x="3409443" y="1070298"/>
                </a:lnTo>
                <a:lnTo>
                  <a:pt x="3404377" y="1069370"/>
                </a:lnTo>
                <a:close/>
              </a:path>
              <a:path w="5142230" h="2300604">
                <a:moveTo>
                  <a:pt x="3435027" y="1132970"/>
                </a:moveTo>
                <a:lnTo>
                  <a:pt x="3431429" y="1129118"/>
                </a:lnTo>
                <a:lnTo>
                  <a:pt x="3430751" y="1128099"/>
                </a:lnTo>
                <a:lnTo>
                  <a:pt x="3427956" y="1121686"/>
                </a:lnTo>
                <a:lnTo>
                  <a:pt x="3430415" y="1115912"/>
                </a:lnTo>
                <a:lnTo>
                  <a:pt x="3440756" y="1111539"/>
                </a:lnTo>
                <a:lnTo>
                  <a:pt x="3446719" y="1113913"/>
                </a:lnTo>
                <a:lnTo>
                  <a:pt x="3448951" y="1119042"/>
                </a:lnTo>
                <a:lnTo>
                  <a:pt x="3451134" y="1124215"/>
                </a:lnTo>
                <a:lnTo>
                  <a:pt x="3448718" y="1130134"/>
                </a:lnTo>
                <a:lnTo>
                  <a:pt x="3443588" y="1132360"/>
                </a:lnTo>
                <a:lnTo>
                  <a:pt x="3439522" y="1134068"/>
                </a:lnTo>
                <a:lnTo>
                  <a:pt x="3435027" y="1132970"/>
                </a:lnTo>
                <a:close/>
              </a:path>
              <a:path w="5142230" h="2300604">
                <a:moveTo>
                  <a:pt x="1802913" y="412657"/>
                </a:moveTo>
                <a:lnTo>
                  <a:pt x="1799360" y="408854"/>
                </a:lnTo>
                <a:lnTo>
                  <a:pt x="1798389" y="405469"/>
                </a:lnTo>
                <a:lnTo>
                  <a:pt x="1799165" y="402096"/>
                </a:lnTo>
                <a:lnTo>
                  <a:pt x="1800343" y="396613"/>
                </a:lnTo>
                <a:lnTo>
                  <a:pt x="1805795" y="393163"/>
                </a:lnTo>
                <a:lnTo>
                  <a:pt x="1816664" y="395610"/>
                </a:lnTo>
                <a:lnTo>
                  <a:pt x="1820163" y="401017"/>
                </a:lnTo>
                <a:lnTo>
                  <a:pt x="1818890" y="406497"/>
                </a:lnTo>
                <a:lnTo>
                  <a:pt x="1817712" y="411981"/>
                </a:lnTo>
                <a:lnTo>
                  <a:pt x="1812260" y="415430"/>
                </a:lnTo>
                <a:lnTo>
                  <a:pt x="1804718" y="413710"/>
                </a:lnTo>
                <a:lnTo>
                  <a:pt x="1802913" y="412657"/>
                </a:lnTo>
                <a:close/>
              </a:path>
              <a:path w="5142230" h="2300604">
                <a:moveTo>
                  <a:pt x="2358300" y="532921"/>
                </a:moveTo>
                <a:lnTo>
                  <a:pt x="2354747" y="529117"/>
                </a:lnTo>
                <a:lnTo>
                  <a:pt x="2353731" y="525684"/>
                </a:lnTo>
                <a:lnTo>
                  <a:pt x="2354510" y="522217"/>
                </a:lnTo>
                <a:lnTo>
                  <a:pt x="2355779" y="516831"/>
                </a:lnTo>
                <a:lnTo>
                  <a:pt x="2361227" y="513376"/>
                </a:lnTo>
                <a:lnTo>
                  <a:pt x="2366712" y="514654"/>
                </a:lnTo>
                <a:lnTo>
                  <a:pt x="2372143" y="515972"/>
                </a:lnTo>
                <a:lnTo>
                  <a:pt x="2375547" y="521375"/>
                </a:lnTo>
                <a:lnTo>
                  <a:pt x="2373002" y="532335"/>
                </a:lnTo>
                <a:lnTo>
                  <a:pt x="2367554" y="535691"/>
                </a:lnTo>
                <a:lnTo>
                  <a:pt x="2362073" y="534418"/>
                </a:lnTo>
                <a:lnTo>
                  <a:pt x="2360060" y="533925"/>
                </a:lnTo>
                <a:lnTo>
                  <a:pt x="2358300" y="532921"/>
                </a:lnTo>
                <a:close/>
              </a:path>
              <a:path w="5142230" h="2300604">
                <a:moveTo>
                  <a:pt x="2219806" y="501864"/>
                </a:moveTo>
                <a:lnTo>
                  <a:pt x="2216253" y="498060"/>
                </a:lnTo>
                <a:lnTo>
                  <a:pt x="2215188" y="494672"/>
                </a:lnTo>
                <a:lnTo>
                  <a:pt x="2215964" y="491300"/>
                </a:lnTo>
                <a:lnTo>
                  <a:pt x="2217142" y="485816"/>
                </a:lnTo>
                <a:lnTo>
                  <a:pt x="2222548" y="482318"/>
                </a:lnTo>
                <a:lnTo>
                  <a:pt x="2227983" y="483541"/>
                </a:lnTo>
                <a:lnTo>
                  <a:pt x="2233466" y="484719"/>
                </a:lnTo>
                <a:lnTo>
                  <a:pt x="2236965" y="490126"/>
                </a:lnTo>
                <a:lnTo>
                  <a:pt x="2234609" y="501093"/>
                </a:lnTo>
                <a:lnTo>
                  <a:pt x="2229157" y="504542"/>
                </a:lnTo>
                <a:lnTo>
                  <a:pt x="2221611" y="502916"/>
                </a:lnTo>
                <a:lnTo>
                  <a:pt x="2219806" y="501864"/>
                </a:lnTo>
                <a:close/>
              </a:path>
              <a:path w="5142230" h="2300604">
                <a:moveTo>
                  <a:pt x="2289110" y="517111"/>
                </a:moveTo>
                <a:lnTo>
                  <a:pt x="2285552" y="513303"/>
                </a:lnTo>
                <a:lnTo>
                  <a:pt x="2284538" y="509968"/>
                </a:lnTo>
                <a:lnTo>
                  <a:pt x="2285263" y="506542"/>
                </a:lnTo>
                <a:lnTo>
                  <a:pt x="2286540" y="501067"/>
                </a:lnTo>
                <a:lnTo>
                  <a:pt x="2291939" y="497658"/>
                </a:lnTo>
                <a:lnTo>
                  <a:pt x="2297427" y="498841"/>
                </a:lnTo>
                <a:lnTo>
                  <a:pt x="2302862" y="500064"/>
                </a:lnTo>
                <a:lnTo>
                  <a:pt x="2306311" y="505516"/>
                </a:lnTo>
                <a:lnTo>
                  <a:pt x="2305088" y="510951"/>
                </a:lnTo>
                <a:lnTo>
                  <a:pt x="2303909" y="516434"/>
                </a:lnTo>
                <a:lnTo>
                  <a:pt x="2298457" y="519884"/>
                </a:lnTo>
                <a:lnTo>
                  <a:pt x="2292977" y="518612"/>
                </a:lnTo>
                <a:lnTo>
                  <a:pt x="2290915" y="518164"/>
                </a:lnTo>
                <a:lnTo>
                  <a:pt x="2289110" y="517111"/>
                </a:lnTo>
                <a:close/>
              </a:path>
              <a:path w="5142230" h="2300604">
                <a:moveTo>
                  <a:pt x="2150398" y="486896"/>
                </a:moveTo>
                <a:lnTo>
                  <a:pt x="2146840" y="483088"/>
                </a:lnTo>
                <a:lnTo>
                  <a:pt x="2145777" y="479799"/>
                </a:lnTo>
                <a:lnTo>
                  <a:pt x="2146552" y="476426"/>
                </a:lnTo>
                <a:lnTo>
                  <a:pt x="2147680" y="470889"/>
                </a:lnTo>
                <a:lnTo>
                  <a:pt x="2153038" y="467436"/>
                </a:lnTo>
                <a:lnTo>
                  <a:pt x="2158526" y="468619"/>
                </a:lnTo>
                <a:lnTo>
                  <a:pt x="2164058" y="469752"/>
                </a:lnTo>
                <a:lnTo>
                  <a:pt x="2167552" y="475154"/>
                </a:lnTo>
                <a:lnTo>
                  <a:pt x="2165196" y="486120"/>
                </a:lnTo>
                <a:lnTo>
                  <a:pt x="2159794" y="489624"/>
                </a:lnTo>
                <a:lnTo>
                  <a:pt x="2152249" y="487998"/>
                </a:lnTo>
                <a:lnTo>
                  <a:pt x="2150398" y="486896"/>
                </a:lnTo>
                <a:close/>
              </a:path>
              <a:path w="5142230" h="2300604">
                <a:moveTo>
                  <a:pt x="2632858" y="604064"/>
                </a:moveTo>
                <a:lnTo>
                  <a:pt x="2629300" y="600255"/>
                </a:lnTo>
                <a:lnTo>
                  <a:pt x="2628298" y="596544"/>
                </a:lnTo>
                <a:lnTo>
                  <a:pt x="2629363" y="592992"/>
                </a:lnTo>
                <a:lnTo>
                  <a:pt x="2630915" y="587616"/>
                </a:lnTo>
                <a:lnTo>
                  <a:pt x="2636539" y="584545"/>
                </a:lnTo>
                <a:lnTo>
                  <a:pt x="2647296" y="587654"/>
                </a:lnTo>
                <a:lnTo>
                  <a:pt x="2650407" y="593331"/>
                </a:lnTo>
                <a:lnTo>
                  <a:pt x="2647204" y="604075"/>
                </a:lnTo>
                <a:lnTo>
                  <a:pt x="2641581" y="607146"/>
                </a:lnTo>
                <a:lnTo>
                  <a:pt x="2634429" y="605061"/>
                </a:lnTo>
                <a:lnTo>
                  <a:pt x="2632858" y="604064"/>
                </a:lnTo>
                <a:close/>
              </a:path>
              <a:path w="5142230" h="2300604">
                <a:moveTo>
                  <a:pt x="2564635" y="584793"/>
                </a:moveTo>
                <a:lnTo>
                  <a:pt x="2561082" y="580990"/>
                </a:lnTo>
                <a:lnTo>
                  <a:pt x="2560072" y="577368"/>
                </a:lnTo>
                <a:lnTo>
                  <a:pt x="2562501" y="568433"/>
                </a:lnTo>
                <a:lnTo>
                  <a:pt x="2567730" y="565429"/>
                </a:lnTo>
                <a:lnTo>
                  <a:pt x="2568086" y="565224"/>
                </a:lnTo>
                <a:lnTo>
                  <a:pt x="2578886" y="568184"/>
                </a:lnTo>
                <a:lnTo>
                  <a:pt x="2582095" y="573769"/>
                </a:lnTo>
                <a:lnTo>
                  <a:pt x="2580593" y="579199"/>
                </a:lnTo>
                <a:lnTo>
                  <a:pt x="2579135" y="584579"/>
                </a:lnTo>
                <a:lnTo>
                  <a:pt x="2573906" y="587583"/>
                </a:lnTo>
                <a:lnTo>
                  <a:pt x="2573550" y="587788"/>
                </a:lnTo>
                <a:lnTo>
                  <a:pt x="2566255" y="585745"/>
                </a:lnTo>
                <a:lnTo>
                  <a:pt x="2564635" y="584793"/>
                </a:lnTo>
                <a:close/>
              </a:path>
              <a:path w="5142230" h="2300604">
                <a:moveTo>
                  <a:pt x="2496139" y="566599"/>
                </a:moveTo>
                <a:lnTo>
                  <a:pt x="2492541" y="562747"/>
                </a:lnTo>
                <a:lnTo>
                  <a:pt x="2491528" y="559219"/>
                </a:lnTo>
                <a:lnTo>
                  <a:pt x="2492401" y="555755"/>
                </a:lnTo>
                <a:lnTo>
                  <a:pt x="2493813" y="550327"/>
                </a:lnTo>
                <a:lnTo>
                  <a:pt x="2499353" y="547069"/>
                </a:lnTo>
                <a:lnTo>
                  <a:pt x="2510210" y="549894"/>
                </a:lnTo>
                <a:lnTo>
                  <a:pt x="2513417" y="555380"/>
                </a:lnTo>
                <a:lnTo>
                  <a:pt x="2512123" y="560739"/>
                </a:lnTo>
                <a:lnTo>
                  <a:pt x="2510692" y="566245"/>
                </a:lnTo>
                <a:lnTo>
                  <a:pt x="2505211" y="569468"/>
                </a:lnTo>
                <a:lnTo>
                  <a:pt x="2499852" y="568130"/>
                </a:lnTo>
                <a:lnTo>
                  <a:pt x="2497805" y="567600"/>
                </a:lnTo>
                <a:lnTo>
                  <a:pt x="2496139" y="566599"/>
                </a:lnTo>
                <a:close/>
              </a:path>
              <a:path w="5142230" h="2300604">
                <a:moveTo>
                  <a:pt x="2427328" y="549339"/>
                </a:moveTo>
                <a:lnTo>
                  <a:pt x="2423771" y="545531"/>
                </a:lnTo>
                <a:lnTo>
                  <a:pt x="2422714" y="542053"/>
                </a:lnTo>
                <a:lnTo>
                  <a:pt x="2423587" y="538589"/>
                </a:lnTo>
                <a:lnTo>
                  <a:pt x="2424905" y="533158"/>
                </a:lnTo>
                <a:lnTo>
                  <a:pt x="2430399" y="529851"/>
                </a:lnTo>
                <a:lnTo>
                  <a:pt x="2441262" y="532487"/>
                </a:lnTo>
                <a:lnTo>
                  <a:pt x="2444618" y="537936"/>
                </a:lnTo>
                <a:lnTo>
                  <a:pt x="2443251" y="543413"/>
                </a:lnTo>
                <a:lnTo>
                  <a:pt x="2441933" y="548845"/>
                </a:lnTo>
                <a:lnTo>
                  <a:pt x="2436484" y="552200"/>
                </a:lnTo>
                <a:lnTo>
                  <a:pt x="2429039" y="550388"/>
                </a:lnTo>
                <a:lnTo>
                  <a:pt x="2427328" y="549339"/>
                </a:lnTo>
                <a:close/>
              </a:path>
              <a:path w="5142230" h="2300604">
                <a:moveTo>
                  <a:pt x="2700707" y="624596"/>
                </a:moveTo>
                <a:lnTo>
                  <a:pt x="2697154" y="620793"/>
                </a:lnTo>
                <a:lnTo>
                  <a:pt x="2696151" y="616982"/>
                </a:lnTo>
                <a:lnTo>
                  <a:pt x="2697265" y="613385"/>
                </a:lnTo>
                <a:lnTo>
                  <a:pt x="2698952" y="608055"/>
                </a:lnTo>
                <a:lnTo>
                  <a:pt x="2704676" y="605092"/>
                </a:lnTo>
                <a:lnTo>
                  <a:pt x="2710000" y="606784"/>
                </a:lnTo>
                <a:lnTo>
                  <a:pt x="2715373" y="608430"/>
                </a:lnTo>
                <a:lnTo>
                  <a:pt x="2718296" y="614100"/>
                </a:lnTo>
                <a:lnTo>
                  <a:pt x="2716645" y="619469"/>
                </a:lnTo>
                <a:lnTo>
                  <a:pt x="2714958" y="624798"/>
                </a:lnTo>
                <a:lnTo>
                  <a:pt x="2709239" y="627766"/>
                </a:lnTo>
                <a:lnTo>
                  <a:pt x="2703914" y="626074"/>
                </a:lnTo>
                <a:lnTo>
                  <a:pt x="2702179" y="625586"/>
                </a:lnTo>
                <a:lnTo>
                  <a:pt x="2700707" y="624596"/>
                </a:lnTo>
                <a:close/>
              </a:path>
              <a:path w="5142230" h="2300604">
                <a:moveTo>
                  <a:pt x="1664414" y="380325"/>
                </a:moveTo>
                <a:lnTo>
                  <a:pt x="1660861" y="376522"/>
                </a:lnTo>
                <a:lnTo>
                  <a:pt x="1659894" y="373043"/>
                </a:lnTo>
                <a:lnTo>
                  <a:pt x="1660673" y="369576"/>
                </a:lnTo>
                <a:lnTo>
                  <a:pt x="1661991" y="364144"/>
                </a:lnTo>
                <a:lnTo>
                  <a:pt x="1667534" y="360792"/>
                </a:lnTo>
                <a:lnTo>
                  <a:pt x="1678438" y="363472"/>
                </a:lnTo>
                <a:lnTo>
                  <a:pt x="1681744" y="368966"/>
                </a:lnTo>
                <a:lnTo>
                  <a:pt x="1680431" y="374403"/>
                </a:lnTo>
                <a:lnTo>
                  <a:pt x="1679064" y="379880"/>
                </a:lnTo>
                <a:lnTo>
                  <a:pt x="1673570" y="383186"/>
                </a:lnTo>
                <a:lnTo>
                  <a:pt x="1666125" y="381375"/>
                </a:lnTo>
                <a:lnTo>
                  <a:pt x="1664414" y="380325"/>
                </a:lnTo>
                <a:close/>
              </a:path>
              <a:path w="5142230" h="2300604">
                <a:moveTo>
                  <a:pt x="2080931" y="472257"/>
                </a:moveTo>
                <a:lnTo>
                  <a:pt x="2077378" y="468454"/>
                </a:lnTo>
                <a:lnTo>
                  <a:pt x="2076314" y="465066"/>
                </a:lnTo>
                <a:lnTo>
                  <a:pt x="2078219" y="456255"/>
                </a:lnTo>
                <a:lnTo>
                  <a:pt x="2083580" y="452708"/>
                </a:lnTo>
                <a:lnTo>
                  <a:pt x="2094546" y="455064"/>
                </a:lnTo>
                <a:lnTo>
                  <a:pt x="2097999" y="460422"/>
                </a:lnTo>
                <a:lnTo>
                  <a:pt x="2096915" y="465909"/>
                </a:lnTo>
                <a:lnTo>
                  <a:pt x="2095737" y="471392"/>
                </a:lnTo>
                <a:lnTo>
                  <a:pt x="2090331" y="474890"/>
                </a:lnTo>
                <a:lnTo>
                  <a:pt x="2082737" y="473310"/>
                </a:lnTo>
                <a:lnTo>
                  <a:pt x="2080931" y="472257"/>
                </a:lnTo>
                <a:close/>
              </a:path>
              <a:path w="5142230" h="2300604">
                <a:moveTo>
                  <a:pt x="1595418" y="362964"/>
                </a:moveTo>
                <a:lnTo>
                  <a:pt x="1591865" y="359161"/>
                </a:lnTo>
                <a:lnTo>
                  <a:pt x="1590852" y="355633"/>
                </a:lnTo>
                <a:lnTo>
                  <a:pt x="1593182" y="346690"/>
                </a:lnTo>
                <a:lnTo>
                  <a:pt x="1598609" y="343507"/>
                </a:lnTo>
                <a:lnTo>
                  <a:pt x="1609583" y="346262"/>
                </a:lnTo>
                <a:lnTo>
                  <a:pt x="1612841" y="351802"/>
                </a:lnTo>
                <a:lnTo>
                  <a:pt x="1611424" y="357030"/>
                </a:lnTo>
                <a:lnTo>
                  <a:pt x="1609971" y="362610"/>
                </a:lnTo>
                <a:lnTo>
                  <a:pt x="1604476" y="365916"/>
                </a:lnTo>
                <a:lnTo>
                  <a:pt x="1599169" y="364535"/>
                </a:lnTo>
                <a:lnTo>
                  <a:pt x="1597079" y="363960"/>
                </a:lnTo>
                <a:lnTo>
                  <a:pt x="1595418" y="362964"/>
                </a:lnTo>
                <a:close/>
              </a:path>
              <a:path w="5142230" h="2300604">
                <a:moveTo>
                  <a:pt x="2011419" y="457569"/>
                </a:moveTo>
                <a:lnTo>
                  <a:pt x="2007867" y="453766"/>
                </a:lnTo>
                <a:lnTo>
                  <a:pt x="2006798" y="450472"/>
                </a:lnTo>
                <a:lnTo>
                  <a:pt x="2007480" y="447096"/>
                </a:lnTo>
                <a:lnTo>
                  <a:pt x="2008658" y="441613"/>
                </a:lnTo>
                <a:lnTo>
                  <a:pt x="2014064" y="438115"/>
                </a:lnTo>
                <a:lnTo>
                  <a:pt x="2019498" y="439239"/>
                </a:lnTo>
                <a:lnTo>
                  <a:pt x="2024986" y="440422"/>
                </a:lnTo>
                <a:lnTo>
                  <a:pt x="2028533" y="445783"/>
                </a:lnTo>
                <a:lnTo>
                  <a:pt x="2026177" y="456750"/>
                </a:lnTo>
                <a:lnTo>
                  <a:pt x="2020816" y="460297"/>
                </a:lnTo>
                <a:lnTo>
                  <a:pt x="2015328" y="459114"/>
                </a:lnTo>
                <a:lnTo>
                  <a:pt x="2013225" y="458622"/>
                </a:lnTo>
                <a:lnTo>
                  <a:pt x="2011419" y="457569"/>
                </a:lnTo>
                <a:close/>
              </a:path>
              <a:path w="5142230" h="2300604">
                <a:moveTo>
                  <a:pt x="1872356" y="427956"/>
                </a:moveTo>
                <a:lnTo>
                  <a:pt x="1868804" y="424153"/>
                </a:lnTo>
                <a:lnTo>
                  <a:pt x="1867784" y="420814"/>
                </a:lnTo>
                <a:lnTo>
                  <a:pt x="1868560" y="417441"/>
                </a:lnTo>
                <a:lnTo>
                  <a:pt x="1869738" y="411958"/>
                </a:lnTo>
                <a:lnTo>
                  <a:pt x="1875145" y="408459"/>
                </a:lnTo>
                <a:lnTo>
                  <a:pt x="1880579" y="409683"/>
                </a:lnTo>
                <a:lnTo>
                  <a:pt x="1886063" y="410861"/>
                </a:lnTo>
                <a:lnTo>
                  <a:pt x="1889561" y="416267"/>
                </a:lnTo>
                <a:lnTo>
                  <a:pt x="1888337" y="421702"/>
                </a:lnTo>
                <a:lnTo>
                  <a:pt x="1887159" y="427186"/>
                </a:lnTo>
                <a:lnTo>
                  <a:pt x="1881753" y="430684"/>
                </a:lnTo>
                <a:lnTo>
                  <a:pt x="1874203" y="429053"/>
                </a:lnTo>
                <a:lnTo>
                  <a:pt x="1872356" y="427956"/>
                </a:lnTo>
                <a:close/>
              </a:path>
              <a:path w="5142230" h="2300604">
                <a:moveTo>
                  <a:pt x="1941908" y="442882"/>
                </a:moveTo>
                <a:lnTo>
                  <a:pt x="1938355" y="439078"/>
                </a:lnTo>
                <a:lnTo>
                  <a:pt x="1937287" y="435784"/>
                </a:lnTo>
                <a:lnTo>
                  <a:pt x="1939146" y="426925"/>
                </a:lnTo>
                <a:lnTo>
                  <a:pt x="1944553" y="423427"/>
                </a:lnTo>
                <a:lnTo>
                  <a:pt x="1955474" y="425734"/>
                </a:lnTo>
                <a:lnTo>
                  <a:pt x="1959021" y="431095"/>
                </a:lnTo>
                <a:lnTo>
                  <a:pt x="1956665" y="442062"/>
                </a:lnTo>
                <a:lnTo>
                  <a:pt x="1951258" y="445560"/>
                </a:lnTo>
                <a:lnTo>
                  <a:pt x="1945820" y="444431"/>
                </a:lnTo>
                <a:lnTo>
                  <a:pt x="1943713" y="443934"/>
                </a:lnTo>
                <a:lnTo>
                  <a:pt x="1941908" y="442882"/>
                </a:lnTo>
                <a:close/>
              </a:path>
              <a:path w="5142230" h="2300604">
                <a:moveTo>
                  <a:pt x="3094668" y="782798"/>
                </a:moveTo>
                <a:lnTo>
                  <a:pt x="3091070" y="778946"/>
                </a:lnTo>
                <a:lnTo>
                  <a:pt x="3090330" y="774341"/>
                </a:lnTo>
                <a:lnTo>
                  <a:pt x="3092301" y="770391"/>
                </a:lnTo>
                <a:lnTo>
                  <a:pt x="3094877" y="765427"/>
                </a:lnTo>
                <a:lnTo>
                  <a:pt x="3100987" y="763463"/>
                </a:lnTo>
                <a:lnTo>
                  <a:pt x="3105951" y="766040"/>
                </a:lnTo>
                <a:lnTo>
                  <a:pt x="3110961" y="768573"/>
                </a:lnTo>
                <a:lnTo>
                  <a:pt x="3112927" y="774681"/>
                </a:lnTo>
                <a:lnTo>
                  <a:pt x="3110400" y="779698"/>
                </a:lnTo>
                <a:lnTo>
                  <a:pt x="3107775" y="784707"/>
                </a:lnTo>
                <a:lnTo>
                  <a:pt x="3101784" y="786603"/>
                </a:lnTo>
                <a:lnTo>
                  <a:pt x="3095635" y="783539"/>
                </a:lnTo>
                <a:lnTo>
                  <a:pt x="3094668" y="782798"/>
                </a:lnTo>
                <a:close/>
              </a:path>
              <a:path w="5142230" h="2300604">
                <a:moveTo>
                  <a:pt x="1700059" y="319269"/>
                </a:moveTo>
                <a:lnTo>
                  <a:pt x="1696642" y="315612"/>
                </a:lnTo>
                <a:lnTo>
                  <a:pt x="1695668" y="312321"/>
                </a:lnTo>
                <a:lnTo>
                  <a:pt x="1697658" y="303797"/>
                </a:lnTo>
                <a:lnTo>
                  <a:pt x="1702866" y="300575"/>
                </a:lnTo>
                <a:lnTo>
                  <a:pt x="1713359" y="303010"/>
                </a:lnTo>
                <a:lnTo>
                  <a:pt x="1716580" y="308218"/>
                </a:lnTo>
                <a:lnTo>
                  <a:pt x="1714141" y="318705"/>
                </a:lnTo>
                <a:lnTo>
                  <a:pt x="1708889" y="321977"/>
                </a:lnTo>
                <a:lnTo>
                  <a:pt x="1703692" y="320715"/>
                </a:lnTo>
                <a:lnTo>
                  <a:pt x="1701724" y="320270"/>
                </a:lnTo>
                <a:lnTo>
                  <a:pt x="1700059" y="319269"/>
                </a:lnTo>
                <a:close/>
              </a:path>
              <a:path w="5142230" h="2300604">
                <a:moveTo>
                  <a:pt x="1838480" y="350933"/>
                </a:moveTo>
                <a:lnTo>
                  <a:pt x="1835064" y="347276"/>
                </a:lnTo>
                <a:lnTo>
                  <a:pt x="1834046" y="344035"/>
                </a:lnTo>
                <a:lnTo>
                  <a:pt x="1834819" y="340757"/>
                </a:lnTo>
                <a:lnTo>
                  <a:pt x="1835987" y="335557"/>
                </a:lnTo>
                <a:lnTo>
                  <a:pt x="1841194" y="332236"/>
                </a:lnTo>
                <a:lnTo>
                  <a:pt x="1851645" y="334626"/>
                </a:lnTo>
                <a:lnTo>
                  <a:pt x="1854911" y="339784"/>
                </a:lnTo>
                <a:lnTo>
                  <a:pt x="1853793" y="345038"/>
                </a:lnTo>
                <a:lnTo>
                  <a:pt x="1852624" y="350239"/>
                </a:lnTo>
                <a:lnTo>
                  <a:pt x="1847413" y="353555"/>
                </a:lnTo>
                <a:lnTo>
                  <a:pt x="1840199" y="351893"/>
                </a:lnTo>
                <a:lnTo>
                  <a:pt x="1838480" y="350933"/>
                </a:lnTo>
                <a:close/>
              </a:path>
              <a:path w="5142230" h="2300604">
                <a:moveTo>
                  <a:pt x="3518738" y="1206257"/>
                </a:moveTo>
                <a:lnTo>
                  <a:pt x="3515276" y="1202551"/>
                </a:lnTo>
                <a:lnTo>
                  <a:pt x="3514605" y="1201442"/>
                </a:lnTo>
                <a:lnTo>
                  <a:pt x="3514124" y="1200148"/>
                </a:lnTo>
                <a:lnTo>
                  <a:pt x="3512367" y="1195041"/>
                </a:lnTo>
                <a:lnTo>
                  <a:pt x="3515014" y="1189464"/>
                </a:lnTo>
                <a:lnTo>
                  <a:pt x="3525252" y="1185959"/>
                </a:lnTo>
                <a:lnTo>
                  <a:pt x="3530713" y="1188678"/>
                </a:lnTo>
                <a:lnTo>
                  <a:pt x="3534235" y="1198801"/>
                </a:lnTo>
                <a:lnTo>
                  <a:pt x="3531543" y="1204329"/>
                </a:lnTo>
                <a:lnTo>
                  <a:pt x="3522757" y="1207433"/>
                </a:lnTo>
                <a:lnTo>
                  <a:pt x="3518738" y="1206257"/>
                </a:lnTo>
                <a:close/>
              </a:path>
              <a:path w="5142230" h="2300604">
                <a:moveTo>
                  <a:pt x="3541184" y="1273586"/>
                </a:moveTo>
                <a:lnTo>
                  <a:pt x="3537722" y="1269880"/>
                </a:lnTo>
                <a:lnTo>
                  <a:pt x="3536960" y="1268674"/>
                </a:lnTo>
                <a:lnTo>
                  <a:pt x="3536537" y="1267244"/>
                </a:lnTo>
                <a:lnTo>
                  <a:pt x="3534865" y="1262131"/>
                </a:lnTo>
                <a:lnTo>
                  <a:pt x="3537700" y="1256661"/>
                </a:lnTo>
                <a:lnTo>
                  <a:pt x="3547632" y="1253413"/>
                </a:lnTo>
                <a:lnTo>
                  <a:pt x="3547912" y="1253322"/>
                </a:lnTo>
                <a:lnTo>
                  <a:pt x="3553431" y="1256200"/>
                </a:lnTo>
                <a:lnTo>
                  <a:pt x="3555009" y="1261310"/>
                </a:lnTo>
                <a:lnTo>
                  <a:pt x="3556672" y="1266414"/>
                </a:lnTo>
                <a:lnTo>
                  <a:pt x="3553846" y="1271893"/>
                </a:lnTo>
                <a:lnTo>
                  <a:pt x="3548734" y="1273555"/>
                </a:lnTo>
                <a:lnTo>
                  <a:pt x="3545059" y="1274705"/>
                </a:lnTo>
                <a:lnTo>
                  <a:pt x="3541184" y="1273586"/>
                </a:lnTo>
                <a:close/>
              </a:path>
              <a:path w="5142230" h="2300604">
                <a:moveTo>
                  <a:pt x="1977187" y="381435"/>
                </a:moveTo>
                <a:lnTo>
                  <a:pt x="1973771" y="377778"/>
                </a:lnTo>
                <a:lnTo>
                  <a:pt x="1972749" y="374533"/>
                </a:lnTo>
                <a:lnTo>
                  <a:pt x="1973472" y="371300"/>
                </a:lnTo>
                <a:lnTo>
                  <a:pt x="1974595" y="366051"/>
                </a:lnTo>
                <a:lnTo>
                  <a:pt x="1979802" y="362730"/>
                </a:lnTo>
                <a:lnTo>
                  <a:pt x="1985007" y="363903"/>
                </a:lnTo>
                <a:lnTo>
                  <a:pt x="1990257" y="365026"/>
                </a:lnTo>
                <a:lnTo>
                  <a:pt x="1993617" y="370187"/>
                </a:lnTo>
                <a:lnTo>
                  <a:pt x="1992494" y="375437"/>
                </a:lnTo>
                <a:lnTo>
                  <a:pt x="1991327" y="380736"/>
                </a:lnTo>
                <a:lnTo>
                  <a:pt x="1986160" y="384002"/>
                </a:lnTo>
                <a:lnTo>
                  <a:pt x="1980915" y="382884"/>
                </a:lnTo>
                <a:lnTo>
                  <a:pt x="1978898" y="382485"/>
                </a:lnTo>
                <a:lnTo>
                  <a:pt x="1977187" y="381435"/>
                </a:lnTo>
                <a:close/>
              </a:path>
              <a:path w="5142230" h="2300604">
                <a:moveTo>
                  <a:pt x="1769243" y="335268"/>
                </a:moveTo>
                <a:lnTo>
                  <a:pt x="1765826" y="331611"/>
                </a:lnTo>
                <a:lnTo>
                  <a:pt x="1764804" y="328365"/>
                </a:lnTo>
                <a:lnTo>
                  <a:pt x="1766793" y="319841"/>
                </a:lnTo>
                <a:lnTo>
                  <a:pt x="1771997" y="316614"/>
                </a:lnTo>
                <a:lnTo>
                  <a:pt x="1782444" y="319000"/>
                </a:lnTo>
                <a:lnTo>
                  <a:pt x="1785719" y="324168"/>
                </a:lnTo>
                <a:lnTo>
                  <a:pt x="1784502" y="329414"/>
                </a:lnTo>
                <a:lnTo>
                  <a:pt x="1783330" y="334708"/>
                </a:lnTo>
                <a:lnTo>
                  <a:pt x="1778122" y="337930"/>
                </a:lnTo>
                <a:lnTo>
                  <a:pt x="1770903" y="336264"/>
                </a:lnTo>
                <a:lnTo>
                  <a:pt x="1769243" y="335268"/>
                </a:lnTo>
                <a:close/>
              </a:path>
              <a:path w="5142230" h="2300604">
                <a:moveTo>
                  <a:pt x="1907781" y="366274"/>
                </a:moveTo>
                <a:lnTo>
                  <a:pt x="1904365" y="362617"/>
                </a:lnTo>
                <a:lnTo>
                  <a:pt x="1903393" y="359426"/>
                </a:lnTo>
                <a:lnTo>
                  <a:pt x="1905288" y="350898"/>
                </a:lnTo>
                <a:lnTo>
                  <a:pt x="1910446" y="347623"/>
                </a:lnTo>
                <a:lnTo>
                  <a:pt x="1920949" y="349873"/>
                </a:lnTo>
                <a:lnTo>
                  <a:pt x="1924261" y="355080"/>
                </a:lnTo>
                <a:lnTo>
                  <a:pt x="1921925" y="365580"/>
                </a:lnTo>
                <a:lnTo>
                  <a:pt x="1916763" y="368851"/>
                </a:lnTo>
                <a:lnTo>
                  <a:pt x="1911513" y="367728"/>
                </a:lnTo>
                <a:lnTo>
                  <a:pt x="1909546" y="367283"/>
                </a:lnTo>
                <a:lnTo>
                  <a:pt x="1907781" y="366274"/>
                </a:lnTo>
                <a:close/>
              </a:path>
              <a:path w="5142230" h="2300604">
                <a:moveTo>
                  <a:pt x="4267840" y="2283113"/>
                </a:moveTo>
                <a:lnTo>
                  <a:pt x="4263911" y="2278907"/>
                </a:lnTo>
                <a:lnTo>
                  <a:pt x="4263675" y="2273572"/>
                </a:lnTo>
                <a:lnTo>
                  <a:pt x="4266738" y="2269715"/>
                </a:lnTo>
                <a:lnTo>
                  <a:pt x="4270138" y="2265535"/>
                </a:lnTo>
                <a:lnTo>
                  <a:pt x="4276244" y="2264936"/>
                </a:lnTo>
                <a:lnTo>
                  <a:pt x="4284564" y="2271691"/>
                </a:lnTo>
                <a:lnTo>
                  <a:pt x="4285248" y="2277800"/>
                </a:lnTo>
                <a:lnTo>
                  <a:pt x="4278502" y="2286120"/>
                </a:lnTo>
                <a:lnTo>
                  <a:pt x="4272384" y="2286804"/>
                </a:lnTo>
                <a:lnTo>
                  <a:pt x="4267840" y="2283113"/>
                </a:lnTo>
                <a:close/>
              </a:path>
              <a:path w="5142230" h="2300604">
                <a:moveTo>
                  <a:pt x="3562436" y="1341300"/>
                </a:moveTo>
                <a:lnTo>
                  <a:pt x="3558975" y="1337594"/>
                </a:lnTo>
                <a:lnTo>
                  <a:pt x="3558262" y="1336343"/>
                </a:lnTo>
                <a:lnTo>
                  <a:pt x="3556215" y="1329753"/>
                </a:lnTo>
                <a:lnTo>
                  <a:pt x="3559091" y="1324328"/>
                </a:lnTo>
                <a:lnTo>
                  <a:pt x="3564201" y="1322760"/>
                </a:lnTo>
                <a:lnTo>
                  <a:pt x="3569354" y="1321141"/>
                </a:lnTo>
                <a:lnTo>
                  <a:pt x="3574780" y="1324017"/>
                </a:lnTo>
                <a:lnTo>
                  <a:pt x="3577926" y="1334227"/>
                </a:lnTo>
                <a:lnTo>
                  <a:pt x="3575096" y="1339701"/>
                </a:lnTo>
                <a:lnTo>
                  <a:pt x="3566268" y="1342469"/>
                </a:lnTo>
                <a:lnTo>
                  <a:pt x="3562436" y="1341300"/>
                </a:lnTo>
                <a:close/>
              </a:path>
              <a:path w="5142230" h="2300604">
                <a:moveTo>
                  <a:pt x="3193834" y="752791"/>
                </a:moveTo>
                <a:lnTo>
                  <a:pt x="3189722" y="748389"/>
                </a:lnTo>
                <a:lnTo>
                  <a:pt x="3189193" y="743622"/>
                </a:lnTo>
                <a:lnTo>
                  <a:pt x="3194259" y="735653"/>
                </a:lnTo>
                <a:lnTo>
                  <a:pt x="3194481" y="735304"/>
                </a:lnTo>
                <a:lnTo>
                  <a:pt x="3200517" y="733947"/>
                </a:lnTo>
                <a:lnTo>
                  <a:pt x="3205001" y="736890"/>
                </a:lnTo>
                <a:lnTo>
                  <a:pt x="3209530" y="739782"/>
                </a:lnTo>
                <a:lnTo>
                  <a:pt x="3210881" y="745824"/>
                </a:lnTo>
                <a:lnTo>
                  <a:pt x="3208166" y="749953"/>
                </a:lnTo>
                <a:lnTo>
                  <a:pt x="3205048" y="754825"/>
                </a:lnTo>
                <a:lnTo>
                  <a:pt x="3199060" y="756136"/>
                </a:lnTo>
                <a:lnTo>
                  <a:pt x="3193834" y="752791"/>
                </a:lnTo>
                <a:close/>
              </a:path>
              <a:path w="5142230" h="2300604">
                <a:moveTo>
                  <a:pt x="3252032" y="793489"/>
                </a:moveTo>
                <a:lnTo>
                  <a:pt x="3247591" y="788735"/>
                </a:lnTo>
                <a:lnTo>
                  <a:pt x="3247314" y="783651"/>
                </a:lnTo>
                <a:lnTo>
                  <a:pt x="3250229" y="779833"/>
                </a:lnTo>
                <a:lnTo>
                  <a:pt x="3253440" y="775546"/>
                </a:lnTo>
                <a:lnTo>
                  <a:pt x="3259556" y="774763"/>
                </a:lnTo>
                <a:lnTo>
                  <a:pt x="3263788" y="778023"/>
                </a:lnTo>
                <a:lnTo>
                  <a:pt x="3268070" y="781237"/>
                </a:lnTo>
                <a:lnTo>
                  <a:pt x="3268903" y="787307"/>
                </a:lnTo>
                <a:lnTo>
                  <a:pt x="3262428" y="795921"/>
                </a:lnTo>
                <a:lnTo>
                  <a:pt x="3256311" y="796705"/>
                </a:lnTo>
                <a:lnTo>
                  <a:pt x="3252032" y="793489"/>
                </a:lnTo>
                <a:close/>
              </a:path>
              <a:path w="5142230" h="2300604">
                <a:moveTo>
                  <a:pt x="3305058" y="838917"/>
                </a:moveTo>
                <a:lnTo>
                  <a:pt x="3301182" y="834767"/>
                </a:lnTo>
                <a:lnTo>
                  <a:pt x="3301198" y="828918"/>
                </a:lnTo>
                <a:lnTo>
                  <a:pt x="3304820" y="825169"/>
                </a:lnTo>
                <a:lnTo>
                  <a:pt x="3308492" y="821282"/>
                </a:lnTo>
                <a:lnTo>
                  <a:pt x="3314680" y="821163"/>
                </a:lnTo>
                <a:lnTo>
                  <a:pt x="3322400" y="828643"/>
                </a:lnTo>
                <a:lnTo>
                  <a:pt x="3322478" y="834788"/>
                </a:lnTo>
                <a:lnTo>
                  <a:pt x="3318806" y="838675"/>
                </a:lnTo>
                <a:lnTo>
                  <a:pt x="3315086" y="842516"/>
                </a:lnTo>
                <a:lnTo>
                  <a:pt x="3308898" y="842635"/>
                </a:lnTo>
                <a:lnTo>
                  <a:pt x="3305058" y="838917"/>
                </a:lnTo>
                <a:close/>
              </a:path>
              <a:path w="5142230" h="2300604">
                <a:moveTo>
                  <a:pt x="2871628" y="605912"/>
                </a:moveTo>
                <a:lnTo>
                  <a:pt x="2868212" y="602255"/>
                </a:lnTo>
                <a:lnTo>
                  <a:pt x="2867300" y="598542"/>
                </a:lnTo>
                <a:lnTo>
                  <a:pt x="2870089" y="590091"/>
                </a:lnTo>
                <a:lnTo>
                  <a:pt x="2870137" y="589947"/>
                </a:lnTo>
                <a:lnTo>
                  <a:pt x="2875711" y="587214"/>
                </a:lnTo>
                <a:lnTo>
                  <a:pt x="2885839" y="590628"/>
                </a:lnTo>
                <a:lnTo>
                  <a:pt x="2888580" y="596103"/>
                </a:lnTo>
                <a:lnTo>
                  <a:pt x="2885255" y="606131"/>
                </a:lnTo>
                <a:lnTo>
                  <a:pt x="2885207" y="606275"/>
                </a:lnTo>
                <a:lnTo>
                  <a:pt x="2879684" y="609061"/>
                </a:lnTo>
                <a:lnTo>
                  <a:pt x="2873014" y="606809"/>
                </a:lnTo>
                <a:lnTo>
                  <a:pt x="2871628" y="605912"/>
                </a:lnTo>
                <a:close/>
              </a:path>
              <a:path w="5142230" h="2300604">
                <a:moveTo>
                  <a:pt x="2804051" y="584303"/>
                </a:moveTo>
                <a:lnTo>
                  <a:pt x="2800635" y="580646"/>
                </a:lnTo>
                <a:lnTo>
                  <a:pt x="2799720" y="577027"/>
                </a:lnTo>
                <a:lnTo>
                  <a:pt x="2802324" y="568476"/>
                </a:lnTo>
                <a:lnTo>
                  <a:pt x="2807806" y="565547"/>
                </a:lnTo>
                <a:lnTo>
                  <a:pt x="2818083" y="568730"/>
                </a:lnTo>
                <a:lnTo>
                  <a:pt x="2820914" y="574203"/>
                </a:lnTo>
                <a:lnTo>
                  <a:pt x="2819376" y="579301"/>
                </a:lnTo>
                <a:lnTo>
                  <a:pt x="2817780" y="584435"/>
                </a:lnTo>
                <a:lnTo>
                  <a:pt x="2812352" y="587324"/>
                </a:lnTo>
                <a:lnTo>
                  <a:pt x="2805531" y="585203"/>
                </a:lnTo>
                <a:lnTo>
                  <a:pt x="2804051" y="584303"/>
                </a:lnTo>
                <a:close/>
              </a:path>
              <a:path w="5142230" h="2300604">
                <a:moveTo>
                  <a:pt x="3069282" y="683974"/>
                </a:moveTo>
                <a:lnTo>
                  <a:pt x="3065815" y="680263"/>
                </a:lnTo>
                <a:lnTo>
                  <a:pt x="3065063" y="676035"/>
                </a:lnTo>
                <a:lnTo>
                  <a:pt x="3069088" y="667444"/>
                </a:lnTo>
                <a:lnTo>
                  <a:pt x="3074914" y="665371"/>
                </a:lnTo>
                <a:lnTo>
                  <a:pt x="3079745" y="667707"/>
                </a:lnTo>
                <a:lnTo>
                  <a:pt x="3084623" y="669999"/>
                </a:lnTo>
                <a:lnTo>
                  <a:pt x="3086694" y="675834"/>
                </a:lnTo>
                <a:lnTo>
                  <a:pt x="3082022" y="685495"/>
                </a:lnTo>
                <a:lnTo>
                  <a:pt x="3076283" y="687560"/>
                </a:lnTo>
                <a:lnTo>
                  <a:pt x="3070247" y="684716"/>
                </a:lnTo>
                <a:lnTo>
                  <a:pt x="3069282" y="683974"/>
                </a:lnTo>
                <a:close/>
              </a:path>
              <a:path w="5142230" h="2300604">
                <a:moveTo>
                  <a:pt x="3943192" y="2006745"/>
                </a:moveTo>
                <a:lnTo>
                  <a:pt x="3939452" y="2002741"/>
                </a:lnTo>
                <a:lnTo>
                  <a:pt x="3939422" y="1996844"/>
                </a:lnTo>
                <a:lnTo>
                  <a:pt x="3943088" y="1993145"/>
                </a:lnTo>
                <a:lnTo>
                  <a:pt x="3946856" y="1989260"/>
                </a:lnTo>
                <a:lnTo>
                  <a:pt x="3952996" y="1989186"/>
                </a:lnTo>
                <a:lnTo>
                  <a:pt x="3960669" y="1996618"/>
                </a:lnTo>
                <a:lnTo>
                  <a:pt x="3960793" y="2002812"/>
                </a:lnTo>
                <a:lnTo>
                  <a:pt x="3957026" y="2006696"/>
                </a:lnTo>
                <a:lnTo>
                  <a:pt x="3953262" y="2010487"/>
                </a:lnTo>
                <a:lnTo>
                  <a:pt x="3947122" y="2010561"/>
                </a:lnTo>
                <a:lnTo>
                  <a:pt x="3943192" y="2006745"/>
                </a:lnTo>
                <a:close/>
              </a:path>
              <a:path w="5142230" h="2300604">
                <a:moveTo>
                  <a:pt x="3848804" y="1907366"/>
                </a:moveTo>
                <a:lnTo>
                  <a:pt x="3845018" y="1903314"/>
                </a:lnTo>
                <a:lnTo>
                  <a:pt x="3841480" y="1899233"/>
                </a:lnTo>
                <a:lnTo>
                  <a:pt x="3841877" y="1893109"/>
                </a:lnTo>
                <a:lnTo>
                  <a:pt x="3849445" y="1886548"/>
                </a:lnTo>
                <a:lnTo>
                  <a:pt x="3850001" y="1886068"/>
                </a:lnTo>
                <a:lnTo>
                  <a:pt x="3856165" y="1886509"/>
                </a:lnTo>
                <a:lnTo>
                  <a:pt x="3863211" y="1894638"/>
                </a:lnTo>
                <a:lnTo>
                  <a:pt x="3862719" y="1900758"/>
                </a:lnTo>
                <a:lnTo>
                  <a:pt x="3859233" y="1903771"/>
                </a:lnTo>
                <a:lnTo>
                  <a:pt x="3858677" y="1904251"/>
                </a:lnTo>
                <a:lnTo>
                  <a:pt x="3854739" y="1907757"/>
                </a:lnTo>
                <a:lnTo>
                  <a:pt x="3848804" y="1907366"/>
                </a:lnTo>
                <a:close/>
              </a:path>
              <a:path w="5142230" h="2300604">
                <a:moveTo>
                  <a:pt x="2392878" y="473948"/>
                </a:moveTo>
                <a:lnTo>
                  <a:pt x="2389461" y="470291"/>
                </a:lnTo>
                <a:lnTo>
                  <a:pt x="2389123" y="469146"/>
                </a:lnTo>
                <a:lnTo>
                  <a:pt x="2388506" y="466923"/>
                </a:lnTo>
                <a:lnTo>
                  <a:pt x="2390527" y="458529"/>
                </a:lnTo>
                <a:lnTo>
                  <a:pt x="2395731" y="455303"/>
                </a:lnTo>
                <a:lnTo>
                  <a:pt x="2400982" y="456525"/>
                </a:lnTo>
                <a:lnTo>
                  <a:pt x="2406179" y="457788"/>
                </a:lnTo>
                <a:lnTo>
                  <a:pt x="2409401" y="462996"/>
                </a:lnTo>
                <a:lnTo>
                  <a:pt x="2408184" y="468242"/>
                </a:lnTo>
                <a:lnTo>
                  <a:pt x="2406921" y="473439"/>
                </a:lnTo>
                <a:lnTo>
                  <a:pt x="2401713" y="476661"/>
                </a:lnTo>
                <a:lnTo>
                  <a:pt x="2396466" y="475444"/>
                </a:lnTo>
                <a:lnTo>
                  <a:pt x="2394548" y="474954"/>
                </a:lnTo>
                <a:lnTo>
                  <a:pt x="2392878" y="473948"/>
                </a:lnTo>
                <a:close/>
              </a:path>
              <a:path w="5142230" h="2300604">
                <a:moveTo>
                  <a:pt x="2667787" y="544588"/>
                </a:moveTo>
                <a:lnTo>
                  <a:pt x="2664371" y="540931"/>
                </a:lnTo>
                <a:lnTo>
                  <a:pt x="2663452" y="537406"/>
                </a:lnTo>
                <a:lnTo>
                  <a:pt x="2664367" y="533987"/>
                </a:lnTo>
                <a:lnTo>
                  <a:pt x="2665819" y="528895"/>
                </a:lnTo>
                <a:lnTo>
                  <a:pt x="2670790" y="526103"/>
                </a:lnTo>
                <a:lnTo>
                  <a:pt x="2671210" y="525868"/>
                </a:lnTo>
                <a:lnTo>
                  <a:pt x="2681546" y="528722"/>
                </a:lnTo>
                <a:lnTo>
                  <a:pt x="2684573" y="534112"/>
                </a:lnTo>
                <a:lnTo>
                  <a:pt x="2683076" y="539255"/>
                </a:lnTo>
                <a:lnTo>
                  <a:pt x="2681624" y="544445"/>
                </a:lnTo>
                <a:lnTo>
                  <a:pt x="2676229" y="547467"/>
                </a:lnTo>
                <a:lnTo>
                  <a:pt x="2671137" y="546024"/>
                </a:lnTo>
                <a:lnTo>
                  <a:pt x="2669313" y="545537"/>
                </a:lnTo>
                <a:lnTo>
                  <a:pt x="2667787" y="544588"/>
                </a:lnTo>
                <a:close/>
              </a:path>
              <a:path w="5142230" h="2300604">
                <a:moveTo>
                  <a:pt x="2530710" y="507815"/>
                </a:moveTo>
                <a:lnTo>
                  <a:pt x="2527344" y="504212"/>
                </a:lnTo>
                <a:lnTo>
                  <a:pt x="2526328" y="500778"/>
                </a:lnTo>
                <a:lnTo>
                  <a:pt x="2527194" y="497503"/>
                </a:lnTo>
                <a:lnTo>
                  <a:pt x="2528506" y="492260"/>
                </a:lnTo>
                <a:lnTo>
                  <a:pt x="2533801" y="489131"/>
                </a:lnTo>
                <a:lnTo>
                  <a:pt x="2538999" y="490493"/>
                </a:lnTo>
                <a:lnTo>
                  <a:pt x="2544242" y="491804"/>
                </a:lnTo>
                <a:lnTo>
                  <a:pt x="2547367" y="497104"/>
                </a:lnTo>
                <a:lnTo>
                  <a:pt x="2544652" y="507492"/>
                </a:lnTo>
                <a:lnTo>
                  <a:pt x="2539457" y="510630"/>
                </a:lnTo>
                <a:lnTo>
                  <a:pt x="2534321" y="509335"/>
                </a:lnTo>
                <a:lnTo>
                  <a:pt x="2532331" y="508866"/>
                </a:lnTo>
                <a:lnTo>
                  <a:pt x="2530710" y="507815"/>
                </a:lnTo>
                <a:close/>
              </a:path>
              <a:path w="5142230" h="2300604">
                <a:moveTo>
                  <a:pt x="2599360" y="525783"/>
                </a:moveTo>
                <a:lnTo>
                  <a:pt x="2595943" y="522126"/>
                </a:lnTo>
                <a:lnTo>
                  <a:pt x="2594968" y="518736"/>
                </a:lnTo>
                <a:lnTo>
                  <a:pt x="2597294" y="510181"/>
                </a:lnTo>
                <a:lnTo>
                  <a:pt x="2602402" y="507242"/>
                </a:lnTo>
                <a:lnTo>
                  <a:pt x="2602639" y="507105"/>
                </a:lnTo>
                <a:lnTo>
                  <a:pt x="2607780" y="508503"/>
                </a:lnTo>
                <a:lnTo>
                  <a:pt x="2612978" y="509865"/>
                </a:lnTo>
                <a:lnTo>
                  <a:pt x="2616049" y="515205"/>
                </a:lnTo>
                <a:lnTo>
                  <a:pt x="2614647" y="520350"/>
                </a:lnTo>
                <a:lnTo>
                  <a:pt x="2613294" y="525549"/>
                </a:lnTo>
                <a:lnTo>
                  <a:pt x="2607949" y="528625"/>
                </a:lnTo>
                <a:lnTo>
                  <a:pt x="2600931" y="526781"/>
                </a:lnTo>
                <a:lnTo>
                  <a:pt x="2599360" y="525783"/>
                </a:lnTo>
                <a:close/>
              </a:path>
              <a:path w="5142230" h="2300604">
                <a:moveTo>
                  <a:pt x="3896718" y="1960026"/>
                </a:moveTo>
                <a:lnTo>
                  <a:pt x="3889385" y="1952175"/>
                </a:lnTo>
                <a:lnTo>
                  <a:pt x="3889549" y="1946096"/>
                </a:lnTo>
                <a:lnTo>
                  <a:pt x="3893404" y="1942403"/>
                </a:lnTo>
                <a:lnTo>
                  <a:pt x="3897255" y="1938705"/>
                </a:lnTo>
                <a:lnTo>
                  <a:pt x="3903626" y="1938878"/>
                </a:lnTo>
                <a:lnTo>
                  <a:pt x="3910870" y="1946632"/>
                </a:lnTo>
                <a:lnTo>
                  <a:pt x="3910702" y="1952806"/>
                </a:lnTo>
                <a:lnTo>
                  <a:pt x="3902902" y="1960194"/>
                </a:lnTo>
                <a:lnTo>
                  <a:pt x="3896718" y="1960026"/>
                </a:lnTo>
                <a:close/>
              </a:path>
              <a:path w="5142230" h="2300604">
                <a:moveTo>
                  <a:pt x="3132392" y="716147"/>
                </a:moveTo>
                <a:lnTo>
                  <a:pt x="3128885" y="712392"/>
                </a:lnTo>
                <a:lnTo>
                  <a:pt x="3128141" y="707882"/>
                </a:lnTo>
                <a:lnTo>
                  <a:pt x="3130253" y="704083"/>
                </a:lnTo>
                <a:lnTo>
                  <a:pt x="3132819" y="699403"/>
                </a:lnTo>
                <a:lnTo>
                  <a:pt x="3138775" y="697665"/>
                </a:lnTo>
                <a:lnTo>
                  <a:pt x="3148187" y="702853"/>
                </a:lnTo>
                <a:lnTo>
                  <a:pt x="3149874" y="708764"/>
                </a:lnTo>
                <a:lnTo>
                  <a:pt x="3144690" y="718172"/>
                </a:lnTo>
                <a:lnTo>
                  <a:pt x="3138775" y="719854"/>
                </a:lnTo>
                <a:lnTo>
                  <a:pt x="3133170" y="716789"/>
                </a:lnTo>
                <a:lnTo>
                  <a:pt x="3132392" y="716147"/>
                </a:lnTo>
                <a:close/>
              </a:path>
              <a:path w="5142230" h="2300604">
                <a:moveTo>
                  <a:pt x="2461855" y="490605"/>
                </a:moveTo>
                <a:lnTo>
                  <a:pt x="2458439" y="486948"/>
                </a:lnTo>
                <a:lnTo>
                  <a:pt x="2457514" y="483612"/>
                </a:lnTo>
                <a:lnTo>
                  <a:pt x="2458286" y="480333"/>
                </a:lnTo>
                <a:lnTo>
                  <a:pt x="2459598" y="475091"/>
                </a:lnTo>
                <a:lnTo>
                  <a:pt x="2464852" y="471918"/>
                </a:lnTo>
                <a:lnTo>
                  <a:pt x="2470044" y="473175"/>
                </a:lnTo>
                <a:lnTo>
                  <a:pt x="2475292" y="474492"/>
                </a:lnTo>
                <a:lnTo>
                  <a:pt x="2478465" y="479746"/>
                </a:lnTo>
                <a:lnTo>
                  <a:pt x="2477198" y="484938"/>
                </a:lnTo>
                <a:lnTo>
                  <a:pt x="2475886" y="490181"/>
                </a:lnTo>
                <a:lnTo>
                  <a:pt x="2470632" y="493354"/>
                </a:lnTo>
                <a:lnTo>
                  <a:pt x="2465439" y="492096"/>
                </a:lnTo>
                <a:lnTo>
                  <a:pt x="2463521" y="491606"/>
                </a:lnTo>
                <a:lnTo>
                  <a:pt x="2461855" y="490605"/>
                </a:lnTo>
                <a:close/>
              </a:path>
              <a:path w="5142230" h="2300604">
                <a:moveTo>
                  <a:pt x="2736052" y="564002"/>
                </a:moveTo>
                <a:lnTo>
                  <a:pt x="2732636" y="560345"/>
                </a:lnTo>
                <a:lnTo>
                  <a:pt x="2731669" y="556865"/>
                </a:lnTo>
                <a:lnTo>
                  <a:pt x="2732636" y="553405"/>
                </a:lnTo>
                <a:lnTo>
                  <a:pt x="2734133" y="548263"/>
                </a:lnTo>
                <a:lnTo>
                  <a:pt x="2739569" y="545285"/>
                </a:lnTo>
                <a:lnTo>
                  <a:pt x="2749854" y="548279"/>
                </a:lnTo>
                <a:lnTo>
                  <a:pt x="2752827" y="553710"/>
                </a:lnTo>
                <a:lnTo>
                  <a:pt x="2749838" y="563999"/>
                </a:lnTo>
                <a:lnTo>
                  <a:pt x="2744450" y="566931"/>
                </a:lnTo>
                <a:lnTo>
                  <a:pt x="2739308" y="565434"/>
                </a:lnTo>
                <a:lnTo>
                  <a:pt x="2737578" y="564951"/>
                </a:lnTo>
                <a:lnTo>
                  <a:pt x="2736052" y="564002"/>
                </a:lnTo>
                <a:close/>
              </a:path>
              <a:path w="5142230" h="2300604">
                <a:moveTo>
                  <a:pt x="2115898" y="411551"/>
                </a:moveTo>
                <a:lnTo>
                  <a:pt x="2112482" y="407894"/>
                </a:lnTo>
                <a:lnTo>
                  <a:pt x="2111509" y="404702"/>
                </a:lnTo>
                <a:lnTo>
                  <a:pt x="2112233" y="401470"/>
                </a:lnTo>
                <a:lnTo>
                  <a:pt x="2113356" y="396220"/>
                </a:lnTo>
                <a:lnTo>
                  <a:pt x="2118563" y="392899"/>
                </a:lnTo>
                <a:lnTo>
                  <a:pt x="2123817" y="394027"/>
                </a:lnTo>
                <a:lnTo>
                  <a:pt x="2129017" y="395195"/>
                </a:lnTo>
                <a:lnTo>
                  <a:pt x="2132378" y="400357"/>
                </a:lnTo>
                <a:lnTo>
                  <a:pt x="2131255" y="405606"/>
                </a:lnTo>
                <a:lnTo>
                  <a:pt x="2130042" y="410857"/>
                </a:lnTo>
                <a:lnTo>
                  <a:pt x="2124879" y="414127"/>
                </a:lnTo>
                <a:lnTo>
                  <a:pt x="2119630" y="413004"/>
                </a:lnTo>
                <a:lnTo>
                  <a:pt x="2117662" y="412560"/>
                </a:lnTo>
                <a:lnTo>
                  <a:pt x="2115898" y="411551"/>
                </a:lnTo>
                <a:close/>
              </a:path>
              <a:path w="5142230" h="2300604">
                <a:moveTo>
                  <a:pt x="3494184" y="1139800"/>
                </a:moveTo>
                <a:lnTo>
                  <a:pt x="3490722" y="1136094"/>
                </a:lnTo>
                <a:lnTo>
                  <a:pt x="3490093" y="1135029"/>
                </a:lnTo>
                <a:lnTo>
                  <a:pt x="3489659" y="1133883"/>
                </a:lnTo>
                <a:lnTo>
                  <a:pt x="3487657" y="1128904"/>
                </a:lnTo>
                <a:lnTo>
                  <a:pt x="3490117" y="1123228"/>
                </a:lnTo>
                <a:lnTo>
                  <a:pt x="3495045" y="1121273"/>
                </a:lnTo>
                <a:lnTo>
                  <a:pt x="3500073" y="1119324"/>
                </a:lnTo>
                <a:lnTo>
                  <a:pt x="3505704" y="1121734"/>
                </a:lnTo>
                <a:lnTo>
                  <a:pt x="3507706" y="1126712"/>
                </a:lnTo>
                <a:lnTo>
                  <a:pt x="3509660" y="1131735"/>
                </a:lnTo>
                <a:lnTo>
                  <a:pt x="3507200" y="1137411"/>
                </a:lnTo>
                <a:lnTo>
                  <a:pt x="3502222" y="1139313"/>
                </a:lnTo>
                <a:lnTo>
                  <a:pt x="3498725" y="1140752"/>
                </a:lnTo>
                <a:lnTo>
                  <a:pt x="3498396" y="1140887"/>
                </a:lnTo>
                <a:lnTo>
                  <a:pt x="3494184" y="1139800"/>
                </a:lnTo>
                <a:close/>
              </a:path>
              <a:path w="5142230" h="2300604">
                <a:moveTo>
                  <a:pt x="2046542" y="396443"/>
                </a:moveTo>
                <a:lnTo>
                  <a:pt x="2043176" y="392840"/>
                </a:lnTo>
                <a:lnTo>
                  <a:pt x="2042105" y="389641"/>
                </a:lnTo>
                <a:lnTo>
                  <a:pt x="2044000" y="381113"/>
                </a:lnTo>
                <a:lnTo>
                  <a:pt x="2049158" y="377837"/>
                </a:lnTo>
                <a:lnTo>
                  <a:pt x="2059661" y="380088"/>
                </a:lnTo>
                <a:lnTo>
                  <a:pt x="2062973" y="385295"/>
                </a:lnTo>
                <a:lnTo>
                  <a:pt x="2061809" y="390500"/>
                </a:lnTo>
                <a:lnTo>
                  <a:pt x="2060686" y="395749"/>
                </a:lnTo>
                <a:lnTo>
                  <a:pt x="2055516" y="399109"/>
                </a:lnTo>
                <a:lnTo>
                  <a:pt x="2048258" y="397498"/>
                </a:lnTo>
                <a:lnTo>
                  <a:pt x="2046542" y="396443"/>
                </a:lnTo>
                <a:close/>
              </a:path>
              <a:path w="5142230" h="2300604">
                <a:moveTo>
                  <a:pt x="3605179" y="1476689"/>
                </a:moveTo>
                <a:lnTo>
                  <a:pt x="3601763" y="1473032"/>
                </a:lnTo>
                <a:lnTo>
                  <a:pt x="3601001" y="1471826"/>
                </a:lnTo>
                <a:lnTo>
                  <a:pt x="3598862" y="1465332"/>
                </a:lnTo>
                <a:lnTo>
                  <a:pt x="3601643" y="1459903"/>
                </a:lnTo>
                <a:lnTo>
                  <a:pt x="3606706" y="1458187"/>
                </a:lnTo>
                <a:lnTo>
                  <a:pt x="3611858" y="1456470"/>
                </a:lnTo>
                <a:lnTo>
                  <a:pt x="3617341" y="1459210"/>
                </a:lnTo>
                <a:lnTo>
                  <a:pt x="3620675" y="1469427"/>
                </a:lnTo>
                <a:lnTo>
                  <a:pt x="3617939" y="1474904"/>
                </a:lnTo>
                <a:lnTo>
                  <a:pt x="3612877" y="1476620"/>
                </a:lnTo>
                <a:lnTo>
                  <a:pt x="3609105" y="1477861"/>
                </a:lnTo>
                <a:lnTo>
                  <a:pt x="3605179" y="1476689"/>
                </a:lnTo>
                <a:close/>
              </a:path>
              <a:path w="5142230" h="2300604">
                <a:moveTo>
                  <a:pt x="2185255" y="426757"/>
                </a:moveTo>
                <a:lnTo>
                  <a:pt x="2181839" y="423100"/>
                </a:lnTo>
                <a:lnTo>
                  <a:pt x="2180862" y="419904"/>
                </a:lnTo>
                <a:lnTo>
                  <a:pt x="2181540" y="416622"/>
                </a:lnTo>
                <a:lnTo>
                  <a:pt x="2182709" y="411422"/>
                </a:lnTo>
                <a:lnTo>
                  <a:pt x="2187920" y="408106"/>
                </a:lnTo>
                <a:lnTo>
                  <a:pt x="2198419" y="410352"/>
                </a:lnTo>
                <a:lnTo>
                  <a:pt x="2201735" y="415563"/>
                </a:lnTo>
                <a:lnTo>
                  <a:pt x="2200513" y="420804"/>
                </a:lnTo>
                <a:lnTo>
                  <a:pt x="2199395" y="426058"/>
                </a:lnTo>
                <a:lnTo>
                  <a:pt x="2194179" y="429370"/>
                </a:lnTo>
                <a:lnTo>
                  <a:pt x="2188983" y="428206"/>
                </a:lnTo>
                <a:lnTo>
                  <a:pt x="2186967" y="427807"/>
                </a:lnTo>
                <a:lnTo>
                  <a:pt x="2185255" y="426757"/>
                </a:lnTo>
                <a:close/>
              </a:path>
              <a:path w="5142230" h="2300604">
                <a:moveTo>
                  <a:pt x="2323796" y="457863"/>
                </a:moveTo>
                <a:lnTo>
                  <a:pt x="2320379" y="454206"/>
                </a:lnTo>
                <a:lnTo>
                  <a:pt x="2319357" y="450961"/>
                </a:lnTo>
                <a:lnTo>
                  <a:pt x="2321346" y="442437"/>
                </a:lnTo>
                <a:lnTo>
                  <a:pt x="2326509" y="439166"/>
                </a:lnTo>
                <a:lnTo>
                  <a:pt x="2337001" y="441600"/>
                </a:lnTo>
                <a:lnTo>
                  <a:pt x="2340272" y="446763"/>
                </a:lnTo>
                <a:lnTo>
                  <a:pt x="2337833" y="457250"/>
                </a:lnTo>
                <a:lnTo>
                  <a:pt x="2332675" y="460526"/>
                </a:lnTo>
                <a:lnTo>
                  <a:pt x="2325461" y="458864"/>
                </a:lnTo>
                <a:lnTo>
                  <a:pt x="2323796" y="457863"/>
                </a:lnTo>
                <a:close/>
              </a:path>
              <a:path w="5142230" h="2300604">
                <a:moveTo>
                  <a:pt x="2254553" y="442193"/>
                </a:moveTo>
                <a:lnTo>
                  <a:pt x="2251137" y="438536"/>
                </a:lnTo>
                <a:lnTo>
                  <a:pt x="2250163" y="435246"/>
                </a:lnTo>
                <a:lnTo>
                  <a:pt x="2252058" y="426718"/>
                </a:lnTo>
                <a:lnTo>
                  <a:pt x="2257267" y="423496"/>
                </a:lnTo>
                <a:lnTo>
                  <a:pt x="2267762" y="425836"/>
                </a:lnTo>
                <a:lnTo>
                  <a:pt x="2271028" y="430994"/>
                </a:lnTo>
                <a:lnTo>
                  <a:pt x="2269815" y="436245"/>
                </a:lnTo>
                <a:lnTo>
                  <a:pt x="2268693" y="441494"/>
                </a:lnTo>
                <a:lnTo>
                  <a:pt x="2263481" y="444810"/>
                </a:lnTo>
                <a:lnTo>
                  <a:pt x="2256267" y="443148"/>
                </a:lnTo>
                <a:lnTo>
                  <a:pt x="2254553" y="442193"/>
                </a:lnTo>
                <a:close/>
              </a:path>
              <a:path w="5142230" h="2300604">
                <a:moveTo>
                  <a:pt x="3803607" y="1852434"/>
                </a:moveTo>
                <a:lnTo>
                  <a:pt x="3799547" y="1848089"/>
                </a:lnTo>
                <a:lnTo>
                  <a:pt x="3796244" y="1843869"/>
                </a:lnTo>
                <a:lnTo>
                  <a:pt x="3797023" y="1837763"/>
                </a:lnTo>
                <a:lnTo>
                  <a:pt x="3805458" y="1831153"/>
                </a:lnTo>
                <a:lnTo>
                  <a:pt x="3811569" y="1831927"/>
                </a:lnTo>
                <a:lnTo>
                  <a:pt x="3818224" y="1840420"/>
                </a:lnTo>
                <a:lnTo>
                  <a:pt x="3817445" y="1846526"/>
                </a:lnTo>
                <a:lnTo>
                  <a:pt x="3813180" y="1849780"/>
                </a:lnTo>
                <a:lnTo>
                  <a:pt x="3810356" y="1852036"/>
                </a:lnTo>
                <a:lnTo>
                  <a:pt x="3809206" y="1852954"/>
                </a:lnTo>
                <a:lnTo>
                  <a:pt x="3803607" y="1852434"/>
                </a:lnTo>
                <a:close/>
              </a:path>
              <a:path w="5142230" h="2300604">
                <a:moveTo>
                  <a:pt x="3656268" y="1609477"/>
                </a:moveTo>
                <a:lnTo>
                  <a:pt x="3652765" y="1605727"/>
                </a:lnTo>
                <a:lnTo>
                  <a:pt x="3652133" y="1604856"/>
                </a:lnTo>
                <a:lnTo>
                  <a:pt x="3651738" y="1603846"/>
                </a:lnTo>
                <a:lnTo>
                  <a:pt x="3649544" y="1598956"/>
                </a:lnTo>
                <a:lnTo>
                  <a:pt x="3651675" y="1593222"/>
                </a:lnTo>
                <a:lnTo>
                  <a:pt x="3656570" y="1591033"/>
                </a:lnTo>
                <a:lnTo>
                  <a:pt x="3661508" y="1588793"/>
                </a:lnTo>
                <a:lnTo>
                  <a:pt x="3667239" y="1591018"/>
                </a:lnTo>
                <a:lnTo>
                  <a:pt x="3671623" y="1600794"/>
                </a:lnTo>
                <a:lnTo>
                  <a:pt x="3669451" y="1606484"/>
                </a:lnTo>
                <a:lnTo>
                  <a:pt x="3664607" y="1608727"/>
                </a:lnTo>
                <a:lnTo>
                  <a:pt x="3660676" y="1610481"/>
                </a:lnTo>
                <a:lnTo>
                  <a:pt x="3656268" y="1609477"/>
                </a:lnTo>
                <a:close/>
              </a:path>
              <a:path w="5142230" h="2300604">
                <a:moveTo>
                  <a:pt x="4048544" y="2102904"/>
                </a:moveTo>
                <a:lnTo>
                  <a:pt x="4044442" y="2098513"/>
                </a:lnTo>
                <a:lnTo>
                  <a:pt x="4044258" y="2093038"/>
                </a:lnTo>
                <a:lnTo>
                  <a:pt x="4047550" y="2089231"/>
                </a:lnTo>
                <a:lnTo>
                  <a:pt x="4051082" y="2085192"/>
                </a:lnTo>
                <a:lnTo>
                  <a:pt x="4057239" y="2084746"/>
                </a:lnTo>
                <a:lnTo>
                  <a:pt x="4061269" y="2088277"/>
                </a:lnTo>
                <a:lnTo>
                  <a:pt x="4065352" y="2091768"/>
                </a:lnTo>
                <a:lnTo>
                  <a:pt x="4065758" y="2097872"/>
                </a:lnTo>
                <a:lnTo>
                  <a:pt x="4062271" y="2101960"/>
                </a:lnTo>
                <a:lnTo>
                  <a:pt x="4058735" y="2105994"/>
                </a:lnTo>
                <a:lnTo>
                  <a:pt x="4052582" y="2106445"/>
                </a:lnTo>
                <a:lnTo>
                  <a:pt x="4048544" y="2102904"/>
                </a:lnTo>
                <a:close/>
              </a:path>
              <a:path w="5142230" h="2300604">
                <a:moveTo>
                  <a:pt x="4157850" y="2194109"/>
                </a:moveTo>
                <a:lnTo>
                  <a:pt x="4153600" y="2189559"/>
                </a:lnTo>
                <a:lnTo>
                  <a:pt x="4153272" y="2184223"/>
                </a:lnTo>
                <a:lnTo>
                  <a:pt x="4159776" y="2176230"/>
                </a:lnTo>
                <a:lnTo>
                  <a:pt x="4165890" y="2175640"/>
                </a:lnTo>
                <a:lnTo>
                  <a:pt x="4170074" y="2178946"/>
                </a:lnTo>
                <a:lnTo>
                  <a:pt x="4174254" y="2182345"/>
                </a:lnTo>
                <a:lnTo>
                  <a:pt x="4174844" y="2188451"/>
                </a:lnTo>
                <a:lnTo>
                  <a:pt x="4171539" y="2192634"/>
                </a:lnTo>
                <a:lnTo>
                  <a:pt x="4168144" y="2196820"/>
                </a:lnTo>
                <a:lnTo>
                  <a:pt x="4161980" y="2197455"/>
                </a:lnTo>
                <a:lnTo>
                  <a:pt x="4157850" y="2194109"/>
                </a:lnTo>
                <a:close/>
              </a:path>
              <a:path w="5142230" h="2300604">
                <a:moveTo>
                  <a:pt x="3761427" y="1795064"/>
                </a:moveTo>
                <a:lnTo>
                  <a:pt x="3757181" y="1790519"/>
                </a:lnTo>
                <a:lnTo>
                  <a:pt x="3754168" y="1786121"/>
                </a:lnTo>
                <a:lnTo>
                  <a:pt x="3755225" y="1780019"/>
                </a:lnTo>
                <a:lnTo>
                  <a:pt x="3764067" y="1773942"/>
                </a:lnTo>
                <a:lnTo>
                  <a:pt x="3770124" y="1775050"/>
                </a:lnTo>
                <a:lnTo>
                  <a:pt x="3773137" y="1779449"/>
                </a:lnTo>
                <a:lnTo>
                  <a:pt x="3776240" y="1783846"/>
                </a:lnTo>
                <a:lnTo>
                  <a:pt x="3775137" y="1789898"/>
                </a:lnTo>
                <a:lnTo>
                  <a:pt x="3770695" y="1792962"/>
                </a:lnTo>
                <a:lnTo>
                  <a:pt x="3766724" y="1795749"/>
                </a:lnTo>
                <a:lnTo>
                  <a:pt x="3761427" y="1795064"/>
                </a:lnTo>
                <a:close/>
              </a:path>
              <a:path w="5142230" h="2300604">
                <a:moveTo>
                  <a:pt x="3628856" y="1543772"/>
                </a:moveTo>
                <a:lnTo>
                  <a:pt x="3625395" y="1540066"/>
                </a:lnTo>
                <a:lnTo>
                  <a:pt x="3624774" y="1539011"/>
                </a:lnTo>
                <a:lnTo>
                  <a:pt x="3624246" y="1537761"/>
                </a:lnTo>
                <a:lnTo>
                  <a:pt x="3622386" y="1532741"/>
                </a:lnTo>
                <a:lnTo>
                  <a:pt x="3624896" y="1527119"/>
                </a:lnTo>
                <a:lnTo>
                  <a:pt x="3629912" y="1525255"/>
                </a:lnTo>
                <a:lnTo>
                  <a:pt x="3634935" y="1523301"/>
                </a:lnTo>
                <a:lnTo>
                  <a:pt x="3640518" y="1525857"/>
                </a:lnTo>
                <a:lnTo>
                  <a:pt x="3644379" y="1535855"/>
                </a:lnTo>
                <a:lnTo>
                  <a:pt x="3641870" y="1541477"/>
                </a:lnTo>
                <a:lnTo>
                  <a:pt x="3633023" y="1544811"/>
                </a:lnTo>
                <a:lnTo>
                  <a:pt x="3628856" y="1543772"/>
                </a:lnTo>
                <a:close/>
              </a:path>
              <a:path w="5142230" h="2300604">
                <a:moveTo>
                  <a:pt x="3434917" y="1011356"/>
                </a:moveTo>
                <a:lnTo>
                  <a:pt x="3431405" y="1007596"/>
                </a:lnTo>
                <a:lnTo>
                  <a:pt x="3430956" y="1006920"/>
                </a:lnTo>
                <a:lnTo>
                  <a:pt x="3427983" y="1001489"/>
                </a:lnTo>
                <a:lnTo>
                  <a:pt x="3429644" y="995545"/>
                </a:lnTo>
                <a:lnTo>
                  <a:pt x="3439077" y="990394"/>
                </a:lnTo>
                <a:lnTo>
                  <a:pt x="3445014" y="992153"/>
                </a:lnTo>
                <a:lnTo>
                  <a:pt x="3450117" y="1001530"/>
                </a:lnTo>
                <a:lnTo>
                  <a:pt x="3448456" y="1007474"/>
                </a:lnTo>
                <a:lnTo>
                  <a:pt x="3439750" y="1012229"/>
                </a:lnTo>
                <a:lnTo>
                  <a:pt x="3434917" y="1011356"/>
                </a:lnTo>
                <a:close/>
              </a:path>
              <a:path w="5142230" h="2300604">
                <a:moveTo>
                  <a:pt x="3004544" y="655238"/>
                </a:moveTo>
                <a:lnTo>
                  <a:pt x="3001128" y="651581"/>
                </a:lnTo>
                <a:lnTo>
                  <a:pt x="3000269" y="647535"/>
                </a:lnTo>
                <a:lnTo>
                  <a:pt x="3001763" y="643856"/>
                </a:lnTo>
                <a:lnTo>
                  <a:pt x="3003819" y="638922"/>
                </a:lnTo>
                <a:lnTo>
                  <a:pt x="3009515" y="636614"/>
                </a:lnTo>
                <a:lnTo>
                  <a:pt x="3014598" y="638733"/>
                </a:lnTo>
                <a:lnTo>
                  <a:pt x="3019432" y="640682"/>
                </a:lnTo>
                <a:lnTo>
                  <a:pt x="3021785" y="646428"/>
                </a:lnTo>
                <a:lnTo>
                  <a:pt x="3017630" y="656345"/>
                </a:lnTo>
                <a:lnTo>
                  <a:pt x="3011929" y="658648"/>
                </a:lnTo>
                <a:lnTo>
                  <a:pt x="3006999" y="656597"/>
                </a:lnTo>
                <a:lnTo>
                  <a:pt x="3005693" y="656082"/>
                </a:lnTo>
                <a:lnTo>
                  <a:pt x="3004544" y="655238"/>
                </a:lnTo>
                <a:close/>
              </a:path>
              <a:path w="5142230" h="2300604">
                <a:moveTo>
                  <a:pt x="3687426" y="1673425"/>
                </a:moveTo>
                <a:lnTo>
                  <a:pt x="3683964" y="1669720"/>
                </a:lnTo>
                <a:lnTo>
                  <a:pt x="3683469" y="1668995"/>
                </a:lnTo>
                <a:lnTo>
                  <a:pt x="3683019" y="1668219"/>
                </a:lnTo>
                <a:lnTo>
                  <a:pt x="3680543" y="1663419"/>
                </a:lnTo>
                <a:lnTo>
                  <a:pt x="3682394" y="1657581"/>
                </a:lnTo>
                <a:lnTo>
                  <a:pt x="3691865" y="1652568"/>
                </a:lnTo>
                <a:lnTo>
                  <a:pt x="3697747" y="1654369"/>
                </a:lnTo>
                <a:lnTo>
                  <a:pt x="3700232" y="1659179"/>
                </a:lnTo>
                <a:lnTo>
                  <a:pt x="3702761" y="1663939"/>
                </a:lnTo>
                <a:lnTo>
                  <a:pt x="3700906" y="1669772"/>
                </a:lnTo>
                <a:lnTo>
                  <a:pt x="3696146" y="1672301"/>
                </a:lnTo>
                <a:lnTo>
                  <a:pt x="3692210" y="1674344"/>
                </a:lnTo>
                <a:lnTo>
                  <a:pt x="3687426" y="1673425"/>
                </a:lnTo>
                <a:close/>
              </a:path>
              <a:path w="5142230" h="2300604">
                <a:moveTo>
                  <a:pt x="4102828" y="2148992"/>
                </a:moveTo>
                <a:lnTo>
                  <a:pt x="4098631" y="2144499"/>
                </a:lnTo>
                <a:lnTo>
                  <a:pt x="4098439" y="2139113"/>
                </a:lnTo>
                <a:lnTo>
                  <a:pt x="4101596" y="2135259"/>
                </a:lnTo>
                <a:lnTo>
                  <a:pt x="4105037" y="2131123"/>
                </a:lnTo>
                <a:lnTo>
                  <a:pt x="4111149" y="2130627"/>
                </a:lnTo>
                <a:lnTo>
                  <a:pt x="4119362" y="2137464"/>
                </a:lnTo>
                <a:lnTo>
                  <a:pt x="4119961" y="2143579"/>
                </a:lnTo>
                <a:lnTo>
                  <a:pt x="4113066" y="2151838"/>
                </a:lnTo>
                <a:lnTo>
                  <a:pt x="4107009" y="2152392"/>
                </a:lnTo>
                <a:lnTo>
                  <a:pt x="4102828" y="2148992"/>
                </a:lnTo>
                <a:close/>
              </a:path>
              <a:path w="5142230" h="2300604">
                <a:moveTo>
                  <a:pt x="3995249" y="2055726"/>
                </a:moveTo>
                <a:lnTo>
                  <a:pt x="3991286" y="2051484"/>
                </a:lnTo>
                <a:lnTo>
                  <a:pt x="3991195" y="2045717"/>
                </a:lnTo>
                <a:lnTo>
                  <a:pt x="3994632" y="2041967"/>
                </a:lnTo>
                <a:lnTo>
                  <a:pt x="3998209" y="2037977"/>
                </a:lnTo>
                <a:lnTo>
                  <a:pt x="4004360" y="2037719"/>
                </a:lnTo>
                <a:lnTo>
                  <a:pt x="4008345" y="2041301"/>
                </a:lnTo>
                <a:lnTo>
                  <a:pt x="4012282" y="2044928"/>
                </a:lnTo>
                <a:lnTo>
                  <a:pt x="4012594" y="2051029"/>
                </a:lnTo>
                <a:lnTo>
                  <a:pt x="4005376" y="2059040"/>
                </a:lnTo>
                <a:lnTo>
                  <a:pt x="3999235" y="2059308"/>
                </a:lnTo>
                <a:lnTo>
                  <a:pt x="3995249" y="2055726"/>
                </a:lnTo>
                <a:close/>
              </a:path>
              <a:path w="5142230" h="2300604">
                <a:moveTo>
                  <a:pt x="3722673" y="1735398"/>
                </a:moveTo>
                <a:lnTo>
                  <a:pt x="3718646" y="1731088"/>
                </a:lnTo>
                <a:lnTo>
                  <a:pt x="3715475" y="1725933"/>
                </a:lnTo>
                <a:lnTo>
                  <a:pt x="3716906" y="1719939"/>
                </a:lnTo>
                <a:lnTo>
                  <a:pt x="3721533" y="1717169"/>
                </a:lnTo>
                <a:lnTo>
                  <a:pt x="3726109" y="1714346"/>
                </a:lnTo>
                <a:lnTo>
                  <a:pt x="3732059" y="1715828"/>
                </a:lnTo>
                <a:lnTo>
                  <a:pt x="3734877" y="1720409"/>
                </a:lnTo>
                <a:lnTo>
                  <a:pt x="3737647" y="1725035"/>
                </a:lnTo>
                <a:lnTo>
                  <a:pt x="3736170" y="1730981"/>
                </a:lnTo>
                <a:lnTo>
                  <a:pt x="3727635" y="1736214"/>
                </a:lnTo>
                <a:lnTo>
                  <a:pt x="3722673" y="1735398"/>
                </a:lnTo>
                <a:close/>
              </a:path>
              <a:path w="5142230" h="2300604">
                <a:moveTo>
                  <a:pt x="3356374" y="894335"/>
                </a:moveTo>
                <a:lnTo>
                  <a:pt x="3352506" y="890196"/>
                </a:lnTo>
                <a:lnTo>
                  <a:pt x="3349060" y="886019"/>
                </a:lnTo>
                <a:lnTo>
                  <a:pt x="3349645" y="879902"/>
                </a:lnTo>
                <a:lnTo>
                  <a:pt x="3357020" y="873817"/>
                </a:lnTo>
                <a:lnTo>
                  <a:pt x="3357948" y="873050"/>
                </a:lnTo>
                <a:lnTo>
                  <a:pt x="3364070" y="873641"/>
                </a:lnTo>
                <a:lnTo>
                  <a:pt x="3370865" y="881894"/>
                </a:lnTo>
                <a:lnTo>
                  <a:pt x="3370284" y="888016"/>
                </a:lnTo>
                <a:lnTo>
                  <a:pt x="3367069" y="890731"/>
                </a:lnTo>
                <a:lnTo>
                  <a:pt x="3366202" y="891464"/>
                </a:lnTo>
                <a:lnTo>
                  <a:pt x="3362941" y="894136"/>
                </a:lnTo>
                <a:lnTo>
                  <a:pt x="3362219" y="894727"/>
                </a:lnTo>
                <a:lnTo>
                  <a:pt x="3356374" y="894335"/>
                </a:lnTo>
                <a:close/>
              </a:path>
              <a:path w="5142230" h="2300604">
                <a:moveTo>
                  <a:pt x="3466568" y="1074561"/>
                </a:moveTo>
                <a:lnTo>
                  <a:pt x="3463101" y="1070850"/>
                </a:lnTo>
                <a:lnTo>
                  <a:pt x="3462475" y="1069984"/>
                </a:lnTo>
                <a:lnTo>
                  <a:pt x="3459842" y="1064134"/>
                </a:lnTo>
                <a:lnTo>
                  <a:pt x="3461926" y="1058352"/>
                </a:lnTo>
                <a:lnTo>
                  <a:pt x="3466817" y="1056157"/>
                </a:lnTo>
                <a:lnTo>
                  <a:pt x="3471710" y="1053869"/>
                </a:lnTo>
                <a:lnTo>
                  <a:pt x="3477489" y="1056050"/>
                </a:lnTo>
                <a:lnTo>
                  <a:pt x="3479731" y="1060894"/>
                </a:lnTo>
                <a:lnTo>
                  <a:pt x="3481922" y="1065778"/>
                </a:lnTo>
                <a:lnTo>
                  <a:pt x="3479838" y="1071561"/>
                </a:lnTo>
                <a:lnTo>
                  <a:pt x="3474951" y="1073760"/>
                </a:lnTo>
                <a:lnTo>
                  <a:pt x="3471012" y="1075605"/>
                </a:lnTo>
                <a:lnTo>
                  <a:pt x="3466568" y="1074561"/>
                </a:lnTo>
                <a:close/>
              </a:path>
              <a:path w="5142230" h="2300604">
                <a:moveTo>
                  <a:pt x="2938570" y="629383"/>
                </a:moveTo>
                <a:lnTo>
                  <a:pt x="2935154" y="625726"/>
                </a:lnTo>
                <a:lnTo>
                  <a:pt x="2934204" y="621875"/>
                </a:lnTo>
                <a:lnTo>
                  <a:pt x="2935552" y="618332"/>
                </a:lnTo>
                <a:lnTo>
                  <a:pt x="2937423" y="613298"/>
                </a:lnTo>
                <a:lnTo>
                  <a:pt x="2943035" y="610703"/>
                </a:lnTo>
                <a:lnTo>
                  <a:pt x="2953105" y="614445"/>
                </a:lnTo>
                <a:lnTo>
                  <a:pt x="2955649" y="620003"/>
                </a:lnTo>
                <a:lnTo>
                  <a:pt x="2951912" y="630078"/>
                </a:lnTo>
                <a:lnTo>
                  <a:pt x="2946300" y="632672"/>
                </a:lnTo>
                <a:lnTo>
                  <a:pt x="2941260" y="630797"/>
                </a:lnTo>
                <a:lnTo>
                  <a:pt x="2939816" y="630228"/>
                </a:lnTo>
                <a:lnTo>
                  <a:pt x="2938570" y="629383"/>
                </a:lnTo>
                <a:close/>
              </a:path>
              <a:path w="5142230" h="2300604">
                <a:moveTo>
                  <a:pt x="4212977" y="2238752"/>
                </a:moveTo>
                <a:lnTo>
                  <a:pt x="4208778" y="2234257"/>
                </a:lnTo>
                <a:lnTo>
                  <a:pt x="4208498" y="2228875"/>
                </a:lnTo>
                <a:lnTo>
                  <a:pt x="4214953" y="2220927"/>
                </a:lnTo>
                <a:lnTo>
                  <a:pt x="4221066" y="2220238"/>
                </a:lnTo>
                <a:lnTo>
                  <a:pt x="4229432" y="2227043"/>
                </a:lnTo>
                <a:lnTo>
                  <a:pt x="4230022" y="2233148"/>
                </a:lnTo>
                <a:lnTo>
                  <a:pt x="4226675" y="2237288"/>
                </a:lnTo>
                <a:lnTo>
                  <a:pt x="4223321" y="2241517"/>
                </a:lnTo>
                <a:lnTo>
                  <a:pt x="4217206" y="2242107"/>
                </a:lnTo>
                <a:lnTo>
                  <a:pt x="4212977" y="2238752"/>
                </a:lnTo>
                <a:close/>
              </a:path>
              <a:path w="5142230" h="2300604">
                <a:moveTo>
                  <a:pt x="3398509" y="950876"/>
                </a:moveTo>
                <a:lnTo>
                  <a:pt x="3394219" y="946284"/>
                </a:lnTo>
                <a:lnTo>
                  <a:pt x="3391256" y="941747"/>
                </a:lnTo>
                <a:lnTo>
                  <a:pt x="3392406" y="935742"/>
                </a:lnTo>
                <a:lnTo>
                  <a:pt x="3401342" y="929768"/>
                </a:lnTo>
                <a:lnTo>
                  <a:pt x="3407392" y="930965"/>
                </a:lnTo>
                <a:lnTo>
                  <a:pt x="3413368" y="939901"/>
                </a:lnTo>
                <a:lnTo>
                  <a:pt x="3412170" y="945950"/>
                </a:lnTo>
                <a:lnTo>
                  <a:pt x="3403667" y="951611"/>
                </a:lnTo>
                <a:lnTo>
                  <a:pt x="3398509" y="950876"/>
                </a:lnTo>
                <a:close/>
              </a:path>
              <a:path w="5142230" h="2300604">
                <a:moveTo>
                  <a:pt x="3583403" y="1409099"/>
                </a:moveTo>
                <a:lnTo>
                  <a:pt x="3579987" y="1405442"/>
                </a:lnTo>
                <a:lnTo>
                  <a:pt x="3579274" y="1404190"/>
                </a:lnTo>
                <a:lnTo>
                  <a:pt x="3577227" y="1397601"/>
                </a:lnTo>
                <a:lnTo>
                  <a:pt x="3580062" y="1392131"/>
                </a:lnTo>
                <a:lnTo>
                  <a:pt x="3590321" y="1388940"/>
                </a:lnTo>
                <a:lnTo>
                  <a:pt x="3595746" y="1391815"/>
                </a:lnTo>
                <a:lnTo>
                  <a:pt x="3597319" y="1396920"/>
                </a:lnTo>
                <a:lnTo>
                  <a:pt x="3598982" y="1402023"/>
                </a:lnTo>
                <a:lnTo>
                  <a:pt x="3596111" y="1407454"/>
                </a:lnTo>
                <a:lnTo>
                  <a:pt x="3590998" y="1409116"/>
                </a:lnTo>
                <a:lnTo>
                  <a:pt x="3587279" y="1410217"/>
                </a:lnTo>
                <a:lnTo>
                  <a:pt x="3583403" y="1409099"/>
                </a:lnTo>
                <a:close/>
              </a:path>
              <a:path w="5142230" h="2300604">
                <a:moveTo>
                  <a:pt x="2327615" y="380333"/>
                </a:moveTo>
                <a:lnTo>
                  <a:pt x="2324335" y="376823"/>
                </a:lnTo>
                <a:lnTo>
                  <a:pt x="2323397" y="373864"/>
                </a:lnTo>
                <a:lnTo>
                  <a:pt x="2323972" y="370862"/>
                </a:lnTo>
                <a:lnTo>
                  <a:pt x="2324899" y="365795"/>
                </a:lnTo>
                <a:lnTo>
                  <a:pt x="2329729" y="362461"/>
                </a:lnTo>
                <a:lnTo>
                  <a:pt x="2334801" y="363394"/>
                </a:lnTo>
                <a:lnTo>
                  <a:pt x="2339819" y="364367"/>
                </a:lnTo>
                <a:lnTo>
                  <a:pt x="2343148" y="369201"/>
                </a:lnTo>
                <a:lnTo>
                  <a:pt x="2341292" y="379335"/>
                </a:lnTo>
                <a:lnTo>
                  <a:pt x="2336413" y="382616"/>
                </a:lnTo>
                <a:lnTo>
                  <a:pt x="2331391" y="381737"/>
                </a:lnTo>
                <a:lnTo>
                  <a:pt x="2329375" y="381337"/>
                </a:lnTo>
                <a:lnTo>
                  <a:pt x="2327615" y="380333"/>
                </a:lnTo>
                <a:close/>
              </a:path>
              <a:path w="5142230" h="2300604">
                <a:moveTo>
                  <a:pt x="3545176" y="1120880"/>
                </a:moveTo>
                <a:lnTo>
                  <a:pt x="3541187" y="1116610"/>
                </a:lnTo>
                <a:lnTo>
                  <a:pt x="3538491" y="1111185"/>
                </a:lnTo>
                <a:lnTo>
                  <a:pt x="3540287" y="1105581"/>
                </a:lnTo>
                <a:lnTo>
                  <a:pt x="3544606" y="1103360"/>
                </a:lnTo>
                <a:lnTo>
                  <a:pt x="3549462" y="1100936"/>
                </a:lnTo>
                <a:lnTo>
                  <a:pt x="3555024" y="1102780"/>
                </a:lnTo>
                <a:lnTo>
                  <a:pt x="3559711" y="1111907"/>
                </a:lnTo>
                <a:lnTo>
                  <a:pt x="3557872" y="1117560"/>
                </a:lnTo>
                <a:lnTo>
                  <a:pt x="3553510" y="1119735"/>
                </a:lnTo>
                <a:lnTo>
                  <a:pt x="3549507" y="1121804"/>
                </a:lnTo>
                <a:lnTo>
                  <a:pt x="3545176" y="1120880"/>
                </a:lnTo>
                <a:close/>
              </a:path>
              <a:path w="5142230" h="2300604">
                <a:moveTo>
                  <a:pt x="4606170" y="2225368"/>
                </a:moveTo>
                <a:lnTo>
                  <a:pt x="4601863" y="2220757"/>
                </a:lnTo>
                <a:lnTo>
                  <a:pt x="4601437" y="2216001"/>
                </a:lnTo>
                <a:lnTo>
                  <a:pt x="4607090" y="2208173"/>
                </a:lnTo>
                <a:lnTo>
                  <a:pt x="4612877" y="2207232"/>
                </a:lnTo>
                <a:lnTo>
                  <a:pt x="4621266" y="2213283"/>
                </a:lnTo>
                <a:lnTo>
                  <a:pt x="4622149" y="2219115"/>
                </a:lnTo>
                <a:lnTo>
                  <a:pt x="4619180" y="2223268"/>
                </a:lnTo>
                <a:lnTo>
                  <a:pt x="4616109" y="2227406"/>
                </a:lnTo>
                <a:lnTo>
                  <a:pt x="4610317" y="2228342"/>
                </a:lnTo>
                <a:lnTo>
                  <a:pt x="4606170" y="2225368"/>
                </a:lnTo>
                <a:close/>
              </a:path>
              <a:path w="5142230" h="2300604">
                <a:moveTo>
                  <a:pt x="3007689" y="575133"/>
                </a:moveTo>
                <a:lnTo>
                  <a:pt x="3004368" y="571579"/>
                </a:lnTo>
                <a:lnTo>
                  <a:pt x="3003654" y="567488"/>
                </a:lnTo>
                <a:lnTo>
                  <a:pt x="3005290" y="563960"/>
                </a:lnTo>
                <a:lnTo>
                  <a:pt x="3007520" y="559312"/>
                </a:lnTo>
                <a:lnTo>
                  <a:pt x="3013068" y="557333"/>
                </a:lnTo>
                <a:lnTo>
                  <a:pt x="3017669" y="559519"/>
                </a:lnTo>
                <a:lnTo>
                  <a:pt x="3022317" y="561660"/>
                </a:lnTo>
                <a:lnTo>
                  <a:pt x="3024341" y="567248"/>
                </a:lnTo>
                <a:lnTo>
                  <a:pt x="3022105" y="571894"/>
                </a:lnTo>
                <a:lnTo>
                  <a:pt x="3019968" y="576546"/>
                </a:lnTo>
                <a:lnTo>
                  <a:pt x="3014424" y="578529"/>
                </a:lnTo>
                <a:lnTo>
                  <a:pt x="3009726" y="576335"/>
                </a:lnTo>
                <a:lnTo>
                  <a:pt x="3008659" y="575780"/>
                </a:lnTo>
                <a:lnTo>
                  <a:pt x="3007689" y="575133"/>
                </a:lnTo>
                <a:close/>
              </a:path>
              <a:path w="5142230" h="2300604">
                <a:moveTo>
                  <a:pt x="4033879" y="1804328"/>
                </a:moveTo>
                <a:lnTo>
                  <a:pt x="4029909" y="1800078"/>
                </a:lnTo>
                <a:lnTo>
                  <a:pt x="4029716" y="1794886"/>
                </a:lnTo>
                <a:lnTo>
                  <a:pt x="4032714" y="1791254"/>
                </a:lnTo>
                <a:lnTo>
                  <a:pt x="4036059" y="1787308"/>
                </a:lnTo>
                <a:lnTo>
                  <a:pt x="4041883" y="1786798"/>
                </a:lnTo>
                <a:lnTo>
                  <a:pt x="4045832" y="1790048"/>
                </a:lnTo>
                <a:lnTo>
                  <a:pt x="4049783" y="1793397"/>
                </a:lnTo>
                <a:lnTo>
                  <a:pt x="4050293" y="1799222"/>
                </a:lnTo>
                <a:lnTo>
                  <a:pt x="4046994" y="1803216"/>
                </a:lnTo>
                <a:lnTo>
                  <a:pt x="4043698" y="1807117"/>
                </a:lnTo>
                <a:lnTo>
                  <a:pt x="4037869" y="1807622"/>
                </a:lnTo>
                <a:lnTo>
                  <a:pt x="4033879" y="1804328"/>
                </a:lnTo>
                <a:close/>
              </a:path>
              <a:path w="5142230" h="2300604">
                <a:moveTo>
                  <a:pt x="2257753" y="367616"/>
                </a:moveTo>
                <a:lnTo>
                  <a:pt x="2254468" y="364101"/>
                </a:lnTo>
                <a:lnTo>
                  <a:pt x="2253486" y="361192"/>
                </a:lnTo>
                <a:lnTo>
                  <a:pt x="2254061" y="358190"/>
                </a:lnTo>
                <a:lnTo>
                  <a:pt x="2254988" y="353123"/>
                </a:lnTo>
                <a:lnTo>
                  <a:pt x="2259818" y="349790"/>
                </a:lnTo>
                <a:lnTo>
                  <a:pt x="2269907" y="351596"/>
                </a:lnTo>
                <a:lnTo>
                  <a:pt x="2273240" y="356436"/>
                </a:lnTo>
                <a:lnTo>
                  <a:pt x="2272361" y="361457"/>
                </a:lnTo>
                <a:lnTo>
                  <a:pt x="2271429" y="366519"/>
                </a:lnTo>
                <a:lnTo>
                  <a:pt x="2266599" y="369853"/>
                </a:lnTo>
                <a:lnTo>
                  <a:pt x="2259512" y="368621"/>
                </a:lnTo>
                <a:lnTo>
                  <a:pt x="2257753" y="367616"/>
                </a:lnTo>
                <a:close/>
              </a:path>
              <a:path w="5142230" h="2300604">
                <a:moveTo>
                  <a:pt x="4201973" y="1935104"/>
                </a:moveTo>
                <a:lnTo>
                  <a:pt x="4198193" y="1931057"/>
                </a:lnTo>
                <a:lnTo>
                  <a:pt x="4197752" y="1926090"/>
                </a:lnTo>
                <a:lnTo>
                  <a:pt x="4203541" y="1918308"/>
                </a:lnTo>
                <a:lnTo>
                  <a:pt x="4209283" y="1917419"/>
                </a:lnTo>
                <a:lnTo>
                  <a:pt x="4213478" y="1920440"/>
                </a:lnTo>
                <a:lnTo>
                  <a:pt x="4217621" y="1923509"/>
                </a:lnTo>
                <a:lnTo>
                  <a:pt x="4218458" y="1929292"/>
                </a:lnTo>
                <a:lnTo>
                  <a:pt x="4215489" y="1933445"/>
                </a:lnTo>
                <a:lnTo>
                  <a:pt x="4212417" y="1937584"/>
                </a:lnTo>
                <a:lnTo>
                  <a:pt x="4206580" y="1938471"/>
                </a:lnTo>
                <a:lnTo>
                  <a:pt x="4202481" y="1935452"/>
                </a:lnTo>
                <a:lnTo>
                  <a:pt x="4201973" y="1935104"/>
                </a:lnTo>
                <a:close/>
              </a:path>
              <a:path w="5142230" h="2300604">
                <a:moveTo>
                  <a:pt x="3788806" y="1553712"/>
                </a:moveTo>
                <a:lnTo>
                  <a:pt x="3784882" y="1549513"/>
                </a:lnTo>
                <a:lnTo>
                  <a:pt x="3781757" y="1545483"/>
                </a:lnTo>
                <a:lnTo>
                  <a:pt x="3782527" y="1539660"/>
                </a:lnTo>
                <a:lnTo>
                  <a:pt x="3786600" y="1536494"/>
                </a:lnTo>
                <a:lnTo>
                  <a:pt x="3790715" y="1533372"/>
                </a:lnTo>
                <a:lnTo>
                  <a:pt x="3796547" y="1534142"/>
                </a:lnTo>
                <a:lnTo>
                  <a:pt x="3799660" y="1538256"/>
                </a:lnTo>
                <a:lnTo>
                  <a:pt x="3802780" y="1542280"/>
                </a:lnTo>
                <a:lnTo>
                  <a:pt x="3801971" y="1548159"/>
                </a:lnTo>
                <a:lnTo>
                  <a:pt x="3794117" y="1554218"/>
                </a:lnTo>
                <a:lnTo>
                  <a:pt x="3788806" y="1553712"/>
                </a:lnTo>
                <a:close/>
              </a:path>
              <a:path w="5142230" h="2300604">
                <a:moveTo>
                  <a:pt x="2187779" y="355269"/>
                </a:moveTo>
                <a:lnTo>
                  <a:pt x="2184504" y="351763"/>
                </a:lnTo>
                <a:lnTo>
                  <a:pt x="2183517" y="348849"/>
                </a:lnTo>
                <a:lnTo>
                  <a:pt x="2184091" y="345848"/>
                </a:lnTo>
                <a:lnTo>
                  <a:pt x="2184970" y="340826"/>
                </a:lnTo>
                <a:lnTo>
                  <a:pt x="2189803" y="337398"/>
                </a:lnTo>
                <a:lnTo>
                  <a:pt x="2194875" y="338331"/>
                </a:lnTo>
                <a:lnTo>
                  <a:pt x="2199892" y="339205"/>
                </a:lnTo>
                <a:lnTo>
                  <a:pt x="2203274" y="343998"/>
                </a:lnTo>
                <a:lnTo>
                  <a:pt x="2202440" y="349069"/>
                </a:lnTo>
                <a:lnTo>
                  <a:pt x="2201513" y="354136"/>
                </a:lnTo>
                <a:lnTo>
                  <a:pt x="2196724" y="357513"/>
                </a:lnTo>
                <a:lnTo>
                  <a:pt x="2191604" y="356626"/>
                </a:lnTo>
                <a:lnTo>
                  <a:pt x="2189587" y="356227"/>
                </a:lnTo>
                <a:lnTo>
                  <a:pt x="2187779" y="355269"/>
                </a:lnTo>
                <a:close/>
              </a:path>
              <a:path w="5142230" h="2300604">
                <a:moveTo>
                  <a:pt x="4663216" y="2266594"/>
                </a:moveTo>
                <a:lnTo>
                  <a:pt x="4659375" y="2262482"/>
                </a:lnTo>
                <a:lnTo>
                  <a:pt x="4658943" y="2257619"/>
                </a:lnTo>
                <a:lnTo>
                  <a:pt x="4661618" y="2253934"/>
                </a:lnTo>
                <a:lnTo>
                  <a:pt x="4664591" y="2249786"/>
                </a:lnTo>
                <a:lnTo>
                  <a:pt x="4670428" y="2248899"/>
                </a:lnTo>
                <a:lnTo>
                  <a:pt x="4678764" y="2254891"/>
                </a:lnTo>
                <a:lnTo>
                  <a:pt x="4679705" y="2260687"/>
                </a:lnTo>
                <a:lnTo>
                  <a:pt x="4676677" y="2264876"/>
                </a:lnTo>
                <a:lnTo>
                  <a:pt x="4673708" y="2269028"/>
                </a:lnTo>
                <a:lnTo>
                  <a:pt x="4667871" y="2269916"/>
                </a:lnTo>
                <a:lnTo>
                  <a:pt x="4663216" y="2266594"/>
                </a:lnTo>
                <a:close/>
              </a:path>
              <a:path w="5142230" h="2300604">
                <a:moveTo>
                  <a:pt x="3980044" y="1757646"/>
                </a:moveTo>
                <a:lnTo>
                  <a:pt x="3976167" y="1753496"/>
                </a:lnTo>
                <a:lnTo>
                  <a:pt x="3976072" y="1748116"/>
                </a:lnTo>
                <a:lnTo>
                  <a:pt x="3979260" y="1744491"/>
                </a:lnTo>
                <a:lnTo>
                  <a:pt x="3982745" y="1740696"/>
                </a:lnTo>
                <a:lnTo>
                  <a:pt x="3988558" y="1740369"/>
                </a:lnTo>
                <a:lnTo>
                  <a:pt x="3996215" y="1747197"/>
                </a:lnTo>
                <a:lnTo>
                  <a:pt x="3996528" y="1753104"/>
                </a:lnTo>
                <a:lnTo>
                  <a:pt x="3989710" y="1760761"/>
                </a:lnTo>
                <a:lnTo>
                  <a:pt x="3983798" y="1761079"/>
                </a:lnTo>
                <a:lnTo>
                  <a:pt x="3980044" y="1757646"/>
                </a:lnTo>
                <a:close/>
              </a:path>
              <a:path w="5142230" h="2300604">
                <a:moveTo>
                  <a:pt x="2536438" y="422749"/>
                </a:moveTo>
                <a:lnTo>
                  <a:pt x="2533163" y="419244"/>
                </a:lnTo>
                <a:lnTo>
                  <a:pt x="2532183" y="416142"/>
                </a:lnTo>
                <a:lnTo>
                  <a:pt x="2534017" y="408037"/>
                </a:lnTo>
                <a:lnTo>
                  <a:pt x="2538987" y="404854"/>
                </a:lnTo>
                <a:lnTo>
                  <a:pt x="2549011" y="407178"/>
                </a:lnTo>
                <a:lnTo>
                  <a:pt x="2552144" y="412095"/>
                </a:lnTo>
                <a:lnTo>
                  <a:pt x="2549919" y="422127"/>
                </a:lnTo>
                <a:lnTo>
                  <a:pt x="2544902" y="425261"/>
                </a:lnTo>
                <a:lnTo>
                  <a:pt x="2539936" y="424148"/>
                </a:lnTo>
                <a:lnTo>
                  <a:pt x="2538062" y="423706"/>
                </a:lnTo>
                <a:lnTo>
                  <a:pt x="2536438" y="422749"/>
                </a:lnTo>
                <a:close/>
              </a:path>
              <a:path w="5142230" h="2300604">
                <a:moveTo>
                  <a:pt x="3708878" y="1435993"/>
                </a:moveTo>
                <a:lnTo>
                  <a:pt x="3704996" y="1431838"/>
                </a:lnTo>
                <a:lnTo>
                  <a:pt x="3702002" y="1426874"/>
                </a:lnTo>
                <a:lnTo>
                  <a:pt x="3703420" y="1421158"/>
                </a:lnTo>
                <a:lnTo>
                  <a:pt x="3712194" y="1415892"/>
                </a:lnTo>
                <a:lnTo>
                  <a:pt x="3717905" y="1417313"/>
                </a:lnTo>
                <a:lnTo>
                  <a:pt x="3723179" y="1426084"/>
                </a:lnTo>
                <a:lnTo>
                  <a:pt x="3721753" y="1431790"/>
                </a:lnTo>
                <a:lnTo>
                  <a:pt x="3717367" y="1434426"/>
                </a:lnTo>
                <a:lnTo>
                  <a:pt x="3713557" y="1436798"/>
                </a:lnTo>
                <a:lnTo>
                  <a:pt x="3708878" y="1435993"/>
                </a:lnTo>
                <a:close/>
              </a:path>
              <a:path w="5142230" h="2300604">
                <a:moveTo>
                  <a:pt x="2742400" y="475983"/>
                </a:moveTo>
                <a:lnTo>
                  <a:pt x="2739121" y="472472"/>
                </a:lnTo>
                <a:lnTo>
                  <a:pt x="2738196" y="469136"/>
                </a:lnTo>
                <a:lnTo>
                  <a:pt x="2739152" y="465859"/>
                </a:lnTo>
                <a:lnTo>
                  <a:pt x="2740647" y="460911"/>
                </a:lnTo>
                <a:lnTo>
                  <a:pt x="2745789" y="458107"/>
                </a:lnTo>
                <a:lnTo>
                  <a:pt x="2755655" y="461044"/>
                </a:lnTo>
                <a:lnTo>
                  <a:pt x="2758454" y="466191"/>
                </a:lnTo>
                <a:lnTo>
                  <a:pt x="2756964" y="471144"/>
                </a:lnTo>
                <a:lnTo>
                  <a:pt x="2755518" y="476047"/>
                </a:lnTo>
                <a:lnTo>
                  <a:pt x="2750327" y="478897"/>
                </a:lnTo>
                <a:lnTo>
                  <a:pt x="2745422" y="477361"/>
                </a:lnTo>
                <a:lnTo>
                  <a:pt x="2743786" y="476880"/>
                </a:lnTo>
                <a:lnTo>
                  <a:pt x="2742400" y="475983"/>
                </a:lnTo>
                <a:close/>
              </a:path>
              <a:path w="5142230" h="2300604">
                <a:moveTo>
                  <a:pt x="4375315" y="2059079"/>
                </a:moveTo>
                <a:lnTo>
                  <a:pt x="4371425" y="2054915"/>
                </a:lnTo>
                <a:lnTo>
                  <a:pt x="4371035" y="2050102"/>
                </a:lnTo>
                <a:lnTo>
                  <a:pt x="4373661" y="2046461"/>
                </a:lnTo>
                <a:lnTo>
                  <a:pt x="4376594" y="2042270"/>
                </a:lnTo>
                <a:lnTo>
                  <a:pt x="4382429" y="2041284"/>
                </a:lnTo>
                <a:lnTo>
                  <a:pt x="4386578" y="2044256"/>
                </a:lnTo>
                <a:lnTo>
                  <a:pt x="4390773" y="2047186"/>
                </a:lnTo>
                <a:lnTo>
                  <a:pt x="4391760" y="2053030"/>
                </a:lnTo>
                <a:lnTo>
                  <a:pt x="4388787" y="2057178"/>
                </a:lnTo>
                <a:lnTo>
                  <a:pt x="4385804" y="2061416"/>
                </a:lnTo>
                <a:lnTo>
                  <a:pt x="4380017" y="2062356"/>
                </a:lnTo>
                <a:lnTo>
                  <a:pt x="4375315" y="2059079"/>
                </a:lnTo>
                <a:close/>
              </a:path>
              <a:path w="5142230" h="2300604">
                <a:moveTo>
                  <a:pt x="2117806" y="343020"/>
                </a:moveTo>
                <a:lnTo>
                  <a:pt x="2114531" y="339514"/>
                </a:lnTo>
                <a:lnTo>
                  <a:pt x="2113639" y="336604"/>
                </a:lnTo>
                <a:lnTo>
                  <a:pt x="2114118" y="333599"/>
                </a:lnTo>
                <a:lnTo>
                  <a:pt x="2114998" y="328578"/>
                </a:lnTo>
                <a:lnTo>
                  <a:pt x="2119830" y="325149"/>
                </a:lnTo>
                <a:lnTo>
                  <a:pt x="2124902" y="326082"/>
                </a:lnTo>
                <a:lnTo>
                  <a:pt x="2129919" y="326956"/>
                </a:lnTo>
                <a:lnTo>
                  <a:pt x="2133347" y="331799"/>
                </a:lnTo>
                <a:lnTo>
                  <a:pt x="2132468" y="336820"/>
                </a:lnTo>
                <a:lnTo>
                  <a:pt x="2131540" y="341887"/>
                </a:lnTo>
                <a:lnTo>
                  <a:pt x="2126751" y="345265"/>
                </a:lnTo>
                <a:lnTo>
                  <a:pt x="2121730" y="344386"/>
                </a:lnTo>
                <a:lnTo>
                  <a:pt x="2119614" y="343979"/>
                </a:lnTo>
                <a:lnTo>
                  <a:pt x="2117806" y="343020"/>
                </a:lnTo>
                <a:close/>
              </a:path>
              <a:path w="5142230" h="2300604">
                <a:moveTo>
                  <a:pt x="2674177" y="456713"/>
                </a:moveTo>
                <a:lnTo>
                  <a:pt x="2670898" y="453202"/>
                </a:lnTo>
                <a:lnTo>
                  <a:pt x="2669973" y="449866"/>
                </a:lnTo>
                <a:lnTo>
                  <a:pt x="2670836" y="446685"/>
                </a:lnTo>
                <a:lnTo>
                  <a:pt x="2672233" y="441728"/>
                </a:lnTo>
                <a:lnTo>
                  <a:pt x="2677332" y="438781"/>
                </a:lnTo>
                <a:lnTo>
                  <a:pt x="2682248" y="440133"/>
                </a:lnTo>
                <a:lnTo>
                  <a:pt x="2687208" y="441435"/>
                </a:lnTo>
                <a:lnTo>
                  <a:pt x="2690150" y="446540"/>
                </a:lnTo>
                <a:lnTo>
                  <a:pt x="2687452" y="456456"/>
                </a:lnTo>
                <a:lnTo>
                  <a:pt x="2682581" y="459257"/>
                </a:lnTo>
                <a:lnTo>
                  <a:pt x="2682343" y="459393"/>
                </a:lnTo>
                <a:lnTo>
                  <a:pt x="2677383" y="458092"/>
                </a:lnTo>
                <a:lnTo>
                  <a:pt x="2675657" y="457613"/>
                </a:lnTo>
                <a:lnTo>
                  <a:pt x="2674177" y="456713"/>
                </a:lnTo>
                <a:close/>
              </a:path>
              <a:path w="5142230" h="2300604">
                <a:moveTo>
                  <a:pt x="4088773" y="1849016"/>
                </a:moveTo>
                <a:lnTo>
                  <a:pt x="4084980" y="1844955"/>
                </a:lnTo>
                <a:lnTo>
                  <a:pt x="4084740" y="1839909"/>
                </a:lnTo>
                <a:lnTo>
                  <a:pt x="4087649" y="1836278"/>
                </a:lnTo>
                <a:lnTo>
                  <a:pt x="4090808" y="1832231"/>
                </a:lnTo>
                <a:lnTo>
                  <a:pt x="4096634" y="1831528"/>
                </a:lnTo>
                <a:lnTo>
                  <a:pt x="4100683" y="1834786"/>
                </a:lnTo>
                <a:lnTo>
                  <a:pt x="4104729" y="1837945"/>
                </a:lnTo>
                <a:lnTo>
                  <a:pt x="4105379" y="1843821"/>
                </a:lnTo>
                <a:lnTo>
                  <a:pt x="4098965" y="1851813"/>
                </a:lnTo>
                <a:lnTo>
                  <a:pt x="4093139" y="1852516"/>
                </a:lnTo>
                <a:lnTo>
                  <a:pt x="4088773" y="1849016"/>
                </a:lnTo>
                <a:close/>
              </a:path>
              <a:path w="5142230" h="2300604">
                <a:moveTo>
                  <a:pt x="3673336" y="1374294"/>
                </a:moveTo>
                <a:lnTo>
                  <a:pt x="3670016" y="1370739"/>
                </a:lnTo>
                <a:lnTo>
                  <a:pt x="3669566" y="1370063"/>
                </a:lnTo>
                <a:lnTo>
                  <a:pt x="3666723" y="1364867"/>
                </a:lnTo>
                <a:lnTo>
                  <a:pt x="3668373" y="1359207"/>
                </a:lnTo>
                <a:lnTo>
                  <a:pt x="3672853" y="1356766"/>
                </a:lnTo>
                <a:lnTo>
                  <a:pt x="3677370" y="1354272"/>
                </a:lnTo>
                <a:lnTo>
                  <a:pt x="3683030" y="1355934"/>
                </a:lnTo>
                <a:lnTo>
                  <a:pt x="3687960" y="1364925"/>
                </a:lnTo>
                <a:lnTo>
                  <a:pt x="3686304" y="1370580"/>
                </a:lnTo>
                <a:lnTo>
                  <a:pt x="3677984" y="1375165"/>
                </a:lnTo>
                <a:lnTo>
                  <a:pt x="3673336" y="1374294"/>
                </a:lnTo>
                <a:close/>
              </a:path>
              <a:path w="5142230" h="2300604">
                <a:moveTo>
                  <a:pt x="2397364" y="393613"/>
                </a:moveTo>
                <a:lnTo>
                  <a:pt x="2394084" y="390102"/>
                </a:lnTo>
                <a:lnTo>
                  <a:pt x="2393141" y="387138"/>
                </a:lnTo>
                <a:lnTo>
                  <a:pt x="2394692" y="379024"/>
                </a:lnTo>
                <a:lnTo>
                  <a:pt x="2399577" y="375749"/>
                </a:lnTo>
                <a:lnTo>
                  <a:pt x="2409659" y="377744"/>
                </a:lnTo>
                <a:lnTo>
                  <a:pt x="2412939" y="382624"/>
                </a:lnTo>
                <a:lnTo>
                  <a:pt x="2410992" y="392661"/>
                </a:lnTo>
                <a:lnTo>
                  <a:pt x="2406108" y="395936"/>
                </a:lnTo>
                <a:lnTo>
                  <a:pt x="2401045" y="395013"/>
                </a:lnTo>
                <a:lnTo>
                  <a:pt x="2399078" y="394568"/>
                </a:lnTo>
                <a:lnTo>
                  <a:pt x="2397364" y="393613"/>
                </a:lnTo>
                <a:close/>
              </a:path>
              <a:path w="5142230" h="2300604">
                <a:moveTo>
                  <a:pt x="4259524" y="1976771"/>
                </a:moveTo>
                <a:lnTo>
                  <a:pt x="4255688" y="1972664"/>
                </a:lnTo>
                <a:lnTo>
                  <a:pt x="4255297" y="1967845"/>
                </a:lnTo>
                <a:lnTo>
                  <a:pt x="4257922" y="1964207"/>
                </a:lnTo>
                <a:lnTo>
                  <a:pt x="4260895" y="1959959"/>
                </a:lnTo>
                <a:lnTo>
                  <a:pt x="4266691" y="1959028"/>
                </a:lnTo>
                <a:lnTo>
                  <a:pt x="4275026" y="1965020"/>
                </a:lnTo>
                <a:lnTo>
                  <a:pt x="4276014" y="1970864"/>
                </a:lnTo>
                <a:lnTo>
                  <a:pt x="4270016" y="1979206"/>
                </a:lnTo>
                <a:lnTo>
                  <a:pt x="4264220" y="1980137"/>
                </a:lnTo>
                <a:lnTo>
                  <a:pt x="4260032" y="1977119"/>
                </a:lnTo>
                <a:lnTo>
                  <a:pt x="4259524" y="1976771"/>
                </a:lnTo>
                <a:close/>
              </a:path>
              <a:path w="5142230" h="2300604">
                <a:moveTo>
                  <a:pt x="4317412" y="2018015"/>
                </a:moveTo>
                <a:lnTo>
                  <a:pt x="4313526" y="2013855"/>
                </a:lnTo>
                <a:lnTo>
                  <a:pt x="4313089" y="2009087"/>
                </a:lnTo>
                <a:lnTo>
                  <a:pt x="4315674" y="2005402"/>
                </a:lnTo>
                <a:lnTo>
                  <a:pt x="4318691" y="2001205"/>
                </a:lnTo>
                <a:lnTo>
                  <a:pt x="4324483" y="2000269"/>
                </a:lnTo>
                <a:lnTo>
                  <a:pt x="4328680" y="2003197"/>
                </a:lnTo>
                <a:lnTo>
                  <a:pt x="4332827" y="2006171"/>
                </a:lnTo>
                <a:lnTo>
                  <a:pt x="4333862" y="2011970"/>
                </a:lnTo>
                <a:lnTo>
                  <a:pt x="4330841" y="2016162"/>
                </a:lnTo>
                <a:lnTo>
                  <a:pt x="4327908" y="2020354"/>
                </a:lnTo>
                <a:lnTo>
                  <a:pt x="4322071" y="2021341"/>
                </a:lnTo>
                <a:lnTo>
                  <a:pt x="4317412" y="2018015"/>
                </a:lnTo>
                <a:close/>
              </a:path>
              <a:path w="5142230" h="2300604">
                <a:moveTo>
                  <a:pt x="2466992" y="407644"/>
                </a:moveTo>
                <a:lnTo>
                  <a:pt x="2463758" y="404182"/>
                </a:lnTo>
                <a:lnTo>
                  <a:pt x="2462775" y="401174"/>
                </a:lnTo>
                <a:lnTo>
                  <a:pt x="2463447" y="398081"/>
                </a:lnTo>
                <a:lnTo>
                  <a:pt x="2464469" y="393017"/>
                </a:lnTo>
                <a:lnTo>
                  <a:pt x="2469440" y="389835"/>
                </a:lnTo>
                <a:lnTo>
                  <a:pt x="2479470" y="391970"/>
                </a:lnTo>
                <a:lnTo>
                  <a:pt x="2482656" y="396847"/>
                </a:lnTo>
                <a:lnTo>
                  <a:pt x="2481634" y="401910"/>
                </a:lnTo>
                <a:lnTo>
                  <a:pt x="2480566" y="406926"/>
                </a:lnTo>
                <a:lnTo>
                  <a:pt x="2475640" y="410157"/>
                </a:lnTo>
                <a:lnTo>
                  <a:pt x="2470625" y="409089"/>
                </a:lnTo>
                <a:lnTo>
                  <a:pt x="2468658" y="408645"/>
                </a:lnTo>
                <a:lnTo>
                  <a:pt x="2466992" y="407644"/>
                </a:lnTo>
                <a:close/>
              </a:path>
              <a:path w="5142230" h="2300604">
                <a:moveTo>
                  <a:pt x="3071058" y="606800"/>
                </a:moveTo>
                <a:lnTo>
                  <a:pt x="3067733" y="603241"/>
                </a:lnTo>
                <a:lnTo>
                  <a:pt x="3067077" y="598922"/>
                </a:lnTo>
                <a:lnTo>
                  <a:pt x="3068995" y="595304"/>
                </a:lnTo>
                <a:lnTo>
                  <a:pt x="3071411" y="590856"/>
                </a:lnTo>
                <a:lnTo>
                  <a:pt x="3077040" y="589058"/>
                </a:lnTo>
                <a:lnTo>
                  <a:pt x="3081539" y="591530"/>
                </a:lnTo>
                <a:lnTo>
                  <a:pt x="3086078" y="593946"/>
                </a:lnTo>
                <a:lnTo>
                  <a:pt x="3087774" y="599576"/>
                </a:lnTo>
                <a:lnTo>
                  <a:pt x="3082983" y="608617"/>
                </a:lnTo>
                <a:lnTo>
                  <a:pt x="3077309" y="610366"/>
                </a:lnTo>
                <a:lnTo>
                  <a:pt x="3071889" y="607393"/>
                </a:lnTo>
                <a:lnTo>
                  <a:pt x="3071058" y="606800"/>
                </a:lnTo>
                <a:close/>
              </a:path>
              <a:path w="5142230" h="2300604">
                <a:moveTo>
                  <a:pt x="3747211" y="1495990"/>
                </a:moveTo>
                <a:lnTo>
                  <a:pt x="3743041" y="1491527"/>
                </a:lnTo>
                <a:lnTo>
                  <a:pt x="3740164" y="1487274"/>
                </a:lnTo>
                <a:lnTo>
                  <a:pt x="3741262" y="1481510"/>
                </a:lnTo>
                <a:lnTo>
                  <a:pt x="3749762" y="1475751"/>
                </a:lnTo>
                <a:lnTo>
                  <a:pt x="3755532" y="1476845"/>
                </a:lnTo>
                <a:lnTo>
                  <a:pt x="3761290" y="1485354"/>
                </a:lnTo>
                <a:lnTo>
                  <a:pt x="3760192" y="1491119"/>
                </a:lnTo>
                <a:lnTo>
                  <a:pt x="3755944" y="1494001"/>
                </a:lnTo>
                <a:lnTo>
                  <a:pt x="3752120" y="1496651"/>
                </a:lnTo>
                <a:lnTo>
                  <a:pt x="3747211" y="1495990"/>
                </a:lnTo>
                <a:close/>
              </a:path>
              <a:path w="5142230" h="2300604">
                <a:moveTo>
                  <a:pt x="3133244" y="642384"/>
                </a:moveTo>
                <a:lnTo>
                  <a:pt x="3129269" y="638129"/>
                </a:lnTo>
                <a:lnTo>
                  <a:pt x="3128678" y="633683"/>
                </a:lnTo>
                <a:lnTo>
                  <a:pt x="3130928" y="630029"/>
                </a:lnTo>
                <a:lnTo>
                  <a:pt x="3133582" y="625641"/>
                </a:lnTo>
                <a:lnTo>
                  <a:pt x="3139095" y="624306"/>
                </a:lnTo>
                <a:lnTo>
                  <a:pt x="3139244" y="624270"/>
                </a:lnTo>
                <a:lnTo>
                  <a:pt x="3148078" y="629622"/>
                </a:lnTo>
                <a:lnTo>
                  <a:pt x="3149395" y="635332"/>
                </a:lnTo>
                <a:lnTo>
                  <a:pt x="3144092" y="644121"/>
                </a:lnTo>
                <a:lnTo>
                  <a:pt x="3138337" y="645488"/>
                </a:lnTo>
                <a:lnTo>
                  <a:pt x="3133986" y="642787"/>
                </a:lnTo>
                <a:lnTo>
                  <a:pt x="3133244" y="642384"/>
                </a:lnTo>
                <a:close/>
              </a:path>
              <a:path w="5142230" h="2300604">
                <a:moveTo>
                  <a:pt x="3640115" y="1311460"/>
                </a:moveTo>
                <a:lnTo>
                  <a:pt x="3636794" y="1307906"/>
                </a:lnTo>
                <a:lnTo>
                  <a:pt x="3636300" y="1307181"/>
                </a:lnTo>
                <a:lnTo>
                  <a:pt x="3635855" y="1306409"/>
                </a:lnTo>
                <a:lnTo>
                  <a:pt x="3633556" y="1301800"/>
                </a:lnTo>
                <a:lnTo>
                  <a:pt x="3635304" y="1296240"/>
                </a:lnTo>
                <a:lnTo>
                  <a:pt x="3644481" y="1291502"/>
                </a:lnTo>
                <a:lnTo>
                  <a:pt x="3650031" y="1293339"/>
                </a:lnTo>
                <a:lnTo>
                  <a:pt x="3654730" y="1302473"/>
                </a:lnTo>
                <a:lnTo>
                  <a:pt x="3652981" y="1307932"/>
                </a:lnTo>
                <a:lnTo>
                  <a:pt x="3652934" y="1308077"/>
                </a:lnTo>
                <a:lnTo>
                  <a:pt x="3644620" y="1312374"/>
                </a:lnTo>
                <a:lnTo>
                  <a:pt x="3640115" y="1311460"/>
                </a:lnTo>
                <a:close/>
              </a:path>
              <a:path w="5142230" h="2300604">
                <a:moveTo>
                  <a:pt x="3833509" y="1608995"/>
                </a:moveTo>
                <a:lnTo>
                  <a:pt x="3829869" y="1605099"/>
                </a:lnTo>
                <a:lnTo>
                  <a:pt x="3826508" y="1601208"/>
                </a:lnTo>
                <a:lnTo>
                  <a:pt x="3826989" y="1595271"/>
                </a:lnTo>
                <a:lnTo>
                  <a:pt x="3830263" y="1592520"/>
                </a:lnTo>
                <a:lnTo>
                  <a:pt x="3834166" y="1589171"/>
                </a:lnTo>
                <a:lnTo>
                  <a:pt x="3834773" y="1588648"/>
                </a:lnTo>
                <a:lnTo>
                  <a:pt x="3840655" y="1589080"/>
                </a:lnTo>
                <a:lnTo>
                  <a:pt x="3843971" y="1593021"/>
                </a:lnTo>
                <a:lnTo>
                  <a:pt x="3847328" y="1596908"/>
                </a:lnTo>
                <a:lnTo>
                  <a:pt x="3846896" y="1602799"/>
                </a:lnTo>
                <a:lnTo>
                  <a:pt x="3843573" y="1605595"/>
                </a:lnTo>
                <a:lnTo>
                  <a:pt x="3839718" y="1608897"/>
                </a:lnTo>
                <a:lnTo>
                  <a:pt x="3839161" y="1609376"/>
                </a:lnTo>
                <a:lnTo>
                  <a:pt x="3833509" y="1608995"/>
                </a:lnTo>
                <a:close/>
              </a:path>
              <a:path w="5142230" h="2300604">
                <a:moveTo>
                  <a:pt x="3440137" y="936203"/>
                </a:moveTo>
                <a:lnTo>
                  <a:pt x="3435930" y="931699"/>
                </a:lnTo>
                <a:lnTo>
                  <a:pt x="3433101" y="927402"/>
                </a:lnTo>
                <a:lnTo>
                  <a:pt x="3434283" y="921632"/>
                </a:lnTo>
                <a:lnTo>
                  <a:pt x="3442836" y="916025"/>
                </a:lnTo>
                <a:lnTo>
                  <a:pt x="3448556" y="917165"/>
                </a:lnTo>
                <a:lnTo>
                  <a:pt x="3451475" y="921460"/>
                </a:lnTo>
                <a:lnTo>
                  <a:pt x="3454256" y="925710"/>
                </a:lnTo>
                <a:lnTo>
                  <a:pt x="3453119" y="931530"/>
                </a:lnTo>
                <a:lnTo>
                  <a:pt x="3448821" y="934358"/>
                </a:lnTo>
                <a:lnTo>
                  <a:pt x="3444960" y="936869"/>
                </a:lnTo>
                <a:lnTo>
                  <a:pt x="3440137" y="936203"/>
                </a:lnTo>
                <a:close/>
              </a:path>
              <a:path w="5142230" h="2300604">
                <a:moveTo>
                  <a:pt x="3608191" y="1247962"/>
                </a:moveTo>
                <a:lnTo>
                  <a:pt x="3604870" y="1244408"/>
                </a:lnTo>
                <a:lnTo>
                  <a:pt x="3604371" y="1243678"/>
                </a:lnTo>
                <a:lnTo>
                  <a:pt x="3601682" y="1238255"/>
                </a:lnTo>
                <a:lnTo>
                  <a:pt x="3603523" y="1232700"/>
                </a:lnTo>
                <a:lnTo>
                  <a:pt x="3612555" y="1228198"/>
                </a:lnTo>
                <a:lnTo>
                  <a:pt x="3612744" y="1228104"/>
                </a:lnTo>
                <a:lnTo>
                  <a:pt x="3618294" y="1230041"/>
                </a:lnTo>
                <a:lnTo>
                  <a:pt x="3622845" y="1239213"/>
                </a:lnTo>
                <a:lnTo>
                  <a:pt x="3620999" y="1244763"/>
                </a:lnTo>
                <a:lnTo>
                  <a:pt x="3612648" y="1248921"/>
                </a:lnTo>
                <a:lnTo>
                  <a:pt x="3608191" y="1247962"/>
                </a:lnTo>
                <a:close/>
              </a:path>
              <a:path w="5142230" h="2300604">
                <a:moveTo>
                  <a:pt x="3927834" y="1708990"/>
                </a:moveTo>
                <a:lnTo>
                  <a:pt x="3924092" y="1704984"/>
                </a:lnTo>
                <a:lnTo>
                  <a:pt x="3924145" y="1699470"/>
                </a:lnTo>
                <a:lnTo>
                  <a:pt x="3931192" y="1692156"/>
                </a:lnTo>
                <a:lnTo>
                  <a:pt x="3937049" y="1692072"/>
                </a:lnTo>
                <a:lnTo>
                  <a:pt x="3944454" y="1699217"/>
                </a:lnTo>
                <a:lnTo>
                  <a:pt x="3944484" y="1705114"/>
                </a:lnTo>
                <a:lnTo>
                  <a:pt x="3937389" y="1712474"/>
                </a:lnTo>
                <a:lnTo>
                  <a:pt x="3931483" y="1712603"/>
                </a:lnTo>
                <a:lnTo>
                  <a:pt x="3927834" y="1708990"/>
                </a:lnTo>
                <a:close/>
              </a:path>
              <a:path w="5142230" h="2300604">
                <a:moveTo>
                  <a:pt x="2876889" y="520644"/>
                </a:moveTo>
                <a:lnTo>
                  <a:pt x="2873610" y="517133"/>
                </a:lnTo>
                <a:lnTo>
                  <a:pt x="2872744" y="513467"/>
                </a:lnTo>
                <a:lnTo>
                  <a:pt x="2873993" y="510017"/>
                </a:lnTo>
                <a:lnTo>
                  <a:pt x="2875807" y="505209"/>
                </a:lnTo>
                <a:lnTo>
                  <a:pt x="2881182" y="502754"/>
                </a:lnTo>
                <a:lnTo>
                  <a:pt x="2890739" y="506336"/>
                </a:lnTo>
                <a:lnTo>
                  <a:pt x="2893244" y="511657"/>
                </a:lnTo>
                <a:lnTo>
                  <a:pt x="2891430" y="516465"/>
                </a:lnTo>
                <a:lnTo>
                  <a:pt x="2889661" y="521314"/>
                </a:lnTo>
                <a:lnTo>
                  <a:pt x="2884286" y="523769"/>
                </a:lnTo>
                <a:lnTo>
                  <a:pt x="2878091" y="521438"/>
                </a:lnTo>
                <a:lnTo>
                  <a:pt x="2876889" y="520644"/>
                </a:lnTo>
                <a:close/>
              </a:path>
              <a:path w="5142230" h="2300604">
                <a:moveTo>
                  <a:pt x="3477503" y="996244"/>
                </a:moveTo>
                <a:lnTo>
                  <a:pt x="3473664" y="992134"/>
                </a:lnTo>
                <a:lnTo>
                  <a:pt x="3473265" y="991512"/>
                </a:lnTo>
                <a:lnTo>
                  <a:pt x="3470678" y="987080"/>
                </a:lnTo>
                <a:lnTo>
                  <a:pt x="3472142" y="981412"/>
                </a:lnTo>
                <a:lnTo>
                  <a:pt x="3476578" y="978830"/>
                </a:lnTo>
                <a:lnTo>
                  <a:pt x="3480959" y="976189"/>
                </a:lnTo>
                <a:lnTo>
                  <a:pt x="3486670" y="977610"/>
                </a:lnTo>
                <a:lnTo>
                  <a:pt x="3491939" y="986477"/>
                </a:lnTo>
                <a:lnTo>
                  <a:pt x="3490427" y="992190"/>
                </a:lnTo>
                <a:lnTo>
                  <a:pt x="3486041" y="994826"/>
                </a:lnTo>
                <a:lnTo>
                  <a:pt x="3482185" y="997050"/>
                </a:lnTo>
                <a:lnTo>
                  <a:pt x="3477503" y="996244"/>
                </a:lnTo>
                <a:close/>
              </a:path>
              <a:path w="5142230" h="2300604">
                <a:moveTo>
                  <a:pt x="3399071" y="878464"/>
                </a:moveTo>
                <a:lnTo>
                  <a:pt x="3395245" y="874368"/>
                </a:lnTo>
                <a:lnTo>
                  <a:pt x="3392133" y="870253"/>
                </a:lnTo>
                <a:lnTo>
                  <a:pt x="3392894" y="864420"/>
                </a:lnTo>
                <a:lnTo>
                  <a:pt x="3401082" y="858232"/>
                </a:lnTo>
                <a:lnTo>
                  <a:pt x="3406915" y="859001"/>
                </a:lnTo>
                <a:lnTo>
                  <a:pt x="3410031" y="863121"/>
                </a:lnTo>
                <a:lnTo>
                  <a:pt x="3413148" y="867139"/>
                </a:lnTo>
                <a:lnTo>
                  <a:pt x="3412339" y="873018"/>
                </a:lnTo>
                <a:lnTo>
                  <a:pt x="3408268" y="876090"/>
                </a:lnTo>
                <a:lnTo>
                  <a:pt x="3404435" y="879022"/>
                </a:lnTo>
                <a:lnTo>
                  <a:pt x="3399071" y="878464"/>
                </a:lnTo>
                <a:close/>
              </a:path>
              <a:path w="5142230" h="2300604">
                <a:moveTo>
                  <a:pt x="3301747" y="769784"/>
                </a:moveTo>
                <a:lnTo>
                  <a:pt x="3298004" y="765777"/>
                </a:lnTo>
                <a:lnTo>
                  <a:pt x="3297963" y="760260"/>
                </a:lnTo>
                <a:lnTo>
                  <a:pt x="3301390" y="756694"/>
                </a:lnTo>
                <a:lnTo>
                  <a:pt x="3304913" y="752937"/>
                </a:lnTo>
                <a:lnTo>
                  <a:pt x="3310771" y="752761"/>
                </a:lnTo>
                <a:lnTo>
                  <a:pt x="3318274" y="759814"/>
                </a:lnTo>
                <a:lnTo>
                  <a:pt x="3318409" y="765723"/>
                </a:lnTo>
                <a:lnTo>
                  <a:pt x="3311398" y="773177"/>
                </a:lnTo>
                <a:lnTo>
                  <a:pt x="3305444" y="773351"/>
                </a:lnTo>
                <a:lnTo>
                  <a:pt x="3301747" y="769784"/>
                </a:lnTo>
                <a:close/>
              </a:path>
              <a:path w="5142230" h="2300604">
                <a:moveTo>
                  <a:pt x="3354194" y="823971"/>
                </a:moveTo>
                <a:lnTo>
                  <a:pt x="3350637" y="820162"/>
                </a:lnTo>
                <a:lnTo>
                  <a:pt x="3347231" y="816322"/>
                </a:lnTo>
                <a:lnTo>
                  <a:pt x="3347569" y="810427"/>
                </a:lnTo>
                <a:lnTo>
                  <a:pt x="3351369" y="806968"/>
                </a:lnTo>
                <a:lnTo>
                  <a:pt x="3354868" y="803874"/>
                </a:lnTo>
                <a:lnTo>
                  <a:pt x="3355220" y="803563"/>
                </a:lnTo>
                <a:lnTo>
                  <a:pt x="3361104" y="803901"/>
                </a:lnTo>
                <a:lnTo>
                  <a:pt x="3367924" y="811592"/>
                </a:lnTo>
                <a:lnTo>
                  <a:pt x="3367585" y="817488"/>
                </a:lnTo>
                <a:lnTo>
                  <a:pt x="3360243" y="823993"/>
                </a:lnTo>
                <a:lnTo>
                  <a:pt x="3359992" y="824216"/>
                </a:lnTo>
                <a:lnTo>
                  <a:pt x="3354194" y="823971"/>
                </a:lnTo>
                <a:close/>
              </a:path>
              <a:path w="5142230" h="2300604">
                <a:moveTo>
                  <a:pt x="2942859" y="546493"/>
                </a:moveTo>
                <a:lnTo>
                  <a:pt x="2939574" y="542978"/>
                </a:lnTo>
                <a:lnTo>
                  <a:pt x="2938763" y="539079"/>
                </a:lnTo>
                <a:lnTo>
                  <a:pt x="2940208" y="535638"/>
                </a:lnTo>
                <a:lnTo>
                  <a:pt x="2942162" y="530891"/>
                </a:lnTo>
                <a:lnTo>
                  <a:pt x="2947617" y="528616"/>
                </a:lnTo>
                <a:lnTo>
                  <a:pt x="2957111" y="532622"/>
                </a:lnTo>
                <a:lnTo>
                  <a:pt x="2959339" y="538038"/>
                </a:lnTo>
                <a:lnTo>
                  <a:pt x="2955424" y="547530"/>
                </a:lnTo>
                <a:lnTo>
                  <a:pt x="2949969" y="549805"/>
                </a:lnTo>
                <a:lnTo>
                  <a:pt x="2945225" y="547752"/>
                </a:lnTo>
                <a:lnTo>
                  <a:pt x="2943965" y="547286"/>
                </a:lnTo>
                <a:lnTo>
                  <a:pt x="2942859" y="546493"/>
                </a:lnTo>
                <a:close/>
              </a:path>
              <a:path w="5142230" h="2300604">
                <a:moveTo>
                  <a:pt x="2605477" y="438984"/>
                </a:moveTo>
                <a:lnTo>
                  <a:pt x="2602243" y="435522"/>
                </a:lnTo>
                <a:lnTo>
                  <a:pt x="2601285" y="432248"/>
                </a:lnTo>
                <a:lnTo>
                  <a:pt x="2602035" y="429141"/>
                </a:lnTo>
                <a:lnTo>
                  <a:pt x="2603292" y="424133"/>
                </a:lnTo>
                <a:lnTo>
                  <a:pt x="2604645" y="423333"/>
                </a:lnTo>
                <a:lnTo>
                  <a:pt x="2608469" y="421171"/>
                </a:lnTo>
                <a:lnTo>
                  <a:pt x="2618272" y="423552"/>
                </a:lnTo>
                <a:lnTo>
                  <a:pt x="2621362" y="428619"/>
                </a:lnTo>
                <a:lnTo>
                  <a:pt x="2620101" y="433623"/>
                </a:lnTo>
                <a:lnTo>
                  <a:pt x="2618893" y="438586"/>
                </a:lnTo>
                <a:lnTo>
                  <a:pt x="2613885" y="441630"/>
                </a:lnTo>
                <a:lnTo>
                  <a:pt x="2608876" y="440374"/>
                </a:lnTo>
                <a:lnTo>
                  <a:pt x="2607048" y="439981"/>
                </a:lnTo>
                <a:lnTo>
                  <a:pt x="2605477" y="438984"/>
                </a:lnTo>
                <a:close/>
              </a:path>
              <a:path w="5142230" h="2300604">
                <a:moveTo>
                  <a:pt x="3192366" y="680940"/>
                </a:moveTo>
                <a:lnTo>
                  <a:pt x="3188479" y="676780"/>
                </a:lnTo>
                <a:lnTo>
                  <a:pt x="3188043" y="672012"/>
                </a:lnTo>
                <a:lnTo>
                  <a:pt x="3193545" y="664124"/>
                </a:lnTo>
                <a:lnTo>
                  <a:pt x="3199387" y="663141"/>
                </a:lnTo>
                <a:lnTo>
                  <a:pt x="3207779" y="668998"/>
                </a:lnTo>
                <a:lnTo>
                  <a:pt x="3208814" y="674798"/>
                </a:lnTo>
                <a:lnTo>
                  <a:pt x="3202909" y="683235"/>
                </a:lnTo>
                <a:lnTo>
                  <a:pt x="3197109" y="684261"/>
                </a:lnTo>
                <a:lnTo>
                  <a:pt x="3192366" y="680940"/>
                </a:lnTo>
                <a:close/>
              </a:path>
              <a:path w="5142230" h="2300604">
                <a:moveTo>
                  <a:pt x="3248611" y="723261"/>
                </a:moveTo>
                <a:lnTo>
                  <a:pt x="3244871" y="719257"/>
                </a:lnTo>
                <a:lnTo>
                  <a:pt x="3244627" y="714108"/>
                </a:lnTo>
                <a:lnTo>
                  <a:pt x="3247629" y="710482"/>
                </a:lnTo>
                <a:lnTo>
                  <a:pt x="3250834" y="706483"/>
                </a:lnTo>
                <a:lnTo>
                  <a:pt x="3256660" y="705880"/>
                </a:lnTo>
                <a:lnTo>
                  <a:pt x="3260708" y="709139"/>
                </a:lnTo>
                <a:lnTo>
                  <a:pt x="3264658" y="712389"/>
                </a:lnTo>
                <a:lnTo>
                  <a:pt x="3265263" y="718215"/>
                </a:lnTo>
                <a:lnTo>
                  <a:pt x="3262053" y="722210"/>
                </a:lnTo>
                <a:lnTo>
                  <a:pt x="3258808" y="726163"/>
                </a:lnTo>
                <a:lnTo>
                  <a:pt x="3252932" y="726813"/>
                </a:lnTo>
                <a:lnTo>
                  <a:pt x="3248611" y="723261"/>
                </a:lnTo>
                <a:close/>
              </a:path>
              <a:path w="5142230" h="2300604">
                <a:moveTo>
                  <a:pt x="4716557" y="2300034"/>
                </a:moveTo>
                <a:lnTo>
                  <a:pt x="4716488" y="2299183"/>
                </a:lnTo>
                <a:lnTo>
                  <a:pt x="4722140" y="2291355"/>
                </a:lnTo>
                <a:lnTo>
                  <a:pt x="4727977" y="2290468"/>
                </a:lnTo>
                <a:lnTo>
                  <a:pt x="4736320" y="2296463"/>
                </a:lnTo>
                <a:lnTo>
                  <a:pt x="4736850" y="2299965"/>
                </a:lnTo>
                <a:lnTo>
                  <a:pt x="4730248" y="2300034"/>
                </a:lnTo>
                <a:lnTo>
                  <a:pt x="4716557" y="2300034"/>
                </a:lnTo>
                <a:close/>
              </a:path>
              <a:path w="5142230" h="2300604">
                <a:moveTo>
                  <a:pt x="4491117" y="2142188"/>
                </a:moveTo>
                <a:lnTo>
                  <a:pt x="4486770" y="2137535"/>
                </a:lnTo>
                <a:lnTo>
                  <a:pt x="4486384" y="2132821"/>
                </a:lnTo>
                <a:lnTo>
                  <a:pt x="4492033" y="2124989"/>
                </a:lnTo>
                <a:lnTo>
                  <a:pt x="4497826" y="2124050"/>
                </a:lnTo>
                <a:lnTo>
                  <a:pt x="4506166" y="2130048"/>
                </a:lnTo>
                <a:lnTo>
                  <a:pt x="4507099" y="2135933"/>
                </a:lnTo>
                <a:lnTo>
                  <a:pt x="4504130" y="2140086"/>
                </a:lnTo>
                <a:lnTo>
                  <a:pt x="4501056" y="2144227"/>
                </a:lnTo>
                <a:lnTo>
                  <a:pt x="4495264" y="2145163"/>
                </a:lnTo>
                <a:lnTo>
                  <a:pt x="4491117" y="2142188"/>
                </a:lnTo>
                <a:close/>
              </a:path>
              <a:path w="5142230" h="2300604">
                <a:moveTo>
                  <a:pt x="1908191" y="304448"/>
                </a:moveTo>
                <a:lnTo>
                  <a:pt x="1904911" y="300938"/>
                </a:lnTo>
                <a:lnTo>
                  <a:pt x="1903977" y="297884"/>
                </a:lnTo>
                <a:lnTo>
                  <a:pt x="1904600" y="294837"/>
                </a:lnTo>
                <a:lnTo>
                  <a:pt x="1905573" y="289819"/>
                </a:lnTo>
                <a:lnTo>
                  <a:pt x="1910498" y="286587"/>
                </a:lnTo>
                <a:lnTo>
                  <a:pt x="1915512" y="287556"/>
                </a:lnTo>
                <a:lnTo>
                  <a:pt x="1920581" y="288583"/>
                </a:lnTo>
                <a:lnTo>
                  <a:pt x="1923856" y="293458"/>
                </a:lnTo>
                <a:lnTo>
                  <a:pt x="1921817" y="303590"/>
                </a:lnTo>
                <a:lnTo>
                  <a:pt x="1916887" y="306817"/>
                </a:lnTo>
                <a:lnTo>
                  <a:pt x="1911873" y="305848"/>
                </a:lnTo>
                <a:lnTo>
                  <a:pt x="1909905" y="305404"/>
                </a:lnTo>
                <a:lnTo>
                  <a:pt x="1908191" y="304448"/>
                </a:lnTo>
                <a:close/>
              </a:path>
              <a:path w="5142230" h="2300604">
                <a:moveTo>
                  <a:pt x="3576794" y="1184347"/>
                </a:moveTo>
                <a:lnTo>
                  <a:pt x="3573464" y="1180782"/>
                </a:lnTo>
                <a:lnTo>
                  <a:pt x="3572929" y="1180013"/>
                </a:lnTo>
                <a:lnTo>
                  <a:pt x="3570235" y="1174586"/>
                </a:lnTo>
                <a:lnTo>
                  <a:pt x="3572124" y="1168986"/>
                </a:lnTo>
                <a:lnTo>
                  <a:pt x="3581108" y="1164528"/>
                </a:lnTo>
                <a:lnTo>
                  <a:pt x="3581297" y="1164434"/>
                </a:lnTo>
                <a:lnTo>
                  <a:pt x="3586893" y="1166320"/>
                </a:lnTo>
                <a:lnTo>
                  <a:pt x="3589197" y="1170934"/>
                </a:lnTo>
                <a:lnTo>
                  <a:pt x="3591444" y="1175592"/>
                </a:lnTo>
                <a:lnTo>
                  <a:pt x="3589559" y="1181096"/>
                </a:lnTo>
                <a:lnTo>
                  <a:pt x="3581202" y="1185251"/>
                </a:lnTo>
                <a:lnTo>
                  <a:pt x="3576794" y="1184347"/>
                </a:lnTo>
                <a:close/>
              </a:path>
              <a:path w="5142230" h="2300604">
                <a:moveTo>
                  <a:pt x="3881135" y="1661933"/>
                </a:moveTo>
                <a:lnTo>
                  <a:pt x="3874075" y="1654375"/>
                </a:lnTo>
                <a:lnTo>
                  <a:pt x="3874276" y="1648627"/>
                </a:lnTo>
                <a:lnTo>
                  <a:pt x="3881735" y="1641559"/>
                </a:lnTo>
                <a:lnTo>
                  <a:pt x="3887724" y="1641715"/>
                </a:lnTo>
                <a:lnTo>
                  <a:pt x="3894694" y="1649176"/>
                </a:lnTo>
                <a:lnTo>
                  <a:pt x="3894541" y="1655072"/>
                </a:lnTo>
                <a:lnTo>
                  <a:pt x="3887031" y="1662086"/>
                </a:lnTo>
                <a:lnTo>
                  <a:pt x="3881135" y="1661933"/>
                </a:lnTo>
                <a:close/>
              </a:path>
              <a:path w="5142230" h="2300604">
                <a:moveTo>
                  <a:pt x="4548166" y="2183412"/>
                </a:moveTo>
                <a:lnTo>
                  <a:pt x="4544281" y="2179253"/>
                </a:lnTo>
                <a:lnTo>
                  <a:pt x="4543890" y="2174440"/>
                </a:lnTo>
                <a:lnTo>
                  <a:pt x="4546565" y="2170754"/>
                </a:lnTo>
                <a:lnTo>
                  <a:pt x="4549539" y="2166606"/>
                </a:lnTo>
                <a:lnTo>
                  <a:pt x="4555380" y="2165624"/>
                </a:lnTo>
                <a:lnTo>
                  <a:pt x="4559525" y="2168692"/>
                </a:lnTo>
                <a:lnTo>
                  <a:pt x="4563713" y="2171710"/>
                </a:lnTo>
                <a:lnTo>
                  <a:pt x="4564652" y="2177507"/>
                </a:lnTo>
                <a:lnTo>
                  <a:pt x="4561626" y="2181694"/>
                </a:lnTo>
                <a:lnTo>
                  <a:pt x="4558612" y="2185798"/>
                </a:lnTo>
                <a:lnTo>
                  <a:pt x="4552820" y="2186734"/>
                </a:lnTo>
                <a:lnTo>
                  <a:pt x="4548166" y="2183412"/>
                </a:lnTo>
                <a:close/>
              </a:path>
              <a:path w="5142230" h="2300604">
                <a:moveTo>
                  <a:pt x="3512285" y="1058008"/>
                </a:moveTo>
                <a:lnTo>
                  <a:pt x="3508348" y="1053794"/>
                </a:lnTo>
                <a:lnTo>
                  <a:pt x="3507996" y="1053026"/>
                </a:lnTo>
                <a:lnTo>
                  <a:pt x="3505552" y="1048553"/>
                </a:lnTo>
                <a:lnTo>
                  <a:pt x="3507202" y="1042893"/>
                </a:lnTo>
                <a:lnTo>
                  <a:pt x="3511775" y="1040457"/>
                </a:lnTo>
                <a:lnTo>
                  <a:pt x="3516250" y="1038011"/>
                </a:lnTo>
                <a:lnTo>
                  <a:pt x="3521904" y="1039669"/>
                </a:lnTo>
                <a:lnTo>
                  <a:pt x="3526791" y="1048709"/>
                </a:lnTo>
                <a:lnTo>
                  <a:pt x="3525130" y="1054361"/>
                </a:lnTo>
                <a:lnTo>
                  <a:pt x="3520566" y="1056807"/>
                </a:lnTo>
                <a:lnTo>
                  <a:pt x="3516766" y="1058896"/>
                </a:lnTo>
                <a:lnTo>
                  <a:pt x="3512285" y="1058008"/>
                </a:lnTo>
                <a:close/>
              </a:path>
              <a:path w="5142230" h="2300604">
                <a:moveTo>
                  <a:pt x="4144928" y="1892608"/>
                </a:moveTo>
                <a:lnTo>
                  <a:pt x="4141197" y="1888615"/>
                </a:lnTo>
                <a:lnTo>
                  <a:pt x="4140850" y="1883552"/>
                </a:lnTo>
                <a:lnTo>
                  <a:pt x="4143616" y="1879964"/>
                </a:lnTo>
                <a:lnTo>
                  <a:pt x="4146684" y="1875819"/>
                </a:lnTo>
                <a:lnTo>
                  <a:pt x="4152517" y="1875027"/>
                </a:lnTo>
                <a:lnTo>
                  <a:pt x="4156612" y="1878142"/>
                </a:lnTo>
                <a:lnTo>
                  <a:pt x="4160753" y="1881204"/>
                </a:lnTo>
                <a:lnTo>
                  <a:pt x="4161551" y="1887042"/>
                </a:lnTo>
                <a:lnTo>
                  <a:pt x="4155324" y="1895233"/>
                </a:lnTo>
                <a:lnTo>
                  <a:pt x="4149490" y="1896026"/>
                </a:lnTo>
                <a:lnTo>
                  <a:pt x="4145390" y="1892907"/>
                </a:lnTo>
                <a:lnTo>
                  <a:pt x="4144928" y="1892608"/>
                </a:lnTo>
                <a:close/>
              </a:path>
              <a:path w="5142230" h="2300604">
                <a:moveTo>
                  <a:pt x="1977933" y="317916"/>
                </a:moveTo>
                <a:lnTo>
                  <a:pt x="1974695" y="314450"/>
                </a:lnTo>
                <a:lnTo>
                  <a:pt x="1973757" y="311491"/>
                </a:lnTo>
                <a:lnTo>
                  <a:pt x="1974290" y="308445"/>
                </a:lnTo>
                <a:lnTo>
                  <a:pt x="1975218" y="303378"/>
                </a:lnTo>
                <a:lnTo>
                  <a:pt x="1980098" y="300098"/>
                </a:lnTo>
                <a:lnTo>
                  <a:pt x="1990232" y="301953"/>
                </a:lnTo>
                <a:lnTo>
                  <a:pt x="1993561" y="306788"/>
                </a:lnTo>
                <a:lnTo>
                  <a:pt x="1991606" y="316914"/>
                </a:lnTo>
                <a:lnTo>
                  <a:pt x="1986776" y="320247"/>
                </a:lnTo>
                <a:lnTo>
                  <a:pt x="1981754" y="319269"/>
                </a:lnTo>
                <a:lnTo>
                  <a:pt x="1979688" y="318916"/>
                </a:lnTo>
                <a:lnTo>
                  <a:pt x="1977933" y="317916"/>
                </a:lnTo>
                <a:close/>
              </a:path>
              <a:path w="5142230" h="2300604">
                <a:moveTo>
                  <a:pt x="2809941" y="497260"/>
                </a:moveTo>
                <a:lnTo>
                  <a:pt x="2806657" y="493745"/>
                </a:lnTo>
                <a:lnTo>
                  <a:pt x="2805787" y="490174"/>
                </a:lnTo>
                <a:lnTo>
                  <a:pt x="2808478" y="482107"/>
                </a:lnTo>
                <a:lnTo>
                  <a:pt x="2808526" y="481963"/>
                </a:lnTo>
                <a:lnTo>
                  <a:pt x="2813761" y="479356"/>
                </a:lnTo>
                <a:lnTo>
                  <a:pt x="2823514" y="482563"/>
                </a:lnTo>
                <a:lnTo>
                  <a:pt x="2826167" y="487847"/>
                </a:lnTo>
                <a:lnTo>
                  <a:pt x="2822957" y="497411"/>
                </a:lnTo>
                <a:lnTo>
                  <a:pt x="2822909" y="497555"/>
                </a:lnTo>
                <a:lnTo>
                  <a:pt x="2817626" y="500208"/>
                </a:lnTo>
                <a:lnTo>
                  <a:pt x="2812774" y="498631"/>
                </a:lnTo>
                <a:lnTo>
                  <a:pt x="2811281" y="498108"/>
                </a:lnTo>
                <a:lnTo>
                  <a:pt x="2809941" y="497260"/>
                </a:lnTo>
                <a:close/>
              </a:path>
              <a:path w="5142230" h="2300604">
                <a:moveTo>
                  <a:pt x="4433113" y="2100232"/>
                </a:moveTo>
                <a:lnTo>
                  <a:pt x="4429226" y="2096071"/>
                </a:lnTo>
                <a:lnTo>
                  <a:pt x="4428840" y="2091258"/>
                </a:lnTo>
                <a:lnTo>
                  <a:pt x="4434441" y="2083469"/>
                </a:lnTo>
                <a:lnTo>
                  <a:pt x="4440280" y="2082489"/>
                </a:lnTo>
                <a:lnTo>
                  <a:pt x="4448622" y="2088484"/>
                </a:lnTo>
                <a:lnTo>
                  <a:pt x="4449552" y="2094271"/>
                </a:lnTo>
                <a:lnTo>
                  <a:pt x="4443562" y="2102616"/>
                </a:lnTo>
                <a:lnTo>
                  <a:pt x="4437768" y="2103554"/>
                </a:lnTo>
                <a:lnTo>
                  <a:pt x="4433113" y="2100232"/>
                </a:lnTo>
                <a:close/>
              </a:path>
              <a:path w="5142230" h="2300604">
                <a:moveTo>
                  <a:pt x="2047841" y="330682"/>
                </a:moveTo>
                <a:lnTo>
                  <a:pt x="2044607" y="327220"/>
                </a:lnTo>
                <a:lnTo>
                  <a:pt x="2043669" y="324261"/>
                </a:lnTo>
                <a:lnTo>
                  <a:pt x="2044149" y="321256"/>
                </a:lnTo>
                <a:lnTo>
                  <a:pt x="2045077" y="316189"/>
                </a:lnTo>
                <a:lnTo>
                  <a:pt x="2049907" y="312855"/>
                </a:lnTo>
                <a:lnTo>
                  <a:pt x="2059995" y="314662"/>
                </a:lnTo>
                <a:lnTo>
                  <a:pt x="2063377" y="319456"/>
                </a:lnTo>
                <a:lnTo>
                  <a:pt x="2062445" y="324518"/>
                </a:lnTo>
                <a:lnTo>
                  <a:pt x="2061566" y="329539"/>
                </a:lnTo>
                <a:lnTo>
                  <a:pt x="2056733" y="332968"/>
                </a:lnTo>
                <a:lnTo>
                  <a:pt x="2051666" y="332040"/>
                </a:lnTo>
                <a:lnTo>
                  <a:pt x="2049601" y="331686"/>
                </a:lnTo>
                <a:lnTo>
                  <a:pt x="2047841" y="330682"/>
                </a:lnTo>
                <a:close/>
              </a:path>
              <a:path w="5142230" h="2300604">
                <a:moveTo>
                  <a:pt x="2688005" y="412476"/>
                </a:moveTo>
                <a:lnTo>
                  <a:pt x="2684907" y="409160"/>
                </a:lnTo>
                <a:lnTo>
                  <a:pt x="2683976" y="406012"/>
                </a:lnTo>
                <a:lnTo>
                  <a:pt x="2686129" y="398249"/>
                </a:lnTo>
                <a:lnTo>
                  <a:pt x="2690992" y="395440"/>
                </a:lnTo>
                <a:lnTo>
                  <a:pt x="2700441" y="398028"/>
                </a:lnTo>
                <a:lnTo>
                  <a:pt x="2703249" y="402892"/>
                </a:lnTo>
                <a:lnTo>
                  <a:pt x="2700662" y="412340"/>
                </a:lnTo>
                <a:lnTo>
                  <a:pt x="2695798" y="415149"/>
                </a:lnTo>
                <a:lnTo>
                  <a:pt x="2689436" y="413421"/>
                </a:lnTo>
                <a:lnTo>
                  <a:pt x="2688005" y="412476"/>
                </a:lnTo>
                <a:close/>
              </a:path>
              <a:path w="5142230" h="2300604">
                <a:moveTo>
                  <a:pt x="4947476" y="2166413"/>
                </a:moveTo>
                <a:lnTo>
                  <a:pt x="4943726" y="2162399"/>
                </a:lnTo>
                <a:lnTo>
                  <a:pt x="4943224" y="2158049"/>
                </a:lnTo>
                <a:lnTo>
                  <a:pt x="4945256" y="2154946"/>
                </a:lnTo>
                <a:lnTo>
                  <a:pt x="4947897" y="2150833"/>
                </a:lnTo>
                <a:lnTo>
                  <a:pt x="4948156" y="2150428"/>
                </a:lnTo>
                <a:lnTo>
                  <a:pt x="4953631" y="2149249"/>
                </a:lnTo>
                <a:lnTo>
                  <a:pt x="4961854" y="2154533"/>
                </a:lnTo>
                <a:lnTo>
                  <a:pt x="4963077" y="2160048"/>
                </a:lnTo>
                <a:lnTo>
                  <a:pt x="4960649" y="2163800"/>
                </a:lnTo>
                <a:lnTo>
                  <a:pt x="4957969" y="2167871"/>
                </a:lnTo>
                <a:lnTo>
                  <a:pt x="4957705" y="2168271"/>
                </a:lnTo>
                <a:lnTo>
                  <a:pt x="4952230" y="2169450"/>
                </a:lnTo>
                <a:lnTo>
                  <a:pt x="4948120" y="2166807"/>
                </a:lnTo>
                <a:lnTo>
                  <a:pt x="4947476" y="2166413"/>
                </a:lnTo>
                <a:close/>
              </a:path>
              <a:path w="5142230" h="2300604">
                <a:moveTo>
                  <a:pt x="4827703" y="2088829"/>
                </a:moveTo>
                <a:lnTo>
                  <a:pt x="4824515" y="2085416"/>
                </a:lnTo>
                <a:lnTo>
                  <a:pt x="4824052" y="2080917"/>
                </a:lnTo>
                <a:lnTo>
                  <a:pt x="4828677" y="2073744"/>
                </a:lnTo>
                <a:lnTo>
                  <a:pt x="4828937" y="2073341"/>
                </a:lnTo>
                <a:lnTo>
                  <a:pt x="4834403" y="2072152"/>
                </a:lnTo>
                <a:lnTo>
                  <a:pt x="4842626" y="2077437"/>
                </a:lnTo>
                <a:lnTo>
                  <a:pt x="4843858" y="2082961"/>
                </a:lnTo>
                <a:lnTo>
                  <a:pt x="4841430" y="2086713"/>
                </a:lnTo>
                <a:lnTo>
                  <a:pt x="4838477" y="2091175"/>
                </a:lnTo>
                <a:lnTo>
                  <a:pt x="4833011" y="2092363"/>
                </a:lnTo>
                <a:lnTo>
                  <a:pt x="4828898" y="2089722"/>
                </a:lnTo>
                <a:lnTo>
                  <a:pt x="4827703" y="2088829"/>
                </a:lnTo>
                <a:close/>
              </a:path>
              <a:path w="5142230" h="2300604">
                <a:moveTo>
                  <a:pt x="4170867" y="1668680"/>
                </a:moveTo>
                <a:lnTo>
                  <a:pt x="4166695" y="1664213"/>
                </a:lnTo>
                <a:lnTo>
                  <a:pt x="4166266" y="1659746"/>
                </a:lnTo>
                <a:lnTo>
                  <a:pt x="4168791" y="1656292"/>
                </a:lnTo>
                <a:lnTo>
                  <a:pt x="4171613" y="1652277"/>
                </a:lnTo>
                <a:lnTo>
                  <a:pt x="4177122" y="1651331"/>
                </a:lnTo>
                <a:lnTo>
                  <a:pt x="4185148" y="1656992"/>
                </a:lnTo>
                <a:lnTo>
                  <a:pt x="4186094" y="1662500"/>
                </a:lnTo>
                <a:lnTo>
                  <a:pt x="4180439" y="1670522"/>
                </a:lnTo>
                <a:lnTo>
                  <a:pt x="4174882" y="1671512"/>
                </a:lnTo>
                <a:lnTo>
                  <a:pt x="4170867" y="1668680"/>
                </a:lnTo>
                <a:close/>
              </a:path>
              <a:path w="5142230" h="2300604">
                <a:moveTo>
                  <a:pt x="4887888" y="2127845"/>
                </a:moveTo>
                <a:lnTo>
                  <a:pt x="4884133" y="2123826"/>
                </a:lnTo>
                <a:lnTo>
                  <a:pt x="4883636" y="2119481"/>
                </a:lnTo>
                <a:lnTo>
                  <a:pt x="4888312" y="2112267"/>
                </a:lnTo>
                <a:lnTo>
                  <a:pt x="4888573" y="2111865"/>
                </a:lnTo>
                <a:lnTo>
                  <a:pt x="4894043" y="2110681"/>
                </a:lnTo>
                <a:lnTo>
                  <a:pt x="4902266" y="2115965"/>
                </a:lnTo>
                <a:lnTo>
                  <a:pt x="4903442" y="2121524"/>
                </a:lnTo>
                <a:lnTo>
                  <a:pt x="4901063" y="2125236"/>
                </a:lnTo>
                <a:lnTo>
                  <a:pt x="4898117" y="2129703"/>
                </a:lnTo>
                <a:lnTo>
                  <a:pt x="4892599" y="2130931"/>
                </a:lnTo>
                <a:lnTo>
                  <a:pt x="4888532" y="2128238"/>
                </a:lnTo>
                <a:lnTo>
                  <a:pt x="4887888" y="2127845"/>
                </a:lnTo>
                <a:close/>
              </a:path>
              <a:path w="5142230" h="2300604">
                <a:moveTo>
                  <a:pt x="4648835" y="1974774"/>
                </a:moveTo>
                <a:lnTo>
                  <a:pt x="4645039" y="1970711"/>
                </a:lnTo>
                <a:lnTo>
                  <a:pt x="4644536" y="1966455"/>
                </a:lnTo>
                <a:lnTo>
                  <a:pt x="4646611" y="1963105"/>
                </a:lnTo>
                <a:lnTo>
                  <a:pt x="4649166" y="1958902"/>
                </a:lnTo>
                <a:lnTo>
                  <a:pt x="4654757" y="1957555"/>
                </a:lnTo>
                <a:lnTo>
                  <a:pt x="4663077" y="1962749"/>
                </a:lnTo>
                <a:lnTo>
                  <a:pt x="4664305" y="1968167"/>
                </a:lnTo>
                <a:lnTo>
                  <a:pt x="4661830" y="1972263"/>
                </a:lnTo>
                <a:lnTo>
                  <a:pt x="4659187" y="1976372"/>
                </a:lnTo>
                <a:lnTo>
                  <a:pt x="4653640" y="1977765"/>
                </a:lnTo>
                <a:lnTo>
                  <a:pt x="4648835" y="1974774"/>
                </a:lnTo>
                <a:close/>
              </a:path>
              <a:path w="5142230" h="2300604">
                <a:moveTo>
                  <a:pt x="2956107" y="503885"/>
                </a:moveTo>
                <a:lnTo>
                  <a:pt x="2952968" y="500525"/>
                </a:lnTo>
                <a:lnTo>
                  <a:pt x="2952242" y="496812"/>
                </a:lnTo>
                <a:lnTo>
                  <a:pt x="2953682" y="493466"/>
                </a:lnTo>
                <a:lnTo>
                  <a:pt x="2955582" y="488952"/>
                </a:lnTo>
                <a:lnTo>
                  <a:pt x="2960751" y="486863"/>
                </a:lnTo>
                <a:lnTo>
                  <a:pt x="2969822" y="490707"/>
                </a:lnTo>
                <a:lnTo>
                  <a:pt x="2971800" y="495756"/>
                </a:lnTo>
                <a:lnTo>
                  <a:pt x="2969963" y="500437"/>
                </a:lnTo>
                <a:lnTo>
                  <a:pt x="2968017" y="504903"/>
                </a:lnTo>
                <a:lnTo>
                  <a:pt x="2962851" y="506999"/>
                </a:lnTo>
                <a:lnTo>
                  <a:pt x="2958337" y="505097"/>
                </a:lnTo>
                <a:lnTo>
                  <a:pt x="2957172" y="504633"/>
                </a:lnTo>
                <a:lnTo>
                  <a:pt x="2956107" y="503885"/>
                </a:lnTo>
                <a:close/>
              </a:path>
              <a:path w="5142230" h="2300604">
                <a:moveTo>
                  <a:pt x="3083755" y="565262"/>
                </a:moveTo>
                <a:lnTo>
                  <a:pt x="3080562" y="561844"/>
                </a:lnTo>
                <a:lnTo>
                  <a:pt x="3079905" y="557719"/>
                </a:lnTo>
                <a:lnTo>
                  <a:pt x="3084180" y="549981"/>
                </a:lnTo>
                <a:lnTo>
                  <a:pt x="3089523" y="548369"/>
                </a:lnTo>
                <a:lnTo>
                  <a:pt x="3098138" y="553096"/>
                </a:lnTo>
                <a:lnTo>
                  <a:pt x="3099750" y="558438"/>
                </a:lnTo>
                <a:lnTo>
                  <a:pt x="3095019" y="567058"/>
                </a:lnTo>
                <a:lnTo>
                  <a:pt x="3089631" y="568622"/>
                </a:lnTo>
                <a:lnTo>
                  <a:pt x="3085371" y="566309"/>
                </a:lnTo>
                <a:lnTo>
                  <a:pt x="3084486" y="565849"/>
                </a:lnTo>
                <a:lnTo>
                  <a:pt x="3083755" y="565262"/>
                </a:lnTo>
                <a:close/>
              </a:path>
              <a:path w="5142230" h="2300604">
                <a:moveTo>
                  <a:pt x="4228795" y="1708798"/>
                </a:moveTo>
                <a:lnTo>
                  <a:pt x="4225098" y="1704840"/>
                </a:lnTo>
                <a:lnTo>
                  <a:pt x="4224651" y="1700352"/>
                </a:lnTo>
                <a:lnTo>
                  <a:pt x="4227032" y="1696840"/>
                </a:lnTo>
                <a:lnTo>
                  <a:pt x="4229767" y="1692733"/>
                </a:lnTo>
                <a:lnTo>
                  <a:pt x="4235327" y="1691739"/>
                </a:lnTo>
                <a:lnTo>
                  <a:pt x="4243404" y="1697260"/>
                </a:lnTo>
                <a:lnTo>
                  <a:pt x="4244443" y="1702773"/>
                </a:lnTo>
                <a:lnTo>
                  <a:pt x="4238925" y="1710841"/>
                </a:lnTo>
                <a:lnTo>
                  <a:pt x="4233463" y="1711934"/>
                </a:lnTo>
                <a:lnTo>
                  <a:pt x="4229403" y="1709153"/>
                </a:lnTo>
                <a:lnTo>
                  <a:pt x="4228795" y="1708798"/>
                </a:lnTo>
                <a:close/>
              </a:path>
              <a:path w="5142230" h="2300604">
                <a:moveTo>
                  <a:pt x="4768660" y="2050748"/>
                </a:moveTo>
                <a:lnTo>
                  <a:pt x="4764869" y="2046690"/>
                </a:lnTo>
                <a:lnTo>
                  <a:pt x="4764372" y="2042345"/>
                </a:lnTo>
                <a:lnTo>
                  <a:pt x="4766396" y="2039233"/>
                </a:lnTo>
                <a:lnTo>
                  <a:pt x="4769081" y="2035167"/>
                </a:lnTo>
                <a:lnTo>
                  <a:pt x="4769345" y="2034768"/>
                </a:lnTo>
                <a:lnTo>
                  <a:pt x="4774815" y="2033584"/>
                </a:lnTo>
                <a:lnTo>
                  <a:pt x="4783043" y="2038873"/>
                </a:lnTo>
                <a:lnTo>
                  <a:pt x="4784222" y="2044437"/>
                </a:lnTo>
                <a:lnTo>
                  <a:pt x="4781795" y="2048096"/>
                </a:lnTo>
                <a:lnTo>
                  <a:pt x="4779149" y="2052202"/>
                </a:lnTo>
                <a:lnTo>
                  <a:pt x="4778889" y="2052607"/>
                </a:lnTo>
                <a:lnTo>
                  <a:pt x="4773418" y="2053790"/>
                </a:lnTo>
                <a:lnTo>
                  <a:pt x="4769308" y="2051147"/>
                </a:lnTo>
                <a:lnTo>
                  <a:pt x="4768660" y="2050748"/>
                </a:lnTo>
                <a:close/>
              </a:path>
              <a:path w="5142230" h="2300604">
                <a:moveTo>
                  <a:pt x="5006515" y="2204489"/>
                </a:moveTo>
                <a:lnTo>
                  <a:pt x="5003327" y="2201076"/>
                </a:lnTo>
                <a:lnTo>
                  <a:pt x="5002864" y="2196577"/>
                </a:lnTo>
                <a:lnTo>
                  <a:pt x="5007525" y="2189348"/>
                </a:lnTo>
                <a:lnTo>
                  <a:pt x="5007749" y="2189001"/>
                </a:lnTo>
                <a:lnTo>
                  <a:pt x="5013263" y="2187767"/>
                </a:lnTo>
                <a:lnTo>
                  <a:pt x="5017325" y="2190456"/>
                </a:lnTo>
                <a:lnTo>
                  <a:pt x="5021438" y="2193097"/>
                </a:lnTo>
                <a:lnTo>
                  <a:pt x="5022670" y="2198621"/>
                </a:lnTo>
                <a:lnTo>
                  <a:pt x="5020247" y="2202380"/>
                </a:lnTo>
                <a:lnTo>
                  <a:pt x="5017336" y="2206790"/>
                </a:lnTo>
                <a:lnTo>
                  <a:pt x="5011822" y="2208023"/>
                </a:lnTo>
                <a:lnTo>
                  <a:pt x="5007710" y="2205382"/>
                </a:lnTo>
                <a:lnTo>
                  <a:pt x="5006515" y="2204489"/>
                </a:lnTo>
                <a:close/>
              </a:path>
              <a:path w="5142230" h="2300604">
                <a:moveTo>
                  <a:pt x="2890391" y="477524"/>
                </a:moveTo>
                <a:lnTo>
                  <a:pt x="2887248" y="474159"/>
                </a:lnTo>
                <a:lnTo>
                  <a:pt x="2886429" y="470642"/>
                </a:lnTo>
                <a:lnTo>
                  <a:pt x="2887674" y="467379"/>
                </a:lnTo>
                <a:lnTo>
                  <a:pt x="2889388" y="462765"/>
                </a:lnTo>
                <a:lnTo>
                  <a:pt x="2894520" y="460436"/>
                </a:lnTo>
                <a:lnTo>
                  <a:pt x="2899081" y="462192"/>
                </a:lnTo>
                <a:lnTo>
                  <a:pt x="2903701" y="463912"/>
                </a:lnTo>
                <a:lnTo>
                  <a:pt x="2906028" y="469043"/>
                </a:lnTo>
                <a:lnTo>
                  <a:pt x="2904308" y="473654"/>
                </a:lnTo>
                <a:lnTo>
                  <a:pt x="2902554" y="478224"/>
                </a:lnTo>
                <a:lnTo>
                  <a:pt x="2897421" y="480553"/>
                </a:lnTo>
                <a:lnTo>
                  <a:pt x="2892856" y="478791"/>
                </a:lnTo>
                <a:lnTo>
                  <a:pt x="2891502" y="478321"/>
                </a:lnTo>
                <a:lnTo>
                  <a:pt x="2890391" y="477524"/>
                </a:lnTo>
                <a:close/>
              </a:path>
              <a:path w="5142230" h="2300604">
                <a:moveTo>
                  <a:pt x="4287885" y="1748298"/>
                </a:moveTo>
                <a:lnTo>
                  <a:pt x="4284136" y="1744285"/>
                </a:lnTo>
                <a:lnTo>
                  <a:pt x="4283685" y="1739894"/>
                </a:lnTo>
                <a:lnTo>
                  <a:pt x="4285978" y="1736382"/>
                </a:lnTo>
                <a:lnTo>
                  <a:pt x="4288666" y="1732319"/>
                </a:lnTo>
                <a:lnTo>
                  <a:pt x="4294179" y="1731186"/>
                </a:lnTo>
                <a:lnTo>
                  <a:pt x="4302352" y="1736609"/>
                </a:lnTo>
                <a:lnTo>
                  <a:pt x="4303489" y="1742030"/>
                </a:lnTo>
                <a:lnTo>
                  <a:pt x="4300792" y="1746183"/>
                </a:lnTo>
                <a:lnTo>
                  <a:pt x="4298105" y="1750246"/>
                </a:lnTo>
                <a:lnTo>
                  <a:pt x="4292596" y="1751384"/>
                </a:lnTo>
                <a:lnTo>
                  <a:pt x="4288533" y="1748696"/>
                </a:lnTo>
                <a:lnTo>
                  <a:pt x="4287885" y="1748298"/>
                </a:lnTo>
                <a:close/>
              </a:path>
              <a:path w="5142230" h="2300604">
                <a:moveTo>
                  <a:pt x="3020695" y="533043"/>
                </a:moveTo>
                <a:lnTo>
                  <a:pt x="3017552" y="529678"/>
                </a:lnTo>
                <a:lnTo>
                  <a:pt x="3016788" y="525735"/>
                </a:lnTo>
                <a:lnTo>
                  <a:pt x="3018461" y="522346"/>
                </a:lnTo>
                <a:lnTo>
                  <a:pt x="3020543" y="517926"/>
                </a:lnTo>
                <a:lnTo>
                  <a:pt x="3025851" y="516082"/>
                </a:lnTo>
                <a:lnTo>
                  <a:pt x="3034719" y="520297"/>
                </a:lnTo>
                <a:lnTo>
                  <a:pt x="3036574" y="525605"/>
                </a:lnTo>
                <a:lnTo>
                  <a:pt x="3032308" y="534430"/>
                </a:lnTo>
                <a:lnTo>
                  <a:pt x="3027004" y="536280"/>
                </a:lnTo>
                <a:lnTo>
                  <a:pt x="3022586" y="534189"/>
                </a:lnTo>
                <a:lnTo>
                  <a:pt x="3021564" y="533682"/>
                </a:lnTo>
                <a:lnTo>
                  <a:pt x="3020695" y="533043"/>
                </a:lnTo>
                <a:close/>
              </a:path>
              <a:path w="5142230" h="2300604">
                <a:moveTo>
                  <a:pt x="4113181" y="1626965"/>
                </a:moveTo>
                <a:lnTo>
                  <a:pt x="4109105" y="1622601"/>
                </a:lnTo>
                <a:lnTo>
                  <a:pt x="4108767" y="1618040"/>
                </a:lnTo>
                <a:lnTo>
                  <a:pt x="4111342" y="1614539"/>
                </a:lnTo>
                <a:lnTo>
                  <a:pt x="4114214" y="1610578"/>
                </a:lnTo>
                <a:lnTo>
                  <a:pt x="4119762" y="1609769"/>
                </a:lnTo>
                <a:lnTo>
                  <a:pt x="4123723" y="1612643"/>
                </a:lnTo>
                <a:lnTo>
                  <a:pt x="4127688" y="1615613"/>
                </a:lnTo>
                <a:lnTo>
                  <a:pt x="4128491" y="1621164"/>
                </a:lnTo>
                <a:lnTo>
                  <a:pt x="4125571" y="1625079"/>
                </a:lnTo>
                <a:lnTo>
                  <a:pt x="4122697" y="1629042"/>
                </a:lnTo>
                <a:lnTo>
                  <a:pt x="4117094" y="1629884"/>
                </a:lnTo>
                <a:lnTo>
                  <a:pt x="4113181" y="1626965"/>
                </a:lnTo>
                <a:close/>
              </a:path>
              <a:path w="5142230" h="2300604">
                <a:moveTo>
                  <a:pt x="2756116" y="432115"/>
                </a:moveTo>
                <a:lnTo>
                  <a:pt x="2753023" y="428804"/>
                </a:lnTo>
                <a:lnTo>
                  <a:pt x="2752144" y="425517"/>
                </a:lnTo>
                <a:lnTo>
                  <a:pt x="2753102" y="422339"/>
                </a:lnTo>
                <a:lnTo>
                  <a:pt x="2754534" y="417714"/>
                </a:lnTo>
                <a:lnTo>
                  <a:pt x="2759489" y="415003"/>
                </a:lnTo>
                <a:lnTo>
                  <a:pt x="2764159" y="416484"/>
                </a:lnTo>
                <a:lnTo>
                  <a:pt x="2768833" y="417871"/>
                </a:lnTo>
                <a:lnTo>
                  <a:pt x="2771495" y="422871"/>
                </a:lnTo>
                <a:lnTo>
                  <a:pt x="2770109" y="427545"/>
                </a:lnTo>
                <a:lnTo>
                  <a:pt x="2768623" y="432211"/>
                </a:lnTo>
                <a:lnTo>
                  <a:pt x="2763722" y="434881"/>
                </a:lnTo>
                <a:lnTo>
                  <a:pt x="2757456" y="432963"/>
                </a:lnTo>
                <a:lnTo>
                  <a:pt x="2756116" y="432115"/>
                </a:lnTo>
                <a:close/>
              </a:path>
              <a:path w="5142230" h="2300604">
                <a:moveTo>
                  <a:pt x="2823645" y="453677"/>
                </a:moveTo>
                <a:lnTo>
                  <a:pt x="2820553" y="450366"/>
                </a:lnTo>
                <a:lnTo>
                  <a:pt x="2819676" y="446985"/>
                </a:lnTo>
                <a:lnTo>
                  <a:pt x="2822353" y="439097"/>
                </a:lnTo>
                <a:lnTo>
                  <a:pt x="2827348" y="436622"/>
                </a:lnTo>
                <a:lnTo>
                  <a:pt x="2836682" y="439774"/>
                </a:lnTo>
                <a:lnTo>
                  <a:pt x="2839157" y="444766"/>
                </a:lnTo>
                <a:lnTo>
                  <a:pt x="2836005" y="454102"/>
                </a:lnTo>
                <a:lnTo>
                  <a:pt x="2831012" y="456575"/>
                </a:lnTo>
                <a:lnTo>
                  <a:pt x="2826340" y="454996"/>
                </a:lnTo>
                <a:lnTo>
                  <a:pt x="2824897" y="454526"/>
                </a:lnTo>
                <a:lnTo>
                  <a:pt x="2823645" y="453677"/>
                </a:lnTo>
                <a:close/>
              </a:path>
              <a:path w="5142230" h="2300604">
                <a:moveTo>
                  <a:pt x="4708920" y="2012504"/>
                </a:moveTo>
                <a:lnTo>
                  <a:pt x="4705124" y="2008441"/>
                </a:lnTo>
                <a:lnTo>
                  <a:pt x="4704582" y="2004147"/>
                </a:lnTo>
                <a:lnTo>
                  <a:pt x="4706675" y="2000914"/>
                </a:lnTo>
                <a:lnTo>
                  <a:pt x="4709270" y="1996752"/>
                </a:lnTo>
                <a:lnTo>
                  <a:pt x="4709416" y="1996518"/>
                </a:lnTo>
                <a:lnTo>
                  <a:pt x="4714939" y="1995294"/>
                </a:lnTo>
                <a:lnTo>
                  <a:pt x="4719052" y="1997935"/>
                </a:lnTo>
                <a:lnTo>
                  <a:pt x="4723212" y="2000532"/>
                </a:lnTo>
                <a:lnTo>
                  <a:pt x="4724435" y="2006046"/>
                </a:lnTo>
                <a:lnTo>
                  <a:pt x="4721946" y="2009931"/>
                </a:lnTo>
                <a:lnTo>
                  <a:pt x="4719343" y="2014083"/>
                </a:lnTo>
                <a:lnTo>
                  <a:pt x="4719196" y="2014318"/>
                </a:lnTo>
                <a:lnTo>
                  <a:pt x="4713733" y="2015505"/>
                </a:lnTo>
                <a:lnTo>
                  <a:pt x="4708920" y="2012504"/>
                </a:lnTo>
                <a:close/>
              </a:path>
              <a:path w="5142230" h="2300604">
                <a:moveTo>
                  <a:pt x="3544145" y="1003751"/>
                </a:moveTo>
                <a:lnTo>
                  <a:pt x="3540311" y="999646"/>
                </a:lnTo>
                <a:lnTo>
                  <a:pt x="3537419" y="995672"/>
                </a:lnTo>
                <a:lnTo>
                  <a:pt x="3538367" y="990139"/>
                </a:lnTo>
                <a:lnTo>
                  <a:pt x="3546301" y="984362"/>
                </a:lnTo>
                <a:lnTo>
                  <a:pt x="3551841" y="985305"/>
                </a:lnTo>
                <a:lnTo>
                  <a:pt x="3557567" y="993196"/>
                </a:lnTo>
                <a:lnTo>
                  <a:pt x="3556674" y="998787"/>
                </a:lnTo>
                <a:lnTo>
                  <a:pt x="3552752" y="1001629"/>
                </a:lnTo>
                <a:lnTo>
                  <a:pt x="3549024" y="1004281"/>
                </a:lnTo>
                <a:lnTo>
                  <a:pt x="3544145" y="1003751"/>
                </a:lnTo>
                <a:close/>
              </a:path>
              <a:path w="5142230" h="2300604">
                <a:moveTo>
                  <a:pt x="4000883" y="1539303"/>
                </a:moveTo>
                <a:lnTo>
                  <a:pt x="3997044" y="1535193"/>
                </a:lnTo>
                <a:lnTo>
                  <a:pt x="3996842" y="1530285"/>
                </a:lnTo>
                <a:lnTo>
                  <a:pt x="3999649" y="1526842"/>
                </a:lnTo>
                <a:lnTo>
                  <a:pt x="4002798" y="1523078"/>
                </a:lnTo>
                <a:lnTo>
                  <a:pt x="4008390" y="1522511"/>
                </a:lnTo>
                <a:lnTo>
                  <a:pt x="4012206" y="1525622"/>
                </a:lnTo>
                <a:lnTo>
                  <a:pt x="4015967" y="1528765"/>
                </a:lnTo>
                <a:lnTo>
                  <a:pt x="4016437" y="1534352"/>
                </a:lnTo>
                <a:lnTo>
                  <a:pt x="4013386" y="1538125"/>
                </a:lnTo>
                <a:lnTo>
                  <a:pt x="4010236" y="1541889"/>
                </a:lnTo>
                <a:lnTo>
                  <a:pt x="4004646" y="1542453"/>
                </a:lnTo>
                <a:lnTo>
                  <a:pt x="4000883" y="1539303"/>
                </a:lnTo>
                <a:close/>
              </a:path>
              <a:path w="5142230" h="2300604">
                <a:moveTo>
                  <a:pt x="3946009" y="1492488"/>
                </a:moveTo>
                <a:lnTo>
                  <a:pt x="3942916" y="1489177"/>
                </a:lnTo>
                <a:lnTo>
                  <a:pt x="3942809" y="1483980"/>
                </a:lnTo>
                <a:lnTo>
                  <a:pt x="3945850" y="1480492"/>
                </a:lnTo>
                <a:lnTo>
                  <a:pt x="3949095" y="1476830"/>
                </a:lnTo>
                <a:lnTo>
                  <a:pt x="3954724" y="1476503"/>
                </a:lnTo>
                <a:lnTo>
                  <a:pt x="3962057" y="1482984"/>
                </a:lnTo>
                <a:lnTo>
                  <a:pt x="3962380" y="1488608"/>
                </a:lnTo>
                <a:lnTo>
                  <a:pt x="3955904" y="1495946"/>
                </a:lnTo>
                <a:lnTo>
                  <a:pt x="3950321" y="1496322"/>
                </a:lnTo>
                <a:lnTo>
                  <a:pt x="3946009" y="1492488"/>
                </a:lnTo>
                <a:close/>
              </a:path>
              <a:path w="5142230" h="2300604">
                <a:moveTo>
                  <a:pt x="4347509" y="1787005"/>
                </a:moveTo>
                <a:lnTo>
                  <a:pt x="4343764" y="1782997"/>
                </a:lnTo>
                <a:lnTo>
                  <a:pt x="4343267" y="1778650"/>
                </a:lnTo>
                <a:lnTo>
                  <a:pt x="4345244" y="1775488"/>
                </a:lnTo>
                <a:lnTo>
                  <a:pt x="4348106" y="1771025"/>
                </a:lnTo>
                <a:lnTo>
                  <a:pt x="4353624" y="1769797"/>
                </a:lnTo>
                <a:lnTo>
                  <a:pt x="4361847" y="1775081"/>
                </a:lnTo>
                <a:lnTo>
                  <a:pt x="4363077" y="1780598"/>
                </a:lnTo>
                <a:lnTo>
                  <a:pt x="4357963" y="1788516"/>
                </a:lnTo>
                <a:lnTo>
                  <a:pt x="4357739" y="1788863"/>
                </a:lnTo>
                <a:lnTo>
                  <a:pt x="4352275" y="1790050"/>
                </a:lnTo>
                <a:lnTo>
                  <a:pt x="4347509" y="1787005"/>
                </a:lnTo>
                <a:close/>
              </a:path>
              <a:path w="5142230" h="2300604">
                <a:moveTo>
                  <a:pt x="4056441" y="1583919"/>
                </a:moveTo>
                <a:lnTo>
                  <a:pt x="4052507" y="1579707"/>
                </a:lnTo>
                <a:lnTo>
                  <a:pt x="4052166" y="1574947"/>
                </a:lnTo>
                <a:lnTo>
                  <a:pt x="4054925" y="1571447"/>
                </a:lnTo>
                <a:lnTo>
                  <a:pt x="4057890" y="1567581"/>
                </a:lnTo>
                <a:lnTo>
                  <a:pt x="4063482" y="1566923"/>
                </a:lnTo>
                <a:lnTo>
                  <a:pt x="4067352" y="1569892"/>
                </a:lnTo>
                <a:lnTo>
                  <a:pt x="4071208" y="1572946"/>
                </a:lnTo>
                <a:lnTo>
                  <a:pt x="4071917" y="1578492"/>
                </a:lnTo>
                <a:lnTo>
                  <a:pt x="4068907" y="1582309"/>
                </a:lnTo>
                <a:lnTo>
                  <a:pt x="4065898" y="1586225"/>
                </a:lnTo>
                <a:lnTo>
                  <a:pt x="4060304" y="1586885"/>
                </a:lnTo>
                <a:lnTo>
                  <a:pt x="4056441" y="1583919"/>
                </a:lnTo>
                <a:close/>
              </a:path>
              <a:path w="5142230" h="2300604">
                <a:moveTo>
                  <a:pt x="3502127" y="946553"/>
                </a:moveTo>
                <a:lnTo>
                  <a:pt x="3498396" y="942559"/>
                </a:lnTo>
                <a:lnTo>
                  <a:pt x="3495505" y="938586"/>
                </a:lnTo>
                <a:lnTo>
                  <a:pt x="3496264" y="933046"/>
                </a:lnTo>
                <a:lnTo>
                  <a:pt x="3504107" y="927171"/>
                </a:lnTo>
                <a:lnTo>
                  <a:pt x="3509699" y="927974"/>
                </a:lnTo>
                <a:lnTo>
                  <a:pt x="3515568" y="935823"/>
                </a:lnTo>
                <a:lnTo>
                  <a:pt x="3514768" y="941419"/>
                </a:lnTo>
                <a:lnTo>
                  <a:pt x="3510844" y="944354"/>
                </a:lnTo>
                <a:lnTo>
                  <a:pt x="3507161" y="947055"/>
                </a:lnTo>
                <a:lnTo>
                  <a:pt x="3502127" y="946553"/>
                </a:lnTo>
                <a:close/>
              </a:path>
              <a:path w="5142230" h="2300604">
                <a:moveTo>
                  <a:pt x="3314468" y="728954"/>
                </a:moveTo>
                <a:lnTo>
                  <a:pt x="3310819" y="725048"/>
                </a:lnTo>
                <a:lnTo>
                  <a:pt x="3310811" y="719861"/>
                </a:lnTo>
                <a:lnTo>
                  <a:pt x="3313997" y="716428"/>
                </a:lnTo>
                <a:lnTo>
                  <a:pt x="3317279" y="712805"/>
                </a:lnTo>
                <a:lnTo>
                  <a:pt x="3322905" y="712571"/>
                </a:lnTo>
                <a:lnTo>
                  <a:pt x="3330091" y="719290"/>
                </a:lnTo>
                <a:lnTo>
                  <a:pt x="3330326" y="724915"/>
                </a:lnTo>
                <a:lnTo>
                  <a:pt x="3323658" y="732048"/>
                </a:lnTo>
                <a:lnTo>
                  <a:pt x="3318031" y="732282"/>
                </a:lnTo>
                <a:lnTo>
                  <a:pt x="3314468" y="728954"/>
                </a:lnTo>
                <a:close/>
              </a:path>
              <a:path w="5142230" h="2300604">
                <a:moveTo>
                  <a:pt x="3367657" y="782083"/>
                </a:moveTo>
                <a:lnTo>
                  <a:pt x="3360918" y="774869"/>
                </a:lnTo>
                <a:lnTo>
                  <a:pt x="3361152" y="769350"/>
                </a:lnTo>
                <a:lnTo>
                  <a:pt x="3368269" y="762601"/>
                </a:lnTo>
                <a:lnTo>
                  <a:pt x="3373932" y="762798"/>
                </a:lnTo>
                <a:lnTo>
                  <a:pt x="3380628" y="769966"/>
                </a:lnTo>
                <a:lnTo>
                  <a:pt x="3380430" y="775620"/>
                </a:lnTo>
                <a:lnTo>
                  <a:pt x="3373264" y="782315"/>
                </a:lnTo>
                <a:lnTo>
                  <a:pt x="3367657" y="782083"/>
                </a:lnTo>
                <a:close/>
              </a:path>
              <a:path w="5142230" h="2300604">
                <a:moveTo>
                  <a:pt x="3894051" y="1444883"/>
                </a:moveTo>
                <a:lnTo>
                  <a:pt x="3890449" y="1441026"/>
                </a:lnTo>
                <a:lnTo>
                  <a:pt x="3890444" y="1435743"/>
                </a:lnTo>
                <a:lnTo>
                  <a:pt x="3893769" y="1432363"/>
                </a:lnTo>
                <a:lnTo>
                  <a:pt x="3897147" y="1428843"/>
                </a:lnTo>
                <a:lnTo>
                  <a:pt x="3902764" y="1428699"/>
                </a:lnTo>
                <a:lnTo>
                  <a:pt x="3909805" y="1435453"/>
                </a:lnTo>
                <a:lnTo>
                  <a:pt x="3909948" y="1441081"/>
                </a:lnTo>
                <a:lnTo>
                  <a:pt x="3903144" y="1448168"/>
                </a:lnTo>
                <a:lnTo>
                  <a:pt x="3897572" y="1448260"/>
                </a:lnTo>
                <a:lnTo>
                  <a:pt x="3894051" y="1444883"/>
                </a:lnTo>
                <a:close/>
              </a:path>
              <a:path w="5142230" h="2300604">
                <a:moveTo>
                  <a:pt x="3459011" y="890232"/>
                </a:moveTo>
                <a:lnTo>
                  <a:pt x="3455412" y="886380"/>
                </a:lnTo>
                <a:lnTo>
                  <a:pt x="3452382" y="882454"/>
                </a:lnTo>
                <a:lnTo>
                  <a:pt x="3453044" y="876905"/>
                </a:lnTo>
                <a:lnTo>
                  <a:pt x="3455717" y="874784"/>
                </a:lnTo>
                <a:lnTo>
                  <a:pt x="3456872" y="873868"/>
                </a:lnTo>
                <a:lnTo>
                  <a:pt x="3460802" y="870844"/>
                </a:lnTo>
                <a:lnTo>
                  <a:pt x="3466346" y="871500"/>
                </a:lnTo>
                <a:lnTo>
                  <a:pt x="3469336" y="875382"/>
                </a:lnTo>
                <a:lnTo>
                  <a:pt x="3472363" y="879211"/>
                </a:lnTo>
                <a:lnTo>
                  <a:pt x="3471752" y="884813"/>
                </a:lnTo>
                <a:lnTo>
                  <a:pt x="3467874" y="887797"/>
                </a:lnTo>
                <a:lnTo>
                  <a:pt x="3465185" y="889902"/>
                </a:lnTo>
                <a:lnTo>
                  <a:pt x="3464184" y="890687"/>
                </a:lnTo>
                <a:lnTo>
                  <a:pt x="3459011" y="890232"/>
                </a:lnTo>
                <a:close/>
              </a:path>
              <a:path w="5142230" h="2300604">
                <a:moveTo>
                  <a:pt x="3414376" y="835221"/>
                </a:moveTo>
                <a:lnTo>
                  <a:pt x="3410873" y="831471"/>
                </a:lnTo>
                <a:lnTo>
                  <a:pt x="3407738" y="827725"/>
                </a:lnTo>
                <a:lnTo>
                  <a:pt x="3408218" y="822081"/>
                </a:lnTo>
                <a:lnTo>
                  <a:pt x="3414985" y="816420"/>
                </a:lnTo>
                <a:lnTo>
                  <a:pt x="3415701" y="815821"/>
                </a:lnTo>
                <a:lnTo>
                  <a:pt x="3421306" y="816246"/>
                </a:lnTo>
                <a:lnTo>
                  <a:pt x="3427612" y="823779"/>
                </a:lnTo>
                <a:lnTo>
                  <a:pt x="3427132" y="829422"/>
                </a:lnTo>
                <a:lnTo>
                  <a:pt x="3420364" y="835083"/>
                </a:lnTo>
                <a:lnTo>
                  <a:pt x="3419751" y="835596"/>
                </a:lnTo>
                <a:lnTo>
                  <a:pt x="3414376" y="835221"/>
                </a:lnTo>
                <a:close/>
              </a:path>
              <a:path w="5142230" h="2300604">
                <a:moveTo>
                  <a:pt x="3799496" y="1344737"/>
                </a:moveTo>
                <a:lnTo>
                  <a:pt x="3796039" y="1341037"/>
                </a:lnTo>
                <a:lnTo>
                  <a:pt x="3792809" y="1337288"/>
                </a:lnTo>
                <a:lnTo>
                  <a:pt x="3793241" y="1331689"/>
                </a:lnTo>
                <a:lnTo>
                  <a:pt x="3800125" y="1325765"/>
                </a:lnTo>
                <a:lnTo>
                  <a:pt x="3800681" y="1325287"/>
                </a:lnTo>
                <a:lnTo>
                  <a:pt x="3806285" y="1325712"/>
                </a:lnTo>
                <a:lnTo>
                  <a:pt x="3812684" y="1333148"/>
                </a:lnTo>
                <a:lnTo>
                  <a:pt x="3812261" y="1338757"/>
                </a:lnTo>
                <a:lnTo>
                  <a:pt x="3805370" y="1344673"/>
                </a:lnTo>
                <a:lnTo>
                  <a:pt x="3804912" y="1345065"/>
                </a:lnTo>
                <a:lnTo>
                  <a:pt x="3799496" y="1344737"/>
                </a:lnTo>
                <a:close/>
              </a:path>
              <a:path w="5142230" h="2300604">
                <a:moveTo>
                  <a:pt x="3710456" y="1233982"/>
                </a:moveTo>
                <a:lnTo>
                  <a:pt x="3706720" y="1229983"/>
                </a:lnTo>
                <a:lnTo>
                  <a:pt x="3703780" y="1226054"/>
                </a:lnTo>
                <a:lnTo>
                  <a:pt x="3704540" y="1220514"/>
                </a:lnTo>
                <a:lnTo>
                  <a:pt x="3708413" y="1217525"/>
                </a:lnTo>
                <a:lnTo>
                  <a:pt x="3712337" y="1214590"/>
                </a:lnTo>
                <a:lnTo>
                  <a:pt x="3717888" y="1215349"/>
                </a:lnTo>
                <a:lnTo>
                  <a:pt x="3720869" y="1219222"/>
                </a:lnTo>
                <a:lnTo>
                  <a:pt x="3723808" y="1223151"/>
                </a:lnTo>
                <a:lnTo>
                  <a:pt x="3723048" y="1228691"/>
                </a:lnTo>
                <a:lnTo>
                  <a:pt x="3719172" y="1231682"/>
                </a:lnTo>
                <a:lnTo>
                  <a:pt x="3715485" y="1234478"/>
                </a:lnTo>
                <a:lnTo>
                  <a:pt x="3710456" y="1233982"/>
                </a:lnTo>
                <a:close/>
              </a:path>
              <a:path w="5142230" h="2300604">
                <a:moveTo>
                  <a:pt x="4588501" y="1937360"/>
                </a:moveTo>
                <a:lnTo>
                  <a:pt x="4584698" y="1933288"/>
                </a:lnTo>
                <a:lnTo>
                  <a:pt x="4584204" y="1929047"/>
                </a:lnTo>
                <a:lnTo>
                  <a:pt x="4586354" y="1925578"/>
                </a:lnTo>
                <a:lnTo>
                  <a:pt x="4588905" y="1921369"/>
                </a:lnTo>
                <a:lnTo>
                  <a:pt x="4594146" y="1920140"/>
                </a:lnTo>
                <a:lnTo>
                  <a:pt x="4594372" y="1920087"/>
                </a:lnTo>
                <a:lnTo>
                  <a:pt x="4598533" y="1922683"/>
                </a:lnTo>
                <a:lnTo>
                  <a:pt x="4602741" y="1925236"/>
                </a:lnTo>
                <a:lnTo>
                  <a:pt x="4604023" y="1930713"/>
                </a:lnTo>
                <a:lnTo>
                  <a:pt x="4598868" y="1938973"/>
                </a:lnTo>
                <a:lnTo>
                  <a:pt x="4593403" y="1940359"/>
                </a:lnTo>
                <a:lnTo>
                  <a:pt x="4589243" y="1937763"/>
                </a:lnTo>
                <a:lnTo>
                  <a:pt x="4588501" y="1937360"/>
                </a:lnTo>
                <a:close/>
              </a:path>
              <a:path w="5142230" h="2300604">
                <a:moveTo>
                  <a:pt x="4406900" y="1824580"/>
                </a:moveTo>
                <a:lnTo>
                  <a:pt x="4403712" y="1821166"/>
                </a:lnTo>
                <a:lnTo>
                  <a:pt x="4403202" y="1816712"/>
                </a:lnTo>
                <a:lnTo>
                  <a:pt x="4407837" y="1809260"/>
                </a:lnTo>
                <a:lnTo>
                  <a:pt x="4407948" y="1809082"/>
                </a:lnTo>
                <a:lnTo>
                  <a:pt x="4413466" y="1807854"/>
                </a:lnTo>
                <a:lnTo>
                  <a:pt x="4421786" y="1813048"/>
                </a:lnTo>
                <a:lnTo>
                  <a:pt x="4423014" y="1818566"/>
                </a:lnTo>
                <a:lnTo>
                  <a:pt x="4420485" y="1822503"/>
                </a:lnTo>
                <a:lnTo>
                  <a:pt x="4417882" y="1826656"/>
                </a:lnTo>
                <a:lnTo>
                  <a:pt x="4417771" y="1826834"/>
                </a:lnTo>
                <a:lnTo>
                  <a:pt x="4412298" y="1828111"/>
                </a:lnTo>
                <a:lnTo>
                  <a:pt x="4408189" y="1825467"/>
                </a:lnTo>
                <a:lnTo>
                  <a:pt x="4407544" y="1825074"/>
                </a:lnTo>
                <a:lnTo>
                  <a:pt x="4406900" y="1824580"/>
                </a:lnTo>
                <a:close/>
              </a:path>
              <a:path w="5142230" h="2300604">
                <a:moveTo>
                  <a:pt x="3585570" y="1061487"/>
                </a:moveTo>
                <a:lnTo>
                  <a:pt x="3581640" y="1057280"/>
                </a:lnTo>
                <a:lnTo>
                  <a:pt x="3578748" y="1053307"/>
                </a:lnTo>
                <a:lnTo>
                  <a:pt x="3579696" y="1047773"/>
                </a:lnTo>
                <a:lnTo>
                  <a:pt x="3587726" y="1042098"/>
                </a:lnTo>
                <a:lnTo>
                  <a:pt x="3593220" y="1042992"/>
                </a:lnTo>
                <a:lnTo>
                  <a:pt x="3598895" y="1051023"/>
                </a:lnTo>
                <a:lnTo>
                  <a:pt x="3598001" y="1056515"/>
                </a:lnTo>
                <a:lnTo>
                  <a:pt x="3594031" y="1059401"/>
                </a:lnTo>
                <a:lnTo>
                  <a:pt x="3590303" y="1061962"/>
                </a:lnTo>
                <a:lnTo>
                  <a:pt x="3585570" y="1061487"/>
                </a:lnTo>
                <a:close/>
              </a:path>
              <a:path w="5142230" h="2300604">
                <a:moveTo>
                  <a:pt x="3626705" y="1119306"/>
                </a:moveTo>
                <a:lnTo>
                  <a:pt x="3622819" y="1115145"/>
                </a:lnTo>
                <a:lnTo>
                  <a:pt x="3619930" y="1111169"/>
                </a:lnTo>
                <a:lnTo>
                  <a:pt x="3620873" y="1105631"/>
                </a:lnTo>
                <a:lnTo>
                  <a:pt x="3624843" y="1102745"/>
                </a:lnTo>
                <a:lnTo>
                  <a:pt x="3628862" y="1099912"/>
                </a:lnTo>
                <a:lnTo>
                  <a:pt x="3634399" y="1100857"/>
                </a:lnTo>
                <a:lnTo>
                  <a:pt x="3637232" y="1104868"/>
                </a:lnTo>
                <a:lnTo>
                  <a:pt x="3640078" y="1108793"/>
                </a:lnTo>
                <a:lnTo>
                  <a:pt x="3639135" y="1114331"/>
                </a:lnTo>
                <a:lnTo>
                  <a:pt x="3635165" y="1117217"/>
                </a:lnTo>
                <a:lnTo>
                  <a:pt x="3631489" y="1119830"/>
                </a:lnTo>
                <a:lnTo>
                  <a:pt x="3626705" y="1119306"/>
                </a:lnTo>
                <a:close/>
              </a:path>
              <a:path w="5142230" h="2300604">
                <a:moveTo>
                  <a:pt x="3668119" y="1176930"/>
                </a:moveTo>
                <a:lnTo>
                  <a:pt x="3664285" y="1172825"/>
                </a:lnTo>
                <a:lnTo>
                  <a:pt x="3661402" y="1168861"/>
                </a:lnTo>
                <a:lnTo>
                  <a:pt x="3662295" y="1163270"/>
                </a:lnTo>
                <a:lnTo>
                  <a:pt x="3670191" y="1157547"/>
                </a:lnTo>
                <a:lnTo>
                  <a:pt x="3675779" y="1158444"/>
                </a:lnTo>
                <a:lnTo>
                  <a:pt x="3681505" y="1166335"/>
                </a:lnTo>
                <a:lnTo>
                  <a:pt x="3680657" y="1171876"/>
                </a:lnTo>
                <a:lnTo>
                  <a:pt x="3676728" y="1174806"/>
                </a:lnTo>
                <a:lnTo>
                  <a:pt x="3673054" y="1177426"/>
                </a:lnTo>
                <a:lnTo>
                  <a:pt x="3668119" y="1176930"/>
                </a:lnTo>
                <a:close/>
              </a:path>
              <a:path w="5142230" h="2300604">
                <a:moveTo>
                  <a:pt x="4467130" y="1862174"/>
                </a:moveTo>
                <a:lnTo>
                  <a:pt x="4463946" y="1858765"/>
                </a:lnTo>
                <a:lnTo>
                  <a:pt x="4463388" y="1854355"/>
                </a:lnTo>
                <a:lnTo>
                  <a:pt x="4468127" y="1846723"/>
                </a:lnTo>
                <a:lnTo>
                  <a:pt x="4473377" y="1845498"/>
                </a:lnTo>
                <a:lnTo>
                  <a:pt x="4473600" y="1845446"/>
                </a:lnTo>
                <a:lnTo>
                  <a:pt x="4477760" y="1848043"/>
                </a:lnTo>
                <a:lnTo>
                  <a:pt x="4481970" y="1850593"/>
                </a:lnTo>
                <a:lnTo>
                  <a:pt x="4483253" y="1856070"/>
                </a:lnTo>
                <a:lnTo>
                  <a:pt x="4478055" y="1864386"/>
                </a:lnTo>
                <a:lnTo>
                  <a:pt x="4472628" y="1865712"/>
                </a:lnTo>
                <a:lnTo>
                  <a:pt x="4467774" y="1862668"/>
                </a:lnTo>
                <a:lnTo>
                  <a:pt x="4467130" y="1862174"/>
                </a:lnTo>
                <a:close/>
              </a:path>
              <a:path w="5142230" h="2300604">
                <a:moveTo>
                  <a:pt x="3754057" y="1290039"/>
                </a:moveTo>
                <a:lnTo>
                  <a:pt x="3750458" y="1286187"/>
                </a:lnTo>
                <a:lnTo>
                  <a:pt x="3747422" y="1282349"/>
                </a:lnTo>
                <a:lnTo>
                  <a:pt x="3748038" y="1276752"/>
                </a:lnTo>
                <a:lnTo>
                  <a:pt x="3750786" y="1274515"/>
                </a:lnTo>
                <a:lnTo>
                  <a:pt x="3751825" y="1273670"/>
                </a:lnTo>
                <a:lnTo>
                  <a:pt x="3754610" y="1271473"/>
                </a:lnTo>
                <a:lnTo>
                  <a:pt x="3755662" y="1270643"/>
                </a:lnTo>
                <a:lnTo>
                  <a:pt x="3761254" y="1271254"/>
                </a:lnTo>
                <a:lnTo>
                  <a:pt x="3764341" y="1275045"/>
                </a:lnTo>
                <a:lnTo>
                  <a:pt x="3767368" y="1278874"/>
                </a:lnTo>
                <a:lnTo>
                  <a:pt x="3766752" y="1284471"/>
                </a:lnTo>
                <a:lnTo>
                  <a:pt x="3764004" y="1286707"/>
                </a:lnTo>
                <a:lnTo>
                  <a:pt x="3762965" y="1287552"/>
                </a:lnTo>
                <a:lnTo>
                  <a:pt x="3760178" y="1289748"/>
                </a:lnTo>
                <a:lnTo>
                  <a:pt x="3759285" y="1290452"/>
                </a:lnTo>
                <a:lnTo>
                  <a:pt x="3754057" y="1290039"/>
                </a:lnTo>
                <a:close/>
              </a:path>
              <a:path w="5142230" h="2300604">
                <a:moveTo>
                  <a:pt x="3847122" y="1397676"/>
                </a:moveTo>
                <a:lnTo>
                  <a:pt x="3840431" y="1390514"/>
                </a:lnTo>
                <a:lnTo>
                  <a:pt x="3840624" y="1384854"/>
                </a:lnTo>
                <a:lnTo>
                  <a:pt x="3847834" y="1378207"/>
                </a:lnTo>
                <a:lnTo>
                  <a:pt x="3853356" y="1378348"/>
                </a:lnTo>
                <a:lnTo>
                  <a:pt x="3860052" y="1385516"/>
                </a:lnTo>
                <a:lnTo>
                  <a:pt x="3859856" y="1391077"/>
                </a:lnTo>
                <a:lnTo>
                  <a:pt x="3852735" y="1397820"/>
                </a:lnTo>
                <a:lnTo>
                  <a:pt x="3847122" y="1397676"/>
                </a:lnTo>
                <a:close/>
              </a:path>
              <a:path w="5142230" h="2300604">
                <a:moveTo>
                  <a:pt x="4527518" y="1899547"/>
                </a:moveTo>
                <a:lnTo>
                  <a:pt x="4524325" y="1896129"/>
                </a:lnTo>
                <a:lnTo>
                  <a:pt x="4523768" y="1891718"/>
                </a:lnTo>
                <a:lnTo>
                  <a:pt x="4528516" y="1884096"/>
                </a:lnTo>
                <a:lnTo>
                  <a:pt x="4533766" y="1882871"/>
                </a:lnTo>
                <a:lnTo>
                  <a:pt x="4533988" y="1882819"/>
                </a:lnTo>
                <a:lnTo>
                  <a:pt x="4538149" y="1885416"/>
                </a:lnTo>
                <a:lnTo>
                  <a:pt x="4542359" y="1887966"/>
                </a:lnTo>
                <a:lnTo>
                  <a:pt x="4543632" y="1893433"/>
                </a:lnTo>
                <a:lnTo>
                  <a:pt x="4538444" y="1901759"/>
                </a:lnTo>
                <a:lnTo>
                  <a:pt x="4532972" y="1903036"/>
                </a:lnTo>
                <a:lnTo>
                  <a:pt x="4528854" y="1900490"/>
                </a:lnTo>
                <a:lnTo>
                  <a:pt x="4528162" y="1900041"/>
                </a:lnTo>
                <a:lnTo>
                  <a:pt x="4527518" y="1899547"/>
                </a:lnTo>
                <a:close/>
              </a:path>
              <a:path w="5142230" h="2300604">
                <a:moveTo>
                  <a:pt x="3260903" y="682659"/>
                </a:moveTo>
                <a:lnTo>
                  <a:pt x="3257295" y="678796"/>
                </a:lnTo>
                <a:lnTo>
                  <a:pt x="3257040" y="673932"/>
                </a:lnTo>
                <a:lnTo>
                  <a:pt x="3259901" y="670447"/>
                </a:lnTo>
                <a:lnTo>
                  <a:pt x="3262907" y="666625"/>
                </a:lnTo>
                <a:lnTo>
                  <a:pt x="3268549" y="666020"/>
                </a:lnTo>
                <a:lnTo>
                  <a:pt x="3276175" y="672227"/>
                </a:lnTo>
                <a:lnTo>
                  <a:pt x="3276789" y="677772"/>
                </a:lnTo>
                <a:lnTo>
                  <a:pt x="3270582" y="685397"/>
                </a:lnTo>
                <a:lnTo>
                  <a:pt x="3265037" y="686011"/>
                </a:lnTo>
                <a:lnTo>
                  <a:pt x="3260903" y="682659"/>
                </a:lnTo>
                <a:close/>
              </a:path>
              <a:path w="5142230" h="2300604">
                <a:moveTo>
                  <a:pt x="2271908" y="322069"/>
                </a:moveTo>
                <a:lnTo>
                  <a:pt x="2268765" y="318704"/>
                </a:lnTo>
                <a:lnTo>
                  <a:pt x="2267869" y="315889"/>
                </a:lnTo>
                <a:lnTo>
                  <a:pt x="2269264" y="308194"/>
                </a:lnTo>
                <a:lnTo>
                  <a:pt x="2273899" y="305042"/>
                </a:lnTo>
                <a:lnTo>
                  <a:pt x="2283569" y="306792"/>
                </a:lnTo>
                <a:lnTo>
                  <a:pt x="2286716" y="311431"/>
                </a:lnTo>
                <a:lnTo>
                  <a:pt x="2284971" y="321097"/>
                </a:lnTo>
                <a:lnTo>
                  <a:pt x="2280332" y="324244"/>
                </a:lnTo>
                <a:lnTo>
                  <a:pt x="2273528" y="323021"/>
                </a:lnTo>
                <a:lnTo>
                  <a:pt x="2271908" y="322069"/>
                </a:lnTo>
                <a:close/>
              </a:path>
              <a:path w="5142230" h="2300604">
                <a:moveTo>
                  <a:pt x="2411402" y="348722"/>
                </a:moveTo>
                <a:lnTo>
                  <a:pt x="2408300" y="345402"/>
                </a:lnTo>
                <a:lnTo>
                  <a:pt x="2407412" y="342496"/>
                </a:lnTo>
                <a:lnTo>
                  <a:pt x="2408902" y="334805"/>
                </a:lnTo>
                <a:lnTo>
                  <a:pt x="2413631" y="331656"/>
                </a:lnTo>
                <a:lnTo>
                  <a:pt x="2423200" y="333592"/>
                </a:lnTo>
                <a:lnTo>
                  <a:pt x="2426342" y="338226"/>
                </a:lnTo>
                <a:lnTo>
                  <a:pt x="2424413" y="347891"/>
                </a:lnTo>
                <a:lnTo>
                  <a:pt x="2419728" y="350989"/>
                </a:lnTo>
                <a:lnTo>
                  <a:pt x="2414899" y="350022"/>
                </a:lnTo>
                <a:lnTo>
                  <a:pt x="2413022" y="349674"/>
                </a:lnTo>
                <a:lnTo>
                  <a:pt x="2411402" y="348722"/>
                </a:lnTo>
                <a:close/>
              </a:path>
              <a:path w="5142230" h="2300604">
                <a:moveTo>
                  <a:pt x="2480976" y="362987"/>
                </a:moveTo>
                <a:lnTo>
                  <a:pt x="2477878" y="359672"/>
                </a:lnTo>
                <a:lnTo>
                  <a:pt x="2476940" y="356713"/>
                </a:lnTo>
                <a:lnTo>
                  <a:pt x="2477606" y="353808"/>
                </a:lnTo>
                <a:lnTo>
                  <a:pt x="2478568" y="348974"/>
                </a:lnTo>
                <a:lnTo>
                  <a:pt x="2483303" y="345929"/>
                </a:lnTo>
                <a:lnTo>
                  <a:pt x="2492865" y="347954"/>
                </a:lnTo>
                <a:lnTo>
                  <a:pt x="2495963" y="352639"/>
                </a:lnTo>
                <a:lnTo>
                  <a:pt x="2494902" y="357466"/>
                </a:lnTo>
                <a:lnTo>
                  <a:pt x="2493935" y="362295"/>
                </a:lnTo>
                <a:lnTo>
                  <a:pt x="2489204" y="365345"/>
                </a:lnTo>
                <a:lnTo>
                  <a:pt x="2484423" y="364332"/>
                </a:lnTo>
                <a:lnTo>
                  <a:pt x="2482550" y="363891"/>
                </a:lnTo>
                <a:lnTo>
                  <a:pt x="2480976" y="362987"/>
                </a:lnTo>
                <a:close/>
              </a:path>
              <a:path w="5142230" h="2300604">
                <a:moveTo>
                  <a:pt x="2550328" y="378189"/>
                </a:moveTo>
                <a:lnTo>
                  <a:pt x="2547231" y="374873"/>
                </a:lnTo>
                <a:lnTo>
                  <a:pt x="2546289" y="371909"/>
                </a:lnTo>
                <a:lnTo>
                  <a:pt x="2548069" y="364138"/>
                </a:lnTo>
                <a:lnTo>
                  <a:pt x="2552844" y="361138"/>
                </a:lnTo>
                <a:lnTo>
                  <a:pt x="2557622" y="362244"/>
                </a:lnTo>
                <a:lnTo>
                  <a:pt x="2562354" y="363302"/>
                </a:lnTo>
                <a:lnTo>
                  <a:pt x="2565355" y="368078"/>
                </a:lnTo>
                <a:lnTo>
                  <a:pt x="2564248" y="372856"/>
                </a:lnTo>
                <a:lnTo>
                  <a:pt x="2563190" y="377588"/>
                </a:lnTo>
                <a:lnTo>
                  <a:pt x="2558414" y="380589"/>
                </a:lnTo>
                <a:lnTo>
                  <a:pt x="2551854" y="379138"/>
                </a:lnTo>
                <a:lnTo>
                  <a:pt x="2550328" y="378189"/>
                </a:lnTo>
                <a:close/>
              </a:path>
              <a:path w="5142230" h="2300604">
                <a:moveTo>
                  <a:pt x="3204512" y="640182"/>
                </a:moveTo>
                <a:lnTo>
                  <a:pt x="3200810" y="636219"/>
                </a:lnTo>
                <a:lnTo>
                  <a:pt x="3200463" y="631647"/>
                </a:lnTo>
                <a:lnTo>
                  <a:pt x="3202849" y="628140"/>
                </a:lnTo>
                <a:lnTo>
                  <a:pt x="3205718" y="624172"/>
                </a:lnTo>
                <a:lnTo>
                  <a:pt x="3211275" y="623181"/>
                </a:lnTo>
                <a:lnTo>
                  <a:pt x="3219301" y="628842"/>
                </a:lnTo>
                <a:lnTo>
                  <a:pt x="3220199" y="634395"/>
                </a:lnTo>
                <a:lnTo>
                  <a:pt x="3217366" y="638402"/>
                </a:lnTo>
                <a:lnTo>
                  <a:pt x="3214592" y="642372"/>
                </a:lnTo>
                <a:lnTo>
                  <a:pt x="3209035" y="643363"/>
                </a:lnTo>
                <a:lnTo>
                  <a:pt x="3204512" y="640182"/>
                </a:lnTo>
                <a:close/>
              </a:path>
              <a:path w="5142230" h="2300604">
                <a:moveTo>
                  <a:pt x="2619357" y="394607"/>
                </a:moveTo>
                <a:lnTo>
                  <a:pt x="2616259" y="391291"/>
                </a:lnTo>
                <a:lnTo>
                  <a:pt x="2615324" y="388238"/>
                </a:lnTo>
                <a:lnTo>
                  <a:pt x="2617288" y="380468"/>
                </a:lnTo>
                <a:lnTo>
                  <a:pt x="2618569" y="379688"/>
                </a:lnTo>
                <a:lnTo>
                  <a:pt x="2622181" y="377592"/>
                </a:lnTo>
                <a:lnTo>
                  <a:pt x="2631610" y="379964"/>
                </a:lnTo>
                <a:lnTo>
                  <a:pt x="2634516" y="384737"/>
                </a:lnTo>
                <a:lnTo>
                  <a:pt x="2633315" y="389511"/>
                </a:lnTo>
                <a:lnTo>
                  <a:pt x="2632158" y="394236"/>
                </a:lnTo>
                <a:lnTo>
                  <a:pt x="2627296" y="397143"/>
                </a:lnTo>
                <a:lnTo>
                  <a:pt x="2622567" y="395991"/>
                </a:lnTo>
                <a:lnTo>
                  <a:pt x="2620837" y="395507"/>
                </a:lnTo>
                <a:lnTo>
                  <a:pt x="2619357" y="394607"/>
                </a:lnTo>
                <a:close/>
              </a:path>
              <a:path w="5142230" h="2300604">
                <a:moveTo>
                  <a:pt x="5125739" y="2281581"/>
                </a:moveTo>
                <a:lnTo>
                  <a:pt x="5122545" y="2278163"/>
                </a:lnTo>
                <a:lnTo>
                  <a:pt x="5122083" y="2273664"/>
                </a:lnTo>
                <a:lnTo>
                  <a:pt x="5126745" y="2266436"/>
                </a:lnTo>
                <a:lnTo>
                  <a:pt x="5126968" y="2266088"/>
                </a:lnTo>
                <a:lnTo>
                  <a:pt x="5132491" y="2264864"/>
                </a:lnTo>
                <a:lnTo>
                  <a:pt x="5136553" y="2267552"/>
                </a:lnTo>
                <a:lnTo>
                  <a:pt x="5140711" y="2270242"/>
                </a:lnTo>
                <a:lnTo>
                  <a:pt x="5131041" y="2285110"/>
                </a:lnTo>
                <a:lnTo>
                  <a:pt x="5126931" y="2282467"/>
                </a:lnTo>
                <a:lnTo>
                  <a:pt x="5125739" y="2281581"/>
                </a:lnTo>
                <a:close/>
              </a:path>
              <a:path w="5142230" h="2300604">
                <a:moveTo>
                  <a:pt x="3144957" y="600771"/>
                </a:moveTo>
                <a:lnTo>
                  <a:pt x="3141769" y="597357"/>
                </a:lnTo>
                <a:lnTo>
                  <a:pt x="3141211" y="592947"/>
                </a:lnTo>
                <a:lnTo>
                  <a:pt x="3146000" y="585268"/>
                </a:lnTo>
                <a:lnTo>
                  <a:pt x="3151477" y="583997"/>
                </a:lnTo>
                <a:lnTo>
                  <a:pt x="3159797" y="589190"/>
                </a:lnTo>
                <a:lnTo>
                  <a:pt x="3161071" y="594657"/>
                </a:lnTo>
                <a:lnTo>
                  <a:pt x="3155878" y="602978"/>
                </a:lnTo>
                <a:lnTo>
                  <a:pt x="3150406" y="604255"/>
                </a:lnTo>
                <a:lnTo>
                  <a:pt x="3145601" y="601265"/>
                </a:lnTo>
                <a:lnTo>
                  <a:pt x="3144957" y="600771"/>
                </a:lnTo>
                <a:close/>
              </a:path>
              <a:path w="5142230" h="2300604">
                <a:moveTo>
                  <a:pt x="5066699" y="2243505"/>
                </a:moveTo>
                <a:lnTo>
                  <a:pt x="5062945" y="2239486"/>
                </a:lnTo>
                <a:lnTo>
                  <a:pt x="5062448" y="2235141"/>
                </a:lnTo>
                <a:lnTo>
                  <a:pt x="5064480" y="2232038"/>
                </a:lnTo>
                <a:lnTo>
                  <a:pt x="5067125" y="2227929"/>
                </a:lnTo>
                <a:lnTo>
                  <a:pt x="5067384" y="2227525"/>
                </a:lnTo>
                <a:lnTo>
                  <a:pt x="5072855" y="2226341"/>
                </a:lnTo>
                <a:lnTo>
                  <a:pt x="5081119" y="2231669"/>
                </a:lnTo>
                <a:lnTo>
                  <a:pt x="5082303" y="2237137"/>
                </a:lnTo>
                <a:lnTo>
                  <a:pt x="5079876" y="2240897"/>
                </a:lnTo>
                <a:lnTo>
                  <a:pt x="5077193" y="2244963"/>
                </a:lnTo>
                <a:lnTo>
                  <a:pt x="5076928" y="2245363"/>
                </a:lnTo>
                <a:lnTo>
                  <a:pt x="5071458" y="2246547"/>
                </a:lnTo>
                <a:lnTo>
                  <a:pt x="5067348" y="2243904"/>
                </a:lnTo>
                <a:lnTo>
                  <a:pt x="5066699" y="2243505"/>
                </a:lnTo>
                <a:close/>
              </a:path>
              <a:path w="5142230" h="2300604">
                <a:moveTo>
                  <a:pt x="2341658" y="335155"/>
                </a:moveTo>
                <a:lnTo>
                  <a:pt x="2338566" y="331844"/>
                </a:lnTo>
                <a:lnTo>
                  <a:pt x="2337624" y="328980"/>
                </a:lnTo>
                <a:lnTo>
                  <a:pt x="2339114" y="321288"/>
                </a:lnTo>
                <a:lnTo>
                  <a:pt x="2343753" y="318141"/>
                </a:lnTo>
                <a:lnTo>
                  <a:pt x="2348581" y="319009"/>
                </a:lnTo>
                <a:lnTo>
                  <a:pt x="2353370" y="319932"/>
                </a:lnTo>
                <a:lnTo>
                  <a:pt x="2356562" y="324620"/>
                </a:lnTo>
                <a:lnTo>
                  <a:pt x="2354721" y="334183"/>
                </a:lnTo>
                <a:lnTo>
                  <a:pt x="2350038" y="337380"/>
                </a:lnTo>
                <a:lnTo>
                  <a:pt x="2345254" y="336462"/>
                </a:lnTo>
                <a:lnTo>
                  <a:pt x="2343327" y="336062"/>
                </a:lnTo>
                <a:lnTo>
                  <a:pt x="2341658" y="335155"/>
                </a:lnTo>
                <a:close/>
              </a:path>
              <a:path w="5142230" h="2300604">
                <a:moveTo>
                  <a:pt x="2132245" y="296212"/>
                </a:moveTo>
                <a:lnTo>
                  <a:pt x="2129148" y="292897"/>
                </a:lnTo>
                <a:lnTo>
                  <a:pt x="2128158" y="290078"/>
                </a:lnTo>
                <a:lnTo>
                  <a:pt x="2129647" y="282386"/>
                </a:lnTo>
                <a:lnTo>
                  <a:pt x="2134241" y="279190"/>
                </a:lnTo>
                <a:lnTo>
                  <a:pt x="2143903" y="281030"/>
                </a:lnTo>
                <a:lnTo>
                  <a:pt x="2147099" y="285624"/>
                </a:lnTo>
                <a:lnTo>
                  <a:pt x="2145259" y="295286"/>
                </a:lnTo>
                <a:lnTo>
                  <a:pt x="2140620" y="298433"/>
                </a:lnTo>
                <a:lnTo>
                  <a:pt x="2133910" y="297213"/>
                </a:lnTo>
                <a:lnTo>
                  <a:pt x="2132245" y="296212"/>
                </a:lnTo>
                <a:close/>
              </a:path>
              <a:path w="5142230" h="2300604">
                <a:moveTo>
                  <a:pt x="2202052" y="309163"/>
                </a:moveTo>
                <a:lnTo>
                  <a:pt x="2198950" y="305843"/>
                </a:lnTo>
                <a:lnTo>
                  <a:pt x="2198059" y="303032"/>
                </a:lnTo>
                <a:lnTo>
                  <a:pt x="2199454" y="295337"/>
                </a:lnTo>
                <a:lnTo>
                  <a:pt x="2204043" y="292137"/>
                </a:lnTo>
                <a:lnTo>
                  <a:pt x="2208881" y="293014"/>
                </a:lnTo>
                <a:lnTo>
                  <a:pt x="2213665" y="293932"/>
                </a:lnTo>
                <a:lnTo>
                  <a:pt x="2216901" y="298570"/>
                </a:lnTo>
                <a:lnTo>
                  <a:pt x="2215988" y="303359"/>
                </a:lnTo>
                <a:lnTo>
                  <a:pt x="2215115" y="308192"/>
                </a:lnTo>
                <a:lnTo>
                  <a:pt x="2210517" y="311382"/>
                </a:lnTo>
                <a:lnTo>
                  <a:pt x="2203717" y="310164"/>
                </a:lnTo>
                <a:lnTo>
                  <a:pt x="2202052" y="309163"/>
                </a:lnTo>
                <a:close/>
              </a:path>
            </a:pathLst>
          </a:custGeom>
          <a:solidFill>
            <a:srgbClr val="FABE04"/>
          </a:solidFill>
        </p:spPr>
        <p:txBody>
          <a:bodyPr wrap="square" lIns="0" tIns="0" rIns="0" bIns="0" rtlCol="0"/>
          <a:lstStyle/>
          <a:p>
            <a:endParaRPr/>
          </a:p>
        </p:txBody>
      </p:sp>
      <p:sp>
        <p:nvSpPr>
          <p:cNvPr id="14" name="object 14"/>
          <p:cNvSpPr txBox="1"/>
          <p:nvPr/>
        </p:nvSpPr>
        <p:spPr>
          <a:xfrm>
            <a:off x="13811310" y="2759095"/>
            <a:ext cx="1578610" cy="460375"/>
          </a:xfrm>
          <a:prstGeom prst="rect">
            <a:avLst/>
          </a:prstGeom>
        </p:spPr>
        <p:txBody>
          <a:bodyPr vert="horz" wrap="square" lIns="0" tIns="12700" rIns="0" bIns="0" rtlCol="0">
            <a:spAutoFit/>
          </a:bodyPr>
          <a:lstStyle/>
          <a:p>
            <a:pPr marL="12700">
              <a:lnSpc>
                <a:spcPct val="100000"/>
              </a:lnSpc>
              <a:spcBef>
                <a:spcPts val="100"/>
              </a:spcBef>
            </a:pPr>
            <a:r>
              <a:rPr sz="2850" spc="-40" dirty="0">
                <a:latin typeface="Verdana"/>
                <a:cs typeface="Verdana"/>
              </a:rPr>
              <a:t>About</a:t>
            </a:r>
            <a:r>
              <a:rPr sz="2850" spc="-225" dirty="0">
                <a:latin typeface="Verdana"/>
                <a:cs typeface="Verdana"/>
              </a:rPr>
              <a:t> </a:t>
            </a:r>
            <a:r>
              <a:rPr sz="2850" spc="-25" dirty="0">
                <a:latin typeface="Verdana"/>
                <a:cs typeface="Verdana"/>
              </a:rPr>
              <a:t>us</a:t>
            </a:r>
            <a:endParaRPr sz="2850" dirty="0">
              <a:latin typeface="Verdana"/>
              <a:cs typeface="Verdana"/>
            </a:endParaRPr>
          </a:p>
        </p:txBody>
      </p:sp>
      <p:sp>
        <p:nvSpPr>
          <p:cNvPr id="15" name="object 15"/>
          <p:cNvSpPr txBox="1"/>
          <p:nvPr/>
        </p:nvSpPr>
        <p:spPr>
          <a:xfrm>
            <a:off x="11838559" y="1322213"/>
            <a:ext cx="3111026" cy="451406"/>
          </a:xfrm>
          <a:prstGeom prst="rect">
            <a:avLst/>
          </a:prstGeom>
        </p:spPr>
        <p:txBody>
          <a:bodyPr vert="horz" wrap="square" lIns="0" tIns="12700" rIns="0" bIns="0" rtlCol="0">
            <a:spAutoFit/>
          </a:bodyPr>
          <a:lstStyle/>
          <a:p>
            <a:pPr marL="12700">
              <a:lnSpc>
                <a:spcPct val="100000"/>
              </a:lnSpc>
              <a:spcBef>
                <a:spcPts val="100"/>
              </a:spcBef>
            </a:pPr>
            <a:r>
              <a:rPr lang="en-IN" sz="2850" spc="-30" dirty="0" smtClean="0">
                <a:solidFill>
                  <a:srgbClr val="FFFFFF"/>
                </a:solidFill>
                <a:latin typeface="Verdana"/>
                <a:cs typeface="Verdana"/>
              </a:rPr>
              <a:t>Output:</a:t>
            </a:r>
            <a:endParaRPr sz="2850" dirty="0">
              <a:latin typeface="Verdana"/>
              <a:cs typeface="Verdana"/>
            </a:endParaRPr>
          </a:p>
        </p:txBody>
      </p:sp>
      <p:sp>
        <p:nvSpPr>
          <p:cNvPr id="16" name="object 16"/>
          <p:cNvSpPr txBox="1"/>
          <p:nvPr/>
        </p:nvSpPr>
        <p:spPr>
          <a:xfrm>
            <a:off x="703732" y="1322213"/>
            <a:ext cx="10287000" cy="997709"/>
          </a:xfrm>
          <a:prstGeom prst="rect">
            <a:avLst/>
          </a:prstGeom>
        </p:spPr>
        <p:txBody>
          <a:bodyPr vert="horz" wrap="square" lIns="0" tIns="12700" rIns="0" bIns="0" rtlCol="0">
            <a:spAutoFit/>
          </a:bodyPr>
          <a:lstStyle/>
          <a:p>
            <a:pPr marL="12700">
              <a:lnSpc>
                <a:spcPct val="100000"/>
              </a:lnSpc>
              <a:spcBef>
                <a:spcPts val="100"/>
              </a:spcBef>
            </a:pPr>
            <a:r>
              <a:rPr lang="en-US" sz="3200" dirty="0" smtClean="0">
                <a:latin typeface="Trebuchet MS"/>
                <a:cs typeface="Trebuchet MS"/>
              </a:rPr>
              <a:t>7.Find the customers who have made the most purchases in a single month.</a:t>
            </a:r>
            <a:endParaRPr sz="3200" dirty="0">
              <a:latin typeface="Trebuchet MS"/>
              <a:cs typeface="Trebuchet MS"/>
            </a:endParaRPr>
          </a:p>
        </p:txBody>
      </p:sp>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4675" y="3682182"/>
            <a:ext cx="9924133" cy="35949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949016" y="3613947"/>
            <a:ext cx="6019800" cy="18656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 name="object 16"/>
          <p:cNvSpPr txBox="1"/>
          <p:nvPr/>
        </p:nvSpPr>
        <p:spPr>
          <a:xfrm>
            <a:off x="769463" y="445412"/>
            <a:ext cx="10287000" cy="505267"/>
          </a:xfrm>
          <a:prstGeom prst="rect">
            <a:avLst/>
          </a:prstGeom>
        </p:spPr>
        <p:txBody>
          <a:bodyPr vert="horz" wrap="square" lIns="0" tIns="12700" rIns="0" bIns="0" rtlCol="0">
            <a:spAutoFit/>
          </a:bodyPr>
          <a:lstStyle/>
          <a:p>
            <a:pPr marL="12700">
              <a:lnSpc>
                <a:spcPct val="100000"/>
              </a:lnSpc>
              <a:spcBef>
                <a:spcPts val="100"/>
              </a:spcBef>
            </a:pPr>
            <a:r>
              <a:rPr lang="en-IN" sz="3200" dirty="0" smtClean="0">
                <a:solidFill>
                  <a:schemeClr val="tx2">
                    <a:lumMod val="50000"/>
                  </a:schemeClr>
                </a:solidFill>
                <a:latin typeface="Stencil" pitchFamily="82" charset="0"/>
                <a:cs typeface="Trebuchet MS"/>
              </a:rPr>
              <a:t>E-Commerce Database Management System</a:t>
            </a:r>
            <a:endParaRPr sz="3200" dirty="0">
              <a:solidFill>
                <a:schemeClr val="tx2">
                  <a:lumMod val="50000"/>
                </a:schemeClr>
              </a:solidFill>
              <a:latin typeface="Stencil" pitchFamily="82" charset="0"/>
              <a:cs typeface="Trebuchet MS"/>
            </a:endParaRPr>
          </a:p>
        </p:txBody>
      </p:sp>
    </p:spTree>
    <p:extLst>
      <p:ext uri="{BB962C8B-B14F-4D97-AF65-F5344CB8AC3E}">
        <p14:creationId xmlns:p14="http://schemas.microsoft.com/office/powerpoint/2010/main" val="10277787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6553200" cy="10287000"/>
          </a:xfrm>
          <a:custGeom>
            <a:avLst/>
            <a:gdLst/>
            <a:ahLst/>
            <a:cxnLst/>
            <a:rect l="l" t="t" r="r" b="b"/>
            <a:pathLst>
              <a:path w="9732010" h="10287000">
                <a:moveTo>
                  <a:pt x="9731471" y="10286999"/>
                </a:moveTo>
                <a:lnTo>
                  <a:pt x="0" y="10286999"/>
                </a:lnTo>
                <a:lnTo>
                  <a:pt x="0" y="0"/>
                </a:lnTo>
                <a:lnTo>
                  <a:pt x="9731471" y="0"/>
                </a:lnTo>
                <a:lnTo>
                  <a:pt x="9731471" y="10286999"/>
                </a:lnTo>
                <a:close/>
              </a:path>
            </a:pathLst>
          </a:custGeom>
          <a:solidFill>
            <a:srgbClr val="000000"/>
          </a:solidFill>
        </p:spPr>
        <p:txBody>
          <a:bodyPr wrap="square" lIns="0" tIns="0" rIns="0" bIns="0" rtlCol="0"/>
          <a:lstStyle/>
          <a:p>
            <a:endParaRPr/>
          </a:p>
        </p:txBody>
      </p:sp>
      <p:sp>
        <p:nvSpPr>
          <p:cNvPr id="9" name="object 9"/>
          <p:cNvSpPr txBox="1"/>
          <p:nvPr/>
        </p:nvSpPr>
        <p:spPr>
          <a:xfrm>
            <a:off x="7467600" y="266700"/>
            <a:ext cx="1423035" cy="460375"/>
          </a:xfrm>
          <a:prstGeom prst="rect">
            <a:avLst/>
          </a:prstGeom>
        </p:spPr>
        <p:txBody>
          <a:bodyPr vert="horz" wrap="square" lIns="0" tIns="12700" rIns="0" bIns="0" rtlCol="0">
            <a:spAutoFit/>
          </a:bodyPr>
          <a:lstStyle/>
          <a:p>
            <a:pPr marL="12700">
              <a:lnSpc>
                <a:spcPct val="100000"/>
              </a:lnSpc>
              <a:spcBef>
                <a:spcPts val="100"/>
              </a:spcBef>
            </a:pPr>
            <a:r>
              <a:rPr sz="2850" spc="-45" dirty="0">
                <a:solidFill>
                  <a:srgbClr val="FFFFFF"/>
                </a:solidFill>
                <a:latin typeface="Verdana"/>
                <a:cs typeface="Verdana"/>
              </a:rPr>
              <a:t>Borcelle</a:t>
            </a:r>
            <a:endParaRPr sz="2850" dirty="0">
              <a:latin typeface="Verdana"/>
              <a:cs typeface="Verdana"/>
            </a:endParaRPr>
          </a:p>
        </p:txBody>
      </p:sp>
      <p:sp>
        <p:nvSpPr>
          <p:cNvPr id="14" name="object 6"/>
          <p:cNvSpPr/>
          <p:nvPr/>
        </p:nvSpPr>
        <p:spPr>
          <a:xfrm>
            <a:off x="7167282" y="1091670"/>
            <a:ext cx="10287000" cy="1153630"/>
          </a:xfrm>
          <a:custGeom>
            <a:avLst/>
            <a:gdLst/>
            <a:ahLst/>
            <a:cxnLst/>
            <a:rect l="l" t="t" r="r" b="b"/>
            <a:pathLst>
              <a:path w="5956934" h="993775">
                <a:moveTo>
                  <a:pt x="5956567" y="993408"/>
                </a:moveTo>
                <a:lnTo>
                  <a:pt x="0" y="993408"/>
                </a:lnTo>
                <a:lnTo>
                  <a:pt x="0" y="0"/>
                </a:lnTo>
                <a:lnTo>
                  <a:pt x="5956567" y="0"/>
                </a:lnTo>
                <a:lnTo>
                  <a:pt x="5956567" y="993408"/>
                </a:lnTo>
                <a:close/>
              </a:path>
            </a:pathLst>
          </a:custGeom>
          <a:solidFill>
            <a:srgbClr val="FABE04"/>
          </a:solidFill>
        </p:spPr>
        <p:txBody>
          <a:bodyPr wrap="square" lIns="0" tIns="0" rIns="0" bIns="0" rtlCol="0"/>
          <a:lstStyle/>
          <a:p>
            <a:endParaRPr/>
          </a:p>
        </p:txBody>
      </p:sp>
      <p:sp>
        <p:nvSpPr>
          <p:cNvPr id="15" name="object 16"/>
          <p:cNvSpPr txBox="1"/>
          <p:nvPr/>
        </p:nvSpPr>
        <p:spPr>
          <a:xfrm>
            <a:off x="7162800" y="1091670"/>
            <a:ext cx="10287000" cy="1502976"/>
          </a:xfrm>
          <a:prstGeom prst="rect">
            <a:avLst/>
          </a:prstGeom>
        </p:spPr>
        <p:txBody>
          <a:bodyPr vert="horz" wrap="square" lIns="0" tIns="12700" rIns="0" bIns="0" rtlCol="0">
            <a:spAutoFit/>
          </a:bodyPr>
          <a:lstStyle/>
          <a:p>
            <a:pPr marL="12700">
              <a:lnSpc>
                <a:spcPct val="100000"/>
              </a:lnSpc>
              <a:spcBef>
                <a:spcPts val="100"/>
              </a:spcBef>
            </a:pPr>
            <a:r>
              <a:rPr lang="en-IN" sz="3200" dirty="0" smtClean="0">
                <a:latin typeface="Trebuchet MS"/>
                <a:cs typeface="Trebuchet MS"/>
              </a:rPr>
              <a:t>8.</a:t>
            </a:r>
            <a:r>
              <a:rPr lang="en-US" sz="3200" dirty="0" smtClean="0">
                <a:latin typeface="Trebuchet MS"/>
                <a:cs typeface="Trebuchet MS"/>
              </a:rPr>
              <a:t>Find the most popular product based on total quantity sold in 2023.</a:t>
            </a:r>
          </a:p>
          <a:p>
            <a:pPr marL="12700">
              <a:lnSpc>
                <a:spcPct val="100000"/>
              </a:lnSpc>
              <a:spcBef>
                <a:spcPts val="100"/>
              </a:spcBef>
            </a:pPr>
            <a:endParaRPr sz="3200" dirty="0">
              <a:latin typeface="Trebuchet MS"/>
              <a:cs typeface="Trebuchet MS"/>
            </a:endParaRPr>
          </a:p>
        </p:txBody>
      </p:sp>
      <p:pic>
        <p:nvPicPr>
          <p:cNvPr id="16" name="object 4"/>
          <p:cNvPicPr/>
          <p:nvPr/>
        </p:nvPicPr>
        <p:blipFill>
          <a:blip r:embed="rId2" cstate="print"/>
          <a:stretch>
            <a:fillRect/>
          </a:stretch>
        </p:blipFill>
        <p:spPr>
          <a:xfrm>
            <a:off x="0" y="33618"/>
            <a:ext cx="6407534" cy="4488501"/>
          </a:xfrm>
          <a:prstGeom prst="rect">
            <a:avLst/>
          </a:prstGeom>
        </p:spPr>
      </p:pic>
      <p:sp>
        <p:nvSpPr>
          <p:cNvPr id="18" name="object 15"/>
          <p:cNvSpPr txBox="1"/>
          <p:nvPr/>
        </p:nvSpPr>
        <p:spPr>
          <a:xfrm>
            <a:off x="197960" y="1091670"/>
            <a:ext cx="3111026" cy="451406"/>
          </a:xfrm>
          <a:prstGeom prst="rect">
            <a:avLst/>
          </a:prstGeom>
        </p:spPr>
        <p:txBody>
          <a:bodyPr vert="horz" wrap="square" lIns="0" tIns="12700" rIns="0" bIns="0" rtlCol="0">
            <a:spAutoFit/>
          </a:bodyPr>
          <a:lstStyle/>
          <a:p>
            <a:pPr marL="12700">
              <a:lnSpc>
                <a:spcPct val="100000"/>
              </a:lnSpc>
              <a:spcBef>
                <a:spcPts val="100"/>
              </a:spcBef>
            </a:pPr>
            <a:r>
              <a:rPr lang="en-IN" sz="2850" spc="-30" dirty="0" smtClean="0">
                <a:solidFill>
                  <a:srgbClr val="FFFFFF"/>
                </a:solidFill>
                <a:latin typeface="Verdana"/>
                <a:cs typeface="Verdana"/>
              </a:rPr>
              <a:t> Output:</a:t>
            </a:r>
            <a:endParaRPr sz="2850" dirty="0">
              <a:latin typeface="Verdana"/>
              <a:cs typeface="Verdana"/>
            </a:endParaRPr>
          </a:p>
        </p:txBody>
      </p:sp>
      <p:sp>
        <p:nvSpPr>
          <p:cNvPr id="17" name="object 10"/>
          <p:cNvSpPr/>
          <p:nvPr/>
        </p:nvSpPr>
        <p:spPr>
          <a:xfrm>
            <a:off x="6557682" y="7857015"/>
            <a:ext cx="5142230" cy="2300605"/>
          </a:xfrm>
          <a:custGeom>
            <a:avLst/>
            <a:gdLst/>
            <a:ahLst/>
            <a:cxnLst/>
            <a:rect l="l" t="t" r="r" b="b"/>
            <a:pathLst>
              <a:path w="5142230" h="2300604">
                <a:moveTo>
                  <a:pt x="304967" y="2237500"/>
                </a:moveTo>
                <a:lnTo>
                  <a:pt x="298355" y="2230422"/>
                </a:lnTo>
                <a:lnTo>
                  <a:pt x="293162" y="2223494"/>
                </a:lnTo>
                <a:lnTo>
                  <a:pt x="294632" y="2213729"/>
                </a:lnTo>
                <a:lnTo>
                  <a:pt x="301555" y="2208540"/>
                </a:lnTo>
                <a:lnTo>
                  <a:pt x="308528" y="2203396"/>
                </a:lnTo>
                <a:lnTo>
                  <a:pt x="318303" y="2204857"/>
                </a:lnTo>
                <a:lnTo>
                  <a:pt x="328644" y="2218664"/>
                </a:lnTo>
                <a:lnTo>
                  <a:pt x="327174" y="2228428"/>
                </a:lnTo>
                <a:lnTo>
                  <a:pt x="313802" y="2238454"/>
                </a:lnTo>
                <a:lnTo>
                  <a:pt x="304967" y="2237500"/>
                </a:lnTo>
                <a:close/>
              </a:path>
              <a:path w="5142230" h="2300604">
                <a:moveTo>
                  <a:pt x="345873" y="2295168"/>
                </a:moveTo>
                <a:lnTo>
                  <a:pt x="339536" y="2288385"/>
                </a:lnTo>
                <a:lnTo>
                  <a:pt x="334232" y="2280557"/>
                </a:lnTo>
                <a:lnTo>
                  <a:pt x="336075" y="2270800"/>
                </a:lnTo>
                <a:lnTo>
                  <a:pt x="343273" y="2265994"/>
                </a:lnTo>
                <a:lnTo>
                  <a:pt x="350420" y="2261133"/>
                </a:lnTo>
                <a:lnTo>
                  <a:pt x="360133" y="2263027"/>
                </a:lnTo>
                <a:lnTo>
                  <a:pt x="369795" y="2277377"/>
                </a:lnTo>
                <a:lnTo>
                  <a:pt x="367906" y="2287085"/>
                </a:lnTo>
                <a:lnTo>
                  <a:pt x="360754" y="2291940"/>
                </a:lnTo>
                <a:lnTo>
                  <a:pt x="354281" y="2296252"/>
                </a:lnTo>
                <a:lnTo>
                  <a:pt x="345873" y="2295168"/>
                </a:lnTo>
                <a:close/>
              </a:path>
              <a:path w="5142230" h="2300604">
                <a:moveTo>
                  <a:pt x="216674" y="2126857"/>
                </a:moveTo>
                <a:lnTo>
                  <a:pt x="210431" y="2120173"/>
                </a:lnTo>
                <a:lnTo>
                  <a:pt x="204897" y="2113565"/>
                </a:lnTo>
                <a:lnTo>
                  <a:pt x="205751" y="2103727"/>
                </a:lnTo>
                <a:lnTo>
                  <a:pt x="211089" y="2099178"/>
                </a:lnTo>
                <a:lnTo>
                  <a:pt x="217693" y="2093638"/>
                </a:lnTo>
                <a:lnTo>
                  <a:pt x="218923" y="2092609"/>
                </a:lnTo>
                <a:lnTo>
                  <a:pt x="228810" y="2093417"/>
                </a:lnTo>
                <a:lnTo>
                  <a:pt x="239874" y="2106630"/>
                </a:lnTo>
                <a:lnTo>
                  <a:pt x="239066" y="2116517"/>
                </a:lnTo>
                <a:lnTo>
                  <a:pt x="233690" y="2121026"/>
                </a:lnTo>
                <a:lnTo>
                  <a:pt x="227112" y="2126593"/>
                </a:lnTo>
                <a:lnTo>
                  <a:pt x="226093" y="2127458"/>
                </a:lnTo>
                <a:lnTo>
                  <a:pt x="216674" y="2126857"/>
                </a:lnTo>
                <a:close/>
              </a:path>
              <a:path w="5142230" h="2300604">
                <a:moveTo>
                  <a:pt x="170491" y="2072921"/>
                </a:moveTo>
                <a:lnTo>
                  <a:pt x="164391" y="2066392"/>
                </a:lnTo>
                <a:lnTo>
                  <a:pt x="158759" y="2059875"/>
                </a:lnTo>
                <a:lnTo>
                  <a:pt x="159474" y="2049985"/>
                </a:lnTo>
                <a:lnTo>
                  <a:pt x="171650" y="2039463"/>
                </a:lnTo>
                <a:lnTo>
                  <a:pt x="172509" y="2038721"/>
                </a:lnTo>
                <a:lnTo>
                  <a:pt x="182344" y="2039386"/>
                </a:lnTo>
                <a:lnTo>
                  <a:pt x="193712" y="2052425"/>
                </a:lnTo>
                <a:lnTo>
                  <a:pt x="192998" y="2062315"/>
                </a:lnTo>
                <a:lnTo>
                  <a:pt x="180813" y="2072829"/>
                </a:lnTo>
                <a:lnTo>
                  <a:pt x="180055" y="2073483"/>
                </a:lnTo>
                <a:lnTo>
                  <a:pt x="170491" y="2072921"/>
                </a:lnTo>
                <a:close/>
              </a:path>
              <a:path w="5142230" h="2300604">
                <a:moveTo>
                  <a:pt x="123927" y="2019460"/>
                </a:moveTo>
                <a:lnTo>
                  <a:pt x="117817" y="2012919"/>
                </a:lnTo>
                <a:lnTo>
                  <a:pt x="112095" y="2006403"/>
                </a:lnTo>
                <a:lnTo>
                  <a:pt x="112761" y="1996559"/>
                </a:lnTo>
                <a:lnTo>
                  <a:pt x="124997" y="1985807"/>
                </a:lnTo>
                <a:lnTo>
                  <a:pt x="125749" y="1985147"/>
                </a:lnTo>
                <a:lnTo>
                  <a:pt x="135644" y="1985866"/>
                </a:lnTo>
                <a:lnTo>
                  <a:pt x="147005" y="1998810"/>
                </a:lnTo>
                <a:lnTo>
                  <a:pt x="146381" y="2008698"/>
                </a:lnTo>
                <a:lnTo>
                  <a:pt x="139819" y="2014381"/>
                </a:lnTo>
                <a:lnTo>
                  <a:pt x="134097" y="2019398"/>
                </a:lnTo>
                <a:lnTo>
                  <a:pt x="133444" y="2019971"/>
                </a:lnTo>
                <a:lnTo>
                  <a:pt x="123927" y="2019460"/>
                </a:lnTo>
                <a:close/>
              </a:path>
              <a:path w="5142230" h="2300604">
                <a:moveTo>
                  <a:pt x="261646" y="2181547"/>
                </a:moveTo>
                <a:lnTo>
                  <a:pt x="255265" y="2174716"/>
                </a:lnTo>
                <a:lnTo>
                  <a:pt x="249877" y="2167970"/>
                </a:lnTo>
                <a:lnTo>
                  <a:pt x="250964" y="2158089"/>
                </a:lnTo>
                <a:lnTo>
                  <a:pt x="264459" y="2147317"/>
                </a:lnTo>
                <a:lnTo>
                  <a:pt x="274288" y="2148454"/>
                </a:lnTo>
                <a:lnTo>
                  <a:pt x="285113" y="2161899"/>
                </a:lnTo>
                <a:lnTo>
                  <a:pt x="283976" y="2171728"/>
                </a:lnTo>
                <a:lnTo>
                  <a:pt x="277226" y="2177111"/>
                </a:lnTo>
                <a:lnTo>
                  <a:pt x="270823" y="2182280"/>
                </a:lnTo>
                <a:lnTo>
                  <a:pt x="261646" y="2181547"/>
                </a:lnTo>
                <a:close/>
              </a:path>
              <a:path w="5142230" h="2300604">
                <a:moveTo>
                  <a:pt x="31141" y="1911631"/>
                </a:moveTo>
                <a:lnTo>
                  <a:pt x="24906" y="1904956"/>
                </a:lnTo>
                <a:lnTo>
                  <a:pt x="19366" y="1898351"/>
                </a:lnTo>
                <a:lnTo>
                  <a:pt x="20274" y="1888464"/>
                </a:lnTo>
                <a:lnTo>
                  <a:pt x="26878" y="1882924"/>
                </a:lnTo>
                <a:lnTo>
                  <a:pt x="32189" y="1878542"/>
                </a:lnTo>
                <a:lnTo>
                  <a:pt x="33582" y="1877393"/>
                </a:lnTo>
                <a:lnTo>
                  <a:pt x="43375" y="1878297"/>
                </a:lnTo>
                <a:lnTo>
                  <a:pt x="54485" y="1891559"/>
                </a:lnTo>
                <a:lnTo>
                  <a:pt x="53587" y="1901447"/>
                </a:lnTo>
                <a:lnTo>
                  <a:pt x="41692" y="1911391"/>
                </a:lnTo>
                <a:lnTo>
                  <a:pt x="40564" y="1912334"/>
                </a:lnTo>
                <a:lnTo>
                  <a:pt x="31141" y="1911631"/>
                </a:lnTo>
                <a:close/>
              </a:path>
              <a:path w="5142230" h="2300604">
                <a:moveTo>
                  <a:pt x="77219" y="1965843"/>
                </a:moveTo>
                <a:lnTo>
                  <a:pt x="71069" y="1959260"/>
                </a:lnTo>
                <a:lnTo>
                  <a:pt x="65437" y="1952743"/>
                </a:lnTo>
                <a:lnTo>
                  <a:pt x="66147" y="1942848"/>
                </a:lnTo>
                <a:lnTo>
                  <a:pt x="78326" y="1932329"/>
                </a:lnTo>
                <a:lnTo>
                  <a:pt x="79236" y="1931543"/>
                </a:lnTo>
                <a:lnTo>
                  <a:pt x="89116" y="1932257"/>
                </a:lnTo>
                <a:lnTo>
                  <a:pt x="100435" y="1945342"/>
                </a:lnTo>
                <a:lnTo>
                  <a:pt x="99721" y="1955231"/>
                </a:lnTo>
                <a:lnTo>
                  <a:pt x="87537" y="1965745"/>
                </a:lnTo>
                <a:lnTo>
                  <a:pt x="86774" y="1966404"/>
                </a:lnTo>
                <a:lnTo>
                  <a:pt x="77219" y="1965843"/>
                </a:lnTo>
                <a:close/>
              </a:path>
              <a:path w="5142230" h="2300604">
                <a:moveTo>
                  <a:pt x="0" y="1853578"/>
                </a:moveTo>
                <a:lnTo>
                  <a:pt x="0" y="1823852"/>
                </a:lnTo>
                <a:lnTo>
                  <a:pt x="10126" y="1836938"/>
                </a:lnTo>
                <a:lnTo>
                  <a:pt x="8854" y="1846719"/>
                </a:lnTo>
                <a:lnTo>
                  <a:pt x="0" y="1853578"/>
                </a:lnTo>
                <a:close/>
              </a:path>
              <a:path w="5142230" h="2300604">
                <a:moveTo>
                  <a:pt x="799057" y="2223919"/>
                </a:moveTo>
                <a:lnTo>
                  <a:pt x="792856" y="2217280"/>
                </a:lnTo>
                <a:lnTo>
                  <a:pt x="792316" y="2216507"/>
                </a:lnTo>
                <a:lnTo>
                  <a:pt x="787736" y="2209453"/>
                </a:lnTo>
                <a:lnTo>
                  <a:pt x="789704" y="2200036"/>
                </a:lnTo>
                <a:lnTo>
                  <a:pt x="803810" y="2190885"/>
                </a:lnTo>
                <a:lnTo>
                  <a:pt x="813232" y="2192858"/>
                </a:lnTo>
                <a:lnTo>
                  <a:pt x="822378" y="2206950"/>
                </a:lnTo>
                <a:lnTo>
                  <a:pt x="820410" y="2216377"/>
                </a:lnTo>
                <a:lnTo>
                  <a:pt x="813361" y="2220953"/>
                </a:lnTo>
                <a:lnTo>
                  <a:pt x="807079" y="2225077"/>
                </a:lnTo>
                <a:lnTo>
                  <a:pt x="799057" y="2223919"/>
                </a:lnTo>
                <a:close/>
              </a:path>
              <a:path w="5142230" h="2300604">
                <a:moveTo>
                  <a:pt x="249425" y="1662529"/>
                </a:moveTo>
                <a:lnTo>
                  <a:pt x="243458" y="1656141"/>
                </a:lnTo>
                <a:lnTo>
                  <a:pt x="243485" y="1646884"/>
                </a:lnTo>
                <a:lnTo>
                  <a:pt x="249160" y="1641035"/>
                </a:lnTo>
                <a:lnTo>
                  <a:pt x="255076" y="1635061"/>
                </a:lnTo>
                <a:lnTo>
                  <a:pt x="264717" y="1634912"/>
                </a:lnTo>
                <a:lnTo>
                  <a:pt x="276686" y="1646650"/>
                </a:lnTo>
                <a:lnTo>
                  <a:pt x="276821" y="1656285"/>
                </a:lnTo>
                <a:lnTo>
                  <a:pt x="270955" y="1662313"/>
                </a:lnTo>
                <a:lnTo>
                  <a:pt x="265044" y="1668301"/>
                </a:lnTo>
                <a:lnTo>
                  <a:pt x="255457" y="1668399"/>
                </a:lnTo>
                <a:lnTo>
                  <a:pt x="249425" y="1662529"/>
                </a:lnTo>
                <a:close/>
              </a:path>
              <a:path w="5142230" h="2300604">
                <a:moveTo>
                  <a:pt x="352928" y="1760424"/>
                </a:moveTo>
                <a:lnTo>
                  <a:pt x="346729" y="1753788"/>
                </a:lnTo>
                <a:lnTo>
                  <a:pt x="346611" y="1744767"/>
                </a:lnTo>
                <a:lnTo>
                  <a:pt x="357737" y="1732739"/>
                </a:lnTo>
                <a:lnTo>
                  <a:pt x="367387" y="1732307"/>
                </a:lnTo>
                <a:lnTo>
                  <a:pt x="379698" y="1743726"/>
                </a:lnTo>
                <a:lnTo>
                  <a:pt x="380125" y="1753371"/>
                </a:lnTo>
                <a:lnTo>
                  <a:pt x="368706" y="1765682"/>
                </a:lnTo>
                <a:lnTo>
                  <a:pt x="359109" y="1766063"/>
                </a:lnTo>
                <a:lnTo>
                  <a:pt x="352928" y="1760424"/>
                </a:lnTo>
                <a:close/>
              </a:path>
              <a:path w="5142230" h="2300604">
                <a:moveTo>
                  <a:pt x="457968" y="1856152"/>
                </a:moveTo>
                <a:lnTo>
                  <a:pt x="451677" y="1849418"/>
                </a:lnTo>
                <a:lnTo>
                  <a:pt x="451513" y="1840542"/>
                </a:lnTo>
                <a:lnTo>
                  <a:pt x="456954" y="1834638"/>
                </a:lnTo>
                <a:lnTo>
                  <a:pt x="462548" y="1828407"/>
                </a:lnTo>
                <a:lnTo>
                  <a:pt x="472148" y="1827932"/>
                </a:lnTo>
                <a:lnTo>
                  <a:pt x="484595" y="1839214"/>
                </a:lnTo>
                <a:lnTo>
                  <a:pt x="485081" y="1848814"/>
                </a:lnTo>
                <a:lnTo>
                  <a:pt x="479433" y="1855084"/>
                </a:lnTo>
                <a:lnTo>
                  <a:pt x="473798" y="1861271"/>
                </a:lnTo>
                <a:lnTo>
                  <a:pt x="464194" y="1861751"/>
                </a:lnTo>
                <a:lnTo>
                  <a:pt x="457968" y="1856152"/>
                </a:lnTo>
                <a:close/>
              </a:path>
              <a:path w="5142230" h="2300604">
                <a:moveTo>
                  <a:pt x="300855" y="1711914"/>
                </a:moveTo>
                <a:lnTo>
                  <a:pt x="294751" y="1705380"/>
                </a:lnTo>
                <a:lnTo>
                  <a:pt x="294636" y="1696265"/>
                </a:lnTo>
                <a:lnTo>
                  <a:pt x="300217" y="1690412"/>
                </a:lnTo>
                <a:lnTo>
                  <a:pt x="305997" y="1684282"/>
                </a:lnTo>
                <a:lnTo>
                  <a:pt x="315586" y="1683990"/>
                </a:lnTo>
                <a:lnTo>
                  <a:pt x="327844" y="1695549"/>
                </a:lnTo>
                <a:lnTo>
                  <a:pt x="328136" y="1705147"/>
                </a:lnTo>
                <a:lnTo>
                  <a:pt x="316577" y="1717406"/>
                </a:lnTo>
                <a:lnTo>
                  <a:pt x="306938" y="1717644"/>
                </a:lnTo>
                <a:lnTo>
                  <a:pt x="300855" y="1711914"/>
                </a:lnTo>
                <a:close/>
              </a:path>
              <a:path w="5142230" h="2300604">
                <a:moveTo>
                  <a:pt x="405345" y="1808421"/>
                </a:moveTo>
                <a:lnTo>
                  <a:pt x="399154" y="1801795"/>
                </a:lnTo>
                <a:lnTo>
                  <a:pt x="398988" y="1792820"/>
                </a:lnTo>
                <a:lnTo>
                  <a:pt x="404335" y="1786911"/>
                </a:lnTo>
                <a:lnTo>
                  <a:pt x="410018" y="1780680"/>
                </a:lnTo>
                <a:lnTo>
                  <a:pt x="419663" y="1780262"/>
                </a:lnTo>
                <a:lnTo>
                  <a:pt x="432031" y="1791537"/>
                </a:lnTo>
                <a:lnTo>
                  <a:pt x="432552" y="1801185"/>
                </a:lnTo>
                <a:lnTo>
                  <a:pt x="421220" y="1813588"/>
                </a:lnTo>
                <a:lnTo>
                  <a:pt x="411575" y="1814015"/>
                </a:lnTo>
                <a:lnTo>
                  <a:pt x="405345" y="1808421"/>
                </a:lnTo>
                <a:close/>
              </a:path>
              <a:path w="5142230" h="2300604">
                <a:moveTo>
                  <a:pt x="64137" y="1457145"/>
                </a:moveTo>
                <a:lnTo>
                  <a:pt x="57795" y="1450356"/>
                </a:lnTo>
                <a:lnTo>
                  <a:pt x="52646" y="1443671"/>
                </a:lnTo>
                <a:lnTo>
                  <a:pt x="53962" y="1434132"/>
                </a:lnTo>
                <a:lnTo>
                  <a:pt x="67245" y="1423915"/>
                </a:lnTo>
                <a:lnTo>
                  <a:pt x="76832" y="1425185"/>
                </a:lnTo>
                <a:lnTo>
                  <a:pt x="87001" y="1438514"/>
                </a:lnTo>
                <a:lnTo>
                  <a:pt x="85779" y="1448056"/>
                </a:lnTo>
                <a:lnTo>
                  <a:pt x="79089" y="1453210"/>
                </a:lnTo>
                <a:lnTo>
                  <a:pt x="72837" y="1457954"/>
                </a:lnTo>
                <a:lnTo>
                  <a:pt x="64137" y="1457145"/>
                </a:lnTo>
                <a:close/>
              </a:path>
              <a:path w="5142230" h="2300604">
                <a:moveTo>
                  <a:pt x="22348" y="1399411"/>
                </a:moveTo>
                <a:lnTo>
                  <a:pt x="15637" y="1392227"/>
                </a:lnTo>
                <a:lnTo>
                  <a:pt x="10870" y="1385267"/>
                </a:lnTo>
                <a:lnTo>
                  <a:pt x="12703" y="1375793"/>
                </a:lnTo>
                <a:lnTo>
                  <a:pt x="26576" y="1366304"/>
                </a:lnTo>
                <a:lnTo>
                  <a:pt x="36004" y="1368088"/>
                </a:lnTo>
                <a:lnTo>
                  <a:pt x="45488" y="1381955"/>
                </a:lnTo>
                <a:lnTo>
                  <a:pt x="43754" y="1391437"/>
                </a:lnTo>
                <a:lnTo>
                  <a:pt x="36794" y="1396205"/>
                </a:lnTo>
                <a:lnTo>
                  <a:pt x="30464" y="1400474"/>
                </a:lnTo>
                <a:lnTo>
                  <a:pt x="22348" y="1399411"/>
                </a:lnTo>
                <a:close/>
              </a:path>
              <a:path w="5142230" h="2300604">
                <a:moveTo>
                  <a:pt x="108783" y="1512669"/>
                </a:moveTo>
                <a:lnTo>
                  <a:pt x="102722" y="1506181"/>
                </a:lnTo>
                <a:lnTo>
                  <a:pt x="97326" y="1499808"/>
                </a:lnTo>
                <a:lnTo>
                  <a:pt x="98129" y="1490210"/>
                </a:lnTo>
                <a:lnTo>
                  <a:pt x="103375" y="1485757"/>
                </a:lnTo>
                <a:lnTo>
                  <a:pt x="109778" y="1480393"/>
                </a:lnTo>
                <a:lnTo>
                  <a:pt x="111009" y="1479365"/>
                </a:lnTo>
                <a:lnTo>
                  <a:pt x="120564" y="1480209"/>
                </a:lnTo>
                <a:lnTo>
                  <a:pt x="131412" y="1492995"/>
                </a:lnTo>
                <a:lnTo>
                  <a:pt x="130564" y="1502644"/>
                </a:lnTo>
                <a:lnTo>
                  <a:pt x="125368" y="1507051"/>
                </a:lnTo>
                <a:lnTo>
                  <a:pt x="124196" y="1508045"/>
                </a:lnTo>
                <a:lnTo>
                  <a:pt x="118900" y="1512444"/>
                </a:lnTo>
                <a:lnTo>
                  <a:pt x="117924" y="1513256"/>
                </a:lnTo>
                <a:lnTo>
                  <a:pt x="108783" y="1512669"/>
                </a:lnTo>
                <a:close/>
              </a:path>
              <a:path w="5142230" h="2300604">
                <a:moveTo>
                  <a:pt x="834899" y="2284474"/>
                </a:moveTo>
                <a:lnTo>
                  <a:pt x="829433" y="2278623"/>
                </a:lnTo>
                <a:lnTo>
                  <a:pt x="828660" y="2277601"/>
                </a:lnTo>
                <a:lnTo>
                  <a:pt x="827997" y="2276403"/>
                </a:lnTo>
                <a:lnTo>
                  <a:pt x="824046" y="2269045"/>
                </a:lnTo>
                <a:lnTo>
                  <a:pt x="826767" y="2259838"/>
                </a:lnTo>
                <a:lnTo>
                  <a:pt x="834128" y="2255792"/>
                </a:lnTo>
                <a:lnTo>
                  <a:pt x="841534" y="2251795"/>
                </a:lnTo>
                <a:lnTo>
                  <a:pt x="850788" y="2254565"/>
                </a:lnTo>
                <a:lnTo>
                  <a:pt x="858736" y="2269329"/>
                </a:lnTo>
                <a:lnTo>
                  <a:pt x="856014" y="2278537"/>
                </a:lnTo>
                <a:lnTo>
                  <a:pt x="848654" y="2282582"/>
                </a:lnTo>
                <a:lnTo>
                  <a:pt x="842402" y="2285957"/>
                </a:lnTo>
                <a:lnTo>
                  <a:pt x="834899" y="2284474"/>
                </a:lnTo>
                <a:close/>
              </a:path>
              <a:path w="5142230" h="2300604">
                <a:moveTo>
                  <a:pt x="0" y="1335562"/>
                </a:moveTo>
                <a:lnTo>
                  <a:pt x="0" y="1310932"/>
                </a:lnTo>
                <a:lnTo>
                  <a:pt x="7363" y="1323255"/>
                </a:lnTo>
                <a:lnTo>
                  <a:pt x="4967" y="1332616"/>
                </a:lnTo>
                <a:lnTo>
                  <a:pt x="0" y="1335562"/>
                </a:lnTo>
                <a:close/>
              </a:path>
              <a:path w="5142230" h="2300604">
                <a:moveTo>
                  <a:pt x="667404" y="2058257"/>
                </a:moveTo>
                <a:lnTo>
                  <a:pt x="655880" y="2045921"/>
                </a:lnTo>
                <a:lnTo>
                  <a:pt x="656207" y="2036301"/>
                </a:lnTo>
                <a:lnTo>
                  <a:pt x="668540" y="2024871"/>
                </a:lnTo>
                <a:lnTo>
                  <a:pt x="678155" y="2025203"/>
                </a:lnTo>
                <a:lnTo>
                  <a:pt x="689592" y="2037447"/>
                </a:lnTo>
                <a:lnTo>
                  <a:pt x="689261" y="2047052"/>
                </a:lnTo>
                <a:lnTo>
                  <a:pt x="676978" y="2058536"/>
                </a:lnTo>
                <a:lnTo>
                  <a:pt x="667404" y="2058257"/>
                </a:lnTo>
                <a:close/>
              </a:path>
              <a:path w="5142230" h="2300604">
                <a:moveTo>
                  <a:pt x="562052" y="1952127"/>
                </a:moveTo>
                <a:lnTo>
                  <a:pt x="555993" y="1945642"/>
                </a:lnTo>
                <a:lnTo>
                  <a:pt x="555932" y="1936486"/>
                </a:lnTo>
                <a:lnTo>
                  <a:pt x="567338" y="1924552"/>
                </a:lnTo>
                <a:lnTo>
                  <a:pt x="576973" y="1924309"/>
                </a:lnTo>
                <a:lnTo>
                  <a:pt x="589093" y="1935915"/>
                </a:lnTo>
                <a:lnTo>
                  <a:pt x="589380" y="1945508"/>
                </a:lnTo>
                <a:lnTo>
                  <a:pt x="583555" y="1951589"/>
                </a:lnTo>
                <a:lnTo>
                  <a:pt x="577776" y="1957718"/>
                </a:lnTo>
                <a:lnTo>
                  <a:pt x="568132" y="1957961"/>
                </a:lnTo>
                <a:lnTo>
                  <a:pt x="562052" y="1952127"/>
                </a:lnTo>
                <a:close/>
              </a:path>
              <a:path w="5142230" h="2300604">
                <a:moveTo>
                  <a:pt x="612549" y="2001296"/>
                </a:moveTo>
                <a:lnTo>
                  <a:pt x="606719" y="1995055"/>
                </a:lnTo>
                <a:lnTo>
                  <a:pt x="606848" y="1985712"/>
                </a:lnTo>
                <a:lnTo>
                  <a:pt x="618625" y="1973980"/>
                </a:lnTo>
                <a:lnTo>
                  <a:pt x="628209" y="1973976"/>
                </a:lnTo>
                <a:lnTo>
                  <a:pt x="640126" y="1985853"/>
                </a:lnTo>
                <a:lnTo>
                  <a:pt x="640077" y="1995478"/>
                </a:lnTo>
                <a:lnTo>
                  <a:pt x="634214" y="2001420"/>
                </a:lnTo>
                <a:lnTo>
                  <a:pt x="628253" y="2007354"/>
                </a:lnTo>
                <a:lnTo>
                  <a:pt x="618575" y="2007355"/>
                </a:lnTo>
                <a:lnTo>
                  <a:pt x="612549" y="2001296"/>
                </a:lnTo>
                <a:close/>
              </a:path>
              <a:path w="5142230" h="2300604">
                <a:moveTo>
                  <a:pt x="155878" y="1566201"/>
                </a:moveTo>
                <a:lnTo>
                  <a:pt x="144307" y="1553815"/>
                </a:lnTo>
                <a:lnTo>
                  <a:pt x="144724" y="1544203"/>
                </a:lnTo>
                <a:lnTo>
                  <a:pt x="150918" y="1538508"/>
                </a:lnTo>
                <a:lnTo>
                  <a:pt x="156906" y="1533090"/>
                </a:lnTo>
                <a:lnTo>
                  <a:pt x="157153" y="1532866"/>
                </a:lnTo>
                <a:lnTo>
                  <a:pt x="166765" y="1533283"/>
                </a:lnTo>
                <a:lnTo>
                  <a:pt x="172411" y="1539523"/>
                </a:lnTo>
                <a:lnTo>
                  <a:pt x="178097" y="1545609"/>
                </a:lnTo>
                <a:lnTo>
                  <a:pt x="177680" y="1555328"/>
                </a:lnTo>
                <a:lnTo>
                  <a:pt x="171481" y="1561019"/>
                </a:lnTo>
                <a:lnTo>
                  <a:pt x="165493" y="1566436"/>
                </a:lnTo>
                <a:lnTo>
                  <a:pt x="165295" y="1566615"/>
                </a:lnTo>
                <a:lnTo>
                  <a:pt x="155878" y="1566201"/>
                </a:lnTo>
                <a:close/>
              </a:path>
              <a:path w="5142230" h="2300604">
                <a:moveTo>
                  <a:pt x="714323" y="2111025"/>
                </a:moveTo>
                <a:lnTo>
                  <a:pt x="708315" y="2104593"/>
                </a:lnTo>
                <a:lnTo>
                  <a:pt x="702868" y="2098176"/>
                </a:lnTo>
                <a:lnTo>
                  <a:pt x="703667" y="2088573"/>
                </a:lnTo>
                <a:lnTo>
                  <a:pt x="715383" y="2078632"/>
                </a:lnTo>
                <a:lnTo>
                  <a:pt x="716453" y="2077725"/>
                </a:lnTo>
                <a:lnTo>
                  <a:pt x="726105" y="2078478"/>
                </a:lnTo>
                <a:lnTo>
                  <a:pt x="736950" y="2091358"/>
                </a:lnTo>
                <a:lnTo>
                  <a:pt x="736200" y="2100916"/>
                </a:lnTo>
                <a:lnTo>
                  <a:pt x="724478" y="2110850"/>
                </a:lnTo>
                <a:lnTo>
                  <a:pt x="723560" y="2111627"/>
                </a:lnTo>
                <a:lnTo>
                  <a:pt x="714323" y="2111025"/>
                </a:lnTo>
                <a:close/>
              </a:path>
              <a:path w="5142230" h="2300604">
                <a:moveTo>
                  <a:pt x="198744" y="1611805"/>
                </a:moveTo>
                <a:lnTo>
                  <a:pt x="193096" y="1605758"/>
                </a:lnTo>
                <a:lnTo>
                  <a:pt x="193327" y="1596320"/>
                </a:lnTo>
                <a:lnTo>
                  <a:pt x="199286" y="1590480"/>
                </a:lnTo>
                <a:lnTo>
                  <a:pt x="199718" y="1590063"/>
                </a:lnTo>
                <a:lnTo>
                  <a:pt x="205333" y="1584647"/>
                </a:lnTo>
                <a:lnTo>
                  <a:pt x="214960" y="1584786"/>
                </a:lnTo>
                <a:lnTo>
                  <a:pt x="226687" y="1596841"/>
                </a:lnTo>
                <a:lnTo>
                  <a:pt x="226548" y="1606468"/>
                </a:lnTo>
                <a:lnTo>
                  <a:pt x="226111" y="1606889"/>
                </a:lnTo>
                <a:lnTo>
                  <a:pt x="220495" y="1612304"/>
                </a:lnTo>
                <a:lnTo>
                  <a:pt x="214488" y="1618190"/>
                </a:lnTo>
                <a:lnTo>
                  <a:pt x="204862" y="1618051"/>
                </a:lnTo>
                <a:lnTo>
                  <a:pt x="198744" y="1611805"/>
                </a:lnTo>
                <a:close/>
              </a:path>
              <a:path w="5142230" h="2300604">
                <a:moveTo>
                  <a:pt x="758534" y="2166171"/>
                </a:moveTo>
                <a:lnTo>
                  <a:pt x="752151" y="2159338"/>
                </a:lnTo>
                <a:lnTo>
                  <a:pt x="747045" y="2152602"/>
                </a:lnTo>
                <a:lnTo>
                  <a:pt x="748451" y="2143061"/>
                </a:lnTo>
                <a:lnTo>
                  <a:pt x="761830" y="2132947"/>
                </a:lnTo>
                <a:lnTo>
                  <a:pt x="771369" y="2134263"/>
                </a:lnTo>
                <a:lnTo>
                  <a:pt x="781485" y="2147731"/>
                </a:lnTo>
                <a:lnTo>
                  <a:pt x="780169" y="2157270"/>
                </a:lnTo>
                <a:lnTo>
                  <a:pt x="773436" y="2162281"/>
                </a:lnTo>
                <a:lnTo>
                  <a:pt x="767185" y="2167025"/>
                </a:lnTo>
                <a:lnTo>
                  <a:pt x="758534" y="2166171"/>
                </a:lnTo>
                <a:close/>
              </a:path>
              <a:path w="5142230" h="2300604">
                <a:moveTo>
                  <a:pt x="510350" y="1903918"/>
                </a:moveTo>
                <a:lnTo>
                  <a:pt x="504156" y="1897286"/>
                </a:lnTo>
                <a:lnTo>
                  <a:pt x="504038" y="1888265"/>
                </a:lnTo>
                <a:lnTo>
                  <a:pt x="515119" y="1876179"/>
                </a:lnTo>
                <a:lnTo>
                  <a:pt x="524764" y="1875752"/>
                </a:lnTo>
                <a:lnTo>
                  <a:pt x="537169" y="1887174"/>
                </a:lnTo>
                <a:lnTo>
                  <a:pt x="537550" y="1896771"/>
                </a:lnTo>
                <a:lnTo>
                  <a:pt x="531862" y="1902997"/>
                </a:lnTo>
                <a:lnTo>
                  <a:pt x="526177" y="1909130"/>
                </a:lnTo>
                <a:lnTo>
                  <a:pt x="516532" y="1909557"/>
                </a:lnTo>
                <a:lnTo>
                  <a:pt x="510350" y="1903918"/>
                </a:lnTo>
                <a:close/>
              </a:path>
              <a:path w="5142230" h="2300604">
                <a:moveTo>
                  <a:pt x="311083" y="1372452"/>
                </a:moveTo>
                <a:lnTo>
                  <a:pt x="305205" y="1366160"/>
                </a:lnTo>
                <a:lnTo>
                  <a:pt x="304883" y="1357790"/>
                </a:lnTo>
                <a:lnTo>
                  <a:pt x="309702" y="1352001"/>
                </a:lnTo>
                <a:lnTo>
                  <a:pt x="314972" y="1345717"/>
                </a:lnTo>
                <a:lnTo>
                  <a:pt x="324248" y="1344895"/>
                </a:lnTo>
                <a:lnTo>
                  <a:pt x="336830" y="1355431"/>
                </a:lnTo>
                <a:lnTo>
                  <a:pt x="337642" y="1364707"/>
                </a:lnTo>
                <a:lnTo>
                  <a:pt x="327165" y="1377243"/>
                </a:lnTo>
                <a:lnTo>
                  <a:pt x="317835" y="1378106"/>
                </a:lnTo>
                <a:lnTo>
                  <a:pt x="311083" y="1372452"/>
                </a:lnTo>
                <a:close/>
              </a:path>
              <a:path w="5142230" h="2300604">
                <a:moveTo>
                  <a:pt x="121095" y="1170824"/>
                </a:moveTo>
                <a:lnTo>
                  <a:pt x="115120" y="1164428"/>
                </a:lnTo>
                <a:lnTo>
                  <a:pt x="114716" y="1163800"/>
                </a:lnTo>
                <a:lnTo>
                  <a:pt x="110029" y="1157121"/>
                </a:lnTo>
                <a:lnTo>
                  <a:pt x="111717" y="1147883"/>
                </a:lnTo>
                <a:lnTo>
                  <a:pt x="125152" y="1138610"/>
                </a:lnTo>
                <a:lnTo>
                  <a:pt x="134354" y="1140250"/>
                </a:lnTo>
                <a:lnTo>
                  <a:pt x="143668" y="1153739"/>
                </a:lnTo>
                <a:lnTo>
                  <a:pt x="141982" y="1162892"/>
                </a:lnTo>
                <a:lnTo>
                  <a:pt x="135303" y="1167570"/>
                </a:lnTo>
                <a:lnTo>
                  <a:pt x="129170" y="1171747"/>
                </a:lnTo>
                <a:lnTo>
                  <a:pt x="121095" y="1170824"/>
                </a:lnTo>
                <a:close/>
              </a:path>
              <a:path w="5142230" h="2300604">
                <a:moveTo>
                  <a:pt x="0" y="842644"/>
                </a:moveTo>
                <a:lnTo>
                  <a:pt x="0" y="818485"/>
                </a:lnTo>
                <a:lnTo>
                  <a:pt x="505" y="818776"/>
                </a:lnTo>
                <a:lnTo>
                  <a:pt x="4736" y="834546"/>
                </a:lnTo>
                <a:lnTo>
                  <a:pt x="0" y="842644"/>
                </a:lnTo>
                <a:close/>
              </a:path>
              <a:path w="5142230" h="2300604">
                <a:moveTo>
                  <a:pt x="1280867" y="2283698"/>
                </a:moveTo>
                <a:lnTo>
                  <a:pt x="1275624" y="2278085"/>
                </a:lnTo>
                <a:lnTo>
                  <a:pt x="1274467" y="2276162"/>
                </a:lnTo>
                <a:lnTo>
                  <a:pt x="1273827" y="2274011"/>
                </a:lnTo>
                <a:lnTo>
                  <a:pt x="1271360" y="2266190"/>
                </a:lnTo>
                <a:lnTo>
                  <a:pt x="1275651" y="2257881"/>
                </a:lnTo>
                <a:lnTo>
                  <a:pt x="1283478" y="2255409"/>
                </a:lnTo>
                <a:lnTo>
                  <a:pt x="1291260" y="2252987"/>
                </a:lnTo>
                <a:lnTo>
                  <a:pt x="1299564" y="2257283"/>
                </a:lnTo>
                <a:lnTo>
                  <a:pt x="1304511" y="2272842"/>
                </a:lnTo>
                <a:lnTo>
                  <a:pt x="1300215" y="2281146"/>
                </a:lnTo>
                <a:lnTo>
                  <a:pt x="1286757" y="2285409"/>
                </a:lnTo>
                <a:lnTo>
                  <a:pt x="1280867" y="2283698"/>
                </a:lnTo>
                <a:close/>
              </a:path>
              <a:path w="5142230" h="2300604">
                <a:moveTo>
                  <a:pt x="24468" y="980109"/>
                </a:moveTo>
                <a:lnTo>
                  <a:pt x="19184" y="974453"/>
                </a:lnTo>
                <a:lnTo>
                  <a:pt x="18157" y="972855"/>
                </a:lnTo>
                <a:lnTo>
                  <a:pt x="14611" y="963293"/>
                </a:lnTo>
                <a:lnTo>
                  <a:pt x="18490" y="954738"/>
                </a:lnTo>
                <a:lnTo>
                  <a:pt x="26187" y="951931"/>
                </a:lnTo>
                <a:lnTo>
                  <a:pt x="33837" y="949076"/>
                </a:lnTo>
                <a:lnTo>
                  <a:pt x="42343" y="953001"/>
                </a:lnTo>
                <a:lnTo>
                  <a:pt x="48049" y="968297"/>
                </a:lnTo>
                <a:lnTo>
                  <a:pt x="44129" y="976808"/>
                </a:lnTo>
                <a:lnTo>
                  <a:pt x="36474" y="979658"/>
                </a:lnTo>
                <a:lnTo>
                  <a:pt x="30694" y="981780"/>
                </a:lnTo>
                <a:lnTo>
                  <a:pt x="24468" y="980109"/>
                </a:lnTo>
                <a:close/>
              </a:path>
              <a:path w="5142230" h="2300604">
                <a:moveTo>
                  <a:pt x="539860" y="1540417"/>
                </a:moveTo>
                <a:lnTo>
                  <a:pt x="534531" y="1534712"/>
                </a:lnTo>
                <a:lnTo>
                  <a:pt x="533754" y="1527037"/>
                </a:lnTo>
                <a:lnTo>
                  <a:pt x="537728" y="1521224"/>
                </a:lnTo>
                <a:lnTo>
                  <a:pt x="542255" y="1514438"/>
                </a:lnTo>
                <a:lnTo>
                  <a:pt x="551474" y="1512675"/>
                </a:lnTo>
                <a:lnTo>
                  <a:pt x="564992" y="1521770"/>
                </a:lnTo>
                <a:lnTo>
                  <a:pt x="566760" y="1530993"/>
                </a:lnTo>
                <a:lnTo>
                  <a:pt x="562233" y="1537779"/>
                </a:lnTo>
                <a:lnTo>
                  <a:pt x="557661" y="1544516"/>
                </a:lnTo>
                <a:lnTo>
                  <a:pt x="548478" y="1546328"/>
                </a:lnTo>
                <a:lnTo>
                  <a:pt x="541656" y="1541752"/>
                </a:lnTo>
                <a:lnTo>
                  <a:pt x="540732" y="1541154"/>
                </a:lnTo>
                <a:lnTo>
                  <a:pt x="539860" y="1540417"/>
                </a:lnTo>
                <a:close/>
              </a:path>
              <a:path w="5142230" h="2300604">
                <a:moveTo>
                  <a:pt x="82975" y="1110176"/>
                </a:moveTo>
                <a:lnTo>
                  <a:pt x="77646" y="1104471"/>
                </a:lnTo>
                <a:lnTo>
                  <a:pt x="76924" y="1103502"/>
                </a:lnTo>
                <a:lnTo>
                  <a:pt x="72338" y="1095367"/>
                </a:lnTo>
                <a:lnTo>
                  <a:pt x="74864" y="1086342"/>
                </a:lnTo>
                <a:lnTo>
                  <a:pt x="81987" y="1082335"/>
                </a:lnTo>
                <a:lnTo>
                  <a:pt x="89156" y="1078378"/>
                </a:lnTo>
                <a:lnTo>
                  <a:pt x="98182" y="1080904"/>
                </a:lnTo>
                <a:lnTo>
                  <a:pt x="106141" y="1095201"/>
                </a:lnTo>
                <a:lnTo>
                  <a:pt x="103570" y="1104168"/>
                </a:lnTo>
                <a:lnTo>
                  <a:pt x="96446" y="1108174"/>
                </a:lnTo>
                <a:lnTo>
                  <a:pt x="90383" y="1111556"/>
                </a:lnTo>
                <a:lnTo>
                  <a:pt x="82975" y="1110176"/>
                </a:lnTo>
                <a:close/>
              </a:path>
              <a:path w="5142230" h="2300604">
                <a:moveTo>
                  <a:pt x="51162" y="1046209"/>
                </a:moveTo>
                <a:lnTo>
                  <a:pt x="45878" y="1040553"/>
                </a:lnTo>
                <a:lnTo>
                  <a:pt x="44978" y="1039111"/>
                </a:lnTo>
                <a:lnTo>
                  <a:pt x="44234" y="1037523"/>
                </a:lnTo>
                <a:lnTo>
                  <a:pt x="40991" y="1030043"/>
                </a:lnTo>
                <a:lnTo>
                  <a:pt x="44455" y="1021338"/>
                </a:lnTo>
                <a:lnTo>
                  <a:pt x="51884" y="1018050"/>
                </a:lnTo>
                <a:lnTo>
                  <a:pt x="59403" y="1014760"/>
                </a:lnTo>
                <a:lnTo>
                  <a:pt x="68114" y="1018220"/>
                </a:lnTo>
                <a:lnTo>
                  <a:pt x="74638" y="1033219"/>
                </a:lnTo>
                <a:lnTo>
                  <a:pt x="71231" y="1041888"/>
                </a:lnTo>
                <a:lnTo>
                  <a:pt x="57813" y="1047758"/>
                </a:lnTo>
                <a:lnTo>
                  <a:pt x="51162" y="1046209"/>
                </a:lnTo>
                <a:close/>
              </a:path>
              <a:path w="5142230" h="2300604">
                <a:moveTo>
                  <a:pt x="423871" y="1459847"/>
                </a:moveTo>
                <a:lnTo>
                  <a:pt x="417800" y="1453349"/>
                </a:lnTo>
                <a:lnTo>
                  <a:pt x="417133" y="1445597"/>
                </a:lnTo>
                <a:lnTo>
                  <a:pt x="421386" y="1439788"/>
                </a:lnTo>
                <a:lnTo>
                  <a:pt x="426148" y="1433157"/>
                </a:lnTo>
                <a:lnTo>
                  <a:pt x="435452" y="1431680"/>
                </a:lnTo>
                <a:lnTo>
                  <a:pt x="448627" y="1441287"/>
                </a:lnTo>
                <a:lnTo>
                  <a:pt x="450107" y="1450496"/>
                </a:lnTo>
                <a:lnTo>
                  <a:pt x="445349" y="1457132"/>
                </a:lnTo>
                <a:lnTo>
                  <a:pt x="440546" y="1463719"/>
                </a:lnTo>
                <a:lnTo>
                  <a:pt x="431283" y="1465250"/>
                </a:lnTo>
                <a:lnTo>
                  <a:pt x="423871" y="1459847"/>
                </a:lnTo>
                <a:close/>
              </a:path>
              <a:path w="5142230" h="2300604">
                <a:moveTo>
                  <a:pt x="1223" y="912795"/>
                </a:moveTo>
                <a:lnTo>
                  <a:pt x="0" y="911485"/>
                </a:lnTo>
                <a:lnTo>
                  <a:pt x="0" y="885735"/>
                </a:lnTo>
                <a:lnTo>
                  <a:pt x="3789" y="884556"/>
                </a:lnTo>
                <a:lnTo>
                  <a:pt x="11611" y="882080"/>
                </a:lnTo>
                <a:lnTo>
                  <a:pt x="19920" y="886380"/>
                </a:lnTo>
                <a:lnTo>
                  <a:pt x="24818" y="901984"/>
                </a:lnTo>
                <a:lnTo>
                  <a:pt x="20513" y="910288"/>
                </a:lnTo>
                <a:lnTo>
                  <a:pt x="7113" y="914506"/>
                </a:lnTo>
                <a:lnTo>
                  <a:pt x="1223" y="912795"/>
                </a:lnTo>
                <a:close/>
              </a:path>
              <a:path w="5142230" h="2300604">
                <a:moveTo>
                  <a:pt x="481954" y="1501008"/>
                </a:moveTo>
                <a:lnTo>
                  <a:pt x="475837" y="1494460"/>
                </a:lnTo>
                <a:lnTo>
                  <a:pt x="475118" y="1486849"/>
                </a:lnTo>
                <a:lnTo>
                  <a:pt x="479187" y="1481039"/>
                </a:lnTo>
                <a:lnTo>
                  <a:pt x="483801" y="1474346"/>
                </a:lnTo>
                <a:lnTo>
                  <a:pt x="493016" y="1472686"/>
                </a:lnTo>
                <a:lnTo>
                  <a:pt x="506443" y="1481967"/>
                </a:lnTo>
                <a:lnTo>
                  <a:pt x="508107" y="1491177"/>
                </a:lnTo>
                <a:lnTo>
                  <a:pt x="498827" y="1504604"/>
                </a:lnTo>
                <a:lnTo>
                  <a:pt x="489611" y="1506273"/>
                </a:lnTo>
                <a:lnTo>
                  <a:pt x="482878" y="1501606"/>
                </a:lnTo>
                <a:lnTo>
                  <a:pt x="481954" y="1501008"/>
                </a:lnTo>
                <a:close/>
              </a:path>
              <a:path w="5142230" h="2300604">
                <a:moveTo>
                  <a:pt x="831444" y="1743660"/>
                </a:moveTo>
                <a:lnTo>
                  <a:pt x="825416" y="1737207"/>
                </a:lnTo>
                <a:lnTo>
                  <a:pt x="824901" y="1729227"/>
                </a:lnTo>
                <a:lnTo>
                  <a:pt x="829352" y="1723435"/>
                </a:lnTo>
                <a:lnTo>
                  <a:pt x="834247" y="1716945"/>
                </a:lnTo>
                <a:lnTo>
                  <a:pt x="843589" y="1715705"/>
                </a:lnTo>
                <a:lnTo>
                  <a:pt x="856566" y="1725589"/>
                </a:lnTo>
                <a:lnTo>
                  <a:pt x="857756" y="1734878"/>
                </a:lnTo>
                <a:lnTo>
                  <a:pt x="852861" y="1741368"/>
                </a:lnTo>
                <a:lnTo>
                  <a:pt x="847877" y="1747859"/>
                </a:lnTo>
                <a:lnTo>
                  <a:pt x="838628" y="1749103"/>
                </a:lnTo>
                <a:lnTo>
                  <a:pt x="831444" y="1743660"/>
                </a:lnTo>
                <a:close/>
              </a:path>
              <a:path w="5142230" h="2300604">
                <a:moveTo>
                  <a:pt x="657791" y="1619447"/>
                </a:moveTo>
                <a:lnTo>
                  <a:pt x="652416" y="1613693"/>
                </a:lnTo>
                <a:lnTo>
                  <a:pt x="651684" y="1606067"/>
                </a:lnTo>
                <a:lnTo>
                  <a:pt x="655560" y="1600256"/>
                </a:lnTo>
                <a:lnTo>
                  <a:pt x="660186" y="1593469"/>
                </a:lnTo>
                <a:lnTo>
                  <a:pt x="669355" y="1591652"/>
                </a:lnTo>
                <a:lnTo>
                  <a:pt x="682879" y="1600850"/>
                </a:lnTo>
                <a:lnTo>
                  <a:pt x="684691" y="1610024"/>
                </a:lnTo>
                <a:lnTo>
                  <a:pt x="680113" y="1616765"/>
                </a:lnTo>
                <a:lnTo>
                  <a:pt x="675542" y="1623592"/>
                </a:lnTo>
                <a:lnTo>
                  <a:pt x="666324" y="1625355"/>
                </a:lnTo>
                <a:lnTo>
                  <a:pt x="658617" y="1620136"/>
                </a:lnTo>
                <a:lnTo>
                  <a:pt x="657791" y="1619447"/>
                </a:lnTo>
                <a:close/>
              </a:path>
              <a:path w="5142230" h="2300604">
                <a:moveTo>
                  <a:pt x="716334" y="1659439"/>
                </a:moveTo>
                <a:lnTo>
                  <a:pt x="710964" y="1653690"/>
                </a:lnTo>
                <a:lnTo>
                  <a:pt x="710235" y="1645970"/>
                </a:lnTo>
                <a:lnTo>
                  <a:pt x="714304" y="1640160"/>
                </a:lnTo>
                <a:lnTo>
                  <a:pt x="718971" y="1633426"/>
                </a:lnTo>
                <a:lnTo>
                  <a:pt x="728186" y="1631757"/>
                </a:lnTo>
                <a:lnTo>
                  <a:pt x="741649" y="1641095"/>
                </a:lnTo>
                <a:lnTo>
                  <a:pt x="743274" y="1650352"/>
                </a:lnTo>
                <a:lnTo>
                  <a:pt x="738606" y="1656996"/>
                </a:lnTo>
                <a:lnTo>
                  <a:pt x="733939" y="1663720"/>
                </a:lnTo>
                <a:lnTo>
                  <a:pt x="724728" y="1665394"/>
                </a:lnTo>
                <a:lnTo>
                  <a:pt x="717994" y="1660727"/>
                </a:lnTo>
                <a:lnTo>
                  <a:pt x="717165" y="1660132"/>
                </a:lnTo>
                <a:lnTo>
                  <a:pt x="716334" y="1659439"/>
                </a:lnTo>
                <a:close/>
              </a:path>
              <a:path w="5142230" h="2300604">
                <a:moveTo>
                  <a:pt x="598846" y="1579904"/>
                </a:moveTo>
                <a:lnTo>
                  <a:pt x="593521" y="1574204"/>
                </a:lnTo>
                <a:lnTo>
                  <a:pt x="592736" y="1566619"/>
                </a:lnTo>
                <a:lnTo>
                  <a:pt x="601148" y="1554022"/>
                </a:lnTo>
                <a:lnTo>
                  <a:pt x="610369" y="1552164"/>
                </a:lnTo>
                <a:lnTo>
                  <a:pt x="623892" y="1561264"/>
                </a:lnTo>
                <a:lnTo>
                  <a:pt x="625794" y="1570445"/>
                </a:lnTo>
                <a:lnTo>
                  <a:pt x="621177" y="1577223"/>
                </a:lnTo>
                <a:lnTo>
                  <a:pt x="616650" y="1584008"/>
                </a:lnTo>
                <a:lnTo>
                  <a:pt x="607477" y="1585820"/>
                </a:lnTo>
                <a:lnTo>
                  <a:pt x="599717" y="1580642"/>
                </a:lnTo>
                <a:lnTo>
                  <a:pt x="598846" y="1579904"/>
                </a:lnTo>
                <a:close/>
              </a:path>
              <a:path w="5142230" h="2300604">
                <a:moveTo>
                  <a:pt x="774780" y="1701183"/>
                </a:moveTo>
                <a:lnTo>
                  <a:pt x="768705" y="1694681"/>
                </a:lnTo>
                <a:lnTo>
                  <a:pt x="768090" y="1686887"/>
                </a:lnTo>
                <a:lnTo>
                  <a:pt x="777200" y="1674450"/>
                </a:lnTo>
                <a:lnTo>
                  <a:pt x="786455" y="1673019"/>
                </a:lnTo>
                <a:lnTo>
                  <a:pt x="799627" y="1682720"/>
                </a:lnTo>
                <a:lnTo>
                  <a:pt x="801054" y="1691970"/>
                </a:lnTo>
                <a:lnTo>
                  <a:pt x="796161" y="1698559"/>
                </a:lnTo>
                <a:lnTo>
                  <a:pt x="791357" y="1705147"/>
                </a:lnTo>
                <a:lnTo>
                  <a:pt x="782102" y="1706578"/>
                </a:lnTo>
                <a:lnTo>
                  <a:pt x="775559" y="1701724"/>
                </a:lnTo>
                <a:lnTo>
                  <a:pt x="774780" y="1701183"/>
                </a:lnTo>
                <a:close/>
              </a:path>
              <a:path w="5142230" h="2300604">
                <a:moveTo>
                  <a:pt x="1100575" y="1984059"/>
                </a:moveTo>
                <a:lnTo>
                  <a:pt x="1094882" y="1977964"/>
                </a:lnTo>
                <a:lnTo>
                  <a:pt x="1089422" y="1971924"/>
                </a:lnTo>
                <a:lnTo>
                  <a:pt x="1089878" y="1962549"/>
                </a:lnTo>
                <a:lnTo>
                  <a:pt x="1101615" y="1951938"/>
                </a:lnTo>
                <a:lnTo>
                  <a:pt x="1102011" y="1951580"/>
                </a:lnTo>
                <a:lnTo>
                  <a:pt x="1111337" y="1952082"/>
                </a:lnTo>
                <a:lnTo>
                  <a:pt x="1122306" y="1964215"/>
                </a:lnTo>
                <a:lnTo>
                  <a:pt x="1121800" y="1973545"/>
                </a:lnTo>
                <a:lnTo>
                  <a:pt x="1115806" y="1979053"/>
                </a:lnTo>
                <a:lnTo>
                  <a:pt x="1110063" y="1984157"/>
                </a:lnTo>
                <a:lnTo>
                  <a:pt x="1109769" y="1984419"/>
                </a:lnTo>
                <a:lnTo>
                  <a:pt x="1100575" y="1984059"/>
                </a:lnTo>
                <a:close/>
              </a:path>
              <a:path w="5142230" h="2300604">
                <a:moveTo>
                  <a:pt x="941977" y="1831975"/>
                </a:moveTo>
                <a:lnTo>
                  <a:pt x="936099" y="1825682"/>
                </a:lnTo>
                <a:lnTo>
                  <a:pt x="935777" y="1817323"/>
                </a:lnTo>
                <a:lnTo>
                  <a:pt x="940695" y="1811542"/>
                </a:lnTo>
                <a:lnTo>
                  <a:pt x="945951" y="1805253"/>
                </a:lnTo>
                <a:lnTo>
                  <a:pt x="955287" y="1804485"/>
                </a:lnTo>
                <a:lnTo>
                  <a:pt x="967769" y="1815012"/>
                </a:lnTo>
                <a:lnTo>
                  <a:pt x="968534" y="1824433"/>
                </a:lnTo>
                <a:lnTo>
                  <a:pt x="957961" y="1836867"/>
                </a:lnTo>
                <a:lnTo>
                  <a:pt x="948635" y="1837636"/>
                </a:lnTo>
                <a:lnTo>
                  <a:pt x="941977" y="1831975"/>
                </a:lnTo>
                <a:close/>
              </a:path>
              <a:path w="5142230" h="2300604">
                <a:moveTo>
                  <a:pt x="995388" y="1878789"/>
                </a:moveTo>
                <a:lnTo>
                  <a:pt x="989371" y="1872347"/>
                </a:lnTo>
                <a:lnTo>
                  <a:pt x="989199" y="1863660"/>
                </a:lnTo>
                <a:lnTo>
                  <a:pt x="994395" y="1857893"/>
                </a:lnTo>
                <a:lnTo>
                  <a:pt x="999893" y="1851844"/>
                </a:lnTo>
                <a:lnTo>
                  <a:pt x="1009250" y="1851411"/>
                </a:lnTo>
                <a:lnTo>
                  <a:pt x="1021345" y="1862393"/>
                </a:lnTo>
                <a:lnTo>
                  <a:pt x="1021772" y="1871755"/>
                </a:lnTo>
                <a:lnTo>
                  <a:pt x="1010795" y="1883845"/>
                </a:lnTo>
                <a:lnTo>
                  <a:pt x="1001432" y="1884282"/>
                </a:lnTo>
                <a:lnTo>
                  <a:pt x="995388" y="1878789"/>
                </a:lnTo>
                <a:close/>
              </a:path>
              <a:path w="5142230" h="2300604">
                <a:moveTo>
                  <a:pt x="887832" y="1787601"/>
                </a:moveTo>
                <a:lnTo>
                  <a:pt x="881340" y="1780651"/>
                </a:lnTo>
                <a:lnTo>
                  <a:pt x="880873" y="1772635"/>
                </a:lnTo>
                <a:lnTo>
                  <a:pt x="885517" y="1766844"/>
                </a:lnTo>
                <a:lnTo>
                  <a:pt x="890597" y="1760455"/>
                </a:lnTo>
                <a:lnTo>
                  <a:pt x="899929" y="1759399"/>
                </a:lnTo>
                <a:lnTo>
                  <a:pt x="912712" y="1769564"/>
                </a:lnTo>
                <a:lnTo>
                  <a:pt x="913708" y="1778851"/>
                </a:lnTo>
                <a:lnTo>
                  <a:pt x="903553" y="1791634"/>
                </a:lnTo>
                <a:lnTo>
                  <a:pt x="894221" y="1792681"/>
                </a:lnTo>
                <a:lnTo>
                  <a:pt x="887832" y="1787601"/>
                </a:lnTo>
                <a:close/>
              </a:path>
              <a:path w="5142230" h="2300604">
                <a:moveTo>
                  <a:pt x="366737" y="1417161"/>
                </a:moveTo>
                <a:lnTo>
                  <a:pt x="360760" y="1410763"/>
                </a:lnTo>
                <a:lnTo>
                  <a:pt x="360283" y="1402726"/>
                </a:lnTo>
                <a:lnTo>
                  <a:pt x="369723" y="1390447"/>
                </a:lnTo>
                <a:lnTo>
                  <a:pt x="379017" y="1389253"/>
                </a:lnTo>
                <a:lnTo>
                  <a:pt x="391990" y="1399231"/>
                </a:lnTo>
                <a:lnTo>
                  <a:pt x="393180" y="1408520"/>
                </a:lnTo>
                <a:lnTo>
                  <a:pt x="388150" y="1414962"/>
                </a:lnTo>
                <a:lnTo>
                  <a:pt x="383161" y="1421449"/>
                </a:lnTo>
                <a:lnTo>
                  <a:pt x="373867" y="1422644"/>
                </a:lnTo>
                <a:lnTo>
                  <a:pt x="366737" y="1417161"/>
                </a:lnTo>
                <a:close/>
              </a:path>
              <a:path w="5142230" h="2300604">
                <a:moveTo>
                  <a:pt x="211981" y="1281028"/>
                </a:moveTo>
                <a:lnTo>
                  <a:pt x="200688" y="1268939"/>
                </a:lnTo>
                <a:lnTo>
                  <a:pt x="200952" y="1259838"/>
                </a:lnTo>
                <a:lnTo>
                  <a:pt x="206761" y="1254229"/>
                </a:lnTo>
                <a:lnTo>
                  <a:pt x="212713" y="1248568"/>
                </a:lnTo>
                <a:lnTo>
                  <a:pt x="222146" y="1248794"/>
                </a:lnTo>
                <a:lnTo>
                  <a:pt x="227663" y="1254699"/>
                </a:lnTo>
                <a:lnTo>
                  <a:pt x="233318" y="1260557"/>
                </a:lnTo>
                <a:lnTo>
                  <a:pt x="233140" y="1269946"/>
                </a:lnTo>
                <a:lnTo>
                  <a:pt x="226944" y="1275834"/>
                </a:lnTo>
                <a:lnTo>
                  <a:pt x="221321" y="1281251"/>
                </a:lnTo>
                <a:lnTo>
                  <a:pt x="211981" y="1281028"/>
                </a:lnTo>
                <a:close/>
              </a:path>
              <a:path w="5142230" h="2300604">
                <a:moveTo>
                  <a:pt x="1188171" y="2094649"/>
                </a:moveTo>
                <a:lnTo>
                  <a:pt x="1181639" y="2087658"/>
                </a:lnTo>
                <a:lnTo>
                  <a:pt x="1177059" y="2080888"/>
                </a:lnTo>
                <a:lnTo>
                  <a:pt x="1178832" y="2071652"/>
                </a:lnTo>
                <a:lnTo>
                  <a:pt x="1192368" y="2062487"/>
                </a:lnTo>
                <a:lnTo>
                  <a:pt x="1201518" y="2064257"/>
                </a:lnTo>
                <a:lnTo>
                  <a:pt x="1210688" y="2077788"/>
                </a:lnTo>
                <a:lnTo>
                  <a:pt x="1208954" y="2086977"/>
                </a:lnTo>
                <a:lnTo>
                  <a:pt x="1202194" y="2091567"/>
                </a:lnTo>
                <a:lnTo>
                  <a:pt x="1196059" y="2095655"/>
                </a:lnTo>
                <a:lnTo>
                  <a:pt x="1188171" y="2094649"/>
                </a:lnTo>
                <a:close/>
              </a:path>
              <a:path w="5142230" h="2300604">
                <a:moveTo>
                  <a:pt x="1256204" y="2217709"/>
                </a:moveTo>
                <a:lnTo>
                  <a:pt x="1250915" y="2212048"/>
                </a:lnTo>
                <a:lnTo>
                  <a:pt x="1250066" y="2210650"/>
                </a:lnTo>
                <a:lnTo>
                  <a:pt x="1249317" y="2209066"/>
                </a:lnTo>
                <a:lnTo>
                  <a:pt x="1246083" y="2201596"/>
                </a:lnTo>
                <a:lnTo>
                  <a:pt x="1249444" y="2192878"/>
                </a:lnTo>
                <a:lnTo>
                  <a:pt x="1256972" y="2189598"/>
                </a:lnTo>
                <a:lnTo>
                  <a:pt x="1264401" y="2186310"/>
                </a:lnTo>
                <a:lnTo>
                  <a:pt x="1273151" y="2189724"/>
                </a:lnTo>
                <a:lnTo>
                  <a:pt x="1279733" y="2204677"/>
                </a:lnTo>
                <a:lnTo>
                  <a:pt x="1276309" y="2213436"/>
                </a:lnTo>
                <a:lnTo>
                  <a:pt x="1268839" y="2216671"/>
                </a:lnTo>
                <a:lnTo>
                  <a:pt x="1262900" y="2219306"/>
                </a:lnTo>
                <a:lnTo>
                  <a:pt x="1256204" y="2217709"/>
                </a:lnTo>
                <a:close/>
              </a:path>
              <a:path w="5142230" h="2300604">
                <a:moveTo>
                  <a:pt x="164380" y="1227717"/>
                </a:moveTo>
                <a:lnTo>
                  <a:pt x="158405" y="1221320"/>
                </a:lnTo>
                <a:lnTo>
                  <a:pt x="153194" y="1215058"/>
                </a:lnTo>
                <a:lnTo>
                  <a:pt x="154078" y="1205740"/>
                </a:lnTo>
                <a:lnTo>
                  <a:pt x="160345" y="1200525"/>
                </a:lnTo>
                <a:lnTo>
                  <a:pt x="165258" y="1196497"/>
                </a:lnTo>
                <a:lnTo>
                  <a:pt x="166654" y="1195353"/>
                </a:lnTo>
                <a:lnTo>
                  <a:pt x="175976" y="1196241"/>
                </a:lnTo>
                <a:lnTo>
                  <a:pt x="186407" y="1208776"/>
                </a:lnTo>
                <a:lnTo>
                  <a:pt x="185475" y="1218139"/>
                </a:lnTo>
                <a:lnTo>
                  <a:pt x="174315" y="1227404"/>
                </a:lnTo>
                <a:lnTo>
                  <a:pt x="173184" y="1228343"/>
                </a:lnTo>
                <a:lnTo>
                  <a:pt x="164380" y="1227717"/>
                </a:lnTo>
                <a:close/>
              </a:path>
              <a:path w="5142230" h="2300604">
                <a:moveTo>
                  <a:pt x="1224923" y="2154606"/>
                </a:moveTo>
                <a:lnTo>
                  <a:pt x="1219593" y="2148901"/>
                </a:lnTo>
                <a:lnTo>
                  <a:pt x="1218924" y="2147892"/>
                </a:lnTo>
                <a:lnTo>
                  <a:pt x="1214329" y="2139757"/>
                </a:lnTo>
                <a:lnTo>
                  <a:pt x="1216865" y="2130732"/>
                </a:lnTo>
                <a:lnTo>
                  <a:pt x="1223988" y="2126725"/>
                </a:lnTo>
                <a:lnTo>
                  <a:pt x="1231152" y="2122772"/>
                </a:lnTo>
                <a:lnTo>
                  <a:pt x="1240182" y="2125294"/>
                </a:lnTo>
                <a:lnTo>
                  <a:pt x="1248101" y="2139537"/>
                </a:lnTo>
                <a:lnTo>
                  <a:pt x="1245570" y="2148558"/>
                </a:lnTo>
                <a:lnTo>
                  <a:pt x="1238442" y="2152569"/>
                </a:lnTo>
                <a:lnTo>
                  <a:pt x="1232383" y="2155946"/>
                </a:lnTo>
                <a:lnTo>
                  <a:pt x="1224923" y="2154606"/>
                </a:lnTo>
                <a:close/>
              </a:path>
              <a:path w="5142230" h="2300604">
                <a:moveTo>
                  <a:pt x="1146238" y="2037827"/>
                </a:moveTo>
                <a:lnTo>
                  <a:pt x="1140226" y="2031390"/>
                </a:lnTo>
                <a:lnTo>
                  <a:pt x="1135156" y="2024986"/>
                </a:lnTo>
                <a:lnTo>
                  <a:pt x="1136228" y="2015675"/>
                </a:lnTo>
                <a:lnTo>
                  <a:pt x="1142633" y="2010606"/>
                </a:lnTo>
                <a:lnTo>
                  <a:pt x="1148986" y="2005492"/>
                </a:lnTo>
                <a:lnTo>
                  <a:pt x="1158298" y="2006555"/>
                </a:lnTo>
                <a:lnTo>
                  <a:pt x="1168436" y="2019373"/>
                </a:lnTo>
                <a:lnTo>
                  <a:pt x="1167369" y="2028679"/>
                </a:lnTo>
                <a:lnTo>
                  <a:pt x="1160955" y="2033748"/>
                </a:lnTo>
                <a:lnTo>
                  <a:pt x="1154899" y="2038594"/>
                </a:lnTo>
                <a:lnTo>
                  <a:pt x="1146238" y="2037827"/>
                </a:lnTo>
                <a:close/>
              </a:path>
              <a:path w="5142230" h="2300604">
                <a:moveTo>
                  <a:pt x="1046378" y="1927215"/>
                </a:moveTo>
                <a:lnTo>
                  <a:pt x="1040639" y="1921071"/>
                </a:lnTo>
                <a:lnTo>
                  <a:pt x="1040708" y="1911966"/>
                </a:lnTo>
                <a:lnTo>
                  <a:pt x="1046382" y="1906301"/>
                </a:lnTo>
                <a:lnTo>
                  <a:pt x="1052098" y="1900495"/>
                </a:lnTo>
                <a:lnTo>
                  <a:pt x="1061493" y="1900484"/>
                </a:lnTo>
                <a:lnTo>
                  <a:pt x="1073046" y="1911981"/>
                </a:lnTo>
                <a:lnTo>
                  <a:pt x="1073110" y="1921326"/>
                </a:lnTo>
                <a:lnTo>
                  <a:pt x="1067336" y="1927168"/>
                </a:lnTo>
                <a:lnTo>
                  <a:pt x="1061570" y="1932920"/>
                </a:lnTo>
                <a:lnTo>
                  <a:pt x="1052225" y="1932984"/>
                </a:lnTo>
                <a:lnTo>
                  <a:pt x="1046378" y="1927215"/>
                </a:lnTo>
                <a:close/>
              </a:path>
              <a:path w="5142230" h="2300604">
                <a:moveTo>
                  <a:pt x="256862" y="1324761"/>
                </a:moveTo>
                <a:lnTo>
                  <a:pt x="251619" y="1319149"/>
                </a:lnTo>
                <a:lnTo>
                  <a:pt x="251495" y="1310316"/>
                </a:lnTo>
                <a:lnTo>
                  <a:pt x="256835" y="1304606"/>
                </a:lnTo>
                <a:lnTo>
                  <a:pt x="262379" y="1298606"/>
                </a:lnTo>
                <a:lnTo>
                  <a:pt x="271733" y="1298258"/>
                </a:lnTo>
                <a:lnTo>
                  <a:pt x="283725" y="1309345"/>
                </a:lnTo>
                <a:lnTo>
                  <a:pt x="284067" y="1318695"/>
                </a:lnTo>
                <a:lnTo>
                  <a:pt x="272994" y="1330692"/>
                </a:lnTo>
                <a:lnTo>
                  <a:pt x="263635" y="1331034"/>
                </a:lnTo>
                <a:lnTo>
                  <a:pt x="256862" y="1324761"/>
                </a:lnTo>
                <a:close/>
              </a:path>
              <a:path w="5142230" h="2300604">
                <a:moveTo>
                  <a:pt x="79106" y="659234"/>
                </a:moveTo>
                <a:lnTo>
                  <a:pt x="74054" y="653827"/>
                </a:lnTo>
                <a:lnTo>
                  <a:pt x="72850" y="651756"/>
                </a:lnTo>
                <a:lnTo>
                  <a:pt x="70262" y="641655"/>
                </a:lnTo>
                <a:lnTo>
                  <a:pt x="74829" y="633836"/>
                </a:lnTo>
                <a:lnTo>
                  <a:pt x="82545" y="631833"/>
                </a:lnTo>
                <a:lnTo>
                  <a:pt x="90208" y="629870"/>
                </a:lnTo>
                <a:lnTo>
                  <a:pt x="98036" y="634437"/>
                </a:lnTo>
                <a:lnTo>
                  <a:pt x="101997" y="649821"/>
                </a:lnTo>
                <a:lnTo>
                  <a:pt x="97435" y="657644"/>
                </a:lnTo>
                <a:lnTo>
                  <a:pt x="84431" y="661025"/>
                </a:lnTo>
                <a:lnTo>
                  <a:pt x="79106" y="659234"/>
                </a:lnTo>
                <a:close/>
              </a:path>
              <a:path w="5142230" h="2300604">
                <a:moveTo>
                  <a:pt x="349840" y="1143662"/>
                </a:moveTo>
                <a:lnTo>
                  <a:pt x="343964" y="1137371"/>
                </a:lnTo>
                <a:lnTo>
                  <a:pt x="343827" y="1128926"/>
                </a:lnTo>
                <a:lnTo>
                  <a:pt x="348883" y="1123381"/>
                </a:lnTo>
                <a:lnTo>
                  <a:pt x="354275" y="1117522"/>
                </a:lnTo>
                <a:lnTo>
                  <a:pt x="363355" y="1117075"/>
                </a:lnTo>
                <a:lnTo>
                  <a:pt x="375076" y="1127766"/>
                </a:lnTo>
                <a:lnTo>
                  <a:pt x="375523" y="1136846"/>
                </a:lnTo>
                <a:lnTo>
                  <a:pt x="370130" y="1142705"/>
                </a:lnTo>
                <a:lnTo>
                  <a:pt x="364832" y="1148567"/>
                </a:lnTo>
                <a:lnTo>
                  <a:pt x="355743" y="1149013"/>
                </a:lnTo>
                <a:lnTo>
                  <a:pt x="349840" y="1143662"/>
                </a:lnTo>
                <a:close/>
              </a:path>
              <a:path w="5142230" h="2300604">
                <a:moveTo>
                  <a:pt x="404434" y="1190374"/>
                </a:moveTo>
                <a:lnTo>
                  <a:pt x="398132" y="1183627"/>
                </a:lnTo>
                <a:lnTo>
                  <a:pt x="397750" y="1175790"/>
                </a:lnTo>
                <a:lnTo>
                  <a:pt x="402243" y="1170141"/>
                </a:lnTo>
                <a:lnTo>
                  <a:pt x="407268" y="1163986"/>
                </a:lnTo>
                <a:lnTo>
                  <a:pt x="416313" y="1163014"/>
                </a:lnTo>
                <a:lnTo>
                  <a:pt x="428680" y="1172929"/>
                </a:lnTo>
                <a:lnTo>
                  <a:pt x="429647" y="1181979"/>
                </a:lnTo>
                <a:lnTo>
                  <a:pt x="424667" y="1188183"/>
                </a:lnTo>
                <a:lnTo>
                  <a:pt x="419638" y="1194333"/>
                </a:lnTo>
                <a:lnTo>
                  <a:pt x="410638" y="1195353"/>
                </a:lnTo>
                <a:lnTo>
                  <a:pt x="404434" y="1190374"/>
                </a:lnTo>
                <a:close/>
              </a:path>
              <a:path w="5142230" h="2300604">
                <a:moveTo>
                  <a:pt x="1610909" y="2133801"/>
                </a:moveTo>
                <a:lnTo>
                  <a:pt x="1605811" y="2128344"/>
                </a:lnTo>
                <a:lnTo>
                  <a:pt x="1604733" y="2126603"/>
                </a:lnTo>
                <a:lnTo>
                  <a:pt x="1601516" y="2117099"/>
                </a:lnTo>
                <a:lnTo>
                  <a:pt x="1605575" y="2108933"/>
                </a:lnTo>
                <a:lnTo>
                  <a:pt x="1613073" y="2106403"/>
                </a:lnTo>
                <a:lnTo>
                  <a:pt x="1620615" y="2103822"/>
                </a:lnTo>
                <a:lnTo>
                  <a:pt x="1628786" y="2107877"/>
                </a:lnTo>
                <a:lnTo>
                  <a:pt x="1633851" y="2122878"/>
                </a:lnTo>
                <a:lnTo>
                  <a:pt x="1629796" y="2131049"/>
                </a:lnTo>
                <a:lnTo>
                  <a:pt x="1616753" y="2135463"/>
                </a:lnTo>
                <a:lnTo>
                  <a:pt x="1610909" y="2133801"/>
                </a:lnTo>
                <a:close/>
              </a:path>
              <a:path w="5142230" h="2300604">
                <a:moveTo>
                  <a:pt x="303766" y="1099326"/>
                </a:moveTo>
                <a:lnTo>
                  <a:pt x="292788" y="1087574"/>
                </a:lnTo>
                <a:lnTo>
                  <a:pt x="292996" y="1078707"/>
                </a:lnTo>
                <a:lnTo>
                  <a:pt x="298654" y="1073239"/>
                </a:lnTo>
                <a:lnTo>
                  <a:pt x="304416" y="1067765"/>
                </a:lnTo>
                <a:lnTo>
                  <a:pt x="313619" y="1067940"/>
                </a:lnTo>
                <a:lnTo>
                  <a:pt x="318991" y="1073690"/>
                </a:lnTo>
                <a:lnTo>
                  <a:pt x="324463" y="1079353"/>
                </a:lnTo>
                <a:lnTo>
                  <a:pt x="324290" y="1088463"/>
                </a:lnTo>
                <a:lnTo>
                  <a:pt x="318291" y="1094260"/>
                </a:lnTo>
                <a:lnTo>
                  <a:pt x="312872" y="1099495"/>
                </a:lnTo>
                <a:lnTo>
                  <a:pt x="303766" y="1099326"/>
                </a:lnTo>
                <a:close/>
              </a:path>
              <a:path w="5142230" h="2300604">
                <a:moveTo>
                  <a:pt x="1552720" y="2005728"/>
                </a:moveTo>
                <a:lnTo>
                  <a:pt x="1547527" y="2000169"/>
                </a:lnTo>
                <a:lnTo>
                  <a:pt x="1546896" y="1999298"/>
                </a:lnTo>
                <a:lnTo>
                  <a:pt x="1546313" y="1998381"/>
                </a:lnTo>
                <a:lnTo>
                  <a:pt x="1542346" y="1991495"/>
                </a:lnTo>
                <a:lnTo>
                  <a:pt x="1544628" y="1982697"/>
                </a:lnTo>
                <a:lnTo>
                  <a:pt x="1551514" y="1978730"/>
                </a:lnTo>
                <a:lnTo>
                  <a:pt x="1558350" y="1974709"/>
                </a:lnTo>
                <a:lnTo>
                  <a:pt x="1567153" y="1976996"/>
                </a:lnTo>
                <a:lnTo>
                  <a:pt x="1575136" y="1990723"/>
                </a:lnTo>
                <a:lnTo>
                  <a:pt x="1572854" y="1999520"/>
                </a:lnTo>
                <a:lnTo>
                  <a:pt x="1566013" y="2003536"/>
                </a:lnTo>
                <a:lnTo>
                  <a:pt x="1560085" y="2006965"/>
                </a:lnTo>
                <a:lnTo>
                  <a:pt x="1552720" y="2005728"/>
                </a:lnTo>
                <a:close/>
              </a:path>
              <a:path w="5142230" h="2300604">
                <a:moveTo>
                  <a:pt x="121260" y="795264"/>
                </a:moveTo>
                <a:lnTo>
                  <a:pt x="116163" y="789808"/>
                </a:lnTo>
                <a:lnTo>
                  <a:pt x="115132" y="788215"/>
                </a:lnTo>
                <a:lnTo>
                  <a:pt x="114487" y="786351"/>
                </a:lnTo>
                <a:lnTo>
                  <a:pt x="111715" y="778888"/>
                </a:lnTo>
                <a:lnTo>
                  <a:pt x="115589" y="770621"/>
                </a:lnTo>
                <a:lnTo>
                  <a:pt x="122999" y="767899"/>
                </a:lnTo>
                <a:lnTo>
                  <a:pt x="130503" y="765180"/>
                </a:lnTo>
                <a:lnTo>
                  <a:pt x="138729" y="769001"/>
                </a:lnTo>
                <a:lnTo>
                  <a:pt x="144170" y="783916"/>
                </a:lnTo>
                <a:lnTo>
                  <a:pt x="140345" y="792146"/>
                </a:lnTo>
                <a:lnTo>
                  <a:pt x="132891" y="794909"/>
                </a:lnTo>
                <a:lnTo>
                  <a:pt x="127293" y="796942"/>
                </a:lnTo>
                <a:lnTo>
                  <a:pt x="121260" y="795264"/>
                </a:lnTo>
                <a:close/>
              </a:path>
              <a:path w="5142230" h="2300604">
                <a:moveTo>
                  <a:pt x="1585102" y="2068250"/>
                </a:moveTo>
                <a:lnTo>
                  <a:pt x="1579955" y="2062740"/>
                </a:lnTo>
                <a:lnTo>
                  <a:pt x="1579094" y="2061526"/>
                </a:lnTo>
                <a:lnTo>
                  <a:pt x="1578441" y="2060044"/>
                </a:lnTo>
                <a:lnTo>
                  <a:pt x="1575098" y="2052849"/>
                </a:lnTo>
                <a:lnTo>
                  <a:pt x="1578269" y="2044318"/>
                </a:lnTo>
                <a:lnTo>
                  <a:pt x="1585505" y="2041019"/>
                </a:lnTo>
                <a:lnTo>
                  <a:pt x="1592705" y="2037681"/>
                </a:lnTo>
                <a:lnTo>
                  <a:pt x="1601232" y="2040846"/>
                </a:lnTo>
                <a:lnTo>
                  <a:pt x="1607873" y="2055287"/>
                </a:lnTo>
                <a:lnTo>
                  <a:pt x="1604699" y="2063813"/>
                </a:lnTo>
                <a:lnTo>
                  <a:pt x="1597458" y="2067108"/>
                </a:lnTo>
                <a:lnTo>
                  <a:pt x="1591707" y="2069749"/>
                </a:lnTo>
                <a:lnTo>
                  <a:pt x="1585102" y="2068250"/>
                </a:lnTo>
                <a:close/>
              </a:path>
              <a:path w="5142230" h="2300604">
                <a:moveTo>
                  <a:pt x="460023" y="1232678"/>
                </a:moveTo>
                <a:lnTo>
                  <a:pt x="454785" y="1227070"/>
                </a:lnTo>
                <a:lnTo>
                  <a:pt x="454196" y="1219402"/>
                </a:lnTo>
                <a:lnTo>
                  <a:pt x="462916" y="1207330"/>
                </a:lnTo>
                <a:lnTo>
                  <a:pt x="471888" y="1205889"/>
                </a:lnTo>
                <a:lnTo>
                  <a:pt x="484790" y="1215203"/>
                </a:lnTo>
                <a:lnTo>
                  <a:pt x="486231" y="1224175"/>
                </a:lnTo>
                <a:lnTo>
                  <a:pt x="481569" y="1230621"/>
                </a:lnTo>
                <a:lnTo>
                  <a:pt x="476871" y="1237028"/>
                </a:lnTo>
                <a:lnTo>
                  <a:pt x="467895" y="1238464"/>
                </a:lnTo>
                <a:lnTo>
                  <a:pt x="461494" y="1233861"/>
                </a:lnTo>
                <a:lnTo>
                  <a:pt x="460023" y="1232678"/>
                </a:lnTo>
                <a:close/>
              </a:path>
              <a:path w="5142230" h="2300604">
                <a:moveTo>
                  <a:pt x="1471413" y="1890833"/>
                </a:moveTo>
                <a:lnTo>
                  <a:pt x="1465719" y="1884738"/>
                </a:lnTo>
                <a:lnTo>
                  <a:pt x="1460641" y="1878715"/>
                </a:lnTo>
                <a:lnTo>
                  <a:pt x="1461375" y="1869629"/>
                </a:lnTo>
                <a:lnTo>
                  <a:pt x="1472404" y="1860321"/>
                </a:lnTo>
                <a:lnTo>
                  <a:pt x="1473527" y="1859373"/>
                </a:lnTo>
                <a:lnTo>
                  <a:pt x="1482564" y="1860153"/>
                </a:lnTo>
                <a:lnTo>
                  <a:pt x="1492816" y="1872300"/>
                </a:lnTo>
                <a:lnTo>
                  <a:pt x="1492041" y="1881342"/>
                </a:lnTo>
                <a:lnTo>
                  <a:pt x="1481001" y="1890637"/>
                </a:lnTo>
                <a:lnTo>
                  <a:pt x="1480079" y="1891411"/>
                </a:lnTo>
                <a:lnTo>
                  <a:pt x="1471413" y="1890833"/>
                </a:lnTo>
                <a:close/>
              </a:path>
              <a:path w="5142230" h="2300604">
                <a:moveTo>
                  <a:pt x="764923" y="1415182"/>
                </a:moveTo>
                <a:lnTo>
                  <a:pt x="759776" y="1409672"/>
                </a:lnTo>
                <a:lnTo>
                  <a:pt x="758725" y="1403074"/>
                </a:lnTo>
                <a:lnTo>
                  <a:pt x="761604" y="1397554"/>
                </a:lnTo>
                <a:lnTo>
                  <a:pt x="765338" y="1390506"/>
                </a:lnTo>
                <a:lnTo>
                  <a:pt x="773974" y="1387825"/>
                </a:lnTo>
                <a:lnTo>
                  <a:pt x="788029" y="1395149"/>
                </a:lnTo>
                <a:lnTo>
                  <a:pt x="790755" y="1403834"/>
                </a:lnTo>
                <a:lnTo>
                  <a:pt x="787111" y="1410881"/>
                </a:lnTo>
                <a:lnTo>
                  <a:pt x="783382" y="1417935"/>
                </a:lnTo>
                <a:lnTo>
                  <a:pt x="774746" y="1420615"/>
                </a:lnTo>
                <a:lnTo>
                  <a:pt x="767694" y="1416976"/>
                </a:lnTo>
                <a:lnTo>
                  <a:pt x="766206" y="1416165"/>
                </a:lnTo>
                <a:lnTo>
                  <a:pt x="764923" y="1415182"/>
                </a:lnTo>
                <a:close/>
              </a:path>
              <a:path w="5142230" h="2300604">
                <a:moveTo>
                  <a:pt x="256492" y="1045602"/>
                </a:moveTo>
                <a:lnTo>
                  <a:pt x="250571" y="1039264"/>
                </a:lnTo>
                <a:lnTo>
                  <a:pt x="245684" y="1033045"/>
                </a:lnTo>
                <a:lnTo>
                  <a:pt x="246751" y="1024022"/>
                </a:lnTo>
                <a:lnTo>
                  <a:pt x="252910" y="1019081"/>
                </a:lnTo>
                <a:lnTo>
                  <a:pt x="259173" y="1014153"/>
                </a:lnTo>
                <a:lnTo>
                  <a:pt x="268201" y="1015216"/>
                </a:lnTo>
                <a:lnTo>
                  <a:pt x="278021" y="1027683"/>
                </a:lnTo>
                <a:lnTo>
                  <a:pt x="276958" y="1036711"/>
                </a:lnTo>
                <a:lnTo>
                  <a:pt x="270795" y="1041647"/>
                </a:lnTo>
                <a:lnTo>
                  <a:pt x="264829" y="1046306"/>
                </a:lnTo>
                <a:lnTo>
                  <a:pt x="256492" y="1045602"/>
                </a:lnTo>
                <a:close/>
              </a:path>
              <a:path w="5142230" h="2300604">
                <a:moveTo>
                  <a:pt x="640049" y="1347194"/>
                </a:moveTo>
                <a:lnTo>
                  <a:pt x="634907" y="1341689"/>
                </a:lnTo>
                <a:lnTo>
                  <a:pt x="633907" y="1334852"/>
                </a:lnTo>
                <a:lnTo>
                  <a:pt x="637122" y="1329301"/>
                </a:lnTo>
                <a:lnTo>
                  <a:pt x="641041" y="1322353"/>
                </a:lnTo>
                <a:lnTo>
                  <a:pt x="649803" y="1320003"/>
                </a:lnTo>
                <a:lnTo>
                  <a:pt x="656710" y="1323878"/>
                </a:lnTo>
                <a:lnTo>
                  <a:pt x="663610" y="1327842"/>
                </a:lnTo>
                <a:lnTo>
                  <a:pt x="666004" y="1336563"/>
                </a:lnTo>
                <a:lnTo>
                  <a:pt x="662085" y="1343511"/>
                </a:lnTo>
                <a:lnTo>
                  <a:pt x="658169" y="1350365"/>
                </a:lnTo>
                <a:lnTo>
                  <a:pt x="649400" y="1352804"/>
                </a:lnTo>
                <a:lnTo>
                  <a:pt x="642495" y="1348845"/>
                </a:lnTo>
                <a:lnTo>
                  <a:pt x="641202" y="1348135"/>
                </a:lnTo>
                <a:lnTo>
                  <a:pt x="640049" y="1347194"/>
                </a:lnTo>
                <a:close/>
              </a:path>
              <a:path w="5142230" h="2300604">
                <a:moveTo>
                  <a:pt x="1200231" y="1655473"/>
                </a:moveTo>
                <a:lnTo>
                  <a:pt x="1194203" y="1649020"/>
                </a:lnTo>
                <a:lnTo>
                  <a:pt x="1193425" y="1641833"/>
                </a:lnTo>
                <a:lnTo>
                  <a:pt x="1197204" y="1636202"/>
                </a:lnTo>
                <a:lnTo>
                  <a:pt x="1201585" y="1629553"/>
                </a:lnTo>
                <a:lnTo>
                  <a:pt x="1210521" y="1627780"/>
                </a:lnTo>
                <a:lnTo>
                  <a:pt x="1223725" y="1636539"/>
                </a:lnTo>
                <a:lnTo>
                  <a:pt x="1225498" y="1645474"/>
                </a:lnTo>
                <a:lnTo>
                  <a:pt x="1221166" y="1652078"/>
                </a:lnTo>
                <a:lnTo>
                  <a:pt x="1216740" y="1658678"/>
                </a:lnTo>
                <a:lnTo>
                  <a:pt x="1207849" y="1660500"/>
                </a:lnTo>
                <a:lnTo>
                  <a:pt x="1200231" y="1655473"/>
                </a:lnTo>
                <a:close/>
              </a:path>
              <a:path w="5142230" h="2300604">
                <a:moveTo>
                  <a:pt x="578728" y="1311168"/>
                </a:moveTo>
                <a:lnTo>
                  <a:pt x="573581" y="1305658"/>
                </a:lnTo>
                <a:lnTo>
                  <a:pt x="572685" y="1298551"/>
                </a:lnTo>
                <a:lnTo>
                  <a:pt x="576165" y="1292892"/>
                </a:lnTo>
                <a:lnTo>
                  <a:pt x="580188" y="1286144"/>
                </a:lnTo>
                <a:lnTo>
                  <a:pt x="588817" y="1284052"/>
                </a:lnTo>
                <a:lnTo>
                  <a:pt x="589047" y="1283996"/>
                </a:lnTo>
                <a:lnTo>
                  <a:pt x="602599" y="1292247"/>
                </a:lnTo>
                <a:lnTo>
                  <a:pt x="604747" y="1301105"/>
                </a:lnTo>
                <a:lnTo>
                  <a:pt x="600651" y="1307854"/>
                </a:lnTo>
                <a:lnTo>
                  <a:pt x="596492" y="1314652"/>
                </a:lnTo>
                <a:lnTo>
                  <a:pt x="587742" y="1316809"/>
                </a:lnTo>
                <a:lnTo>
                  <a:pt x="580894" y="1312705"/>
                </a:lnTo>
                <a:lnTo>
                  <a:pt x="579780" y="1312001"/>
                </a:lnTo>
                <a:lnTo>
                  <a:pt x="578728" y="1311168"/>
                </a:lnTo>
                <a:close/>
              </a:path>
              <a:path w="5142230" h="2300604">
                <a:moveTo>
                  <a:pt x="1139703" y="1616778"/>
                </a:moveTo>
                <a:lnTo>
                  <a:pt x="1134506" y="1611214"/>
                </a:lnTo>
                <a:lnTo>
                  <a:pt x="1133665" y="1604156"/>
                </a:lnTo>
                <a:lnTo>
                  <a:pt x="1137104" y="1598453"/>
                </a:lnTo>
                <a:lnTo>
                  <a:pt x="1141289" y="1591790"/>
                </a:lnTo>
                <a:lnTo>
                  <a:pt x="1149841" y="1589704"/>
                </a:lnTo>
                <a:lnTo>
                  <a:pt x="1150064" y="1589650"/>
                </a:lnTo>
                <a:lnTo>
                  <a:pt x="1163616" y="1597900"/>
                </a:lnTo>
                <a:lnTo>
                  <a:pt x="1165769" y="1606755"/>
                </a:lnTo>
                <a:lnTo>
                  <a:pt x="1161574" y="1613504"/>
                </a:lnTo>
                <a:lnTo>
                  <a:pt x="1157477" y="1620262"/>
                </a:lnTo>
                <a:lnTo>
                  <a:pt x="1148623" y="1622416"/>
                </a:lnTo>
                <a:lnTo>
                  <a:pt x="1141870" y="1618315"/>
                </a:lnTo>
                <a:lnTo>
                  <a:pt x="1140715" y="1617567"/>
                </a:lnTo>
                <a:lnTo>
                  <a:pt x="1139703" y="1616778"/>
                </a:lnTo>
                <a:close/>
              </a:path>
              <a:path w="5142230" h="2300604">
                <a:moveTo>
                  <a:pt x="1078660" y="1580756"/>
                </a:moveTo>
                <a:lnTo>
                  <a:pt x="1073558" y="1575295"/>
                </a:lnTo>
                <a:lnTo>
                  <a:pt x="1072518" y="1568414"/>
                </a:lnTo>
                <a:lnTo>
                  <a:pt x="1079693" y="1555959"/>
                </a:lnTo>
                <a:lnTo>
                  <a:pt x="1088462" y="1553519"/>
                </a:lnTo>
                <a:lnTo>
                  <a:pt x="1102216" y="1561399"/>
                </a:lnTo>
                <a:lnTo>
                  <a:pt x="1104655" y="1570169"/>
                </a:lnTo>
                <a:lnTo>
                  <a:pt x="1096726" y="1583968"/>
                </a:lnTo>
                <a:lnTo>
                  <a:pt x="1088001" y="1586357"/>
                </a:lnTo>
                <a:lnTo>
                  <a:pt x="1081057" y="1582443"/>
                </a:lnTo>
                <a:lnTo>
                  <a:pt x="1079808" y="1581692"/>
                </a:lnTo>
                <a:lnTo>
                  <a:pt x="1078660" y="1580756"/>
                </a:lnTo>
                <a:close/>
              </a:path>
              <a:path w="5142230" h="2300604">
                <a:moveTo>
                  <a:pt x="1257512" y="1695091"/>
                </a:moveTo>
                <a:lnTo>
                  <a:pt x="1252278" y="1689488"/>
                </a:lnTo>
                <a:lnTo>
                  <a:pt x="1251689" y="1681820"/>
                </a:lnTo>
                <a:lnTo>
                  <a:pt x="1255846" y="1676202"/>
                </a:lnTo>
                <a:lnTo>
                  <a:pt x="1260504" y="1669751"/>
                </a:lnTo>
                <a:lnTo>
                  <a:pt x="1269475" y="1668310"/>
                </a:lnTo>
                <a:lnTo>
                  <a:pt x="1282328" y="1677670"/>
                </a:lnTo>
                <a:lnTo>
                  <a:pt x="1283721" y="1686687"/>
                </a:lnTo>
                <a:lnTo>
                  <a:pt x="1279013" y="1693085"/>
                </a:lnTo>
                <a:lnTo>
                  <a:pt x="1274405" y="1699490"/>
                </a:lnTo>
                <a:lnTo>
                  <a:pt x="1265438" y="1700936"/>
                </a:lnTo>
                <a:lnTo>
                  <a:pt x="1258987" y="1696279"/>
                </a:lnTo>
                <a:lnTo>
                  <a:pt x="1257512" y="1695091"/>
                </a:lnTo>
                <a:close/>
              </a:path>
              <a:path w="5142230" h="2300604">
                <a:moveTo>
                  <a:pt x="1629704" y="2201719"/>
                </a:moveTo>
                <a:lnTo>
                  <a:pt x="1624644" y="2196301"/>
                </a:lnTo>
                <a:lnTo>
                  <a:pt x="1623351" y="2194039"/>
                </a:lnTo>
                <a:lnTo>
                  <a:pt x="1622778" y="2191470"/>
                </a:lnTo>
                <a:lnTo>
                  <a:pt x="1621111" y="2183723"/>
                </a:lnTo>
                <a:lnTo>
                  <a:pt x="1625948" y="2175999"/>
                </a:lnTo>
                <a:lnTo>
                  <a:pt x="1633705" y="2174332"/>
                </a:lnTo>
                <a:lnTo>
                  <a:pt x="1641456" y="2172561"/>
                </a:lnTo>
                <a:lnTo>
                  <a:pt x="1649131" y="2177453"/>
                </a:lnTo>
                <a:lnTo>
                  <a:pt x="1652613" y="2192910"/>
                </a:lnTo>
                <a:lnTo>
                  <a:pt x="1647725" y="2200581"/>
                </a:lnTo>
                <a:lnTo>
                  <a:pt x="1639974" y="2202352"/>
                </a:lnTo>
                <a:lnTo>
                  <a:pt x="1634832" y="2203494"/>
                </a:lnTo>
                <a:lnTo>
                  <a:pt x="1629704" y="2201719"/>
                </a:lnTo>
                <a:close/>
              </a:path>
              <a:path w="5142230" h="2300604">
                <a:moveTo>
                  <a:pt x="1368203" y="1784454"/>
                </a:moveTo>
                <a:lnTo>
                  <a:pt x="1362277" y="1778110"/>
                </a:lnTo>
                <a:lnTo>
                  <a:pt x="1362141" y="1769755"/>
                </a:lnTo>
                <a:lnTo>
                  <a:pt x="1367147" y="1764165"/>
                </a:lnTo>
                <a:lnTo>
                  <a:pt x="1372494" y="1758257"/>
                </a:lnTo>
                <a:lnTo>
                  <a:pt x="1381573" y="1757811"/>
                </a:lnTo>
                <a:lnTo>
                  <a:pt x="1393344" y="1768456"/>
                </a:lnTo>
                <a:lnTo>
                  <a:pt x="1393839" y="1777490"/>
                </a:lnTo>
                <a:lnTo>
                  <a:pt x="1383189" y="1789256"/>
                </a:lnTo>
                <a:lnTo>
                  <a:pt x="1374111" y="1789801"/>
                </a:lnTo>
                <a:lnTo>
                  <a:pt x="1368203" y="1784454"/>
                </a:lnTo>
                <a:close/>
              </a:path>
              <a:path w="5142230" h="2300604">
                <a:moveTo>
                  <a:pt x="215010" y="987404"/>
                </a:moveTo>
                <a:lnTo>
                  <a:pt x="209122" y="981102"/>
                </a:lnTo>
                <a:lnTo>
                  <a:pt x="208623" y="980372"/>
                </a:lnTo>
                <a:lnTo>
                  <a:pt x="204367" y="973665"/>
                </a:lnTo>
                <a:lnTo>
                  <a:pt x="206279" y="964765"/>
                </a:lnTo>
                <a:lnTo>
                  <a:pt x="212982" y="960504"/>
                </a:lnTo>
                <a:lnTo>
                  <a:pt x="219648" y="956203"/>
                </a:lnTo>
                <a:lnTo>
                  <a:pt x="228504" y="958157"/>
                </a:lnTo>
                <a:lnTo>
                  <a:pt x="237110" y="971485"/>
                </a:lnTo>
                <a:lnTo>
                  <a:pt x="235158" y="980430"/>
                </a:lnTo>
                <a:lnTo>
                  <a:pt x="228446" y="984682"/>
                </a:lnTo>
                <a:lnTo>
                  <a:pt x="222609" y="988501"/>
                </a:lnTo>
                <a:lnTo>
                  <a:pt x="215010" y="987404"/>
                </a:lnTo>
                <a:close/>
              </a:path>
              <a:path w="5142230" h="2300604">
                <a:moveTo>
                  <a:pt x="1314248" y="1738524"/>
                </a:moveTo>
                <a:lnTo>
                  <a:pt x="1308508" y="1732380"/>
                </a:lnTo>
                <a:lnTo>
                  <a:pt x="1308072" y="1724387"/>
                </a:lnTo>
                <a:lnTo>
                  <a:pt x="1312651" y="1718731"/>
                </a:lnTo>
                <a:lnTo>
                  <a:pt x="1317586" y="1712578"/>
                </a:lnTo>
                <a:lnTo>
                  <a:pt x="1326636" y="1711611"/>
                </a:lnTo>
                <a:lnTo>
                  <a:pt x="1338993" y="1721516"/>
                </a:lnTo>
                <a:lnTo>
                  <a:pt x="1339964" y="1730571"/>
                </a:lnTo>
                <a:lnTo>
                  <a:pt x="1330055" y="1742933"/>
                </a:lnTo>
                <a:lnTo>
                  <a:pt x="1321005" y="1743900"/>
                </a:lnTo>
                <a:lnTo>
                  <a:pt x="1314801" y="1738921"/>
                </a:lnTo>
                <a:lnTo>
                  <a:pt x="1314248" y="1738524"/>
                </a:lnTo>
                <a:close/>
              </a:path>
              <a:path w="5142230" h="2300604">
                <a:moveTo>
                  <a:pt x="178857" y="925734"/>
                </a:moveTo>
                <a:lnTo>
                  <a:pt x="173660" y="920170"/>
                </a:lnTo>
                <a:lnTo>
                  <a:pt x="172941" y="919117"/>
                </a:lnTo>
                <a:lnTo>
                  <a:pt x="168638" y="910982"/>
                </a:lnTo>
                <a:lnTo>
                  <a:pt x="171348" y="902251"/>
                </a:lnTo>
                <a:lnTo>
                  <a:pt x="185333" y="894838"/>
                </a:lnTo>
                <a:lnTo>
                  <a:pt x="194074" y="897548"/>
                </a:lnTo>
                <a:lnTo>
                  <a:pt x="201433" y="911584"/>
                </a:lnTo>
                <a:lnTo>
                  <a:pt x="198772" y="920279"/>
                </a:lnTo>
                <a:lnTo>
                  <a:pt x="185892" y="927106"/>
                </a:lnTo>
                <a:lnTo>
                  <a:pt x="178857" y="925734"/>
                </a:lnTo>
                <a:close/>
              </a:path>
              <a:path w="5142230" h="2300604">
                <a:moveTo>
                  <a:pt x="827963" y="1447868"/>
                </a:moveTo>
                <a:lnTo>
                  <a:pt x="822866" y="1442412"/>
                </a:lnTo>
                <a:lnTo>
                  <a:pt x="821767" y="1435859"/>
                </a:lnTo>
                <a:lnTo>
                  <a:pt x="824646" y="1430339"/>
                </a:lnTo>
                <a:lnTo>
                  <a:pt x="828240" y="1423239"/>
                </a:lnTo>
                <a:lnTo>
                  <a:pt x="836925" y="1420513"/>
                </a:lnTo>
                <a:lnTo>
                  <a:pt x="851029" y="1427791"/>
                </a:lnTo>
                <a:lnTo>
                  <a:pt x="853803" y="1436430"/>
                </a:lnTo>
                <a:lnTo>
                  <a:pt x="846520" y="1450530"/>
                </a:lnTo>
                <a:lnTo>
                  <a:pt x="838047" y="1453286"/>
                </a:lnTo>
                <a:lnTo>
                  <a:pt x="837837" y="1453355"/>
                </a:lnTo>
                <a:lnTo>
                  <a:pt x="830785" y="1449715"/>
                </a:lnTo>
                <a:lnTo>
                  <a:pt x="829297" y="1448905"/>
                </a:lnTo>
                <a:lnTo>
                  <a:pt x="827963" y="1447868"/>
                </a:lnTo>
                <a:close/>
              </a:path>
              <a:path w="5142230" h="2300604">
                <a:moveTo>
                  <a:pt x="1514708" y="1946563"/>
                </a:moveTo>
                <a:lnTo>
                  <a:pt x="1508501" y="1939918"/>
                </a:lnTo>
                <a:lnTo>
                  <a:pt x="1503911" y="1933441"/>
                </a:lnTo>
                <a:lnTo>
                  <a:pt x="1505440" y="1924424"/>
                </a:lnTo>
                <a:lnTo>
                  <a:pt x="1511879" y="1919879"/>
                </a:lnTo>
                <a:lnTo>
                  <a:pt x="1518316" y="1915236"/>
                </a:lnTo>
                <a:lnTo>
                  <a:pt x="1527328" y="1916770"/>
                </a:lnTo>
                <a:lnTo>
                  <a:pt x="1536561" y="1929685"/>
                </a:lnTo>
                <a:lnTo>
                  <a:pt x="1534986" y="1938653"/>
                </a:lnTo>
                <a:lnTo>
                  <a:pt x="1528499" y="1943243"/>
                </a:lnTo>
                <a:lnTo>
                  <a:pt x="1522600" y="1947484"/>
                </a:lnTo>
                <a:lnTo>
                  <a:pt x="1514708" y="1946563"/>
                </a:lnTo>
                <a:close/>
              </a:path>
              <a:path w="5142230" h="2300604">
                <a:moveTo>
                  <a:pt x="62488" y="590031"/>
                </a:moveTo>
                <a:lnTo>
                  <a:pt x="57432" y="584618"/>
                </a:lnTo>
                <a:lnTo>
                  <a:pt x="56185" y="582404"/>
                </a:lnTo>
                <a:lnTo>
                  <a:pt x="55615" y="579741"/>
                </a:lnTo>
                <a:lnTo>
                  <a:pt x="53894" y="572034"/>
                </a:lnTo>
                <a:lnTo>
                  <a:pt x="58782" y="564364"/>
                </a:lnTo>
                <a:lnTo>
                  <a:pt x="74289" y="560926"/>
                </a:lnTo>
                <a:lnTo>
                  <a:pt x="81960" y="565814"/>
                </a:lnTo>
                <a:lnTo>
                  <a:pt x="83632" y="573566"/>
                </a:lnTo>
                <a:lnTo>
                  <a:pt x="85398" y="581321"/>
                </a:lnTo>
                <a:lnTo>
                  <a:pt x="80510" y="588992"/>
                </a:lnTo>
                <a:lnTo>
                  <a:pt x="67567" y="591851"/>
                </a:lnTo>
                <a:lnTo>
                  <a:pt x="62488" y="590031"/>
                </a:lnTo>
                <a:close/>
              </a:path>
              <a:path w="5142230" h="2300604">
                <a:moveTo>
                  <a:pt x="891109" y="1480373"/>
                </a:moveTo>
                <a:lnTo>
                  <a:pt x="885967" y="1474868"/>
                </a:lnTo>
                <a:lnTo>
                  <a:pt x="884913" y="1468364"/>
                </a:lnTo>
                <a:lnTo>
                  <a:pt x="887742" y="1462791"/>
                </a:lnTo>
                <a:lnTo>
                  <a:pt x="891386" y="1455744"/>
                </a:lnTo>
                <a:lnTo>
                  <a:pt x="900066" y="1453013"/>
                </a:lnTo>
                <a:lnTo>
                  <a:pt x="914129" y="1460247"/>
                </a:lnTo>
                <a:lnTo>
                  <a:pt x="916949" y="1468936"/>
                </a:lnTo>
                <a:lnTo>
                  <a:pt x="909666" y="1483035"/>
                </a:lnTo>
                <a:lnTo>
                  <a:pt x="901127" y="1485721"/>
                </a:lnTo>
                <a:lnTo>
                  <a:pt x="900986" y="1485765"/>
                </a:lnTo>
                <a:lnTo>
                  <a:pt x="893881" y="1482167"/>
                </a:lnTo>
                <a:lnTo>
                  <a:pt x="892402" y="1481366"/>
                </a:lnTo>
                <a:lnTo>
                  <a:pt x="891109" y="1480373"/>
                </a:lnTo>
                <a:close/>
              </a:path>
              <a:path w="5142230" h="2300604">
                <a:moveTo>
                  <a:pt x="147857" y="861465"/>
                </a:moveTo>
                <a:lnTo>
                  <a:pt x="142709" y="855955"/>
                </a:lnTo>
                <a:lnTo>
                  <a:pt x="141811" y="854602"/>
                </a:lnTo>
                <a:lnTo>
                  <a:pt x="137952" y="845789"/>
                </a:lnTo>
                <a:lnTo>
                  <a:pt x="141267" y="837305"/>
                </a:lnTo>
                <a:lnTo>
                  <a:pt x="155833" y="831003"/>
                </a:lnTo>
                <a:lnTo>
                  <a:pt x="164313" y="834313"/>
                </a:lnTo>
                <a:lnTo>
                  <a:pt x="170664" y="848834"/>
                </a:lnTo>
                <a:lnTo>
                  <a:pt x="167349" y="857318"/>
                </a:lnTo>
                <a:lnTo>
                  <a:pt x="160071" y="860464"/>
                </a:lnTo>
                <a:lnTo>
                  <a:pt x="154363" y="862966"/>
                </a:lnTo>
                <a:lnTo>
                  <a:pt x="147857" y="861465"/>
                </a:lnTo>
                <a:close/>
              </a:path>
              <a:path w="5142230" h="2300604">
                <a:moveTo>
                  <a:pt x="1641169" y="2271271"/>
                </a:moveTo>
                <a:lnTo>
                  <a:pt x="1636159" y="2265907"/>
                </a:lnTo>
                <a:lnTo>
                  <a:pt x="1634791" y="2263076"/>
                </a:lnTo>
                <a:lnTo>
                  <a:pt x="1633466" y="2252078"/>
                </a:lnTo>
                <a:lnTo>
                  <a:pt x="1639138" y="2244953"/>
                </a:lnTo>
                <a:lnTo>
                  <a:pt x="1647007" y="2243994"/>
                </a:lnTo>
                <a:lnTo>
                  <a:pt x="1654922" y="2243083"/>
                </a:lnTo>
                <a:lnTo>
                  <a:pt x="1662042" y="2248750"/>
                </a:lnTo>
                <a:lnTo>
                  <a:pt x="1662912" y="2256621"/>
                </a:lnTo>
                <a:lnTo>
                  <a:pt x="1663872" y="2264490"/>
                </a:lnTo>
                <a:lnTo>
                  <a:pt x="1658200" y="2271615"/>
                </a:lnTo>
                <a:lnTo>
                  <a:pt x="1650331" y="2272574"/>
                </a:lnTo>
                <a:lnTo>
                  <a:pt x="1645593" y="2273074"/>
                </a:lnTo>
                <a:lnTo>
                  <a:pt x="1641169" y="2271271"/>
                </a:lnTo>
                <a:close/>
              </a:path>
              <a:path w="5142230" h="2300604">
                <a:moveTo>
                  <a:pt x="1418673" y="1832910"/>
                </a:moveTo>
                <a:lnTo>
                  <a:pt x="1413207" y="1827059"/>
                </a:lnTo>
                <a:lnTo>
                  <a:pt x="1413364" y="1818137"/>
                </a:lnTo>
                <a:lnTo>
                  <a:pt x="1418937" y="1812666"/>
                </a:lnTo>
                <a:lnTo>
                  <a:pt x="1419417" y="1812202"/>
                </a:lnTo>
                <a:lnTo>
                  <a:pt x="1424648" y="1807148"/>
                </a:lnTo>
                <a:lnTo>
                  <a:pt x="1433757" y="1807222"/>
                </a:lnTo>
                <a:lnTo>
                  <a:pt x="1444838" y="1818594"/>
                </a:lnTo>
                <a:lnTo>
                  <a:pt x="1444768" y="1827708"/>
                </a:lnTo>
                <a:lnTo>
                  <a:pt x="1444288" y="1828172"/>
                </a:lnTo>
                <a:lnTo>
                  <a:pt x="1439057" y="1833226"/>
                </a:lnTo>
                <a:lnTo>
                  <a:pt x="1433386" y="1838788"/>
                </a:lnTo>
                <a:lnTo>
                  <a:pt x="1424236" y="1838670"/>
                </a:lnTo>
                <a:lnTo>
                  <a:pt x="1418673" y="1832910"/>
                </a:lnTo>
                <a:close/>
              </a:path>
              <a:path w="5142230" h="2300604">
                <a:moveTo>
                  <a:pt x="1016710" y="1546403"/>
                </a:moveTo>
                <a:lnTo>
                  <a:pt x="1011563" y="1540893"/>
                </a:lnTo>
                <a:lnTo>
                  <a:pt x="1010516" y="1534201"/>
                </a:lnTo>
                <a:lnTo>
                  <a:pt x="1017317" y="1521639"/>
                </a:lnTo>
                <a:lnTo>
                  <a:pt x="1026044" y="1519056"/>
                </a:lnTo>
                <a:lnTo>
                  <a:pt x="1040044" y="1526614"/>
                </a:lnTo>
                <a:lnTo>
                  <a:pt x="1042627" y="1535341"/>
                </a:lnTo>
                <a:lnTo>
                  <a:pt x="1038802" y="1542293"/>
                </a:lnTo>
                <a:lnTo>
                  <a:pt x="1035023" y="1549293"/>
                </a:lnTo>
                <a:lnTo>
                  <a:pt x="1026296" y="1551875"/>
                </a:lnTo>
                <a:lnTo>
                  <a:pt x="1019296" y="1548096"/>
                </a:lnTo>
                <a:lnTo>
                  <a:pt x="1017953" y="1547342"/>
                </a:lnTo>
                <a:lnTo>
                  <a:pt x="1016710" y="1546403"/>
                </a:lnTo>
                <a:close/>
              </a:path>
              <a:path w="5142230" h="2300604">
                <a:moveTo>
                  <a:pt x="954065" y="1513065"/>
                </a:moveTo>
                <a:lnTo>
                  <a:pt x="948963" y="1507604"/>
                </a:lnTo>
                <a:lnTo>
                  <a:pt x="947867" y="1500958"/>
                </a:lnTo>
                <a:lnTo>
                  <a:pt x="950742" y="1495433"/>
                </a:lnTo>
                <a:lnTo>
                  <a:pt x="954480" y="1488389"/>
                </a:lnTo>
                <a:lnTo>
                  <a:pt x="963165" y="1485663"/>
                </a:lnTo>
                <a:lnTo>
                  <a:pt x="977217" y="1493081"/>
                </a:lnTo>
                <a:lnTo>
                  <a:pt x="979942" y="1501766"/>
                </a:lnTo>
                <a:lnTo>
                  <a:pt x="972568" y="1515768"/>
                </a:lnTo>
                <a:lnTo>
                  <a:pt x="963888" y="1518498"/>
                </a:lnTo>
                <a:lnTo>
                  <a:pt x="956832" y="1514854"/>
                </a:lnTo>
                <a:lnTo>
                  <a:pt x="955353" y="1514053"/>
                </a:lnTo>
                <a:lnTo>
                  <a:pt x="954065" y="1513065"/>
                </a:lnTo>
                <a:close/>
              </a:path>
              <a:path w="5142230" h="2300604">
                <a:moveTo>
                  <a:pt x="98542" y="727741"/>
                </a:moveTo>
                <a:lnTo>
                  <a:pt x="93486" y="722329"/>
                </a:lnTo>
                <a:lnTo>
                  <a:pt x="92370" y="720449"/>
                </a:lnTo>
                <a:lnTo>
                  <a:pt x="91636" y="718295"/>
                </a:lnTo>
                <a:lnTo>
                  <a:pt x="89351" y="710669"/>
                </a:lnTo>
                <a:lnTo>
                  <a:pt x="93637" y="702647"/>
                </a:lnTo>
                <a:lnTo>
                  <a:pt x="101174" y="700354"/>
                </a:lnTo>
                <a:lnTo>
                  <a:pt x="108760" y="698016"/>
                </a:lnTo>
                <a:lnTo>
                  <a:pt x="116781" y="702302"/>
                </a:lnTo>
                <a:lnTo>
                  <a:pt x="121453" y="717469"/>
                </a:lnTo>
                <a:lnTo>
                  <a:pt x="117172" y="725495"/>
                </a:lnTo>
                <a:lnTo>
                  <a:pt x="109635" y="727788"/>
                </a:lnTo>
                <a:lnTo>
                  <a:pt x="104195" y="729491"/>
                </a:lnTo>
                <a:lnTo>
                  <a:pt x="98542" y="727741"/>
                </a:lnTo>
                <a:close/>
              </a:path>
              <a:path w="5142230" h="2300604">
                <a:moveTo>
                  <a:pt x="0" y="168350"/>
                </a:moveTo>
                <a:lnTo>
                  <a:pt x="0" y="141614"/>
                </a:lnTo>
                <a:lnTo>
                  <a:pt x="5778" y="140978"/>
                </a:lnTo>
                <a:lnTo>
                  <a:pt x="13685" y="140157"/>
                </a:lnTo>
                <a:lnTo>
                  <a:pt x="20766" y="145879"/>
                </a:lnTo>
                <a:lnTo>
                  <a:pt x="22443" y="161652"/>
                </a:lnTo>
                <a:lnTo>
                  <a:pt x="16730" y="168732"/>
                </a:lnTo>
                <a:lnTo>
                  <a:pt x="8818" y="169549"/>
                </a:lnTo>
                <a:lnTo>
                  <a:pt x="4175" y="170052"/>
                </a:lnTo>
                <a:lnTo>
                  <a:pt x="0" y="168350"/>
                </a:lnTo>
                <a:close/>
              </a:path>
              <a:path w="5142230" h="2300604">
                <a:moveTo>
                  <a:pt x="518599" y="1273095"/>
                </a:moveTo>
                <a:lnTo>
                  <a:pt x="513411" y="1267542"/>
                </a:lnTo>
                <a:lnTo>
                  <a:pt x="512616" y="1260239"/>
                </a:lnTo>
                <a:lnTo>
                  <a:pt x="520736" y="1247916"/>
                </a:lnTo>
                <a:lnTo>
                  <a:pt x="529626" y="1246094"/>
                </a:lnTo>
                <a:lnTo>
                  <a:pt x="542869" y="1254806"/>
                </a:lnTo>
                <a:lnTo>
                  <a:pt x="544741" y="1263750"/>
                </a:lnTo>
                <a:lnTo>
                  <a:pt x="536033" y="1276998"/>
                </a:lnTo>
                <a:lnTo>
                  <a:pt x="527089" y="1278861"/>
                </a:lnTo>
                <a:lnTo>
                  <a:pt x="519476" y="1273838"/>
                </a:lnTo>
                <a:lnTo>
                  <a:pt x="518599" y="1273095"/>
                </a:lnTo>
                <a:close/>
              </a:path>
              <a:path w="5142230" h="2300604">
                <a:moveTo>
                  <a:pt x="35944" y="450284"/>
                </a:moveTo>
                <a:lnTo>
                  <a:pt x="30934" y="444920"/>
                </a:lnTo>
                <a:lnTo>
                  <a:pt x="29606" y="442325"/>
                </a:lnTo>
                <a:lnTo>
                  <a:pt x="29091" y="439428"/>
                </a:lnTo>
                <a:lnTo>
                  <a:pt x="27894" y="431598"/>
                </a:lnTo>
                <a:lnTo>
                  <a:pt x="33198" y="424178"/>
                </a:lnTo>
                <a:lnTo>
                  <a:pt x="48862" y="421689"/>
                </a:lnTo>
                <a:lnTo>
                  <a:pt x="56229" y="427034"/>
                </a:lnTo>
                <a:lnTo>
                  <a:pt x="58770" y="442657"/>
                </a:lnTo>
                <a:lnTo>
                  <a:pt x="53416" y="450024"/>
                </a:lnTo>
                <a:lnTo>
                  <a:pt x="45587" y="451320"/>
                </a:lnTo>
                <a:lnTo>
                  <a:pt x="40651" y="452096"/>
                </a:lnTo>
                <a:lnTo>
                  <a:pt x="35944" y="450284"/>
                </a:lnTo>
                <a:close/>
              </a:path>
              <a:path w="5142230" h="2300604">
                <a:moveTo>
                  <a:pt x="48242" y="520336"/>
                </a:moveTo>
                <a:lnTo>
                  <a:pt x="43186" y="514924"/>
                </a:lnTo>
                <a:lnTo>
                  <a:pt x="41852" y="512518"/>
                </a:lnTo>
                <a:lnTo>
                  <a:pt x="41379" y="509764"/>
                </a:lnTo>
                <a:lnTo>
                  <a:pt x="39899" y="501924"/>
                </a:lnTo>
                <a:lnTo>
                  <a:pt x="45063" y="494452"/>
                </a:lnTo>
                <a:lnTo>
                  <a:pt x="60649" y="491489"/>
                </a:lnTo>
                <a:lnTo>
                  <a:pt x="68121" y="496653"/>
                </a:lnTo>
                <a:lnTo>
                  <a:pt x="69650" y="504447"/>
                </a:lnTo>
                <a:lnTo>
                  <a:pt x="71084" y="512238"/>
                </a:lnTo>
                <a:lnTo>
                  <a:pt x="65965" y="519759"/>
                </a:lnTo>
                <a:lnTo>
                  <a:pt x="58174" y="521194"/>
                </a:lnTo>
                <a:lnTo>
                  <a:pt x="53137" y="522155"/>
                </a:lnTo>
                <a:lnTo>
                  <a:pt x="48242" y="520336"/>
                </a:lnTo>
                <a:close/>
              </a:path>
              <a:path w="5142230" h="2300604">
                <a:moveTo>
                  <a:pt x="0" y="99052"/>
                </a:moveTo>
                <a:lnTo>
                  <a:pt x="0" y="70198"/>
                </a:lnTo>
                <a:lnTo>
                  <a:pt x="6223" y="69513"/>
                </a:lnTo>
                <a:lnTo>
                  <a:pt x="13303" y="75235"/>
                </a:lnTo>
                <a:lnTo>
                  <a:pt x="14981" y="91008"/>
                </a:lnTo>
                <a:lnTo>
                  <a:pt x="9268" y="98089"/>
                </a:lnTo>
                <a:lnTo>
                  <a:pt x="0" y="99052"/>
                </a:lnTo>
                <a:close/>
              </a:path>
              <a:path w="5142230" h="2300604">
                <a:moveTo>
                  <a:pt x="0" y="27599"/>
                </a:moveTo>
                <a:lnTo>
                  <a:pt x="0" y="0"/>
                </a:lnTo>
                <a:lnTo>
                  <a:pt x="5701" y="4539"/>
                </a:lnTo>
                <a:lnTo>
                  <a:pt x="7477" y="20321"/>
                </a:lnTo>
                <a:lnTo>
                  <a:pt x="1760" y="27396"/>
                </a:lnTo>
                <a:lnTo>
                  <a:pt x="0" y="27599"/>
                </a:lnTo>
                <a:close/>
              </a:path>
              <a:path w="5142230" h="2300604">
                <a:moveTo>
                  <a:pt x="25308" y="379957"/>
                </a:moveTo>
                <a:lnTo>
                  <a:pt x="20298" y="374593"/>
                </a:lnTo>
                <a:lnTo>
                  <a:pt x="18924" y="371950"/>
                </a:lnTo>
                <a:lnTo>
                  <a:pt x="17407" y="361040"/>
                </a:lnTo>
                <a:lnTo>
                  <a:pt x="22848" y="353766"/>
                </a:lnTo>
                <a:lnTo>
                  <a:pt x="30724" y="352618"/>
                </a:lnTo>
                <a:lnTo>
                  <a:pt x="38597" y="351564"/>
                </a:lnTo>
                <a:lnTo>
                  <a:pt x="45866" y="357000"/>
                </a:lnTo>
                <a:lnTo>
                  <a:pt x="46924" y="364877"/>
                </a:lnTo>
                <a:lnTo>
                  <a:pt x="48073" y="372753"/>
                </a:lnTo>
                <a:lnTo>
                  <a:pt x="42586" y="379978"/>
                </a:lnTo>
                <a:lnTo>
                  <a:pt x="34706" y="381122"/>
                </a:lnTo>
                <a:lnTo>
                  <a:pt x="29921" y="381766"/>
                </a:lnTo>
                <a:lnTo>
                  <a:pt x="25308" y="379957"/>
                </a:lnTo>
                <a:close/>
              </a:path>
              <a:path w="5142230" h="2300604">
                <a:moveTo>
                  <a:pt x="702186" y="1381747"/>
                </a:moveTo>
                <a:lnTo>
                  <a:pt x="697080" y="1376281"/>
                </a:lnTo>
                <a:lnTo>
                  <a:pt x="696038" y="1369593"/>
                </a:lnTo>
                <a:lnTo>
                  <a:pt x="702834" y="1357026"/>
                </a:lnTo>
                <a:lnTo>
                  <a:pt x="711566" y="1354448"/>
                </a:lnTo>
                <a:lnTo>
                  <a:pt x="718516" y="1358174"/>
                </a:lnTo>
                <a:lnTo>
                  <a:pt x="725472" y="1362003"/>
                </a:lnTo>
                <a:lnTo>
                  <a:pt x="728103" y="1370685"/>
                </a:lnTo>
                <a:lnTo>
                  <a:pt x="720545" y="1384685"/>
                </a:lnTo>
                <a:lnTo>
                  <a:pt x="711813" y="1387263"/>
                </a:lnTo>
                <a:lnTo>
                  <a:pt x="704818" y="1383489"/>
                </a:lnTo>
                <a:lnTo>
                  <a:pt x="703429" y="1382686"/>
                </a:lnTo>
                <a:lnTo>
                  <a:pt x="702186" y="1381747"/>
                </a:lnTo>
                <a:close/>
              </a:path>
              <a:path w="5142230" h="2300604">
                <a:moveTo>
                  <a:pt x="15900" y="309478"/>
                </a:moveTo>
                <a:lnTo>
                  <a:pt x="10894" y="304120"/>
                </a:lnTo>
                <a:lnTo>
                  <a:pt x="9568" y="301332"/>
                </a:lnTo>
                <a:lnTo>
                  <a:pt x="9113" y="298205"/>
                </a:lnTo>
                <a:lnTo>
                  <a:pt x="8153" y="290336"/>
                </a:lnTo>
                <a:lnTo>
                  <a:pt x="13779" y="283162"/>
                </a:lnTo>
                <a:lnTo>
                  <a:pt x="21649" y="282203"/>
                </a:lnTo>
                <a:lnTo>
                  <a:pt x="29473" y="281194"/>
                </a:lnTo>
                <a:lnTo>
                  <a:pt x="36695" y="286775"/>
                </a:lnTo>
                <a:lnTo>
                  <a:pt x="38659" y="302563"/>
                </a:lnTo>
                <a:lnTo>
                  <a:pt x="33082" y="309690"/>
                </a:lnTo>
                <a:lnTo>
                  <a:pt x="20423" y="311289"/>
                </a:lnTo>
                <a:lnTo>
                  <a:pt x="15900" y="309478"/>
                </a:lnTo>
                <a:close/>
              </a:path>
              <a:path w="5142230" h="2300604">
                <a:moveTo>
                  <a:pt x="7542" y="238951"/>
                </a:moveTo>
                <a:lnTo>
                  <a:pt x="2486" y="233538"/>
                </a:lnTo>
                <a:lnTo>
                  <a:pt x="1119" y="230706"/>
                </a:lnTo>
                <a:lnTo>
                  <a:pt x="0" y="219613"/>
                </a:lnTo>
                <a:lnTo>
                  <a:pt x="5563" y="212493"/>
                </a:lnTo>
                <a:lnTo>
                  <a:pt x="13429" y="211628"/>
                </a:lnTo>
                <a:lnTo>
                  <a:pt x="21344" y="210717"/>
                </a:lnTo>
                <a:lnTo>
                  <a:pt x="28468" y="216389"/>
                </a:lnTo>
                <a:lnTo>
                  <a:pt x="30240" y="232165"/>
                </a:lnTo>
                <a:lnTo>
                  <a:pt x="24573" y="239294"/>
                </a:lnTo>
                <a:lnTo>
                  <a:pt x="16658" y="240205"/>
                </a:lnTo>
                <a:lnTo>
                  <a:pt x="12014" y="240708"/>
                </a:lnTo>
                <a:lnTo>
                  <a:pt x="7542" y="238951"/>
                </a:lnTo>
                <a:close/>
              </a:path>
              <a:path w="5142230" h="2300604">
                <a:moveTo>
                  <a:pt x="1599470" y="1622560"/>
                </a:moveTo>
                <a:lnTo>
                  <a:pt x="1593714" y="1616399"/>
                </a:lnTo>
                <a:lnTo>
                  <a:pt x="1593124" y="1609121"/>
                </a:lnTo>
                <a:lnTo>
                  <a:pt x="1597045" y="1603641"/>
                </a:lnTo>
                <a:lnTo>
                  <a:pt x="1601549" y="1597417"/>
                </a:lnTo>
                <a:lnTo>
                  <a:pt x="1610286" y="1595920"/>
                </a:lnTo>
                <a:lnTo>
                  <a:pt x="1622820" y="1604939"/>
                </a:lnTo>
                <a:lnTo>
                  <a:pt x="1624227" y="1613678"/>
                </a:lnTo>
                <a:lnTo>
                  <a:pt x="1619719" y="1619898"/>
                </a:lnTo>
                <a:lnTo>
                  <a:pt x="1615257" y="1626166"/>
                </a:lnTo>
                <a:lnTo>
                  <a:pt x="1606523" y="1627569"/>
                </a:lnTo>
                <a:lnTo>
                  <a:pt x="1599470" y="1622560"/>
                </a:lnTo>
                <a:close/>
              </a:path>
              <a:path w="5142230" h="2300604">
                <a:moveTo>
                  <a:pt x="964734" y="1307783"/>
                </a:moveTo>
                <a:lnTo>
                  <a:pt x="959815" y="1302517"/>
                </a:lnTo>
                <a:lnTo>
                  <a:pt x="958599" y="1296622"/>
                </a:lnTo>
                <a:lnTo>
                  <a:pt x="963971" y="1284289"/>
                </a:lnTo>
                <a:lnTo>
                  <a:pt x="972205" y="1281081"/>
                </a:lnTo>
                <a:lnTo>
                  <a:pt x="986254" y="1287224"/>
                </a:lnTo>
                <a:lnTo>
                  <a:pt x="989561" y="1295457"/>
                </a:lnTo>
                <a:lnTo>
                  <a:pt x="986443" y="1302479"/>
                </a:lnTo>
                <a:lnTo>
                  <a:pt x="983365" y="1309546"/>
                </a:lnTo>
                <a:lnTo>
                  <a:pt x="975140" y="1312764"/>
                </a:lnTo>
                <a:lnTo>
                  <a:pt x="968069" y="1309691"/>
                </a:lnTo>
                <a:lnTo>
                  <a:pt x="966254" y="1308921"/>
                </a:lnTo>
                <a:lnTo>
                  <a:pt x="964734" y="1307783"/>
                </a:lnTo>
                <a:close/>
              </a:path>
              <a:path w="5142230" h="2300604">
                <a:moveTo>
                  <a:pt x="1095201" y="1363872"/>
                </a:moveTo>
                <a:lnTo>
                  <a:pt x="1090282" y="1358605"/>
                </a:lnTo>
                <a:lnTo>
                  <a:pt x="1089017" y="1352756"/>
                </a:lnTo>
                <a:lnTo>
                  <a:pt x="1091272" y="1347545"/>
                </a:lnTo>
                <a:lnTo>
                  <a:pt x="1094295" y="1340420"/>
                </a:lnTo>
                <a:lnTo>
                  <a:pt x="1102528" y="1337112"/>
                </a:lnTo>
                <a:lnTo>
                  <a:pt x="1109599" y="1340186"/>
                </a:lnTo>
                <a:lnTo>
                  <a:pt x="1116678" y="1343169"/>
                </a:lnTo>
                <a:lnTo>
                  <a:pt x="1119917" y="1351231"/>
                </a:lnTo>
                <a:lnTo>
                  <a:pt x="1116908" y="1358468"/>
                </a:lnTo>
                <a:lnTo>
                  <a:pt x="1113933" y="1365548"/>
                </a:lnTo>
                <a:lnTo>
                  <a:pt x="1105701" y="1368855"/>
                </a:lnTo>
                <a:lnTo>
                  <a:pt x="1098630" y="1365782"/>
                </a:lnTo>
                <a:lnTo>
                  <a:pt x="1096815" y="1365012"/>
                </a:lnTo>
                <a:lnTo>
                  <a:pt x="1095201" y="1363872"/>
                </a:lnTo>
                <a:close/>
              </a:path>
              <a:path w="5142230" h="2300604">
                <a:moveTo>
                  <a:pt x="1891611" y="2016224"/>
                </a:moveTo>
                <a:lnTo>
                  <a:pt x="1886692" y="2010958"/>
                </a:lnTo>
                <a:lnTo>
                  <a:pt x="1885579" y="2008985"/>
                </a:lnTo>
                <a:lnTo>
                  <a:pt x="1882836" y="1999402"/>
                </a:lnTo>
                <a:lnTo>
                  <a:pt x="1887153" y="1991708"/>
                </a:lnTo>
                <a:lnTo>
                  <a:pt x="1894549" y="1989557"/>
                </a:lnTo>
                <a:lnTo>
                  <a:pt x="1901981" y="1987444"/>
                </a:lnTo>
                <a:lnTo>
                  <a:pt x="1909675" y="1991771"/>
                </a:lnTo>
                <a:lnTo>
                  <a:pt x="1913885" y="2006639"/>
                </a:lnTo>
                <a:lnTo>
                  <a:pt x="1909568" y="2014333"/>
                </a:lnTo>
                <a:lnTo>
                  <a:pt x="1896931" y="2017911"/>
                </a:lnTo>
                <a:lnTo>
                  <a:pt x="1891611" y="2016224"/>
                </a:lnTo>
                <a:close/>
              </a:path>
              <a:path w="5142230" h="2300604">
                <a:moveTo>
                  <a:pt x="1655175" y="1665477"/>
                </a:moveTo>
                <a:lnTo>
                  <a:pt x="1649611" y="1659521"/>
                </a:lnTo>
                <a:lnTo>
                  <a:pt x="1649323" y="1651686"/>
                </a:lnTo>
                <a:lnTo>
                  <a:pt x="1653851" y="1646270"/>
                </a:lnTo>
                <a:lnTo>
                  <a:pt x="1658775" y="1640300"/>
                </a:lnTo>
                <a:lnTo>
                  <a:pt x="1667536" y="1639512"/>
                </a:lnTo>
                <a:lnTo>
                  <a:pt x="1679376" y="1649353"/>
                </a:lnTo>
                <a:lnTo>
                  <a:pt x="1680209" y="1658162"/>
                </a:lnTo>
                <a:lnTo>
                  <a:pt x="1675244" y="1664088"/>
                </a:lnTo>
                <a:lnTo>
                  <a:pt x="1670364" y="1670007"/>
                </a:lnTo>
                <a:lnTo>
                  <a:pt x="1661514" y="1670796"/>
                </a:lnTo>
                <a:lnTo>
                  <a:pt x="1655175" y="1665477"/>
                </a:lnTo>
                <a:close/>
              </a:path>
              <a:path w="5142230" h="2300604">
                <a:moveTo>
                  <a:pt x="1869100" y="1949412"/>
                </a:moveTo>
                <a:lnTo>
                  <a:pt x="1864135" y="1944097"/>
                </a:lnTo>
                <a:lnTo>
                  <a:pt x="1863191" y="1942696"/>
                </a:lnTo>
                <a:lnTo>
                  <a:pt x="1862540" y="1941021"/>
                </a:lnTo>
                <a:lnTo>
                  <a:pt x="1859669" y="1933842"/>
                </a:lnTo>
                <a:lnTo>
                  <a:pt x="1863155" y="1925746"/>
                </a:lnTo>
                <a:lnTo>
                  <a:pt x="1870285" y="1922920"/>
                </a:lnTo>
                <a:lnTo>
                  <a:pt x="1877419" y="1920000"/>
                </a:lnTo>
                <a:lnTo>
                  <a:pt x="1885515" y="1923486"/>
                </a:lnTo>
                <a:lnTo>
                  <a:pt x="1888435" y="1930620"/>
                </a:lnTo>
                <a:lnTo>
                  <a:pt x="1891256" y="1937745"/>
                </a:lnTo>
                <a:lnTo>
                  <a:pt x="1887816" y="1945890"/>
                </a:lnTo>
                <a:lnTo>
                  <a:pt x="1880685" y="1948716"/>
                </a:lnTo>
                <a:lnTo>
                  <a:pt x="1875185" y="1950941"/>
                </a:lnTo>
                <a:lnTo>
                  <a:pt x="1869100" y="1949412"/>
                </a:lnTo>
                <a:close/>
              </a:path>
              <a:path w="5142230" h="2300604">
                <a:moveTo>
                  <a:pt x="336437" y="872143"/>
                </a:moveTo>
                <a:lnTo>
                  <a:pt x="330733" y="866037"/>
                </a:lnTo>
                <a:lnTo>
                  <a:pt x="326063" y="858986"/>
                </a:lnTo>
                <a:lnTo>
                  <a:pt x="327822" y="850312"/>
                </a:lnTo>
                <a:lnTo>
                  <a:pt x="340665" y="841774"/>
                </a:lnTo>
                <a:lnTo>
                  <a:pt x="349344" y="843538"/>
                </a:lnTo>
                <a:lnTo>
                  <a:pt x="357828" y="856432"/>
                </a:lnTo>
                <a:lnTo>
                  <a:pt x="356069" y="865106"/>
                </a:lnTo>
                <a:lnTo>
                  <a:pt x="349599" y="869323"/>
                </a:lnTo>
                <a:lnTo>
                  <a:pt x="343851" y="873140"/>
                </a:lnTo>
                <a:lnTo>
                  <a:pt x="336437" y="872143"/>
                </a:lnTo>
                <a:close/>
              </a:path>
              <a:path w="5142230" h="2300604">
                <a:moveTo>
                  <a:pt x="586213" y="1112056"/>
                </a:moveTo>
                <a:lnTo>
                  <a:pt x="581203" y="1106693"/>
                </a:lnTo>
                <a:lnTo>
                  <a:pt x="580357" y="1099630"/>
                </a:lnTo>
                <a:lnTo>
                  <a:pt x="583942" y="1094181"/>
                </a:lnTo>
                <a:lnTo>
                  <a:pt x="588172" y="1087664"/>
                </a:lnTo>
                <a:lnTo>
                  <a:pt x="596784" y="1085837"/>
                </a:lnTo>
                <a:lnTo>
                  <a:pt x="603251" y="1090023"/>
                </a:lnTo>
                <a:lnTo>
                  <a:pt x="609714" y="1094303"/>
                </a:lnTo>
                <a:lnTo>
                  <a:pt x="611546" y="1102910"/>
                </a:lnTo>
                <a:lnTo>
                  <a:pt x="607360" y="1109377"/>
                </a:lnTo>
                <a:lnTo>
                  <a:pt x="603129" y="1115795"/>
                </a:lnTo>
                <a:lnTo>
                  <a:pt x="594521" y="1117626"/>
                </a:lnTo>
                <a:lnTo>
                  <a:pt x="588055" y="1113441"/>
                </a:lnTo>
                <a:lnTo>
                  <a:pt x="587085" y="1112794"/>
                </a:lnTo>
                <a:lnTo>
                  <a:pt x="586213" y="1112056"/>
                </a:lnTo>
                <a:close/>
              </a:path>
              <a:path w="5142230" h="2300604">
                <a:moveTo>
                  <a:pt x="1540119" y="1582584"/>
                </a:moveTo>
                <a:lnTo>
                  <a:pt x="1535109" y="1577220"/>
                </a:lnTo>
                <a:lnTo>
                  <a:pt x="1534260" y="1570251"/>
                </a:lnTo>
                <a:lnTo>
                  <a:pt x="1537473" y="1565090"/>
                </a:lnTo>
                <a:lnTo>
                  <a:pt x="1541611" y="1558572"/>
                </a:lnTo>
                <a:lnTo>
                  <a:pt x="1541796" y="1558281"/>
                </a:lnTo>
                <a:lnTo>
                  <a:pt x="1550361" y="1556306"/>
                </a:lnTo>
                <a:lnTo>
                  <a:pt x="1563396" y="1564492"/>
                </a:lnTo>
                <a:lnTo>
                  <a:pt x="1565416" y="1573106"/>
                </a:lnTo>
                <a:lnTo>
                  <a:pt x="1561460" y="1579331"/>
                </a:lnTo>
                <a:lnTo>
                  <a:pt x="1557359" y="1585888"/>
                </a:lnTo>
                <a:lnTo>
                  <a:pt x="1557176" y="1586181"/>
                </a:lnTo>
                <a:lnTo>
                  <a:pt x="1548570" y="1588112"/>
                </a:lnTo>
                <a:lnTo>
                  <a:pt x="1542100" y="1584020"/>
                </a:lnTo>
                <a:lnTo>
                  <a:pt x="1541032" y="1583365"/>
                </a:lnTo>
                <a:lnTo>
                  <a:pt x="1540119" y="1582584"/>
                </a:lnTo>
                <a:close/>
              </a:path>
              <a:path w="5142230" h="2300604">
                <a:moveTo>
                  <a:pt x="708462" y="1184761"/>
                </a:moveTo>
                <a:lnTo>
                  <a:pt x="703501" y="1179451"/>
                </a:lnTo>
                <a:lnTo>
                  <a:pt x="702497" y="1172902"/>
                </a:lnTo>
                <a:lnTo>
                  <a:pt x="705418" y="1167525"/>
                </a:lnTo>
                <a:lnTo>
                  <a:pt x="709142" y="1160759"/>
                </a:lnTo>
                <a:lnTo>
                  <a:pt x="717583" y="1158261"/>
                </a:lnTo>
                <a:lnTo>
                  <a:pt x="731118" y="1165614"/>
                </a:lnTo>
                <a:lnTo>
                  <a:pt x="733616" y="1174056"/>
                </a:lnTo>
                <a:lnTo>
                  <a:pt x="729933" y="1180865"/>
                </a:lnTo>
                <a:lnTo>
                  <a:pt x="726262" y="1187590"/>
                </a:lnTo>
                <a:lnTo>
                  <a:pt x="717768" y="1190129"/>
                </a:lnTo>
                <a:lnTo>
                  <a:pt x="711052" y="1186459"/>
                </a:lnTo>
                <a:lnTo>
                  <a:pt x="709704" y="1185700"/>
                </a:lnTo>
                <a:lnTo>
                  <a:pt x="708462" y="1184761"/>
                </a:lnTo>
                <a:close/>
              </a:path>
              <a:path w="5142230" h="2300604">
                <a:moveTo>
                  <a:pt x="1479274" y="1546286"/>
                </a:moveTo>
                <a:lnTo>
                  <a:pt x="1474309" y="1540971"/>
                </a:lnTo>
                <a:lnTo>
                  <a:pt x="1473356" y="1534282"/>
                </a:lnTo>
                <a:lnTo>
                  <a:pt x="1476416" y="1528858"/>
                </a:lnTo>
                <a:lnTo>
                  <a:pt x="1480284" y="1522149"/>
                </a:lnTo>
                <a:lnTo>
                  <a:pt x="1488813" y="1519843"/>
                </a:lnTo>
                <a:lnTo>
                  <a:pt x="1502146" y="1527467"/>
                </a:lnTo>
                <a:lnTo>
                  <a:pt x="1504502" y="1536050"/>
                </a:lnTo>
                <a:lnTo>
                  <a:pt x="1496872" y="1549387"/>
                </a:lnTo>
                <a:lnTo>
                  <a:pt x="1488343" y="1551693"/>
                </a:lnTo>
                <a:lnTo>
                  <a:pt x="1481626" y="1547924"/>
                </a:lnTo>
                <a:lnTo>
                  <a:pt x="1480377" y="1547173"/>
                </a:lnTo>
                <a:lnTo>
                  <a:pt x="1479274" y="1546286"/>
                </a:lnTo>
                <a:close/>
              </a:path>
              <a:path w="5142230" h="2300604">
                <a:moveTo>
                  <a:pt x="107330" y="129752"/>
                </a:moveTo>
                <a:lnTo>
                  <a:pt x="102411" y="124486"/>
                </a:lnTo>
                <a:lnTo>
                  <a:pt x="101170" y="121984"/>
                </a:lnTo>
                <a:lnTo>
                  <a:pt x="100656" y="119186"/>
                </a:lnTo>
                <a:lnTo>
                  <a:pt x="99452" y="111545"/>
                </a:lnTo>
                <a:lnTo>
                  <a:pt x="104604" y="104450"/>
                </a:lnTo>
                <a:lnTo>
                  <a:pt x="119796" y="101945"/>
                </a:lnTo>
                <a:lnTo>
                  <a:pt x="126985" y="107100"/>
                </a:lnTo>
                <a:lnTo>
                  <a:pt x="129490" y="122292"/>
                </a:lnTo>
                <a:lnTo>
                  <a:pt x="124290" y="129433"/>
                </a:lnTo>
                <a:lnTo>
                  <a:pt x="112104" y="131441"/>
                </a:lnTo>
                <a:lnTo>
                  <a:pt x="111946" y="131467"/>
                </a:lnTo>
                <a:lnTo>
                  <a:pt x="107330" y="129752"/>
                </a:lnTo>
                <a:close/>
              </a:path>
              <a:path w="5142230" h="2300604">
                <a:moveTo>
                  <a:pt x="1417171" y="1512258"/>
                </a:moveTo>
                <a:lnTo>
                  <a:pt x="1412206" y="1506943"/>
                </a:lnTo>
                <a:lnTo>
                  <a:pt x="1411150" y="1500534"/>
                </a:lnTo>
                <a:lnTo>
                  <a:pt x="1417556" y="1488331"/>
                </a:lnTo>
                <a:lnTo>
                  <a:pt x="1426005" y="1485744"/>
                </a:lnTo>
                <a:lnTo>
                  <a:pt x="1439641" y="1492912"/>
                </a:lnTo>
                <a:lnTo>
                  <a:pt x="1442233" y="1501356"/>
                </a:lnTo>
                <a:lnTo>
                  <a:pt x="1435061" y="1514987"/>
                </a:lnTo>
                <a:lnTo>
                  <a:pt x="1426621" y="1517584"/>
                </a:lnTo>
                <a:lnTo>
                  <a:pt x="1418365" y="1513243"/>
                </a:lnTo>
                <a:lnTo>
                  <a:pt x="1417171" y="1512258"/>
                </a:lnTo>
                <a:close/>
              </a:path>
              <a:path w="5142230" h="2300604">
                <a:moveTo>
                  <a:pt x="528120" y="1072448"/>
                </a:moveTo>
                <a:lnTo>
                  <a:pt x="522369" y="1066292"/>
                </a:lnTo>
                <a:lnTo>
                  <a:pt x="521783" y="1059018"/>
                </a:lnTo>
                <a:lnTo>
                  <a:pt x="525748" y="1053488"/>
                </a:lnTo>
                <a:lnTo>
                  <a:pt x="530256" y="1047268"/>
                </a:lnTo>
                <a:lnTo>
                  <a:pt x="538991" y="1045866"/>
                </a:lnTo>
                <a:lnTo>
                  <a:pt x="551479" y="1054836"/>
                </a:lnTo>
                <a:lnTo>
                  <a:pt x="552877" y="1063566"/>
                </a:lnTo>
                <a:lnTo>
                  <a:pt x="548414" y="1069834"/>
                </a:lnTo>
                <a:lnTo>
                  <a:pt x="543911" y="1076059"/>
                </a:lnTo>
                <a:lnTo>
                  <a:pt x="535172" y="1077456"/>
                </a:lnTo>
                <a:lnTo>
                  <a:pt x="528120" y="1072448"/>
                </a:lnTo>
                <a:close/>
              </a:path>
              <a:path w="5142230" h="2300604">
                <a:moveTo>
                  <a:pt x="1225417" y="1420376"/>
                </a:moveTo>
                <a:lnTo>
                  <a:pt x="1220453" y="1415061"/>
                </a:lnTo>
                <a:lnTo>
                  <a:pt x="1219286" y="1409120"/>
                </a:lnTo>
                <a:lnTo>
                  <a:pt x="1224752" y="1396791"/>
                </a:lnTo>
                <a:lnTo>
                  <a:pt x="1232986" y="1393583"/>
                </a:lnTo>
                <a:lnTo>
                  <a:pt x="1247077" y="1399869"/>
                </a:lnTo>
                <a:lnTo>
                  <a:pt x="1250241" y="1408144"/>
                </a:lnTo>
                <a:lnTo>
                  <a:pt x="1243999" y="1422184"/>
                </a:lnTo>
                <a:lnTo>
                  <a:pt x="1235724" y="1425349"/>
                </a:lnTo>
                <a:lnTo>
                  <a:pt x="1228702" y="1422230"/>
                </a:lnTo>
                <a:lnTo>
                  <a:pt x="1226940" y="1421419"/>
                </a:lnTo>
                <a:lnTo>
                  <a:pt x="1225417" y="1420376"/>
                </a:lnTo>
                <a:close/>
              </a:path>
              <a:path w="5142230" h="2300604">
                <a:moveTo>
                  <a:pt x="425246" y="983927"/>
                </a:moveTo>
                <a:lnTo>
                  <a:pt x="414633" y="972565"/>
                </a:lnTo>
                <a:lnTo>
                  <a:pt x="414929" y="963889"/>
                </a:lnTo>
                <a:lnTo>
                  <a:pt x="420396" y="958599"/>
                </a:lnTo>
                <a:lnTo>
                  <a:pt x="425954" y="953307"/>
                </a:lnTo>
                <a:lnTo>
                  <a:pt x="435013" y="953524"/>
                </a:lnTo>
                <a:lnTo>
                  <a:pt x="445446" y="964692"/>
                </a:lnTo>
                <a:lnTo>
                  <a:pt x="445242" y="973466"/>
                </a:lnTo>
                <a:lnTo>
                  <a:pt x="439438" y="978982"/>
                </a:lnTo>
                <a:lnTo>
                  <a:pt x="434069" y="984085"/>
                </a:lnTo>
                <a:lnTo>
                  <a:pt x="425246" y="983927"/>
                </a:lnTo>
                <a:close/>
              </a:path>
              <a:path w="5142230" h="2300604">
                <a:moveTo>
                  <a:pt x="130983" y="269826"/>
                </a:moveTo>
                <a:lnTo>
                  <a:pt x="126063" y="264560"/>
                </a:lnTo>
                <a:lnTo>
                  <a:pt x="124770" y="262198"/>
                </a:lnTo>
                <a:lnTo>
                  <a:pt x="122955" y="251849"/>
                </a:lnTo>
                <a:lnTo>
                  <a:pt x="128015" y="244657"/>
                </a:lnTo>
                <a:lnTo>
                  <a:pt x="135569" y="243261"/>
                </a:lnTo>
                <a:lnTo>
                  <a:pt x="143169" y="241915"/>
                </a:lnTo>
                <a:lnTo>
                  <a:pt x="150455" y="246978"/>
                </a:lnTo>
                <a:lnTo>
                  <a:pt x="153082" y="262008"/>
                </a:lnTo>
                <a:lnTo>
                  <a:pt x="149371" y="267517"/>
                </a:lnTo>
                <a:lnTo>
                  <a:pt x="148088" y="269370"/>
                </a:lnTo>
                <a:lnTo>
                  <a:pt x="140563" y="270697"/>
                </a:lnTo>
                <a:lnTo>
                  <a:pt x="135644" y="271590"/>
                </a:lnTo>
                <a:lnTo>
                  <a:pt x="130983" y="269826"/>
                </a:lnTo>
                <a:close/>
              </a:path>
              <a:path w="5142230" h="2300604">
                <a:moveTo>
                  <a:pt x="143947" y="339713"/>
                </a:moveTo>
                <a:lnTo>
                  <a:pt x="139073" y="334495"/>
                </a:lnTo>
                <a:lnTo>
                  <a:pt x="137825" y="332182"/>
                </a:lnTo>
                <a:lnTo>
                  <a:pt x="135819" y="321921"/>
                </a:lnTo>
                <a:lnTo>
                  <a:pt x="140788" y="314631"/>
                </a:lnTo>
                <a:lnTo>
                  <a:pt x="155902" y="311652"/>
                </a:lnTo>
                <a:lnTo>
                  <a:pt x="163241" y="316576"/>
                </a:lnTo>
                <a:lnTo>
                  <a:pt x="164681" y="324178"/>
                </a:lnTo>
                <a:lnTo>
                  <a:pt x="166171" y="331735"/>
                </a:lnTo>
                <a:lnTo>
                  <a:pt x="161202" y="339025"/>
                </a:lnTo>
                <a:lnTo>
                  <a:pt x="153645" y="340515"/>
                </a:lnTo>
                <a:lnTo>
                  <a:pt x="148751" y="341434"/>
                </a:lnTo>
                <a:lnTo>
                  <a:pt x="143947" y="339713"/>
                </a:lnTo>
                <a:close/>
              </a:path>
              <a:path w="5142230" h="2300604">
                <a:moveTo>
                  <a:pt x="646636" y="1149662"/>
                </a:moveTo>
                <a:lnTo>
                  <a:pt x="641621" y="1144293"/>
                </a:lnTo>
                <a:lnTo>
                  <a:pt x="640771" y="1137518"/>
                </a:lnTo>
                <a:lnTo>
                  <a:pt x="647838" y="1125437"/>
                </a:lnTo>
                <a:lnTo>
                  <a:pt x="656532" y="1123209"/>
                </a:lnTo>
                <a:lnTo>
                  <a:pt x="656665" y="1123352"/>
                </a:lnTo>
                <a:lnTo>
                  <a:pt x="669691" y="1131138"/>
                </a:lnTo>
                <a:lnTo>
                  <a:pt x="671903" y="1139664"/>
                </a:lnTo>
                <a:lnTo>
                  <a:pt x="663994" y="1152896"/>
                </a:lnTo>
                <a:lnTo>
                  <a:pt x="655468" y="1155108"/>
                </a:lnTo>
                <a:lnTo>
                  <a:pt x="648851" y="1151153"/>
                </a:lnTo>
                <a:lnTo>
                  <a:pt x="647693" y="1150500"/>
                </a:lnTo>
                <a:lnTo>
                  <a:pt x="646636" y="1149662"/>
                </a:lnTo>
                <a:close/>
              </a:path>
              <a:path w="5142230" h="2300604">
                <a:moveTo>
                  <a:pt x="1160436" y="1391868"/>
                </a:moveTo>
                <a:lnTo>
                  <a:pt x="1155471" y="1386554"/>
                </a:lnTo>
                <a:lnTo>
                  <a:pt x="1154301" y="1380707"/>
                </a:lnTo>
                <a:lnTo>
                  <a:pt x="1156510" y="1375448"/>
                </a:lnTo>
                <a:lnTo>
                  <a:pt x="1159583" y="1368376"/>
                </a:lnTo>
                <a:lnTo>
                  <a:pt x="1167808" y="1365158"/>
                </a:lnTo>
                <a:lnTo>
                  <a:pt x="1181958" y="1371215"/>
                </a:lnTo>
                <a:lnTo>
                  <a:pt x="1185172" y="1379445"/>
                </a:lnTo>
                <a:lnTo>
                  <a:pt x="1182140" y="1386560"/>
                </a:lnTo>
                <a:lnTo>
                  <a:pt x="1179115" y="1393585"/>
                </a:lnTo>
                <a:lnTo>
                  <a:pt x="1170890" y="1396804"/>
                </a:lnTo>
                <a:lnTo>
                  <a:pt x="1163811" y="1393820"/>
                </a:lnTo>
                <a:lnTo>
                  <a:pt x="1161955" y="1393006"/>
                </a:lnTo>
                <a:lnTo>
                  <a:pt x="1160436" y="1391868"/>
                </a:lnTo>
                <a:close/>
              </a:path>
              <a:path w="5142230" h="2300604">
                <a:moveTo>
                  <a:pt x="118869" y="199775"/>
                </a:moveTo>
                <a:lnTo>
                  <a:pt x="114000" y="194562"/>
                </a:lnTo>
                <a:lnTo>
                  <a:pt x="112714" y="192111"/>
                </a:lnTo>
                <a:lnTo>
                  <a:pt x="110939" y="181707"/>
                </a:lnTo>
                <a:lnTo>
                  <a:pt x="116098" y="174522"/>
                </a:lnTo>
                <a:lnTo>
                  <a:pt x="131286" y="172013"/>
                </a:lnTo>
                <a:lnTo>
                  <a:pt x="138483" y="177078"/>
                </a:lnTo>
                <a:lnTo>
                  <a:pt x="141033" y="192319"/>
                </a:lnTo>
                <a:lnTo>
                  <a:pt x="135923" y="199458"/>
                </a:lnTo>
                <a:lnTo>
                  <a:pt x="128282" y="200761"/>
                </a:lnTo>
                <a:lnTo>
                  <a:pt x="123688" y="201512"/>
                </a:lnTo>
                <a:lnTo>
                  <a:pt x="123530" y="201538"/>
                </a:lnTo>
                <a:lnTo>
                  <a:pt x="118869" y="199775"/>
                </a:lnTo>
                <a:close/>
              </a:path>
              <a:path w="5142230" h="2300604">
                <a:moveTo>
                  <a:pt x="1353964" y="1480176"/>
                </a:moveTo>
                <a:lnTo>
                  <a:pt x="1348999" y="1474861"/>
                </a:lnTo>
                <a:lnTo>
                  <a:pt x="1347936" y="1468640"/>
                </a:lnTo>
                <a:lnTo>
                  <a:pt x="1350525" y="1463299"/>
                </a:lnTo>
                <a:lnTo>
                  <a:pt x="1353924" y="1456381"/>
                </a:lnTo>
                <a:lnTo>
                  <a:pt x="1362329" y="1453551"/>
                </a:lnTo>
                <a:lnTo>
                  <a:pt x="1376166" y="1460348"/>
                </a:lnTo>
                <a:lnTo>
                  <a:pt x="1378950" y="1468705"/>
                </a:lnTo>
                <a:lnTo>
                  <a:pt x="1372202" y="1482496"/>
                </a:lnTo>
                <a:lnTo>
                  <a:pt x="1363842" y="1485375"/>
                </a:lnTo>
                <a:lnTo>
                  <a:pt x="1356924" y="1481976"/>
                </a:lnTo>
                <a:lnTo>
                  <a:pt x="1355346" y="1481167"/>
                </a:lnTo>
                <a:lnTo>
                  <a:pt x="1353964" y="1480176"/>
                </a:lnTo>
                <a:close/>
              </a:path>
              <a:path w="5142230" h="2300604">
                <a:moveTo>
                  <a:pt x="1289991" y="1449621"/>
                </a:moveTo>
                <a:lnTo>
                  <a:pt x="1285077" y="1444359"/>
                </a:lnTo>
                <a:lnTo>
                  <a:pt x="1283867" y="1438275"/>
                </a:lnTo>
                <a:lnTo>
                  <a:pt x="1289573" y="1426006"/>
                </a:lnTo>
                <a:lnTo>
                  <a:pt x="1297890" y="1422985"/>
                </a:lnTo>
                <a:lnTo>
                  <a:pt x="1311880" y="1429456"/>
                </a:lnTo>
                <a:lnTo>
                  <a:pt x="1314897" y="1437769"/>
                </a:lnTo>
                <a:lnTo>
                  <a:pt x="1308384" y="1451715"/>
                </a:lnTo>
                <a:lnTo>
                  <a:pt x="1300112" y="1454785"/>
                </a:lnTo>
                <a:lnTo>
                  <a:pt x="1293142" y="1451526"/>
                </a:lnTo>
                <a:lnTo>
                  <a:pt x="1291465" y="1450709"/>
                </a:lnTo>
                <a:lnTo>
                  <a:pt x="1289991" y="1449621"/>
                </a:lnTo>
                <a:close/>
              </a:path>
              <a:path w="5142230" h="2300604">
                <a:moveTo>
                  <a:pt x="95836" y="59680"/>
                </a:moveTo>
                <a:lnTo>
                  <a:pt x="90917" y="54414"/>
                </a:lnTo>
                <a:lnTo>
                  <a:pt x="89631" y="51962"/>
                </a:lnTo>
                <a:lnTo>
                  <a:pt x="89207" y="49162"/>
                </a:lnTo>
                <a:lnTo>
                  <a:pt x="87955" y="41566"/>
                </a:lnTo>
                <a:lnTo>
                  <a:pt x="93064" y="34328"/>
                </a:lnTo>
                <a:lnTo>
                  <a:pt x="108256" y="31824"/>
                </a:lnTo>
                <a:lnTo>
                  <a:pt x="115445" y="36978"/>
                </a:lnTo>
                <a:lnTo>
                  <a:pt x="117950" y="52171"/>
                </a:lnTo>
                <a:lnTo>
                  <a:pt x="112790" y="59355"/>
                </a:lnTo>
                <a:lnTo>
                  <a:pt x="100605" y="61364"/>
                </a:lnTo>
                <a:lnTo>
                  <a:pt x="100447" y="61390"/>
                </a:lnTo>
                <a:lnTo>
                  <a:pt x="95836" y="59680"/>
                </a:lnTo>
                <a:close/>
              </a:path>
              <a:path w="5142230" h="2300604">
                <a:moveTo>
                  <a:pt x="1839448" y="1885609"/>
                </a:moveTo>
                <a:lnTo>
                  <a:pt x="1834442" y="1880250"/>
                </a:lnTo>
                <a:lnTo>
                  <a:pt x="1833720" y="1879282"/>
                </a:lnTo>
                <a:lnTo>
                  <a:pt x="1829550" y="1871397"/>
                </a:lnTo>
                <a:lnTo>
                  <a:pt x="1832052" y="1862933"/>
                </a:lnTo>
                <a:lnTo>
                  <a:pt x="1838885" y="1859299"/>
                </a:lnTo>
                <a:lnTo>
                  <a:pt x="1845618" y="1855657"/>
                </a:lnTo>
                <a:lnTo>
                  <a:pt x="1854119" y="1858207"/>
                </a:lnTo>
                <a:lnTo>
                  <a:pt x="1857716" y="1864991"/>
                </a:lnTo>
                <a:lnTo>
                  <a:pt x="1861404" y="1871773"/>
                </a:lnTo>
                <a:lnTo>
                  <a:pt x="1858803" y="1880230"/>
                </a:lnTo>
                <a:lnTo>
                  <a:pt x="1852069" y="1883872"/>
                </a:lnTo>
                <a:lnTo>
                  <a:pt x="1846347" y="1886934"/>
                </a:lnTo>
                <a:lnTo>
                  <a:pt x="1839448" y="1885609"/>
                </a:lnTo>
                <a:close/>
              </a:path>
              <a:path w="5142230" h="2300604">
                <a:moveTo>
                  <a:pt x="1803230" y="1825530"/>
                </a:moveTo>
                <a:lnTo>
                  <a:pt x="1797062" y="1818927"/>
                </a:lnTo>
                <a:lnTo>
                  <a:pt x="1792747" y="1812549"/>
                </a:lnTo>
                <a:lnTo>
                  <a:pt x="1794317" y="1803868"/>
                </a:lnTo>
                <a:lnTo>
                  <a:pt x="1800696" y="1799553"/>
                </a:lnTo>
                <a:lnTo>
                  <a:pt x="1807029" y="1795190"/>
                </a:lnTo>
                <a:lnTo>
                  <a:pt x="1815755" y="1796809"/>
                </a:lnTo>
                <a:lnTo>
                  <a:pt x="1824429" y="1809515"/>
                </a:lnTo>
                <a:lnTo>
                  <a:pt x="1822818" y="1818152"/>
                </a:lnTo>
                <a:lnTo>
                  <a:pt x="1816485" y="1822515"/>
                </a:lnTo>
                <a:lnTo>
                  <a:pt x="1810680" y="1826468"/>
                </a:lnTo>
                <a:lnTo>
                  <a:pt x="1803230" y="1825530"/>
                </a:lnTo>
                <a:close/>
              </a:path>
              <a:path w="5142230" h="2300604">
                <a:moveTo>
                  <a:pt x="1918610" y="2225664"/>
                </a:moveTo>
                <a:lnTo>
                  <a:pt x="1913741" y="2220451"/>
                </a:lnTo>
                <a:lnTo>
                  <a:pt x="1912339" y="2217094"/>
                </a:lnTo>
                <a:lnTo>
                  <a:pt x="1912326" y="2213463"/>
                </a:lnTo>
                <a:lnTo>
                  <a:pt x="1912253" y="2205761"/>
                </a:lnTo>
                <a:lnTo>
                  <a:pt x="1918510" y="2199459"/>
                </a:lnTo>
                <a:lnTo>
                  <a:pt x="1926205" y="2199485"/>
                </a:lnTo>
                <a:lnTo>
                  <a:pt x="1933907" y="2199421"/>
                </a:lnTo>
                <a:lnTo>
                  <a:pt x="1940163" y="2205630"/>
                </a:lnTo>
                <a:lnTo>
                  <a:pt x="1940232" y="2213327"/>
                </a:lnTo>
                <a:lnTo>
                  <a:pt x="1940247" y="2221065"/>
                </a:lnTo>
                <a:lnTo>
                  <a:pt x="1934043" y="2227327"/>
                </a:lnTo>
                <a:lnTo>
                  <a:pt x="1922287" y="2227351"/>
                </a:lnTo>
                <a:lnTo>
                  <a:pt x="1918610" y="2225664"/>
                </a:lnTo>
                <a:close/>
              </a:path>
              <a:path w="5142230" h="2300604">
                <a:moveTo>
                  <a:pt x="266879" y="747539"/>
                </a:moveTo>
                <a:lnTo>
                  <a:pt x="261914" y="742224"/>
                </a:lnTo>
                <a:lnTo>
                  <a:pt x="261058" y="741015"/>
                </a:lnTo>
                <a:lnTo>
                  <a:pt x="257188" y="732669"/>
                </a:lnTo>
                <a:lnTo>
                  <a:pt x="260208" y="724368"/>
                </a:lnTo>
                <a:lnTo>
                  <a:pt x="267163" y="721159"/>
                </a:lnTo>
                <a:lnTo>
                  <a:pt x="274121" y="717855"/>
                </a:lnTo>
                <a:lnTo>
                  <a:pt x="282421" y="720876"/>
                </a:lnTo>
                <a:lnTo>
                  <a:pt x="288976" y="734832"/>
                </a:lnTo>
                <a:lnTo>
                  <a:pt x="285960" y="743137"/>
                </a:lnTo>
                <a:lnTo>
                  <a:pt x="273344" y="748987"/>
                </a:lnTo>
                <a:lnTo>
                  <a:pt x="266879" y="747539"/>
                </a:lnTo>
                <a:close/>
              </a:path>
              <a:path w="5142230" h="2300604">
                <a:moveTo>
                  <a:pt x="174528" y="478601"/>
                </a:moveTo>
                <a:lnTo>
                  <a:pt x="169613" y="473340"/>
                </a:lnTo>
                <a:lnTo>
                  <a:pt x="168503" y="471272"/>
                </a:lnTo>
                <a:lnTo>
                  <a:pt x="167873" y="468838"/>
                </a:lnTo>
                <a:lnTo>
                  <a:pt x="166007" y="461367"/>
                </a:lnTo>
                <a:lnTo>
                  <a:pt x="170488" y="453946"/>
                </a:lnTo>
                <a:lnTo>
                  <a:pt x="185507" y="450082"/>
                </a:lnTo>
                <a:lnTo>
                  <a:pt x="193097" y="454689"/>
                </a:lnTo>
                <a:lnTo>
                  <a:pt x="196791" y="469591"/>
                </a:lnTo>
                <a:lnTo>
                  <a:pt x="192307" y="477106"/>
                </a:lnTo>
                <a:lnTo>
                  <a:pt x="184809" y="479050"/>
                </a:lnTo>
                <a:lnTo>
                  <a:pt x="179663" y="480286"/>
                </a:lnTo>
                <a:lnTo>
                  <a:pt x="174528" y="478601"/>
                </a:lnTo>
                <a:close/>
              </a:path>
              <a:path w="5142230" h="2300604">
                <a:moveTo>
                  <a:pt x="1915825" y="2155042"/>
                </a:moveTo>
                <a:lnTo>
                  <a:pt x="1910947" y="2149820"/>
                </a:lnTo>
                <a:lnTo>
                  <a:pt x="1909583" y="2146894"/>
                </a:lnTo>
                <a:lnTo>
                  <a:pt x="1909320" y="2143679"/>
                </a:lnTo>
                <a:lnTo>
                  <a:pt x="1908632" y="2136003"/>
                </a:lnTo>
                <a:lnTo>
                  <a:pt x="1914390" y="2129264"/>
                </a:lnTo>
                <a:lnTo>
                  <a:pt x="1929729" y="2127992"/>
                </a:lnTo>
                <a:lnTo>
                  <a:pt x="1936471" y="2133646"/>
                </a:lnTo>
                <a:lnTo>
                  <a:pt x="1937748" y="2148990"/>
                </a:lnTo>
                <a:lnTo>
                  <a:pt x="1932040" y="2155783"/>
                </a:lnTo>
                <a:lnTo>
                  <a:pt x="1919920" y="2156787"/>
                </a:lnTo>
                <a:lnTo>
                  <a:pt x="1915825" y="2155042"/>
                </a:lnTo>
                <a:close/>
              </a:path>
              <a:path w="5142230" h="2300604">
                <a:moveTo>
                  <a:pt x="835296" y="1249082"/>
                </a:moveTo>
                <a:lnTo>
                  <a:pt x="830336" y="1243772"/>
                </a:lnTo>
                <a:lnTo>
                  <a:pt x="829221" y="1237691"/>
                </a:lnTo>
                <a:lnTo>
                  <a:pt x="831716" y="1232347"/>
                </a:lnTo>
                <a:lnTo>
                  <a:pt x="835069" y="1225379"/>
                </a:lnTo>
                <a:lnTo>
                  <a:pt x="843338" y="1222403"/>
                </a:lnTo>
                <a:lnTo>
                  <a:pt x="857275" y="1229015"/>
                </a:lnTo>
                <a:lnTo>
                  <a:pt x="860203" y="1237329"/>
                </a:lnTo>
                <a:lnTo>
                  <a:pt x="856944" y="1244300"/>
                </a:lnTo>
                <a:lnTo>
                  <a:pt x="853640" y="1251221"/>
                </a:lnTo>
                <a:lnTo>
                  <a:pt x="845322" y="1254243"/>
                </a:lnTo>
                <a:lnTo>
                  <a:pt x="838355" y="1250890"/>
                </a:lnTo>
                <a:lnTo>
                  <a:pt x="836729" y="1250127"/>
                </a:lnTo>
                <a:lnTo>
                  <a:pt x="835296" y="1249082"/>
                </a:lnTo>
                <a:close/>
              </a:path>
              <a:path w="5142230" h="2300604">
                <a:moveTo>
                  <a:pt x="193011" y="547358"/>
                </a:moveTo>
                <a:lnTo>
                  <a:pt x="188092" y="542092"/>
                </a:lnTo>
                <a:lnTo>
                  <a:pt x="186979" y="540119"/>
                </a:lnTo>
                <a:lnTo>
                  <a:pt x="186339" y="537968"/>
                </a:lnTo>
                <a:lnTo>
                  <a:pt x="184236" y="530536"/>
                </a:lnTo>
                <a:lnTo>
                  <a:pt x="188459" y="522838"/>
                </a:lnTo>
                <a:lnTo>
                  <a:pt x="195900" y="520736"/>
                </a:lnTo>
                <a:lnTo>
                  <a:pt x="203291" y="518580"/>
                </a:lnTo>
                <a:lnTo>
                  <a:pt x="211030" y="522856"/>
                </a:lnTo>
                <a:lnTo>
                  <a:pt x="213186" y="530247"/>
                </a:lnTo>
                <a:lnTo>
                  <a:pt x="215248" y="537635"/>
                </a:lnTo>
                <a:lnTo>
                  <a:pt x="210971" y="545373"/>
                </a:lnTo>
                <a:lnTo>
                  <a:pt x="203576" y="547524"/>
                </a:lnTo>
                <a:lnTo>
                  <a:pt x="198384" y="549005"/>
                </a:lnTo>
                <a:lnTo>
                  <a:pt x="193011" y="547358"/>
                </a:lnTo>
                <a:close/>
              </a:path>
              <a:path w="5142230" h="2300604">
                <a:moveTo>
                  <a:pt x="1760498" y="1769621"/>
                </a:moveTo>
                <a:lnTo>
                  <a:pt x="1754898" y="1763626"/>
                </a:lnTo>
                <a:lnTo>
                  <a:pt x="1749899" y="1757786"/>
                </a:lnTo>
                <a:lnTo>
                  <a:pt x="1750628" y="1748987"/>
                </a:lnTo>
                <a:lnTo>
                  <a:pt x="1755480" y="1744896"/>
                </a:lnTo>
                <a:lnTo>
                  <a:pt x="1761326" y="1739913"/>
                </a:lnTo>
                <a:lnTo>
                  <a:pt x="1762392" y="1739002"/>
                </a:lnTo>
                <a:lnTo>
                  <a:pt x="1771191" y="1739721"/>
                </a:lnTo>
                <a:lnTo>
                  <a:pt x="1781133" y="1751536"/>
                </a:lnTo>
                <a:lnTo>
                  <a:pt x="1780408" y="1760340"/>
                </a:lnTo>
                <a:lnTo>
                  <a:pt x="1775602" y="1764382"/>
                </a:lnTo>
                <a:lnTo>
                  <a:pt x="1769698" y="1769402"/>
                </a:lnTo>
                <a:lnTo>
                  <a:pt x="1768834" y="1770138"/>
                </a:lnTo>
                <a:lnTo>
                  <a:pt x="1760498" y="1769621"/>
                </a:lnTo>
                <a:close/>
              </a:path>
              <a:path w="5142230" h="2300604">
                <a:moveTo>
                  <a:pt x="238655" y="682137"/>
                </a:moveTo>
                <a:lnTo>
                  <a:pt x="233690" y="676823"/>
                </a:lnTo>
                <a:lnTo>
                  <a:pt x="232795" y="675376"/>
                </a:lnTo>
                <a:lnTo>
                  <a:pt x="229272" y="666522"/>
                </a:lnTo>
                <a:lnTo>
                  <a:pt x="232807" y="658381"/>
                </a:lnTo>
                <a:lnTo>
                  <a:pt x="239983" y="655604"/>
                </a:lnTo>
                <a:lnTo>
                  <a:pt x="247109" y="652773"/>
                </a:lnTo>
                <a:lnTo>
                  <a:pt x="255204" y="656259"/>
                </a:lnTo>
                <a:lnTo>
                  <a:pt x="260858" y="670619"/>
                </a:lnTo>
                <a:lnTo>
                  <a:pt x="257372" y="678714"/>
                </a:lnTo>
                <a:lnTo>
                  <a:pt x="250191" y="681487"/>
                </a:lnTo>
                <a:lnTo>
                  <a:pt x="244691" y="683712"/>
                </a:lnTo>
                <a:lnTo>
                  <a:pt x="238655" y="682137"/>
                </a:lnTo>
                <a:close/>
              </a:path>
              <a:path w="5142230" h="2300604">
                <a:moveTo>
                  <a:pt x="1707437" y="1712624"/>
                </a:moveTo>
                <a:lnTo>
                  <a:pt x="1701975" y="1706778"/>
                </a:lnTo>
                <a:lnTo>
                  <a:pt x="1701977" y="1698276"/>
                </a:lnTo>
                <a:lnTo>
                  <a:pt x="1707304" y="1692933"/>
                </a:lnTo>
                <a:lnTo>
                  <a:pt x="1712684" y="1687451"/>
                </a:lnTo>
                <a:lnTo>
                  <a:pt x="1721472" y="1687378"/>
                </a:lnTo>
                <a:lnTo>
                  <a:pt x="1732482" y="1698186"/>
                </a:lnTo>
                <a:lnTo>
                  <a:pt x="1732556" y="1706964"/>
                </a:lnTo>
                <a:lnTo>
                  <a:pt x="1721752" y="1717979"/>
                </a:lnTo>
                <a:lnTo>
                  <a:pt x="1712964" y="1718053"/>
                </a:lnTo>
                <a:lnTo>
                  <a:pt x="1707437" y="1712624"/>
                </a:lnTo>
                <a:close/>
              </a:path>
              <a:path w="5142230" h="2300604">
                <a:moveTo>
                  <a:pt x="771448" y="1217780"/>
                </a:moveTo>
                <a:lnTo>
                  <a:pt x="766488" y="1212470"/>
                </a:lnTo>
                <a:lnTo>
                  <a:pt x="765412" y="1206137"/>
                </a:lnTo>
                <a:lnTo>
                  <a:pt x="768112" y="1200817"/>
                </a:lnTo>
                <a:lnTo>
                  <a:pt x="771556" y="1193948"/>
                </a:lnTo>
                <a:lnTo>
                  <a:pt x="779954" y="1191207"/>
                </a:lnTo>
                <a:lnTo>
                  <a:pt x="793743" y="1198149"/>
                </a:lnTo>
                <a:lnTo>
                  <a:pt x="796479" y="1206551"/>
                </a:lnTo>
                <a:lnTo>
                  <a:pt x="793030" y="1213416"/>
                </a:lnTo>
                <a:lnTo>
                  <a:pt x="789545" y="1220242"/>
                </a:lnTo>
                <a:lnTo>
                  <a:pt x="781189" y="1223026"/>
                </a:lnTo>
                <a:lnTo>
                  <a:pt x="772782" y="1218817"/>
                </a:lnTo>
                <a:lnTo>
                  <a:pt x="771448" y="1217780"/>
                </a:lnTo>
                <a:close/>
              </a:path>
              <a:path w="5142230" h="2300604">
                <a:moveTo>
                  <a:pt x="1916157" y="2296347"/>
                </a:moveTo>
                <a:lnTo>
                  <a:pt x="1911283" y="2291130"/>
                </a:lnTo>
                <a:lnTo>
                  <a:pt x="1909850" y="2287446"/>
                </a:lnTo>
                <a:lnTo>
                  <a:pt x="1910083" y="2283394"/>
                </a:lnTo>
                <a:lnTo>
                  <a:pt x="1910580" y="2275716"/>
                </a:lnTo>
                <a:lnTo>
                  <a:pt x="1916495" y="2270514"/>
                </a:lnTo>
                <a:lnTo>
                  <a:pt x="1917247" y="2269853"/>
                </a:lnTo>
                <a:lnTo>
                  <a:pt x="1924927" y="2270449"/>
                </a:lnTo>
                <a:lnTo>
                  <a:pt x="1932605" y="2270947"/>
                </a:lnTo>
                <a:lnTo>
                  <a:pt x="1938418" y="2277560"/>
                </a:lnTo>
                <a:lnTo>
                  <a:pt x="1937423" y="2292917"/>
                </a:lnTo>
                <a:lnTo>
                  <a:pt x="1931507" y="2298117"/>
                </a:lnTo>
                <a:lnTo>
                  <a:pt x="1930805" y="2298734"/>
                </a:lnTo>
                <a:lnTo>
                  <a:pt x="1923127" y="2298237"/>
                </a:lnTo>
                <a:lnTo>
                  <a:pt x="1919406" y="2297969"/>
                </a:lnTo>
                <a:lnTo>
                  <a:pt x="1916157" y="2296347"/>
                </a:lnTo>
                <a:close/>
              </a:path>
              <a:path w="5142230" h="2300604">
                <a:moveTo>
                  <a:pt x="158336" y="409364"/>
                </a:moveTo>
                <a:lnTo>
                  <a:pt x="153457" y="404142"/>
                </a:lnTo>
                <a:lnTo>
                  <a:pt x="152264" y="401887"/>
                </a:lnTo>
                <a:lnTo>
                  <a:pt x="151686" y="399314"/>
                </a:lnTo>
                <a:lnTo>
                  <a:pt x="150058" y="391804"/>
                </a:lnTo>
                <a:lnTo>
                  <a:pt x="154842" y="384413"/>
                </a:lnTo>
                <a:lnTo>
                  <a:pt x="162356" y="382781"/>
                </a:lnTo>
                <a:lnTo>
                  <a:pt x="169825" y="381099"/>
                </a:lnTo>
                <a:lnTo>
                  <a:pt x="177310" y="385886"/>
                </a:lnTo>
                <a:lnTo>
                  <a:pt x="180576" y="400916"/>
                </a:lnTo>
                <a:lnTo>
                  <a:pt x="175784" y="408396"/>
                </a:lnTo>
                <a:lnTo>
                  <a:pt x="168274" y="410033"/>
                </a:lnTo>
                <a:lnTo>
                  <a:pt x="163324" y="411087"/>
                </a:lnTo>
                <a:lnTo>
                  <a:pt x="158336" y="409364"/>
                </a:lnTo>
                <a:close/>
              </a:path>
              <a:path w="5142230" h="2300604">
                <a:moveTo>
                  <a:pt x="214258" y="615261"/>
                </a:moveTo>
                <a:lnTo>
                  <a:pt x="209288" y="609941"/>
                </a:lnTo>
                <a:lnTo>
                  <a:pt x="208264" y="608259"/>
                </a:lnTo>
                <a:lnTo>
                  <a:pt x="207574" y="606347"/>
                </a:lnTo>
                <a:lnTo>
                  <a:pt x="205132" y="599040"/>
                </a:lnTo>
                <a:lnTo>
                  <a:pt x="209037" y="591101"/>
                </a:lnTo>
                <a:lnTo>
                  <a:pt x="223650" y="586216"/>
                </a:lnTo>
                <a:lnTo>
                  <a:pt x="231590" y="590121"/>
                </a:lnTo>
                <a:lnTo>
                  <a:pt x="236474" y="604734"/>
                </a:lnTo>
                <a:lnTo>
                  <a:pt x="232523" y="612625"/>
                </a:lnTo>
                <a:lnTo>
                  <a:pt x="225262" y="615116"/>
                </a:lnTo>
                <a:lnTo>
                  <a:pt x="219868" y="616868"/>
                </a:lnTo>
                <a:lnTo>
                  <a:pt x="214258" y="615261"/>
                </a:lnTo>
                <a:close/>
              </a:path>
              <a:path w="5142230" h="2300604">
                <a:moveTo>
                  <a:pt x="378265" y="929920"/>
                </a:moveTo>
                <a:lnTo>
                  <a:pt x="372572" y="923825"/>
                </a:lnTo>
                <a:lnTo>
                  <a:pt x="367825" y="917767"/>
                </a:lnTo>
                <a:lnTo>
                  <a:pt x="368833" y="908973"/>
                </a:lnTo>
                <a:lnTo>
                  <a:pt x="374896" y="904222"/>
                </a:lnTo>
                <a:lnTo>
                  <a:pt x="380913" y="899423"/>
                </a:lnTo>
                <a:lnTo>
                  <a:pt x="389654" y="900471"/>
                </a:lnTo>
                <a:lnTo>
                  <a:pt x="399257" y="912511"/>
                </a:lnTo>
                <a:lnTo>
                  <a:pt x="398250" y="921305"/>
                </a:lnTo>
                <a:lnTo>
                  <a:pt x="392232" y="926104"/>
                </a:lnTo>
                <a:lnTo>
                  <a:pt x="386413" y="930627"/>
                </a:lnTo>
                <a:lnTo>
                  <a:pt x="378265" y="929920"/>
                </a:lnTo>
                <a:close/>
              </a:path>
              <a:path w="5142230" h="2300604">
                <a:moveTo>
                  <a:pt x="899811" y="1278947"/>
                </a:moveTo>
                <a:lnTo>
                  <a:pt x="894846" y="1273632"/>
                </a:lnTo>
                <a:lnTo>
                  <a:pt x="893679" y="1267691"/>
                </a:lnTo>
                <a:lnTo>
                  <a:pt x="896032" y="1262390"/>
                </a:lnTo>
                <a:lnTo>
                  <a:pt x="899240" y="1255365"/>
                </a:lnTo>
                <a:lnTo>
                  <a:pt x="907466" y="1252246"/>
                </a:lnTo>
                <a:lnTo>
                  <a:pt x="921513" y="1258583"/>
                </a:lnTo>
                <a:lnTo>
                  <a:pt x="924677" y="1266858"/>
                </a:lnTo>
                <a:lnTo>
                  <a:pt x="921464" y="1273877"/>
                </a:lnTo>
                <a:lnTo>
                  <a:pt x="918341" y="1280895"/>
                </a:lnTo>
                <a:lnTo>
                  <a:pt x="910025" y="1284016"/>
                </a:lnTo>
                <a:lnTo>
                  <a:pt x="901285" y="1280036"/>
                </a:lnTo>
                <a:lnTo>
                  <a:pt x="899811" y="1278947"/>
                </a:lnTo>
                <a:close/>
              </a:path>
              <a:path w="5142230" h="2300604">
                <a:moveTo>
                  <a:pt x="1029914" y="1336014"/>
                </a:moveTo>
                <a:lnTo>
                  <a:pt x="1024949" y="1330700"/>
                </a:lnTo>
                <a:lnTo>
                  <a:pt x="1023779" y="1324853"/>
                </a:lnTo>
                <a:lnTo>
                  <a:pt x="1025984" y="1319589"/>
                </a:lnTo>
                <a:lnTo>
                  <a:pt x="1029057" y="1312517"/>
                </a:lnTo>
                <a:lnTo>
                  <a:pt x="1037241" y="1309255"/>
                </a:lnTo>
                <a:lnTo>
                  <a:pt x="1044320" y="1312239"/>
                </a:lnTo>
                <a:lnTo>
                  <a:pt x="1051391" y="1315312"/>
                </a:lnTo>
                <a:lnTo>
                  <a:pt x="1054653" y="1323496"/>
                </a:lnTo>
                <a:lnTo>
                  <a:pt x="1051674" y="1330571"/>
                </a:lnTo>
                <a:lnTo>
                  <a:pt x="1048596" y="1337637"/>
                </a:lnTo>
                <a:lnTo>
                  <a:pt x="1040413" y="1340899"/>
                </a:lnTo>
                <a:lnTo>
                  <a:pt x="1033343" y="1337925"/>
                </a:lnTo>
                <a:lnTo>
                  <a:pt x="1031478" y="1337102"/>
                </a:lnTo>
                <a:lnTo>
                  <a:pt x="1029914" y="1336014"/>
                </a:lnTo>
                <a:close/>
              </a:path>
              <a:path w="5142230" h="2300604">
                <a:moveTo>
                  <a:pt x="1907016" y="2085009"/>
                </a:moveTo>
                <a:lnTo>
                  <a:pt x="1902146" y="2079797"/>
                </a:lnTo>
                <a:lnTo>
                  <a:pt x="1900861" y="2077345"/>
                </a:lnTo>
                <a:lnTo>
                  <a:pt x="1899037" y="2066987"/>
                </a:lnTo>
                <a:lnTo>
                  <a:pt x="1904151" y="2059754"/>
                </a:lnTo>
                <a:lnTo>
                  <a:pt x="1911701" y="2058453"/>
                </a:lnTo>
                <a:lnTo>
                  <a:pt x="1919301" y="2057106"/>
                </a:lnTo>
                <a:lnTo>
                  <a:pt x="1926542" y="2062121"/>
                </a:lnTo>
                <a:lnTo>
                  <a:pt x="1929164" y="2077146"/>
                </a:lnTo>
                <a:lnTo>
                  <a:pt x="1925488" y="2082594"/>
                </a:lnTo>
                <a:lnTo>
                  <a:pt x="1924126" y="2084558"/>
                </a:lnTo>
                <a:lnTo>
                  <a:pt x="1916683" y="2085876"/>
                </a:lnTo>
                <a:lnTo>
                  <a:pt x="1911725" y="2086727"/>
                </a:lnTo>
                <a:lnTo>
                  <a:pt x="1907016" y="2085009"/>
                </a:lnTo>
                <a:close/>
              </a:path>
              <a:path w="5142230" h="2300604">
                <a:moveTo>
                  <a:pt x="299320" y="811102"/>
                </a:moveTo>
                <a:lnTo>
                  <a:pt x="294264" y="805689"/>
                </a:lnTo>
                <a:lnTo>
                  <a:pt x="293587" y="804769"/>
                </a:lnTo>
                <a:lnTo>
                  <a:pt x="293003" y="803753"/>
                </a:lnTo>
                <a:lnTo>
                  <a:pt x="289271" y="797022"/>
                </a:lnTo>
                <a:lnTo>
                  <a:pt x="291733" y="788513"/>
                </a:lnTo>
                <a:lnTo>
                  <a:pt x="305206" y="781041"/>
                </a:lnTo>
                <a:lnTo>
                  <a:pt x="313714" y="783502"/>
                </a:lnTo>
                <a:lnTo>
                  <a:pt x="321138" y="797021"/>
                </a:lnTo>
                <a:lnTo>
                  <a:pt x="318725" y="805483"/>
                </a:lnTo>
                <a:lnTo>
                  <a:pt x="306263" y="812377"/>
                </a:lnTo>
                <a:lnTo>
                  <a:pt x="299320" y="811102"/>
                </a:lnTo>
                <a:close/>
              </a:path>
              <a:path w="5142230" h="2300604">
                <a:moveTo>
                  <a:pt x="472222" y="1028250"/>
                </a:moveTo>
                <a:lnTo>
                  <a:pt x="466385" y="1022002"/>
                </a:lnTo>
                <a:lnTo>
                  <a:pt x="466094" y="1013968"/>
                </a:lnTo>
                <a:lnTo>
                  <a:pt x="475871" y="1002735"/>
                </a:lnTo>
                <a:lnTo>
                  <a:pt x="484724" y="1002144"/>
                </a:lnTo>
                <a:lnTo>
                  <a:pt x="496325" y="1012217"/>
                </a:lnTo>
                <a:lnTo>
                  <a:pt x="496921" y="1021065"/>
                </a:lnTo>
                <a:lnTo>
                  <a:pt x="486848" y="1032666"/>
                </a:lnTo>
                <a:lnTo>
                  <a:pt x="478045" y="1033311"/>
                </a:lnTo>
                <a:lnTo>
                  <a:pt x="472222" y="1028250"/>
                </a:lnTo>
                <a:close/>
              </a:path>
              <a:path w="5142230" h="2300604">
                <a:moveTo>
                  <a:pt x="1630612" y="1403907"/>
                </a:moveTo>
                <a:lnTo>
                  <a:pt x="1625783" y="1398738"/>
                </a:lnTo>
                <a:lnTo>
                  <a:pt x="1624658" y="1392841"/>
                </a:lnTo>
                <a:lnTo>
                  <a:pt x="1627008" y="1387733"/>
                </a:lnTo>
                <a:lnTo>
                  <a:pt x="1630166" y="1380948"/>
                </a:lnTo>
                <a:lnTo>
                  <a:pt x="1638197" y="1378011"/>
                </a:lnTo>
                <a:lnTo>
                  <a:pt x="1651816" y="1384281"/>
                </a:lnTo>
                <a:lnTo>
                  <a:pt x="1654748" y="1392308"/>
                </a:lnTo>
                <a:lnTo>
                  <a:pt x="1648437" y="1405883"/>
                </a:lnTo>
                <a:lnTo>
                  <a:pt x="1640406" y="1408820"/>
                </a:lnTo>
                <a:lnTo>
                  <a:pt x="1631994" y="1404898"/>
                </a:lnTo>
                <a:lnTo>
                  <a:pt x="1630612" y="1403907"/>
                </a:lnTo>
                <a:close/>
              </a:path>
              <a:path w="5142230" h="2300604">
                <a:moveTo>
                  <a:pt x="1757282" y="1467367"/>
                </a:moveTo>
                <a:lnTo>
                  <a:pt x="1752413" y="1462155"/>
                </a:lnTo>
                <a:lnTo>
                  <a:pt x="1751447" y="1455843"/>
                </a:lnTo>
                <a:lnTo>
                  <a:pt x="1757891" y="1444071"/>
                </a:lnTo>
                <a:lnTo>
                  <a:pt x="1766140" y="1441661"/>
                </a:lnTo>
                <a:lnTo>
                  <a:pt x="1779210" y="1448810"/>
                </a:lnTo>
                <a:lnTo>
                  <a:pt x="1781620" y="1457059"/>
                </a:lnTo>
                <a:lnTo>
                  <a:pt x="1774467" y="1470124"/>
                </a:lnTo>
                <a:lnTo>
                  <a:pt x="1766218" y="1472534"/>
                </a:lnTo>
                <a:lnTo>
                  <a:pt x="1758389" y="1468260"/>
                </a:lnTo>
                <a:lnTo>
                  <a:pt x="1757282" y="1467367"/>
                </a:lnTo>
                <a:close/>
              </a:path>
              <a:path w="5142230" h="2300604">
                <a:moveTo>
                  <a:pt x="1936726" y="1582629"/>
                </a:moveTo>
                <a:lnTo>
                  <a:pt x="1930785" y="1576270"/>
                </a:lnTo>
                <a:lnTo>
                  <a:pt x="1930341" y="1568952"/>
                </a:lnTo>
                <a:lnTo>
                  <a:pt x="1939271" y="1557789"/>
                </a:lnTo>
                <a:lnTo>
                  <a:pt x="1947755" y="1556803"/>
                </a:lnTo>
                <a:lnTo>
                  <a:pt x="1959423" y="1566165"/>
                </a:lnTo>
                <a:lnTo>
                  <a:pt x="1960413" y="1574654"/>
                </a:lnTo>
                <a:lnTo>
                  <a:pt x="1951046" y="1586327"/>
                </a:lnTo>
                <a:lnTo>
                  <a:pt x="1942557" y="1587308"/>
                </a:lnTo>
                <a:lnTo>
                  <a:pt x="1936726" y="1582629"/>
                </a:lnTo>
                <a:close/>
              </a:path>
              <a:path w="5142230" h="2300604">
                <a:moveTo>
                  <a:pt x="1818691" y="1502509"/>
                </a:moveTo>
                <a:lnTo>
                  <a:pt x="1813862" y="1497341"/>
                </a:lnTo>
                <a:lnTo>
                  <a:pt x="1813001" y="1490749"/>
                </a:lnTo>
                <a:lnTo>
                  <a:pt x="1816152" y="1485423"/>
                </a:lnTo>
                <a:lnTo>
                  <a:pt x="1820056" y="1479045"/>
                </a:lnTo>
                <a:lnTo>
                  <a:pt x="1828193" y="1477004"/>
                </a:lnTo>
                <a:lnTo>
                  <a:pt x="1828341" y="1476967"/>
                </a:lnTo>
                <a:lnTo>
                  <a:pt x="1841109" y="1484672"/>
                </a:lnTo>
                <a:lnTo>
                  <a:pt x="1843134" y="1492998"/>
                </a:lnTo>
                <a:lnTo>
                  <a:pt x="1839333" y="1499388"/>
                </a:lnTo>
                <a:lnTo>
                  <a:pt x="1835474" y="1505814"/>
                </a:lnTo>
                <a:lnTo>
                  <a:pt x="1827144" y="1507844"/>
                </a:lnTo>
                <a:lnTo>
                  <a:pt x="1820812" y="1503998"/>
                </a:lnTo>
                <a:lnTo>
                  <a:pt x="1819654" y="1503345"/>
                </a:lnTo>
                <a:lnTo>
                  <a:pt x="1818691" y="1502509"/>
                </a:lnTo>
                <a:close/>
              </a:path>
              <a:path w="5142230" h="2300604">
                <a:moveTo>
                  <a:pt x="1878538" y="1540378"/>
                </a:moveTo>
                <a:lnTo>
                  <a:pt x="1873619" y="1535112"/>
                </a:lnTo>
                <a:lnTo>
                  <a:pt x="1872910" y="1528196"/>
                </a:lnTo>
                <a:lnTo>
                  <a:pt x="1880568" y="1516649"/>
                </a:lnTo>
                <a:lnTo>
                  <a:pt x="1888985" y="1515005"/>
                </a:lnTo>
                <a:lnTo>
                  <a:pt x="1901402" y="1523311"/>
                </a:lnTo>
                <a:lnTo>
                  <a:pt x="1903095" y="1531673"/>
                </a:lnTo>
                <a:lnTo>
                  <a:pt x="1898965" y="1537906"/>
                </a:lnTo>
                <a:lnTo>
                  <a:pt x="1894789" y="1544090"/>
                </a:lnTo>
                <a:lnTo>
                  <a:pt x="1886422" y="1545788"/>
                </a:lnTo>
                <a:lnTo>
                  <a:pt x="1880189" y="1541657"/>
                </a:lnTo>
                <a:lnTo>
                  <a:pt x="1879314" y="1541014"/>
                </a:lnTo>
                <a:lnTo>
                  <a:pt x="1878538" y="1540378"/>
                </a:lnTo>
                <a:close/>
              </a:path>
              <a:path w="5142230" h="2300604">
                <a:moveTo>
                  <a:pt x="1036159" y="1170568"/>
                </a:moveTo>
                <a:lnTo>
                  <a:pt x="1031377" y="1165449"/>
                </a:lnTo>
                <a:lnTo>
                  <a:pt x="1030197" y="1159885"/>
                </a:lnTo>
                <a:lnTo>
                  <a:pt x="1032162" y="1154853"/>
                </a:lnTo>
                <a:lnTo>
                  <a:pt x="1034995" y="1147915"/>
                </a:lnTo>
                <a:lnTo>
                  <a:pt x="1042846" y="1144590"/>
                </a:lnTo>
                <a:lnTo>
                  <a:pt x="1056684" y="1150117"/>
                </a:lnTo>
                <a:lnTo>
                  <a:pt x="1060045" y="1158016"/>
                </a:lnTo>
                <a:lnTo>
                  <a:pt x="1057266" y="1164914"/>
                </a:lnTo>
                <a:lnTo>
                  <a:pt x="1054527" y="1171855"/>
                </a:lnTo>
                <a:lnTo>
                  <a:pt x="1046623" y="1175221"/>
                </a:lnTo>
                <a:lnTo>
                  <a:pt x="1037822" y="1171664"/>
                </a:lnTo>
                <a:lnTo>
                  <a:pt x="1036159" y="1170568"/>
                </a:lnTo>
                <a:close/>
              </a:path>
              <a:path w="5142230" h="2300604">
                <a:moveTo>
                  <a:pt x="1694477" y="1434543"/>
                </a:moveTo>
                <a:lnTo>
                  <a:pt x="1689654" y="1429380"/>
                </a:lnTo>
                <a:lnTo>
                  <a:pt x="1688616" y="1423284"/>
                </a:lnTo>
                <a:lnTo>
                  <a:pt x="1691216" y="1418150"/>
                </a:lnTo>
                <a:lnTo>
                  <a:pt x="1694560" y="1411465"/>
                </a:lnTo>
                <a:lnTo>
                  <a:pt x="1702679" y="1408720"/>
                </a:lnTo>
                <a:lnTo>
                  <a:pt x="1715999" y="1415453"/>
                </a:lnTo>
                <a:lnTo>
                  <a:pt x="1718744" y="1423572"/>
                </a:lnTo>
                <a:lnTo>
                  <a:pt x="1712052" y="1436936"/>
                </a:lnTo>
                <a:lnTo>
                  <a:pt x="1703888" y="1439632"/>
                </a:lnTo>
                <a:lnTo>
                  <a:pt x="1697208" y="1436293"/>
                </a:lnTo>
                <a:lnTo>
                  <a:pt x="1695770" y="1435536"/>
                </a:lnTo>
                <a:lnTo>
                  <a:pt x="1694477" y="1434543"/>
                </a:lnTo>
                <a:close/>
              </a:path>
              <a:path w="5142230" h="2300604">
                <a:moveTo>
                  <a:pt x="1168679" y="1221817"/>
                </a:moveTo>
                <a:lnTo>
                  <a:pt x="1163896" y="1216697"/>
                </a:lnTo>
                <a:lnTo>
                  <a:pt x="1162665" y="1211273"/>
                </a:lnTo>
                <a:lnTo>
                  <a:pt x="1164528" y="1206328"/>
                </a:lnTo>
                <a:lnTo>
                  <a:pt x="1167126" y="1199335"/>
                </a:lnTo>
                <a:lnTo>
                  <a:pt x="1174947" y="1195782"/>
                </a:lnTo>
                <a:lnTo>
                  <a:pt x="1188930" y="1201073"/>
                </a:lnTo>
                <a:lnTo>
                  <a:pt x="1192442" y="1208840"/>
                </a:lnTo>
                <a:lnTo>
                  <a:pt x="1187245" y="1222826"/>
                </a:lnTo>
                <a:lnTo>
                  <a:pt x="1179429" y="1226384"/>
                </a:lnTo>
                <a:lnTo>
                  <a:pt x="1172436" y="1223786"/>
                </a:lnTo>
                <a:lnTo>
                  <a:pt x="1170387" y="1222961"/>
                </a:lnTo>
                <a:lnTo>
                  <a:pt x="1168679" y="1221817"/>
                </a:lnTo>
                <a:close/>
              </a:path>
              <a:path w="5142230" h="2300604">
                <a:moveTo>
                  <a:pt x="1368256" y="1296073"/>
                </a:moveTo>
                <a:lnTo>
                  <a:pt x="1363473" y="1290953"/>
                </a:lnTo>
                <a:lnTo>
                  <a:pt x="1362287" y="1285578"/>
                </a:lnTo>
                <a:lnTo>
                  <a:pt x="1364109" y="1280588"/>
                </a:lnTo>
                <a:lnTo>
                  <a:pt x="1366802" y="1273599"/>
                </a:lnTo>
                <a:lnTo>
                  <a:pt x="1374570" y="1270086"/>
                </a:lnTo>
                <a:lnTo>
                  <a:pt x="1381563" y="1272685"/>
                </a:lnTo>
                <a:lnTo>
                  <a:pt x="1388548" y="1275373"/>
                </a:lnTo>
                <a:lnTo>
                  <a:pt x="1392065" y="1283145"/>
                </a:lnTo>
                <a:lnTo>
                  <a:pt x="1389466" y="1290138"/>
                </a:lnTo>
                <a:lnTo>
                  <a:pt x="1386773" y="1297128"/>
                </a:lnTo>
                <a:lnTo>
                  <a:pt x="1379001" y="1300635"/>
                </a:lnTo>
                <a:lnTo>
                  <a:pt x="1372008" y="1298037"/>
                </a:lnTo>
                <a:lnTo>
                  <a:pt x="1370005" y="1297260"/>
                </a:lnTo>
                <a:lnTo>
                  <a:pt x="1368256" y="1296073"/>
                </a:lnTo>
                <a:close/>
              </a:path>
              <a:path w="5142230" h="2300604">
                <a:moveTo>
                  <a:pt x="1102265" y="1196565"/>
                </a:moveTo>
                <a:lnTo>
                  <a:pt x="1097482" y="1191445"/>
                </a:lnTo>
                <a:lnTo>
                  <a:pt x="1096246" y="1186017"/>
                </a:lnTo>
                <a:lnTo>
                  <a:pt x="1098216" y="1180990"/>
                </a:lnTo>
                <a:lnTo>
                  <a:pt x="1100860" y="1174045"/>
                </a:lnTo>
                <a:lnTo>
                  <a:pt x="1108722" y="1170536"/>
                </a:lnTo>
                <a:lnTo>
                  <a:pt x="1122652" y="1175967"/>
                </a:lnTo>
                <a:lnTo>
                  <a:pt x="1126116" y="1183780"/>
                </a:lnTo>
                <a:lnTo>
                  <a:pt x="1123423" y="1190770"/>
                </a:lnTo>
                <a:lnTo>
                  <a:pt x="1120734" y="1197666"/>
                </a:lnTo>
                <a:lnTo>
                  <a:pt x="1112921" y="1201129"/>
                </a:lnTo>
                <a:lnTo>
                  <a:pt x="1103973" y="1197709"/>
                </a:lnTo>
                <a:lnTo>
                  <a:pt x="1102265" y="1196565"/>
                </a:lnTo>
                <a:close/>
              </a:path>
              <a:path w="5142230" h="2300604">
                <a:moveTo>
                  <a:pt x="1565832" y="1375028"/>
                </a:moveTo>
                <a:lnTo>
                  <a:pt x="1561044" y="1369904"/>
                </a:lnTo>
                <a:lnTo>
                  <a:pt x="1559921" y="1364205"/>
                </a:lnTo>
                <a:lnTo>
                  <a:pt x="1562078" y="1359085"/>
                </a:lnTo>
                <a:lnTo>
                  <a:pt x="1565092" y="1352244"/>
                </a:lnTo>
                <a:lnTo>
                  <a:pt x="1572994" y="1349071"/>
                </a:lnTo>
                <a:lnTo>
                  <a:pt x="1586720" y="1354967"/>
                </a:lnTo>
                <a:lnTo>
                  <a:pt x="1589895" y="1362959"/>
                </a:lnTo>
                <a:lnTo>
                  <a:pt x="1586922" y="1369845"/>
                </a:lnTo>
                <a:lnTo>
                  <a:pt x="1583998" y="1376685"/>
                </a:lnTo>
                <a:lnTo>
                  <a:pt x="1576006" y="1379860"/>
                </a:lnTo>
                <a:lnTo>
                  <a:pt x="1569120" y="1376887"/>
                </a:lnTo>
                <a:lnTo>
                  <a:pt x="1567400" y="1376120"/>
                </a:lnTo>
                <a:lnTo>
                  <a:pt x="1565832" y="1375028"/>
                </a:lnTo>
                <a:close/>
              </a:path>
              <a:path w="5142230" h="2300604">
                <a:moveTo>
                  <a:pt x="1235252" y="1246555"/>
                </a:moveTo>
                <a:lnTo>
                  <a:pt x="1230470" y="1241435"/>
                </a:lnTo>
                <a:lnTo>
                  <a:pt x="1229186" y="1236151"/>
                </a:lnTo>
                <a:lnTo>
                  <a:pt x="1231004" y="1231157"/>
                </a:lnTo>
                <a:lnTo>
                  <a:pt x="1233602" y="1224164"/>
                </a:lnTo>
                <a:lnTo>
                  <a:pt x="1241377" y="1220562"/>
                </a:lnTo>
                <a:lnTo>
                  <a:pt x="1248416" y="1223209"/>
                </a:lnTo>
                <a:lnTo>
                  <a:pt x="1255458" y="1225762"/>
                </a:lnTo>
                <a:lnTo>
                  <a:pt x="1258970" y="1233529"/>
                </a:lnTo>
                <a:lnTo>
                  <a:pt x="1256417" y="1240571"/>
                </a:lnTo>
                <a:lnTo>
                  <a:pt x="1253819" y="1247564"/>
                </a:lnTo>
                <a:lnTo>
                  <a:pt x="1246002" y="1251122"/>
                </a:lnTo>
                <a:lnTo>
                  <a:pt x="1239009" y="1248524"/>
                </a:lnTo>
                <a:lnTo>
                  <a:pt x="1236957" y="1247793"/>
                </a:lnTo>
                <a:lnTo>
                  <a:pt x="1235252" y="1246555"/>
                </a:lnTo>
                <a:close/>
              </a:path>
              <a:path w="5142230" h="2300604">
                <a:moveTo>
                  <a:pt x="1301780" y="1271244"/>
                </a:moveTo>
                <a:lnTo>
                  <a:pt x="1296997" y="1266124"/>
                </a:lnTo>
                <a:lnTo>
                  <a:pt x="1295763" y="1260794"/>
                </a:lnTo>
                <a:lnTo>
                  <a:pt x="1297585" y="1255805"/>
                </a:lnTo>
                <a:lnTo>
                  <a:pt x="1300232" y="1248766"/>
                </a:lnTo>
                <a:lnTo>
                  <a:pt x="1308000" y="1245254"/>
                </a:lnTo>
                <a:lnTo>
                  <a:pt x="1322034" y="1250405"/>
                </a:lnTo>
                <a:lnTo>
                  <a:pt x="1325592" y="1258222"/>
                </a:lnTo>
                <a:lnTo>
                  <a:pt x="1320395" y="1272208"/>
                </a:lnTo>
                <a:lnTo>
                  <a:pt x="1312574" y="1275761"/>
                </a:lnTo>
                <a:lnTo>
                  <a:pt x="1305581" y="1273162"/>
                </a:lnTo>
                <a:lnTo>
                  <a:pt x="1303529" y="1272431"/>
                </a:lnTo>
                <a:lnTo>
                  <a:pt x="1301780" y="1271244"/>
                </a:lnTo>
                <a:close/>
              </a:path>
              <a:path w="5142230" h="2300604">
                <a:moveTo>
                  <a:pt x="1434568" y="1321411"/>
                </a:moveTo>
                <a:lnTo>
                  <a:pt x="1429790" y="1316296"/>
                </a:lnTo>
                <a:lnTo>
                  <a:pt x="1428554" y="1310867"/>
                </a:lnTo>
                <a:lnTo>
                  <a:pt x="1430524" y="1305840"/>
                </a:lnTo>
                <a:lnTo>
                  <a:pt x="1433216" y="1298850"/>
                </a:lnTo>
                <a:lnTo>
                  <a:pt x="1441075" y="1295435"/>
                </a:lnTo>
                <a:lnTo>
                  <a:pt x="1455006" y="1300867"/>
                </a:lnTo>
                <a:lnTo>
                  <a:pt x="1458421" y="1308725"/>
                </a:lnTo>
                <a:lnTo>
                  <a:pt x="1455682" y="1315666"/>
                </a:lnTo>
                <a:lnTo>
                  <a:pt x="1452985" y="1322651"/>
                </a:lnTo>
                <a:lnTo>
                  <a:pt x="1445131" y="1326071"/>
                </a:lnTo>
                <a:lnTo>
                  <a:pt x="1438190" y="1323332"/>
                </a:lnTo>
                <a:lnTo>
                  <a:pt x="1436232" y="1322605"/>
                </a:lnTo>
                <a:lnTo>
                  <a:pt x="1434568" y="1321411"/>
                </a:lnTo>
                <a:close/>
              </a:path>
              <a:path w="5142230" h="2300604">
                <a:moveTo>
                  <a:pt x="1500434" y="1347640"/>
                </a:moveTo>
                <a:lnTo>
                  <a:pt x="1495647" y="1342515"/>
                </a:lnTo>
                <a:lnTo>
                  <a:pt x="1494472" y="1336956"/>
                </a:lnTo>
                <a:lnTo>
                  <a:pt x="1499360" y="1324985"/>
                </a:lnTo>
                <a:lnTo>
                  <a:pt x="1507220" y="1321669"/>
                </a:lnTo>
                <a:lnTo>
                  <a:pt x="1521091" y="1327330"/>
                </a:lnTo>
                <a:lnTo>
                  <a:pt x="1524367" y="1335236"/>
                </a:lnTo>
                <a:lnTo>
                  <a:pt x="1521583" y="1342128"/>
                </a:lnTo>
                <a:lnTo>
                  <a:pt x="1518750" y="1349066"/>
                </a:lnTo>
                <a:lnTo>
                  <a:pt x="1510850" y="1352338"/>
                </a:lnTo>
                <a:lnTo>
                  <a:pt x="1502048" y="1348780"/>
                </a:lnTo>
                <a:lnTo>
                  <a:pt x="1500434" y="1347640"/>
                </a:lnTo>
                <a:close/>
              </a:path>
              <a:path w="5142230" h="2300604">
                <a:moveTo>
                  <a:pt x="2167440" y="2080518"/>
                </a:moveTo>
                <a:lnTo>
                  <a:pt x="2162703" y="2075447"/>
                </a:lnTo>
                <a:lnTo>
                  <a:pt x="2161344" y="2072233"/>
                </a:lnTo>
                <a:lnTo>
                  <a:pt x="2161298" y="2061236"/>
                </a:lnTo>
                <a:lnTo>
                  <a:pt x="2167312" y="2055162"/>
                </a:lnTo>
                <a:lnTo>
                  <a:pt x="2182227" y="2055098"/>
                </a:lnTo>
                <a:lnTo>
                  <a:pt x="2188306" y="2061117"/>
                </a:lnTo>
                <a:lnTo>
                  <a:pt x="2188360" y="2076032"/>
                </a:lnTo>
                <a:lnTo>
                  <a:pt x="2182351" y="2082111"/>
                </a:lnTo>
                <a:lnTo>
                  <a:pt x="2170972" y="2082149"/>
                </a:lnTo>
                <a:lnTo>
                  <a:pt x="2167440" y="2080518"/>
                </a:lnTo>
                <a:close/>
              </a:path>
              <a:path w="5142230" h="2300604">
                <a:moveTo>
                  <a:pt x="2147217" y="2291702"/>
                </a:moveTo>
                <a:lnTo>
                  <a:pt x="2142530" y="2286684"/>
                </a:lnTo>
                <a:lnTo>
                  <a:pt x="2141117" y="2282435"/>
                </a:lnTo>
                <a:lnTo>
                  <a:pt x="2141826" y="2278111"/>
                </a:lnTo>
                <a:lnTo>
                  <a:pt x="2143162" y="2270744"/>
                </a:lnTo>
                <a:lnTo>
                  <a:pt x="2150129" y="2265788"/>
                </a:lnTo>
                <a:lnTo>
                  <a:pt x="2157500" y="2267130"/>
                </a:lnTo>
                <a:lnTo>
                  <a:pt x="2164865" y="2268367"/>
                </a:lnTo>
                <a:lnTo>
                  <a:pt x="2169777" y="2275384"/>
                </a:lnTo>
                <a:lnTo>
                  <a:pt x="2168535" y="2282754"/>
                </a:lnTo>
                <a:lnTo>
                  <a:pt x="2167242" y="2290070"/>
                </a:lnTo>
                <a:lnTo>
                  <a:pt x="2160231" y="2295076"/>
                </a:lnTo>
                <a:lnTo>
                  <a:pt x="2152860" y="2293735"/>
                </a:lnTo>
                <a:lnTo>
                  <a:pt x="2149860" y="2293260"/>
                </a:lnTo>
                <a:lnTo>
                  <a:pt x="2147217" y="2291702"/>
                </a:lnTo>
                <a:close/>
              </a:path>
              <a:path w="5142230" h="2300604">
                <a:moveTo>
                  <a:pt x="841046" y="1084473"/>
                </a:moveTo>
                <a:lnTo>
                  <a:pt x="836263" y="1079353"/>
                </a:lnTo>
                <a:lnTo>
                  <a:pt x="835193" y="1073321"/>
                </a:lnTo>
                <a:lnTo>
                  <a:pt x="841029" y="1061387"/>
                </a:lnTo>
                <a:lnTo>
                  <a:pt x="849102" y="1058593"/>
                </a:lnTo>
                <a:lnTo>
                  <a:pt x="862520" y="1065235"/>
                </a:lnTo>
                <a:lnTo>
                  <a:pt x="865314" y="1073308"/>
                </a:lnTo>
                <a:lnTo>
                  <a:pt x="862016" y="1080041"/>
                </a:lnTo>
                <a:lnTo>
                  <a:pt x="858721" y="1086680"/>
                </a:lnTo>
                <a:lnTo>
                  <a:pt x="850648" y="1089474"/>
                </a:lnTo>
                <a:lnTo>
                  <a:pt x="843910" y="1086171"/>
                </a:lnTo>
                <a:lnTo>
                  <a:pt x="842428" y="1085465"/>
                </a:lnTo>
                <a:lnTo>
                  <a:pt x="841046" y="1084473"/>
                </a:lnTo>
                <a:close/>
              </a:path>
              <a:path w="5142230" h="2300604">
                <a:moveTo>
                  <a:pt x="2113868" y="1805587"/>
                </a:moveTo>
                <a:lnTo>
                  <a:pt x="2109035" y="1800413"/>
                </a:lnTo>
                <a:lnTo>
                  <a:pt x="2108232" y="1799163"/>
                </a:lnTo>
                <a:lnTo>
                  <a:pt x="2104494" y="1790958"/>
                </a:lnTo>
                <a:lnTo>
                  <a:pt x="2107555" y="1782994"/>
                </a:lnTo>
                <a:lnTo>
                  <a:pt x="2121172" y="1776849"/>
                </a:lnTo>
                <a:lnTo>
                  <a:pt x="2129190" y="1779860"/>
                </a:lnTo>
                <a:lnTo>
                  <a:pt x="2135336" y="1793476"/>
                </a:lnTo>
                <a:lnTo>
                  <a:pt x="2132271" y="1801535"/>
                </a:lnTo>
                <a:lnTo>
                  <a:pt x="2125417" y="1804559"/>
                </a:lnTo>
                <a:lnTo>
                  <a:pt x="2120051" y="1807025"/>
                </a:lnTo>
                <a:lnTo>
                  <a:pt x="2113868" y="1805587"/>
                </a:lnTo>
                <a:close/>
              </a:path>
              <a:path w="5142230" h="2300604">
                <a:moveTo>
                  <a:pt x="2081297" y="1743449"/>
                </a:moveTo>
                <a:lnTo>
                  <a:pt x="2075727" y="1737487"/>
                </a:lnTo>
                <a:lnTo>
                  <a:pt x="2071293" y="1730297"/>
                </a:lnTo>
                <a:lnTo>
                  <a:pt x="2073277" y="1721961"/>
                </a:lnTo>
                <a:lnTo>
                  <a:pt x="2079693" y="1718077"/>
                </a:lnTo>
                <a:lnTo>
                  <a:pt x="2086009" y="1714185"/>
                </a:lnTo>
                <a:lnTo>
                  <a:pt x="2094345" y="1716168"/>
                </a:lnTo>
                <a:lnTo>
                  <a:pt x="2102171" y="1728846"/>
                </a:lnTo>
                <a:lnTo>
                  <a:pt x="2100187" y="1737182"/>
                </a:lnTo>
                <a:lnTo>
                  <a:pt x="2093826" y="1741124"/>
                </a:lnTo>
                <a:lnTo>
                  <a:pt x="2088230" y="1744517"/>
                </a:lnTo>
                <a:lnTo>
                  <a:pt x="2081297" y="1743449"/>
                </a:lnTo>
                <a:close/>
              </a:path>
              <a:path w="5142230" h="2300604">
                <a:moveTo>
                  <a:pt x="409304" y="735690"/>
                </a:moveTo>
                <a:lnTo>
                  <a:pt x="403641" y="729628"/>
                </a:lnTo>
                <a:lnTo>
                  <a:pt x="403153" y="728715"/>
                </a:lnTo>
                <a:lnTo>
                  <a:pt x="399354" y="722302"/>
                </a:lnTo>
                <a:lnTo>
                  <a:pt x="401576" y="714026"/>
                </a:lnTo>
                <a:lnTo>
                  <a:pt x="407979" y="710226"/>
                </a:lnTo>
                <a:lnTo>
                  <a:pt x="414433" y="706480"/>
                </a:lnTo>
                <a:lnTo>
                  <a:pt x="422767" y="708657"/>
                </a:lnTo>
                <a:lnTo>
                  <a:pt x="430254" y="721560"/>
                </a:lnTo>
                <a:lnTo>
                  <a:pt x="428090" y="729799"/>
                </a:lnTo>
                <a:lnTo>
                  <a:pt x="421628" y="733635"/>
                </a:lnTo>
                <a:lnTo>
                  <a:pt x="416047" y="736849"/>
                </a:lnTo>
                <a:lnTo>
                  <a:pt x="409304" y="735690"/>
                </a:lnTo>
                <a:close/>
              </a:path>
              <a:path w="5142230" h="2300604">
                <a:moveTo>
                  <a:pt x="301553" y="472260"/>
                </a:moveTo>
                <a:lnTo>
                  <a:pt x="296766" y="467135"/>
                </a:lnTo>
                <a:lnTo>
                  <a:pt x="295696" y="465404"/>
                </a:lnTo>
                <a:lnTo>
                  <a:pt x="295104" y="463401"/>
                </a:lnTo>
                <a:lnTo>
                  <a:pt x="292892" y="456244"/>
                </a:lnTo>
                <a:lnTo>
                  <a:pt x="296928" y="448639"/>
                </a:lnTo>
                <a:lnTo>
                  <a:pt x="311193" y="444262"/>
                </a:lnTo>
                <a:lnTo>
                  <a:pt x="318752" y="448249"/>
                </a:lnTo>
                <a:lnTo>
                  <a:pt x="323175" y="462563"/>
                </a:lnTo>
                <a:lnTo>
                  <a:pt x="319188" y="470122"/>
                </a:lnTo>
                <a:lnTo>
                  <a:pt x="306926" y="473906"/>
                </a:lnTo>
                <a:lnTo>
                  <a:pt x="301553" y="472260"/>
                </a:lnTo>
                <a:close/>
              </a:path>
              <a:path w="5142230" h="2300604">
                <a:moveTo>
                  <a:pt x="2157961" y="2221683"/>
                </a:moveTo>
                <a:lnTo>
                  <a:pt x="2153224" y="2216612"/>
                </a:lnTo>
                <a:lnTo>
                  <a:pt x="2151752" y="2212690"/>
                </a:lnTo>
                <a:lnTo>
                  <a:pt x="2153185" y="2201125"/>
                </a:lnTo>
                <a:lnTo>
                  <a:pt x="2159973" y="2195880"/>
                </a:lnTo>
                <a:lnTo>
                  <a:pt x="2167396" y="2196789"/>
                </a:lnTo>
                <a:lnTo>
                  <a:pt x="2174780" y="2197753"/>
                </a:lnTo>
                <a:lnTo>
                  <a:pt x="2180074" y="2204496"/>
                </a:lnTo>
                <a:lnTo>
                  <a:pt x="2179115" y="2211875"/>
                </a:lnTo>
                <a:lnTo>
                  <a:pt x="2178201" y="2219303"/>
                </a:lnTo>
                <a:lnTo>
                  <a:pt x="2171408" y="2224543"/>
                </a:lnTo>
                <a:lnTo>
                  <a:pt x="2164030" y="2223683"/>
                </a:lnTo>
                <a:lnTo>
                  <a:pt x="2160788" y="2223242"/>
                </a:lnTo>
                <a:lnTo>
                  <a:pt x="2157961" y="2221683"/>
                </a:lnTo>
                <a:close/>
              </a:path>
              <a:path w="5142230" h="2300604">
                <a:moveTo>
                  <a:pt x="2155178" y="1939930"/>
                </a:moveTo>
                <a:lnTo>
                  <a:pt x="2150400" y="1934816"/>
                </a:lnTo>
                <a:lnTo>
                  <a:pt x="2149198" y="1932551"/>
                </a:lnTo>
                <a:lnTo>
                  <a:pt x="2148677" y="1929942"/>
                </a:lnTo>
                <a:lnTo>
                  <a:pt x="2147317" y="1922620"/>
                </a:lnTo>
                <a:lnTo>
                  <a:pt x="2152141" y="1915566"/>
                </a:lnTo>
                <a:lnTo>
                  <a:pt x="2159461" y="1914116"/>
                </a:lnTo>
                <a:lnTo>
                  <a:pt x="2166772" y="1912755"/>
                </a:lnTo>
                <a:lnTo>
                  <a:pt x="2173880" y="1917529"/>
                </a:lnTo>
                <a:lnTo>
                  <a:pt x="2176688" y="1932264"/>
                </a:lnTo>
                <a:lnTo>
                  <a:pt x="2171868" y="1939323"/>
                </a:lnTo>
                <a:lnTo>
                  <a:pt x="2159752" y="1941602"/>
                </a:lnTo>
                <a:lnTo>
                  <a:pt x="2155178" y="1939930"/>
                </a:lnTo>
                <a:close/>
              </a:path>
              <a:path w="5142230" h="2300604">
                <a:moveTo>
                  <a:pt x="2138484" y="1871428"/>
                </a:moveTo>
                <a:lnTo>
                  <a:pt x="2133747" y="1866357"/>
                </a:lnTo>
                <a:lnTo>
                  <a:pt x="2132632" y="1864577"/>
                </a:lnTo>
                <a:lnTo>
                  <a:pt x="2132039" y="1862574"/>
                </a:lnTo>
                <a:lnTo>
                  <a:pt x="2129828" y="1855417"/>
                </a:lnTo>
                <a:lnTo>
                  <a:pt x="2133815" y="1847857"/>
                </a:lnTo>
                <a:lnTo>
                  <a:pt x="2148075" y="1843475"/>
                </a:lnTo>
                <a:lnTo>
                  <a:pt x="2155683" y="1847417"/>
                </a:lnTo>
                <a:lnTo>
                  <a:pt x="2160065" y="1861686"/>
                </a:lnTo>
                <a:lnTo>
                  <a:pt x="2156078" y="1869246"/>
                </a:lnTo>
                <a:lnTo>
                  <a:pt x="2148962" y="1871501"/>
                </a:lnTo>
                <a:lnTo>
                  <a:pt x="2143862" y="1873079"/>
                </a:lnTo>
                <a:lnTo>
                  <a:pt x="2138484" y="1871428"/>
                </a:lnTo>
                <a:close/>
              </a:path>
              <a:path w="5142230" h="2300604">
                <a:moveTo>
                  <a:pt x="263301" y="335325"/>
                </a:moveTo>
                <a:lnTo>
                  <a:pt x="258518" y="330205"/>
                </a:lnTo>
                <a:lnTo>
                  <a:pt x="257405" y="328231"/>
                </a:lnTo>
                <a:lnTo>
                  <a:pt x="254991" y="318707"/>
                </a:lnTo>
                <a:lnTo>
                  <a:pt x="259422" y="311331"/>
                </a:lnTo>
                <a:lnTo>
                  <a:pt x="273820" y="307683"/>
                </a:lnTo>
                <a:lnTo>
                  <a:pt x="281183" y="312045"/>
                </a:lnTo>
                <a:lnTo>
                  <a:pt x="284845" y="326522"/>
                </a:lnTo>
                <a:lnTo>
                  <a:pt x="280487" y="333880"/>
                </a:lnTo>
                <a:lnTo>
                  <a:pt x="268296" y="336958"/>
                </a:lnTo>
                <a:lnTo>
                  <a:pt x="263301" y="335325"/>
                </a:lnTo>
                <a:close/>
              </a:path>
              <a:path w="5142230" h="2300604">
                <a:moveTo>
                  <a:pt x="970518" y="1143407"/>
                </a:moveTo>
                <a:lnTo>
                  <a:pt x="965690" y="1138239"/>
                </a:lnTo>
                <a:lnTo>
                  <a:pt x="964509" y="1132576"/>
                </a:lnTo>
                <a:lnTo>
                  <a:pt x="966622" y="1127507"/>
                </a:lnTo>
                <a:lnTo>
                  <a:pt x="969546" y="1120667"/>
                </a:lnTo>
                <a:lnTo>
                  <a:pt x="977492" y="1117443"/>
                </a:lnTo>
                <a:lnTo>
                  <a:pt x="991267" y="1123294"/>
                </a:lnTo>
                <a:lnTo>
                  <a:pt x="994420" y="1131068"/>
                </a:lnTo>
                <a:lnTo>
                  <a:pt x="988642" y="1144921"/>
                </a:lnTo>
                <a:lnTo>
                  <a:pt x="980696" y="1148144"/>
                </a:lnTo>
                <a:lnTo>
                  <a:pt x="971992" y="1144496"/>
                </a:lnTo>
                <a:lnTo>
                  <a:pt x="970518" y="1143407"/>
                </a:lnTo>
                <a:close/>
              </a:path>
              <a:path w="5142230" h="2300604">
                <a:moveTo>
                  <a:pt x="495291" y="849828"/>
                </a:moveTo>
                <a:lnTo>
                  <a:pt x="484997" y="838808"/>
                </a:lnTo>
                <a:lnTo>
                  <a:pt x="485380" y="830323"/>
                </a:lnTo>
                <a:lnTo>
                  <a:pt x="496159" y="820162"/>
                </a:lnTo>
                <a:lnTo>
                  <a:pt x="504835" y="820458"/>
                </a:lnTo>
                <a:lnTo>
                  <a:pt x="514988" y="831326"/>
                </a:lnTo>
                <a:lnTo>
                  <a:pt x="514704" y="839819"/>
                </a:lnTo>
                <a:lnTo>
                  <a:pt x="503827" y="850071"/>
                </a:lnTo>
                <a:lnTo>
                  <a:pt x="495291" y="849828"/>
                </a:lnTo>
                <a:close/>
              </a:path>
              <a:path w="5142230" h="2300604">
                <a:moveTo>
                  <a:pt x="715579" y="1017414"/>
                </a:moveTo>
                <a:lnTo>
                  <a:pt x="710751" y="1012245"/>
                </a:lnTo>
                <a:lnTo>
                  <a:pt x="709840" y="1005699"/>
                </a:lnTo>
                <a:lnTo>
                  <a:pt x="716707" y="993989"/>
                </a:lnTo>
                <a:lnTo>
                  <a:pt x="724991" y="991811"/>
                </a:lnTo>
                <a:lnTo>
                  <a:pt x="737863" y="999336"/>
                </a:lnTo>
                <a:lnTo>
                  <a:pt x="740036" y="1007624"/>
                </a:lnTo>
                <a:lnTo>
                  <a:pt x="732517" y="1020492"/>
                </a:lnTo>
                <a:lnTo>
                  <a:pt x="724274" y="1022714"/>
                </a:lnTo>
                <a:lnTo>
                  <a:pt x="717790" y="1018901"/>
                </a:lnTo>
                <a:lnTo>
                  <a:pt x="716636" y="1018252"/>
                </a:lnTo>
                <a:lnTo>
                  <a:pt x="715579" y="1017414"/>
                </a:lnTo>
                <a:close/>
              </a:path>
              <a:path w="5142230" h="2300604">
                <a:moveTo>
                  <a:pt x="281546" y="404022"/>
                </a:moveTo>
                <a:lnTo>
                  <a:pt x="276809" y="398951"/>
                </a:lnTo>
                <a:lnTo>
                  <a:pt x="275692" y="397072"/>
                </a:lnTo>
                <a:lnTo>
                  <a:pt x="275106" y="394880"/>
                </a:lnTo>
                <a:lnTo>
                  <a:pt x="273086" y="387635"/>
                </a:lnTo>
                <a:lnTo>
                  <a:pt x="277304" y="380226"/>
                </a:lnTo>
                <a:lnTo>
                  <a:pt x="284500" y="378252"/>
                </a:lnTo>
                <a:lnTo>
                  <a:pt x="291646" y="376224"/>
                </a:lnTo>
                <a:lnTo>
                  <a:pt x="299150" y="380445"/>
                </a:lnTo>
                <a:lnTo>
                  <a:pt x="303098" y="394837"/>
                </a:lnTo>
                <a:lnTo>
                  <a:pt x="298930" y="402300"/>
                </a:lnTo>
                <a:lnTo>
                  <a:pt x="291734" y="404274"/>
                </a:lnTo>
                <a:lnTo>
                  <a:pt x="286681" y="405707"/>
                </a:lnTo>
                <a:lnTo>
                  <a:pt x="281546" y="404022"/>
                </a:lnTo>
                <a:close/>
              </a:path>
              <a:path w="5142230" h="2300604">
                <a:moveTo>
                  <a:pt x="542062" y="894617"/>
                </a:moveTo>
                <a:lnTo>
                  <a:pt x="536408" y="888565"/>
                </a:lnTo>
                <a:lnTo>
                  <a:pt x="536254" y="880775"/>
                </a:lnTo>
                <a:lnTo>
                  <a:pt x="540918" y="875505"/>
                </a:lnTo>
                <a:lnTo>
                  <a:pt x="545830" y="869912"/>
                </a:lnTo>
                <a:lnTo>
                  <a:pt x="554346" y="869353"/>
                </a:lnTo>
                <a:lnTo>
                  <a:pt x="565528" y="879270"/>
                </a:lnTo>
                <a:lnTo>
                  <a:pt x="566088" y="887786"/>
                </a:lnTo>
                <a:lnTo>
                  <a:pt x="556216" y="899017"/>
                </a:lnTo>
                <a:lnTo>
                  <a:pt x="547649" y="899523"/>
                </a:lnTo>
                <a:lnTo>
                  <a:pt x="542062" y="894617"/>
                </a:lnTo>
                <a:close/>
              </a:path>
              <a:path w="5142230" h="2300604">
                <a:moveTo>
                  <a:pt x="323796" y="539861"/>
                </a:moveTo>
                <a:lnTo>
                  <a:pt x="319018" y="534746"/>
                </a:lnTo>
                <a:lnTo>
                  <a:pt x="317987" y="533153"/>
                </a:lnTo>
                <a:lnTo>
                  <a:pt x="314890" y="524267"/>
                </a:lnTo>
                <a:lnTo>
                  <a:pt x="318646" y="516558"/>
                </a:lnTo>
                <a:lnTo>
                  <a:pt x="325669" y="514106"/>
                </a:lnTo>
                <a:lnTo>
                  <a:pt x="332810" y="511584"/>
                </a:lnTo>
                <a:lnTo>
                  <a:pt x="340446" y="515360"/>
                </a:lnTo>
                <a:lnTo>
                  <a:pt x="345354" y="529411"/>
                </a:lnTo>
                <a:lnTo>
                  <a:pt x="341644" y="537169"/>
                </a:lnTo>
                <a:lnTo>
                  <a:pt x="334575" y="539572"/>
                </a:lnTo>
                <a:lnTo>
                  <a:pt x="329366" y="541425"/>
                </a:lnTo>
                <a:lnTo>
                  <a:pt x="323796" y="539861"/>
                </a:lnTo>
                <a:close/>
              </a:path>
              <a:path w="5142230" h="2300604">
                <a:moveTo>
                  <a:pt x="214700" y="127784"/>
                </a:moveTo>
                <a:lnTo>
                  <a:pt x="209967" y="122718"/>
                </a:lnTo>
                <a:lnTo>
                  <a:pt x="208812" y="120602"/>
                </a:lnTo>
                <a:lnTo>
                  <a:pt x="208235" y="118127"/>
                </a:lnTo>
                <a:lnTo>
                  <a:pt x="206642" y="110850"/>
                </a:lnTo>
                <a:lnTo>
                  <a:pt x="211226" y="103636"/>
                </a:lnTo>
                <a:lnTo>
                  <a:pt x="218458" y="101994"/>
                </a:lnTo>
                <a:lnTo>
                  <a:pt x="225788" y="100360"/>
                </a:lnTo>
                <a:lnTo>
                  <a:pt x="232997" y="104949"/>
                </a:lnTo>
                <a:lnTo>
                  <a:pt x="236278" y="119507"/>
                </a:lnTo>
                <a:lnTo>
                  <a:pt x="231686" y="126809"/>
                </a:lnTo>
                <a:lnTo>
                  <a:pt x="219557" y="129465"/>
                </a:lnTo>
                <a:lnTo>
                  <a:pt x="214700" y="127784"/>
                </a:lnTo>
                <a:close/>
              </a:path>
              <a:path w="5142230" h="2300604">
                <a:moveTo>
                  <a:pt x="655055" y="979994"/>
                </a:moveTo>
                <a:lnTo>
                  <a:pt x="650136" y="974728"/>
                </a:lnTo>
                <a:lnTo>
                  <a:pt x="649424" y="967905"/>
                </a:lnTo>
                <a:lnTo>
                  <a:pt x="656996" y="956266"/>
                </a:lnTo>
                <a:lnTo>
                  <a:pt x="665363" y="954568"/>
                </a:lnTo>
                <a:lnTo>
                  <a:pt x="677872" y="962779"/>
                </a:lnTo>
                <a:lnTo>
                  <a:pt x="679623" y="971105"/>
                </a:lnTo>
                <a:lnTo>
                  <a:pt x="675538" y="977386"/>
                </a:lnTo>
                <a:lnTo>
                  <a:pt x="671408" y="983619"/>
                </a:lnTo>
                <a:lnTo>
                  <a:pt x="663033" y="985406"/>
                </a:lnTo>
                <a:lnTo>
                  <a:pt x="655877" y="980678"/>
                </a:lnTo>
                <a:lnTo>
                  <a:pt x="655055" y="979994"/>
                </a:lnTo>
                <a:close/>
              </a:path>
              <a:path w="5142230" h="2300604">
                <a:moveTo>
                  <a:pt x="2164938" y="2151247"/>
                </a:moveTo>
                <a:lnTo>
                  <a:pt x="2160201" y="2146176"/>
                </a:lnTo>
                <a:lnTo>
                  <a:pt x="2158814" y="2142541"/>
                </a:lnTo>
                <a:lnTo>
                  <a:pt x="2159040" y="2138678"/>
                </a:lnTo>
                <a:lnTo>
                  <a:pt x="2159531" y="2131188"/>
                </a:lnTo>
                <a:lnTo>
                  <a:pt x="2165292" y="2126212"/>
                </a:lnTo>
                <a:lnTo>
                  <a:pt x="2166000" y="2125601"/>
                </a:lnTo>
                <a:lnTo>
                  <a:pt x="2173439" y="2126039"/>
                </a:lnTo>
                <a:lnTo>
                  <a:pt x="2180885" y="2126580"/>
                </a:lnTo>
                <a:lnTo>
                  <a:pt x="2186520" y="2133004"/>
                </a:lnTo>
                <a:lnTo>
                  <a:pt x="2185537" y="2147884"/>
                </a:lnTo>
                <a:lnTo>
                  <a:pt x="2179817" y="2152904"/>
                </a:lnTo>
                <a:lnTo>
                  <a:pt x="2179065" y="2153565"/>
                </a:lnTo>
                <a:lnTo>
                  <a:pt x="2171674" y="2153082"/>
                </a:lnTo>
                <a:lnTo>
                  <a:pt x="2168043" y="2152812"/>
                </a:lnTo>
                <a:lnTo>
                  <a:pt x="2164938" y="2151247"/>
                </a:lnTo>
                <a:close/>
              </a:path>
              <a:path w="5142230" h="2300604">
                <a:moveTo>
                  <a:pt x="2040896" y="1686028"/>
                </a:moveTo>
                <a:lnTo>
                  <a:pt x="2035334" y="1680074"/>
                </a:lnTo>
                <a:lnTo>
                  <a:pt x="2030664" y="1674292"/>
                </a:lnTo>
                <a:lnTo>
                  <a:pt x="2031567" y="1665778"/>
                </a:lnTo>
                <a:lnTo>
                  <a:pt x="2037438" y="1661116"/>
                </a:lnTo>
                <a:lnTo>
                  <a:pt x="2043215" y="1656450"/>
                </a:lnTo>
                <a:lnTo>
                  <a:pt x="2051734" y="1657358"/>
                </a:lnTo>
                <a:lnTo>
                  <a:pt x="2061063" y="1669006"/>
                </a:lnTo>
                <a:lnTo>
                  <a:pt x="2060155" y="1677515"/>
                </a:lnTo>
                <a:lnTo>
                  <a:pt x="2050101" y="1685618"/>
                </a:lnTo>
                <a:lnTo>
                  <a:pt x="2048796" y="1686665"/>
                </a:lnTo>
                <a:lnTo>
                  <a:pt x="2040896" y="1686028"/>
                </a:lnTo>
                <a:close/>
              </a:path>
              <a:path w="5142230" h="2300604">
                <a:moveTo>
                  <a:pt x="230283" y="197151"/>
                </a:moveTo>
                <a:lnTo>
                  <a:pt x="225501" y="192031"/>
                </a:lnTo>
                <a:lnTo>
                  <a:pt x="224341" y="189910"/>
                </a:lnTo>
                <a:lnTo>
                  <a:pt x="222170" y="180158"/>
                </a:lnTo>
                <a:lnTo>
                  <a:pt x="226764" y="172954"/>
                </a:lnTo>
                <a:lnTo>
                  <a:pt x="233995" y="171312"/>
                </a:lnTo>
                <a:lnTo>
                  <a:pt x="241276" y="169624"/>
                </a:lnTo>
                <a:lnTo>
                  <a:pt x="248529" y="174163"/>
                </a:lnTo>
                <a:lnTo>
                  <a:pt x="251860" y="188774"/>
                </a:lnTo>
                <a:lnTo>
                  <a:pt x="247271" y="195983"/>
                </a:lnTo>
                <a:lnTo>
                  <a:pt x="239991" y="197670"/>
                </a:lnTo>
                <a:lnTo>
                  <a:pt x="235139" y="198733"/>
                </a:lnTo>
                <a:lnTo>
                  <a:pt x="230283" y="197151"/>
                </a:lnTo>
                <a:close/>
              </a:path>
              <a:path w="5142230" h="2300604">
                <a:moveTo>
                  <a:pt x="905347" y="1114794"/>
                </a:moveTo>
                <a:lnTo>
                  <a:pt x="900569" y="1109679"/>
                </a:lnTo>
                <a:lnTo>
                  <a:pt x="899444" y="1103881"/>
                </a:lnTo>
                <a:lnTo>
                  <a:pt x="901744" y="1098719"/>
                </a:lnTo>
                <a:lnTo>
                  <a:pt x="904857" y="1091886"/>
                </a:lnTo>
                <a:lnTo>
                  <a:pt x="912842" y="1088900"/>
                </a:lnTo>
                <a:lnTo>
                  <a:pt x="926460" y="1095071"/>
                </a:lnTo>
                <a:lnTo>
                  <a:pt x="929496" y="1103110"/>
                </a:lnTo>
                <a:lnTo>
                  <a:pt x="926432" y="1109899"/>
                </a:lnTo>
                <a:lnTo>
                  <a:pt x="923320" y="1116733"/>
                </a:lnTo>
                <a:lnTo>
                  <a:pt x="915329" y="1119713"/>
                </a:lnTo>
                <a:lnTo>
                  <a:pt x="908496" y="1116601"/>
                </a:lnTo>
                <a:lnTo>
                  <a:pt x="906820" y="1115883"/>
                </a:lnTo>
                <a:lnTo>
                  <a:pt x="905347" y="1114794"/>
                </a:lnTo>
                <a:close/>
              </a:path>
              <a:path w="5142230" h="2300604">
                <a:moveTo>
                  <a:pt x="376614" y="672057"/>
                </a:moveTo>
                <a:lnTo>
                  <a:pt x="371786" y="666888"/>
                </a:lnTo>
                <a:lnTo>
                  <a:pt x="370930" y="665679"/>
                </a:lnTo>
                <a:lnTo>
                  <a:pt x="370363" y="664290"/>
                </a:lnTo>
                <a:lnTo>
                  <a:pt x="367242" y="657528"/>
                </a:lnTo>
                <a:lnTo>
                  <a:pt x="370253" y="649510"/>
                </a:lnTo>
                <a:lnTo>
                  <a:pt x="377016" y="646388"/>
                </a:lnTo>
                <a:lnTo>
                  <a:pt x="383824" y="643315"/>
                </a:lnTo>
                <a:lnTo>
                  <a:pt x="391796" y="646278"/>
                </a:lnTo>
                <a:lnTo>
                  <a:pt x="394963" y="653089"/>
                </a:lnTo>
                <a:lnTo>
                  <a:pt x="398036" y="659898"/>
                </a:lnTo>
                <a:lnTo>
                  <a:pt x="395025" y="667915"/>
                </a:lnTo>
                <a:lnTo>
                  <a:pt x="388217" y="670988"/>
                </a:lnTo>
                <a:lnTo>
                  <a:pt x="382845" y="673449"/>
                </a:lnTo>
                <a:lnTo>
                  <a:pt x="376614" y="672057"/>
                </a:lnTo>
                <a:close/>
              </a:path>
              <a:path w="5142230" h="2300604">
                <a:moveTo>
                  <a:pt x="246340" y="266341"/>
                </a:moveTo>
                <a:lnTo>
                  <a:pt x="241557" y="261221"/>
                </a:lnTo>
                <a:lnTo>
                  <a:pt x="240443" y="259148"/>
                </a:lnTo>
                <a:lnTo>
                  <a:pt x="238131" y="249538"/>
                </a:lnTo>
                <a:lnTo>
                  <a:pt x="242411" y="242585"/>
                </a:lnTo>
                <a:lnTo>
                  <a:pt x="242629" y="242232"/>
                </a:lnTo>
                <a:lnTo>
                  <a:pt x="249909" y="240544"/>
                </a:lnTo>
                <a:lnTo>
                  <a:pt x="257139" y="238803"/>
                </a:lnTo>
                <a:lnTo>
                  <a:pt x="264450" y="243305"/>
                </a:lnTo>
                <a:lnTo>
                  <a:pt x="266187" y="250540"/>
                </a:lnTo>
                <a:lnTo>
                  <a:pt x="267874" y="257820"/>
                </a:lnTo>
                <a:lnTo>
                  <a:pt x="263638" y="264722"/>
                </a:lnTo>
                <a:lnTo>
                  <a:pt x="263421" y="265076"/>
                </a:lnTo>
                <a:lnTo>
                  <a:pt x="256142" y="266863"/>
                </a:lnTo>
                <a:lnTo>
                  <a:pt x="251242" y="267971"/>
                </a:lnTo>
                <a:lnTo>
                  <a:pt x="246340" y="266341"/>
                </a:lnTo>
                <a:close/>
              </a:path>
              <a:path w="5142230" h="2300604">
                <a:moveTo>
                  <a:pt x="449092" y="795193"/>
                </a:moveTo>
                <a:lnTo>
                  <a:pt x="443397" y="789097"/>
                </a:lnTo>
                <a:lnTo>
                  <a:pt x="438926" y="783138"/>
                </a:lnTo>
                <a:lnTo>
                  <a:pt x="440113" y="774633"/>
                </a:lnTo>
                <a:lnTo>
                  <a:pt x="446026" y="770113"/>
                </a:lnTo>
                <a:lnTo>
                  <a:pt x="451985" y="765642"/>
                </a:lnTo>
                <a:lnTo>
                  <a:pt x="460490" y="766829"/>
                </a:lnTo>
                <a:lnTo>
                  <a:pt x="469480" y="778701"/>
                </a:lnTo>
                <a:lnTo>
                  <a:pt x="468294" y="787206"/>
                </a:lnTo>
                <a:lnTo>
                  <a:pt x="462381" y="791725"/>
                </a:lnTo>
                <a:lnTo>
                  <a:pt x="456808" y="795926"/>
                </a:lnTo>
                <a:lnTo>
                  <a:pt x="449092" y="795193"/>
                </a:lnTo>
                <a:close/>
              </a:path>
              <a:path w="5142230" h="2300604">
                <a:moveTo>
                  <a:pt x="777749" y="1052100"/>
                </a:moveTo>
                <a:lnTo>
                  <a:pt x="772921" y="1046931"/>
                </a:lnTo>
                <a:lnTo>
                  <a:pt x="771911" y="1040670"/>
                </a:lnTo>
                <a:lnTo>
                  <a:pt x="774686" y="1035430"/>
                </a:lnTo>
                <a:lnTo>
                  <a:pt x="778210" y="1028841"/>
                </a:lnTo>
                <a:lnTo>
                  <a:pt x="786373" y="1026338"/>
                </a:lnTo>
                <a:lnTo>
                  <a:pt x="799589" y="1033350"/>
                </a:lnTo>
                <a:lnTo>
                  <a:pt x="802097" y="1041509"/>
                </a:lnTo>
                <a:lnTo>
                  <a:pt x="798613" y="1048141"/>
                </a:lnTo>
                <a:lnTo>
                  <a:pt x="795085" y="1054725"/>
                </a:lnTo>
                <a:lnTo>
                  <a:pt x="786881" y="1057184"/>
                </a:lnTo>
                <a:lnTo>
                  <a:pt x="780289" y="1053744"/>
                </a:lnTo>
                <a:lnTo>
                  <a:pt x="778950" y="1052995"/>
                </a:lnTo>
                <a:lnTo>
                  <a:pt x="777749" y="1052100"/>
                </a:lnTo>
                <a:close/>
              </a:path>
              <a:path w="5142230" h="2300604">
                <a:moveTo>
                  <a:pt x="348676" y="606570"/>
                </a:moveTo>
                <a:lnTo>
                  <a:pt x="343843" y="601397"/>
                </a:lnTo>
                <a:lnTo>
                  <a:pt x="342899" y="599996"/>
                </a:lnTo>
                <a:lnTo>
                  <a:pt x="342298" y="598375"/>
                </a:lnTo>
                <a:lnTo>
                  <a:pt x="339560" y="591436"/>
                </a:lnTo>
                <a:lnTo>
                  <a:pt x="342897" y="583571"/>
                </a:lnTo>
                <a:lnTo>
                  <a:pt x="356823" y="578050"/>
                </a:lnTo>
                <a:lnTo>
                  <a:pt x="364684" y="581480"/>
                </a:lnTo>
                <a:lnTo>
                  <a:pt x="370160" y="595357"/>
                </a:lnTo>
                <a:lnTo>
                  <a:pt x="366778" y="603174"/>
                </a:lnTo>
                <a:lnTo>
                  <a:pt x="359840" y="605912"/>
                </a:lnTo>
                <a:lnTo>
                  <a:pt x="354527" y="608044"/>
                </a:lnTo>
                <a:lnTo>
                  <a:pt x="348676" y="606570"/>
                </a:lnTo>
                <a:close/>
              </a:path>
              <a:path w="5142230" h="2300604">
                <a:moveTo>
                  <a:pt x="2164503" y="2009929"/>
                </a:moveTo>
                <a:lnTo>
                  <a:pt x="2159766" y="2004858"/>
                </a:lnTo>
                <a:lnTo>
                  <a:pt x="2158449" y="2002080"/>
                </a:lnTo>
                <a:lnTo>
                  <a:pt x="2157534" y="1991521"/>
                </a:lnTo>
                <a:lnTo>
                  <a:pt x="2162998" y="1984956"/>
                </a:lnTo>
                <a:lnTo>
                  <a:pt x="2170476" y="1984262"/>
                </a:lnTo>
                <a:lnTo>
                  <a:pt x="2177914" y="1983623"/>
                </a:lnTo>
                <a:lnTo>
                  <a:pt x="2184426" y="1989127"/>
                </a:lnTo>
                <a:lnTo>
                  <a:pt x="2185812" y="2004003"/>
                </a:lnTo>
                <a:lnTo>
                  <a:pt x="2180250" y="2010560"/>
                </a:lnTo>
                <a:lnTo>
                  <a:pt x="2168507" y="2011576"/>
                </a:lnTo>
                <a:lnTo>
                  <a:pt x="2164503" y="2009929"/>
                </a:lnTo>
                <a:close/>
              </a:path>
              <a:path w="5142230" h="2300604">
                <a:moveTo>
                  <a:pt x="597274" y="939546"/>
                </a:moveTo>
                <a:lnTo>
                  <a:pt x="591757" y="933641"/>
                </a:lnTo>
                <a:lnTo>
                  <a:pt x="591305" y="926412"/>
                </a:lnTo>
                <a:lnTo>
                  <a:pt x="595309" y="921120"/>
                </a:lnTo>
                <a:lnTo>
                  <a:pt x="599762" y="915134"/>
                </a:lnTo>
                <a:lnTo>
                  <a:pt x="608252" y="913959"/>
                </a:lnTo>
                <a:lnTo>
                  <a:pt x="620170" y="922905"/>
                </a:lnTo>
                <a:lnTo>
                  <a:pt x="621398" y="931355"/>
                </a:lnTo>
                <a:lnTo>
                  <a:pt x="616892" y="937381"/>
                </a:lnTo>
                <a:lnTo>
                  <a:pt x="612394" y="943318"/>
                </a:lnTo>
                <a:lnTo>
                  <a:pt x="603949" y="944542"/>
                </a:lnTo>
                <a:lnTo>
                  <a:pt x="597971" y="940000"/>
                </a:lnTo>
                <a:lnTo>
                  <a:pt x="597274" y="939546"/>
                </a:lnTo>
                <a:close/>
              </a:path>
              <a:path w="5142230" h="2300604">
                <a:moveTo>
                  <a:pt x="1988788" y="1628684"/>
                </a:moveTo>
                <a:lnTo>
                  <a:pt x="1983504" y="1623027"/>
                </a:lnTo>
                <a:lnTo>
                  <a:pt x="1983545" y="1614762"/>
                </a:lnTo>
                <a:lnTo>
                  <a:pt x="1988637" y="1609559"/>
                </a:lnTo>
                <a:lnTo>
                  <a:pt x="1993916" y="1604262"/>
                </a:lnTo>
                <a:lnTo>
                  <a:pt x="2002462" y="1604222"/>
                </a:lnTo>
                <a:lnTo>
                  <a:pt x="2013102" y="1614635"/>
                </a:lnTo>
                <a:lnTo>
                  <a:pt x="2013188" y="1623231"/>
                </a:lnTo>
                <a:lnTo>
                  <a:pt x="2007909" y="1628527"/>
                </a:lnTo>
                <a:lnTo>
                  <a:pt x="2002675" y="1633873"/>
                </a:lnTo>
                <a:lnTo>
                  <a:pt x="1994129" y="1633912"/>
                </a:lnTo>
                <a:lnTo>
                  <a:pt x="1988788" y="1628684"/>
                </a:lnTo>
                <a:close/>
              </a:path>
              <a:path w="5142230" h="2300604">
                <a:moveTo>
                  <a:pt x="1200954" y="1087754"/>
                </a:moveTo>
                <a:lnTo>
                  <a:pt x="1196308" y="1082781"/>
                </a:lnTo>
                <a:lnTo>
                  <a:pt x="1195067" y="1077640"/>
                </a:lnTo>
                <a:lnTo>
                  <a:pt x="1199286" y="1066028"/>
                </a:lnTo>
                <a:lnTo>
                  <a:pt x="1206865" y="1062509"/>
                </a:lnTo>
                <a:lnTo>
                  <a:pt x="1220476" y="1067500"/>
                </a:lnTo>
                <a:lnTo>
                  <a:pt x="1223954" y="1075035"/>
                </a:lnTo>
                <a:lnTo>
                  <a:pt x="1218958" y="1088650"/>
                </a:lnTo>
                <a:lnTo>
                  <a:pt x="1211423" y="1092119"/>
                </a:lnTo>
                <a:lnTo>
                  <a:pt x="1202658" y="1088893"/>
                </a:lnTo>
                <a:lnTo>
                  <a:pt x="1200954" y="1087754"/>
                </a:lnTo>
                <a:close/>
              </a:path>
              <a:path w="5142230" h="2300604">
                <a:moveTo>
                  <a:pt x="2407019" y="2061239"/>
                </a:moveTo>
                <a:lnTo>
                  <a:pt x="2402419" y="2056315"/>
                </a:lnTo>
                <a:lnTo>
                  <a:pt x="2401032" y="2052679"/>
                </a:lnTo>
                <a:lnTo>
                  <a:pt x="2402121" y="2041627"/>
                </a:lnTo>
                <a:lnTo>
                  <a:pt x="2407100" y="2037476"/>
                </a:lnTo>
                <a:lnTo>
                  <a:pt x="2408486" y="2036320"/>
                </a:lnTo>
                <a:lnTo>
                  <a:pt x="2422932" y="2037709"/>
                </a:lnTo>
                <a:lnTo>
                  <a:pt x="2428186" y="2044115"/>
                </a:lnTo>
                <a:lnTo>
                  <a:pt x="2427520" y="2051320"/>
                </a:lnTo>
                <a:lnTo>
                  <a:pt x="2426756" y="2058517"/>
                </a:lnTo>
                <a:lnTo>
                  <a:pt x="2421777" y="2062668"/>
                </a:lnTo>
                <a:lnTo>
                  <a:pt x="2420391" y="2063824"/>
                </a:lnTo>
                <a:lnTo>
                  <a:pt x="2413189" y="2063054"/>
                </a:lnTo>
                <a:lnTo>
                  <a:pt x="2409895" y="2062753"/>
                </a:lnTo>
                <a:lnTo>
                  <a:pt x="2407019" y="2061239"/>
                </a:lnTo>
                <a:close/>
              </a:path>
              <a:path w="5142230" h="2300604">
                <a:moveTo>
                  <a:pt x="331900" y="168791"/>
                </a:moveTo>
                <a:lnTo>
                  <a:pt x="327299" y="163866"/>
                </a:lnTo>
                <a:lnTo>
                  <a:pt x="326228" y="162036"/>
                </a:lnTo>
                <a:lnTo>
                  <a:pt x="323607" y="153071"/>
                </a:lnTo>
                <a:lnTo>
                  <a:pt x="327629" y="145843"/>
                </a:lnTo>
                <a:lnTo>
                  <a:pt x="341553" y="141785"/>
                </a:lnTo>
                <a:lnTo>
                  <a:pt x="348780" y="145808"/>
                </a:lnTo>
                <a:lnTo>
                  <a:pt x="352839" y="159731"/>
                </a:lnTo>
                <a:lnTo>
                  <a:pt x="348816" y="166959"/>
                </a:lnTo>
                <a:lnTo>
                  <a:pt x="341850" y="168983"/>
                </a:lnTo>
                <a:lnTo>
                  <a:pt x="336944" y="170379"/>
                </a:lnTo>
                <a:lnTo>
                  <a:pt x="331900" y="168791"/>
                </a:lnTo>
                <a:close/>
              </a:path>
              <a:path w="5142230" h="2300604">
                <a:moveTo>
                  <a:pt x="1335238" y="1134342"/>
                </a:moveTo>
                <a:lnTo>
                  <a:pt x="1330592" y="1129368"/>
                </a:lnTo>
                <a:lnTo>
                  <a:pt x="1329344" y="1124416"/>
                </a:lnTo>
                <a:lnTo>
                  <a:pt x="1330874" y="1119700"/>
                </a:lnTo>
                <a:lnTo>
                  <a:pt x="1333066" y="1113054"/>
                </a:lnTo>
                <a:lnTo>
                  <a:pt x="1333137" y="1112837"/>
                </a:lnTo>
                <a:lnTo>
                  <a:pt x="1340580" y="1109172"/>
                </a:lnTo>
                <a:lnTo>
                  <a:pt x="1354301" y="1113694"/>
                </a:lnTo>
                <a:lnTo>
                  <a:pt x="1358014" y="1121091"/>
                </a:lnTo>
                <a:lnTo>
                  <a:pt x="1355751" y="1127954"/>
                </a:lnTo>
                <a:lnTo>
                  <a:pt x="1353511" y="1134646"/>
                </a:lnTo>
                <a:lnTo>
                  <a:pt x="1353439" y="1134862"/>
                </a:lnTo>
                <a:lnTo>
                  <a:pt x="1346046" y="1138581"/>
                </a:lnTo>
                <a:lnTo>
                  <a:pt x="1339184" y="1136317"/>
                </a:lnTo>
                <a:lnTo>
                  <a:pt x="1337037" y="1135583"/>
                </a:lnTo>
                <a:lnTo>
                  <a:pt x="1335238" y="1134342"/>
                </a:lnTo>
                <a:close/>
              </a:path>
              <a:path w="5142230" h="2300604">
                <a:moveTo>
                  <a:pt x="543604" y="694324"/>
                </a:moveTo>
                <a:lnTo>
                  <a:pt x="538035" y="688362"/>
                </a:lnTo>
                <a:lnTo>
                  <a:pt x="533701" y="682550"/>
                </a:lnTo>
                <a:lnTo>
                  <a:pt x="534878" y="674328"/>
                </a:lnTo>
                <a:lnTo>
                  <a:pt x="546454" y="665705"/>
                </a:lnTo>
                <a:lnTo>
                  <a:pt x="554676" y="666882"/>
                </a:lnTo>
                <a:lnTo>
                  <a:pt x="563344" y="678507"/>
                </a:lnTo>
                <a:lnTo>
                  <a:pt x="562118" y="686675"/>
                </a:lnTo>
                <a:lnTo>
                  <a:pt x="556355" y="691063"/>
                </a:lnTo>
                <a:lnTo>
                  <a:pt x="550928" y="695028"/>
                </a:lnTo>
                <a:lnTo>
                  <a:pt x="543604" y="694324"/>
                </a:lnTo>
                <a:close/>
              </a:path>
              <a:path w="5142230" h="2300604">
                <a:moveTo>
                  <a:pt x="937934" y="979892"/>
                </a:moveTo>
                <a:lnTo>
                  <a:pt x="933288" y="974919"/>
                </a:lnTo>
                <a:lnTo>
                  <a:pt x="932213" y="969175"/>
                </a:lnTo>
                <a:lnTo>
                  <a:pt x="934548" y="964245"/>
                </a:lnTo>
                <a:lnTo>
                  <a:pt x="937511" y="957642"/>
                </a:lnTo>
                <a:lnTo>
                  <a:pt x="945355" y="954798"/>
                </a:lnTo>
                <a:lnTo>
                  <a:pt x="958463" y="960815"/>
                </a:lnTo>
                <a:lnTo>
                  <a:pt x="961361" y="968609"/>
                </a:lnTo>
                <a:lnTo>
                  <a:pt x="955291" y="981758"/>
                </a:lnTo>
                <a:lnTo>
                  <a:pt x="947497" y="984656"/>
                </a:lnTo>
                <a:lnTo>
                  <a:pt x="939317" y="980884"/>
                </a:lnTo>
                <a:lnTo>
                  <a:pt x="937934" y="979892"/>
                </a:lnTo>
                <a:close/>
              </a:path>
              <a:path w="5142230" h="2300604">
                <a:moveTo>
                  <a:pt x="2286217" y="1597924"/>
                </a:moveTo>
                <a:lnTo>
                  <a:pt x="2281070" y="1592414"/>
                </a:lnTo>
                <a:lnTo>
                  <a:pt x="2276346" y="1586966"/>
                </a:lnTo>
                <a:lnTo>
                  <a:pt x="2276911" y="1578676"/>
                </a:lnTo>
                <a:lnTo>
                  <a:pt x="2287101" y="1569840"/>
                </a:lnTo>
                <a:lnTo>
                  <a:pt x="2287808" y="1569228"/>
                </a:lnTo>
                <a:lnTo>
                  <a:pt x="2296093" y="1569788"/>
                </a:lnTo>
                <a:lnTo>
                  <a:pt x="2305587" y="1580733"/>
                </a:lnTo>
                <a:lnTo>
                  <a:pt x="2304981" y="1588979"/>
                </a:lnTo>
                <a:lnTo>
                  <a:pt x="2299578" y="1593752"/>
                </a:lnTo>
                <a:lnTo>
                  <a:pt x="2294833" y="1597861"/>
                </a:lnTo>
                <a:lnTo>
                  <a:pt x="2294227" y="1598386"/>
                </a:lnTo>
                <a:lnTo>
                  <a:pt x="2286217" y="1597924"/>
                </a:lnTo>
                <a:close/>
              </a:path>
              <a:path w="5142230" h="2300604">
                <a:moveTo>
                  <a:pt x="589551" y="749081"/>
                </a:moveTo>
                <a:lnTo>
                  <a:pt x="579667" y="738500"/>
                </a:lnTo>
                <a:lnTo>
                  <a:pt x="579901" y="730246"/>
                </a:lnTo>
                <a:lnTo>
                  <a:pt x="590432" y="720308"/>
                </a:lnTo>
                <a:lnTo>
                  <a:pt x="598830" y="720599"/>
                </a:lnTo>
                <a:lnTo>
                  <a:pt x="608623" y="731082"/>
                </a:lnTo>
                <a:lnTo>
                  <a:pt x="608435" y="739384"/>
                </a:lnTo>
                <a:lnTo>
                  <a:pt x="597854" y="749269"/>
                </a:lnTo>
                <a:lnTo>
                  <a:pt x="589551" y="749081"/>
                </a:lnTo>
                <a:close/>
              </a:path>
              <a:path w="5142230" h="2300604">
                <a:moveTo>
                  <a:pt x="1267892" y="1111513"/>
                </a:moveTo>
                <a:lnTo>
                  <a:pt x="1263291" y="1106588"/>
                </a:lnTo>
                <a:lnTo>
                  <a:pt x="1262042" y="1101537"/>
                </a:lnTo>
                <a:lnTo>
                  <a:pt x="1266028" y="1089969"/>
                </a:lnTo>
                <a:lnTo>
                  <a:pt x="1273516" y="1086353"/>
                </a:lnTo>
                <a:lnTo>
                  <a:pt x="1280326" y="1088657"/>
                </a:lnTo>
                <a:lnTo>
                  <a:pt x="1287141" y="1091065"/>
                </a:lnTo>
                <a:lnTo>
                  <a:pt x="1290806" y="1098508"/>
                </a:lnTo>
                <a:lnTo>
                  <a:pt x="1288448" y="1105367"/>
                </a:lnTo>
                <a:lnTo>
                  <a:pt x="1286045" y="1112178"/>
                </a:lnTo>
                <a:lnTo>
                  <a:pt x="1278651" y="1115798"/>
                </a:lnTo>
                <a:lnTo>
                  <a:pt x="1271792" y="1113440"/>
                </a:lnTo>
                <a:lnTo>
                  <a:pt x="1269690" y="1112754"/>
                </a:lnTo>
                <a:lnTo>
                  <a:pt x="1267892" y="1111513"/>
                </a:lnTo>
                <a:close/>
              </a:path>
              <a:path w="5142230" h="2300604">
                <a:moveTo>
                  <a:pt x="2411552" y="1990631"/>
                </a:moveTo>
                <a:lnTo>
                  <a:pt x="2406997" y="1985755"/>
                </a:lnTo>
                <a:lnTo>
                  <a:pt x="2405648" y="1982356"/>
                </a:lnTo>
                <a:lnTo>
                  <a:pt x="2405867" y="1971643"/>
                </a:lnTo>
                <a:lnTo>
                  <a:pt x="2411873" y="1965951"/>
                </a:lnTo>
                <a:lnTo>
                  <a:pt x="2419133" y="1966099"/>
                </a:lnTo>
                <a:lnTo>
                  <a:pt x="2426350" y="1966298"/>
                </a:lnTo>
                <a:lnTo>
                  <a:pt x="2432095" y="1972253"/>
                </a:lnTo>
                <a:lnTo>
                  <a:pt x="2431947" y="1979523"/>
                </a:lnTo>
                <a:lnTo>
                  <a:pt x="2431744" y="1986734"/>
                </a:lnTo>
                <a:lnTo>
                  <a:pt x="2425748" y="1992436"/>
                </a:lnTo>
                <a:lnTo>
                  <a:pt x="2414846" y="1992202"/>
                </a:lnTo>
                <a:lnTo>
                  <a:pt x="2411552" y="1990631"/>
                </a:lnTo>
                <a:close/>
              </a:path>
              <a:path w="5142230" h="2300604">
                <a:moveTo>
                  <a:pt x="1402652" y="1156559"/>
                </a:moveTo>
                <a:lnTo>
                  <a:pt x="1398052" y="1151634"/>
                </a:lnTo>
                <a:lnTo>
                  <a:pt x="1396800" y="1146677"/>
                </a:lnTo>
                <a:lnTo>
                  <a:pt x="1400597" y="1135103"/>
                </a:lnTo>
                <a:lnTo>
                  <a:pt x="1407949" y="1131340"/>
                </a:lnTo>
                <a:lnTo>
                  <a:pt x="1414860" y="1133558"/>
                </a:lnTo>
                <a:lnTo>
                  <a:pt x="1421723" y="1135822"/>
                </a:lnTo>
                <a:lnTo>
                  <a:pt x="1425485" y="1143173"/>
                </a:lnTo>
                <a:lnTo>
                  <a:pt x="1423267" y="1150085"/>
                </a:lnTo>
                <a:lnTo>
                  <a:pt x="1421004" y="1156947"/>
                </a:lnTo>
                <a:lnTo>
                  <a:pt x="1413604" y="1160755"/>
                </a:lnTo>
                <a:lnTo>
                  <a:pt x="1406737" y="1158487"/>
                </a:lnTo>
                <a:lnTo>
                  <a:pt x="1404546" y="1157803"/>
                </a:lnTo>
                <a:lnTo>
                  <a:pt x="1402652" y="1156559"/>
                </a:lnTo>
                <a:close/>
              </a:path>
              <a:path w="5142230" h="2300604">
                <a:moveTo>
                  <a:pt x="414605" y="440795"/>
                </a:moveTo>
                <a:lnTo>
                  <a:pt x="409959" y="435822"/>
                </a:lnTo>
                <a:lnTo>
                  <a:pt x="409019" y="434326"/>
                </a:lnTo>
                <a:lnTo>
                  <a:pt x="405958" y="425771"/>
                </a:lnTo>
                <a:lnTo>
                  <a:pt x="409519" y="418245"/>
                </a:lnTo>
                <a:lnTo>
                  <a:pt x="416305" y="415832"/>
                </a:lnTo>
                <a:lnTo>
                  <a:pt x="423140" y="413374"/>
                </a:lnTo>
                <a:lnTo>
                  <a:pt x="430616" y="416881"/>
                </a:lnTo>
                <a:lnTo>
                  <a:pt x="435533" y="430550"/>
                </a:lnTo>
                <a:lnTo>
                  <a:pt x="431931" y="438033"/>
                </a:lnTo>
                <a:lnTo>
                  <a:pt x="425141" y="440441"/>
                </a:lnTo>
                <a:lnTo>
                  <a:pt x="420030" y="442302"/>
                </a:lnTo>
                <a:lnTo>
                  <a:pt x="414605" y="440795"/>
                </a:lnTo>
                <a:close/>
              </a:path>
              <a:path w="5142230" h="2300604">
                <a:moveTo>
                  <a:pt x="440245" y="507242"/>
                </a:moveTo>
                <a:lnTo>
                  <a:pt x="435598" y="502269"/>
                </a:lnTo>
                <a:lnTo>
                  <a:pt x="434700" y="500916"/>
                </a:lnTo>
                <a:lnTo>
                  <a:pt x="434137" y="499433"/>
                </a:lnTo>
                <a:lnTo>
                  <a:pt x="431344" y="492729"/>
                </a:lnTo>
                <a:lnTo>
                  <a:pt x="434531" y="485095"/>
                </a:lnTo>
                <a:lnTo>
                  <a:pt x="447891" y="479554"/>
                </a:lnTo>
                <a:lnTo>
                  <a:pt x="455573" y="482696"/>
                </a:lnTo>
                <a:lnTo>
                  <a:pt x="461061" y="496096"/>
                </a:lnTo>
                <a:lnTo>
                  <a:pt x="457879" y="503735"/>
                </a:lnTo>
                <a:lnTo>
                  <a:pt x="451223" y="506483"/>
                </a:lnTo>
                <a:lnTo>
                  <a:pt x="446181" y="508612"/>
                </a:lnTo>
                <a:lnTo>
                  <a:pt x="446050" y="508667"/>
                </a:lnTo>
                <a:lnTo>
                  <a:pt x="440245" y="507242"/>
                </a:lnTo>
                <a:close/>
              </a:path>
              <a:path w="5142230" h="2300604">
                <a:moveTo>
                  <a:pt x="2361954" y="1715457"/>
                </a:moveTo>
                <a:lnTo>
                  <a:pt x="2357257" y="1710430"/>
                </a:lnTo>
                <a:lnTo>
                  <a:pt x="2356493" y="1709318"/>
                </a:lnTo>
                <a:lnTo>
                  <a:pt x="2352848" y="1701410"/>
                </a:lnTo>
                <a:lnTo>
                  <a:pt x="2355751" y="1693667"/>
                </a:lnTo>
                <a:lnTo>
                  <a:pt x="2362276" y="1690584"/>
                </a:lnTo>
                <a:lnTo>
                  <a:pt x="2368852" y="1687555"/>
                </a:lnTo>
                <a:lnTo>
                  <a:pt x="2376679" y="1690461"/>
                </a:lnTo>
                <a:lnTo>
                  <a:pt x="2382752" y="1703608"/>
                </a:lnTo>
                <a:lnTo>
                  <a:pt x="2379844" y="1711345"/>
                </a:lnTo>
                <a:lnTo>
                  <a:pt x="2367992" y="1716839"/>
                </a:lnTo>
                <a:lnTo>
                  <a:pt x="2361954" y="1715457"/>
                </a:lnTo>
                <a:close/>
              </a:path>
              <a:path w="5142230" h="2300604">
                <a:moveTo>
                  <a:pt x="1002956" y="1008737"/>
                </a:moveTo>
                <a:lnTo>
                  <a:pt x="998310" y="1003763"/>
                </a:lnTo>
                <a:lnTo>
                  <a:pt x="997176" y="998248"/>
                </a:lnTo>
                <a:lnTo>
                  <a:pt x="1002101" y="986708"/>
                </a:lnTo>
                <a:lnTo>
                  <a:pt x="1009807" y="983618"/>
                </a:lnTo>
                <a:lnTo>
                  <a:pt x="1023116" y="989264"/>
                </a:lnTo>
                <a:lnTo>
                  <a:pt x="1026157" y="997016"/>
                </a:lnTo>
                <a:lnTo>
                  <a:pt x="1020511" y="1010326"/>
                </a:lnTo>
                <a:lnTo>
                  <a:pt x="1012805" y="1013415"/>
                </a:lnTo>
                <a:lnTo>
                  <a:pt x="1004430" y="1009825"/>
                </a:lnTo>
                <a:lnTo>
                  <a:pt x="1002956" y="1008737"/>
                </a:lnTo>
                <a:close/>
              </a:path>
              <a:path w="5142230" h="2300604">
                <a:moveTo>
                  <a:pt x="469661" y="572161"/>
                </a:moveTo>
                <a:lnTo>
                  <a:pt x="464973" y="567143"/>
                </a:lnTo>
                <a:lnTo>
                  <a:pt x="464206" y="566126"/>
                </a:lnTo>
                <a:lnTo>
                  <a:pt x="460456" y="558397"/>
                </a:lnTo>
                <a:lnTo>
                  <a:pt x="463083" y="550555"/>
                </a:lnTo>
                <a:lnTo>
                  <a:pt x="469612" y="547379"/>
                </a:lnTo>
                <a:lnTo>
                  <a:pt x="475783" y="544308"/>
                </a:lnTo>
                <a:lnTo>
                  <a:pt x="476095" y="544153"/>
                </a:lnTo>
                <a:lnTo>
                  <a:pt x="483934" y="546875"/>
                </a:lnTo>
                <a:lnTo>
                  <a:pt x="487159" y="553358"/>
                </a:lnTo>
                <a:lnTo>
                  <a:pt x="490290" y="559838"/>
                </a:lnTo>
                <a:lnTo>
                  <a:pt x="487663" y="567679"/>
                </a:lnTo>
                <a:lnTo>
                  <a:pt x="481134" y="570856"/>
                </a:lnTo>
                <a:lnTo>
                  <a:pt x="475851" y="573509"/>
                </a:lnTo>
                <a:lnTo>
                  <a:pt x="469661" y="572161"/>
                </a:lnTo>
                <a:close/>
              </a:path>
              <a:path w="5142230" h="2300604">
                <a:moveTo>
                  <a:pt x="2386619" y="1781253"/>
                </a:moveTo>
                <a:lnTo>
                  <a:pt x="2382018" y="1776328"/>
                </a:lnTo>
                <a:lnTo>
                  <a:pt x="2380998" y="1774551"/>
                </a:lnTo>
                <a:lnTo>
                  <a:pt x="2380400" y="1772543"/>
                </a:lnTo>
                <a:lnTo>
                  <a:pt x="2378278" y="1765678"/>
                </a:lnTo>
                <a:lnTo>
                  <a:pt x="2382205" y="1758347"/>
                </a:lnTo>
                <a:lnTo>
                  <a:pt x="2389126" y="1756274"/>
                </a:lnTo>
                <a:lnTo>
                  <a:pt x="2396041" y="1754097"/>
                </a:lnTo>
                <a:lnTo>
                  <a:pt x="2403371" y="1758034"/>
                </a:lnTo>
                <a:lnTo>
                  <a:pt x="2407567" y="1771910"/>
                </a:lnTo>
                <a:lnTo>
                  <a:pt x="2403640" y="1779240"/>
                </a:lnTo>
                <a:lnTo>
                  <a:pt x="2391806" y="1782798"/>
                </a:lnTo>
                <a:lnTo>
                  <a:pt x="2386619" y="1781253"/>
                </a:lnTo>
                <a:close/>
              </a:path>
              <a:path w="5142230" h="2300604">
                <a:moveTo>
                  <a:pt x="2369447" y="2270468"/>
                </a:moveTo>
                <a:lnTo>
                  <a:pt x="2364851" y="2265548"/>
                </a:lnTo>
                <a:lnTo>
                  <a:pt x="2363539" y="2261113"/>
                </a:lnTo>
                <a:lnTo>
                  <a:pt x="2366287" y="2249588"/>
                </a:lnTo>
                <a:lnTo>
                  <a:pt x="2373374" y="2245250"/>
                </a:lnTo>
                <a:lnTo>
                  <a:pt x="2380396" y="2247000"/>
                </a:lnTo>
                <a:lnTo>
                  <a:pt x="2387426" y="2248660"/>
                </a:lnTo>
                <a:lnTo>
                  <a:pt x="2391760" y="2255743"/>
                </a:lnTo>
                <a:lnTo>
                  <a:pt x="2388359" y="2269795"/>
                </a:lnTo>
                <a:lnTo>
                  <a:pt x="2381271" y="2274133"/>
                </a:lnTo>
                <a:lnTo>
                  <a:pt x="2371666" y="2271866"/>
                </a:lnTo>
                <a:lnTo>
                  <a:pt x="2369447" y="2270468"/>
                </a:lnTo>
                <a:close/>
              </a:path>
              <a:path w="5142230" h="2300604">
                <a:moveTo>
                  <a:pt x="2385073" y="2201276"/>
                </a:moveTo>
                <a:lnTo>
                  <a:pt x="2380468" y="2196346"/>
                </a:lnTo>
                <a:lnTo>
                  <a:pt x="2379108" y="2192056"/>
                </a:lnTo>
                <a:lnTo>
                  <a:pt x="2379978" y="2187709"/>
                </a:lnTo>
                <a:lnTo>
                  <a:pt x="2381427" y="2180658"/>
                </a:lnTo>
                <a:lnTo>
                  <a:pt x="2388386" y="2176085"/>
                </a:lnTo>
                <a:lnTo>
                  <a:pt x="2402543" y="2179021"/>
                </a:lnTo>
                <a:lnTo>
                  <a:pt x="2407120" y="2185876"/>
                </a:lnTo>
                <a:lnTo>
                  <a:pt x="2405650" y="2193002"/>
                </a:lnTo>
                <a:lnTo>
                  <a:pt x="2404234" y="2200087"/>
                </a:lnTo>
                <a:lnTo>
                  <a:pt x="2397275" y="2204661"/>
                </a:lnTo>
                <a:lnTo>
                  <a:pt x="2390195" y="2203240"/>
                </a:lnTo>
                <a:lnTo>
                  <a:pt x="2387435" y="2202631"/>
                </a:lnTo>
                <a:lnTo>
                  <a:pt x="2385073" y="2201276"/>
                </a:lnTo>
                <a:close/>
              </a:path>
              <a:path w="5142230" h="2300604">
                <a:moveTo>
                  <a:pt x="503693" y="634885"/>
                </a:moveTo>
                <a:lnTo>
                  <a:pt x="498951" y="629809"/>
                </a:lnTo>
                <a:lnTo>
                  <a:pt x="498415" y="629040"/>
                </a:lnTo>
                <a:lnTo>
                  <a:pt x="494217" y="622005"/>
                </a:lnTo>
                <a:lnTo>
                  <a:pt x="496236" y="614001"/>
                </a:lnTo>
                <a:lnTo>
                  <a:pt x="502403" y="610240"/>
                </a:lnTo>
                <a:lnTo>
                  <a:pt x="508619" y="606533"/>
                </a:lnTo>
                <a:lnTo>
                  <a:pt x="516673" y="608606"/>
                </a:lnTo>
                <a:lnTo>
                  <a:pt x="524135" y="620993"/>
                </a:lnTo>
                <a:lnTo>
                  <a:pt x="522067" y="629043"/>
                </a:lnTo>
                <a:lnTo>
                  <a:pt x="515851" y="632750"/>
                </a:lnTo>
                <a:lnTo>
                  <a:pt x="510500" y="636014"/>
                </a:lnTo>
                <a:lnTo>
                  <a:pt x="503693" y="634885"/>
                </a:lnTo>
                <a:close/>
              </a:path>
              <a:path w="5142230" h="2300604">
                <a:moveTo>
                  <a:pt x="2328416" y="1653947"/>
                </a:moveTo>
                <a:lnTo>
                  <a:pt x="2323075" y="1648229"/>
                </a:lnTo>
                <a:lnTo>
                  <a:pt x="2318674" y="1641466"/>
                </a:lnTo>
                <a:lnTo>
                  <a:pt x="2320414" y="1633358"/>
                </a:lnTo>
                <a:lnTo>
                  <a:pt x="2332530" y="1625508"/>
                </a:lnTo>
                <a:lnTo>
                  <a:pt x="2340643" y="1627253"/>
                </a:lnTo>
                <a:lnTo>
                  <a:pt x="2348492" y="1639369"/>
                </a:lnTo>
                <a:lnTo>
                  <a:pt x="2346794" y="1647521"/>
                </a:lnTo>
                <a:lnTo>
                  <a:pt x="2335309" y="1654972"/>
                </a:lnTo>
                <a:lnTo>
                  <a:pt x="2328416" y="1653947"/>
                </a:lnTo>
                <a:close/>
              </a:path>
              <a:path w="5142230" h="2300604">
                <a:moveTo>
                  <a:pt x="1134446" y="1062499"/>
                </a:moveTo>
                <a:lnTo>
                  <a:pt x="1129800" y="1057526"/>
                </a:lnTo>
                <a:lnTo>
                  <a:pt x="1128611" y="1052245"/>
                </a:lnTo>
                <a:lnTo>
                  <a:pt x="1130569" y="1047402"/>
                </a:lnTo>
                <a:lnTo>
                  <a:pt x="1133207" y="1040646"/>
                </a:lnTo>
                <a:lnTo>
                  <a:pt x="1140779" y="1037316"/>
                </a:lnTo>
                <a:lnTo>
                  <a:pt x="1147531" y="1039949"/>
                </a:lnTo>
                <a:lnTo>
                  <a:pt x="1154237" y="1042632"/>
                </a:lnTo>
                <a:lnTo>
                  <a:pt x="1157572" y="1050209"/>
                </a:lnTo>
                <a:lnTo>
                  <a:pt x="1152297" y="1063721"/>
                </a:lnTo>
                <a:lnTo>
                  <a:pt x="1144674" y="1066997"/>
                </a:lnTo>
                <a:lnTo>
                  <a:pt x="1136055" y="1063635"/>
                </a:lnTo>
                <a:lnTo>
                  <a:pt x="1134446" y="1062499"/>
                </a:lnTo>
                <a:close/>
              </a:path>
              <a:path w="5142230" h="2300604">
                <a:moveTo>
                  <a:pt x="351338" y="237104"/>
                </a:moveTo>
                <a:lnTo>
                  <a:pt x="346692" y="232130"/>
                </a:lnTo>
                <a:lnTo>
                  <a:pt x="345621" y="230300"/>
                </a:lnTo>
                <a:lnTo>
                  <a:pt x="345028" y="228297"/>
                </a:lnTo>
                <a:lnTo>
                  <a:pt x="343048" y="221290"/>
                </a:lnTo>
                <a:lnTo>
                  <a:pt x="347071" y="214062"/>
                </a:lnTo>
                <a:lnTo>
                  <a:pt x="354078" y="212082"/>
                </a:lnTo>
                <a:lnTo>
                  <a:pt x="361037" y="210147"/>
                </a:lnTo>
                <a:lnTo>
                  <a:pt x="368264" y="214170"/>
                </a:lnTo>
                <a:lnTo>
                  <a:pt x="372228" y="228090"/>
                </a:lnTo>
                <a:lnTo>
                  <a:pt x="368205" y="235317"/>
                </a:lnTo>
                <a:lnTo>
                  <a:pt x="361198" y="237298"/>
                </a:lnTo>
                <a:lnTo>
                  <a:pt x="356337" y="238643"/>
                </a:lnTo>
                <a:lnTo>
                  <a:pt x="351338" y="237104"/>
                </a:lnTo>
                <a:close/>
              </a:path>
              <a:path w="5142230" h="2300604">
                <a:moveTo>
                  <a:pt x="2410464" y="1919968"/>
                </a:moveTo>
                <a:lnTo>
                  <a:pt x="2405859" y="1915039"/>
                </a:lnTo>
                <a:lnTo>
                  <a:pt x="2404590" y="1912215"/>
                </a:lnTo>
                <a:lnTo>
                  <a:pt x="2404409" y="1909088"/>
                </a:lnTo>
                <a:lnTo>
                  <a:pt x="2403903" y="1901900"/>
                </a:lnTo>
                <a:lnTo>
                  <a:pt x="2409403" y="1895667"/>
                </a:lnTo>
                <a:lnTo>
                  <a:pt x="2416641" y="1895205"/>
                </a:lnTo>
                <a:lnTo>
                  <a:pt x="2423835" y="1894694"/>
                </a:lnTo>
                <a:lnTo>
                  <a:pt x="2430068" y="1900194"/>
                </a:lnTo>
                <a:lnTo>
                  <a:pt x="2430530" y="1907433"/>
                </a:lnTo>
                <a:lnTo>
                  <a:pt x="2431040" y="1914626"/>
                </a:lnTo>
                <a:lnTo>
                  <a:pt x="2425540" y="1920859"/>
                </a:lnTo>
                <a:lnTo>
                  <a:pt x="2414234" y="1921560"/>
                </a:lnTo>
                <a:lnTo>
                  <a:pt x="2410464" y="1919968"/>
                </a:lnTo>
                <a:close/>
              </a:path>
              <a:path w="5142230" h="2300604">
                <a:moveTo>
                  <a:pt x="391826" y="373402"/>
                </a:moveTo>
                <a:lnTo>
                  <a:pt x="387180" y="368429"/>
                </a:lnTo>
                <a:lnTo>
                  <a:pt x="386156" y="366746"/>
                </a:lnTo>
                <a:lnTo>
                  <a:pt x="385560" y="364838"/>
                </a:lnTo>
                <a:lnTo>
                  <a:pt x="383340" y="357964"/>
                </a:lnTo>
                <a:lnTo>
                  <a:pt x="387127" y="350582"/>
                </a:lnTo>
                <a:lnTo>
                  <a:pt x="394051" y="348414"/>
                </a:lnTo>
                <a:lnTo>
                  <a:pt x="400644" y="346284"/>
                </a:lnTo>
                <a:lnTo>
                  <a:pt x="400924" y="346194"/>
                </a:lnTo>
                <a:lnTo>
                  <a:pt x="408302" y="349985"/>
                </a:lnTo>
                <a:lnTo>
                  <a:pt x="410523" y="356859"/>
                </a:lnTo>
                <a:lnTo>
                  <a:pt x="412695" y="363779"/>
                </a:lnTo>
                <a:lnTo>
                  <a:pt x="408898" y="371151"/>
                </a:lnTo>
                <a:lnTo>
                  <a:pt x="402025" y="373372"/>
                </a:lnTo>
                <a:lnTo>
                  <a:pt x="397019" y="374953"/>
                </a:lnTo>
                <a:lnTo>
                  <a:pt x="391826" y="373402"/>
                </a:lnTo>
                <a:close/>
              </a:path>
              <a:path w="5142230" h="2300604">
                <a:moveTo>
                  <a:pt x="1068496" y="1036083"/>
                </a:moveTo>
                <a:lnTo>
                  <a:pt x="1063850" y="1031110"/>
                </a:lnTo>
                <a:lnTo>
                  <a:pt x="1062664" y="1025734"/>
                </a:lnTo>
                <a:lnTo>
                  <a:pt x="1067445" y="1014137"/>
                </a:lnTo>
                <a:lnTo>
                  <a:pt x="1075064" y="1010955"/>
                </a:lnTo>
                <a:lnTo>
                  <a:pt x="1081771" y="1013638"/>
                </a:lnTo>
                <a:lnTo>
                  <a:pt x="1088429" y="1016367"/>
                </a:lnTo>
                <a:lnTo>
                  <a:pt x="1091662" y="1024031"/>
                </a:lnTo>
                <a:lnTo>
                  <a:pt x="1088974" y="1030733"/>
                </a:lnTo>
                <a:lnTo>
                  <a:pt x="1086250" y="1037396"/>
                </a:lnTo>
                <a:lnTo>
                  <a:pt x="1078586" y="1040628"/>
                </a:lnTo>
                <a:lnTo>
                  <a:pt x="1071879" y="1037945"/>
                </a:lnTo>
                <a:lnTo>
                  <a:pt x="1070064" y="1037175"/>
                </a:lnTo>
                <a:lnTo>
                  <a:pt x="1068496" y="1036083"/>
                </a:lnTo>
                <a:close/>
              </a:path>
              <a:path w="5142230" h="2300604">
                <a:moveTo>
                  <a:pt x="2402559" y="1849829"/>
                </a:moveTo>
                <a:lnTo>
                  <a:pt x="2397959" y="1844904"/>
                </a:lnTo>
                <a:lnTo>
                  <a:pt x="2396711" y="1842591"/>
                </a:lnTo>
                <a:lnTo>
                  <a:pt x="2396285" y="1839985"/>
                </a:lnTo>
                <a:lnTo>
                  <a:pt x="2395063" y="1832909"/>
                </a:lnTo>
                <a:lnTo>
                  <a:pt x="2399827" y="1826084"/>
                </a:lnTo>
                <a:lnTo>
                  <a:pt x="2406997" y="1824865"/>
                </a:lnTo>
                <a:lnTo>
                  <a:pt x="2414117" y="1823592"/>
                </a:lnTo>
                <a:lnTo>
                  <a:pt x="2420898" y="1828406"/>
                </a:lnTo>
                <a:lnTo>
                  <a:pt x="2423340" y="1842652"/>
                </a:lnTo>
                <a:lnTo>
                  <a:pt x="2418571" y="1849472"/>
                </a:lnTo>
                <a:lnTo>
                  <a:pt x="2411612" y="1850625"/>
                </a:lnTo>
                <a:lnTo>
                  <a:pt x="2406974" y="1851427"/>
                </a:lnTo>
                <a:lnTo>
                  <a:pt x="2403958" y="1850349"/>
                </a:lnTo>
                <a:lnTo>
                  <a:pt x="2402559" y="1849829"/>
                </a:lnTo>
                <a:close/>
              </a:path>
              <a:path w="5142230" h="2300604">
                <a:moveTo>
                  <a:pt x="370968" y="305329"/>
                </a:moveTo>
                <a:lnTo>
                  <a:pt x="366368" y="300404"/>
                </a:lnTo>
                <a:lnTo>
                  <a:pt x="365294" y="298668"/>
                </a:lnTo>
                <a:lnTo>
                  <a:pt x="364750" y="296620"/>
                </a:lnTo>
                <a:lnTo>
                  <a:pt x="362672" y="289703"/>
                </a:lnTo>
                <a:lnTo>
                  <a:pt x="366649" y="282427"/>
                </a:lnTo>
                <a:lnTo>
                  <a:pt x="373565" y="280349"/>
                </a:lnTo>
                <a:lnTo>
                  <a:pt x="380527" y="278320"/>
                </a:lnTo>
                <a:lnTo>
                  <a:pt x="387803" y="282297"/>
                </a:lnTo>
                <a:lnTo>
                  <a:pt x="389881" y="289213"/>
                </a:lnTo>
                <a:lnTo>
                  <a:pt x="391910" y="296175"/>
                </a:lnTo>
                <a:lnTo>
                  <a:pt x="387933" y="303452"/>
                </a:lnTo>
                <a:lnTo>
                  <a:pt x="380972" y="305481"/>
                </a:lnTo>
                <a:lnTo>
                  <a:pt x="376058" y="306966"/>
                </a:lnTo>
                <a:lnTo>
                  <a:pt x="370968" y="305329"/>
                </a:lnTo>
                <a:close/>
              </a:path>
              <a:path w="5142230" h="2300604">
                <a:moveTo>
                  <a:pt x="2397831" y="2131458"/>
                </a:moveTo>
                <a:lnTo>
                  <a:pt x="2393276" y="2126582"/>
                </a:lnTo>
                <a:lnTo>
                  <a:pt x="2391907" y="2122574"/>
                </a:lnTo>
                <a:lnTo>
                  <a:pt x="2392515" y="2118436"/>
                </a:lnTo>
                <a:lnTo>
                  <a:pt x="2393653" y="2111346"/>
                </a:lnTo>
                <a:lnTo>
                  <a:pt x="2400387" y="2106434"/>
                </a:lnTo>
                <a:lnTo>
                  <a:pt x="2414665" y="2108619"/>
                </a:lnTo>
                <a:lnTo>
                  <a:pt x="2419528" y="2115390"/>
                </a:lnTo>
                <a:lnTo>
                  <a:pt x="2418390" y="2122480"/>
                </a:lnTo>
                <a:lnTo>
                  <a:pt x="2417297" y="2129618"/>
                </a:lnTo>
                <a:lnTo>
                  <a:pt x="2410621" y="2134494"/>
                </a:lnTo>
                <a:lnTo>
                  <a:pt x="2403478" y="2133397"/>
                </a:lnTo>
                <a:lnTo>
                  <a:pt x="2400428" y="2132967"/>
                </a:lnTo>
                <a:lnTo>
                  <a:pt x="2397831" y="2131458"/>
                </a:lnTo>
                <a:close/>
              </a:path>
              <a:path w="5142230" h="2300604">
                <a:moveTo>
                  <a:pt x="1870302" y="1323264"/>
                </a:moveTo>
                <a:lnTo>
                  <a:pt x="1865656" y="1318291"/>
                </a:lnTo>
                <a:lnTo>
                  <a:pt x="1864566" y="1312725"/>
                </a:lnTo>
                <a:lnTo>
                  <a:pt x="1869585" y="1301188"/>
                </a:lnTo>
                <a:lnTo>
                  <a:pt x="1877337" y="1298147"/>
                </a:lnTo>
                <a:lnTo>
                  <a:pt x="1890599" y="1303938"/>
                </a:lnTo>
                <a:lnTo>
                  <a:pt x="1893594" y="1311641"/>
                </a:lnTo>
                <a:lnTo>
                  <a:pt x="1890726" y="1318247"/>
                </a:lnTo>
                <a:lnTo>
                  <a:pt x="1887804" y="1324894"/>
                </a:lnTo>
                <a:lnTo>
                  <a:pt x="1880101" y="1327889"/>
                </a:lnTo>
                <a:lnTo>
                  <a:pt x="1873451" y="1325071"/>
                </a:lnTo>
                <a:lnTo>
                  <a:pt x="1871725" y="1324299"/>
                </a:lnTo>
                <a:lnTo>
                  <a:pt x="1870302" y="1323264"/>
                </a:lnTo>
                <a:close/>
              </a:path>
              <a:path w="5142230" h="2300604">
                <a:moveTo>
                  <a:pt x="2232372" y="1543216"/>
                </a:moveTo>
                <a:lnTo>
                  <a:pt x="2226896" y="1537355"/>
                </a:lnTo>
                <a:lnTo>
                  <a:pt x="2226737" y="1529853"/>
                </a:lnTo>
                <a:lnTo>
                  <a:pt x="2231255" y="1524719"/>
                </a:lnTo>
                <a:lnTo>
                  <a:pt x="2236061" y="1519308"/>
                </a:lnTo>
                <a:lnTo>
                  <a:pt x="2244386" y="1518836"/>
                </a:lnTo>
                <a:lnTo>
                  <a:pt x="2255200" y="1528457"/>
                </a:lnTo>
                <a:lnTo>
                  <a:pt x="2255626" y="1536733"/>
                </a:lnTo>
                <a:lnTo>
                  <a:pt x="2246010" y="1547552"/>
                </a:lnTo>
                <a:lnTo>
                  <a:pt x="2237779" y="1548027"/>
                </a:lnTo>
                <a:lnTo>
                  <a:pt x="2232372" y="1543216"/>
                </a:lnTo>
                <a:close/>
              </a:path>
              <a:path w="5142230" h="2300604">
                <a:moveTo>
                  <a:pt x="1738832" y="1270305"/>
                </a:moveTo>
                <a:lnTo>
                  <a:pt x="1734186" y="1265331"/>
                </a:lnTo>
                <a:lnTo>
                  <a:pt x="1732993" y="1260145"/>
                </a:lnTo>
                <a:lnTo>
                  <a:pt x="1737348" y="1248580"/>
                </a:lnTo>
                <a:lnTo>
                  <a:pt x="1744882" y="1245112"/>
                </a:lnTo>
                <a:lnTo>
                  <a:pt x="1758400" y="1250199"/>
                </a:lnTo>
                <a:lnTo>
                  <a:pt x="1761873" y="1257729"/>
                </a:lnTo>
                <a:lnTo>
                  <a:pt x="1759281" y="1264533"/>
                </a:lnTo>
                <a:lnTo>
                  <a:pt x="1756779" y="1271336"/>
                </a:lnTo>
                <a:lnTo>
                  <a:pt x="1749256" y="1274720"/>
                </a:lnTo>
                <a:lnTo>
                  <a:pt x="1740491" y="1271494"/>
                </a:lnTo>
                <a:lnTo>
                  <a:pt x="1738832" y="1270305"/>
                </a:lnTo>
                <a:close/>
              </a:path>
              <a:path w="5142230" h="2300604">
                <a:moveTo>
                  <a:pt x="1934734" y="1352650"/>
                </a:moveTo>
                <a:lnTo>
                  <a:pt x="1930088" y="1347677"/>
                </a:lnTo>
                <a:lnTo>
                  <a:pt x="1929053" y="1341877"/>
                </a:lnTo>
                <a:lnTo>
                  <a:pt x="1931446" y="1336912"/>
                </a:lnTo>
                <a:lnTo>
                  <a:pt x="1934549" y="1330361"/>
                </a:lnTo>
                <a:lnTo>
                  <a:pt x="1942385" y="1327606"/>
                </a:lnTo>
                <a:lnTo>
                  <a:pt x="1955438" y="1333857"/>
                </a:lnTo>
                <a:lnTo>
                  <a:pt x="1958188" y="1341689"/>
                </a:lnTo>
                <a:lnTo>
                  <a:pt x="1955044" y="1348196"/>
                </a:lnTo>
                <a:lnTo>
                  <a:pt x="1951937" y="1354742"/>
                </a:lnTo>
                <a:lnTo>
                  <a:pt x="1944101" y="1357496"/>
                </a:lnTo>
                <a:lnTo>
                  <a:pt x="1936117" y="1353641"/>
                </a:lnTo>
                <a:lnTo>
                  <a:pt x="1934734" y="1352650"/>
                </a:lnTo>
                <a:close/>
              </a:path>
              <a:path w="5142230" h="2300604">
                <a:moveTo>
                  <a:pt x="1804946" y="1295919"/>
                </a:moveTo>
                <a:lnTo>
                  <a:pt x="1800299" y="1290946"/>
                </a:lnTo>
                <a:lnTo>
                  <a:pt x="1799118" y="1285576"/>
                </a:lnTo>
                <a:lnTo>
                  <a:pt x="1803755" y="1274021"/>
                </a:lnTo>
                <a:lnTo>
                  <a:pt x="1811424" y="1270793"/>
                </a:lnTo>
                <a:lnTo>
                  <a:pt x="1824837" y="1276159"/>
                </a:lnTo>
                <a:lnTo>
                  <a:pt x="1828119" y="1283777"/>
                </a:lnTo>
                <a:lnTo>
                  <a:pt x="1825382" y="1290525"/>
                </a:lnTo>
                <a:lnTo>
                  <a:pt x="1822699" y="1297232"/>
                </a:lnTo>
                <a:lnTo>
                  <a:pt x="1815040" y="1300469"/>
                </a:lnTo>
                <a:lnTo>
                  <a:pt x="1808333" y="1297786"/>
                </a:lnTo>
                <a:lnTo>
                  <a:pt x="1806518" y="1297016"/>
                </a:lnTo>
                <a:lnTo>
                  <a:pt x="1804946" y="1295919"/>
                </a:lnTo>
                <a:close/>
              </a:path>
              <a:path w="5142230" h="2300604">
                <a:moveTo>
                  <a:pt x="750088" y="878607"/>
                </a:moveTo>
                <a:lnTo>
                  <a:pt x="745356" y="873541"/>
                </a:lnTo>
                <a:lnTo>
                  <a:pt x="744634" y="867002"/>
                </a:lnTo>
                <a:lnTo>
                  <a:pt x="751816" y="855727"/>
                </a:lnTo>
                <a:lnTo>
                  <a:pt x="759944" y="853969"/>
                </a:lnTo>
                <a:lnTo>
                  <a:pt x="772098" y="861799"/>
                </a:lnTo>
                <a:lnTo>
                  <a:pt x="773900" y="869886"/>
                </a:lnTo>
                <a:lnTo>
                  <a:pt x="770006" y="875980"/>
                </a:lnTo>
                <a:lnTo>
                  <a:pt x="766026" y="882081"/>
                </a:lnTo>
                <a:lnTo>
                  <a:pt x="757988" y="883838"/>
                </a:lnTo>
                <a:lnTo>
                  <a:pt x="751884" y="879943"/>
                </a:lnTo>
                <a:lnTo>
                  <a:pt x="750919" y="879301"/>
                </a:lnTo>
                <a:lnTo>
                  <a:pt x="750088" y="878607"/>
                </a:lnTo>
                <a:close/>
              </a:path>
              <a:path w="5142230" h="2300604">
                <a:moveTo>
                  <a:pt x="692017" y="838631"/>
                </a:moveTo>
                <a:lnTo>
                  <a:pt x="686672" y="832910"/>
                </a:lnTo>
                <a:lnTo>
                  <a:pt x="686170" y="825922"/>
                </a:lnTo>
                <a:lnTo>
                  <a:pt x="689975" y="820806"/>
                </a:lnTo>
                <a:lnTo>
                  <a:pt x="694286" y="814962"/>
                </a:lnTo>
                <a:lnTo>
                  <a:pt x="702493" y="813778"/>
                </a:lnTo>
                <a:lnTo>
                  <a:pt x="714097" y="822388"/>
                </a:lnTo>
                <a:lnTo>
                  <a:pt x="715327" y="830644"/>
                </a:lnTo>
                <a:lnTo>
                  <a:pt x="711024" y="836399"/>
                </a:lnTo>
                <a:lnTo>
                  <a:pt x="706713" y="842243"/>
                </a:lnTo>
                <a:lnTo>
                  <a:pt x="698510" y="843432"/>
                </a:lnTo>
                <a:lnTo>
                  <a:pt x="692661" y="839125"/>
                </a:lnTo>
                <a:lnTo>
                  <a:pt x="692017" y="838631"/>
                </a:lnTo>
                <a:close/>
              </a:path>
              <a:path w="5142230" h="2300604">
                <a:moveTo>
                  <a:pt x="2059749" y="1419128"/>
                </a:moveTo>
                <a:lnTo>
                  <a:pt x="2055011" y="1414057"/>
                </a:lnTo>
                <a:lnTo>
                  <a:pt x="2054184" y="1407698"/>
                </a:lnTo>
                <a:lnTo>
                  <a:pt x="2060944" y="1396361"/>
                </a:lnTo>
                <a:lnTo>
                  <a:pt x="2069070" y="1394308"/>
                </a:lnTo>
                <a:lnTo>
                  <a:pt x="2069203" y="1394450"/>
                </a:lnTo>
                <a:lnTo>
                  <a:pt x="2081391" y="1401731"/>
                </a:lnTo>
                <a:lnTo>
                  <a:pt x="2083484" y="1409738"/>
                </a:lnTo>
                <a:lnTo>
                  <a:pt x="2079731" y="1415984"/>
                </a:lnTo>
                <a:lnTo>
                  <a:pt x="2076075" y="1422138"/>
                </a:lnTo>
                <a:lnTo>
                  <a:pt x="2067978" y="1424223"/>
                </a:lnTo>
                <a:lnTo>
                  <a:pt x="2060710" y="1419864"/>
                </a:lnTo>
                <a:lnTo>
                  <a:pt x="2059749" y="1419128"/>
                </a:lnTo>
                <a:close/>
              </a:path>
              <a:path w="5142230" h="2300604">
                <a:moveTo>
                  <a:pt x="636605" y="793879"/>
                </a:moveTo>
                <a:lnTo>
                  <a:pt x="631132" y="788021"/>
                </a:lnTo>
                <a:lnTo>
                  <a:pt x="630871" y="780508"/>
                </a:lnTo>
                <a:lnTo>
                  <a:pt x="635394" y="775379"/>
                </a:lnTo>
                <a:lnTo>
                  <a:pt x="640204" y="769972"/>
                </a:lnTo>
                <a:lnTo>
                  <a:pt x="648438" y="769402"/>
                </a:lnTo>
                <a:lnTo>
                  <a:pt x="659301" y="778978"/>
                </a:lnTo>
                <a:lnTo>
                  <a:pt x="659822" y="787257"/>
                </a:lnTo>
                <a:lnTo>
                  <a:pt x="650340" y="798123"/>
                </a:lnTo>
                <a:lnTo>
                  <a:pt x="642061" y="798644"/>
                </a:lnTo>
                <a:lnTo>
                  <a:pt x="636605" y="793879"/>
                </a:lnTo>
                <a:close/>
              </a:path>
              <a:path w="5142230" h="2300604">
                <a:moveTo>
                  <a:pt x="2177624" y="1498392"/>
                </a:moveTo>
                <a:lnTo>
                  <a:pt x="2172284" y="1492676"/>
                </a:lnTo>
                <a:lnTo>
                  <a:pt x="2171826" y="1485637"/>
                </a:lnTo>
                <a:lnTo>
                  <a:pt x="2180176" y="1474733"/>
                </a:lnTo>
                <a:lnTo>
                  <a:pt x="2188376" y="1473638"/>
                </a:lnTo>
                <a:lnTo>
                  <a:pt x="2199883" y="1482438"/>
                </a:lnTo>
                <a:lnTo>
                  <a:pt x="2200973" y="1490642"/>
                </a:lnTo>
                <a:lnTo>
                  <a:pt x="2192174" y="1502140"/>
                </a:lnTo>
                <a:lnTo>
                  <a:pt x="2183969" y="1503230"/>
                </a:lnTo>
                <a:lnTo>
                  <a:pt x="2177624" y="1498392"/>
                </a:lnTo>
                <a:close/>
              </a:path>
              <a:path w="5142230" h="2300604">
                <a:moveTo>
                  <a:pt x="1997992" y="1384494"/>
                </a:moveTo>
                <a:lnTo>
                  <a:pt x="1993305" y="1379476"/>
                </a:lnTo>
                <a:lnTo>
                  <a:pt x="1992326" y="1373442"/>
                </a:lnTo>
                <a:lnTo>
                  <a:pt x="1998428" y="1361989"/>
                </a:lnTo>
                <a:lnTo>
                  <a:pt x="2006349" y="1359521"/>
                </a:lnTo>
                <a:lnTo>
                  <a:pt x="2012751" y="1362954"/>
                </a:lnTo>
                <a:lnTo>
                  <a:pt x="2019198" y="1366336"/>
                </a:lnTo>
                <a:lnTo>
                  <a:pt x="2021568" y="1374249"/>
                </a:lnTo>
                <a:lnTo>
                  <a:pt x="2018190" y="1380701"/>
                </a:lnTo>
                <a:lnTo>
                  <a:pt x="2014806" y="1387049"/>
                </a:lnTo>
                <a:lnTo>
                  <a:pt x="2006840" y="1389468"/>
                </a:lnTo>
                <a:lnTo>
                  <a:pt x="2000492" y="1386094"/>
                </a:lnTo>
                <a:lnTo>
                  <a:pt x="1999144" y="1385335"/>
                </a:lnTo>
                <a:lnTo>
                  <a:pt x="1997992" y="1384494"/>
                </a:lnTo>
                <a:close/>
              </a:path>
              <a:path w="5142230" h="2300604">
                <a:moveTo>
                  <a:pt x="2119602" y="1456808"/>
                </a:moveTo>
                <a:lnTo>
                  <a:pt x="2114865" y="1451737"/>
                </a:lnTo>
                <a:lnTo>
                  <a:pt x="2114150" y="1445009"/>
                </a:lnTo>
                <a:lnTo>
                  <a:pt x="2117631" y="1439840"/>
                </a:lnTo>
                <a:lnTo>
                  <a:pt x="2121660" y="1433793"/>
                </a:lnTo>
                <a:lnTo>
                  <a:pt x="2129782" y="1432223"/>
                </a:lnTo>
                <a:lnTo>
                  <a:pt x="2135785" y="1436304"/>
                </a:lnTo>
                <a:lnTo>
                  <a:pt x="2141787" y="1440285"/>
                </a:lnTo>
                <a:lnTo>
                  <a:pt x="2143397" y="1448460"/>
                </a:lnTo>
                <a:lnTo>
                  <a:pt x="2139366" y="1454408"/>
                </a:lnTo>
                <a:lnTo>
                  <a:pt x="2135336" y="1460455"/>
                </a:lnTo>
                <a:lnTo>
                  <a:pt x="2127210" y="1462020"/>
                </a:lnTo>
                <a:lnTo>
                  <a:pt x="2121208" y="1458039"/>
                </a:lnTo>
                <a:lnTo>
                  <a:pt x="2120383" y="1457449"/>
                </a:lnTo>
                <a:lnTo>
                  <a:pt x="2119602" y="1456808"/>
                </a:lnTo>
                <a:close/>
              </a:path>
              <a:path w="5142230" h="2300604">
                <a:moveTo>
                  <a:pt x="873889" y="948967"/>
                </a:moveTo>
                <a:lnTo>
                  <a:pt x="869198" y="943944"/>
                </a:lnTo>
                <a:lnTo>
                  <a:pt x="868219" y="938010"/>
                </a:lnTo>
                <a:lnTo>
                  <a:pt x="874039" y="926547"/>
                </a:lnTo>
                <a:lnTo>
                  <a:pt x="881917" y="923935"/>
                </a:lnTo>
                <a:lnTo>
                  <a:pt x="894772" y="930463"/>
                </a:lnTo>
                <a:lnTo>
                  <a:pt x="897384" y="938342"/>
                </a:lnTo>
                <a:lnTo>
                  <a:pt x="894141" y="944841"/>
                </a:lnTo>
                <a:lnTo>
                  <a:pt x="890902" y="951245"/>
                </a:lnTo>
                <a:lnTo>
                  <a:pt x="883023" y="953857"/>
                </a:lnTo>
                <a:lnTo>
                  <a:pt x="875132" y="949906"/>
                </a:lnTo>
                <a:lnTo>
                  <a:pt x="873889" y="948967"/>
                </a:lnTo>
                <a:close/>
              </a:path>
              <a:path w="5142230" h="2300604">
                <a:moveTo>
                  <a:pt x="1537730" y="1200477"/>
                </a:moveTo>
                <a:lnTo>
                  <a:pt x="1533134" y="1195558"/>
                </a:lnTo>
                <a:lnTo>
                  <a:pt x="1531887" y="1190605"/>
                </a:lnTo>
                <a:lnTo>
                  <a:pt x="1533412" y="1185884"/>
                </a:lnTo>
                <a:lnTo>
                  <a:pt x="1535675" y="1179021"/>
                </a:lnTo>
                <a:lnTo>
                  <a:pt x="1543077" y="1175313"/>
                </a:lnTo>
                <a:lnTo>
                  <a:pt x="1549939" y="1177576"/>
                </a:lnTo>
                <a:lnTo>
                  <a:pt x="1556846" y="1179789"/>
                </a:lnTo>
                <a:lnTo>
                  <a:pt x="1560565" y="1187191"/>
                </a:lnTo>
                <a:lnTo>
                  <a:pt x="1558347" y="1194102"/>
                </a:lnTo>
                <a:lnTo>
                  <a:pt x="1556107" y="1200893"/>
                </a:lnTo>
                <a:lnTo>
                  <a:pt x="1548638" y="1204725"/>
                </a:lnTo>
                <a:lnTo>
                  <a:pt x="1541775" y="1202461"/>
                </a:lnTo>
                <a:lnTo>
                  <a:pt x="1539628" y="1201727"/>
                </a:lnTo>
                <a:lnTo>
                  <a:pt x="1537730" y="1200477"/>
                </a:lnTo>
                <a:close/>
              </a:path>
              <a:path w="5142230" h="2300604">
                <a:moveTo>
                  <a:pt x="1605094" y="1222934"/>
                </a:moveTo>
                <a:lnTo>
                  <a:pt x="1600494" y="1218009"/>
                </a:lnTo>
                <a:lnTo>
                  <a:pt x="1599200" y="1213008"/>
                </a:lnTo>
                <a:lnTo>
                  <a:pt x="1600779" y="1208246"/>
                </a:lnTo>
                <a:lnTo>
                  <a:pt x="1603137" y="1201387"/>
                </a:lnTo>
                <a:lnTo>
                  <a:pt x="1610579" y="1197721"/>
                </a:lnTo>
                <a:lnTo>
                  <a:pt x="1617438" y="1200079"/>
                </a:lnTo>
                <a:lnTo>
                  <a:pt x="1624301" y="1202343"/>
                </a:lnTo>
                <a:lnTo>
                  <a:pt x="1627962" y="1209780"/>
                </a:lnTo>
                <a:lnTo>
                  <a:pt x="1625608" y="1216645"/>
                </a:lnTo>
                <a:lnTo>
                  <a:pt x="1623345" y="1223508"/>
                </a:lnTo>
                <a:lnTo>
                  <a:pt x="1615898" y="1227168"/>
                </a:lnTo>
                <a:lnTo>
                  <a:pt x="1608990" y="1224855"/>
                </a:lnTo>
                <a:lnTo>
                  <a:pt x="1606889" y="1224170"/>
                </a:lnTo>
                <a:lnTo>
                  <a:pt x="1605094" y="1222934"/>
                </a:lnTo>
                <a:close/>
              </a:path>
              <a:path w="5142230" h="2300604">
                <a:moveTo>
                  <a:pt x="1672140" y="1246125"/>
                </a:moveTo>
                <a:lnTo>
                  <a:pt x="1667494" y="1241151"/>
                </a:lnTo>
                <a:lnTo>
                  <a:pt x="1666303" y="1236064"/>
                </a:lnTo>
                <a:lnTo>
                  <a:pt x="1670379" y="1224495"/>
                </a:lnTo>
                <a:lnTo>
                  <a:pt x="1677867" y="1220879"/>
                </a:lnTo>
                <a:lnTo>
                  <a:pt x="1691530" y="1225729"/>
                </a:lnTo>
                <a:lnTo>
                  <a:pt x="1695105" y="1233173"/>
                </a:lnTo>
                <a:lnTo>
                  <a:pt x="1692653" y="1240030"/>
                </a:lnTo>
                <a:lnTo>
                  <a:pt x="1690249" y="1246840"/>
                </a:lnTo>
                <a:lnTo>
                  <a:pt x="1682810" y="1250411"/>
                </a:lnTo>
                <a:lnTo>
                  <a:pt x="1675951" y="1248053"/>
                </a:lnTo>
                <a:lnTo>
                  <a:pt x="1673898" y="1247322"/>
                </a:lnTo>
                <a:lnTo>
                  <a:pt x="1672140" y="1246125"/>
                </a:lnTo>
                <a:close/>
              </a:path>
              <a:path w="5142230" h="2300604">
                <a:moveTo>
                  <a:pt x="811106" y="915383"/>
                </a:moveTo>
                <a:lnTo>
                  <a:pt x="806419" y="910366"/>
                </a:lnTo>
                <a:lnTo>
                  <a:pt x="805499" y="904103"/>
                </a:lnTo>
                <a:lnTo>
                  <a:pt x="808362" y="899054"/>
                </a:lnTo>
                <a:lnTo>
                  <a:pt x="811975" y="892757"/>
                </a:lnTo>
                <a:lnTo>
                  <a:pt x="819935" y="890526"/>
                </a:lnTo>
                <a:lnTo>
                  <a:pt x="826236" y="894045"/>
                </a:lnTo>
                <a:lnTo>
                  <a:pt x="832529" y="897653"/>
                </a:lnTo>
                <a:lnTo>
                  <a:pt x="834765" y="905618"/>
                </a:lnTo>
                <a:lnTo>
                  <a:pt x="831245" y="911919"/>
                </a:lnTo>
                <a:lnTo>
                  <a:pt x="827627" y="918212"/>
                </a:lnTo>
                <a:lnTo>
                  <a:pt x="819672" y="920448"/>
                </a:lnTo>
                <a:lnTo>
                  <a:pt x="812168" y="916227"/>
                </a:lnTo>
                <a:lnTo>
                  <a:pt x="811106" y="915383"/>
                </a:lnTo>
                <a:close/>
              </a:path>
              <a:path w="5142230" h="2300604">
                <a:moveTo>
                  <a:pt x="1470261" y="1178494"/>
                </a:moveTo>
                <a:lnTo>
                  <a:pt x="1465615" y="1173521"/>
                </a:lnTo>
                <a:lnTo>
                  <a:pt x="1464318" y="1168614"/>
                </a:lnTo>
                <a:lnTo>
                  <a:pt x="1465898" y="1163952"/>
                </a:lnTo>
                <a:lnTo>
                  <a:pt x="1468116" y="1157040"/>
                </a:lnTo>
                <a:lnTo>
                  <a:pt x="1475511" y="1153227"/>
                </a:lnTo>
                <a:lnTo>
                  <a:pt x="1482379" y="1155496"/>
                </a:lnTo>
                <a:lnTo>
                  <a:pt x="1489290" y="1157714"/>
                </a:lnTo>
                <a:lnTo>
                  <a:pt x="1493049" y="1165159"/>
                </a:lnTo>
                <a:lnTo>
                  <a:pt x="1490786" y="1172022"/>
                </a:lnTo>
                <a:lnTo>
                  <a:pt x="1488568" y="1178933"/>
                </a:lnTo>
                <a:lnTo>
                  <a:pt x="1481171" y="1182647"/>
                </a:lnTo>
                <a:lnTo>
                  <a:pt x="1474260" y="1180429"/>
                </a:lnTo>
                <a:lnTo>
                  <a:pt x="1472113" y="1179695"/>
                </a:lnTo>
                <a:lnTo>
                  <a:pt x="1470261" y="1178494"/>
                </a:lnTo>
                <a:close/>
              </a:path>
              <a:path w="5142230" h="2300604">
                <a:moveTo>
                  <a:pt x="2633656" y="1760769"/>
                </a:moveTo>
                <a:lnTo>
                  <a:pt x="2629197" y="1755996"/>
                </a:lnTo>
                <a:lnTo>
                  <a:pt x="2628085" y="1753829"/>
                </a:lnTo>
                <a:lnTo>
                  <a:pt x="2627629" y="1751288"/>
                </a:lnTo>
                <a:lnTo>
                  <a:pt x="2626325" y="1744516"/>
                </a:lnTo>
                <a:lnTo>
                  <a:pt x="2630846" y="1737918"/>
                </a:lnTo>
                <a:lnTo>
                  <a:pt x="2644631" y="1735277"/>
                </a:lnTo>
                <a:lnTo>
                  <a:pt x="2651269" y="1739841"/>
                </a:lnTo>
                <a:lnTo>
                  <a:pt x="2652503" y="1746733"/>
                </a:lnTo>
                <a:lnTo>
                  <a:pt x="2653826" y="1753624"/>
                </a:lnTo>
                <a:lnTo>
                  <a:pt x="2649301" y="1760216"/>
                </a:lnTo>
                <a:lnTo>
                  <a:pt x="2637996" y="1762385"/>
                </a:lnTo>
                <a:lnTo>
                  <a:pt x="2633656" y="1760769"/>
                </a:lnTo>
                <a:close/>
              </a:path>
              <a:path w="5142230" h="2300604">
                <a:moveTo>
                  <a:pt x="1688207" y="1108494"/>
                </a:moveTo>
                <a:lnTo>
                  <a:pt x="1683743" y="1103715"/>
                </a:lnTo>
                <a:lnTo>
                  <a:pt x="1682478" y="1099136"/>
                </a:lnTo>
                <a:lnTo>
                  <a:pt x="1683814" y="1094701"/>
                </a:lnTo>
                <a:lnTo>
                  <a:pt x="1685743" y="1087968"/>
                </a:lnTo>
                <a:lnTo>
                  <a:pt x="1692814" y="1084102"/>
                </a:lnTo>
                <a:lnTo>
                  <a:pt x="1699544" y="1086125"/>
                </a:lnTo>
                <a:lnTo>
                  <a:pt x="1706276" y="1088053"/>
                </a:lnTo>
                <a:lnTo>
                  <a:pt x="1710097" y="1095076"/>
                </a:lnTo>
                <a:lnTo>
                  <a:pt x="1706145" y="1108538"/>
                </a:lnTo>
                <a:lnTo>
                  <a:pt x="1699123" y="1112359"/>
                </a:lnTo>
                <a:lnTo>
                  <a:pt x="1690146" y="1109787"/>
                </a:lnTo>
                <a:lnTo>
                  <a:pt x="1688207" y="1108494"/>
                </a:lnTo>
                <a:close/>
              </a:path>
              <a:path w="5142230" h="2300604">
                <a:moveTo>
                  <a:pt x="2402603" y="1413047"/>
                </a:moveTo>
                <a:lnTo>
                  <a:pt x="2396934" y="1406979"/>
                </a:lnTo>
                <a:lnTo>
                  <a:pt x="2396472" y="1400229"/>
                </a:lnTo>
                <a:lnTo>
                  <a:pt x="2400328" y="1395266"/>
                </a:lnTo>
                <a:lnTo>
                  <a:pt x="2404572" y="1389741"/>
                </a:lnTo>
                <a:lnTo>
                  <a:pt x="2412539" y="1388690"/>
                </a:lnTo>
                <a:lnTo>
                  <a:pt x="2423630" y="1397239"/>
                </a:lnTo>
                <a:lnTo>
                  <a:pt x="2424676" y="1405202"/>
                </a:lnTo>
                <a:lnTo>
                  <a:pt x="2416136" y="1416293"/>
                </a:lnTo>
                <a:lnTo>
                  <a:pt x="2408169" y="1417344"/>
                </a:lnTo>
                <a:lnTo>
                  <a:pt x="2402603" y="1413047"/>
                </a:lnTo>
                <a:close/>
              </a:path>
              <a:path w="5142230" h="2300604">
                <a:moveTo>
                  <a:pt x="2598730" y="2180737"/>
                </a:moveTo>
                <a:lnTo>
                  <a:pt x="2594316" y="2176013"/>
                </a:lnTo>
                <a:lnTo>
                  <a:pt x="2593004" y="2171577"/>
                </a:lnTo>
                <a:lnTo>
                  <a:pt x="2595887" y="2160392"/>
                </a:lnTo>
                <a:lnTo>
                  <a:pt x="2602699" y="2156443"/>
                </a:lnTo>
                <a:lnTo>
                  <a:pt x="2616394" y="2159863"/>
                </a:lnTo>
                <a:lnTo>
                  <a:pt x="2620455" y="2166752"/>
                </a:lnTo>
                <a:lnTo>
                  <a:pt x="2618702" y="2173380"/>
                </a:lnTo>
                <a:lnTo>
                  <a:pt x="2616923" y="2180370"/>
                </a:lnTo>
                <a:lnTo>
                  <a:pt x="2610034" y="2184432"/>
                </a:lnTo>
                <a:lnTo>
                  <a:pt x="2600817" y="2181993"/>
                </a:lnTo>
                <a:lnTo>
                  <a:pt x="2598730" y="2180737"/>
                </a:lnTo>
                <a:close/>
              </a:path>
              <a:path w="5142230" h="2300604">
                <a:moveTo>
                  <a:pt x="1018746" y="872177"/>
                </a:moveTo>
                <a:lnTo>
                  <a:pt x="1014232" y="867345"/>
                </a:lnTo>
                <a:lnTo>
                  <a:pt x="1013192" y="861834"/>
                </a:lnTo>
                <a:lnTo>
                  <a:pt x="1015438" y="857005"/>
                </a:lnTo>
                <a:lnTo>
                  <a:pt x="1018440" y="850639"/>
                </a:lnTo>
                <a:lnTo>
                  <a:pt x="1025945" y="847921"/>
                </a:lnTo>
                <a:lnTo>
                  <a:pt x="1038626" y="853871"/>
                </a:lnTo>
                <a:lnTo>
                  <a:pt x="1041394" y="861429"/>
                </a:lnTo>
                <a:lnTo>
                  <a:pt x="1035439" y="874115"/>
                </a:lnTo>
                <a:lnTo>
                  <a:pt x="1027935" y="876833"/>
                </a:lnTo>
                <a:lnTo>
                  <a:pt x="1021565" y="873827"/>
                </a:lnTo>
                <a:lnTo>
                  <a:pt x="1020029" y="873161"/>
                </a:lnTo>
                <a:lnTo>
                  <a:pt x="1018746" y="872177"/>
                </a:lnTo>
                <a:close/>
              </a:path>
              <a:path w="5142230" h="2300604">
                <a:moveTo>
                  <a:pt x="2615387" y="2111769"/>
                </a:moveTo>
                <a:lnTo>
                  <a:pt x="2610969" y="2107040"/>
                </a:lnTo>
                <a:lnTo>
                  <a:pt x="2609691" y="2102837"/>
                </a:lnTo>
                <a:lnTo>
                  <a:pt x="2612050" y="2091776"/>
                </a:lnTo>
                <a:lnTo>
                  <a:pt x="2618855" y="2087428"/>
                </a:lnTo>
                <a:lnTo>
                  <a:pt x="2625653" y="2088939"/>
                </a:lnTo>
                <a:lnTo>
                  <a:pt x="2632496" y="2090399"/>
                </a:lnTo>
                <a:lnTo>
                  <a:pt x="2636839" y="2097199"/>
                </a:lnTo>
                <a:lnTo>
                  <a:pt x="2635333" y="2103993"/>
                </a:lnTo>
                <a:lnTo>
                  <a:pt x="2633878" y="2110841"/>
                </a:lnTo>
                <a:lnTo>
                  <a:pt x="2627073" y="2115189"/>
                </a:lnTo>
                <a:lnTo>
                  <a:pt x="2620279" y="2113683"/>
                </a:lnTo>
                <a:lnTo>
                  <a:pt x="2617654" y="2113121"/>
                </a:lnTo>
                <a:lnTo>
                  <a:pt x="2615387" y="2111769"/>
                </a:lnTo>
                <a:close/>
              </a:path>
              <a:path w="5142230" h="2300604">
                <a:moveTo>
                  <a:pt x="2638792" y="1972023"/>
                </a:moveTo>
                <a:lnTo>
                  <a:pt x="2634373" y="1967293"/>
                </a:lnTo>
                <a:lnTo>
                  <a:pt x="2633032" y="1963707"/>
                </a:lnTo>
                <a:lnTo>
                  <a:pt x="2634102" y="1952928"/>
                </a:lnTo>
                <a:lnTo>
                  <a:pt x="2640363" y="1947900"/>
                </a:lnTo>
                <a:lnTo>
                  <a:pt x="2654289" y="1949319"/>
                </a:lnTo>
                <a:lnTo>
                  <a:pt x="2659365" y="1955534"/>
                </a:lnTo>
                <a:lnTo>
                  <a:pt x="2657947" y="1969460"/>
                </a:lnTo>
                <a:lnTo>
                  <a:pt x="2653182" y="1973352"/>
                </a:lnTo>
                <a:lnTo>
                  <a:pt x="2651731" y="1974536"/>
                </a:lnTo>
                <a:lnTo>
                  <a:pt x="2644723" y="1973778"/>
                </a:lnTo>
                <a:lnTo>
                  <a:pt x="2641527" y="1973485"/>
                </a:lnTo>
                <a:lnTo>
                  <a:pt x="2638792" y="1972023"/>
                </a:lnTo>
                <a:close/>
              </a:path>
              <a:path w="5142230" h="2300604">
                <a:moveTo>
                  <a:pt x="2642321" y="1830746"/>
                </a:moveTo>
                <a:lnTo>
                  <a:pt x="2637907" y="1826021"/>
                </a:lnTo>
                <a:lnTo>
                  <a:pt x="2636677" y="1823335"/>
                </a:lnTo>
                <a:lnTo>
                  <a:pt x="2635931" y="1813348"/>
                </a:lnTo>
                <a:lnTo>
                  <a:pt x="2641190" y="1807249"/>
                </a:lnTo>
                <a:lnTo>
                  <a:pt x="2648146" y="1806777"/>
                </a:lnTo>
                <a:lnTo>
                  <a:pt x="2655146" y="1806255"/>
                </a:lnTo>
                <a:lnTo>
                  <a:pt x="2661197" y="1811560"/>
                </a:lnTo>
                <a:lnTo>
                  <a:pt x="2661719" y="1818570"/>
                </a:lnTo>
                <a:lnTo>
                  <a:pt x="2662185" y="1825520"/>
                </a:lnTo>
                <a:lnTo>
                  <a:pt x="2656980" y="1831580"/>
                </a:lnTo>
                <a:lnTo>
                  <a:pt x="2649975" y="1832097"/>
                </a:lnTo>
                <a:lnTo>
                  <a:pt x="2646001" y="1832339"/>
                </a:lnTo>
                <a:lnTo>
                  <a:pt x="2642321" y="1830746"/>
                </a:lnTo>
                <a:close/>
              </a:path>
              <a:path w="5142230" h="2300604">
                <a:moveTo>
                  <a:pt x="1756348" y="1128654"/>
                </a:moveTo>
                <a:lnTo>
                  <a:pt x="1751889" y="1123880"/>
                </a:lnTo>
                <a:lnTo>
                  <a:pt x="1750583" y="1119256"/>
                </a:lnTo>
                <a:lnTo>
                  <a:pt x="1751963" y="1114771"/>
                </a:lnTo>
                <a:lnTo>
                  <a:pt x="1753932" y="1108083"/>
                </a:lnTo>
                <a:lnTo>
                  <a:pt x="1760960" y="1104267"/>
                </a:lnTo>
                <a:lnTo>
                  <a:pt x="1774373" y="1108264"/>
                </a:lnTo>
                <a:lnTo>
                  <a:pt x="1778239" y="1115335"/>
                </a:lnTo>
                <a:lnTo>
                  <a:pt x="1776216" y="1122065"/>
                </a:lnTo>
                <a:lnTo>
                  <a:pt x="1774242" y="1128748"/>
                </a:lnTo>
                <a:lnTo>
                  <a:pt x="1767174" y="1132521"/>
                </a:lnTo>
                <a:lnTo>
                  <a:pt x="1760441" y="1130592"/>
                </a:lnTo>
                <a:lnTo>
                  <a:pt x="1758246" y="1129903"/>
                </a:lnTo>
                <a:lnTo>
                  <a:pt x="1756348" y="1128654"/>
                </a:lnTo>
                <a:close/>
              </a:path>
              <a:path w="5142230" h="2300604">
                <a:moveTo>
                  <a:pt x="1484194" y="1046692"/>
                </a:moveTo>
                <a:lnTo>
                  <a:pt x="1479730" y="1041914"/>
                </a:lnTo>
                <a:lnTo>
                  <a:pt x="1478476" y="1037150"/>
                </a:lnTo>
                <a:lnTo>
                  <a:pt x="1479994" y="1032618"/>
                </a:lnTo>
                <a:lnTo>
                  <a:pt x="1482162" y="1025945"/>
                </a:lnTo>
                <a:lnTo>
                  <a:pt x="1489272" y="1022316"/>
                </a:lnTo>
                <a:lnTo>
                  <a:pt x="1502581" y="1026593"/>
                </a:lnTo>
                <a:lnTo>
                  <a:pt x="1506256" y="1033752"/>
                </a:lnTo>
                <a:lnTo>
                  <a:pt x="1501930" y="1047107"/>
                </a:lnTo>
                <a:lnTo>
                  <a:pt x="1494815" y="1050731"/>
                </a:lnTo>
                <a:lnTo>
                  <a:pt x="1486037" y="1047883"/>
                </a:lnTo>
                <a:lnTo>
                  <a:pt x="1484194" y="1046692"/>
                </a:lnTo>
                <a:close/>
              </a:path>
              <a:path w="5142230" h="2300604">
                <a:moveTo>
                  <a:pt x="2629037" y="2042222"/>
                </a:moveTo>
                <a:lnTo>
                  <a:pt x="2624574" y="2037444"/>
                </a:lnTo>
                <a:lnTo>
                  <a:pt x="2623291" y="2033529"/>
                </a:lnTo>
                <a:lnTo>
                  <a:pt x="2623944" y="2029439"/>
                </a:lnTo>
                <a:lnTo>
                  <a:pt x="2625122" y="2022587"/>
                </a:lnTo>
                <a:lnTo>
                  <a:pt x="2631612" y="2017902"/>
                </a:lnTo>
                <a:lnTo>
                  <a:pt x="2645460" y="2020215"/>
                </a:lnTo>
                <a:lnTo>
                  <a:pt x="2650100" y="2026746"/>
                </a:lnTo>
                <a:lnTo>
                  <a:pt x="2647832" y="2040544"/>
                </a:lnTo>
                <a:lnTo>
                  <a:pt x="2641301" y="2045184"/>
                </a:lnTo>
                <a:lnTo>
                  <a:pt x="2631489" y="2043576"/>
                </a:lnTo>
                <a:lnTo>
                  <a:pt x="2629037" y="2042222"/>
                </a:lnTo>
                <a:close/>
              </a:path>
              <a:path w="5142230" h="2300604">
                <a:moveTo>
                  <a:pt x="2589992" y="1627620"/>
                </a:moveTo>
                <a:lnTo>
                  <a:pt x="2585437" y="1622744"/>
                </a:lnTo>
                <a:lnTo>
                  <a:pt x="2584763" y="1621730"/>
                </a:lnTo>
                <a:lnTo>
                  <a:pt x="2584183" y="1620619"/>
                </a:lnTo>
                <a:lnTo>
                  <a:pt x="2581049" y="1614333"/>
                </a:lnTo>
                <a:lnTo>
                  <a:pt x="2583617" y="1606720"/>
                </a:lnTo>
                <a:lnTo>
                  <a:pt x="2589814" y="1603580"/>
                </a:lnTo>
                <a:lnTo>
                  <a:pt x="2595985" y="1600509"/>
                </a:lnTo>
                <a:lnTo>
                  <a:pt x="2603717" y="1603019"/>
                </a:lnTo>
                <a:lnTo>
                  <a:pt x="2606810" y="1609261"/>
                </a:lnTo>
                <a:lnTo>
                  <a:pt x="2609992" y="1615502"/>
                </a:lnTo>
                <a:lnTo>
                  <a:pt x="2607424" y="1623115"/>
                </a:lnTo>
                <a:lnTo>
                  <a:pt x="2601227" y="1626256"/>
                </a:lnTo>
                <a:lnTo>
                  <a:pt x="2596041" y="1628817"/>
                </a:lnTo>
                <a:lnTo>
                  <a:pt x="2589992" y="1627620"/>
                </a:lnTo>
                <a:close/>
              </a:path>
              <a:path w="5142230" h="2300604">
                <a:moveTo>
                  <a:pt x="2157295" y="1270386"/>
                </a:moveTo>
                <a:lnTo>
                  <a:pt x="2152786" y="1265559"/>
                </a:lnTo>
                <a:lnTo>
                  <a:pt x="2151743" y="1260141"/>
                </a:lnTo>
                <a:lnTo>
                  <a:pt x="2153890" y="1255304"/>
                </a:lnTo>
                <a:lnTo>
                  <a:pt x="2156798" y="1248936"/>
                </a:lnTo>
                <a:lnTo>
                  <a:pt x="2164260" y="1246074"/>
                </a:lnTo>
                <a:lnTo>
                  <a:pt x="2170629" y="1248982"/>
                </a:lnTo>
                <a:lnTo>
                  <a:pt x="2177042" y="1251839"/>
                </a:lnTo>
                <a:lnTo>
                  <a:pt x="2179859" y="1259351"/>
                </a:lnTo>
                <a:lnTo>
                  <a:pt x="2176997" y="1265769"/>
                </a:lnTo>
                <a:lnTo>
                  <a:pt x="2174085" y="1272133"/>
                </a:lnTo>
                <a:lnTo>
                  <a:pt x="2166577" y="1274946"/>
                </a:lnTo>
                <a:lnTo>
                  <a:pt x="2158678" y="1271377"/>
                </a:lnTo>
                <a:lnTo>
                  <a:pt x="2157295" y="1270386"/>
                </a:lnTo>
                <a:close/>
              </a:path>
              <a:path w="5142230" h="2300604">
                <a:moveTo>
                  <a:pt x="1149398" y="928366"/>
                </a:moveTo>
                <a:lnTo>
                  <a:pt x="1144934" y="923588"/>
                </a:lnTo>
                <a:lnTo>
                  <a:pt x="1143741" y="918401"/>
                </a:lnTo>
                <a:lnTo>
                  <a:pt x="1145644" y="913693"/>
                </a:lnTo>
                <a:lnTo>
                  <a:pt x="1148182" y="907222"/>
                </a:lnTo>
                <a:lnTo>
                  <a:pt x="1155563" y="903980"/>
                </a:lnTo>
                <a:lnTo>
                  <a:pt x="1168605" y="909145"/>
                </a:lnTo>
                <a:lnTo>
                  <a:pt x="1171749" y="916517"/>
                </a:lnTo>
                <a:lnTo>
                  <a:pt x="1166588" y="929565"/>
                </a:lnTo>
                <a:lnTo>
                  <a:pt x="1159252" y="932757"/>
                </a:lnTo>
                <a:lnTo>
                  <a:pt x="1152735" y="930179"/>
                </a:lnTo>
                <a:lnTo>
                  <a:pt x="1150961" y="929453"/>
                </a:lnTo>
                <a:lnTo>
                  <a:pt x="1149398" y="928366"/>
                </a:lnTo>
                <a:close/>
              </a:path>
              <a:path w="5142230" h="2300604">
                <a:moveTo>
                  <a:pt x="1620059" y="1088423"/>
                </a:moveTo>
                <a:lnTo>
                  <a:pt x="1615640" y="1083694"/>
                </a:lnTo>
                <a:lnTo>
                  <a:pt x="1614334" y="1079070"/>
                </a:lnTo>
                <a:lnTo>
                  <a:pt x="1615710" y="1074580"/>
                </a:lnTo>
                <a:lnTo>
                  <a:pt x="1617643" y="1067852"/>
                </a:lnTo>
                <a:lnTo>
                  <a:pt x="1624707" y="1064075"/>
                </a:lnTo>
                <a:lnTo>
                  <a:pt x="1631444" y="1066009"/>
                </a:lnTo>
                <a:lnTo>
                  <a:pt x="1638173" y="1068032"/>
                </a:lnTo>
                <a:lnTo>
                  <a:pt x="1641994" y="1075054"/>
                </a:lnTo>
                <a:lnTo>
                  <a:pt x="1639967" y="1081779"/>
                </a:lnTo>
                <a:lnTo>
                  <a:pt x="1637997" y="1088467"/>
                </a:lnTo>
                <a:lnTo>
                  <a:pt x="1630921" y="1092329"/>
                </a:lnTo>
                <a:lnTo>
                  <a:pt x="1624242" y="1090360"/>
                </a:lnTo>
                <a:lnTo>
                  <a:pt x="1621998" y="1089717"/>
                </a:lnTo>
                <a:lnTo>
                  <a:pt x="1620059" y="1088423"/>
                </a:lnTo>
                <a:close/>
              </a:path>
              <a:path w="5142230" h="2300604">
                <a:moveTo>
                  <a:pt x="1083659" y="901296"/>
                </a:moveTo>
                <a:lnTo>
                  <a:pt x="1079150" y="896469"/>
                </a:lnTo>
                <a:lnTo>
                  <a:pt x="1078055" y="891192"/>
                </a:lnTo>
                <a:lnTo>
                  <a:pt x="1080108" y="886352"/>
                </a:lnTo>
                <a:lnTo>
                  <a:pt x="1082876" y="879931"/>
                </a:lnTo>
                <a:lnTo>
                  <a:pt x="1090295" y="876926"/>
                </a:lnTo>
                <a:lnTo>
                  <a:pt x="1103132" y="882457"/>
                </a:lnTo>
                <a:lnTo>
                  <a:pt x="1106116" y="889757"/>
                </a:lnTo>
                <a:lnTo>
                  <a:pt x="1100652" y="902772"/>
                </a:lnTo>
                <a:lnTo>
                  <a:pt x="1093227" y="905772"/>
                </a:lnTo>
                <a:lnTo>
                  <a:pt x="1085087" y="902336"/>
                </a:lnTo>
                <a:lnTo>
                  <a:pt x="1083659" y="901296"/>
                </a:lnTo>
                <a:close/>
              </a:path>
              <a:path w="5142230" h="2300604">
                <a:moveTo>
                  <a:pt x="2283625" y="1334264"/>
                </a:moveTo>
                <a:lnTo>
                  <a:pt x="2279116" y="1329437"/>
                </a:lnTo>
                <a:lnTo>
                  <a:pt x="2278190" y="1323363"/>
                </a:lnTo>
                <a:lnTo>
                  <a:pt x="2281049" y="1318409"/>
                </a:lnTo>
                <a:lnTo>
                  <a:pt x="2284509" y="1312337"/>
                </a:lnTo>
                <a:lnTo>
                  <a:pt x="2292281" y="1310199"/>
                </a:lnTo>
                <a:lnTo>
                  <a:pt x="2298345" y="1313757"/>
                </a:lnTo>
                <a:lnTo>
                  <a:pt x="2304411" y="1317221"/>
                </a:lnTo>
                <a:lnTo>
                  <a:pt x="2306504" y="1324936"/>
                </a:lnTo>
                <a:lnTo>
                  <a:pt x="2299576" y="1337069"/>
                </a:lnTo>
                <a:lnTo>
                  <a:pt x="2291813" y="1339217"/>
                </a:lnTo>
                <a:lnTo>
                  <a:pt x="2285746" y="1335753"/>
                </a:lnTo>
                <a:lnTo>
                  <a:pt x="2284633" y="1335049"/>
                </a:lnTo>
                <a:lnTo>
                  <a:pt x="2283625" y="1334264"/>
                </a:lnTo>
                <a:close/>
              </a:path>
              <a:path w="5142230" h="2300604">
                <a:moveTo>
                  <a:pt x="1416883" y="1024195"/>
                </a:moveTo>
                <a:lnTo>
                  <a:pt x="1412374" y="1019368"/>
                </a:lnTo>
                <a:lnTo>
                  <a:pt x="1411164" y="1014554"/>
                </a:lnTo>
                <a:lnTo>
                  <a:pt x="1412740" y="1009986"/>
                </a:lnTo>
                <a:lnTo>
                  <a:pt x="1414949" y="1003357"/>
                </a:lnTo>
                <a:lnTo>
                  <a:pt x="1422100" y="999772"/>
                </a:lnTo>
                <a:lnTo>
                  <a:pt x="1435408" y="1004242"/>
                </a:lnTo>
                <a:lnTo>
                  <a:pt x="1438935" y="1011439"/>
                </a:lnTo>
                <a:lnTo>
                  <a:pt x="1436726" y="1018068"/>
                </a:lnTo>
                <a:lnTo>
                  <a:pt x="1434469" y="1024742"/>
                </a:lnTo>
                <a:lnTo>
                  <a:pt x="1427272" y="1028278"/>
                </a:lnTo>
                <a:lnTo>
                  <a:pt x="1420639" y="1026065"/>
                </a:lnTo>
                <a:lnTo>
                  <a:pt x="1418591" y="1025339"/>
                </a:lnTo>
                <a:lnTo>
                  <a:pt x="1416883" y="1024195"/>
                </a:lnTo>
                <a:close/>
              </a:path>
              <a:path w="5142230" h="2300604">
                <a:moveTo>
                  <a:pt x="2616482" y="1692632"/>
                </a:moveTo>
                <a:lnTo>
                  <a:pt x="2611968" y="1687800"/>
                </a:lnTo>
                <a:lnTo>
                  <a:pt x="2611036" y="1686215"/>
                </a:lnTo>
                <a:lnTo>
                  <a:pt x="2610482" y="1684450"/>
                </a:lnTo>
                <a:lnTo>
                  <a:pt x="2608255" y="1677765"/>
                </a:lnTo>
                <a:lnTo>
                  <a:pt x="2611897" y="1670618"/>
                </a:lnTo>
                <a:lnTo>
                  <a:pt x="2625170" y="1666255"/>
                </a:lnTo>
                <a:lnTo>
                  <a:pt x="2632365" y="1669851"/>
                </a:lnTo>
                <a:lnTo>
                  <a:pt x="2636728" y="1683124"/>
                </a:lnTo>
                <a:lnTo>
                  <a:pt x="2633082" y="1690266"/>
                </a:lnTo>
                <a:lnTo>
                  <a:pt x="2621574" y="1694076"/>
                </a:lnTo>
                <a:lnTo>
                  <a:pt x="2616482" y="1692632"/>
                </a:lnTo>
                <a:close/>
              </a:path>
              <a:path w="5142230" h="2300604">
                <a:moveTo>
                  <a:pt x="2510154" y="1512539"/>
                </a:moveTo>
                <a:lnTo>
                  <a:pt x="2505285" y="1507326"/>
                </a:lnTo>
                <a:lnTo>
                  <a:pt x="2500600" y="1502115"/>
                </a:lnTo>
                <a:lnTo>
                  <a:pt x="2501061" y="1494106"/>
                </a:lnTo>
                <a:lnTo>
                  <a:pt x="2511087" y="1485093"/>
                </a:lnTo>
                <a:lnTo>
                  <a:pt x="2511434" y="1484781"/>
                </a:lnTo>
                <a:lnTo>
                  <a:pt x="2519443" y="1485143"/>
                </a:lnTo>
                <a:lnTo>
                  <a:pt x="2528818" y="1495570"/>
                </a:lnTo>
                <a:lnTo>
                  <a:pt x="2528402" y="1503628"/>
                </a:lnTo>
                <a:lnTo>
                  <a:pt x="2518376" y="1512640"/>
                </a:lnTo>
                <a:lnTo>
                  <a:pt x="2518078" y="1512908"/>
                </a:lnTo>
                <a:lnTo>
                  <a:pt x="2510154" y="1512539"/>
                </a:lnTo>
                <a:close/>
              </a:path>
              <a:path w="5142230" h="2300604">
                <a:moveTo>
                  <a:pt x="1891972" y="1170519"/>
                </a:moveTo>
                <a:lnTo>
                  <a:pt x="1887509" y="1165740"/>
                </a:lnTo>
                <a:lnTo>
                  <a:pt x="1886259" y="1160981"/>
                </a:lnTo>
                <a:lnTo>
                  <a:pt x="1889954" y="1149786"/>
                </a:lnTo>
                <a:lnTo>
                  <a:pt x="1897056" y="1146147"/>
                </a:lnTo>
                <a:lnTo>
                  <a:pt x="1910365" y="1150424"/>
                </a:lnTo>
                <a:lnTo>
                  <a:pt x="1913991" y="1157629"/>
                </a:lnTo>
                <a:lnTo>
                  <a:pt x="1911877" y="1164261"/>
                </a:lnTo>
                <a:lnTo>
                  <a:pt x="1909714" y="1170938"/>
                </a:lnTo>
                <a:lnTo>
                  <a:pt x="1902554" y="1174613"/>
                </a:lnTo>
                <a:lnTo>
                  <a:pt x="1893776" y="1171765"/>
                </a:lnTo>
                <a:lnTo>
                  <a:pt x="1891972" y="1170519"/>
                </a:lnTo>
                <a:close/>
              </a:path>
              <a:path w="5142230" h="2300604">
                <a:moveTo>
                  <a:pt x="1959288" y="1193020"/>
                </a:moveTo>
                <a:lnTo>
                  <a:pt x="1954824" y="1188242"/>
                </a:lnTo>
                <a:lnTo>
                  <a:pt x="1953617" y="1183334"/>
                </a:lnTo>
                <a:lnTo>
                  <a:pt x="1957496" y="1172140"/>
                </a:lnTo>
                <a:lnTo>
                  <a:pt x="1964693" y="1168603"/>
                </a:lnTo>
                <a:lnTo>
                  <a:pt x="1977899" y="1173160"/>
                </a:lnTo>
                <a:lnTo>
                  <a:pt x="1981430" y="1180362"/>
                </a:lnTo>
                <a:lnTo>
                  <a:pt x="1976873" y="1193567"/>
                </a:lnTo>
                <a:lnTo>
                  <a:pt x="1969676" y="1197104"/>
                </a:lnTo>
                <a:lnTo>
                  <a:pt x="1960995" y="1194164"/>
                </a:lnTo>
                <a:lnTo>
                  <a:pt x="1959288" y="1193020"/>
                </a:lnTo>
                <a:close/>
              </a:path>
              <a:path w="5142230" h="2300604">
                <a:moveTo>
                  <a:pt x="2343928" y="1371252"/>
                </a:moveTo>
                <a:lnTo>
                  <a:pt x="2339327" y="1366327"/>
                </a:lnTo>
                <a:lnTo>
                  <a:pt x="2338692" y="1359881"/>
                </a:lnTo>
                <a:lnTo>
                  <a:pt x="2345813" y="1349029"/>
                </a:lnTo>
                <a:lnTo>
                  <a:pt x="2353704" y="1347409"/>
                </a:lnTo>
                <a:lnTo>
                  <a:pt x="2359525" y="1351294"/>
                </a:lnTo>
                <a:lnTo>
                  <a:pt x="2365386" y="1355124"/>
                </a:lnTo>
                <a:lnTo>
                  <a:pt x="2366965" y="1362972"/>
                </a:lnTo>
                <a:lnTo>
                  <a:pt x="2359295" y="1374702"/>
                </a:lnTo>
                <a:lnTo>
                  <a:pt x="2351403" y="1376322"/>
                </a:lnTo>
                <a:lnTo>
                  <a:pt x="2345582" y="1372437"/>
                </a:lnTo>
                <a:lnTo>
                  <a:pt x="2344709" y="1371893"/>
                </a:lnTo>
                <a:lnTo>
                  <a:pt x="2343928" y="1371252"/>
                </a:lnTo>
                <a:close/>
              </a:path>
              <a:path w="5142230" h="2300604">
                <a:moveTo>
                  <a:pt x="2643598" y="1901415"/>
                </a:moveTo>
                <a:lnTo>
                  <a:pt x="2639184" y="1896690"/>
                </a:lnTo>
                <a:lnTo>
                  <a:pt x="2637873" y="1893429"/>
                </a:lnTo>
                <a:lnTo>
                  <a:pt x="2637945" y="1890085"/>
                </a:lnTo>
                <a:lnTo>
                  <a:pt x="2638137" y="1883058"/>
                </a:lnTo>
                <a:lnTo>
                  <a:pt x="2643939" y="1877538"/>
                </a:lnTo>
                <a:lnTo>
                  <a:pt x="2650971" y="1877735"/>
                </a:lnTo>
                <a:lnTo>
                  <a:pt x="2658046" y="1877880"/>
                </a:lnTo>
                <a:lnTo>
                  <a:pt x="2663463" y="1883679"/>
                </a:lnTo>
                <a:lnTo>
                  <a:pt x="2663320" y="1890661"/>
                </a:lnTo>
                <a:lnTo>
                  <a:pt x="2663128" y="1897689"/>
                </a:lnTo>
                <a:lnTo>
                  <a:pt x="2657327" y="1903209"/>
                </a:lnTo>
                <a:lnTo>
                  <a:pt x="2646802" y="1902987"/>
                </a:lnTo>
                <a:lnTo>
                  <a:pt x="2643598" y="1901415"/>
                </a:lnTo>
                <a:close/>
              </a:path>
              <a:path w="5142230" h="2300604">
                <a:moveTo>
                  <a:pt x="1824248" y="1149240"/>
                </a:moveTo>
                <a:lnTo>
                  <a:pt x="1819784" y="1144461"/>
                </a:lnTo>
                <a:lnTo>
                  <a:pt x="1818575" y="1139746"/>
                </a:lnTo>
                <a:lnTo>
                  <a:pt x="1822019" y="1128576"/>
                </a:lnTo>
                <a:lnTo>
                  <a:pt x="1829092" y="1124809"/>
                </a:lnTo>
                <a:lnTo>
                  <a:pt x="1842453" y="1128946"/>
                </a:lnTo>
                <a:lnTo>
                  <a:pt x="1846221" y="1136009"/>
                </a:lnTo>
                <a:lnTo>
                  <a:pt x="1844157" y="1142694"/>
                </a:lnTo>
                <a:lnTo>
                  <a:pt x="1842134" y="1149424"/>
                </a:lnTo>
                <a:lnTo>
                  <a:pt x="1835015" y="1153142"/>
                </a:lnTo>
                <a:lnTo>
                  <a:pt x="1828339" y="1151079"/>
                </a:lnTo>
                <a:lnTo>
                  <a:pt x="1826095" y="1150436"/>
                </a:lnTo>
                <a:lnTo>
                  <a:pt x="1824248" y="1149240"/>
                </a:lnTo>
                <a:close/>
              </a:path>
              <a:path w="5142230" h="2300604">
                <a:moveTo>
                  <a:pt x="1215757" y="953852"/>
                </a:moveTo>
                <a:lnTo>
                  <a:pt x="1211293" y="949074"/>
                </a:lnTo>
                <a:lnTo>
                  <a:pt x="1210094" y="944076"/>
                </a:lnTo>
                <a:lnTo>
                  <a:pt x="1211812" y="939366"/>
                </a:lnTo>
                <a:lnTo>
                  <a:pt x="1214255" y="932793"/>
                </a:lnTo>
                <a:lnTo>
                  <a:pt x="1221544" y="929453"/>
                </a:lnTo>
                <a:lnTo>
                  <a:pt x="1234691" y="934338"/>
                </a:lnTo>
                <a:lnTo>
                  <a:pt x="1238031" y="941628"/>
                </a:lnTo>
                <a:lnTo>
                  <a:pt x="1233146" y="954775"/>
                </a:lnTo>
                <a:lnTo>
                  <a:pt x="1225856" y="958114"/>
                </a:lnTo>
                <a:lnTo>
                  <a:pt x="1219283" y="955672"/>
                </a:lnTo>
                <a:lnTo>
                  <a:pt x="1217370" y="954993"/>
                </a:lnTo>
                <a:lnTo>
                  <a:pt x="1215757" y="953852"/>
                </a:lnTo>
                <a:close/>
              </a:path>
              <a:path w="5142230" h="2300604">
                <a:moveTo>
                  <a:pt x="1282538" y="978031"/>
                </a:moveTo>
                <a:lnTo>
                  <a:pt x="1278074" y="973252"/>
                </a:lnTo>
                <a:lnTo>
                  <a:pt x="1276872" y="968349"/>
                </a:lnTo>
                <a:lnTo>
                  <a:pt x="1278493" y="963730"/>
                </a:lnTo>
                <a:lnTo>
                  <a:pt x="1280841" y="957153"/>
                </a:lnTo>
                <a:lnTo>
                  <a:pt x="1288088" y="953671"/>
                </a:lnTo>
                <a:lnTo>
                  <a:pt x="1294665" y="956019"/>
                </a:lnTo>
                <a:lnTo>
                  <a:pt x="1301290" y="958322"/>
                </a:lnTo>
                <a:lnTo>
                  <a:pt x="1304720" y="965609"/>
                </a:lnTo>
                <a:lnTo>
                  <a:pt x="1302371" y="972186"/>
                </a:lnTo>
                <a:lnTo>
                  <a:pt x="1300073" y="978816"/>
                </a:lnTo>
                <a:lnTo>
                  <a:pt x="1292829" y="982205"/>
                </a:lnTo>
                <a:lnTo>
                  <a:pt x="1286204" y="979902"/>
                </a:lnTo>
                <a:lnTo>
                  <a:pt x="1284246" y="979175"/>
                </a:lnTo>
                <a:lnTo>
                  <a:pt x="1282538" y="978031"/>
                </a:lnTo>
                <a:close/>
              </a:path>
              <a:path w="5142230" h="2300604">
                <a:moveTo>
                  <a:pt x="2555982" y="2300034"/>
                </a:moveTo>
                <a:lnTo>
                  <a:pt x="2557125" y="2296406"/>
                </a:lnTo>
                <a:lnTo>
                  <a:pt x="2564193" y="2292634"/>
                </a:lnTo>
                <a:lnTo>
                  <a:pt x="2577595" y="2296815"/>
                </a:lnTo>
                <a:lnTo>
                  <a:pt x="2579280" y="2300034"/>
                </a:lnTo>
                <a:lnTo>
                  <a:pt x="2555982" y="2300034"/>
                </a:lnTo>
                <a:close/>
              </a:path>
              <a:path w="5142230" h="2300604">
                <a:moveTo>
                  <a:pt x="2456212" y="1457922"/>
                </a:moveTo>
                <a:lnTo>
                  <a:pt x="2450969" y="1452310"/>
                </a:lnTo>
                <a:lnTo>
                  <a:pt x="2450895" y="1444900"/>
                </a:lnTo>
                <a:lnTo>
                  <a:pt x="2455358" y="1440001"/>
                </a:lnTo>
                <a:lnTo>
                  <a:pt x="2460114" y="1434828"/>
                </a:lnTo>
                <a:lnTo>
                  <a:pt x="2468108" y="1434491"/>
                </a:lnTo>
                <a:lnTo>
                  <a:pt x="2478452" y="1443903"/>
                </a:lnTo>
                <a:lnTo>
                  <a:pt x="2478840" y="1451942"/>
                </a:lnTo>
                <a:lnTo>
                  <a:pt x="2469378" y="1462242"/>
                </a:lnTo>
                <a:lnTo>
                  <a:pt x="2461339" y="1462629"/>
                </a:lnTo>
                <a:lnTo>
                  <a:pt x="2456212" y="1457922"/>
                </a:lnTo>
                <a:close/>
              </a:path>
              <a:path w="5142230" h="2300604">
                <a:moveTo>
                  <a:pt x="2092103" y="1242532"/>
                </a:moveTo>
                <a:lnTo>
                  <a:pt x="2087639" y="1237753"/>
                </a:lnTo>
                <a:lnTo>
                  <a:pt x="2086495" y="1232521"/>
                </a:lnTo>
                <a:lnTo>
                  <a:pt x="2088450" y="1227773"/>
                </a:lnTo>
                <a:lnTo>
                  <a:pt x="2091078" y="1221300"/>
                </a:lnTo>
                <a:lnTo>
                  <a:pt x="2098501" y="1218201"/>
                </a:lnTo>
                <a:lnTo>
                  <a:pt x="2111442" y="1223452"/>
                </a:lnTo>
                <a:lnTo>
                  <a:pt x="2114546" y="1230880"/>
                </a:lnTo>
                <a:lnTo>
                  <a:pt x="2109290" y="1243825"/>
                </a:lnTo>
                <a:lnTo>
                  <a:pt x="2101867" y="1246924"/>
                </a:lnTo>
                <a:lnTo>
                  <a:pt x="2095394" y="1244296"/>
                </a:lnTo>
                <a:lnTo>
                  <a:pt x="2093670" y="1243624"/>
                </a:lnTo>
                <a:lnTo>
                  <a:pt x="2092103" y="1242532"/>
                </a:lnTo>
                <a:close/>
              </a:path>
              <a:path w="5142230" h="2300604">
                <a:moveTo>
                  <a:pt x="2221266" y="1300842"/>
                </a:moveTo>
                <a:lnTo>
                  <a:pt x="2216711" y="1295966"/>
                </a:lnTo>
                <a:lnTo>
                  <a:pt x="2215767" y="1290264"/>
                </a:lnTo>
                <a:lnTo>
                  <a:pt x="2218201" y="1285342"/>
                </a:lnTo>
                <a:lnTo>
                  <a:pt x="2221344" y="1279128"/>
                </a:lnTo>
                <a:lnTo>
                  <a:pt x="2228982" y="1276650"/>
                </a:lnTo>
                <a:lnTo>
                  <a:pt x="2235250" y="1279743"/>
                </a:lnTo>
                <a:lnTo>
                  <a:pt x="2241510" y="1282926"/>
                </a:lnTo>
                <a:lnTo>
                  <a:pt x="2243993" y="1290568"/>
                </a:lnTo>
                <a:lnTo>
                  <a:pt x="2240801" y="1296828"/>
                </a:lnTo>
                <a:lnTo>
                  <a:pt x="2237667" y="1303052"/>
                </a:lnTo>
                <a:lnTo>
                  <a:pt x="2230075" y="1305579"/>
                </a:lnTo>
                <a:lnTo>
                  <a:pt x="2223810" y="1302392"/>
                </a:lnTo>
                <a:lnTo>
                  <a:pt x="2222463" y="1301732"/>
                </a:lnTo>
                <a:lnTo>
                  <a:pt x="2221266" y="1300842"/>
                </a:lnTo>
                <a:close/>
              </a:path>
              <a:path w="5142230" h="2300604">
                <a:moveTo>
                  <a:pt x="2026028" y="1216862"/>
                </a:moveTo>
                <a:lnTo>
                  <a:pt x="2021564" y="1212084"/>
                </a:lnTo>
                <a:lnTo>
                  <a:pt x="2020419" y="1207045"/>
                </a:lnTo>
                <a:lnTo>
                  <a:pt x="2022178" y="1202379"/>
                </a:lnTo>
                <a:lnTo>
                  <a:pt x="2024576" y="1195856"/>
                </a:lnTo>
                <a:lnTo>
                  <a:pt x="2031915" y="1192471"/>
                </a:lnTo>
                <a:lnTo>
                  <a:pt x="2038439" y="1194959"/>
                </a:lnTo>
                <a:lnTo>
                  <a:pt x="2045013" y="1197402"/>
                </a:lnTo>
                <a:lnTo>
                  <a:pt x="2048353" y="1204691"/>
                </a:lnTo>
                <a:lnTo>
                  <a:pt x="2043467" y="1217838"/>
                </a:lnTo>
                <a:lnTo>
                  <a:pt x="2036128" y="1221124"/>
                </a:lnTo>
                <a:lnTo>
                  <a:pt x="2029604" y="1218735"/>
                </a:lnTo>
                <a:lnTo>
                  <a:pt x="2027695" y="1217962"/>
                </a:lnTo>
                <a:lnTo>
                  <a:pt x="2026028" y="1216862"/>
                </a:lnTo>
                <a:close/>
              </a:path>
              <a:path w="5142230" h="2300604">
                <a:moveTo>
                  <a:pt x="1349631" y="1001370"/>
                </a:moveTo>
                <a:lnTo>
                  <a:pt x="1345167" y="996591"/>
                </a:lnTo>
                <a:lnTo>
                  <a:pt x="1343916" y="991733"/>
                </a:lnTo>
                <a:lnTo>
                  <a:pt x="1347786" y="980530"/>
                </a:lnTo>
                <a:lnTo>
                  <a:pt x="1354992" y="977003"/>
                </a:lnTo>
                <a:lnTo>
                  <a:pt x="1368246" y="981514"/>
                </a:lnTo>
                <a:lnTo>
                  <a:pt x="1371778" y="988716"/>
                </a:lnTo>
                <a:lnTo>
                  <a:pt x="1369475" y="995342"/>
                </a:lnTo>
                <a:lnTo>
                  <a:pt x="1367267" y="1001970"/>
                </a:lnTo>
                <a:lnTo>
                  <a:pt x="1360017" y="1005547"/>
                </a:lnTo>
                <a:lnTo>
                  <a:pt x="1351384" y="1002563"/>
                </a:lnTo>
                <a:lnTo>
                  <a:pt x="1349631" y="1001370"/>
                </a:lnTo>
                <a:close/>
              </a:path>
              <a:path w="5142230" h="2300604">
                <a:moveTo>
                  <a:pt x="1552017" y="1067979"/>
                </a:moveTo>
                <a:lnTo>
                  <a:pt x="1547554" y="1063200"/>
                </a:lnTo>
                <a:lnTo>
                  <a:pt x="1546296" y="1058531"/>
                </a:lnTo>
                <a:lnTo>
                  <a:pt x="1549740" y="1047360"/>
                </a:lnTo>
                <a:lnTo>
                  <a:pt x="1556813" y="1043593"/>
                </a:lnTo>
                <a:lnTo>
                  <a:pt x="1563494" y="1045662"/>
                </a:lnTo>
                <a:lnTo>
                  <a:pt x="1570223" y="1047685"/>
                </a:lnTo>
                <a:lnTo>
                  <a:pt x="1573942" y="1054794"/>
                </a:lnTo>
                <a:lnTo>
                  <a:pt x="1571923" y="1061528"/>
                </a:lnTo>
                <a:lnTo>
                  <a:pt x="1569904" y="1068163"/>
                </a:lnTo>
                <a:lnTo>
                  <a:pt x="1562787" y="1071981"/>
                </a:lnTo>
                <a:lnTo>
                  <a:pt x="1553911" y="1069224"/>
                </a:lnTo>
                <a:lnTo>
                  <a:pt x="1552017" y="1067979"/>
                </a:lnTo>
                <a:close/>
              </a:path>
              <a:path w="5142230" h="2300604">
                <a:moveTo>
                  <a:pt x="2554282" y="1567303"/>
                </a:moveTo>
                <a:lnTo>
                  <a:pt x="2548811" y="1561447"/>
                </a:lnTo>
                <a:lnTo>
                  <a:pt x="2544806" y="1555692"/>
                </a:lnTo>
                <a:lnTo>
                  <a:pt x="2546157" y="1547755"/>
                </a:lnTo>
                <a:lnTo>
                  <a:pt x="2551916" y="1543754"/>
                </a:lnTo>
                <a:lnTo>
                  <a:pt x="2557620" y="1539695"/>
                </a:lnTo>
                <a:lnTo>
                  <a:pt x="2565503" y="1541096"/>
                </a:lnTo>
                <a:lnTo>
                  <a:pt x="2573564" y="1552559"/>
                </a:lnTo>
                <a:lnTo>
                  <a:pt x="2572167" y="1560448"/>
                </a:lnTo>
                <a:lnTo>
                  <a:pt x="2561229" y="1568191"/>
                </a:lnTo>
                <a:lnTo>
                  <a:pt x="2554282" y="1567303"/>
                </a:lnTo>
                <a:close/>
              </a:path>
              <a:path w="5142230" h="2300604">
                <a:moveTo>
                  <a:pt x="2579785" y="2249113"/>
                </a:moveTo>
                <a:lnTo>
                  <a:pt x="2575367" y="2244383"/>
                </a:lnTo>
                <a:lnTo>
                  <a:pt x="2574111" y="2239813"/>
                </a:lnTo>
                <a:lnTo>
                  <a:pt x="2577321" y="2228587"/>
                </a:lnTo>
                <a:lnTo>
                  <a:pt x="2584397" y="2224726"/>
                </a:lnTo>
                <a:lnTo>
                  <a:pt x="2597813" y="2228629"/>
                </a:lnTo>
                <a:lnTo>
                  <a:pt x="2601680" y="2235700"/>
                </a:lnTo>
                <a:lnTo>
                  <a:pt x="2599751" y="2242433"/>
                </a:lnTo>
                <a:lnTo>
                  <a:pt x="2597777" y="2249116"/>
                </a:lnTo>
                <a:lnTo>
                  <a:pt x="2590799" y="2252986"/>
                </a:lnTo>
                <a:lnTo>
                  <a:pt x="2584067" y="2251058"/>
                </a:lnTo>
                <a:lnTo>
                  <a:pt x="2581777" y="2250366"/>
                </a:lnTo>
                <a:lnTo>
                  <a:pt x="2579785" y="2249113"/>
                </a:lnTo>
                <a:close/>
              </a:path>
              <a:path w="5142230" h="2300604">
                <a:moveTo>
                  <a:pt x="773880" y="729012"/>
                </a:moveTo>
                <a:lnTo>
                  <a:pt x="768723" y="723492"/>
                </a:lnTo>
                <a:lnTo>
                  <a:pt x="768304" y="716689"/>
                </a:lnTo>
                <a:lnTo>
                  <a:pt x="772015" y="711670"/>
                </a:lnTo>
                <a:lnTo>
                  <a:pt x="776218" y="706100"/>
                </a:lnTo>
                <a:lnTo>
                  <a:pt x="784233" y="705004"/>
                </a:lnTo>
                <a:lnTo>
                  <a:pt x="795367" y="713404"/>
                </a:lnTo>
                <a:lnTo>
                  <a:pt x="796517" y="721379"/>
                </a:lnTo>
                <a:lnTo>
                  <a:pt x="788064" y="732563"/>
                </a:lnTo>
                <a:lnTo>
                  <a:pt x="780093" y="733708"/>
                </a:lnTo>
                <a:lnTo>
                  <a:pt x="773880" y="729012"/>
                </a:lnTo>
                <a:close/>
              </a:path>
              <a:path w="5142230" h="2300604">
                <a:moveTo>
                  <a:pt x="719177" y="682867"/>
                </a:moveTo>
                <a:lnTo>
                  <a:pt x="714075" y="677406"/>
                </a:lnTo>
                <a:lnTo>
                  <a:pt x="714049" y="669852"/>
                </a:lnTo>
                <a:lnTo>
                  <a:pt x="723403" y="659826"/>
                </a:lnTo>
                <a:lnTo>
                  <a:pt x="731394" y="659584"/>
                </a:lnTo>
                <a:lnTo>
                  <a:pt x="741642" y="669186"/>
                </a:lnTo>
                <a:lnTo>
                  <a:pt x="741890" y="677173"/>
                </a:lnTo>
                <a:lnTo>
                  <a:pt x="732336" y="687375"/>
                </a:lnTo>
                <a:lnTo>
                  <a:pt x="724301" y="687668"/>
                </a:lnTo>
                <a:lnTo>
                  <a:pt x="719177" y="682867"/>
                </a:lnTo>
                <a:close/>
              </a:path>
              <a:path w="5142230" h="2300604">
                <a:moveTo>
                  <a:pt x="630266" y="579773"/>
                </a:moveTo>
                <a:lnTo>
                  <a:pt x="624688" y="573802"/>
                </a:lnTo>
                <a:lnTo>
                  <a:pt x="620634" y="568094"/>
                </a:lnTo>
                <a:lnTo>
                  <a:pt x="621990" y="560161"/>
                </a:lnTo>
                <a:lnTo>
                  <a:pt x="627700" y="556206"/>
                </a:lnTo>
                <a:lnTo>
                  <a:pt x="633453" y="552101"/>
                </a:lnTo>
                <a:lnTo>
                  <a:pt x="641336" y="553502"/>
                </a:lnTo>
                <a:lnTo>
                  <a:pt x="649404" y="564876"/>
                </a:lnTo>
                <a:lnTo>
                  <a:pt x="648048" y="572808"/>
                </a:lnTo>
                <a:lnTo>
                  <a:pt x="637115" y="580556"/>
                </a:lnTo>
                <a:lnTo>
                  <a:pt x="630266" y="579773"/>
                </a:lnTo>
                <a:close/>
              </a:path>
              <a:path w="5142230" h="2300604">
                <a:moveTo>
                  <a:pt x="591372" y="519860"/>
                </a:moveTo>
                <a:lnTo>
                  <a:pt x="586070" y="514184"/>
                </a:lnTo>
                <a:lnTo>
                  <a:pt x="582059" y="507348"/>
                </a:lnTo>
                <a:lnTo>
                  <a:pt x="584067" y="499528"/>
                </a:lnTo>
                <a:lnTo>
                  <a:pt x="596163" y="492438"/>
                </a:lnTo>
                <a:lnTo>
                  <a:pt x="603884" y="494448"/>
                </a:lnTo>
                <a:lnTo>
                  <a:pt x="607408" y="500469"/>
                </a:lnTo>
                <a:lnTo>
                  <a:pt x="611023" y="506488"/>
                </a:lnTo>
                <a:lnTo>
                  <a:pt x="609063" y="514263"/>
                </a:lnTo>
                <a:lnTo>
                  <a:pt x="597743" y="520912"/>
                </a:lnTo>
                <a:lnTo>
                  <a:pt x="591372" y="519860"/>
                </a:lnTo>
                <a:close/>
              </a:path>
              <a:path w="5142230" h="2300604">
                <a:moveTo>
                  <a:pt x="674128" y="636013"/>
                </a:moveTo>
                <a:lnTo>
                  <a:pt x="669163" y="630698"/>
                </a:lnTo>
                <a:lnTo>
                  <a:pt x="664571" y="625391"/>
                </a:lnTo>
                <a:lnTo>
                  <a:pt x="665132" y="617389"/>
                </a:lnTo>
                <a:lnTo>
                  <a:pt x="674978" y="608869"/>
                </a:lnTo>
                <a:lnTo>
                  <a:pt x="675736" y="608214"/>
                </a:lnTo>
                <a:lnTo>
                  <a:pt x="683788" y="608818"/>
                </a:lnTo>
                <a:lnTo>
                  <a:pt x="692910" y="619463"/>
                </a:lnTo>
                <a:lnTo>
                  <a:pt x="692309" y="627421"/>
                </a:lnTo>
                <a:lnTo>
                  <a:pt x="682457" y="635936"/>
                </a:lnTo>
                <a:lnTo>
                  <a:pt x="681851" y="636460"/>
                </a:lnTo>
                <a:lnTo>
                  <a:pt x="674128" y="636013"/>
                </a:lnTo>
                <a:close/>
              </a:path>
              <a:path w="5142230" h="2300604">
                <a:moveTo>
                  <a:pt x="557090" y="457259"/>
                </a:moveTo>
                <a:lnTo>
                  <a:pt x="552535" y="452383"/>
                </a:lnTo>
                <a:lnTo>
                  <a:pt x="551813" y="451414"/>
                </a:lnTo>
                <a:lnTo>
                  <a:pt x="551232" y="450304"/>
                </a:lnTo>
                <a:lnTo>
                  <a:pt x="548140" y="444061"/>
                </a:lnTo>
                <a:lnTo>
                  <a:pt x="550622" y="436455"/>
                </a:lnTo>
                <a:lnTo>
                  <a:pt x="556497" y="433458"/>
                </a:lnTo>
                <a:lnTo>
                  <a:pt x="563159" y="430131"/>
                </a:lnTo>
                <a:lnTo>
                  <a:pt x="570766" y="432604"/>
                </a:lnTo>
                <a:lnTo>
                  <a:pt x="576980" y="444926"/>
                </a:lnTo>
                <a:lnTo>
                  <a:pt x="577114" y="445069"/>
                </a:lnTo>
                <a:lnTo>
                  <a:pt x="574522" y="452753"/>
                </a:lnTo>
                <a:lnTo>
                  <a:pt x="563185" y="458505"/>
                </a:lnTo>
                <a:lnTo>
                  <a:pt x="557090" y="457259"/>
                </a:lnTo>
                <a:close/>
              </a:path>
              <a:path w="5142230" h="2300604">
                <a:moveTo>
                  <a:pt x="526659" y="392915"/>
                </a:moveTo>
                <a:lnTo>
                  <a:pt x="522149" y="388088"/>
                </a:lnTo>
                <a:lnTo>
                  <a:pt x="521342" y="386833"/>
                </a:lnTo>
                <a:lnTo>
                  <a:pt x="517969" y="379117"/>
                </a:lnTo>
                <a:lnTo>
                  <a:pt x="520817" y="371609"/>
                </a:lnTo>
                <a:lnTo>
                  <a:pt x="527243" y="368811"/>
                </a:lnTo>
                <a:lnTo>
                  <a:pt x="533619" y="365959"/>
                </a:lnTo>
                <a:lnTo>
                  <a:pt x="541119" y="368905"/>
                </a:lnTo>
                <a:lnTo>
                  <a:pt x="546774" y="381703"/>
                </a:lnTo>
                <a:lnTo>
                  <a:pt x="543876" y="389158"/>
                </a:lnTo>
                <a:lnTo>
                  <a:pt x="537500" y="392009"/>
                </a:lnTo>
                <a:lnTo>
                  <a:pt x="532422" y="394197"/>
                </a:lnTo>
                <a:lnTo>
                  <a:pt x="526659" y="392915"/>
                </a:lnTo>
                <a:close/>
              </a:path>
              <a:path w="5142230" h="2300604">
                <a:moveTo>
                  <a:pt x="892476" y="806507"/>
                </a:moveTo>
                <a:lnTo>
                  <a:pt x="887967" y="801680"/>
                </a:lnTo>
                <a:lnTo>
                  <a:pt x="887089" y="795560"/>
                </a:lnTo>
                <a:lnTo>
                  <a:pt x="889949" y="790606"/>
                </a:lnTo>
                <a:lnTo>
                  <a:pt x="893459" y="784588"/>
                </a:lnTo>
                <a:lnTo>
                  <a:pt x="901178" y="782490"/>
                </a:lnTo>
                <a:lnTo>
                  <a:pt x="913308" y="789512"/>
                </a:lnTo>
                <a:lnTo>
                  <a:pt x="915401" y="797227"/>
                </a:lnTo>
                <a:lnTo>
                  <a:pt x="911888" y="803339"/>
                </a:lnTo>
                <a:lnTo>
                  <a:pt x="908383" y="809362"/>
                </a:lnTo>
                <a:lnTo>
                  <a:pt x="900664" y="811459"/>
                </a:lnTo>
                <a:lnTo>
                  <a:pt x="894547" y="807942"/>
                </a:lnTo>
                <a:lnTo>
                  <a:pt x="893488" y="807297"/>
                </a:lnTo>
                <a:lnTo>
                  <a:pt x="892476" y="806507"/>
                </a:lnTo>
                <a:close/>
              </a:path>
              <a:path w="5142230" h="2300604">
                <a:moveTo>
                  <a:pt x="954945" y="840731"/>
                </a:moveTo>
                <a:lnTo>
                  <a:pt x="950390" y="835855"/>
                </a:lnTo>
                <a:lnTo>
                  <a:pt x="949406" y="830109"/>
                </a:lnTo>
                <a:lnTo>
                  <a:pt x="951979" y="825240"/>
                </a:lnTo>
                <a:lnTo>
                  <a:pt x="955171" y="818980"/>
                </a:lnTo>
                <a:lnTo>
                  <a:pt x="962855" y="816550"/>
                </a:lnTo>
                <a:lnTo>
                  <a:pt x="975287" y="823016"/>
                </a:lnTo>
                <a:lnTo>
                  <a:pt x="977671" y="830651"/>
                </a:lnTo>
                <a:lnTo>
                  <a:pt x="971253" y="843038"/>
                </a:lnTo>
                <a:lnTo>
                  <a:pt x="963756" y="845470"/>
                </a:lnTo>
                <a:lnTo>
                  <a:pt x="963615" y="845516"/>
                </a:lnTo>
                <a:lnTo>
                  <a:pt x="957399" y="842283"/>
                </a:lnTo>
                <a:lnTo>
                  <a:pt x="956048" y="841618"/>
                </a:lnTo>
                <a:lnTo>
                  <a:pt x="954945" y="840731"/>
                </a:lnTo>
                <a:close/>
              </a:path>
              <a:path w="5142230" h="2300604">
                <a:moveTo>
                  <a:pt x="499007" y="327344"/>
                </a:moveTo>
                <a:lnTo>
                  <a:pt x="494543" y="322565"/>
                </a:lnTo>
                <a:lnTo>
                  <a:pt x="493645" y="321213"/>
                </a:lnTo>
                <a:lnTo>
                  <a:pt x="493077" y="319725"/>
                </a:lnTo>
                <a:lnTo>
                  <a:pt x="490466" y="313216"/>
                </a:lnTo>
                <a:lnTo>
                  <a:pt x="493602" y="305821"/>
                </a:lnTo>
                <a:lnTo>
                  <a:pt x="506616" y="300594"/>
                </a:lnTo>
                <a:lnTo>
                  <a:pt x="513972" y="303776"/>
                </a:lnTo>
                <a:lnTo>
                  <a:pt x="516583" y="310285"/>
                </a:lnTo>
                <a:lnTo>
                  <a:pt x="519243" y="316749"/>
                </a:lnTo>
                <a:lnTo>
                  <a:pt x="516061" y="324095"/>
                </a:lnTo>
                <a:lnTo>
                  <a:pt x="509602" y="326760"/>
                </a:lnTo>
                <a:lnTo>
                  <a:pt x="504846" y="328609"/>
                </a:lnTo>
                <a:lnTo>
                  <a:pt x="504578" y="328713"/>
                </a:lnTo>
                <a:lnTo>
                  <a:pt x="499007" y="327344"/>
                </a:lnTo>
                <a:close/>
              </a:path>
              <a:path w="5142230" h="2300604">
                <a:moveTo>
                  <a:pt x="831852" y="769272"/>
                </a:moveTo>
                <a:lnTo>
                  <a:pt x="827251" y="764347"/>
                </a:lnTo>
                <a:lnTo>
                  <a:pt x="826572" y="757951"/>
                </a:lnTo>
                <a:lnTo>
                  <a:pt x="829763" y="752961"/>
                </a:lnTo>
                <a:lnTo>
                  <a:pt x="833598" y="747096"/>
                </a:lnTo>
                <a:lnTo>
                  <a:pt x="841445" y="745427"/>
                </a:lnTo>
                <a:lnTo>
                  <a:pt x="853224" y="753051"/>
                </a:lnTo>
                <a:lnTo>
                  <a:pt x="854839" y="760938"/>
                </a:lnTo>
                <a:lnTo>
                  <a:pt x="847169" y="772669"/>
                </a:lnTo>
                <a:lnTo>
                  <a:pt x="839376" y="774296"/>
                </a:lnTo>
                <a:lnTo>
                  <a:pt x="833511" y="770462"/>
                </a:lnTo>
                <a:lnTo>
                  <a:pt x="832628" y="769908"/>
                </a:lnTo>
                <a:lnTo>
                  <a:pt x="831852" y="769272"/>
                </a:lnTo>
                <a:close/>
              </a:path>
              <a:path w="5142230" h="2300604">
                <a:moveTo>
                  <a:pt x="473169" y="261173"/>
                </a:moveTo>
                <a:lnTo>
                  <a:pt x="468655" y="256341"/>
                </a:lnTo>
                <a:lnTo>
                  <a:pt x="467811" y="254948"/>
                </a:lnTo>
                <a:lnTo>
                  <a:pt x="467250" y="253371"/>
                </a:lnTo>
                <a:lnTo>
                  <a:pt x="464688" y="246816"/>
                </a:lnTo>
                <a:lnTo>
                  <a:pt x="468005" y="239517"/>
                </a:lnTo>
                <a:lnTo>
                  <a:pt x="474557" y="237049"/>
                </a:lnTo>
                <a:lnTo>
                  <a:pt x="481112" y="234487"/>
                </a:lnTo>
                <a:lnTo>
                  <a:pt x="488411" y="237804"/>
                </a:lnTo>
                <a:lnTo>
                  <a:pt x="490874" y="244351"/>
                </a:lnTo>
                <a:lnTo>
                  <a:pt x="493396" y="250862"/>
                </a:lnTo>
                <a:lnTo>
                  <a:pt x="490124" y="258210"/>
                </a:lnTo>
                <a:lnTo>
                  <a:pt x="483568" y="260673"/>
                </a:lnTo>
                <a:lnTo>
                  <a:pt x="478598" y="262585"/>
                </a:lnTo>
                <a:lnTo>
                  <a:pt x="473169" y="261173"/>
                </a:lnTo>
                <a:close/>
              </a:path>
              <a:path w="5142230" h="2300604">
                <a:moveTo>
                  <a:pt x="2790634" y="2174056"/>
                </a:moveTo>
                <a:lnTo>
                  <a:pt x="2786347" y="2169467"/>
                </a:lnTo>
                <a:lnTo>
                  <a:pt x="2785132" y="2164941"/>
                </a:lnTo>
                <a:lnTo>
                  <a:pt x="2786412" y="2160641"/>
                </a:lnTo>
                <a:lnTo>
                  <a:pt x="2788384" y="2154151"/>
                </a:lnTo>
                <a:lnTo>
                  <a:pt x="2795207" y="2150507"/>
                </a:lnTo>
                <a:lnTo>
                  <a:pt x="2808201" y="2154349"/>
                </a:lnTo>
                <a:lnTo>
                  <a:pt x="2811844" y="2161181"/>
                </a:lnTo>
                <a:lnTo>
                  <a:pt x="2808003" y="2174175"/>
                </a:lnTo>
                <a:lnTo>
                  <a:pt x="2801175" y="2177813"/>
                </a:lnTo>
                <a:lnTo>
                  <a:pt x="2792481" y="2175252"/>
                </a:lnTo>
                <a:lnTo>
                  <a:pt x="2790634" y="2174056"/>
                </a:lnTo>
                <a:close/>
              </a:path>
              <a:path w="5142230" h="2300604">
                <a:moveTo>
                  <a:pt x="1972510" y="1056841"/>
                </a:moveTo>
                <a:lnTo>
                  <a:pt x="1968233" y="1052263"/>
                </a:lnTo>
                <a:lnTo>
                  <a:pt x="1967015" y="1047831"/>
                </a:lnTo>
                <a:lnTo>
                  <a:pt x="1968200" y="1043528"/>
                </a:lnTo>
                <a:lnTo>
                  <a:pt x="1970074" y="1037029"/>
                </a:lnTo>
                <a:lnTo>
                  <a:pt x="1976904" y="1033296"/>
                </a:lnTo>
                <a:lnTo>
                  <a:pt x="1989901" y="1037043"/>
                </a:lnTo>
                <a:lnTo>
                  <a:pt x="1993633" y="1043775"/>
                </a:lnTo>
                <a:lnTo>
                  <a:pt x="1991759" y="1050273"/>
                </a:lnTo>
                <a:lnTo>
                  <a:pt x="1989936" y="1056825"/>
                </a:lnTo>
                <a:lnTo>
                  <a:pt x="1983105" y="1060558"/>
                </a:lnTo>
                <a:lnTo>
                  <a:pt x="1976607" y="1058685"/>
                </a:lnTo>
                <a:lnTo>
                  <a:pt x="1974408" y="1058091"/>
                </a:lnTo>
                <a:lnTo>
                  <a:pt x="1972510" y="1056841"/>
                </a:lnTo>
                <a:close/>
              </a:path>
              <a:path w="5142230" h="2300604">
                <a:moveTo>
                  <a:pt x="2769579" y="2241835"/>
                </a:moveTo>
                <a:lnTo>
                  <a:pt x="2765257" y="2237208"/>
                </a:lnTo>
                <a:lnTo>
                  <a:pt x="2764091" y="2232636"/>
                </a:lnTo>
                <a:lnTo>
                  <a:pt x="2765463" y="2228241"/>
                </a:lnTo>
                <a:lnTo>
                  <a:pt x="2767526" y="2221848"/>
                </a:lnTo>
                <a:lnTo>
                  <a:pt x="2774395" y="2218253"/>
                </a:lnTo>
                <a:lnTo>
                  <a:pt x="2787338" y="2222333"/>
                </a:lnTo>
                <a:lnTo>
                  <a:pt x="2790879" y="2229252"/>
                </a:lnTo>
                <a:lnTo>
                  <a:pt x="2788817" y="2235744"/>
                </a:lnTo>
                <a:lnTo>
                  <a:pt x="2786754" y="2242137"/>
                </a:lnTo>
                <a:lnTo>
                  <a:pt x="2779885" y="2245732"/>
                </a:lnTo>
                <a:lnTo>
                  <a:pt x="2773437" y="2243619"/>
                </a:lnTo>
                <a:lnTo>
                  <a:pt x="2771386" y="2242987"/>
                </a:lnTo>
                <a:lnTo>
                  <a:pt x="2769579" y="2241835"/>
                </a:lnTo>
                <a:close/>
              </a:path>
              <a:path w="5142230" h="2300604">
                <a:moveTo>
                  <a:pt x="2620878" y="1334503"/>
                </a:moveTo>
                <a:lnTo>
                  <a:pt x="2615858" y="1329129"/>
                </a:lnTo>
                <a:lnTo>
                  <a:pt x="2615437" y="1322521"/>
                </a:lnTo>
                <a:lnTo>
                  <a:pt x="2619183" y="1317733"/>
                </a:lnTo>
                <a:lnTo>
                  <a:pt x="2623289" y="1312354"/>
                </a:lnTo>
                <a:lnTo>
                  <a:pt x="2631014" y="1311338"/>
                </a:lnTo>
                <a:lnTo>
                  <a:pt x="2641733" y="1319587"/>
                </a:lnTo>
                <a:lnTo>
                  <a:pt x="2642745" y="1327316"/>
                </a:lnTo>
                <a:lnTo>
                  <a:pt x="2634455" y="1337992"/>
                </a:lnTo>
                <a:lnTo>
                  <a:pt x="2626771" y="1339052"/>
                </a:lnTo>
                <a:lnTo>
                  <a:pt x="2621436" y="1334905"/>
                </a:lnTo>
                <a:lnTo>
                  <a:pt x="2620878" y="1334503"/>
                </a:lnTo>
                <a:close/>
              </a:path>
              <a:path w="5142230" h="2300604">
                <a:moveTo>
                  <a:pt x="1835947" y="1017588"/>
                </a:moveTo>
                <a:lnTo>
                  <a:pt x="1831670" y="1013009"/>
                </a:lnTo>
                <a:lnTo>
                  <a:pt x="1830452" y="1008578"/>
                </a:lnTo>
                <a:lnTo>
                  <a:pt x="1831731" y="1004278"/>
                </a:lnTo>
                <a:lnTo>
                  <a:pt x="1833605" y="997779"/>
                </a:lnTo>
                <a:lnTo>
                  <a:pt x="1840436" y="994046"/>
                </a:lnTo>
                <a:lnTo>
                  <a:pt x="1846929" y="995915"/>
                </a:lnTo>
                <a:lnTo>
                  <a:pt x="1853383" y="997839"/>
                </a:lnTo>
                <a:lnTo>
                  <a:pt x="1857112" y="1004665"/>
                </a:lnTo>
                <a:lnTo>
                  <a:pt x="1855238" y="1011163"/>
                </a:lnTo>
                <a:lnTo>
                  <a:pt x="1853324" y="1017618"/>
                </a:lnTo>
                <a:lnTo>
                  <a:pt x="1846493" y="1021351"/>
                </a:lnTo>
                <a:lnTo>
                  <a:pt x="1839995" y="1019477"/>
                </a:lnTo>
                <a:lnTo>
                  <a:pt x="1837845" y="1018838"/>
                </a:lnTo>
                <a:lnTo>
                  <a:pt x="1835947" y="1017588"/>
                </a:lnTo>
                <a:close/>
              </a:path>
              <a:path w="5142230" h="2300604">
                <a:moveTo>
                  <a:pt x="2562614" y="1293247"/>
                </a:moveTo>
                <a:lnTo>
                  <a:pt x="2558196" y="1288517"/>
                </a:lnTo>
                <a:lnTo>
                  <a:pt x="2557559" y="1282263"/>
                </a:lnTo>
                <a:lnTo>
                  <a:pt x="2560695" y="1277508"/>
                </a:lnTo>
                <a:lnTo>
                  <a:pt x="2564384" y="1271779"/>
                </a:lnTo>
                <a:lnTo>
                  <a:pt x="2571985" y="1270239"/>
                </a:lnTo>
                <a:lnTo>
                  <a:pt x="2583352" y="1277618"/>
                </a:lnTo>
                <a:lnTo>
                  <a:pt x="2584931" y="1285173"/>
                </a:lnTo>
                <a:lnTo>
                  <a:pt x="2581197" y="1290853"/>
                </a:lnTo>
                <a:lnTo>
                  <a:pt x="2577557" y="1296536"/>
                </a:lnTo>
                <a:lnTo>
                  <a:pt x="2569907" y="1298121"/>
                </a:lnTo>
                <a:lnTo>
                  <a:pt x="2564273" y="1294436"/>
                </a:lnTo>
                <a:lnTo>
                  <a:pt x="2563390" y="1293882"/>
                </a:lnTo>
                <a:lnTo>
                  <a:pt x="2562614" y="1293247"/>
                </a:lnTo>
                <a:close/>
              </a:path>
              <a:path w="5142230" h="2300604">
                <a:moveTo>
                  <a:pt x="2851833" y="1897456"/>
                </a:moveTo>
                <a:lnTo>
                  <a:pt x="2847556" y="1892877"/>
                </a:lnTo>
                <a:lnTo>
                  <a:pt x="2846252" y="1889429"/>
                </a:lnTo>
                <a:lnTo>
                  <a:pt x="2846615" y="1885712"/>
                </a:lnTo>
                <a:lnTo>
                  <a:pt x="2847367" y="1878991"/>
                </a:lnTo>
                <a:lnTo>
                  <a:pt x="2853433" y="1874146"/>
                </a:lnTo>
                <a:lnTo>
                  <a:pt x="2866883" y="1875543"/>
                </a:lnTo>
                <a:lnTo>
                  <a:pt x="2871728" y="1881609"/>
                </a:lnTo>
                <a:lnTo>
                  <a:pt x="2870980" y="1888335"/>
                </a:lnTo>
                <a:lnTo>
                  <a:pt x="2870277" y="1895109"/>
                </a:lnTo>
                <a:lnTo>
                  <a:pt x="2864216" y="1899959"/>
                </a:lnTo>
                <a:lnTo>
                  <a:pt x="2857490" y="1899211"/>
                </a:lnTo>
                <a:lnTo>
                  <a:pt x="2854474" y="1898915"/>
                </a:lnTo>
                <a:lnTo>
                  <a:pt x="2851833" y="1897456"/>
                </a:lnTo>
                <a:close/>
              </a:path>
              <a:path w="5142230" h="2300604">
                <a:moveTo>
                  <a:pt x="1767959" y="997103"/>
                </a:moveTo>
                <a:lnTo>
                  <a:pt x="1763632" y="992471"/>
                </a:lnTo>
                <a:lnTo>
                  <a:pt x="1762462" y="987993"/>
                </a:lnTo>
                <a:lnTo>
                  <a:pt x="1763745" y="983599"/>
                </a:lnTo>
                <a:lnTo>
                  <a:pt x="1765758" y="977153"/>
                </a:lnTo>
                <a:lnTo>
                  <a:pt x="1772581" y="973509"/>
                </a:lnTo>
                <a:lnTo>
                  <a:pt x="1779081" y="975482"/>
                </a:lnTo>
                <a:lnTo>
                  <a:pt x="1785528" y="977495"/>
                </a:lnTo>
                <a:lnTo>
                  <a:pt x="1789166" y="984323"/>
                </a:lnTo>
                <a:lnTo>
                  <a:pt x="1787199" y="990818"/>
                </a:lnTo>
                <a:lnTo>
                  <a:pt x="1785185" y="997264"/>
                </a:lnTo>
                <a:lnTo>
                  <a:pt x="1778357" y="1000903"/>
                </a:lnTo>
                <a:lnTo>
                  <a:pt x="1771862" y="998935"/>
                </a:lnTo>
                <a:lnTo>
                  <a:pt x="1769761" y="998250"/>
                </a:lnTo>
                <a:lnTo>
                  <a:pt x="1767959" y="997103"/>
                </a:lnTo>
                <a:close/>
              </a:path>
              <a:path w="5142230" h="2300604">
                <a:moveTo>
                  <a:pt x="2742156" y="2300034"/>
                </a:moveTo>
                <a:lnTo>
                  <a:pt x="2743628" y="2295673"/>
                </a:lnTo>
                <a:lnTo>
                  <a:pt x="2745731" y="2289225"/>
                </a:lnTo>
                <a:lnTo>
                  <a:pt x="2752605" y="2285734"/>
                </a:lnTo>
                <a:lnTo>
                  <a:pt x="2765492" y="2289949"/>
                </a:lnTo>
                <a:lnTo>
                  <a:pt x="2768984" y="2296913"/>
                </a:lnTo>
                <a:lnTo>
                  <a:pt x="2767960" y="2300034"/>
                </a:lnTo>
                <a:lnTo>
                  <a:pt x="2742156" y="2300034"/>
                </a:lnTo>
                <a:close/>
              </a:path>
              <a:path w="5142230" h="2300604">
                <a:moveTo>
                  <a:pt x="1904253" y="1037338"/>
                </a:moveTo>
                <a:lnTo>
                  <a:pt x="1899926" y="1032706"/>
                </a:lnTo>
                <a:lnTo>
                  <a:pt x="1898659" y="1028320"/>
                </a:lnTo>
                <a:lnTo>
                  <a:pt x="1899933" y="1024015"/>
                </a:lnTo>
                <a:lnTo>
                  <a:pt x="1901807" y="1017517"/>
                </a:lnTo>
                <a:lnTo>
                  <a:pt x="1908597" y="1013740"/>
                </a:lnTo>
                <a:lnTo>
                  <a:pt x="1921589" y="1017482"/>
                </a:lnTo>
                <a:lnTo>
                  <a:pt x="1925375" y="1024272"/>
                </a:lnTo>
                <a:lnTo>
                  <a:pt x="1921628" y="1037269"/>
                </a:lnTo>
                <a:lnTo>
                  <a:pt x="1914843" y="1041050"/>
                </a:lnTo>
                <a:lnTo>
                  <a:pt x="1906101" y="1038534"/>
                </a:lnTo>
                <a:lnTo>
                  <a:pt x="1904253" y="1037338"/>
                </a:lnTo>
                <a:close/>
              </a:path>
              <a:path w="5142230" h="2300604">
                <a:moveTo>
                  <a:pt x="2841610" y="1967544"/>
                </a:moveTo>
                <a:lnTo>
                  <a:pt x="2837333" y="1962966"/>
                </a:lnTo>
                <a:lnTo>
                  <a:pt x="2836042" y="1959140"/>
                </a:lnTo>
                <a:lnTo>
                  <a:pt x="2837914" y="1948535"/>
                </a:lnTo>
                <a:lnTo>
                  <a:pt x="2844255" y="1944081"/>
                </a:lnTo>
                <a:lnTo>
                  <a:pt x="2850914" y="1945248"/>
                </a:lnTo>
                <a:lnTo>
                  <a:pt x="2857631" y="1946378"/>
                </a:lnTo>
                <a:lnTo>
                  <a:pt x="2862041" y="1952760"/>
                </a:lnTo>
                <a:lnTo>
                  <a:pt x="2859699" y="1966088"/>
                </a:lnTo>
                <a:lnTo>
                  <a:pt x="2853362" y="1970546"/>
                </a:lnTo>
                <a:lnTo>
                  <a:pt x="2843976" y="1968904"/>
                </a:lnTo>
                <a:lnTo>
                  <a:pt x="2841610" y="1967544"/>
                </a:lnTo>
                <a:close/>
              </a:path>
              <a:path w="5142230" h="2300604">
                <a:moveTo>
                  <a:pt x="2502103" y="1256719"/>
                </a:moveTo>
                <a:lnTo>
                  <a:pt x="2497689" y="1251994"/>
                </a:lnTo>
                <a:lnTo>
                  <a:pt x="2496847" y="1246206"/>
                </a:lnTo>
                <a:lnTo>
                  <a:pt x="2502825" y="1235499"/>
                </a:lnTo>
                <a:lnTo>
                  <a:pt x="2510307" y="1233441"/>
                </a:lnTo>
                <a:lnTo>
                  <a:pt x="2522126" y="1240032"/>
                </a:lnTo>
                <a:lnTo>
                  <a:pt x="2524230" y="1247563"/>
                </a:lnTo>
                <a:lnTo>
                  <a:pt x="2520867" y="1253444"/>
                </a:lnTo>
                <a:lnTo>
                  <a:pt x="2517593" y="1259324"/>
                </a:lnTo>
                <a:lnTo>
                  <a:pt x="2510111" y="1261382"/>
                </a:lnTo>
                <a:lnTo>
                  <a:pt x="2503073" y="1257465"/>
                </a:lnTo>
                <a:lnTo>
                  <a:pt x="2502103" y="1256719"/>
                </a:lnTo>
                <a:close/>
              </a:path>
              <a:path w="5142230" h="2300604">
                <a:moveTo>
                  <a:pt x="2309717" y="1166897"/>
                </a:moveTo>
                <a:lnTo>
                  <a:pt x="2305390" y="1162265"/>
                </a:lnTo>
                <a:lnTo>
                  <a:pt x="2304232" y="1157311"/>
                </a:lnTo>
                <a:lnTo>
                  <a:pt x="2305997" y="1152750"/>
                </a:lnTo>
                <a:lnTo>
                  <a:pt x="2308519" y="1146457"/>
                </a:lnTo>
                <a:lnTo>
                  <a:pt x="2315615" y="1143399"/>
                </a:lnTo>
                <a:lnTo>
                  <a:pt x="2328237" y="1148309"/>
                </a:lnTo>
                <a:lnTo>
                  <a:pt x="2331305" y="1155405"/>
                </a:lnTo>
                <a:lnTo>
                  <a:pt x="2326345" y="1167983"/>
                </a:lnTo>
                <a:lnTo>
                  <a:pt x="2319246" y="1171136"/>
                </a:lnTo>
                <a:lnTo>
                  <a:pt x="2312910" y="1168654"/>
                </a:lnTo>
                <a:lnTo>
                  <a:pt x="2311145" y="1167937"/>
                </a:lnTo>
                <a:lnTo>
                  <a:pt x="2309717" y="1166897"/>
                </a:lnTo>
                <a:close/>
              </a:path>
              <a:path w="5142230" h="2300604">
                <a:moveTo>
                  <a:pt x="854234" y="619341"/>
                </a:moveTo>
                <a:lnTo>
                  <a:pt x="848841" y="613568"/>
                </a:lnTo>
                <a:lnTo>
                  <a:pt x="848468" y="606913"/>
                </a:lnTo>
                <a:lnTo>
                  <a:pt x="856600" y="596850"/>
                </a:lnTo>
                <a:lnTo>
                  <a:pt x="864328" y="596032"/>
                </a:lnTo>
                <a:lnTo>
                  <a:pt x="874893" y="604507"/>
                </a:lnTo>
                <a:lnTo>
                  <a:pt x="875720" y="612235"/>
                </a:lnTo>
                <a:lnTo>
                  <a:pt x="867195" y="622756"/>
                </a:lnTo>
                <a:lnTo>
                  <a:pt x="859472" y="623579"/>
                </a:lnTo>
                <a:lnTo>
                  <a:pt x="854234" y="619341"/>
                </a:lnTo>
                <a:close/>
              </a:path>
              <a:path w="5142230" h="2300604">
                <a:moveTo>
                  <a:pt x="1162563" y="792615"/>
                </a:moveTo>
                <a:lnTo>
                  <a:pt x="1158232" y="787978"/>
                </a:lnTo>
                <a:lnTo>
                  <a:pt x="1157184" y="782848"/>
                </a:lnTo>
                <a:lnTo>
                  <a:pt x="1161754" y="772004"/>
                </a:lnTo>
                <a:lnTo>
                  <a:pt x="1168982" y="769087"/>
                </a:lnTo>
                <a:lnTo>
                  <a:pt x="1181407" y="774372"/>
                </a:lnTo>
                <a:lnTo>
                  <a:pt x="1184324" y="781600"/>
                </a:lnTo>
                <a:lnTo>
                  <a:pt x="1181657" y="787835"/>
                </a:lnTo>
                <a:lnTo>
                  <a:pt x="1179039" y="794025"/>
                </a:lnTo>
                <a:lnTo>
                  <a:pt x="1171811" y="796942"/>
                </a:lnTo>
                <a:lnTo>
                  <a:pt x="1165621" y="794324"/>
                </a:lnTo>
                <a:lnTo>
                  <a:pt x="1163995" y="793560"/>
                </a:lnTo>
                <a:lnTo>
                  <a:pt x="1162563" y="792615"/>
                </a:lnTo>
                <a:close/>
              </a:path>
              <a:path w="5142230" h="2300604">
                <a:moveTo>
                  <a:pt x="800140" y="571796"/>
                </a:moveTo>
                <a:lnTo>
                  <a:pt x="795271" y="566583"/>
                </a:lnTo>
                <a:lnTo>
                  <a:pt x="795242" y="559123"/>
                </a:lnTo>
                <a:lnTo>
                  <a:pt x="804490" y="549571"/>
                </a:lnTo>
                <a:lnTo>
                  <a:pt x="812239" y="549363"/>
                </a:lnTo>
                <a:lnTo>
                  <a:pt x="821969" y="558801"/>
                </a:lnTo>
                <a:lnTo>
                  <a:pt x="822182" y="566555"/>
                </a:lnTo>
                <a:lnTo>
                  <a:pt x="812739" y="576290"/>
                </a:lnTo>
                <a:lnTo>
                  <a:pt x="805038" y="576452"/>
                </a:lnTo>
                <a:lnTo>
                  <a:pt x="800140" y="571796"/>
                </a:lnTo>
                <a:close/>
              </a:path>
              <a:path w="5142230" h="2300604">
                <a:moveTo>
                  <a:pt x="2243285" y="1142018"/>
                </a:moveTo>
                <a:lnTo>
                  <a:pt x="2238963" y="1137391"/>
                </a:lnTo>
                <a:lnTo>
                  <a:pt x="2237806" y="1132536"/>
                </a:lnTo>
                <a:lnTo>
                  <a:pt x="2239416" y="1128101"/>
                </a:lnTo>
                <a:lnTo>
                  <a:pt x="2241668" y="1121715"/>
                </a:lnTo>
                <a:lnTo>
                  <a:pt x="2248720" y="1118414"/>
                </a:lnTo>
                <a:lnTo>
                  <a:pt x="2261454" y="1122955"/>
                </a:lnTo>
                <a:lnTo>
                  <a:pt x="2264750" y="1130002"/>
                </a:lnTo>
                <a:lnTo>
                  <a:pt x="2262461" y="1136349"/>
                </a:lnTo>
                <a:lnTo>
                  <a:pt x="2260214" y="1142741"/>
                </a:lnTo>
                <a:lnTo>
                  <a:pt x="2253157" y="1146036"/>
                </a:lnTo>
                <a:lnTo>
                  <a:pt x="2244907" y="1143069"/>
                </a:lnTo>
                <a:lnTo>
                  <a:pt x="2243285" y="1142018"/>
                </a:lnTo>
                <a:close/>
              </a:path>
              <a:path w="5142230" h="2300604">
                <a:moveTo>
                  <a:pt x="911287" y="661647"/>
                </a:moveTo>
                <a:lnTo>
                  <a:pt x="906171" y="656171"/>
                </a:lnTo>
                <a:lnTo>
                  <a:pt x="905548" y="649933"/>
                </a:lnTo>
                <a:lnTo>
                  <a:pt x="912653" y="639552"/>
                </a:lnTo>
                <a:lnTo>
                  <a:pt x="920255" y="638111"/>
                </a:lnTo>
                <a:lnTo>
                  <a:pt x="925882" y="641886"/>
                </a:lnTo>
                <a:lnTo>
                  <a:pt x="931468" y="645716"/>
                </a:lnTo>
                <a:lnTo>
                  <a:pt x="932909" y="653319"/>
                </a:lnTo>
                <a:lnTo>
                  <a:pt x="929079" y="658896"/>
                </a:lnTo>
                <a:lnTo>
                  <a:pt x="925304" y="664532"/>
                </a:lnTo>
                <a:lnTo>
                  <a:pt x="917702" y="665973"/>
                </a:lnTo>
                <a:lnTo>
                  <a:pt x="912071" y="662193"/>
                </a:lnTo>
                <a:lnTo>
                  <a:pt x="911287" y="661647"/>
                </a:lnTo>
                <a:close/>
              </a:path>
              <a:path w="5142230" h="2300604">
                <a:moveTo>
                  <a:pt x="970916" y="698990"/>
                </a:moveTo>
                <a:lnTo>
                  <a:pt x="966543" y="694309"/>
                </a:lnTo>
                <a:lnTo>
                  <a:pt x="965705" y="688426"/>
                </a:lnTo>
                <a:lnTo>
                  <a:pt x="968513" y="683612"/>
                </a:lnTo>
                <a:lnTo>
                  <a:pt x="971876" y="677731"/>
                </a:lnTo>
                <a:lnTo>
                  <a:pt x="979355" y="675766"/>
                </a:lnTo>
                <a:lnTo>
                  <a:pt x="985236" y="679130"/>
                </a:lnTo>
                <a:lnTo>
                  <a:pt x="991068" y="682538"/>
                </a:lnTo>
                <a:lnTo>
                  <a:pt x="993078" y="690066"/>
                </a:lnTo>
                <a:lnTo>
                  <a:pt x="989665" y="695893"/>
                </a:lnTo>
                <a:lnTo>
                  <a:pt x="986306" y="701779"/>
                </a:lnTo>
                <a:lnTo>
                  <a:pt x="978774" y="703784"/>
                </a:lnTo>
                <a:lnTo>
                  <a:pt x="971882" y="699731"/>
                </a:lnTo>
                <a:lnTo>
                  <a:pt x="970916" y="698990"/>
                </a:lnTo>
                <a:close/>
              </a:path>
              <a:path w="5142230" h="2300604">
                <a:moveTo>
                  <a:pt x="1228351" y="819639"/>
                </a:moveTo>
                <a:lnTo>
                  <a:pt x="1224019" y="815002"/>
                </a:lnTo>
                <a:lnTo>
                  <a:pt x="1222919" y="810012"/>
                </a:lnTo>
                <a:lnTo>
                  <a:pt x="1224675" y="805441"/>
                </a:lnTo>
                <a:lnTo>
                  <a:pt x="1227207" y="799158"/>
                </a:lnTo>
                <a:lnTo>
                  <a:pt x="1234293" y="796090"/>
                </a:lnTo>
                <a:lnTo>
                  <a:pt x="1246920" y="801005"/>
                </a:lnTo>
                <a:lnTo>
                  <a:pt x="1249985" y="808195"/>
                </a:lnTo>
                <a:lnTo>
                  <a:pt x="1247506" y="814437"/>
                </a:lnTo>
                <a:lnTo>
                  <a:pt x="1244974" y="820719"/>
                </a:lnTo>
                <a:lnTo>
                  <a:pt x="1237888" y="823788"/>
                </a:lnTo>
                <a:lnTo>
                  <a:pt x="1231597" y="821355"/>
                </a:lnTo>
                <a:lnTo>
                  <a:pt x="1229828" y="820633"/>
                </a:lnTo>
                <a:lnTo>
                  <a:pt x="1228351" y="819639"/>
                </a:lnTo>
                <a:close/>
              </a:path>
              <a:path w="5142230" h="2300604">
                <a:moveTo>
                  <a:pt x="1033538" y="732888"/>
                </a:moveTo>
                <a:lnTo>
                  <a:pt x="1029165" y="728207"/>
                </a:lnTo>
                <a:lnTo>
                  <a:pt x="1028256" y="722640"/>
                </a:lnTo>
                <a:lnTo>
                  <a:pt x="1033639" y="711884"/>
                </a:lnTo>
                <a:lnTo>
                  <a:pt x="1041044" y="709449"/>
                </a:lnTo>
                <a:lnTo>
                  <a:pt x="1053112" y="715525"/>
                </a:lnTo>
                <a:lnTo>
                  <a:pt x="1055551" y="722926"/>
                </a:lnTo>
                <a:lnTo>
                  <a:pt x="1049426" y="735039"/>
                </a:lnTo>
                <a:lnTo>
                  <a:pt x="1042074" y="737433"/>
                </a:lnTo>
                <a:lnTo>
                  <a:pt x="1034689" y="733730"/>
                </a:lnTo>
                <a:lnTo>
                  <a:pt x="1033538" y="732888"/>
                </a:lnTo>
                <a:close/>
              </a:path>
              <a:path w="5142230" h="2300604">
                <a:moveTo>
                  <a:pt x="1097595" y="763730"/>
                </a:moveTo>
                <a:lnTo>
                  <a:pt x="1093263" y="759093"/>
                </a:lnTo>
                <a:lnTo>
                  <a:pt x="1092217" y="753770"/>
                </a:lnTo>
                <a:lnTo>
                  <a:pt x="1094358" y="749122"/>
                </a:lnTo>
                <a:lnTo>
                  <a:pt x="1097215" y="742992"/>
                </a:lnTo>
                <a:lnTo>
                  <a:pt x="1104482" y="740312"/>
                </a:lnTo>
                <a:lnTo>
                  <a:pt x="1110617" y="743165"/>
                </a:lnTo>
                <a:lnTo>
                  <a:pt x="1116800" y="745972"/>
                </a:lnTo>
                <a:lnTo>
                  <a:pt x="1119475" y="753234"/>
                </a:lnTo>
                <a:lnTo>
                  <a:pt x="1113774" y="765508"/>
                </a:lnTo>
                <a:lnTo>
                  <a:pt x="1106553" y="768236"/>
                </a:lnTo>
                <a:lnTo>
                  <a:pt x="1100370" y="765429"/>
                </a:lnTo>
                <a:lnTo>
                  <a:pt x="1098883" y="764718"/>
                </a:lnTo>
                <a:lnTo>
                  <a:pt x="1097595" y="763730"/>
                </a:lnTo>
                <a:close/>
              </a:path>
              <a:path w="5142230" h="2300604">
                <a:moveTo>
                  <a:pt x="2439400" y="1223809"/>
                </a:moveTo>
                <a:lnTo>
                  <a:pt x="2435027" y="1219128"/>
                </a:lnTo>
                <a:lnTo>
                  <a:pt x="2434123" y="1213663"/>
                </a:lnTo>
                <a:lnTo>
                  <a:pt x="2439404" y="1202895"/>
                </a:lnTo>
                <a:lnTo>
                  <a:pt x="2446754" y="1200402"/>
                </a:lnTo>
                <a:lnTo>
                  <a:pt x="2458878" y="1206343"/>
                </a:lnTo>
                <a:lnTo>
                  <a:pt x="2461362" y="1213693"/>
                </a:lnTo>
                <a:lnTo>
                  <a:pt x="2455377" y="1225859"/>
                </a:lnTo>
                <a:lnTo>
                  <a:pt x="2448026" y="1228351"/>
                </a:lnTo>
                <a:lnTo>
                  <a:pt x="2441985" y="1225403"/>
                </a:lnTo>
                <a:lnTo>
                  <a:pt x="2440593" y="1224694"/>
                </a:lnTo>
                <a:lnTo>
                  <a:pt x="2439400" y="1223809"/>
                </a:lnTo>
                <a:close/>
              </a:path>
              <a:path w="5142230" h="2300604">
                <a:moveTo>
                  <a:pt x="1361644" y="868978"/>
                </a:moveTo>
                <a:lnTo>
                  <a:pt x="1357312" y="864341"/>
                </a:lnTo>
                <a:lnTo>
                  <a:pt x="1356108" y="859631"/>
                </a:lnTo>
                <a:lnTo>
                  <a:pt x="1357722" y="855201"/>
                </a:lnTo>
                <a:lnTo>
                  <a:pt x="1359924" y="848761"/>
                </a:lnTo>
                <a:lnTo>
                  <a:pt x="1366931" y="845412"/>
                </a:lnTo>
                <a:lnTo>
                  <a:pt x="1379668" y="849858"/>
                </a:lnTo>
                <a:lnTo>
                  <a:pt x="1383066" y="856819"/>
                </a:lnTo>
                <a:lnTo>
                  <a:pt x="1380864" y="863259"/>
                </a:lnTo>
                <a:lnTo>
                  <a:pt x="1378616" y="869650"/>
                </a:lnTo>
                <a:lnTo>
                  <a:pt x="1371610" y="873000"/>
                </a:lnTo>
                <a:lnTo>
                  <a:pt x="1363257" y="870119"/>
                </a:lnTo>
                <a:lnTo>
                  <a:pt x="1361644" y="868978"/>
                </a:lnTo>
                <a:close/>
              </a:path>
              <a:path w="5142230" h="2300604">
                <a:moveTo>
                  <a:pt x="2827447" y="2037032"/>
                </a:moveTo>
                <a:lnTo>
                  <a:pt x="2823166" y="2032448"/>
                </a:lnTo>
                <a:lnTo>
                  <a:pt x="2821938" y="2028299"/>
                </a:lnTo>
                <a:lnTo>
                  <a:pt x="2822834" y="2024175"/>
                </a:lnTo>
                <a:lnTo>
                  <a:pt x="2824328" y="2017565"/>
                </a:lnTo>
                <a:lnTo>
                  <a:pt x="2830894" y="2013450"/>
                </a:lnTo>
                <a:lnTo>
                  <a:pt x="2844105" y="2016449"/>
                </a:lnTo>
                <a:lnTo>
                  <a:pt x="2848220" y="2023005"/>
                </a:lnTo>
                <a:lnTo>
                  <a:pt x="2845226" y="2036221"/>
                </a:lnTo>
                <a:lnTo>
                  <a:pt x="2838660" y="2040336"/>
                </a:lnTo>
                <a:lnTo>
                  <a:pt x="2829623" y="2038286"/>
                </a:lnTo>
                <a:lnTo>
                  <a:pt x="2827447" y="2037032"/>
                </a:lnTo>
                <a:close/>
              </a:path>
              <a:path w="5142230" h="2300604">
                <a:moveTo>
                  <a:pt x="2810187" y="2105842"/>
                </a:moveTo>
                <a:lnTo>
                  <a:pt x="2805905" y="2101259"/>
                </a:lnTo>
                <a:lnTo>
                  <a:pt x="2804684" y="2096921"/>
                </a:lnTo>
                <a:lnTo>
                  <a:pt x="2807549" y="2086109"/>
                </a:lnTo>
                <a:lnTo>
                  <a:pt x="2813995" y="2082452"/>
                </a:lnTo>
                <a:lnTo>
                  <a:pt x="2814293" y="2082283"/>
                </a:lnTo>
                <a:lnTo>
                  <a:pt x="2820839" y="2084012"/>
                </a:lnTo>
                <a:lnTo>
                  <a:pt x="2827345" y="2085796"/>
                </a:lnTo>
                <a:lnTo>
                  <a:pt x="2831220" y="2092485"/>
                </a:lnTo>
                <a:lnTo>
                  <a:pt x="2829491" y="2099040"/>
                </a:lnTo>
                <a:lnTo>
                  <a:pt x="2827712" y="2105542"/>
                </a:lnTo>
                <a:lnTo>
                  <a:pt x="2821314" y="2109250"/>
                </a:lnTo>
                <a:lnTo>
                  <a:pt x="2821018" y="2109421"/>
                </a:lnTo>
                <a:lnTo>
                  <a:pt x="2812174" y="2107090"/>
                </a:lnTo>
                <a:lnTo>
                  <a:pt x="2810187" y="2105842"/>
                </a:lnTo>
                <a:close/>
              </a:path>
              <a:path w="5142230" h="2300604">
                <a:moveTo>
                  <a:pt x="633675" y="349222"/>
                </a:moveTo>
                <a:lnTo>
                  <a:pt x="628513" y="343696"/>
                </a:lnTo>
                <a:lnTo>
                  <a:pt x="628020" y="342777"/>
                </a:lnTo>
                <a:lnTo>
                  <a:pt x="624731" y="336911"/>
                </a:lnTo>
                <a:lnTo>
                  <a:pt x="626828" y="329381"/>
                </a:lnTo>
                <a:lnTo>
                  <a:pt x="632746" y="326136"/>
                </a:lnTo>
                <a:lnTo>
                  <a:pt x="638666" y="322797"/>
                </a:lnTo>
                <a:lnTo>
                  <a:pt x="646101" y="324891"/>
                </a:lnTo>
                <a:lnTo>
                  <a:pt x="649440" y="330812"/>
                </a:lnTo>
                <a:lnTo>
                  <a:pt x="652685" y="336729"/>
                </a:lnTo>
                <a:lnTo>
                  <a:pt x="650636" y="344213"/>
                </a:lnTo>
                <a:lnTo>
                  <a:pt x="644670" y="347503"/>
                </a:lnTo>
                <a:lnTo>
                  <a:pt x="639712" y="350309"/>
                </a:lnTo>
                <a:lnTo>
                  <a:pt x="633675" y="349222"/>
                </a:lnTo>
                <a:close/>
              </a:path>
              <a:path w="5142230" h="2300604">
                <a:moveTo>
                  <a:pt x="2040719" y="1076682"/>
                </a:moveTo>
                <a:lnTo>
                  <a:pt x="2036391" y="1072050"/>
                </a:lnTo>
                <a:lnTo>
                  <a:pt x="2035173" y="1067618"/>
                </a:lnTo>
                <a:lnTo>
                  <a:pt x="2038370" y="1056770"/>
                </a:lnTo>
                <a:lnTo>
                  <a:pt x="2045202" y="1053136"/>
                </a:lnTo>
                <a:lnTo>
                  <a:pt x="2051652" y="1055055"/>
                </a:lnTo>
                <a:lnTo>
                  <a:pt x="2058146" y="1056923"/>
                </a:lnTo>
                <a:lnTo>
                  <a:pt x="2061883" y="1063759"/>
                </a:lnTo>
                <a:lnTo>
                  <a:pt x="2059916" y="1070254"/>
                </a:lnTo>
                <a:lnTo>
                  <a:pt x="2058042" y="1076753"/>
                </a:lnTo>
                <a:lnTo>
                  <a:pt x="2051260" y="1080440"/>
                </a:lnTo>
                <a:lnTo>
                  <a:pt x="2042566" y="1077878"/>
                </a:lnTo>
                <a:lnTo>
                  <a:pt x="2040719" y="1076682"/>
                </a:lnTo>
                <a:close/>
              </a:path>
              <a:path w="5142230" h="2300604">
                <a:moveTo>
                  <a:pt x="1294757" y="844980"/>
                </a:moveTo>
                <a:lnTo>
                  <a:pt x="1290435" y="840353"/>
                </a:lnTo>
                <a:lnTo>
                  <a:pt x="1289278" y="835498"/>
                </a:lnTo>
                <a:lnTo>
                  <a:pt x="1293283" y="824635"/>
                </a:lnTo>
                <a:lnTo>
                  <a:pt x="1300332" y="821428"/>
                </a:lnTo>
                <a:lnTo>
                  <a:pt x="1306674" y="823721"/>
                </a:lnTo>
                <a:lnTo>
                  <a:pt x="1313013" y="826109"/>
                </a:lnTo>
                <a:lnTo>
                  <a:pt x="1316269" y="833112"/>
                </a:lnTo>
                <a:lnTo>
                  <a:pt x="1311585" y="845888"/>
                </a:lnTo>
                <a:lnTo>
                  <a:pt x="1304536" y="849095"/>
                </a:lnTo>
                <a:lnTo>
                  <a:pt x="1296330" y="846077"/>
                </a:lnTo>
                <a:lnTo>
                  <a:pt x="1294757" y="844980"/>
                </a:lnTo>
                <a:close/>
              </a:path>
              <a:path w="5142230" h="2300604">
                <a:moveTo>
                  <a:pt x="670161" y="410370"/>
                </a:moveTo>
                <a:lnTo>
                  <a:pt x="665138" y="404993"/>
                </a:lnTo>
                <a:lnTo>
                  <a:pt x="661053" y="398665"/>
                </a:lnTo>
                <a:lnTo>
                  <a:pt x="662732" y="391079"/>
                </a:lnTo>
                <a:lnTo>
                  <a:pt x="668473" y="387450"/>
                </a:lnTo>
                <a:lnTo>
                  <a:pt x="674165" y="383768"/>
                </a:lnTo>
                <a:lnTo>
                  <a:pt x="681756" y="385443"/>
                </a:lnTo>
                <a:lnTo>
                  <a:pt x="689013" y="396926"/>
                </a:lnTo>
                <a:lnTo>
                  <a:pt x="687297" y="404473"/>
                </a:lnTo>
                <a:lnTo>
                  <a:pt x="676577" y="411373"/>
                </a:lnTo>
                <a:lnTo>
                  <a:pt x="670161" y="410370"/>
                </a:lnTo>
                <a:close/>
              </a:path>
              <a:path w="5142230" h="2300604">
                <a:moveTo>
                  <a:pt x="600253" y="286271"/>
                </a:moveTo>
                <a:lnTo>
                  <a:pt x="595830" y="281537"/>
                </a:lnTo>
                <a:lnTo>
                  <a:pt x="595158" y="280621"/>
                </a:lnTo>
                <a:lnTo>
                  <a:pt x="591578" y="273465"/>
                </a:lnTo>
                <a:lnTo>
                  <a:pt x="594046" y="266137"/>
                </a:lnTo>
                <a:lnTo>
                  <a:pt x="599680" y="263273"/>
                </a:lnTo>
                <a:lnTo>
                  <a:pt x="606026" y="260097"/>
                </a:lnTo>
                <a:lnTo>
                  <a:pt x="613478" y="262503"/>
                </a:lnTo>
                <a:lnTo>
                  <a:pt x="619577" y="274602"/>
                </a:lnTo>
                <a:lnTo>
                  <a:pt x="617113" y="281935"/>
                </a:lnTo>
                <a:lnTo>
                  <a:pt x="611475" y="284795"/>
                </a:lnTo>
                <a:lnTo>
                  <a:pt x="606114" y="287462"/>
                </a:lnTo>
                <a:lnTo>
                  <a:pt x="600253" y="286271"/>
                </a:lnTo>
                <a:close/>
              </a:path>
              <a:path w="5142230" h="2300604">
                <a:moveTo>
                  <a:pt x="2176190" y="1118872"/>
                </a:moveTo>
                <a:lnTo>
                  <a:pt x="2171904" y="1114284"/>
                </a:lnTo>
                <a:lnTo>
                  <a:pt x="2170746" y="1109623"/>
                </a:lnTo>
                <a:lnTo>
                  <a:pt x="2172171" y="1105186"/>
                </a:lnTo>
                <a:lnTo>
                  <a:pt x="2174252" y="1099008"/>
                </a:lnTo>
                <a:lnTo>
                  <a:pt x="2174325" y="1098792"/>
                </a:lnTo>
                <a:lnTo>
                  <a:pt x="2181289" y="1095299"/>
                </a:lnTo>
                <a:lnTo>
                  <a:pt x="2187679" y="1097448"/>
                </a:lnTo>
                <a:lnTo>
                  <a:pt x="2194126" y="1099560"/>
                </a:lnTo>
                <a:lnTo>
                  <a:pt x="2197569" y="1106471"/>
                </a:lnTo>
                <a:lnTo>
                  <a:pt x="2195466" y="1112919"/>
                </a:lnTo>
                <a:lnTo>
                  <a:pt x="2193337" y="1119144"/>
                </a:lnTo>
                <a:lnTo>
                  <a:pt x="2193264" y="1119359"/>
                </a:lnTo>
                <a:lnTo>
                  <a:pt x="2186348" y="1122806"/>
                </a:lnTo>
                <a:lnTo>
                  <a:pt x="2179900" y="1120693"/>
                </a:lnTo>
                <a:lnTo>
                  <a:pt x="2177898" y="1120016"/>
                </a:lnTo>
                <a:lnTo>
                  <a:pt x="2176190" y="1118872"/>
                </a:lnTo>
                <a:close/>
              </a:path>
              <a:path w="5142230" h="2300604">
                <a:moveTo>
                  <a:pt x="710549" y="469146"/>
                </a:moveTo>
                <a:lnTo>
                  <a:pt x="705349" y="463580"/>
                </a:lnTo>
                <a:lnTo>
                  <a:pt x="701285" y="458154"/>
                </a:lnTo>
                <a:lnTo>
                  <a:pt x="702491" y="450453"/>
                </a:lnTo>
                <a:lnTo>
                  <a:pt x="707914" y="446483"/>
                </a:lnTo>
                <a:lnTo>
                  <a:pt x="713340" y="442419"/>
                </a:lnTo>
                <a:lnTo>
                  <a:pt x="720996" y="443576"/>
                </a:lnTo>
                <a:lnTo>
                  <a:pt x="729075" y="454473"/>
                </a:lnTo>
                <a:lnTo>
                  <a:pt x="727918" y="462129"/>
                </a:lnTo>
                <a:lnTo>
                  <a:pt x="722492" y="466193"/>
                </a:lnTo>
                <a:lnTo>
                  <a:pt x="717456" y="469893"/>
                </a:lnTo>
                <a:lnTo>
                  <a:pt x="710549" y="469146"/>
                </a:lnTo>
                <a:close/>
              </a:path>
              <a:path w="5142230" h="2300604">
                <a:moveTo>
                  <a:pt x="2108614" y="1097263"/>
                </a:moveTo>
                <a:lnTo>
                  <a:pt x="2104286" y="1092631"/>
                </a:lnTo>
                <a:lnTo>
                  <a:pt x="2103120" y="1088059"/>
                </a:lnTo>
                <a:lnTo>
                  <a:pt x="2104444" y="1083709"/>
                </a:lnTo>
                <a:lnTo>
                  <a:pt x="2106457" y="1077263"/>
                </a:lnTo>
                <a:lnTo>
                  <a:pt x="2113330" y="1073673"/>
                </a:lnTo>
                <a:lnTo>
                  <a:pt x="2119830" y="1075646"/>
                </a:lnTo>
                <a:lnTo>
                  <a:pt x="2126276" y="1077659"/>
                </a:lnTo>
                <a:lnTo>
                  <a:pt x="2129866" y="1084532"/>
                </a:lnTo>
                <a:lnTo>
                  <a:pt x="2127899" y="1091027"/>
                </a:lnTo>
                <a:lnTo>
                  <a:pt x="2125885" y="1097474"/>
                </a:lnTo>
                <a:lnTo>
                  <a:pt x="2119012" y="1101064"/>
                </a:lnTo>
                <a:lnTo>
                  <a:pt x="2112517" y="1099096"/>
                </a:lnTo>
                <a:lnTo>
                  <a:pt x="2110416" y="1098411"/>
                </a:lnTo>
                <a:lnTo>
                  <a:pt x="2108614" y="1097263"/>
                </a:lnTo>
                <a:close/>
              </a:path>
              <a:path w="5142230" h="2300604">
                <a:moveTo>
                  <a:pt x="755193" y="524756"/>
                </a:moveTo>
                <a:lnTo>
                  <a:pt x="750415" y="519641"/>
                </a:lnTo>
                <a:lnTo>
                  <a:pt x="745960" y="514580"/>
                </a:lnTo>
                <a:lnTo>
                  <a:pt x="746461" y="506807"/>
                </a:lnTo>
                <a:lnTo>
                  <a:pt x="751617" y="502356"/>
                </a:lnTo>
                <a:lnTo>
                  <a:pt x="756077" y="498431"/>
                </a:lnTo>
                <a:lnTo>
                  <a:pt x="756678" y="497902"/>
                </a:lnTo>
                <a:lnTo>
                  <a:pt x="764397" y="498443"/>
                </a:lnTo>
                <a:lnTo>
                  <a:pt x="773356" y="508619"/>
                </a:lnTo>
                <a:lnTo>
                  <a:pt x="772810" y="516343"/>
                </a:lnTo>
                <a:lnTo>
                  <a:pt x="763237" y="524765"/>
                </a:lnTo>
                <a:lnTo>
                  <a:pt x="762736" y="525206"/>
                </a:lnTo>
                <a:lnTo>
                  <a:pt x="755193" y="524756"/>
                </a:lnTo>
                <a:close/>
              </a:path>
              <a:path w="5142230" h="2300604">
                <a:moveTo>
                  <a:pt x="2855843" y="1756204"/>
                </a:moveTo>
                <a:lnTo>
                  <a:pt x="2851557" y="1751616"/>
                </a:lnTo>
                <a:lnTo>
                  <a:pt x="2850323" y="1749024"/>
                </a:lnTo>
                <a:lnTo>
                  <a:pt x="2849707" y="1739373"/>
                </a:lnTo>
                <a:lnTo>
                  <a:pt x="2854821" y="1733509"/>
                </a:lnTo>
                <a:lnTo>
                  <a:pt x="2861540" y="1733076"/>
                </a:lnTo>
                <a:lnTo>
                  <a:pt x="2868303" y="1732594"/>
                </a:lnTo>
                <a:lnTo>
                  <a:pt x="2874131" y="1737659"/>
                </a:lnTo>
                <a:lnTo>
                  <a:pt x="2875086" y="1751194"/>
                </a:lnTo>
                <a:lnTo>
                  <a:pt x="2870025" y="1757017"/>
                </a:lnTo>
                <a:lnTo>
                  <a:pt x="2863254" y="1757490"/>
                </a:lnTo>
                <a:lnTo>
                  <a:pt x="2859374" y="1757736"/>
                </a:lnTo>
                <a:lnTo>
                  <a:pt x="2855843" y="1756204"/>
                </a:lnTo>
                <a:close/>
              </a:path>
              <a:path w="5142230" h="2300604">
                <a:moveTo>
                  <a:pt x="2727878" y="1435262"/>
                </a:moveTo>
                <a:lnTo>
                  <a:pt x="2722998" y="1430038"/>
                </a:lnTo>
                <a:lnTo>
                  <a:pt x="2718597" y="1424936"/>
                </a:lnTo>
                <a:lnTo>
                  <a:pt x="2719143" y="1417212"/>
                </a:lnTo>
                <a:lnTo>
                  <a:pt x="2728648" y="1409010"/>
                </a:lnTo>
                <a:lnTo>
                  <a:pt x="2729406" y="1408356"/>
                </a:lnTo>
                <a:lnTo>
                  <a:pt x="2737175" y="1408951"/>
                </a:lnTo>
                <a:lnTo>
                  <a:pt x="2745979" y="1419254"/>
                </a:lnTo>
                <a:lnTo>
                  <a:pt x="2745391" y="1426934"/>
                </a:lnTo>
                <a:lnTo>
                  <a:pt x="2735878" y="1435126"/>
                </a:lnTo>
                <a:lnTo>
                  <a:pt x="2735271" y="1435649"/>
                </a:lnTo>
                <a:lnTo>
                  <a:pt x="2727878" y="1435262"/>
                </a:lnTo>
                <a:close/>
              </a:path>
              <a:path w="5142230" h="2300604">
                <a:moveTo>
                  <a:pt x="2674706" y="1380005"/>
                </a:moveTo>
                <a:lnTo>
                  <a:pt x="2669746" y="1374695"/>
                </a:lnTo>
                <a:lnTo>
                  <a:pt x="2669665" y="1367374"/>
                </a:lnTo>
                <a:lnTo>
                  <a:pt x="2674116" y="1362659"/>
                </a:lnTo>
                <a:lnTo>
                  <a:pt x="2678677" y="1357668"/>
                </a:lnTo>
                <a:lnTo>
                  <a:pt x="2686480" y="1357419"/>
                </a:lnTo>
                <a:lnTo>
                  <a:pt x="2696359" y="1366626"/>
                </a:lnTo>
                <a:lnTo>
                  <a:pt x="2696613" y="1374424"/>
                </a:lnTo>
                <a:lnTo>
                  <a:pt x="2687405" y="1384313"/>
                </a:lnTo>
                <a:lnTo>
                  <a:pt x="2679648" y="1384610"/>
                </a:lnTo>
                <a:lnTo>
                  <a:pt x="2674706" y="1380005"/>
                </a:lnTo>
                <a:close/>
              </a:path>
              <a:path w="5142230" h="2300604">
                <a:moveTo>
                  <a:pt x="2830526" y="1617868"/>
                </a:moveTo>
                <a:lnTo>
                  <a:pt x="2826195" y="1613231"/>
                </a:lnTo>
                <a:lnTo>
                  <a:pt x="2825262" y="1611646"/>
                </a:lnTo>
                <a:lnTo>
                  <a:pt x="2824708" y="1609880"/>
                </a:lnTo>
                <a:lnTo>
                  <a:pt x="2822614" y="1603436"/>
                </a:lnTo>
                <a:lnTo>
                  <a:pt x="2826148" y="1596564"/>
                </a:lnTo>
                <a:lnTo>
                  <a:pt x="2832597" y="1594475"/>
                </a:lnTo>
                <a:lnTo>
                  <a:pt x="2839087" y="1592430"/>
                </a:lnTo>
                <a:lnTo>
                  <a:pt x="2845949" y="1595963"/>
                </a:lnTo>
                <a:lnTo>
                  <a:pt x="2848043" y="1602408"/>
                </a:lnTo>
                <a:lnTo>
                  <a:pt x="2850088" y="1608898"/>
                </a:lnTo>
                <a:lnTo>
                  <a:pt x="2846555" y="1615770"/>
                </a:lnTo>
                <a:lnTo>
                  <a:pt x="2840060" y="1617810"/>
                </a:lnTo>
                <a:lnTo>
                  <a:pt x="2835434" y="1619309"/>
                </a:lnTo>
                <a:lnTo>
                  <a:pt x="2830526" y="1617868"/>
                </a:lnTo>
                <a:close/>
              </a:path>
              <a:path w="5142230" h="2300604">
                <a:moveTo>
                  <a:pt x="1496460" y="913790"/>
                </a:moveTo>
                <a:lnTo>
                  <a:pt x="1492133" y="909157"/>
                </a:lnTo>
                <a:lnTo>
                  <a:pt x="1490966" y="904586"/>
                </a:lnTo>
                <a:lnTo>
                  <a:pt x="1494405" y="893703"/>
                </a:lnTo>
                <a:lnTo>
                  <a:pt x="1501275" y="890207"/>
                </a:lnTo>
                <a:lnTo>
                  <a:pt x="1514214" y="894283"/>
                </a:lnTo>
                <a:lnTo>
                  <a:pt x="1517755" y="901201"/>
                </a:lnTo>
                <a:lnTo>
                  <a:pt x="1515691" y="907594"/>
                </a:lnTo>
                <a:lnTo>
                  <a:pt x="1513629" y="914086"/>
                </a:lnTo>
                <a:lnTo>
                  <a:pt x="1506761" y="917681"/>
                </a:lnTo>
                <a:lnTo>
                  <a:pt x="1500317" y="915573"/>
                </a:lnTo>
                <a:lnTo>
                  <a:pt x="1498257" y="914932"/>
                </a:lnTo>
                <a:lnTo>
                  <a:pt x="1496460" y="913790"/>
                </a:lnTo>
                <a:close/>
              </a:path>
              <a:path w="5142230" h="2300604">
                <a:moveTo>
                  <a:pt x="1632078" y="955843"/>
                </a:moveTo>
                <a:lnTo>
                  <a:pt x="1627792" y="951255"/>
                </a:lnTo>
                <a:lnTo>
                  <a:pt x="1626581" y="946733"/>
                </a:lnTo>
                <a:lnTo>
                  <a:pt x="1629877" y="935893"/>
                </a:lnTo>
                <a:lnTo>
                  <a:pt x="1636700" y="932249"/>
                </a:lnTo>
                <a:lnTo>
                  <a:pt x="1649695" y="936190"/>
                </a:lnTo>
                <a:lnTo>
                  <a:pt x="1653334" y="943017"/>
                </a:lnTo>
                <a:lnTo>
                  <a:pt x="1649398" y="956008"/>
                </a:lnTo>
                <a:lnTo>
                  <a:pt x="1642571" y="959646"/>
                </a:lnTo>
                <a:lnTo>
                  <a:pt x="1633926" y="957039"/>
                </a:lnTo>
                <a:lnTo>
                  <a:pt x="1632078" y="955843"/>
                </a:lnTo>
                <a:close/>
              </a:path>
              <a:path w="5142230" h="2300604">
                <a:moveTo>
                  <a:pt x="2375124" y="1194003"/>
                </a:moveTo>
                <a:lnTo>
                  <a:pt x="2370796" y="1189371"/>
                </a:lnTo>
                <a:lnTo>
                  <a:pt x="2369747" y="1184142"/>
                </a:lnTo>
                <a:lnTo>
                  <a:pt x="2371740" y="1179532"/>
                </a:lnTo>
                <a:lnTo>
                  <a:pt x="2374458" y="1173350"/>
                </a:lnTo>
                <a:lnTo>
                  <a:pt x="2381682" y="1170527"/>
                </a:lnTo>
                <a:lnTo>
                  <a:pt x="2387914" y="1173289"/>
                </a:lnTo>
                <a:lnTo>
                  <a:pt x="2394150" y="1175956"/>
                </a:lnTo>
                <a:lnTo>
                  <a:pt x="2396973" y="1183181"/>
                </a:lnTo>
                <a:lnTo>
                  <a:pt x="2394207" y="1189408"/>
                </a:lnTo>
                <a:lnTo>
                  <a:pt x="2391498" y="1195599"/>
                </a:lnTo>
                <a:lnTo>
                  <a:pt x="2384274" y="1198422"/>
                </a:lnTo>
                <a:lnTo>
                  <a:pt x="2378083" y="1195704"/>
                </a:lnTo>
                <a:lnTo>
                  <a:pt x="2376506" y="1194995"/>
                </a:lnTo>
                <a:lnTo>
                  <a:pt x="2375124" y="1194003"/>
                </a:lnTo>
                <a:close/>
              </a:path>
              <a:path w="5142230" h="2300604">
                <a:moveTo>
                  <a:pt x="1564238" y="935028"/>
                </a:moveTo>
                <a:lnTo>
                  <a:pt x="1559906" y="930391"/>
                </a:lnTo>
                <a:lnTo>
                  <a:pt x="1558696" y="925869"/>
                </a:lnTo>
                <a:lnTo>
                  <a:pt x="1560019" y="921519"/>
                </a:lnTo>
                <a:lnTo>
                  <a:pt x="1562033" y="915073"/>
                </a:lnTo>
                <a:lnTo>
                  <a:pt x="1568959" y="911442"/>
                </a:lnTo>
                <a:lnTo>
                  <a:pt x="1581852" y="915469"/>
                </a:lnTo>
                <a:lnTo>
                  <a:pt x="1585486" y="922291"/>
                </a:lnTo>
                <a:lnTo>
                  <a:pt x="1583473" y="928738"/>
                </a:lnTo>
                <a:lnTo>
                  <a:pt x="1581510" y="935238"/>
                </a:lnTo>
                <a:lnTo>
                  <a:pt x="1574588" y="938873"/>
                </a:lnTo>
                <a:lnTo>
                  <a:pt x="1568141" y="936860"/>
                </a:lnTo>
                <a:lnTo>
                  <a:pt x="1566040" y="936175"/>
                </a:lnTo>
                <a:lnTo>
                  <a:pt x="1564238" y="935028"/>
                </a:lnTo>
                <a:close/>
              </a:path>
              <a:path w="5142230" h="2300604">
                <a:moveTo>
                  <a:pt x="2770303" y="1491331"/>
                </a:moveTo>
                <a:lnTo>
                  <a:pt x="2765288" y="1485962"/>
                </a:lnTo>
                <a:lnTo>
                  <a:pt x="2764930" y="1485384"/>
                </a:lnTo>
                <a:lnTo>
                  <a:pt x="2761203" y="1479733"/>
                </a:lnTo>
                <a:lnTo>
                  <a:pt x="2762734" y="1472085"/>
                </a:lnTo>
                <a:lnTo>
                  <a:pt x="2774034" y="1464633"/>
                </a:lnTo>
                <a:lnTo>
                  <a:pt x="2781629" y="1466214"/>
                </a:lnTo>
                <a:lnTo>
                  <a:pt x="2789081" y="1477514"/>
                </a:lnTo>
                <a:lnTo>
                  <a:pt x="2787549" y="1485063"/>
                </a:lnTo>
                <a:lnTo>
                  <a:pt x="2781899" y="1488789"/>
                </a:lnTo>
                <a:lnTo>
                  <a:pt x="2776832" y="1492162"/>
                </a:lnTo>
                <a:lnTo>
                  <a:pt x="2770303" y="1491331"/>
                </a:lnTo>
                <a:close/>
              </a:path>
              <a:path w="5142230" h="2300604">
                <a:moveTo>
                  <a:pt x="2804758" y="1552455"/>
                </a:moveTo>
                <a:lnTo>
                  <a:pt x="2800385" y="1547774"/>
                </a:lnTo>
                <a:lnTo>
                  <a:pt x="2799707" y="1546755"/>
                </a:lnTo>
                <a:lnTo>
                  <a:pt x="2796228" y="1539513"/>
                </a:lnTo>
                <a:lnTo>
                  <a:pt x="2798791" y="1532188"/>
                </a:lnTo>
                <a:lnTo>
                  <a:pt x="2810979" y="1526272"/>
                </a:lnTo>
                <a:lnTo>
                  <a:pt x="2818300" y="1528929"/>
                </a:lnTo>
                <a:lnTo>
                  <a:pt x="2824166" y="1541073"/>
                </a:lnTo>
                <a:lnTo>
                  <a:pt x="2821603" y="1548397"/>
                </a:lnTo>
                <a:lnTo>
                  <a:pt x="2815507" y="1551353"/>
                </a:lnTo>
                <a:lnTo>
                  <a:pt x="2810516" y="1553732"/>
                </a:lnTo>
                <a:lnTo>
                  <a:pt x="2804758" y="1552455"/>
                </a:lnTo>
                <a:close/>
              </a:path>
              <a:path w="5142230" h="2300604">
                <a:moveTo>
                  <a:pt x="1428896" y="891803"/>
                </a:moveTo>
                <a:lnTo>
                  <a:pt x="1424614" y="887220"/>
                </a:lnTo>
                <a:lnTo>
                  <a:pt x="1423402" y="882599"/>
                </a:lnTo>
                <a:lnTo>
                  <a:pt x="1424828" y="878163"/>
                </a:lnTo>
                <a:lnTo>
                  <a:pt x="1426928" y="871907"/>
                </a:lnTo>
                <a:lnTo>
                  <a:pt x="1426977" y="871764"/>
                </a:lnTo>
                <a:lnTo>
                  <a:pt x="1433900" y="868227"/>
                </a:lnTo>
                <a:lnTo>
                  <a:pt x="1446783" y="872537"/>
                </a:lnTo>
                <a:lnTo>
                  <a:pt x="1450230" y="879452"/>
                </a:lnTo>
                <a:lnTo>
                  <a:pt x="1448122" y="885896"/>
                </a:lnTo>
                <a:lnTo>
                  <a:pt x="1446018" y="892146"/>
                </a:lnTo>
                <a:lnTo>
                  <a:pt x="1445969" y="892290"/>
                </a:lnTo>
                <a:lnTo>
                  <a:pt x="1439099" y="895786"/>
                </a:lnTo>
                <a:lnTo>
                  <a:pt x="1432656" y="893678"/>
                </a:lnTo>
                <a:lnTo>
                  <a:pt x="1430649" y="892996"/>
                </a:lnTo>
                <a:lnTo>
                  <a:pt x="1428896" y="891803"/>
                </a:lnTo>
                <a:close/>
              </a:path>
              <a:path w="5142230" h="2300604">
                <a:moveTo>
                  <a:pt x="1700019" y="976473"/>
                </a:moveTo>
                <a:lnTo>
                  <a:pt x="1695691" y="971841"/>
                </a:lnTo>
                <a:lnTo>
                  <a:pt x="1694522" y="967363"/>
                </a:lnTo>
                <a:lnTo>
                  <a:pt x="1697818" y="956523"/>
                </a:lnTo>
                <a:lnTo>
                  <a:pt x="1704641" y="952879"/>
                </a:lnTo>
                <a:lnTo>
                  <a:pt x="1717586" y="956766"/>
                </a:lnTo>
                <a:lnTo>
                  <a:pt x="1721275" y="963647"/>
                </a:lnTo>
                <a:lnTo>
                  <a:pt x="1719307" y="970142"/>
                </a:lnTo>
                <a:lnTo>
                  <a:pt x="1717293" y="976589"/>
                </a:lnTo>
                <a:lnTo>
                  <a:pt x="1710466" y="980228"/>
                </a:lnTo>
                <a:lnTo>
                  <a:pt x="1701866" y="977669"/>
                </a:lnTo>
                <a:lnTo>
                  <a:pt x="1700019" y="976473"/>
                </a:lnTo>
                <a:close/>
              </a:path>
              <a:path w="5142230" h="2300604">
                <a:moveTo>
                  <a:pt x="2847366" y="1686234"/>
                </a:moveTo>
                <a:lnTo>
                  <a:pt x="2843080" y="1681646"/>
                </a:lnTo>
                <a:lnTo>
                  <a:pt x="2841978" y="1679488"/>
                </a:lnTo>
                <a:lnTo>
                  <a:pt x="2841524" y="1677047"/>
                </a:lnTo>
                <a:lnTo>
                  <a:pt x="2840337" y="1670400"/>
                </a:lnTo>
                <a:lnTo>
                  <a:pt x="2844669" y="1664091"/>
                </a:lnTo>
                <a:lnTo>
                  <a:pt x="2857972" y="1661616"/>
                </a:lnTo>
                <a:lnTo>
                  <a:pt x="2864388" y="1666041"/>
                </a:lnTo>
                <a:lnTo>
                  <a:pt x="2865668" y="1672689"/>
                </a:lnTo>
                <a:lnTo>
                  <a:pt x="2866862" y="1679344"/>
                </a:lnTo>
                <a:lnTo>
                  <a:pt x="2862442" y="1685756"/>
                </a:lnTo>
                <a:lnTo>
                  <a:pt x="2855793" y="1686946"/>
                </a:lnTo>
                <a:lnTo>
                  <a:pt x="2851512" y="1687739"/>
                </a:lnTo>
                <a:lnTo>
                  <a:pt x="2847366" y="1686234"/>
                </a:lnTo>
                <a:close/>
              </a:path>
              <a:path w="5142230" h="2300604">
                <a:moveTo>
                  <a:pt x="2856931" y="1826867"/>
                </a:moveTo>
                <a:lnTo>
                  <a:pt x="2852649" y="1822283"/>
                </a:lnTo>
                <a:lnTo>
                  <a:pt x="2851382" y="1819167"/>
                </a:lnTo>
                <a:lnTo>
                  <a:pt x="2851499" y="1815871"/>
                </a:lnTo>
                <a:lnTo>
                  <a:pt x="2851681" y="1809126"/>
                </a:lnTo>
                <a:lnTo>
                  <a:pt x="2857287" y="1803788"/>
                </a:lnTo>
                <a:lnTo>
                  <a:pt x="2870876" y="1804161"/>
                </a:lnTo>
                <a:lnTo>
                  <a:pt x="2876155" y="1809813"/>
                </a:lnTo>
                <a:lnTo>
                  <a:pt x="2875795" y="1823307"/>
                </a:lnTo>
                <a:lnTo>
                  <a:pt x="2870131" y="1828680"/>
                </a:lnTo>
                <a:lnTo>
                  <a:pt x="2859995" y="1828387"/>
                </a:lnTo>
                <a:lnTo>
                  <a:pt x="2856931" y="1826867"/>
                </a:lnTo>
                <a:close/>
              </a:path>
              <a:path w="5142230" h="2300604">
                <a:moveTo>
                  <a:pt x="1571334" y="812425"/>
                </a:moveTo>
                <a:lnTo>
                  <a:pt x="1567193" y="807993"/>
                </a:lnTo>
                <a:lnTo>
                  <a:pt x="1566013" y="803699"/>
                </a:lnTo>
                <a:lnTo>
                  <a:pt x="1567196" y="799590"/>
                </a:lnTo>
                <a:lnTo>
                  <a:pt x="1568969" y="793277"/>
                </a:lnTo>
                <a:lnTo>
                  <a:pt x="1575513" y="789628"/>
                </a:lnTo>
                <a:lnTo>
                  <a:pt x="1588090" y="793219"/>
                </a:lnTo>
                <a:lnTo>
                  <a:pt x="1591739" y="799764"/>
                </a:lnTo>
                <a:lnTo>
                  <a:pt x="1589966" y="806077"/>
                </a:lnTo>
                <a:lnTo>
                  <a:pt x="1588148" y="812341"/>
                </a:lnTo>
                <a:lnTo>
                  <a:pt x="1581603" y="815990"/>
                </a:lnTo>
                <a:lnTo>
                  <a:pt x="1575339" y="814171"/>
                </a:lnTo>
                <a:lnTo>
                  <a:pt x="1573136" y="813572"/>
                </a:lnTo>
                <a:lnTo>
                  <a:pt x="1571334" y="812425"/>
                </a:lnTo>
                <a:close/>
              </a:path>
              <a:path w="5142230" h="2300604">
                <a:moveTo>
                  <a:pt x="3050528" y="1761981"/>
                </a:moveTo>
                <a:lnTo>
                  <a:pt x="3046383" y="1757544"/>
                </a:lnTo>
                <a:lnTo>
                  <a:pt x="3045119" y="1754432"/>
                </a:lnTo>
                <a:lnTo>
                  <a:pt x="3045326" y="1751134"/>
                </a:lnTo>
                <a:lnTo>
                  <a:pt x="3045686" y="1744580"/>
                </a:lnTo>
                <a:lnTo>
                  <a:pt x="3050896" y="1739893"/>
                </a:lnTo>
                <a:lnTo>
                  <a:pt x="3051243" y="1739581"/>
                </a:lnTo>
                <a:lnTo>
                  <a:pt x="3057747" y="1739896"/>
                </a:lnTo>
                <a:lnTo>
                  <a:pt x="3064297" y="1740261"/>
                </a:lnTo>
                <a:lnTo>
                  <a:pt x="3069296" y="1745808"/>
                </a:lnTo>
                <a:lnTo>
                  <a:pt x="3068936" y="1752363"/>
                </a:lnTo>
                <a:lnTo>
                  <a:pt x="3068616" y="1758862"/>
                </a:lnTo>
                <a:lnTo>
                  <a:pt x="3063019" y="1763917"/>
                </a:lnTo>
                <a:lnTo>
                  <a:pt x="3056515" y="1763601"/>
                </a:lnTo>
                <a:lnTo>
                  <a:pt x="3053307" y="1763393"/>
                </a:lnTo>
                <a:lnTo>
                  <a:pt x="3050528" y="1761981"/>
                </a:lnTo>
                <a:close/>
              </a:path>
              <a:path w="5142230" h="2300604">
                <a:moveTo>
                  <a:pt x="738191" y="316243"/>
                </a:moveTo>
                <a:lnTo>
                  <a:pt x="732888" y="310567"/>
                </a:lnTo>
                <a:lnTo>
                  <a:pt x="729245" y="305103"/>
                </a:lnTo>
                <a:lnTo>
                  <a:pt x="730680" y="297745"/>
                </a:lnTo>
                <a:lnTo>
                  <a:pt x="741549" y="290514"/>
                </a:lnTo>
                <a:lnTo>
                  <a:pt x="748912" y="291945"/>
                </a:lnTo>
                <a:lnTo>
                  <a:pt x="756187" y="302763"/>
                </a:lnTo>
                <a:lnTo>
                  <a:pt x="754761" y="310131"/>
                </a:lnTo>
                <a:lnTo>
                  <a:pt x="749298" y="313764"/>
                </a:lnTo>
                <a:lnTo>
                  <a:pt x="744422" y="317049"/>
                </a:lnTo>
                <a:lnTo>
                  <a:pt x="738191" y="316243"/>
                </a:lnTo>
                <a:close/>
              </a:path>
              <a:path w="5142230" h="2300604">
                <a:moveTo>
                  <a:pt x="1503193" y="792265"/>
                </a:moveTo>
                <a:lnTo>
                  <a:pt x="1499048" y="787828"/>
                </a:lnTo>
                <a:lnTo>
                  <a:pt x="1497871" y="783440"/>
                </a:lnTo>
                <a:lnTo>
                  <a:pt x="1501064" y="772978"/>
                </a:lnTo>
                <a:lnTo>
                  <a:pt x="1507651" y="769473"/>
                </a:lnTo>
                <a:lnTo>
                  <a:pt x="1520168" y="773293"/>
                </a:lnTo>
                <a:lnTo>
                  <a:pt x="1523674" y="779880"/>
                </a:lnTo>
                <a:lnTo>
                  <a:pt x="1519848" y="792402"/>
                </a:lnTo>
                <a:lnTo>
                  <a:pt x="1513261" y="795908"/>
                </a:lnTo>
                <a:lnTo>
                  <a:pt x="1507005" y="794000"/>
                </a:lnTo>
                <a:lnTo>
                  <a:pt x="1504995" y="793412"/>
                </a:lnTo>
                <a:lnTo>
                  <a:pt x="1503193" y="792265"/>
                </a:lnTo>
                <a:close/>
              </a:path>
              <a:path w="5142230" h="2300604">
                <a:moveTo>
                  <a:pt x="1435375" y="770790"/>
                </a:moveTo>
                <a:lnTo>
                  <a:pt x="1431230" y="766352"/>
                </a:lnTo>
                <a:lnTo>
                  <a:pt x="1430061" y="761875"/>
                </a:lnTo>
                <a:lnTo>
                  <a:pt x="1431480" y="757627"/>
                </a:lnTo>
                <a:lnTo>
                  <a:pt x="1433484" y="751464"/>
                </a:lnTo>
                <a:lnTo>
                  <a:pt x="1440162" y="748056"/>
                </a:lnTo>
                <a:lnTo>
                  <a:pt x="1446371" y="750108"/>
                </a:lnTo>
                <a:lnTo>
                  <a:pt x="1452624" y="752110"/>
                </a:lnTo>
                <a:lnTo>
                  <a:pt x="1456037" y="758793"/>
                </a:lnTo>
                <a:lnTo>
                  <a:pt x="1451927" y="771207"/>
                </a:lnTo>
                <a:lnTo>
                  <a:pt x="1445254" y="774619"/>
                </a:lnTo>
                <a:lnTo>
                  <a:pt x="1437083" y="771934"/>
                </a:lnTo>
                <a:lnTo>
                  <a:pt x="1435375" y="770790"/>
                </a:lnTo>
                <a:close/>
              </a:path>
              <a:path w="5142230" h="2300604">
                <a:moveTo>
                  <a:pt x="2525213" y="1089680"/>
                </a:moveTo>
                <a:lnTo>
                  <a:pt x="2521023" y="1085194"/>
                </a:lnTo>
                <a:lnTo>
                  <a:pt x="2519912" y="1080388"/>
                </a:lnTo>
                <a:lnTo>
                  <a:pt x="2521710" y="1075960"/>
                </a:lnTo>
                <a:lnTo>
                  <a:pt x="2524088" y="1069904"/>
                </a:lnTo>
                <a:lnTo>
                  <a:pt x="2530987" y="1066928"/>
                </a:lnTo>
                <a:lnTo>
                  <a:pt x="2543101" y="1071783"/>
                </a:lnTo>
                <a:lnTo>
                  <a:pt x="2546072" y="1078677"/>
                </a:lnTo>
                <a:lnTo>
                  <a:pt x="2543694" y="1084734"/>
                </a:lnTo>
                <a:lnTo>
                  <a:pt x="2541222" y="1090787"/>
                </a:lnTo>
                <a:lnTo>
                  <a:pt x="2534323" y="1093762"/>
                </a:lnTo>
                <a:lnTo>
                  <a:pt x="2528320" y="1091344"/>
                </a:lnTo>
                <a:lnTo>
                  <a:pt x="2526596" y="1090671"/>
                </a:lnTo>
                <a:lnTo>
                  <a:pt x="2525213" y="1089680"/>
                </a:lnTo>
                <a:close/>
              </a:path>
              <a:path w="5142230" h="2300604">
                <a:moveTo>
                  <a:pt x="2977733" y="1422389"/>
                </a:moveTo>
                <a:lnTo>
                  <a:pt x="2972804" y="1417113"/>
                </a:lnTo>
                <a:lnTo>
                  <a:pt x="2972404" y="1416391"/>
                </a:lnTo>
                <a:lnTo>
                  <a:pt x="2969055" y="1410753"/>
                </a:lnTo>
                <a:lnTo>
                  <a:pt x="2970860" y="1403497"/>
                </a:lnTo>
                <a:lnTo>
                  <a:pt x="2976497" y="1400149"/>
                </a:lnTo>
                <a:lnTo>
                  <a:pt x="2982089" y="1396751"/>
                </a:lnTo>
                <a:lnTo>
                  <a:pt x="2989341" y="1398551"/>
                </a:lnTo>
                <a:lnTo>
                  <a:pt x="2992690" y="1404188"/>
                </a:lnTo>
                <a:lnTo>
                  <a:pt x="2996092" y="1409785"/>
                </a:lnTo>
                <a:lnTo>
                  <a:pt x="2994234" y="1417082"/>
                </a:lnTo>
                <a:lnTo>
                  <a:pt x="2983779" y="1423387"/>
                </a:lnTo>
                <a:lnTo>
                  <a:pt x="2977733" y="1422389"/>
                </a:lnTo>
                <a:close/>
              </a:path>
              <a:path w="5142230" h="2300604">
                <a:moveTo>
                  <a:pt x="3032434" y="1902427"/>
                </a:moveTo>
                <a:lnTo>
                  <a:pt x="3028289" y="1897990"/>
                </a:lnTo>
                <a:lnTo>
                  <a:pt x="3027048" y="1894218"/>
                </a:lnTo>
                <a:lnTo>
                  <a:pt x="3027790" y="1890321"/>
                </a:lnTo>
                <a:lnTo>
                  <a:pt x="3029050" y="1883948"/>
                </a:lnTo>
                <a:lnTo>
                  <a:pt x="3035237" y="1879721"/>
                </a:lnTo>
                <a:lnTo>
                  <a:pt x="3048090" y="1882141"/>
                </a:lnTo>
                <a:lnTo>
                  <a:pt x="3052264" y="1888368"/>
                </a:lnTo>
                <a:lnTo>
                  <a:pt x="3049843" y="1901221"/>
                </a:lnTo>
                <a:lnTo>
                  <a:pt x="3043616" y="1905405"/>
                </a:lnTo>
                <a:lnTo>
                  <a:pt x="3037238" y="1904149"/>
                </a:lnTo>
                <a:lnTo>
                  <a:pt x="3034651" y="1903726"/>
                </a:lnTo>
                <a:lnTo>
                  <a:pt x="3032434" y="1902427"/>
                </a:lnTo>
                <a:close/>
              </a:path>
              <a:path w="5142230" h="2300604">
                <a:moveTo>
                  <a:pt x="3031908" y="1551736"/>
                </a:moveTo>
                <a:lnTo>
                  <a:pt x="3027762" y="1547299"/>
                </a:lnTo>
                <a:lnTo>
                  <a:pt x="3026783" y="1545566"/>
                </a:lnTo>
                <a:lnTo>
                  <a:pt x="3026231" y="1543607"/>
                </a:lnTo>
                <a:lnTo>
                  <a:pt x="3024561" y="1537323"/>
                </a:lnTo>
                <a:lnTo>
                  <a:pt x="3028370" y="1530844"/>
                </a:lnTo>
                <a:lnTo>
                  <a:pt x="3040947" y="1527495"/>
                </a:lnTo>
                <a:lnTo>
                  <a:pt x="3047476" y="1531258"/>
                </a:lnTo>
                <a:lnTo>
                  <a:pt x="3049101" y="1537592"/>
                </a:lnTo>
                <a:lnTo>
                  <a:pt x="3050771" y="1543876"/>
                </a:lnTo>
                <a:lnTo>
                  <a:pt x="3047057" y="1550359"/>
                </a:lnTo>
                <a:lnTo>
                  <a:pt x="3036339" y="1553157"/>
                </a:lnTo>
                <a:lnTo>
                  <a:pt x="3031908" y="1551736"/>
                </a:lnTo>
                <a:close/>
              </a:path>
              <a:path w="5142230" h="2300604">
                <a:moveTo>
                  <a:pt x="2458842" y="1064572"/>
                </a:moveTo>
                <a:lnTo>
                  <a:pt x="2454651" y="1060086"/>
                </a:lnTo>
                <a:lnTo>
                  <a:pt x="2453533" y="1055468"/>
                </a:lnTo>
                <a:lnTo>
                  <a:pt x="2455145" y="1051133"/>
                </a:lnTo>
                <a:lnTo>
                  <a:pt x="2457337" y="1044976"/>
                </a:lnTo>
                <a:lnTo>
                  <a:pt x="2464144" y="1041803"/>
                </a:lnTo>
                <a:lnTo>
                  <a:pt x="2470301" y="1043996"/>
                </a:lnTo>
                <a:lnTo>
                  <a:pt x="2476414" y="1046239"/>
                </a:lnTo>
                <a:lnTo>
                  <a:pt x="2479581" y="1053050"/>
                </a:lnTo>
                <a:lnTo>
                  <a:pt x="2477339" y="1059154"/>
                </a:lnTo>
                <a:lnTo>
                  <a:pt x="2475151" y="1065316"/>
                </a:lnTo>
                <a:lnTo>
                  <a:pt x="2468339" y="1068483"/>
                </a:lnTo>
                <a:lnTo>
                  <a:pt x="2462231" y="1066245"/>
                </a:lnTo>
                <a:lnTo>
                  <a:pt x="2460364" y="1065615"/>
                </a:lnTo>
                <a:lnTo>
                  <a:pt x="2458842" y="1064572"/>
                </a:lnTo>
                <a:close/>
              </a:path>
              <a:path w="5142230" h="2300604">
                <a:moveTo>
                  <a:pt x="2324266" y="1019627"/>
                </a:moveTo>
                <a:lnTo>
                  <a:pt x="2320116" y="1015185"/>
                </a:lnTo>
                <a:lnTo>
                  <a:pt x="2318948" y="1010806"/>
                </a:lnTo>
                <a:lnTo>
                  <a:pt x="2322231" y="1000343"/>
                </a:lnTo>
                <a:lnTo>
                  <a:pt x="2328819" y="996838"/>
                </a:lnTo>
                <a:lnTo>
                  <a:pt x="2341337" y="1000757"/>
                </a:lnTo>
                <a:lnTo>
                  <a:pt x="2344789" y="1007385"/>
                </a:lnTo>
                <a:lnTo>
                  <a:pt x="2342836" y="1013602"/>
                </a:lnTo>
                <a:lnTo>
                  <a:pt x="2340923" y="1019863"/>
                </a:lnTo>
                <a:lnTo>
                  <a:pt x="2334290" y="1023320"/>
                </a:lnTo>
                <a:lnTo>
                  <a:pt x="2325969" y="1020766"/>
                </a:lnTo>
                <a:lnTo>
                  <a:pt x="2324266" y="1019627"/>
                </a:lnTo>
                <a:close/>
              </a:path>
              <a:path w="5142230" h="2300604">
                <a:moveTo>
                  <a:pt x="1639756" y="831518"/>
                </a:moveTo>
                <a:lnTo>
                  <a:pt x="1635611" y="827081"/>
                </a:lnTo>
                <a:lnTo>
                  <a:pt x="1634432" y="822886"/>
                </a:lnTo>
                <a:lnTo>
                  <a:pt x="1635557" y="818813"/>
                </a:lnTo>
                <a:lnTo>
                  <a:pt x="1637236" y="812497"/>
                </a:lnTo>
                <a:lnTo>
                  <a:pt x="1643788" y="808759"/>
                </a:lnTo>
                <a:lnTo>
                  <a:pt x="1650056" y="810483"/>
                </a:lnTo>
                <a:lnTo>
                  <a:pt x="1656372" y="812161"/>
                </a:lnTo>
                <a:lnTo>
                  <a:pt x="1660110" y="818704"/>
                </a:lnTo>
                <a:lnTo>
                  <a:pt x="1656663" y="831338"/>
                </a:lnTo>
                <a:lnTo>
                  <a:pt x="1650518" y="834827"/>
                </a:lnTo>
                <a:lnTo>
                  <a:pt x="1650160" y="835031"/>
                </a:lnTo>
                <a:lnTo>
                  <a:pt x="1641649" y="832763"/>
                </a:lnTo>
                <a:lnTo>
                  <a:pt x="1639756" y="831518"/>
                </a:lnTo>
                <a:close/>
              </a:path>
              <a:path w="5142230" h="2300604">
                <a:moveTo>
                  <a:pt x="1107235" y="634468"/>
                </a:moveTo>
                <a:lnTo>
                  <a:pt x="1102999" y="629933"/>
                </a:lnTo>
                <a:lnTo>
                  <a:pt x="1102099" y="624473"/>
                </a:lnTo>
                <a:lnTo>
                  <a:pt x="1104568" y="619883"/>
                </a:lnTo>
                <a:lnTo>
                  <a:pt x="1107645" y="614087"/>
                </a:lnTo>
                <a:lnTo>
                  <a:pt x="1114848" y="611924"/>
                </a:lnTo>
                <a:lnTo>
                  <a:pt x="1120591" y="615042"/>
                </a:lnTo>
                <a:lnTo>
                  <a:pt x="1126346" y="618075"/>
                </a:lnTo>
                <a:lnTo>
                  <a:pt x="1128509" y="625278"/>
                </a:lnTo>
                <a:lnTo>
                  <a:pt x="1125476" y="631024"/>
                </a:lnTo>
                <a:lnTo>
                  <a:pt x="1122358" y="636776"/>
                </a:lnTo>
                <a:lnTo>
                  <a:pt x="1115201" y="638988"/>
                </a:lnTo>
                <a:lnTo>
                  <a:pt x="1109453" y="635865"/>
                </a:lnTo>
                <a:lnTo>
                  <a:pt x="1108247" y="635257"/>
                </a:lnTo>
                <a:lnTo>
                  <a:pt x="1107235" y="634468"/>
                </a:lnTo>
                <a:close/>
              </a:path>
              <a:path w="5142230" h="2300604">
                <a:moveTo>
                  <a:pt x="2391786" y="1041370"/>
                </a:moveTo>
                <a:lnTo>
                  <a:pt x="2387646" y="1036938"/>
                </a:lnTo>
                <a:lnTo>
                  <a:pt x="2386525" y="1032415"/>
                </a:lnTo>
                <a:lnTo>
                  <a:pt x="2387899" y="1028119"/>
                </a:lnTo>
                <a:lnTo>
                  <a:pt x="2389948" y="1022102"/>
                </a:lnTo>
                <a:lnTo>
                  <a:pt x="2389997" y="1021958"/>
                </a:lnTo>
                <a:lnTo>
                  <a:pt x="2396670" y="1018546"/>
                </a:lnTo>
                <a:lnTo>
                  <a:pt x="2409090" y="1022750"/>
                </a:lnTo>
                <a:lnTo>
                  <a:pt x="2412452" y="1029379"/>
                </a:lnTo>
                <a:lnTo>
                  <a:pt x="2408390" y="1041648"/>
                </a:lnTo>
                <a:lnTo>
                  <a:pt x="2408343" y="1041792"/>
                </a:lnTo>
                <a:lnTo>
                  <a:pt x="2401623" y="1045156"/>
                </a:lnTo>
                <a:lnTo>
                  <a:pt x="2393449" y="1042466"/>
                </a:lnTo>
                <a:lnTo>
                  <a:pt x="2391786" y="1041370"/>
                </a:lnTo>
                <a:close/>
              </a:path>
              <a:path w="5142230" h="2300604">
                <a:moveTo>
                  <a:pt x="1301371" y="722937"/>
                </a:moveTo>
                <a:lnTo>
                  <a:pt x="1297226" y="718500"/>
                </a:lnTo>
                <a:lnTo>
                  <a:pt x="1296115" y="713694"/>
                </a:lnTo>
                <a:lnTo>
                  <a:pt x="1300201" y="703211"/>
                </a:lnTo>
                <a:lnTo>
                  <a:pt x="1307055" y="700187"/>
                </a:lnTo>
                <a:lnTo>
                  <a:pt x="1319213" y="704991"/>
                </a:lnTo>
                <a:lnTo>
                  <a:pt x="1322233" y="711840"/>
                </a:lnTo>
                <a:lnTo>
                  <a:pt x="1319860" y="717901"/>
                </a:lnTo>
                <a:lnTo>
                  <a:pt x="1317527" y="724006"/>
                </a:lnTo>
                <a:lnTo>
                  <a:pt x="1310628" y="726982"/>
                </a:lnTo>
                <a:lnTo>
                  <a:pt x="1302799" y="723977"/>
                </a:lnTo>
                <a:lnTo>
                  <a:pt x="1301371" y="722937"/>
                </a:lnTo>
                <a:close/>
              </a:path>
              <a:path w="5142230" h="2300604">
                <a:moveTo>
                  <a:pt x="1045408" y="599269"/>
                </a:moveTo>
                <a:lnTo>
                  <a:pt x="1041126" y="594686"/>
                </a:lnTo>
                <a:lnTo>
                  <a:pt x="1040330" y="588946"/>
                </a:lnTo>
                <a:lnTo>
                  <a:pt x="1046534" y="578677"/>
                </a:lnTo>
                <a:lnTo>
                  <a:pt x="1053818" y="576895"/>
                </a:lnTo>
                <a:lnTo>
                  <a:pt x="1059367" y="580294"/>
                </a:lnTo>
                <a:lnTo>
                  <a:pt x="1064965" y="583647"/>
                </a:lnTo>
                <a:lnTo>
                  <a:pt x="1066807" y="590799"/>
                </a:lnTo>
                <a:lnTo>
                  <a:pt x="1060040" y="602128"/>
                </a:lnTo>
                <a:lnTo>
                  <a:pt x="1052757" y="603910"/>
                </a:lnTo>
                <a:lnTo>
                  <a:pt x="1047158" y="600556"/>
                </a:lnTo>
                <a:lnTo>
                  <a:pt x="1046235" y="599958"/>
                </a:lnTo>
                <a:lnTo>
                  <a:pt x="1045408" y="599269"/>
                </a:lnTo>
                <a:close/>
              </a:path>
              <a:path w="5142230" h="2300604">
                <a:moveTo>
                  <a:pt x="827245" y="427506"/>
                </a:moveTo>
                <a:lnTo>
                  <a:pt x="818317" y="417949"/>
                </a:lnTo>
                <a:lnTo>
                  <a:pt x="818522" y="410545"/>
                </a:lnTo>
                <a:lnTo>
                  <a:pt x="828033" y="401568"/>
                </a:lnTo>
                <a:lnTo>
                  <a:pt x="835622" y="401774"/>
                </a:lnTo>
                <a:lnTo>
                  <a:pt x="844464" y="411239"/>
                </a:lnTo>
                <a:lnTo>
                  <a:pt x="844251" y="418733"/>
                </a:lnTo>
                <a:lnTo>
                  <a:pt x="834744" y="427714"/>
                </a:lnTo>
                <a:lnTo>
                  <a:pt x="827245" y="427506"/>
                </a:lnTo>
                <a:close/>
              </a:path>
              <a:path w="5142230" h="2300604">
                <a:moveTo>
                  <a:pt x="3009386" y="1485108"/>
                </a:moveTo>
                <a:lnTo>
                  <a:pt x="3005154" y="1480578"/>
                </a:lnTo>
                <a:lnTo>
                  <a:pt x="3004438" y="1479420"/>
                </a:lnTo>
                <a:lnTo>
                  <a:pt x="3003864" y="1478121"/>
                </a:lnTo>
                <a:lnTo>
                  <a:pt x="3001331" y="1472087"/>
                </a:lnTo>
                <a:lnTo>
                  <a:pt x="3004123" y="1465105"/>
                </a:lnTo>
                <a:lnTo>
                  <a:pt x="3016143" y="1460085"/>
                </a:lnTo>
                <a:lnTo>
                  <a:pt x="3023125" y="1462867"/>
                </a:lnTo>
                <a:lnTo>
                  <a:pt x="3028195" y="1474942"/>
                </a:lnTo>
                <a:lnTo>
                  <a:pt x="3025363" y="1481879"/>
                </a:lnTo>
                <a:lnTo>
                  <a:pt x="3019377" y="1484367"/>
                </a:lnTo>
                <a:lnTo>
                  <a:pt x="3014677" y="1486374"/>
                </a:lnTo>
                <a:lnTo>
                  <a:pt x="3009386" y="1485108"/>
                </a:lnTo>
                <a:close/>
              </a:path>
              <a:path w="5142230" h="2300604">
                <a:moveTo>
                  <a:pt x="780306" y="373643"/>
                </a:moveTo>
                <a:lnTo>
                  <a:pt x="775528" y="368528"/>
                </a:lnTo>
                <a:lnTo>
                  <a:pt x="771495" y="363429"/>
                </a:lnTo>
                <a:lnTo>
                  <a:pt x="772274" y="355954"/>
                </a:lnTo>
                <a:lnTo>
                  <a:pt x="777368" y="351926"/>
                </a:lnTo>
                <a:lnTo>
                  <a:pt x="782465" y="347803"/>
                </a:lnTo>
                <a:lnTo>
                  <a:pt x="789896" y="348623"/>
                </a:lnTo>
                <a:lnTo>
                  <a:pt x="794019" y="353720"/>
                </a:lnTo>
                <a:lnTo>
                  <a:pt x="798047" y="358814"/>
                </a:lnTo>
                <a:lnTo>
                  <a:pt x="797273" y="366294"/>
                </a:lnTo>
                <a:lnTo>
                  <a:pt x="792130" y="370368"/>
                </a:lnTo>
                <a:lnTo>
                  <a:pt x="788477" y="373299"/>
                </a:lnTo>
                <a:lnTo>
                  <a:pt x="787277" y="374263"/>
                </a:lnTo>
                <a:lnTo>
                  <a:pt x="780306" y="373643"/>
                </a:lnTo>
                <a:close/>
              </a:path>
              <a:path w="5142230" h="2300604">
                <a:moveTo>
                  <a:pt x="928466" y="518951"/>
                </a:moveTo>
                <a:lnTo>
                  <a:pt x="923728" y="513880"/>
                </a:lnTo>
                <a:lnTo>
                  <a:pt x="923335" y="507398"/>
                </a:lnTo>
                <a:lnTo>
                  <a:pt x="926989" y="502707"/>
                </a:lnTo>
                <a:lnTo>
                  <a:pt x="931035" y="497558"/>
                </a:lnTo>
                <a:lnTo>
                  <a:pt x="938430" y="496676"/>
                </a:lnTo>
                <a:lnTo>
                  <a:pt x="948729" y="504769"/>
                </a:lnTo>
                <a:lnTo>
                  <a:pt x="949652" y="512208"/>
                </a:lnTo>
                <a:lnTo>
                  <a:pt x="945610" y="517362"/>
                </a:lnTo>
                <a:lnTo>
                  <a:pt x="941513" y="522459"/>
                </a:lnTo>
                <a:lnTo>
                  <a:pt x="934123" y="523345"/>
                </a:lnTo>
                <a:lnTo>
                  <a:pt x="928973" y="519298"/>
                </a:lnTo>
                <a:lnTo>
                  <a:pt x="928466" y="518951"/>
                </a:lnTo>
                <a:close/>
              </a:path>
              <a:path w="5142230" h="2300604">
                <a:moveTo>
                  <a:pt x="2256374" y="998951"/>
                </a:moveTo>
                <a:lnTo>
                  <a:pt x="2252229" y="994514"/>
                </a:lnTo>
                <a:lnTo>
                  <a:pt x="2251003" y="990171"/>
                </a:lnTo>
                <a:lnTo>
                  <a:pt x="2254148" y="979755"/>
                </a:lnTo>
                <a:lnTo>
                  <a:pt x="2260738" y="976156"/>
                </a:lnTo>
                <a:lnTo>
                  <a:pt x="2266995" y="978064"/>
                </a:lnTo>
                <a:lnTo>
                  <a:pt x="2273263" y="979887"/>
                </a:lnTo>
                <a:lnTo>
                  <a:pt x="2276814" y="986523"/>
                </a:lnTo>
                <a:lnTo>
                  <a:pt x="2274946" y="992733"/>
                </a:lnTo>
                <a:lnTo>
                  <a:pt x="2273079" y="999043"/>
                </a:lnTo>
                <a:lnTo>
                  <a:pt x="2266496" y="1002553"/>
                </a:lnTo>
                <a:lnTo>
                  <a:pt x="2260232" y="1000735"/>
                </a:lnTo>
                <a:lnTo>
                  <a:pt x="2258176" y="1000098"/>
                </a:lnTo>
                <a:lnTo>
                  <a:pt x="2256374" y="998951"/>
                </a:lnTo>
                <a:close/>
              </a:path>
              <a:path w="5142230" h="2300604">
                <a:moveTo>
                  <a:pt x="986084" y="561276"/>
                </a:moveTo>
                <a:lnTo>
                  <a:pt x="981151" y="555995"/>
                </a:lnTo>
                <a:lnTo>
                  <a:pt x="980567" y="549994"/>
                </a:lnTo>
                <a:lnTo>
                  <a:pt x="983794" y="545336"/>
                </a:lnTo>
                <a:lnTo>
                  <a:pt x="987473" y="539890"/>
                </a:lnTo>
                <a:lnTo>
                  <a:pt x="994835" y="538583"/>
                </a:lnTo>
                <a:lnTo>
                  <a:pt x="1000231" y="542208"/>
                </a:lnTo>
                <a:lnTo>
                  <a:pt x="1005632" y="545937"/>
                </a:lnTo>
                <a:lnTo>
                  <a:pt x="1006985" y="553348"/>
                </a:lnTo>
                <a:lnTo>
                  <a:pt x="999580" y="564091"/>
                </a:lnTo>
                <a:lnTo>
                  <a:pt x="992268" y="565452"/>
                </a:lnTo>
                <a:lnTo>
                  <a:pt x="986084" y="561276"/>
                </a:lnTo>
                <a:close/>
              </a:path>
              <a:path w="5142230" h="2300604">
                <a:moveTo>
                  <a:pt x="874129" y="473003"/>
                </a:moveTo>
                <a:lnTo>
                  <a:pt x="869254" y="467784"/>
                </a:lnTo>
                <a:lnTo>
                  <a:pt x="869117" y="460893"/>
                </a:lnTo>
                <a:lnTo>
                  <a:pt x="873332" y="456315"/>
                </a:lnTo>
                <a:lnTo>
                  <a:pt x="877698" y="451507"/>
                </a:lnTo>
                <a:lnTo>
                  <a:pt x="885166" y="451095"/>
                </a:lnTo>
                <a:lnTo>
                  <a:pt x="894833" y="459880"/>
                </a:lnTo>
                <a:lnTo>
                  <a:pt x="895186" y="467393"/>
                </a:lnTo>
                <a:lnTo>
                  <a:pt x="886411" y="477060"/>
                </a:lnTo>
                <a:lnTo>
                  <a:pt x="878983" y="477417"/>
                </a:lnTo>
                <a:lnTo>
                  <a:pt x="874129" y="473003"/>
                </a:lnTo>
                <a:close/>
              </a:path>
              <a:path w="5142230" h="2300604">
                <a:moveTo>
                  <a:pt x="1368081" y="747821"/>
                </a:moveTo>
                <a:lnTo>
                  <a:pt x="1363890" y="743335"/>
                </a:lnTo>
                <a:lnTo>
                  <a:pt x="1362773" y="738718"/>
                </a:lnTo>
                <a:lnTo>
                  <a:pt x="1364335" y="734428"/>
                </a:lnTo>
                <a:lnTo>
                  <a:pt x="1366528" y="728271"/>
                </a:lnTo>
                <a:lnTo>
                  <a:pt x="1373294" y="725055"/>
                </a:lnTo>
                <a:lnTo>
                  <a:pt x="1385608" y="729439"/>
                </a:lnTo>
                <a:lnTo>
                  <a:pt x="1388778" y="736157"/>
                </a:lnTo>
                <a:lnTo>
                  <a:pt x="1386631" y="742363"/>
                </a:lnTo>
                <a:lnTo>
                  <a:pt x="1384439" y="748520"/>
                </a:lnTo>
                <a:lnTo>
                  <a:pt x="1377668" y="751731"/>
                </a:lnTo>
                <a:lnTo>
                  <a:pt x="1371516" y="749543"/>
                </a:lnTo>
                <a:lnTo>
                  <a:pt x="1369698" y="748868"/>
                </a:lnTo>
                <a:lnTo>
                  <a:pt x="1368081" y="747821"/>
                </a:lnTo>
                <a:close/>
              </a:path>
              <a:path w="5142230" h="2300604">
                <a:moveTo>
                  <a:pt x="2051913" y="939211"/>
                </a:moveTo>
                <a:lnTo>
                  <a:pt x="2047768" y="934774"/>
                </a:lnTo>
                <a:lnTo>
                  <a:pt x="2046584" y="930575"/>
                </a:lnTo>
                <a:lnTo>
                  <a:pt x="2049446" y="920149"/>
                </a:lnTo>
                <a:lnTo>
                  <a:pt x="2055945" y="916452"/>
                </a:lnTo>
                <a:lnTo>
                  <a:pt x="2068571" y="919997"/>
                </a:lnTo>
                <a:lnTo>
                  <a:pt x="2072268" y="926497"/>
                </a:lnTo>
                <a:lnTo>
                  <a:pt x="2068771" y="939077"/>
                </a:lnTo>
                <a:lnTo>
                  <a:pt x="2062267" y="942769"/>
                </a:lnTo>
                <a:lnTo>
                  <a:pt x="2055959" y="941001"/>
                </a:lnTo>
                <a:lnTo>
                  <a:pt x="2053760" y="940407"/>
                </a:lnTo>
                <a:lnTo>
                  <a:pt x="2051913" y="939211"/>
                </a:lnTo>
                <a:close/>
              </a:path>
              <a:path w="5142230" h="2300604">
                <a:moveTo>
                  <a:pt x="3045460" y="1620982"/>
                </a:moveTo>
                <a:lnTo>
                  <a:pt x="3041315" y="1616545"/>
                </a:lnTo>
                <a:lnTo>
                  <a:pt x="3040207" y="1614284"/>
                </a:lnTo>
                <a:lnTo>
                  <a:pt x="3039824" y="1611820"/>
                </a:lnTo>
                <a:lnTo>
                  <a:pt x="3038910" y="1605369"/>
                </a:lnTo>
                <a:lnTo>
                  <a:pt x="3043412" y="1599338"/>
                </a:lnTo>
                <a:lnTo>
                  <a:pt x="3049909" y="1598473"/>
                </a:lnTo>
                <a:lnTo>
                  <a:pt x="3056409" y="1597514"/>
                </a:lnTo>
                <a:lnTo>
                  <a:pt x="3062341" y="1602007"/>
                </a:lnTo>
                <a:lnTo>
                  <a:pt x="3064218" y="1614964"/>
                </a:lnTo>
                <a:lnTo>
                  <a:pt x="3059671" y="1620947"/>
                </a:lnTo>
                <a:lnTo>
                  <a:pt x="3053215" y="1621855"/>
                </a:lnTo>
                <a:lnTo>
                  <a:pt x="3049233" y="1622480"/>
                </a:lnTo>
                <a:lnTo>
                  <a:pt x="3045460" y="1620982"/>
                </a:lnTo>
                <a:close/>
              </a:path>
              <a:path w="5142230" h="2300604">
                <a:moveTo>
                  <a:pt x="2913101" y="2300034"/>
                </a:moveTo>
                <a:lnTo>
                  <a:pt x="2915179" y="2293010"/>
                </a:lnTo>
                <a:lnTo>
                  <a:pt x="2921766" y="2289504"/>
                </a:lnTo>
                <a:lnTo>
                  <a:pt x="2934299" y="2293146"/>
                </a:lnTo>
                <a:lnTo>
                  <a:pt x="2937850" y="2299782"/>
                </a:lnTo>
                <a:lnTo>
                  <a:pt x="2937776" y="2300034"/>
                </a:lnTo>
                <a:lnTo>
                  <a:pt x="2913101" y="2300034"/>
                </a:lnTo>
                <a:close/>
              </a:path>
              <a:path w="5142230" h="2300604">
                <a:moveTo>
                  <a:pt x="2833945" y="1260843"/>
                </a:moveTo>
                <a:lnTo>
                  <a:pt x="2829208" y="1255772"/>
                </a:lnTo>
                <a:lnTo>
                  <a:pt x="2828912" y="1249200"/>
                </a:lnTo>
                <a:lnTo>
                  <a:pt x="2832660" y="1244512"/>
                </a:lnTo>
                <a:lnTo>
                  <a:pt x="2836797" y="1239460"/>
                </a:lnTo>
                <a:lnTo>
                  <a:pt x="2844189" y="1238673"/>
                </a:lnTo>
                <a:lnTo>
                  <a:pt x="2854388" y="1246951"/>
                </a:lnTo>
                <a:lnTo>
                  <a:pt x="2855126" y="1254388"/>
                </a:lnTo>
                <a:lnTo>
                  <a:pt x="2851029" y="1259484"/>
                </a:lnTo>
                <a:lnTo>
                  <a:pt x="2846892" y="1264537"/>
                </a:lnTo>
                <a:lnTo>
                  <a:pt x="2839455" y="1265275"/>
                </a:lnTo>
                <a:lnTo>
                  <a:pt x="2834407" y="1261142"/>
                </a:lnTo>
                <a:lnTo>
                  <a:pt x="2833945" y="1260843"/>
                </a:lnTo>
                <a:close/>
              </a:path>
              <a:path w="5142230" h="2300604">
                <a:moveTo>
                  <a:pt x="2938035" y="2244265"/>
                </a:moveTo>
                <a:lnTo>
                  <a:pt x="2933890" y="2239827"/>
                </a:lnTo>
                <a:lnTo>
                  <a:pt x="2932722" y="2235449"/>
                </a:lnTo>
                <a:lnTo>
                  <a:pt x="2933994" y="2231239"/>
                </a:lnTo>
                <a:lnTo>
                  <a:pt x="2935956" y="2225032"/>
                </a:lnTo>
                <a:lnTo>
                  <a:pt x="2942543" y="2221526"/>
                </a:lnTo>
                <a:lnTo>
                  <a:pt x="2955061" y="2225347"/>
                </a:lnTo>
                <a:lnTo>
                  <a:pt x="2958517" y="2231979"/>
                </a:lnTo>
                <a:lnTo>
                  <a:pt x="2954697" y="2244506"/>
                </a:lnTo>
                <a:lnTo>
                  <a:pt x="2948064" y="2247963"/>
                </a:lnTo>
                <a:lnTo>
                  <a:pt x="2939748" y="2245413"/>
                </a:lnTo>
                <a:lnTo>
                  <a:pt x="2938035" y="2244265"/>
                </a:lnTo>
                <a:close/>
              </a:path>
              <a:path w="5142230" h="2300604">
                <a:moveTo>
                  <a:pt x="3051370" y="1691332"/>
                </a:moveTo>
                <a:lnTo>
                  <a:pt x="3047225" y="1686895"/>
                </a:lnTo>
                <a:lnTo>
                  <a:pt x="3046043" y="1684164"/>
                </a:lnTo>
                <a:lnTo>
                  <a:pt x="3045954" y="1681234"/>
                </a:lnTo>
                <a:lnTo>
                  <a:pt x="3045708" y="1674715"/>
                </a:lnTo>
                <a:lnTo>
                  <a:pt x="3050805" y="1669223"/>
                </a:lnTo>
                <a:lnTo>
                  <a:pt x="3063847" y="1668718"/>
                </a:lnTo>
                <a:lnTo>
                  <a:pt x="3069339" y="1673815"/>
                </a:lnTo>
                <a:lnTo>
                  <a:pt x="3069844" y="1686867"/>
                </a:lnTo>
                <a:lnTo>
                  <a:pt x="3064747" y="1692359"/>
                </a:lnTo>
                <a:lnTo>
                  <a:pt x="3058219" y="1692604"/>
                </a:lnTo>
                <a:lnTo>
                  <a:pt x="3054630" y="1692770"/>
                </a:lnTo>
                <a:lnTo>
                  <a:pt x="3051370" y="1691332"/>
                </a:lnTo>
                <a:close/>
              </a:path>
              <a:path w="5142230" h="2300604">
                <a:moveTo>
                  <a:pt x="1777085" y="867681"/>
                </a:moveTo>
                <a:lnTo>
                  <a:pt x="1772940" y="863244"/>
                </a:lnTo>
                <a:lnTo>
                  <a:pt x="1771712" y="859095"/>
                </a:lnTo>
                <a:lnTo>
                  <a:pt x="1772695" y="855064"/>
                </a:lnTo>
                <a:lnTo>
                  <a:pt x="1774373" y="848748"/>
                </a:lnTo>
                <a:lnTo>
                  <a:pt x="1780835" y="844912"/>
                </a:lnTo>
                <a:lnTo>
                  <a:pt x="1793470" y="848175"/>
                </a:lnTo>
                <a:lnTo>
                  <a:pt x="1797260" y="854578"/>
                </a:lnTo>
                <a:lnTo>
                  <a:pt x="1794043" y="867263"/>
                </a:lnTo>
                <a:lnTo>
                  <a:pt x="1787650" y="871073"/>
                </a:lnTo>
                <a:lnTo>
                  <a:pt x="1781226" y="869475"/>
                </a:lnTo>
                <a:lnTo>
                  <a:pt x="1779027" y="868881"/>
                </a:lnTo>
                <a:lnTo>
                  <a:pt x="1777085" y="867681"/>
                </a:lnTo>
                <a:close/>
              </a:path>
              <a:path w="5142230" h="2300604">
                <a:moveTo>
                  <a:pt x="2959089" y="2176485"/>
                </a:moveTo>
                <a:lnTo>
                  <a:pt x="2954944" y="2172048"/>
                </a:lnTo>
                <a:lnTo>
                  <a:pt x="2953771" y="2167664"/>
                </a:lnTo>
                <a:lnTo>
                  <a:pt x="2955048" y="2163459"/>
                </a:lnTo>
                <a:lnTo>
                  <a:pt x="2957001" y="2157242"/>
                </a:lnTo>
                <a:lnTo>
                  <a:pt x="2963637" y="2153691"/>
                </a:lnTo>
                <a:lnTo>
                  <a:pt x="2969854" y="2155654"/>
                </a:lnTo>
                <a:lnTo>
                  <a:pt x="2976115" y="2157567"/>
                </a:lnTo>
                <a:lnTo>
                  <a:pt x="2979617" y="2164248"/>
                </a:lnTo>
                <a:lnTo>
                  <a:pt x="2977659" y="2170460"/>
                </a:lnTo>
                <a:lnTo>
                  <a:pt x="2975742" y="2176716"/>
                </a:lnTo>
                <a:lnTo>
                  <a:pt x="2969109" y="2180173"/>
                </a:lnTo>
                <a:lnTo>
                  <a:pt x="2960797" y="2177629"/>
                </a:lnTo>
                <a:lnTo>
                  <a:pt x="2959089" y="2176485"/>
                </a:lnTo>
                <a:close/>
              </a:path>
              <a:path w="5142230" h="2300604">
                <a:moveTo>
                  <a:pt x="1983381" y="920686"/>
                </a:moveTo>
                <a:lnTo>
                  <a:pt x="1979236" y="916248"/>
                </a:lnTo>
                <a:lnTo>
                  <a:pt x="1978054" y="912148"/>
                </a:lnTo>
                <a:lnTo>
                  <a:pt x="1980817" y="901714"/>
                </a:lnTo>
                <a:lnTo>
                  <a:pt x="1987270" y="897969"/>
                </a:lnTo>
                <a:lnTo>
                  <a:pt x="1999903" y="901325"/>
                </a:lnTo>
                <a:lnTo>
                  <a:pt x="2003649" y="907779"/>
                </a:lnTo>
                <a:lnTo>
                  <a:pt x="2000292" y="920411"/>
                </a:lnTo>
                <a:lnTo>
                  <a:pt x="1994075" y="924020"/>
                </a:lnTo>
                <a:lnTo>
                  <a:pt x="1993838" y="924157"/>
                </a:lnTo>
                <a:lnTo>
                  <a:pt x="1985323" y="921885"/>
                </a:lnTo>
                <a:lnTo>
                  <a:pt x="1983381" y="920686"/>
                </a:lnTo>
                <a:close/>
              </a:path>
              <a:path w="5142230" h="2300604">
                <a:moveTo>
                  <a:pt x="1914684" y="902862"/>
                </a:moveTo>
                <a:lnTo>
                  <a:pt x="1910494" y="898377"/>
                </a:lnTo>
                <a:lnTo>
                  <a:pt x="1909307" y="894271"/>
                </a:lnTo>
                <a:lnTo>
                  <a:pt x="1911980" y="883839"/>
                </a:lnTo>
                <a:lnTo>
                  <a:pt x="1918433" y="880093"/>
                </a:lnTo>
                <a:lnTo>
                  <a:pt x="1931118" y="883311"/>
                </a:lnTo>
                <a:lnTo>
                  <a:pt x="1934958" y="889767"/>
                </a:lnTo>
                <a:lnTo>
                  <a:pt x="1933300" y="896007"/>
                </a:lnTo>
                <a:lnTo>
                  <a:pt x="1931647" y="902448"/>
                </a:lnTo>
                <a:lnTo>
                  <a:pt x="1925234" y="906238"/>
                </a:lnTo>
                <a:lnTo>
                  <a:pt x="1918994" y="904641"/>
                </a:lnTo>
                <a:lnTo>
                  <a:pt x="1916626" y="904062"/>
                </a:lnTo>
                <a:lnTo>
                  <a:pt x="1914684" y="902862"/>
                </a:lnTo>
                <a:close/>
              </a:path>
              <a:path w="5142230" h="2300604">
                <a:moveTo>
                  <a:pt x="1845882" y="885220"/>
                </a:moveTo>
                <a:lnTo>
                  <a:pt x="1841741" y="880788"/>
                </a:lnTo>
                <a:lnTo>
                  <a:pt x="1840510" y="876733"/>
                </a:lnTo>
                <a:lnTo>
                  <a:pt x="1843179" y="866296"/>
                </a:lnTo>
                <a:lnTo>
                  <a:pt x="1849587" y="862501"/>
                </a:lnTo>
                <a:lnTo>
                  <a:pt x="1862271" y="865718"/>
                </a:lnTo>
                <a:lnTo>
                  <a:pt x="1866111" y="872175"/>
                </a:lnTo>
                <a:lnTo>
                  <a:pt x="1862844" y="884806"/>
                </a:lnTo>
                <a:lnTo>
                  <a:pt x="1856441" y="888605"/>
                </a:lnTo>
                <a:lnTo>
                  <a:pt x="1850121" y="887021"/>
                </a:lnTo>
                <a:lnTo>
                  <a:pt x="1847828" y="886424"/>
                </a:lnTo>
                <a:lnTo>
                  <a:pt x="1845882" y="885220"/>
                </a:lnTo>
                <a:close/>
              </a:path>
              <a:path w="5142230" h="2300604">
                <a:moveTo>
                  <a:pt x="2716842" y="1180939"/>
                </a:moveTo>
                <a:lnTo>
                  <a:pt x="2712611" y="1176410"/>
                </a:lnTo>
                <a:lnTo>
                  <a:pt x="2711766" y="1170716"/>
                </a:lnTo>
                <a:lnTo>
                  <a:pt x="2714424" y="1166132"/>
                </a:lnTo>
                <a:lnTo>
                  <a:pt x="2717732" y="1160486"/>
                </a:lnTo>
                <a:lnTo>
                  <a:pt x="2724973" y="1158560"/>
                </a:lnTo>
                <a:lnTo>
                  <a:pt x="2736266" y="1165077"/>
                </a:lnTo>
                <a:lnTo>
                  <a:pt x="2738191" y="1172319"/>
                </a:lnTo>
                <a:lnTo>
                  <a:pt x="2734888" y="1177970"/>
                </a:lnTo>
                <a:lnTo>
                  <a:pt x="2731625" y="1183666"/>
                </a:lnTo>
                <a:lnTo>
                  <a:pt x="2724428" y="1185541"/>
                </a:lnTo>
                <a:lnTo>
                  <a:pt x="2718737" y="1182283"/>
                </a:lnTo>
                <a:lnTo>
                  <a:pt x="2717714" y="1181677"/>
                </a:lnTo>
                <a:lnTo>
                  <a:pt x="2716842" y="1180939"/>
                </a:lnTo>
                <a:close/>
              </a:path>
              <a:path w="5142230" h="2300604">
                <a:moveTo>
                  <a:pt x="2654535" y="1147377"/>
                </a:moveTo>
                <a:lnTo>
                  <a:pt x="2650303" y="1142847"/>
                </a:lnTo>
                <a:lnTo>
                  <a:pt x="2649446" y="1137531"/>
                </a:lnTo>
                <a:lnTo>
                  <a:pt x="2651673" y="1132975"/>
                </a:lnTo>
                <a:lnTo>
                  <a:pt x="2654705" y="1127130"/>
                </a:lnTo>
                <a:lnTo>
                  <a:pt x="2661775" y="1124826"/>
                </a:lnTo>
                <a:lnTo>
                  <a:pt x="2673472" y="1130700"/>
                </a:lnTo>
                <a:lnTo>
                  <a:pt x="2675780" y="1137766"/>
                </a:lnTo>
                <a:lnTo>
                  <a:pt x="2669901" y="1149458"/>
                </a:lnTo>
                <a:lnTo>
                  <a:pt x="2662787" y="1151812"/>
                </a:lnTo>
                <a:lnTo>
                  <a:pt x="2656943" y="1148880"/>
                </a:lnTo>
                <a:lnTo>
                  <a:pt x="2655686" y="1148219"/>
                </a:lnTo>
                <a:lnTo>
                  <a:pt x="2654535" y="1147377"/>
                </a:lnTo>
                <a:close/>
              </a:path>
              <a:path w="5142230" h="2300604">
                <a:moveTo>
                  <a:pt x="3043834" y="1832426"/>
                </a:moveTo>
                <a:lnTo>
                  <a:pt x="3039734" y="1828037"/>
                </a:lnTo>
                <a:lnTo>
                  <a:pt x="3038484" y="1824549"/>
                </a:lnTo>
                <a:lnTo>
                  <a:pt x="3039720" y="1814436"/>
                </a:lnTo>
                <a:lnTo>
                  <a:pt x="3045687" y="1809876"/>
                </a:lnTo>
                <a:lnTo>
                  <a:pt x="3052175" y="1810663"/>
                </a:lnTo>
                <a:lnTo>
                  <a:pt x="3058656" y="1811540"/>
                </a:lnTo>
                <a:lnTo>
                  <a:pt x="3063274" y="1817461"/>
                </a:lnTo>
                <a:lnTo>
                  <a:pt x="3062392" y="1823946"/>
                </a:lnTo>
                <a:lnTo>
                  <a:pt x="3061605" y="1830434"/>
                </a:lnTo>
                <a:lnTo>
                  <a:pt x="3055638" y="1834995"/>
                </a:lnTo>
                <a:lnTo>
                  <a:pt x="3049105" y="1834158"/>
                </a:lnTo>
                <a:lnTo>
                  <a:pt x="3046285" y="1833779"/>
                </a:lnTo>
                <a:lnTo>
                  <a:pt x="3043834" y="1832426"/>
                </a:lnTo>
                <a:close/>
              </a:path>
              <a:path w="5142230" h="2300604">
                <a:moveTo>
                  <a:pt x="2776748" y="1218480"/>
                </a:moveTo>
                <a:lnTo>
                  <a:pt x="2772471" y="1213902"/>
                </a:lnTo>
                <a:lnTo>
                  <a:pt x="2771876" y="1207791"/>
                </a:lnTo>
                <a:lnTo>
                  <a:pt x="2778683" y="1197679"/>
                </a:lnTo>
                <a:lnTo>
                  <a:pt x="2786053" y="1196283"/>
                </a:lnTo>
                <a:lnTo>
                  <a:pt x="2796845" y="1203632"/>
                </a:lnTo>
                <a:lnTo>
                  <a:pt x="2798247" y="1210998"/>
                </a:lnTo>
                <a:lnTo>
                  <a:pt x="2794621" y="1216402"/>
                </a:lnTo>
                <a:lnTo>
                  <a:pt x="2790897" y="1221799"/>
                </a:lnTo>
                <a:lnTo>
                  <a:pt x="2783573" y="1223245"/>
                </a:lnTo>
                <a:lnTo>
                  <a:pt x="2777438" y="1219023"/>
                </a:lnTo>
                <a:lnTo>
                  <a:pt x="2776748" y="1218480"/>
                </a:lnTo>
                <a:close/>
              </a:path>
              <a:path w="5142230" h="2300604">
                <a:moveTo>
                  <a:pt x="2886405" y="1307714"/>
                </a:moveTo>
                <a:lnTo>
                  <a:pt x="2881754" y="1302736"/>
                </a:lnTo>
                <a:lnTo>
                  <a:pt x="2881813" y="1295467"/>
                </a:lnTo>
                <a:lnTo>
                  <a:pt x="2886313" y="1290999"/>
                </a:lnTo>
                <a:lnTo>
                  <a:pt x="2890909" y="1286340"/>
                </a:lnTo>
                <a:lnTo>
                  <a:pt x="2898369" y="1286311"/>
                </a:lnTo>
                <a:lnTo>
                  <a:pt x="2907687" y="1295503"/>
                </a:lnTo>
                <a:lnTo>
                  <a:pt x="2907668" y="1303009"/>
                </a:lnTo>
                <a:lnTo>
                  <a:pt x="2898524" y="1312281"/>
                </a:lnTo>
                <a:lnTo>
                  <a:pt x="2890965" y="1312302"/>
                </a:lnTo>
                <a:lnTo>
                  <a:pt x="2886405" y="1307714"/>
                </a:lnTo>
                <a:close/>
              </a:path>
              <a:path w="5142230" h="2300604">
                <a:moveTo>
                  <a:pt x="1170721" y="666555"/>
                </a:moveTo>
                <a:lnTo>
                  <a:pt x="1166535" y="662074"/>
                </a:lnTo>
                <a:lnTo>
                  <a:pt x="1165531" y="656894"/>
                </a:lnTo>
                <a:lnTo>
                  <a:pt x="1167669" y="652340"/>
                </a:lnTo>
                <a:lnTo>
                  <a:pt x="1170512" y="646488"/>
                </a:lnTo>
                <a:lnTo>
                  <a:pt x="1177538" y="643942"/>
                </a:lnTo>
                <a:lnTo>
                  <a:pt x="1189384" y="649585"/>
                </a:lnTo>
                <a:lnTo>
                  <a:pt x="1191882" y="656657"/>
                </a:lnTo>
                <a:lnTo>
                  <a:pt x="1189080" y="662553"/>
                </a:lnTo>
                <a:lnTo>
                  <a:pt x="1186242" y="668410"/>
                </a:lnTo>
                <a:lnTo>
                  <a:pt x="1179170" y="670907"/>
                </a:lnTo>
                <a:lnTo>
                  <a:pt x="1173269" y="668110"/>
                </a:lnTo>
                <a:lnTo>
                  <a:pt x="1171922" y="667450"/>
                </a:lnTo>
                <a:lnTo>
                  <a:pt x="1170721" y="666555"/>
                </a:lnTo>
                <a:close/>
              </a:path>
              <a:path w="5142230" h="2300604">
                <a:moveTo>
                  <a:pt x="2188275" y="978835"/>
                </a:moveTo>
                <a:lnTo>
                  <a:pt x="2184129" y="974398"/>
                </a:lnTo>
                <a:lnTo>
                  <a:pt x="2182954" y="970109"/>
                </a:lnTo>
                <a:lnTo>
                  <a:pt x="2184131" y="965895"/>
                </a:lnTo>
                <a:lnTo>
                  <a:pt x="2185999" y="959685"/>
                </a:lnTo>
                <a:lnTo>
                  <a:pt x="2192585" y="956080"/>
                </a:lnTo>
                <a:lnTo>
                  <a:pt x="2205118" y="959722"/>
                </a:lnTo>
                <a:lnTo>
                  <a:pt x="2208713" y="966307"/>
                </a:lnTo>
                <a:lnTo>
                  <a:pt x="2206846" y="972617"/>
                </a:lnTo>
                <a:lnTo>
                  <a:pt x="2205028" y="978881"/>
                </a:lnTo>
                <a:lnTo>
                  <a:pt x="2198442" y="982486"/>
                </a:lnTo>
                <a:lnTo>
                  <a:pt x="2192132" y="980619"/>
                </a:lnTo>
                <a:lnTo>
                  <a:pt x="2190077" y="979982"/>
                </a:lnTo>
                <a:lnTo>
                  <a:pt x="2188275" y="978835"/>
                </a:lnTo>
                <a:close/>
              </a:path>
              <a:path w="5142230" h="2300604">
                <a:moveTo>
                  <a:pt x="1235486" y="696004"/>
                </a:moveTo>
                <a:lnTo>
                  <a:pt x="1231296" y="691518"/>
                </a:lnTo>
                <a:lnTo>
                  <a:pt x="1230285" y="686526"/>
                </a:lnTo>
                <a:lnTo>
                  <a:pt x="1232231" y="682061"/>
                </a:lnTo>
                <a:lnTo>
                  <a:pt x="1234749" y="676056"/>
                </a:lnTo>
                <a:lnTo>
                  <a:pt x="1241732" y="673268"/>
                </a:lnTo>
                <a:lnTo>
                  <a:pt x="1247737" y="675885"/>
                </a:lnTo>
                <a:lnTo>
                  <a:pt x="1253742" y="678402"/>
                </a:lnTo>
                <a:lnTo>
                  <a:pt x="1256457" y="685219"/>
                </a:lnTo>
                <a:lnTo>
                  <a:pt x="1253909" y="691386"/>
                </a:lnTo>
                <a:lnTo>
                  <a:pt x="1251347" y="697441"/>
                </a:lnTo>
                <a:lnTo>
                  <a:pt x="1244408" y="700179"/>
                </a:lnTo>
                <a:lnTo>
                  <a:pt x="1236823" y="696946"/>
                </a:lnTo>
                <a:lnTo>
                  <a:pt x="1235486" y="696004"/>
                </a:lnTo>
                <a:close/>
              </a:path>
              <a:path w="5142230" h="2300604">
                <a:moveTo>
                  <a:pt x="3017375" y="1971738"/>
                </a:moveTo>
                <a:lnTo>
                  <a:pt x="3013185" y="1967252"/>
                </a:lnTo>
                <a:lnTo>
                  <a:pt x="3011995" y="1963241"/>
                </a:lnTo>
                <a:lnTo>
                  <a:pt x="3012933" y="1959260"/>
                </a:lnTo>
                <a:lnTo>
                  <a:pt x="3014471" y="1952892"/>
                </a:lnTo>
                <a:lnTo>
                  <a:pt x="3020837" y="1948954"/>
                </a:lnTo>
                <a:lnTo>
                  <a:pt x="3033578" y="1952036"/>
                </a:lnTo>
                <a:lnTo>
                  <a:pt x="3037511" y="1958397"/>
                </a:lnTo>
                <a:lnTo>
                  <a:pt x="3035972" y="1964765"/>
                </a:lnTo>
                <a:lnTo>
                  <a:pt x="3034483" y="1971088"/>
                </a:lnTo>
                <a:lnTo>
                  <a:pt x="3028121" y="1975031"/>
                </a:lnTo>
                <a:lnTo>
                  <a:pt x="3021749" y="1973487"/>
                </a:lnTo>
                <a:lnTo>
                  <a:pt x="3019412" y="1972940"/>
                </a:lnTo>
                <a:lnTo>
                  <a:pt x="3017375" y="1971738"/>
                </a:lnTo>
                <a:close/>
              </a:path>
              <a:path w="5142230" h="2300604">
                <a:moveTo>
                  <a:pt x="2590562" y="1117114"/>
                </a:moveTo>
                <a:lnTo>
                  <a:pt x="2586367" y="1112624"/>
                </a:lnTo>
                <a:lnTo>
                  <a:pt x="2585315" y="1107588"/>
                </a:lnTo>
                <a:lnTo>
                  <a:pt x="2589968" y="1097125"/>
                </a:lnTo>
                <a:lnTo>
                  <a:pt x="2596952" y="1094435"/>
                </a:lnTo>
                <a:lnTo>
                  <a:pt x="2608902" y="1099799"/>
                </a:lnTo>
                <a:lnTo>
                  <a:pt x="2611591" y="1106783"/>
                </a:lnTo>
                <a:lnTo>
                  <a:pt x="2606272" y="1118683"/>
                </a:lnTo>
                <a:lnTo>
                  <a:pt x="2599288" y="1121372"/>
                </a:lnTo>
                <a:lnTo>
                  <a:pt x="2593340" y="1118720"/>
                </a:lnTo>
                <a:lnTo>
                  <a:pt x="2591805" y="1118054"/>
                </a:lnTo>
                <a:lnTo>
                  <a:pt x="2590562" y="1117114"/>
                </a:lnTo>
                <a:close/>
              </a:path>
              <a:path w="5142230" h="2300604">
                <a:moveTo>
                  <a:pt x="1708388" y="849858"/>
                </a:moveTo>
                <a:lnTo>
                  <a:pt x="1704243" y="845421"/>
                </a:lnTo>
                <a:lnTo>
                  <a:pt x="1703015" y="841272"/>
                </a:lnTo>
                <a:lnTo>
                  <a:pt x="1704046" y="837195"/>
                </a:lnTo>
                <a:lnTo>
                  <a:pt x="1705725" y="830879"/>
                </a:lnTo>
                <a:lnTo>
                  <a:pt x="1712050" y="827191"/>
                </a:lnTo>
                <a:lnTo>
                  <a:pt x="1712227" y="827088"/>
                </a:lnTo>
                <a:lnTo>
                  <a:pt x="1724819" y="830401"/>
                </a:lnTo>
                <a:lnTo>
                  <a:pt x="1728606" y="836898"/>
                </a:lnTo>
                <a:lnTo>
                  <a:pt x="1725347" y="849539"/>
                </a:lnTo>
                <a:lnTo>
                  <a:pt x="1719022" y="853227"/>
                </a:lnTo>
                <a:lnTo>
                  <a:pt x="1718845" y="853330"/>
                </a:lnTo>
                <a:lnTo>
                  <a:pt x="1712529" y="851652"/>
                </a:lnTo>
                <a:lnTo>
                  <a:pt x="1710282" y="851103"/>
                </a:lnTo>
                <a:lnTo>
                  <a:pt x="1708388" y="849858"/>
                </a:lnTo>
                <a:close/>
              </a:path>
              <a:path w="5142230" h="2300604">
                <a:moveTo>
                  <a:pt x="2979854" y="2108591"/>
                </a:moveTo>
                <a:lnTo>
                  <a:pt x="2975714" y="2104159"/>
                </a:lnTo>
                <a:lnTo>
                  <a:pt x="2974488" y="2099817"/>
                </a:lnTo>
                <a:lnTo>
                  <a:pt x="2977628" y="2089396"/>
                </a:lnTo>
                <a:lnTo>
                  <a:pt x="2984218" y="2085796"/>
                </a:lnTo>
                <a:lnTo>
                  <a:pt x="2990484" y="2087714"/>
                </a:lnTo>
                <a:lnTo>
                  <a:pt x="2996748" y="2089532"/>
                </a:lnTo>
                <a:lnTo>
                  <a:pt x="3000299" y="2096168"/>
                </a:lnTo>
                <a:lnTo>
                  <a:pt x="2998481" y="2102432"/>
                </a:lnTo>
                <a:lnTo>
                  <a:pt x="2996568" y="2108693"/>
                </a:lnTo>
                <a:lnTo>
                  <a:pt x="2990026" y="2112247"/>
                </a:lnTo>
                <a:lnTo>
                  <a:pt x="2983717" y="2110380"/>
                </a:lnTo>
                <a:lnTo>
                  <a:pt x="2981661" y="2109743"/>
                </a:lnTo>
                <a:lnTo>
                  <a:pt x="2979854" y="2108591"/>
                </a:lnTo>
                <a:close/>
              </a:path>
              <a:path w="5142230" h="2300604">
                <a:moveTo>
                  <a:pt x="2999552" y="2040435"/>
                </a:moveTo>
                <a:lnTo>
                  <a:pt x="2995362" y="2035949"/>
                </a:lnTo>
                <a:lnTo>
                  <a:pt x="2994183" y="2031754"/>
                </a:lnTo>
                <a:lnTo>
                  <a:pt x="2995361" y="2027640"/>
                </a:lnTo>
                <a:lnTo>
                  <a:pt x="2997035" y="2021319"/>
                </a:lnTo>
                <a:lnTo>
                  <a:pt x="3003117" y="2017859"/>
                </a:lnTo>
                <a:lnTo>
                  <a:pt x="3003534" y="2017622"/>
                </a:lnTo>
                <a:lnTo>
                  <a:pt x="3016168" y="2021078"/>
                </a:lnTo>
                <a:lnTo>
                  <a:pt x="3019911" y="2027626"/>
                </a:lnTo>
                <a:lnTo>
                  <a:pt x="3018133" y="2033934"/>
                </a:lnTo>
                <a:lnTo>
                  <a:pt x="3016409" y="2040201"/>
                </a:lnTo>
                <a:lnTo>
                  <a:pt x="3010328" y="2043661"/>
                </a:lnTo>
                <a:lnTo>
                  <a:pt x="3009910" y="2043899"/>
                </a:lnTo>
                <a:lnTo>
                  <a:pt x="3001444" y="2041580"/>
                </a:lnTo>
                <a:lnTo>
                  <a:pt x="2999552" y="2040435"/>
                </a:lnTo>
                <a:close/>
              </a:path>
              <a:path w="5142230" h="2300604">
                <a:moveTo>
                  <a:pt x="2120126" y="958765"/>
                </a:moveTo>
                <a:lnTo>
                  <a:pt x="2115981" y="954327"/>
                </a:lnTo>
                <a:lnTo>
                  <a:pt x="2114760" y="949990"/>
                </a:lnTo>
                <a:lnTo>
                  <a:pt x="2117900" y="939569"/>
                </a:lnTo>
                <a:lnTo>
                  <a:pt x="2124490" y="935969"/>
                </a:lnTo>
                <a:lnTo>
                  <a:pt x="2130751" y="937882"/>
                </a:lnTo>
                <a:lnTo>
                  <a:pt x="2137011" y="939695"/>
                </a:lnTo>
                <a:lnTo>
                  <a:pt x="2140615" y="946290"/>
                </a:lnTo>
                <a:lnTo>
                  <a:pt x="2138702" y="952551"/>
                </a:lnTo>
                <a:lnTo>
                  <a:pt x="2136884" y="958816"/>
                </a:lnTo>
                <a:lnTo>
                  <a:pt x="2130293" y="962415"/>
                </a:lnTo>
                <a:lnTo>
                  <a:pt x="2123984" y="960548"/>
                </a:lnTo>
                <a:lnTo>
                  <a:pt x="2121924" y="959907"/>
                </a:lnTo>
                <a:lnTo>
                  <a:pt x="2120126" y="958765"/>
                </a:lnTo>
                <a:close/>
              </a:path>
              <a:path w="5142230" h="2300604">
                <a:moveTo>
                  <a:pt x="2937622" y="1364594"/>
                </a:moveTo>
                <a:lnTo>
                  <a:pt x="2932798" y="1359430"/>
                </a:lnTo>
                <a:lnTo>
                  <a:pt x="2928720" y="1354282"/>
                </a:lnTo>
                <a:lnTo>
                  <a:pt x="2929593" y="1346810"/>
                </a:lnTo>
                <a:lnTo>
                  <a:pt x="2939830" y="1338708"/>
                </a:lnTo>
                <a:lnTo>
                  <a:pt x="2947261" y="1339528"/>
                </a:lnTo>
                <a:lnTo>
                  <a:pt x="2955408" y="1349813"/>
                </a:lnTo>
                <a:lnTo>
                  <a:pt x="2954539" y="1357191"/>
                </a:lnTo>
                <a:lnTo>
                  <a:pt x="2949446" y="1361318"/>
                </a:lnTo>
                <a:lnTo>
                  <a:pt x="2944547" y="1365164"/>
                </a:lnTo>
                <a:lnTo>
                  <a:pt x="2937622" y="1364594"/>
                </a:lnTo>
                <a:close/>
              </a:path>
              <a:path w="5142230" h="2300604">
                <a:moveTo>
                  <a:pt x="1125074" y="498733"/>
                </a:moveTo>
                <a:lnTo>
                  <a:pt x="1121020" y="494394"/>
                </a:lnTo>
                <a:lnTo>
                  <a:pt x="1120211" y="489031"/>
                </a:lnTo>
                <a:lnTo>
                  <a:pt x="1122580" y="484627"/>
                </a:lnTo>
                <a:lnTo>
                  <a:pt x="1125647" y="479114"/>
                </a:lnTo>
                <a:lnTo>
                  <a:pt x="1132563" y="477036"/>
                </a:lnTo>
                <a:lnTo>
                  <a:pt x="1138077" y="480103"/>
                </a:lnTo>
                <a:lnTo>
                  <a:pt x="1143639" y="483125"/>
                </a:lnTo>
                <a:lnTo>
                  <a:pt x="1145623" y="490038"/>
                </a:lnTo>
                <a:lnTo>
                  <a:pt x="1142601" y="495600"/>
                </a:lnTo>
                <a:lnTo>
                  <a:pt x="1139578" y="501063"/>
                </a:lnTo>
                <a:lnTo>
                  <a:pt x="1132661" y="503141"/>
                </a:lnTo>
                <a:lnTo>
                  <a:pt x="1126040" y="499474"/>
                </a:lnTo>
                <a:lnTo>
                  <a:pt x="1125074" y="498733"/>
                </a:lnTo>
                <a:close/>
              </a:path>
              <a:path w="5142230" h="2300604">
                <a:moveTo>
                  <a:pt x="1518493" y="663002"/>
                </a:moveTo>
                <a:lnTo>
                  <a:pt x="1514490" y="658716"/>
                </a:lnTo>
                <a:lnTo>
                  <a:pt x="1513355" y="654471"/>
                </a:lnTo>
                <a:lnTo>
                  <a:pt x="1516625" y="644385"/>
                </a:lnTo>
                <a:lnTo>
                  <a:pt x="1523017" y="641062"/>
                </a:lnTo>
                <a:lnTo>
                  <a:pt x="1535023" y="644921"/>
                </a:lnTo>
                <a:lnTo>
                  <a:pt x="1538342" y="651309"/>
                </a:lnTo>
                <a:lnTo>
                  <a:pt x="1536395" y="657337"/>
                </a:lnTo>
                <a:lnTo>
                  <a:pt x="1534492" y="663315"/>
                </a:lnTo>
                <a:lnTo>
                  <a:pt x="1528100" y="666638"/>
                </a:lnTo>
                <a:lnTo>
                  <a:pt x="1522076" y="664687"/>
                </a:lnTo>
                <a:lnTo>
                  <a:pt x="1520156" y="664097"/>
                </a:lnTo>
                <a:lnTo>
                  <a:pt x="1518493" y="663002"/>
                </a:lnTo>
                <a:close/>
              </a:path>
              <a:path w="5142230" h="2300604">
                <a:moveTo>
                  <a:pt x="1586471" y="684063"/>
                </a:moveTo>
                <a:lnTo>
                  <a:pt x="1582463" y="679772"/>
                </a:lnTo>
                <a:lnTo>
                  <a:pt x="1581325" y="675621"/>
                </a:lnTo>
                <a:lnTo>
                  <a:pt x="1584317" y="665530"/>
                </a:lnTo>
                <a:lnTo>
                  <a:pt x="1590666" y="662064"/>
                </a:lnTo>
                <a:lnTo>
                  <a:pt x="1596693" y="663922"/>
                </a:lnTo>
                <a:lnTo>
                  <a:pt x="1602723" y="665685"/>
                </a:lnTo>
                <a:lnTo>
                  <a:pt x="1606189" y="672035"/>
                </a:lnTo>
                <a:lnTo>
                  <a:pt x="1602569" y="684091"/>
                </a:lnTo>
                <a:lnTo>
                  <a:pt x="1596219" y="687558"/>
                </a:lnTo>
                <a:lnTo>
                  <a:pt x="1588175" y="685202"/>
                </a:lnTo>
                <a:lnTo>
                  <a:pt x="1586471" y="684063"/>
                </a:lnTo>
                <a:close/>
              </a:path>
              <a:path w="5142230" h="2300604">
                <a:moveTo>
                  <a:pt x="3092527" y="2261656"/>
                </a:moveTo>
                <a:lnTo>
                  <a:pt x="3088518" y="2257365"/>
                </a:lnTo>
                <a:lnTo>
                  <a:pt x="3087373" y="2253696"/>
                </a:lnTo>
                <a:lnTo>
                  <a:pt x="3089361" y="2243703"/>
                </a:lnTo>
                <a:lnTo>
                  <a:pt x="3095403" y="2239712"/>
                </a:lnTo>
                <a:lnTo>
                  <a:pt x="3101539" y="2241002"/>
                </a:lnTo>
                <a:lnTo>
                  <a:pt x="3107732" y="2242256"/>
                </a:lnTo>
                <a:lnTo>
                  <a:pt x="3111724" y="2248288"/>
                </a:lnTo>
                <a:lnTo>
                  <a:pt x="3109233" y="2260577"/>
                </a:lnTo>
                <a:lnTo>
                  <a:pt x="3103191" y="2264569"/>
                </a:lnTo>
                <a:lnTo>
                  <a:pt x="3097052" y="2263373"/>
                </a:lnTo>
                <a:lnTo>
                  <a:pt x="3094662" y="2262867"/>
                </a:lnTo>
                <a:lnTo>
                  <a:pt x="3092527" y="2261656"/>
                </a:lnTo>
                <a:close/>
              </a:path>
              <a:path w="5142230" h="2300604">
                <a:moveTo>
                  <a:pt x="1188158" y="531661"/>
                </a:moveTo>
                <a:lnTo>
                  <a:pt x="1184104" y="527322"/>
                </a:lnTo>
                <a:lnTo>
                  <a:pt x="1183191" y="522239"/>
                </a:lnTo>
                <a:lnTo>
                  <a:pt x="1188159" y="512211"/>
                </a:lnTo>
                <a:lnTo>
                  <a:pt x="1194987" y="509941"/>
                </a:lnTo>
                <a:lnTo>
                  <a:pt x="1200649" y="512679"/>
                </a:lnTo>
                <a:lnTo>
                  <a:pt x="1206317" y="515520"/>
                </a:lnTo>
                <a:lnTo>
                  <a:pt x="1208586" y="522348"/>
                </a:lnTo>
                <a:lnTo>
                  <a:pt x="1205844" y="528014"/>
                </a:lnTo>
                <a:lnTo>
                  <a:pt x="1203003" y="533673"/>
                </a:lnTo>
                <a:lnTo>
                  <a:pt x="1196179" y="535947"/>
                </a:lnTo>
                <a:lnTo>
                  <a:pt x="1190513" y="533205"/>
                </a:lnTo>
                <a:lnTo>
                  <a:pt x="1189261" y="532549"/>
                </a:lnTo>
                <a:lnTo>
                  <a:pt x="1188158" y="531661"/>
                </a:lnTo>
                <a:close/>
              </a:path>
              <a:path w="5142230" h="2300604">
                <a:moveTo>
                  <a:pt x="3101466" y="1247430"/>
                </a:moveTo>
                <a:lnTo>
                  <a:pt x="3097003" y="1242652"/>
                </a:lnTo>
                <a:lnTo>
                  <a:pt x="3092817" y="1237878"/>
                </a:lnTo>
                <a:lnTo>
                  <a:pt x="3093397" y="1230679"/>
                </a:lnTo>
                <a:lnTo>
                  <a:pt x="3097504" y="1227158"/>
                </a:lnTo>
                <a:lnTo>
                  <a:pt x="3102225" y="1223024"/>
                </a:lnTo>
                <a:lnTo>
                  <a:pt x="3102927" y="1222407"/>
                </a:lnTo>
                <a:lnTo>
                  <a:pt x="3110135" y="1222987"/>
                </a:lnTo>
                <a:lnTo>
                  <a:pt x="3114263" y="1227797"/>
                </a:lnTo>
                <a:lnTo>
                  <a:pt x="3118403" y="1232522"/>
                </a:lnTo>
                <a:lnTo>
                  <a:pt x="3117823" y="1239721"/>
                </a:lnTo>
                <a:lnTo>
                  <a:pt x="3113716" y="1243242"/>
                </a:lnTo>
                <a:lnTo>
                  <a:pt x="3108991" y="1247372"/>
                </a:lnTo>
                <a:lnTo>
                  <a:pt x="3108439" y="1247856"/>
                </a:lnTo>
                <a:lnTo>
                  <a:pt x="3101466" y="1247430"/>
                </a:lnTo>
                <a:close/>
              </a:path>
              <a:path w="5142230" h="2300604">
                <a:moveTo>
                  <a:pt x="1451044" y="640552"/>
                </a:moveTo>
                <a:lnTo>
                  <a:pt x="1446986" y="636208"/>
                </a:lnTo>
                <a:lnTo>
                  <a:pt x="1445912" y="631833"/>
                </a:lnTo>
                <a:lnTo>
                  <a:pt x="1449371" y="621753"/>
                </a:lnTo>
                <a:lnTo>
                  <a:pt x="1455900" y="618576"/>
                </a:lnTo>
                <a:lnTo>
                  <a:pt x="1467797" y="622711"/>
                </a:lnTo>
                <a:lnTo>
                  <a:pt x="1470929" y="629191"/>
                </a:lnTo>
                <a:lnTo>
                  <a:pt x="1468886" y="635117"/>
                </a:lnTo>
                <a:lnTo>
                  <a:pt x="1466840" y="641137"/>
                </a:lnTo>
                <a:lnTo>
                  <a:pt x="1460355" y="644264"/>
                </a:lnTo>
                <a:lnTo>
                  <a:pt x="1454388" y="642177"/>
                </a:lnTo>
                <a:lnTo>
                  <a:pt x="1452567" y="641595"/>
                </a:lnTo>
                <a:lnTo>
                  <a:pt x="1451044" y="640552"/>
                </a:lnTo>
                <a:close/>
              </a:path>
              <a:path w="5142230" h="2300604">
                <a:moveTo>
                  <a:pt x="3107970" y="2192269"/>
                </a:moveTo>
                <a:lnTo>
                  <a:pt x="3103962" y="2187978"/>
                </a:lnTo>
                <a:lnTo>
                  <a:pt x="3102819" y="2184115"/>
                </a:lnTo>
                <a:lnTo>
                  <a:pt x="3105233" y="2174090"/>
                </a:lnTo>
                <a:lnTo>
                  <a:pt x="3111408" y="2170339"/>
                </a:lnTo>
                <a:lnTo>
                  <a:pt x="3123676" y="2173306"/>
                </a:lnTo>
                <a:lnTo>
                  <a:pt x="3127431" y="2179477"/>
                </a:lnTo>
                <a:lnTo>
                  <a:pt x="3125899" y="2185656"/>
                </a:lnTo>
                <a:lnTo>
                  <a:pt x="3124416" y="2191790"/>
                </a:lnTo>
                <a:lnTo>
                  <a:pt x="3118245" y="2195546"/>
                </a:lnTo>
                <a:lnTo>
                  <a:pt x="3109912" y="2193468"/>
                </a:lnTo>
                <a:lnTo>
                  <a:pt x="3107970" y="2192269"/>
                </a:lnTo>
                <a:close/>
              </a:path>
              <a:path w="5142230" h="2300604">
                <a:moveTo>
                  <a:pt x="891050" y="339413"/>
                </a:moveTo>
                <a:lnTo>
                  <a:pt x="886165" y="334184"/>
                </a:lnTo>
                <a:lnTo>
                  <a:pt x="885963" y="327811"/>
                </a:lnTo>
                <a:lnTo>
                  <a:pt x="889709" y="323317"/>
                </a:lnTo>
                <a:lnTo>
                  <a:pt x="893791" y="318498"/>
                </a:lnTo>
                <a:lnTo>
                  <a:pt x="900939" y="317939"/>
                </a:lnTo>
                <a:lnTo>
                  <a:pt x="905757" y="322022"/>
                </a:lnTo>
                <a:lnTo>
                  <a:pt x="910624" y="326058"/>
                </a:lnTo>
                <a:lnTo>
                  <a:pt x="911180" y="333300"/>
                </a:lnTo>
                <a:lnTo>
                  <a:pt x="903064" y="342891"/>
                </a:lnTo>
                <a:lnTo>
                  <a:pt x="895863" y="343491"/>
                </a:lnTo>
                <a:lnTo>
                  <a:pt x="891050" y="339413"/>
                </a:lnTo>
                <a:close/>
              </a:path>
              <a:path w="5142230" h="2300604">
                <a:moveTo>
                  <a:pt x="3178484" y="1364771"/>
                </a:moveTo>
                <a:lnTo>
                  <a:pt x="3174380" y="1360378"/>
                </a:lnTo>
                <a:lnTo>
                  <a:pt x="3173703" y="1359458"/>
                </a:lnTo>
                <a:lnTo>
                  <a:pt x="3173173" y="1358401"/>
                </a:lnTo>
                <a:lnTo>
                  <a:pt x="3170492" y="1352697"/>
                </a:lnTo>
                <a:lnTo>
                  <a:pt x="3172796" y="1345878"/>
                </a:lnTo>
                <a:lnTo>
                  <a:pt x="3178555" y="1343147"/>
                </a:lnTo>
                <a:lnTo>
                  <a:pt x="3184218" y="1340413"/>
                </a:lnTo>
                <a:lnTo>
                  <a:pt x="3191029" y="1342816"/>
                </a:lnTo>
                <a:lnTo>
                  <a:pt x="3193768" y="1348485"/>
                </a:lnTo>
                <a:lnTo>
                  <a:pt x="3196449" y="1354189"/>
                </a:lnTo>
                <a:lnTo>
                  <a:pt x="3194045" y="1361000"/>
                </a:lnTo>
                <a:lnTo>
                  <a:pt x="3188386" y="1363739"/>
                </a:lnTo>
                <a:lnTo>
                  <a:pt x="3183774" y="1365938"/>
                </a:lnTo>
                <a:lnTo>
                  <a:pt x="3178484" y="1364771"/>
                </a:lnTo>
                <a:close/>
              </a:path>
              <a:path w="5142230" h="2300604">
                <a:moveTo>
                  <a:pt x="1063493" y="463114"/>
                </a:moveTo>
                <a:lnTo>
                  <a:pt x="1059398" y="458730"/>
                </a:lnTo>
                <a:lnTo>
                  <a:pt x="1058644" y="453134"/>
                </a:lnTo>
                <a:lnTo>
                  <a:pt x="1061433" y="448592"/>
                </a:lnTo>
                <a:lnTo>
                  <a:pt x="1064766" y="443266"/>
                </a:lnTo>
                <a:lnTo>
                  <a:pt x="1071536" y="441618"/>
                </a:lnTo>
                <a:lnTo>
                  <a:pt x="1071685" y="441582"/>
                </a:lnTo>
                <a:lnTo>
                  <a:pt x="1077102" y="444839"/>
                </a:lnTo>
                <a:lnTo>
                  <a:pt x="1082466" y="448138"/>
                </a:lnTo>
                <a:lnTo>
                  <a:pt x="1084164" y="455135"/>
                </a:lnTo>
                <a:lnTo>
                  <a:pt x="1080865" y="460499"/>
                </a:lnTo>
                <a:lnTo>
                  <a:pt x="1077608" y="465907"/>
                </a:lnTo>
                <a:lnTo>
                  <a:pt x="1070615" y="467610"/>
                </a:lnTo>
                <a:lnTo>
                  <a:pt x="1065202" y="464357"/>
                </a:lnTo>
                <a:lnTo>
                  <a:pt x="1064278" y="463759"/>
                </a:lnTo>
                <a:lnTo>
                  <a:pt x="1063493" y="463114"/>
                </a:lnTo>
                <a:close/>
              </a:path>
              <a:path w="5142230" h="2300604">
                <a:moveTo>
                  <a:pt x="1003624" y="424635"/>
                </a:moveTo>
                <a:lnTo>
                  <a:pt x="999524" y="420246"/>
                </a:lnTo>
                <a:lnTo>
                  <a:pt x="998923" y="414325"/>
                </a:lnTo>
                <a:lnTo>
                  <a:pt x="1005485" y="404634"/>
                </a:lnTo>
                <a:lnTo>
                  <a:pt x="1012612" y="403271"/>
                </a:lnTo>
                <a:lnTo>
                  <a:pt x="1023041" y="410330"/>
                </a:lnTo>
                <a:lnTo>
                  <a:pt x="1024399" y="417453"/>
                </a:lnTo>
                <a:lnTo>
                  <a:pt x="1017345" y="427887"/>
                </a:lnTo>
                <a:lnTo>
                  <a:pt x="1010266" y="429204"/>
                </a:lnTo>
                <a:lnTo>
                  <a:pt x="1004313" y="425177"/>
                </a:lnTo>
                <a:lnTo>
                  <a:pt x="1003624" y="424635"/>
                </a:lnTo>
                <a:close/>
              </a:path>
              <a:path w="5142230" h="2300604">
                <a:moveTo>
                  <a:pt x="946842" y="384084"/>
                </a:moveTo>
                <a:lnTo>
                  <a:pt x="941674" y="378553"/>
                </a:lnTo>
                <a:lnTo>
                  <a:pt x="941285" y="372565"/>
                </a:lnTo>
                <a:lnTo>
                  <a:pt x="948500" y="363085"/>
                </a:lnTo>
                <a:lnTo>
                  <a:pt x="955615" y="362100"/>
                </a:lnTo>
                <a:lnTo>
                  <a:pt x="960632" y="365906"/>
                </a:lnTo>
                <a:lnTo>
                  <a:pt x="965697" y="369666"/>
                </a:lnTo>
                <a:lnTo>
                  <a:pt x="966679" y="376876"/>
                </a:lnTo>
                <a:lnTo>
                  <a:pt x="959067" y="386908"/>
                </a:lnTo>
                <a:lnTo>
                  <a:pt x="951907" y="387845"/>
                </a:lnTo>
                <a:lnTo>
                  <a:pt x="946842" y="384084"/>
                </a:lnTo>
                <a:close/>
              </a:path>
              <a:path w="5142230" h="2300604">
                <a:moveTo>
                  <a:pt x="3143943" y="1303555"/>
                </a:moveTo>
                <a:lnTo>
                  <a:pt x="3139287" y="1298571"/>
                </a:lnTo>
                <a:lnTo>
                  <a:pt x="3138975" y="1298041"/>
                </a:lnTo>
                <a:lnTo>
                  <a:pt x="3135425" y="1292774"/>
                </a:lnTo>
                <a:lnTo>
                  <a:pt x="3136936" y="1285692"/>
                </a:lnTo>
                <a:lnTo>
                  <a:pt x="3142158" y="1282193"/>
                </a:lnTo>
                <a:lnTo>
                  <a:pt x="3147422" y="1278737"/>
                </a:lnTo>
                <a:lnTo>
                  <a:pt x="3154502" y="1280158"/>
                </a:lnTo>
                <a:lnTo>
                  <a:pt x="3161459" y="1290734"/>
                </a:lnTo>
                <a:lnTo>
                  <a:pt x="3159993" y="1297765"/>
                </a:lnTo>
                <a:lnTo>
                  <a:pt x="3154775" y="1301270"/>
                </a:lnTo>
                <a:lnTo>
                  <a:pt x="3149991" y="1304360"/>
                </a:lnTo>
                <a:lnTo>
                  <a:pt x="3143943" y="1303555"/>
                </a:lnTo>
                <a:close/>
              </a:path>
              <a:path w="5142230" h="2300604">
                <a:moveTo>
                  <a:pt x="1654724" y="703853"/>
                </a:moveTo>
                <a:lnTo>
                  <a:pt x="1650715" y="699563"/>
                </a:lnTo>
                <a:lnTo>
                  <a:pt x="1649627" y="695466"/>
                </a:lnTo>
                <a:lnTo>
                  <a:pt x="1650708" y="691442"/>
                </a:lnTo>
                <a:lnTo>
                  <a:pt x="1652377" y="685409"/>
                </a:lnTo>
                <a:lnTo>
                  <a:pt x="1658681" y="681894"/>
                </a:lnTo>
                <a:lnTo>
                  <a:pt x="1664760" y="683612"/>
                </a:lnTo>
                <a:lnTo>
                  <a:pt x="1670838" y="685230"/>
                </a:lnTo>
                <a:lnTo>
                  <a:pt x="1674398" y="691583"/>
                </a:lnTo>
                <a:lnTo>
                  <a:pt x="1671012" y="703695"/>
                </a:lnTo>
                <a:lnTo>
                  <a:pt x="1664663" y="707260"/>
                </a:lnTo>
                <a:lnTo>
                  <a:pt x="1658585" y="705543"/>
                </a:lnTo>
                <a:lnTo>
                  <a:pt x="1656526" y="705001"/>
                </a:lnTo>
                <a:lnTo>
                  <a:pt x="1654724" y="703853"/>
                </a:lnTo>
                <a:close/>
              </a:path>
              <a:path w="5142230" h="2300604">
                <a:moveTo>
                  <a:pt x="3125748" y="2123523"/>
                </a:moveTo>
                <a:lnTo>
                  <a:pt x="3121740" y="2119232"/>
                </a:lnTo>
                <a:lnTo>
                  <a:pt x="3120598" y="2115176"/>
                </a:lnTo>
                <a:lnTo>
                  <a:pt x="3123353" y="2105124"/>
                </a:lnTo>
                <a:lnTo>
                  <a:pt x="3129254" y="2101764"/>
                </a:lnTo>
                <a:lnTo>
                  <a:pt x="3129611" y="2101561"/>
                </a:lnTo>
                <a:lnTo>
                  <a:pt x="3135693" y="2103184"/>
                </a:lnTo>
                <a:lnTo>
                  <a:pt x="3141768" y="2104897"/>
                </a:lnTo>
                <a:lnTo>
                  <a:pt x="3145331" y="2111155"/>
                </a:lnTo>
                <a:lnTo>
                  <a:pt x="3143708" y="2117237"/>
                </a:lnTo>
                <a:lnTo>
                  <a:pt x="3142039" y="2123271"/>
                </a:lnTo>
                <a:lnTo>
                  <a:pt x="3135732" y="2126880"/>
                </a:lnTo>
                <a:lnTo>
                  <a:pt x="3129703" y="2125216"/>
                </a:lnTo>
                <a:lnTo>
                  <a:pt x="3127546" y="2124666"/>
                </a:lnTo>
                <a:lnTo>
                  <a:pt x="3125748" y="2123523"/>
                </a:lnTo>
                <a:close/>
              </a:path>
              <a:path w="5142230" h="2300604">
                <a:moveTo>
                  <a:pt x="1929960" y="774453"/>
                </a:moveTo>
                <a:lnTo>
                  <a:pt x="1925952" y="770162"/>
                </a:lnTo>
                <a:lnTo>
                  <a:pt x="1924763" y="766250"/>
                </a:lnTo>
                <a:lnTo>
                  <a:pt x="1925744" y="762413"/>
                </a:lnTo>
                <a:lnTo>
                  <a:pt x="1927177" y="756225"/>
                </a:lnTo>
                <a:lnTo>
                  <a:pt x="1933352" y="752474"/>
                </a:lnTo>
                <a:lnTo>
                  <a:pt x="1945620" y="755441"/>
                </a:lnTo>
                <a:lnTo>
                  <a:pt x="1949376" y="761612"/>
                </a:lnTo>
                <a:lnTo>
                  <a:pt x="1947892" y="767746"/>
                </a:lnTo>
                <a:lnTo>
                  <a:pt x="1946458" y="773834"/>
                </a:lnTo>
                <a:lnTo>
                  <a:pt x="1940287" y="777590"/>
                </a:lnTo>
                <a:lnTo>
                  <a:pt x="1934153" y="776106"/>
                </a:lnTo>
                <a:lnTo>
                  <a:pt x="1931857" y="775603"/>
                </a:lnTo>
                <a:lnTo>
                  <a:pt x="1929960" y="774453"/>
                </a:lnTo>
                <a:close/>
              </a:path>
              <a:path w="5142230" h="2300604">
                <a:moveTo>
                  <a:pt x="3164245" y="1986835"/>
                </a:moveTo>
                <a:lnTo>
                  <a:pt x="3160241" y="1982549"/>
                </a:lnTo>
                <a:lnTo>
                  <a:pt x="3159103" y="1978399"/>
                </a:lnTo>
                <a:lnTo>
                  <a:pt x="3161944" y="1968440"/>
                </a:lnTo>
                <a:lnTo>
                  <a:pt x="3168252" y="1964830"/>
                </a:lnTo>
                <a:lnTo>
                  <a:pt x="3174286" y="1966598"/>
                </a:lnTo>
                <a:lnTo>
                  <a:pt x="3180368" y="1968222"/>
                </a:lnTo>
                <a:lnTo>
                  <a:pt x="3183924" y="1974570"/>
                </a:lnTo>
                <a:lnTo>
                  <a:pt x="3180494" y="1986732"/>
                </a:lnTo>
                <a:lnTo>
                  <a:pt x="3174185" y="1990242"/>
                </a:lnTo>
                <a:lnTo>
                  <a:pt x="3168111" y="1988529"/>
                </a:lnTo>
                <a:lnTo>
                  <a:pt x="3166052" y="1987987"/>
                </a:lnTo>
                <a:lnTo>
                  <a:pt x="3164245" y="1986835"/>
                </a:lnTo>
                <a:close/>
              </a:path>
              <a:path w="5142230" h="2300604">
                <a:moveTo>
                  <a:pt x="3183005" y="1918359"/>
                </a:moveTo>
                <a:lnTo>
                  <a:pt x="3179001" y="1914073"/>
                </a:lnTo>
                <a:lnTo>
                  <a:pt x="3177816" y="1910067"/>
                </a:lnTo>
                <a:lnTo>
                  <a:pt x="3178831" y="1906365"/>
                </a:lnTo>
                <a:lnTo>
                  <a:pt x="3180423" y="1900053"/>
                </a:lnTo>
                <a:lnTo>
                  <a:pt x="3186680" y="1896390"/>
                </a:lnTo>
                <a:lnTo>
                  <a:pt x="3192766" y="1898018"/>
                </a:lnTo>
                <a:lnTo>
                  <a:pt x="3198897" y="1899596"/>
                </a:lnTo>
                <a:lnTo>
                  <a:pt x="3202510" y="1905809"/>
                </a:lnTo>
                <a:lnTo>
                  <a:pt x="3199353" y="1917971"/>
                </a:lnTo>
                <a:lnTo>
                  <a:pt x="3193273" y="1921530"/>
                </a:lnTo>
                <a:lnTo>
                  <a:pt x="3193095" y="1921634"/>
                </a:lnTo>
                <a:lnTo>
                  <a:pt x="3184812" y="1919511"/>
                </a:lnTo>
                <a:lnTo>
                  <a:pt x="3183005" y="1918359"/>
                </a:lnTo>
                <a:close/>
              </a:path>
              <a:path w="5142230" h="2300604">
                <a:moveTo>
                  <a:pt x="3144836" y="2055105"/>
                </a:moveTo>
                <a:lnTo>
                  <a:pt x="3140828" y="2050814"/>
                </a:lnTo>
                <a:lnTo>
                  <a:pt x="3139735" y="2046713"/>
                </a:lnTo>
                <a:lnTo>
                  <a:pt x="3142584" y="2036664"/>
                </a:lnTo>
                <a:lnTo>
                  <a:pt x="3148884" y="2033144"/>
                </a:lnTo>
                <a:lnTo>
                  <a:pt x="3154967" y="2034867"/>
                </a:lnTo>
                <a:lnTo>
                  <a:pt x="3160997" y="2036630"/>
                </a:lnTo>
                <a:lnTo>
                  <a:pt x="3164507" y="2042929"/>
                </a:lnTo>
                <a:lnTo>
                  <a:pt x="3162794" y="2049013"/>
                </a:lnTo>
                <a:lnTo>
                  <a:pt x="3161027" y="2055038"/>
                </a:lnTo>
                <a:lnTo>
                  <a:pt x="3154723" y="2058553"/>
                </a:lnTo>
                <a:lnTo>
                  <a:pt x="3148697" y="2056795"/>
                </a:lnTo>
                <a:lnTo>
                  <a:pt x="3146634" y="2056248"/>
                </a:lnTo>
                <a:lnTo>
                  <a:pt x="3144836" y="2055105"/>
                </a:lnTo>
                <a:close/>
              </a:path>
              <a:path w="5142230" h="2300604">
                <a:moveTo>
                  <a:pt x="1998985" y="790965"/>
                </a:moveTo>
                <a:lnTo>
                  <a:pt x="1994972" y="786670"/>
                </a:lnTo>
                <a:lnTo>
                  <a:pt x="1993788" y="782763"/>
                </a:lnTo>
                <a:lnTo>
                  <a:pt x="1996207" y="772742"/>
                </a:lnTo>
                <a:lnTo>
                  <a:pt x="2002377" y="768987"/>
                </a:lnTo>
                <a:lnTo>
                  <a:pt x="2014600" y="771905"/>
                </a:lnTo>
                <a:lnTo>
                  <a:pt x="2018355" y="778076"/>
                </a:lnTo>
                <a:lnTo>
                  <a:pt x="2016920" y="784164"/>
                </a:lnTo>
                <a:lnTo>
                  <a:pt x="2015437" y="790298"/>
                </a:lnTo>
                <a:lnTo>
                  <a:pt x="2009312" y="794102"/>
                </a:lnTo>
                <a:lnTo>
                  <a:pt x="2003219" y="792663"/>
                </a:lnTo>
                <a:lnTo>
                  <a:pt x="2000931" y="792070"/>
                </a:lnTo>
                <a:lnTo>
                  <a:pt x="1998985" y="790965"/>
                </a:lnTo>
                <a:close/>
              </a:path>
              <a:path w="5142230" h="2300604">
                <a:moveTo>
                  <a:pt x="2067963" y="807330"/>
                </a:moveTo>
                <a:lnTo>
                  <a:pt x="2064005" y="803093"/>
                </a:lnTo>
                <a:lnTo>
                  <a:pt x="2063609" y="801789"/>
                </a:lnTo>
                <a:lnTo>
                  <a:pt x="2062834" y="799102"/>
                </a:lnTo>
                <a:lnTo>
                  <a:pt x="2063698" y="795335"/>
                </a:lnTo>
                <a:lnTo>
                  <a:pt x="2065181" y="789201"/>
                </a:lnTo>
                <a:lnTo>
                  <a:pt x="2071357" y="785450"/>
                </a:lnTo>
                <a:lnTo>
                  <a:pt x="2077489" y="786835"/>
                </a:lnTo>
                <a:lnTo>
                  <a:pt x="2083623" y="788318"/>
                </a:lnTo>
                <a:lnTo>
                  <a:pt x="2087383" y="794494"/>
                </a:lnTo>
                <a:lnTo>
                  <a:pt x="2085900" y="800628"/>
                </a:lnTo>
                <a:lnTo>
                  <a:pt x="2084511" y="806765"/>
                </a:lnTo>
                <a:lnTo>
                  <a:pt x="2078340" y="810520"/>
                </a:lnTo>
                <a:lnTo>
                  <a:pt x="2072157" y="809082"/>
                </a:lnTo>
                <a:lnTo>
                  <a:pt x="2069910" y="808534"/>
                </a:lnTo>
                <a:lnTo>
                  <a:pt x="2067963" y="807330"/>
                </a:lnTo>
                <a:close/>
              </a:path>
              <a:path w="5142230" h="2300604">
                <a:moveTo>
                  <a:pt x="3214199" y="1780011"/>
                </a:moveTo>
                <a:lnTo>
                  <a:pt x="3210236" y="1775768"/>
                </a:lnTo>
                <a:lnTo>
                  <a:pt x="3208993" y="1772190"/>
                </a:lnTo>
                <a:lnTo>
                  <a:pt x="3209684" y="1768531"/>
                </a:lnTo>
                <a:lnTo>
                  <a:pt x="3210789" y="1762285"/>
                </a:lnTo>
                <a:lnTo>
                  <a:pt x="3216694" y="1758148"/>
                </a:lnTo>
                <a:lnTo>
                  <a:pt x="3222890" y="1759208"/>
                </a:lnTo>
                <a:lnTo>
                  <a:pt x="3229082" y="1760363"/>
                </a:lnTo>
                <a:lnTo>
                  <a:pt x="3233225" y="1766264"/>
                </a:lnTo>
                <a:lnTo>
                  <a:pt x="3232159" y="1772455"/>
                </a:lnTo>
                <a:lnTo>
                  <a:pt x="3231055" y="1778701"/>
                </a:lnTo>
                <a:lnTo>
                  <a:pt x="3225149" y="1782838"/>
                </a:lnTo>
                <a:lnTo>
                  <a:pt x="3216379" y="1781270"/>
                </a:lnTo>
                <a:lnTo>
                  <a:pt x="3214199" y="1780011"/>
                </a:lnTo>
                <a:close/>
              </a:path>
              <a:path w="5142230" h="2300604">
                <a:moveTo>
                  <a:pt x="2274610" y="858363"/>
                </a:moveTo>
                <a:lnTo>
                  <a:pt x="2270601" y="854072"/>
                </a:lnTo>
                <a:lnTo>
                  <a:pt x="2269466" y="850120"/>
                </a:lnTo>
                <a:lnTo>
                  <a:pt x="2272073" y="840106"/>
                </a:lnTo>
                <a:lnTo>
                  <a:pt x="2278157" y="836551"/>
                </a:lnTo>
                <a:lnTo>
                  <a:pt x="2278335" y="836448"/>
                </a:lnTo>
                <a:lnTo>
                  <a:pt x="2284415" y="837972"/>
                </a:lnTo>
                <a:lnTo>
                  <a:pt x="2290502" y="839600"/>
                </a:lnTo>
                <a:lnTo>
                  <a:pt x="2294160" y="845862"/>
                </a:lnTo>
                <a:lnTo>
                  <a:pt x="2292597" y="851716"/>
                </a:lnTo>
                <a:lnTo>
                  <a:pt x="2291007" y="858029"/>
                </a:lnTo>
                <a:lnTo>
                  <a:pt x="2284746" y="861687"/>
                </a:lnTo>
                <a:lnTo>
                  <a:pt x="2278781" y="860091"/>
                </a:lnTo>
                <a:lnTo>
                  <a:pt x="2276511" y="859518"/>
                </a:lnTo>
                <a:lnTo>
                  <a:pt x="2274610" y="858363"/>
                </a:lnTo>
                <a:close/>
              </a:path>
              <a:path w="5142230" h="2300604">
                <a:moveTo>
                  <a:pt x="2205859" y="840873"/>
                </a:moveTo>
                <a:lnTo>
                  <a:pt x="2201850" y="836582"/>
                </a:lnTo>
                <a:lnTo>
                  <a:pt x="2200662" y="832671"/>
                </a:lnTo>
                <a:lnTo>
                  <a:pt x="2203174" y="822653"/>
                </a:lnTo>
                <a:lnTo>
                  <a:pt x="2204816" y="821674"/>
                </a:lnTo>
                <a:lnTo>
                  <a:pt x="2209510" y="818977"/>
                </a:lnTo>
                <a:lnTo>
                  <a:pt x="2215476" y="820476"/>
                </a:lnTo>
                <a:lnTo>
                  <a:pt x="2221610" y="821959"/>
                </a:lnTo>
                <a:lnTo>
                  <a:pt x="2225316" y="828175"/>
                </a:lnTo>
                <a:lnTo>
                  <a:pt x="2223833" y="834309"/>
                </a:lnTo>
                <a:lnTo>
                  <a:pt x="2222304" y="840394"/>
                </a:lnTo>
                <a:lnTo>
                  <a:pt x="2216088" y="844101"/>
                </a:lnTo>
                <a:lnTo>
                  <a:pt x="2209954" y="842618"/>
                </a:lnTo>
                <a:lnTo>
                  <a:pt x="2207755" y="842024"/>
                </a:lnTo>
                <a:lnTo>
                  <a:pt x="2205859" y="840873"/>
                </a:lnTo>
                <a:close/>
              </a:path>
              <a:path w="5142230" h="2300604">
                <a:moveTo>
                  <a:pt x="2874965" y="1070847"/>
                </a:moveTo>
                <a:lnTo>
                  <a:pt x="2870870" y="1066463"/>
                </a:lnTo>
                <a:lnTo>
                  <a:pt x="2870061" y="1061101"/>
                </a:lnTo>
                <a:lnTo>
                  <a:pt x="2872475" y="1056746"/>
                </a:lnTo>
                <a:lnTo>
                  <a:pt x="2875497" y="1051183"/>
                </a:lnTo>
                <a:lnTo>
                  <a:pt x="2882459" y="1049154"/>
                </a:lnTo>
                <a:lnTo>
                  <a:pt x="2893489" y="1055195"/>
                </a:lnTo>
                <a:lnTo>
                  <a:pt x="2895567" y="1062111"/>
                </a:lnTo>
                <a:lnTo>
                  <a:pt x="2892500" y="1067625"/>
                </a:lnTo>
                <a:lnTo>
                  <a:pt x="2889478" y="1073187"/>
                </a:lnTo>
                <a:lnTo>
                  <a:pt x="2882512" y="1075211"/>
                </a:lnTo>
                <a:lnTo>
                  <a:pt x="2875936" y="1071593"/>
                </a:lnTo>
                <a:lnTo>
                  <a:pt x="2874965" y="1070847"/>
                </a:lnTo>
                <a:close/>
              </a:path>
              <a:path w="5142230" h="2300604">
                <a:moveTo>
                  <a:pt x="3199990" y="1849449"/>
                </a:moveTo>
                <a:lnTo>
                  <a:pt x="3195982" y="1845158"/>
                </a:lnTo>
                <a:lnTo>
                  <a:pt x="3194835" y="1841390"/>
                </a:lnTo>
                <a:lnTo>
                  <a:pt x="3197106" y="1831407"/>
                </a:lnTo>
                <a:lnTo>
                  <a:pt x="3203190" y="1827558"/>
                </a:lnTo>
                <a:lnTo>
                  <a:pt x="3215465" y="1830337"/>
                </a:lnTo>
                <a:lnTo>
                  <a:pt x="3219318" y="1836416"/>
                </a:lnTo>
                <a:lnTo>
                  <a:pt x="3217929" y="1842553"/>
                </a:lnTo>
                <a:lnTo>
                  <a:pt x="3216585" y="1848739"/>
                </a:lnTo>
                <a:lnTo>
                  <a:pt x="3210411" y="1852589"/>
                </a:lnTo>
                <a:lnTo>
                  <a:pt x="3201978" y="1850697"/>
                </a:lnTo>
                <a:lnTo>
                  <a:pt x="3199990" y="1849449"/>
                </a:lnTo>
                <a:close/>
              </a:path>
              <a:path w="5142230" h="2300604">
                <a:moveTo>
                  <a:pt x="3229799" y="1639437"/>
                </a:moveTo>
                <a:lnTo>
                  <a:pt x="3225836" y="1635195"/>
                </a:lnTo>
                <a:lnTo>
                  <a:pt x="3224617" y="1632228"/>
                </a:lnTo>
                <a:lnTo>
                  <a:pt x="3224767" y="1629163"/>
                </a:lnTo>
                <a:lnTo>
                  <a:pt x="3224982" y="1622844"/>
                </a:lnTo>
                <a:lnTo>
                  <a:pt x="3230293" y="1617972"/>
                </a:lnTo>
                <a:lnTo>
                  <a:pt x="3236468" y="1618131"/>
                </a:lnTo>
                <a:lnTo>
                  <a:pt x="3242881" y="1618350"/>
                </a:lnTo>
                <a:lnTo>
                  <a:pt x="3247755" y="1623567"/>
                </a:lnTo>
                <a:lnTo>
                  <a:pt x="3247330" y="1636209"/>
                </a:lnTo>
                <a:lnTo>
                  <a:pt x="3242063" y="1641129"/>
                </a:lnTo>
                <a:lnTo>
                  <a:pt x="3235790" y="1640963"/>
                </a:lnTo>
                <a:lnTo>
                  <a:pt x="3232632" y="1640808"/>
                </a:lnTo>
                <a:lnTo>
                  <a:pt x="3229799" y="1639437"/>
                </a:lnTo>
                <a:close/>
              </a:path>
              <a:path w="5142230" h="2300604">
                <a:moveTo>
                  <a:pt x="2936607" y="1107314"/>
                </a:moveTo>
                <a:lnTo>
                  <a:pt x="2931763" y="1102128"/>
                </a:lnTo>
                <a:lnTo>
                  <a:pt x="2931124" y="1096557"/>
                </a:lnTo>
                <a:lnTo>
                  <a:pt x="2937098" y="1087117"/>
                </a:lnTo>
                <a:lnTo>
                  <a:pt x="2937355" y="1086709"/>
                </a:lnTo>
                <a:lnTo>
                  <a:pt x="2944395" y="1085154"/>
                </a:lnTo>
                <a:lnTo>
                  <a:pt x="2949707" y="1088593"/>
                </a:lnTo>
                <a:lnTo>
                  <a:pt x="2955073" y="1091990"/>
                </a:lnTo>
                <a:lnTo>
                  <a:pt x="2956627" y="1099030"/>
                </a:lnTo>
                <a:lnTo>
                  <a:pt x="2953446" y="1103934"/>
                </a:lnTo>
                <a:lnTo>
                  <a:pt x="2950061" y="1109302"/>
                </a:lnTo>
                <a:lnTo>
                  <a:pt x="2949840" y="1109653"/>
                </a:lnTo>
                <a:lnTo>
                  <a:pt x="2942805" y="1111212"/>
                </a:lnTo>
                <a:lnTo>
                  <a:pt x="2937444" y="1107819"/>
                </a:lnTo>
                <a:lnTo>
                  <a:pt x="2936607" y="1107314"/>
                </a:lnTo>
                <a:close/>
              </a:path>
              <a:path w="5142230" h="2300604">
                <a:moveTo>
                  <a:pt x="2136895" y="823938"/>
                </a:moveTo>
                <a:lnTo>
                  <a:pt x="2132887" y="819647"/>
                </a:lnTo>
                <a:lnTo>
                  <a:pt x="2132506" y="818360"/>
                </a:lnTo>
                <a:lnTo>
                  <a:pt x="2131763" y="815707"/>
                </a:lnTo>
                <a:lnTo>
                  <a:pt x="2134162" y="805764"/>
                </a:lnTo>
                <a:lnTo>
                  <a:pt x="2140333" y="802008"/>
                </a:lnTo>
                <a:lnTo>
                  <a:pt x="2152601" y="804975"/>
                </a:lnTo>
                <a:lnTo>
                  <a:pt x="2156356" y="811146"/>
                </a:lnTo>
                <a:lnTo>
                  <a:pt x="2153385" y="823409"/>
                </a:lnTo>
                <a:lnTo>
                  <a:pt x="2147219" y="827169"/>
                </a:lnTo>
                <a:lnTo>
                  <a:pt x="2141035" y="825632"/>
                </a:lnTo>
                <a:lnTo>
                  <a:pt x="2138837" y="825137"/>
                </a:lnTo>
                <a:lnTo>
                  <a:pt x="2136895" y="823938"/>
                </a:lnTo>
                <a:close/>
              </a:path>
              <a:path w="5142230" h="2300604">
                <a:moveTo>
                  <a:pt x="2747167" y="1009992"/>
                </a:moveTo>
                <a:lnTo>
                  <a:pt x="2743109" y="1005647"/>
                </a:lnTo>
                <a:lnTo>
                  <a:pt x="2742138" y="1000893"/>
                </a:lnTo>
                <a:lnTo>
                  <a:pt x="2743889" y="996610"/>
                </a:lnTo>
                <a:lnTo>
                  <a:pt x="2746400" y="990794"/>
                </a:lnTo>
                <a:lnTo>
                  <a:pt x="2753056" y="988046"/>
                </a:lnTo>
                <a:lnTo>
                  <a:pt x="2759021" y="990619"/>
                </a:lnTo>
                <a:lnTo>
                  <a:pt x="2764695" y="992979"/>
                </a:lnTo>
                <a:lnTo>
                  <a:pt x="2767442" y="999635"/>
                </a:lnTo>
                <a:lnTo>
                  <a:pt x="2762514" y="1011269"/>
                </a:lnTo>
                <a:lnTo>
                  <a:pt x="2755854" y="1014012"/>
                </a:lnTo>
                <a:lnTo>
                  <a:pt x="2748500" y="1010929"/>
                </a:lnTo>
                <a:lnTo>
                  <a:pt x="2747167" y="1009992"/>
                </a:lnTo>
                <a:close/>
              </a:path>
              <a:path w="5142230" h="2300604">
                <a:moveTo>
                  <a:pt x="1723343" y="722571"/>
                </a:moveTo>
                <a:lnTo>
                  <a:pt x="1719335" y="718280"/>
                </a:lnTo>
                <a:lnTo>
                  <a:pt x="1718145" y="714269"/>
                </a:lnTo>
                <a:lnTo>
                  <a:pt x="1719182" y="710296"/>
                </a:lnTo>
                <a:lnTo>
                  <a:pt x="1720805" y="704214"/>
                </a:lnTo>
                <a:lnTo>
                  <a:pt x="1726825" y="700786"/>
                </a:lnTo>
                <a:lnTo>
                  <a:pt x="1727063" y="700651"/>
                </a:lnTo>
                <a:lnTo>
                  <a:pt x="1733145" y="702274"/>
                </a:lnTo>
                <a:lnTo>
                  <a:pt x="1739272" y="703847"/>
                </a:lnTo>
                <a:lnTo>
                  <a:pt x="1742840" y="710110"/>
                </a:lnTo>
                <a:lnTo>
                  <a:pt x="1741217" y="716192"/>
                </a:lnTo>
                <a:lnTo>
                  <a:pt x="1739642" y="722229"/>
                </a:lnTo>
                <a:lnTo>
                  <a:pt x="1733617" y="725749"/>
                </a:lnTo>
                <a:lnTo>
                  <a:pt x="1733380" y="725887"/>
                </a:lnTo>
                <a:lnTo>
                  <a:pt x="1727298" y="724263"/>
                </a:lnTo>
                <a:lnTo>
                  <a:pt x="1725141" y="723713"/>
                </a:lnTo>
                <a:lnTo>
                  <a:pt x="1723343" y="722571"/>
                </a:lnTo>
                <a:close/>
              </a:path>
              <a:path w="5142230" h="2300604">
                <a:moveTo>
                  <a:pt x="2811897" y="1038817"/>
                </a:moveTo>
                <a:lnTo>
                  <a:pt x="2807802" y="1034433"/>
                </a:lnTo>
                <a:lnTo>
                  <a:pt x="2806882" y="1029440"/>
                </a:lnTo>
                <a:lnTo>
                  <a:pt x="2808969" y="1025125"/>
                </a:lnTo>
                <a:lnTo>
                  <a:pt x="2811666" y="1019410"/>
                </a:lnTo>
                <a:lnTo>
                  <a:pt x="2818452" y="1016997"/>
                </a:lnTo>
                <a:lnTo>
                  <a:pt x="2829877" y="1022386"/>
                </a:lnTo>
                <a:lnTo>
                  <a:pt x="2832294" y="1029177"/>
                </a:lnTo>
                <a:lnTo>
                  <a:pt x="2829593" y="1034887"/>
                </a:lnTo>
                <a:lnTo>
                  <a:pt x="2826855" y="1040558"/>
                </a:lnTo>
                <a:lnTo>
                  <a:pt x="2820065" y="1042966"/>
                </a:lnTo>
                <a:lnTo>
                  <a:pt x="2813049" y="1039658"/>
                </a:lnTo>
                <a:lnTo>
                  <a:pt x="2811897" y="1038817"/>
                </a:lnTo>
                <a:close/>
              </a:path>
              <a:path w="5142230" h="2300604">
                <a:moveTo>
                  <a:pt x="1860945" y="757658"/>
                </a:moveTo>
                <a:lnTo>
                  <a:pt x="1856932" y="753362"/>
                </a:lnTo>
                <a:lnTo>
                  <a:pt x="1855842" y="749458"/>
                </a:lnTo>
                <a:lnTo>
                  <a:pt x="1858261" y="739438"/>
                </a:lnTo>
                <a:lnTo>
                  <a:pt x="1864477" y="735731"/>
                </a:lnTo>
                <a:lnTo>
                  <a:pt x="1870611" y="737214"/>
                </a:lnTo>
                <a:lnTo>
                  <a:pt x="1876696" y="738743"/>
                </a:lnTo>
                <a:lnTo>
                  <a:pt x="1880447" y="744909"/>
                </a:lnTo>
                <a:lnTo>
                  <a:pt x="1878923" y="750999"/>
                </a:lnTo>
                <a:lnTo>
                  <a:pt x="1877439" y="757133"/>
                </a:lnTo>
                <a:lnTo>
                  <a:pt x="1871264" y="760884"/>
                </a:lnTo>
                <a:lnTo>
                  <a:pt x="1862887" y="758857"/>
                </a:lnTo>
                <a:lnTo>
                  <a:pt x="1860945" y="757658"/>
                </a:lnTo>
                <a:close/>
              </a:path>
              <a:path w="5142230" h="2300604">
                <a:moveTo>
                  <a:pt x="3204200" y="1430225"/>
                </a:moveTo>
                <a:lnTo>
                  <a:pt x="3200191" y="1425934"/>
                </a:lnTo>
                <a:lnTo>
                  <a:pt x="3199345" y="1424441"/>
                </a:lnTo>
                <a:lnTo>
                  <a:pt x="3198838" y="1422824"/>
                </a:lnTo>
                <a:lnTo>
                  <a:pt x="3196871" y="1416808"/>
                </a:lnTo>
                <a:lnTo>
                  <a:pt x="3200201" y="1410402"/>
                </a:lnTo>
                <a:lnTo>
                  <a:pt x="3206172" y="1408486"/>
                </a:lnTo>
                <a:lnTo>
                  <a:pt x="3211907" y="1406610"/>
                </a:lnTo>
                <a:lnTo>
                  <a:pt x="3212187" y="1406519"/>
                </a:lnTo>
                <a:lnTo>
                  <a:pt x="3218589" y="1409852"/>
                </a:lnTo>
                <a:lnTo>
                  <a:pt x="3222477" y="1421834"/>
                </a:lnTo>
                <a:lnTo>
                  <a:pt x="3219189" y="1428285"/>
                </a:lnTo>
                <a:lnTo>
                  <a:pt x="3208828" y="1431562"/>
                </a:lnTo>
                <a:lnTo>
                  <a:pt x="3204200" y="1430225"/>
                </a:lnTo>
                <a:close/>
              </a:path>
              <a:path w="5142230" h="2300604">
                <a:moveTo>
                  <a:pt x="3220942" y="1498682"/>
                </a:moveTo>
                <a:lnTo>
                  <a:pt x="3216979" y="1494440"/>
                </a:lnTo>
                <a:lnTo>
                  <a:pt x="3215915" y="1492421"/>
                </a:lnTo>
                <a:lnTo>
                  <a:pt x="3215571" y="1490195"/>
                </a:lnTo>
                <a:lnTo>
                  <a:pt x="3214459" y="1484020"/>
                </a:lnTo>
                <a:lnTo>
                  <a:pt x="3218575" y="1478065"/>
                </a:lnTo>
                <a:lnTo>
                  <a:pt x="3230930" y="1475847"/>
                </a:lnTo>
                <a:lnTo>
                  <a:pt x="3236875" y="1479963"/>
                </a:lnTo>
                <a:lnTo>
                  <a:pt x="3239144" y="1492362"/>
                </a:lnTo>
                <a:lnTo>
                  <a:pt x="3234982" y="1498268"/>
                </a:lnTo>
                <a:lnTo>
                  <a:pt x="3228803" y="1499374"/>
                </a:lnTo>
                <a:lnTo>
                  <a:pt x="3224863" y="1500142"/>
                </a:lnTo>
                <a:lnTo>
                  <a:pt x="3220942" y="1498682"/>
                </a:lnTo>
                <a:close/>
              </a:path>
              <a:path w="5142230" h="2300604">
                <a:moveTo>
                  <a:pt x="1792086" y="740443"/>
                </a:moveTo>
                <a:lnTo>
                  <a:pt x="1788077" y="736152"/>
                </a:lnTo>
                <a:lnTo>
                  <a:pt x="1786933" y="732190"/>
                </a:lnTo>
                <a:lnTo>
                  <a:pt x="1789450" y="722177"/>
                </a:lnTo>
                <a:lnTo>
                  <a:pt x="1795666" y="718471"/>
                </a:lnTo>
                <a:lnTo>
                  <a:pt x="1807878" y="721572"/>
                </a:lnTo>
                <a:lnTo>
                  <a:pt x="1811584" y="727789"/>
                </a:lnTo>
                <a:lnTo>
                  <a:pt x="1810031" y="733848"/>
                </a:lnTo>
                <a:lnTo>
                  <a:pt x="1808482" y="740009"/>
                </a:lnTo>
                <a:lnTo>
                  <a:pt x="1802266" y="743716"/>
                </a:lnTo>
                <a:lnTo>
                  <a:pt x="1796296" y="742212"/>
                </a:lnTo>
                <a:lnTo>
                  <a:pt x="1793978" y="741588"/>
                </a:lnTo>
                <a:lnTo>
                  <a:pt x="1792086" y="740443"/>
                </a:lnTo>
                <a:close/>
              </a:path>
              <a:path w="5142230" h="2300604">
                <a:moveTo>
                  <a:pt x="3224516" y="1709925"/>
                </a:moveTo>
                <a:lnTo>
                  <a:pt x="3220553" y="1705683"/>
                </a:lnTo>
                <a:lnTo>
                  <a:pt x="3219346" y="1702436"/>
                </a:lnTo>
                <a:lnTo>
                  <a:pt x="3219699" y="1699002"/>
                </a:lnTo>
                <a:lnTo>
                  <a:pt x="3220431" y="1692748"/>
                </a:lnTo>
                <a:lnTo>
                  <a:pt x="3226062" y="1688219"/>
                </a:lnTo>
                <a:lnTo>
                  <a:pt x="3232311" y="1688946"/>
                </a:lnTo>
                <a:lnTo>
                  <a:pt x="3238568" y="1689584"/>
                </a:lnTo>
                <a:lnTo>
                  <a:pt x="3243098" y="1695214"/>
                </a:lnTo>
                <a:lnTo>
                  <a:pt x="3242411" y="1701517"/>
                </a:lnTo>
                <a:lnTo>
                  <a:pt x="3241683" y="1707776"/>
                </a:lnTo>
                <a:lnTo>
                  <a:pt x="3236053" y="1712305"/>
                </a:lnTo>
                <a:lnTo>
                  <a:pt x="3226976" y="1711288"/>
                </a:lnTo>
                <a:lnTo>
                  <a:pt x="3224516" y="1709925"/>
                </a:lnTo>
                <a:close/>
              </a:path>
              <a:path w="5142230" h="2300604">
                <a:moveTo>
                  <a:pt x="2994447" y="1147433"/>
                </a:moveTo>
                <a:lnTo>
                  <a:pt x="2989796" y="1142454"/>
                </a:lnTo>
                <a:lnTo>
                  <a:pt x="2989345" y="1136302"/>
                </a:lnTo>
                <a:lnTo>
                  <a:pt x="2992807" y="1131798"/>
                </a:lnTo>
                <a:lnTo>
                  <a:pt x="2996613" y="1126781"/>
                </a:lnTo>
                <a:lnTo>
                  <a:pt x="3003728" y="1125796"/>
                </a:lnTo>
                <a:lnTo>
                  <a:pt x="3013756" y="1133403"/>
                </a:lnTo>
                <a:lnTo>
                  <a:pt x="3014792" y="1140572"/>
                </a:lnTo>
                <a:lnTo>
                  <a:pt x="3007131" y="1150650"/>
                </a:lnTo>
                <a:lnTo>
                  <a:pt x="2999966" y="1151581"/>
                </a:lnTo>
                <a:lnTo>
                  <a:pt x="2994954" y="1147780"/>
                </a:lnTo>
                <a:lnTo>
                  <a:pt x="2994447" y="1147433"/>
                </a:lnTo>
                <a:close/>
              </a:path>
              <a:path w="5142230" h="2300604">
                <a:moveTo>
                  <a:pt x="3229088" y="1568787"/>
                </a:moveTo>
                <a:lnTo>
                  <a:pt x="3225075" y="1564491"/>
                </a:lnTo>
                <a:lnTo>
                  <a:pt x="3223930" y="1562092"/>
                </a:lnTo>
                <a:lnTo>
                  <a:pt x="3223793" y="1559306"/>
                </a:lnTo>
                <a:lnTo>
                  <a:pt x="3223394" y="1553014"/>
                </a:lnTo>
                <a:lnTo>
                  <a:pt x="3228155" y="1547653"/>
                </a:lnTo>
                <a:lnTo>
                  <a:pt x="3240736" y="1546849"/>
                </a:lnTo>
                <a:lnTo>
                  <a:pt x="3246143" y="1551659"/>
                </a:lnTo>
                <a:lnTo>
                  <a:pt x="3246896" y="1564195"/>
                </a:lnTo>
                <a:lnTo>
                  <a:pt x="3242185" y="1569610"/>
                </a:lnTo>
                <a:lnTo>
                  <a:pt x="3235842" y="1569956"/>
                </a:lnTo>
                <a:lnTo>
                  <a:pt x="3232340" y="1570215"/>
                </a:lnTo>
                <a:lnTo>
                  <a:pt x="3229088" y="1568787"/>
                </a:lnTo>
                <a:close/>
              </a:path>
              <a:path w="5142230" h="2300604">
                <a:moveTo>
                  <a:pt x="1384075" y="616367"/>
                </a:moveTo>
                <a:lnTo>
                  <a:pt x="1380066" y="612077"/>
                </a:lnTo>
                <a:lnTo>
                  <a:pt x="1378994" y="607508"/>
                </a:lnTo>
                <a:lnTo>
                  <a:pt x="1382785" y="597393"/>
                </a:lnTo>
                <a:lnTo>
                  <a:pt x="1389353" y="594453"/>
                </a:lnTo>
                <a:lnTo>
                  <a:pt x="1401146" y="598867"/>
                </a:lnTo>
                <a:lnTo>
                  <a:pt x="1404176" y="605433"/>
                </a:lnTo>
                <a:lnTo>
                  <a:pt x="1399717" y="617278"/>
                </a:lnTo>
                <a:lnTo>
                  <a:pt x="1393149" y="620217"/>
                </a:lnTo>
                <a:lnTo>
                  <a:pt x="1385551" y="617362"/>
                </a:lnTo>
                <a:lnTo>
                  <a:pt x="1384075" y="616367"/>
                </a:lnTo>
                <a:close/>
              </a:path>
              <a:path w="5142230" h="2300604">
                <a:moveTo>
                  <a:pt x="2343148" y="876700"/>
                </a:moveTo>
                <a:lnTo>
                  <a:pt x="2339144" y="872414"/>
                </a:lnTo>
                <a:lnTo>
                  <a:pt x="2338002" y="868358"/>
                </a:lnTo>
                <a:lnTo>
                  <a:pt x="2339134" y="864388"/>
                </a:lnTo>
                <a:lnTo>
                  <a:pt x="2340806" y="858261"/>
                </a:lnTo>
                <a:lnTo>
                  <a:pt x="2346685" y="854975"/>
                </a:lnTo>
                <a:lnTo>
                  <a:pt x="2347105" y="854741"/>
                </a:lnTo>
                <a:lnTo>
                  <a:pt x="2359271" y="858086"/>
                </a:lnTo>
                <a:lnTo>
                  <a:pt x="2362834" y="864345"/>
                </a:lnTo>
                <a:lnTo>
                  <a:pt x="2361117" y="870424"/>
                </a:lnTo>
                <a:lnTo>
                  <a:pt x="2359445" y="876551"/>
                </a:lnTo>
                <a:lnTo>
                  <a:pt x="2353603" y="879878"/>
                </a:lnTo>
                <a:lnTo>
                  <a:pt x="2353186" y="880115"/>
                </a:lnTo>
                <a:lnTo>
                  <a:pt x="2344998" y="877802"/>
                </a:lnTo>
                <a:lnTo>
                  <a:pt x="2343148" y="876700"/>
                </a:lnTo>
                <a:close/>
              </a:path>
              <a:path w="5142230" h="2300604">
                <a:moveTo>
                  <a:pt x="1252458" y="562176"/>
                </a:moveTo>
                <a:lnTo>
                  <a:pt x="1248404" y="557836"/>
                </a:lnTo>
                <a:lnTo>
                  <a:pt x="1247484" y="552942"/>
                </a:lnTo>
                <a:lnTo>
                  <a:pt x="1249427" y="548571"/>
                </a:lnTo>
                <a:lnTo>
                  <a:pt x="1252025" y="542848"/>
                </a:lnTo>
                <a:lnTo>
                  <a:pt x="1258773" y="540297"/>
                </a:lnTo>
                <a:lnTo>
                  <a:pt x="1264491" y="542899"/>
                </a:lnTo>
                <a:lnTo>
                  <a:pt x="1270258" y="545456"/>
                </a:lnTo>
                <a:lnTo>
                  <a:pt x="1272814" y="552199"/>
                </a:lnTo>
                <a:lnTo>
                  <a:pt x="1270257" y="557966"/>
                </a:lnTo>
                <a:lnTo>
                  <a:pt x="1267606" y="563730"/>
                </a:lnTo>
                <a:lnTo>
                  <a:pt x="1260863" y="566286"/>
                </a:lnTo>
                <a:lnTo>
                  <a:pt x="1253703" y="563021"/>
                </a:lnTo>
                <a:lnTo>
                  <a:pt x="1252458" y="562176"/>
                </a:lnTo>
                <a:close/>
              </a:path>
              <a:path w="5142230" h="2300604">
                <a:moveTo>
                  <a:pt x="2614564" y="959826"/>
                </a:moveTo>
                <a:lnTo>
                  <a:pt x="2610510" y="955487"/>
                </a:lnTo>
                <a:lnTo>
                  <a:pt x="2609431" y="951107"/>
                </a:lnTo>
                <a:lnTo>
                  <a:pt x="2610843" y="946948"/>
                </a:lnTo>
                <a:lnTo>
                  <a:pt x="2612890" y="941027"/>
                </a:lnTo>
                <a:lnTo>
                  <a:pt x="2619414" y="937845"/>
                </a:lnTo>
                <a:lnTo>
                  <a:pt x="2631312" y="941980"/>
                </a:lnTo>
                <a:lnTo>
                  <a:pt x="2634497" y="948419"/>
                </a:lnTo>
                <a:lnTo>
                  <a:pt x="2632405" y="954391"/>
                </a:lnTo>
                <a:lnTo>
                  <a:pt x="2630403" y="960361"/>
                </a:lnTo>
                <a:lnTo>
                  <a:pt x="2623879" y="963543"/>
                </a:lnTo>
                <a:lnTo>
                  <a:pt x="2617907" y="961451"/>
                </a:lnTo>
                <a:lnTo>
                  <a:pt x="2616086" y="960870"/>
                </a:lnTo>
                <a:lnTo>
                  <a:pt x="2614564" y="959826"/>
                </a:lnTo>
                <a:close/>
              </a:path>
              <a:path w="5142230" h="2300604">
                <a:moveTo>
                  <a:pt x="2547201" y="937469"/>
                </a:moveTo>
                <a:lnTo>
                  <a:pt x="2543193" y="933179"/>
                </a:lnTo>
                <a:lnTo>
                  <a:pt x="2542062" y="928938"/>
                </a:lnTo>
                <a:lnTo>
                  <a:pt x="2545328" y="918848"/>
                </a:lnTo>
                <a:lnTo>
                  <a:pt x="2551720" y="915524"/>
                </a:lnTo>
                <a:lnTo>
                  <a:pt x="2563726" y="919384"/>
                </a:lnTo>
                <a:lnTo>
                  <a:pt x="2567049" y="925776"/>
                </a:lnTo>
                <a:lnTo>
                  <a:pt x="2565098" y="931800"/>
                </a:lnTo>
                <a:lnTo>
                  <a:pt x="2563195" y="937778"/>
                </a:lnTo>
                <a:lnTo>
                  <a:pt x="2556803" y="941101"/>
                </a:lnTo>
                <a:lnTo>
                  <a:pt x="2550774" y="939144"/>
                </a:lnTo>
                <a:lnTo>
                  <a:pt x="2548863" y="938565"/>
                </a:lnTo>
                <a:lnTo>
                  <a:pt x="2547201" y="937469"/>
                </a:lnTo>
                <a:close/>
              </a:path>
              <a:path w="5142230" h="2300604">
                <a:moveTo>
                  <a:pt x="2681347" y="983811"/>
                </a:moveTo>
                <a:lnTo>
                  <a:pt x="2677297" y="979477"/>
                </a:lnTo>
                <a:lnTo>
                  <a:pt x="2676221" y="974903"/>
                </a:lnTo>
                <a:lnTo>
                  <a:pt x="2677825" y="970756"/>
                </a:lnTo>
                <a:lnTo>
                  <a:pt x="2680061" y="964841"/>
                </a:lnTo>
                <a:lnTo>
                  <a:pt x="2686579" y="961848"/>
                </a:lnTo>
                <a:lnTo>
                  <a:pt x="2698423" y="966316"/>
                </a:lnTo>
                <a:lnTo>
                  <a:pt x="2701362" y="972884"/>
                </a:lnTo>
                <a:lnTo>
                  <a:pt x="2699131" y="978803"/>
                </a:lnTo>
                <a:lnTo>
                  <a:pt x="2696948" y="984678"/>
                </a:lnTo>
                <a:lnTo>
                  <a:pt x="2690327" y="987658"/>
                </a:lnTo>
                <a:lnTo>
                  <a:pt x="2684453" y="985475"/>
                </a:lnTo>
                <a:lnTo>
                  <a:pt x="2682729" y="984803"/>
                </a:lnTo>
                <a:lnTo>
                  <a:pt x="2681347" y="983811"/>
                </a:lnTo>
                <a:close/>
              </a:path>
              <a:path w="5142230" h="2300604">
                <a:moveTo>
                  <a:pt x="3048517" y="1192607"/>
                </a:moveTo>
                <a:lnTo>
                  <a:pt x="3043917" y="1187682"/>
                </a:lnTo>
                <a:lnTo>
                  <a:pt x="3043816" y="1180928"/>
                </a:lnTo>
                <a:lnTo>
                  <a:pt x="3052204" y="1171823"/>
                </a:lnTo>
                <a:lnTo>
                  <a:pt x="3059436" y="1171550"/>
                </a:lnTo>
                <a:lnTo>
                  <a:pt x="3064006" y="1175855"/>
                </a:lnTo>
                <a:lnTo>
                  <a:pt x="3068633" y="1180125"/>
                </a:lnTo>
                <a:lnTo>
                  <a:pt x="3068907" y="1187357"/>
                </a:lnTo>
                <a:lnTo>
                  <a:pt x="3060377" y="1196603"/>
                </a:lnTo>
                <a:lnTo>
                  <a:pt x="3053145" y="1196876"/>
                </a:lnTo>
                <a:lnTo>
                  <a:pt x="3048517" y="1192607"/>
                </a:lnTo>
                <a:close/>
              </a:path>
              <a:path w="5142230" h="2300604">
                <a:moveTo>
                  <a:pt x="2411466" y="896073"/>
                </a:moveTo>
                <a:lnTo>
                  <a:pt x="2407453" y="891777"/>
                </a:lnTo>
                <a:lnTo>
                  <a:pt x="2406324" y="887636"/>
                </a:lnTo>
                <a:lnTo>
                  <a:pt x="2409263" y="877586"/>
                </a:lnTo>
                <a:lnTo>
                  <a:pt x="2415612" y="874120"/>
                </a:lnTo>
                <a:lnTo>
                  <a:pt x="2427668" y="877641"/>
                </a:lnTo>
                <a:lnTo>
                  <a:pt x="2431139" y="883996"/>
                </a:lnTo>
                <a:lnTo>
                  <a:pt x="2429376" y="890026"/>
                </a:lnTo>
                <a:lnTo>
                  <a:pt x="2427564" y="896102"/>
                </a:lnTo>
                <a:lnTo>
                  <a:pt x="2421214" y="899568"/>
                </a:lnTo>
                <a:lnTo>
                  <a:pt x="2413174" y="897217"/>
                </a:lnTo>
                <a:lnTo>
                  <a:pt x="2411466" y="896073"/>
                </a:lnTo>
                <a:close/>
              </a:path>
              <a:path w="5142230" h="2300604">
                <a:moveTo>
                  <a:pt x="1317829" y="590319"/>
                </a:moveTo>
                <a:lnTo>
                  <a:pt x="1313821" y="586028"/>
                </a:lnTo>
                <a:lnTo>
                  <a:pt x="1312801" y="581320"/>
                </a:lnTo>
                <a:lnTo>
                  <a:pt x="1316964" y="571212"/>
                </a:lnTo>
                <a:lnTo>
                  <a:pt x="1323579" y="568421"/>
                </a:lnTo>
                <a:lnTo>
                  <a:pt x="1329591" y="570849"/>
                </a:lnTo>
                <a:lnTo>
                  <a:pt x="1335265" y="573209"/>
                </a:lnTo>
                <a:lnTo>
                  <a:pt x="1338013" y="579864"/>
                </a:lnTo>
                <a:lnTo>
                  <a:pt x="1335686" y="585682"/>
                </a:lnTo>
                <a:lnTo>
                  <a:pt x="1333274" y="591506"/>
                </a:lnTo>
                <a:lnTo>
                  <a:pt x="1326569" y="594299"/>
                </a:lnTo>
                <a:lnTo>
                  <a:pt x="1320796" y="591931"/>
                </a:lnTo>
                <a:lnTo>
                  <a:pt x="1319212" y="591310"/>
                </a:lnTo>
                <a:lnTo>
                  <a:pt x="1317829" y="590319"/>
                </a:lnTo>
                <a:close/>
              </a:path>
              <a:path w="5142230" h="2300604">
                <a:moveTo>
                  <a:pt x="2479461" y="916369"/>
                </a:moveTo>
                <a:lnTo>
                  <a:pt x="2475457" y="912083"/>
                </a:lnTo>
                <a:lnTo>
                  <a:pt x="2474319" y="907933"/>
                </a:lnTo>
                <a:lnTo>
                  <a:pt x="2477400" y="897840"/>
                </a:lnTo>
                <a:lnTo>
                  <a:pt x="2483747" y="894468"/>
                </a:lnTo>
                <a:lnTo>
                  <a:pt x="2489781" y="896237"/>
                </a:lnTo>
                <a:lnTo>
                  <a:pt x="2495804" y="898089"/>
                </a:lnTo>
                <a:lnTo>
                  <a:pt x="2499221" y="904484"/>
                </a:lnTo>
                <a:lnTo>
                  <a:pt x="2495511" y="916543"/>
                </a:lnTo>
                <a:lnTo>
                  <a:pt x="2489160" y="919910"/>
                </a:lnTo>
                <a:lnTo>
                  <a:pt x="2483134" y="918152"/>
                </a:lnTo>
                <a:lnTo>
                  <a:pt x="2481168" y="917513"/>
                </a:lnTo>
                <a:lnTo>
                  <a:pt x="2479461" y="916369"/>
                </a:lnTo>
                <a:close/>
              </a:path>
              <a:path w="5142230" h="2300604">
                <a:moveTo>
                  <a:pt x="3351748" y="1389454"/>
                </a:moveTo>
                <a:lnTo>
                  <a:pt x="3347881" y="1385314"/>
                </a:lnTo>
                <a:lnTo>
                  <a:pt x="3346943" y="1383625"/>
                </a:lnTo>
                <a:lnTo>
                  <a:pt x="3346497" y="1381584"/>
                </a:lnTo>
                <a:lnTo>
                  <a:pt x="3345139" y="1375731"/>
                </a:lnTo>
                <a:lnTo>
                  <a:pt x="3348834" y="1369814"/>
                </a:lnTo>
                <a:lnTo>
                  <a:pt x="3354827" y="1368508"/>
                </a:lnTo>
                <a:lnTo>
                  <a:pt x="3360680" y="1367149"/>
                </a:lnTo>
                <a:lnTo>
                  <a:pt x="3366597" y="1370844"/>
                </a:lnTo>
                <a:lnTo>
                  <a:pt x="3369262" y="1382690"/>
                </a:lnTo>
                <a:lnTo>
                  <a:pt x="3365567" y="1388607"/>
                </a:lnTo>
                <a:lnTo>
                  <a:pt x="3355672" y="1390819"/>
                </a:lnTo>
                <a:lnTo>
                  <a:pt x="3351748" y="1389454"/>
                </a:lnTo>
                <a:close/>
              </a:path>
              <a:path w="5142230" h="2300604">
                <a:moveTo>
                  <a:pt x="2461083" y="779596"/>
                </a:moveTo>
                <a:lnTo>
                  <a:pt x="2457206" y="775447"/>
                </a:lnTo>
                <a:lnTo>
                  <a:pt x="2456162" y="771592"/>
                </a:lnTo>
                <a:lnTo>
                  <a:pt x="2457188" y="767803"/>
                </a:lnTo>
                <a:lnTo>
                  <a:pt x="2458706" y="761901"/>
                </a:lnTo>
                <a:lnTo>
                  <a:pt x="2464777" y="758430"/>
                </a:lnTo>
                <a:lnTo>
                  <a:pt x="2476473" y="761567"/>
                </a:lnTo>
                <a:lnTo>
                  <a:pt x="2479949" y="767633"/>
                </a:lnTo>
                <a:lnTo>
                  <a:pt x="2476812" y="779329"/>
                </a:lnTo>
                <a:lnTo>
                  <a:pt x="2471039" y="782630"/>
                </a:lnTo>
                <a:lnTo>
                  <a:pt x="2470741" y="782800"/>
                </a:lnTo>
                <a:lnTo>
                  <a:pt x="2462835" y="780690"/>
                </a:lnTo>
                <a:lnTo>
                  <a:pt x="2461083" y="779596"/>
                </a:lnTo>
                <a:close/>
              </a:path>
              <a:path w="5142230" h="2300604">
                <a:moveTo>
                  <a:pt x="3320309" y="1880501"/>
                </a:moveTo>
                <a:lnTo>
                  <a:pt x="3316483" y="1876405"/>
                </a:lnTo>
                <a:lnTo>
                  <a:pt x="3315326" y="1872821"/>
                </a:lnTo>
                <a:lnTo>
                  <a:pt x="3316067" y="1869215"/>
                </a:lnTo>
                <a:lnTo>
                  <a:pt x="3317212" y="1863306"/>
                </a:lnTo>
                <a:lnTo>
                  <a:pt x="3323009" y="1859443"/>
                </a:lnTo>
                <a:lnTo>
                  <a:pt x="3334919" y="1861831"/>
                </a:lnTo>
                <a:lnTo>
                  <a:pt x="3338777" y="1867623"/>
                </a:lnTo>
                <a:lnTo>
                  <a:pt x="3336393" y="1879538"/>
                </a:lnTo>
                <a:lnTo>
                  <a:pt x="3330645" y="1883355"/>
                </a:lnTo>
                <a:lnTo>
                  <a:pt x="3322346" y="1881704"/>
                </a:lnTo>
                <a:lnTo>
                  <a:pt x="3320309" y="1880501"/>
                </a:lnTo>
                <a:close/>
              </a:path>
              <a:path w="5142230" h="2300604">
                <a:moveTo>
                  <a:pt x="3277946" y="2300034"/>
                </a:moveTo>
                <a:lnTo>
                  <a:pt x="3277302" y="2299345"/>
                </a:lnTo>
                <a:lnTo>
                  <a:pt x="3276195" y="2297183"/>
                </a:lnTo>
                <a:lnTo>
                  <a:pt x="3275947" y="2294767"/>
                </a:lnTo>
                <a:lnTo>
                  <a:pt x="3275250" y="2288742"/>
                </a:lnTo>
                <a:lnTo>
                  <a:pt x="3279594" y="2283324"/>
                </a:lnTo>
                <a:lnTo>
                  <a:pt x="3291632" y="2281940"/>
                </a:lnTo>
                <a:lnTo>
                  <a:pt x="3297099" y="2286229"/>
                </a:lnTo>
                <a:lnTo>
                  <a:pt x="3298484" y="2298267"/>
                </a:lnTo>
                <a:lnTo>
                  <a:pt x="3297093" y="2300034"/>
                </a:lnTo>
                <a:lnTo>
                  <a:pt x="3277946" y="2300034"/>
                </a:lnTo>
                <a:close/>
              </a:path>
              <a:path w="5142230" h="2300604">
                <a:moveTo>
                  <a:pt x="1567199" y="549851"/>
                </a:moveTo>
                <a:lnTo>
                  <a:pt x="1563327" y="545706"/>
                </a:lnTo>
                <a:lnTo>
                  <a:pt x="1562285" y="541658"/>
                </a:lnTo>
                <a:lnTo>
                  <a:pt x="1563457" y="537732"/>
                </a:lnTo>
                <a:lnTo>
                  <a:pt x="1565259" y="531939"/>
                </a:lnTo>
                <a:lnTo>
                  <a:pt x="1571459" y="528704"/>
                </a:lnTo>
                <a:lnTo>
                  <a:pt x="1583040" y="532304"/>
                </a:lnTo>
                <a:lnTo>
                  <a:pt x="1586280" y="538509"/>
                </a:lnTo>
                <a:lnTo>
                  <a:pt x="1584432" y="544253"/>
                </a:lnTo>
                <a:lnTo>
                  <a:pt x="1582630" y="550045"/>
                </a:lnTo>
                <a:lnTo>
                  <a:pt x="1576524" y="553284"/>
                </a:lnTo>
                <a:lnTo>
                  <a:pt x="1568816" y="550897"/>
                </a:lnTo>
                <a:lnTo>
                  <a:pt x="1567199" y="549851"/>
                </a:lnTo>
                <a:close/>
              </a:path>
              <a:path w="5142230" h="2300604">
                <a:moveTo>
                  <a:pt x="3306602" y="1950184"/>
                </a:moveTo>
                <a:lnTo>
                  <a:pt x="3302776" y="1946088"/>
                </a:lnTo>
                <a:lnTo>
                  <a:pt x="3301620" y="1942602"/>
                </a:lnTo>
                <a:lnTo>
                  <a:pt x="3302357" y="1938992"/>
                </a:lnTo>
                <a:lnTo>
                  <a:pt x="3303461" y="1933039"/>
                </a:lnTo>
                <a:lnTo>
                  <a:pt x="3309208" y="1929122"/>
                </a:lnTo>
                <a:lnTo>
                  <a:pt x="3315170" y="1930227"/>
                </a:lnTo>
                <a:lnTo>
                  <a:pt x="3321125" y="1931421"/>
                </a:lnTo>
                <a:lnTo>
                  <a:pt x="3325032" y="1937167"/>
                </a:lnTo>
                <a:lnTo>
                  <a:pt x="3323932" y="1943125"/>
                </a:lnTo>
                <a:lnTo>
                  <a:pt x="3322743" y="1949085"/>
                </a:lnTo>
                <a:lnTo>
                  <a:pt x="3316987" y="1952992"/>
                </a:lnTo>
                <a:lnTo>
                  <a:pt x="3311034" y="1951897"/>
                </a:lnTo>
                <a:lnTo>
                  <a:pt x="3308639" y="1951386"/>
                </a:lnTo>
                <a:lnTo>
                  <a:pt x="3306602" y="1950184"/>
                </a:lnTo>
                <a:close/>
              </a:path>
              <a:path w="5142230" h="2300604">
                <a:moveTo>
                  <a:pt x="2529510" y="798401"/>
                </a:moveTo>
                <a:lnTo>
                  <a:pt x="2525638" y="794257"/>
                </a:lnTo>
                <a:lnTo>
                  <a:pt x="2524544" y="790348"/>
                </a:lnTo>
                <a:lnTo>
                  <a:pt x="2525614" y="786509"/>
                </a:lnTo>
                <a:lnTo>
                  <a:pt x="2527281" y="780669"/>
                </a:lnTo>
                <a:lnTo>
                  <a:pt x="2532818" y="777506"/>
                </a:lnTo>
                <a:lnTo>
                  <a:pt x="2533295" y="777234"/>
                </a:lnTo>
                <a:lnTo>
                  <a:pt x="2544988" y="780564"/>
                </a:lnTo>
                <a:lnTo>
                  <a:pt x="2548419" y="786582"/>
                </a:lnTo>
                <a:lnTo>
                  <a:pt x="2546752" y="792421"/>
                </a:lnTo>
                <a:lnTo>
                  <a:pt x="2545135" y="798315"/>
                </a:lnTo>
                <a:lnTo>
                  <a:pt x="2539071" y="801696"/>
                </a:lnTo>
                <a:lnTo>
                  <a:pt x="2531221" y="799451"/>
                </a:lnTo>
                <a:lnTo>
                  <a:pt x="2529510" y="798401"/>
                </a:lnTo>
                <a:close/>
              </a:path>
              <a:path w="5142230" h="2300604">
                <a:moveTo>
                  <a:pt x="1299661" y="454162"/>
                </a:moveTo>
                <a:lnTo>
                  <a:pt x="1295790" y="450017"/>
                </a:lnTo>
                <a:lnTo>
                  <a:pt x="1294808" y="445447"/>
                </a:lnTo>
                <a:lnTo>
                  <a:pt x="1296462" y="441353"/>
                </a:lnTo>
                <a:lnTo>
                  <a:pt x="1298778" y="435720"/>
                </a:lnTo>
                <a:lnTo>
                  <a:pt x="1305189" y="433101"/>
                </a:lnTo>
                <a:lnTo>
                  <a:pt x="1316415" y="437689"/>
                </a:lnTo>
                <a:lnTo>
                  <a:pt x="1319124" y="444108"/>
                </a:lnTo>
                <a:lnTo>
                  <a:pt x="1316807" y="449741"/>
                </a:lnTo>
                <a:lnTo>
                  <a:pt x="1314540" y="455329"/>
                </a:lnTo>
                <a:lnTo>
                  <a:pt x="1308072" y="457984"/>
                </a:lnTo>
                <a:lnTo>
                  <a:pt x="1302488" y="455721"/>
                </a:lnTo>
                <a:lnTo>
                  <a:pt x="1300953" y="455055"/>
                </a:lnTo>
                <a:lnTo>
                  <a:pt x="1299661" y="454162"/>
                </a:lnTo>
                <a:close/>
              </a:path>
              <a:path w="5142230" h="2300604">
                <a:moveTo>
                  <a:pt x="3277747" y="2161314"/>
                </a:moveTo>
                <a:lnTo>
                  <a:pt x="3273920" y="2157218"/>
                </a:lnTo>
                <a:lnTo>
                  <a:pt x="3272750" y="2154303"/>
                </a:lnTo>
                <a:lnTo>
                  <a:pt x="3272999" y="2151149"/>
                </a:lnTo>
                <a:lnTo>
                  <a:pt x="3273347" y="2145071"/>
                </a:lnTo>
                <a:lnTo>
                  <a:pt x="3278054" y="2140921"/>
                </a:lnTo>
                <a:lnTo>
                  <a:pt x="3278555" y="2140480"/>
                </a:lnTo>
                <a:lnTo>
                  <a:pt x="3284580" y="2140869"/>
                </a:lnTo>
                <a:lnTo>
                  <a:pt x="3290658" y="2141218"/>
                </a:lnTo>
                <a:lnTo>
                  <a:pt x="3295249" y="2146425"/>
                </a:lnTo>
                <a:lnTo>
                  <a:pt x="3294900" y="2152503"/>
                </a:lnTo>
                <a:lnTo>
                  <a:pt x="3294506" y="2158533"/>
                </a:lnTo>
                <a:lnTo>
                  <a:pt x="3289803" y="2162687"/>
                </a:lnTo>
                <a:lnTo>
                  <a:pt x="3289303" y="2163129"/>
                </a:lnTo>
                <a:lnTo>
                  <a:pt x="3280345" y="2162630"/>
                </a:lnTo>
                <a:lnTo>
                  <a:pt x="3277747" y="2161314"/>
                </a:lnTo>
                <a:close/>
              </a:path>
              <a:path w="5142230" h="2300604">
                <a:moveTo>
                  <a:pt x="1978629" y="660871"/>
                </a:moveTo>
                <a:lnTo>
                  <a:pt x="1974798" y="656770"/>
                </a:lnTo>
                <a:lnTo>
                  <a:pt x="1974433" y="655500"/>
                </a:lnTo>
                <a:lnTo>
                  <a:pt x="1973724" y="652884"/>
                </a:lnTo>
                <a:lnTo>
                  <a:pt x="1974633" y="649263"/>
                </a:lnTo>
                <a:lnTo>
                  <a:pt x="1976061" y="643363"/>
                </a:lnTo>
                <a:lnTo>
                  <a:pt x="1981991" y="639741"/>
                </a:lnTo>
                <a:lnTo>
                  <a:pt x="1993791" y="642598"/>
                </a:lnTo>
                <a:lnTo>
                  <a:pt x="1997364" y="648573"/>
                </a:lnTo>
                <a:lnTo>
                  <a:pt x="1995936" y="654473"/>
                </a:lnTo>
                <a:lnTo>
                  <a:pt x="1994557" y="660327"/>
                </a:lnTo>
                <a:lnTo>
                  <a:pt x="1988578" y="663995"/>
                </a:lnTo>
                <a:lnTo>
                  <a:pt x="1982727" y="662521"/>
                </a:lnTo>
                <a:lnTo>
                  <a:pt x="1980525" y="662021"/>
                </a:lnTo>
                <a:lnTo>
                  <a:pt x="1978629" y="660871"/>
                </a:lnTo>
                <a:close/>
              </a:path>
              <a:path w="5142230" h="2300604">
                <a:moveTo>
                  <a:pt x="3346914" y="1741053"/>
                </a:moveTo>
                <a:lnTo>
                  <a:pt x="3343038" y="1736903"/>
                </a:lnTo>
                <a:lnTo>
                  <a:pt x="3341878" y="1733512"/>
                </a:lnTo>
                <a:lnTo>
                  <a:pt x="3342522" y="1729998"/>
                </a:lnTo>
                <a:lnTo>
                  <a:pt x="3343527" y="1724036"/>
                </a:lnTo>
                <a:lnTo>
                  <a:pt x="3349142" y="1719979"/>
                </a:lnTo>
                <a:lnTo>
                  <a:pt x="3361106" y="1722033"/>
                </a:lnTo>
                <a:lnTo>
                  <a:pt x="3365163" y="1727648"/>
                </a:lnTo>
                <a:lnTo>
                  <a:pt x="3363154" y="1739670"/>
                </a:lnTo>
                <a:lnTo>
                  <a:pt x="3357489" y="1743674"/>
                </a:lnTo>
                <a:lnTo>
                  <a:pt x="3349044" y="1742258"/>
                </a:lnTo>
                <a:lnTo>
                  <a:pt x="3346914" y="1741053"/>
                </a:lnTo>
                <a:close/>
              </a:path>
              <a:path w="5142230" h="2300604">
                <a:moveTo>
                  <a:pt x="1234324" y="426251"/>
                </a:moveTo>
                <a:lnTo>
                  <a:pt x="1230412" y="422062"/>
                </a:lnTo>
                <a:lnTo>
                  <a:pt x="1229486" y="417357"/>
                </a:lnTo>
                <a:lnTo>
                  <a:pt x="1231369" y="413215"/>
                </a:lnTo>
                <a:lnTo>
                  <a:pt x="1233781" y="407684"/>
                </a:lnTo>
                <a:lnTo>
                  <a:pt x="1240287" y="405167"/>
                </a:lnTo>
                <a:lnTo>
                  <a:pt x="1245820" y="407669"/>
                </a:lnTo>
                <a:lnTo>
                  <a:pt x="1251401" y="410125"/>
                </a:lnTo>
                <a:lnTo>
                  <a:pt x="1253873" y="416582"/>
                </a:lnTo>
                <a:lnTo>
                  <a:pt x="1251417" y="422164"/>
                </a:lnTo>
                <a:lnTo>
                  <a:pt x="1249009" y="427700"/>
                </a:lnTo>
                <a:lnTo>
                  <a:pt x="1242499" y="430212"/>
                </a:lnTo>
                <a:lnTo>
                  <a:pt x="1235526" y="427146"/>
                </a:lnTo>
                <a:lnTo>
                  <a:pt x="1234324" y="426251"/>
                </a:lnTo>
                <a:close/>
              </a:path>
              <a:path w="5142230" h="2300604">
                <a:moveTo>
                  <a:pt x="1909711" y="643984"/>
                </a:moveTo>
                <a:lnTo>
                  <a:pt x="1905839" y="639840"/>
                </a:lnTo>
                <a:lnTo>
                  <a:pt x="1905441" y="638534"/>
                </a:lnTo>
                <a:lnTo>
                  <a:pt x="1904708" y="635990"/>
                </a:lnTo>
                <a:lnTo>
                  <a:pt x="1905684" y="632245"/>
                </a:lnTo>
                <a:lnTo>
                  <a:pt x="1907094" y="626423"/>
                </a:lnTo>
                <a:lnTo>
                  <a:pt x="1908677" y="625478"/>
                </a:lnTo>
                <a:lnTo>
                  <a:pt x="1913192" y="622883"/>
                </a:lnTo>
                <a:lnTo>
                  <a:pt x="1918974" y="624283"/>
                </a:lnTo>
                <a:lnTo>
                  <a:pt x="1924825" y="625757"/>
                </a:lnTo>
                <a:lnTo>
                  <a:pt x="1928447" y="631687"/>
                </a:lnTo>
                <a:lnTo>
                  <a:pt x="1926970" y="637632"/>
                </a:lnTo>
                <a:lnTo>
                  <a:pt x="1925491" y="643478"/>
                </a:lnTo>
                <a:lnTo>
                  <a:pt x="1919561" y="647100"/>
                </a:lnTo>
                <a:lnTo>
                  <a:pt x="1913665" y="645578"/>
                </a:lnTo>
                <a:lnTo>
                  <a:pt x="1911557" y="645081"/>
                </a:lnTo>
                <a:lnTo>
                  <a:pt x="1909711" y="643984"/>
                </a:lnTo>
                <a:close/>
              </a:path>
              <a:path w="5142230" h="2300604">
                <a:moveTo>
                  <a:pt x="3332247" y="1321757"/>
                </a:moveTo>
                <a:lnTo>
                  <a:pt x="3328329" y="1317563"/>
                </a:lnTo>
                <a:lnTo>
                  <a:pt x="3327571" y="1316263"/>
                </a:lnTo>
                <a:lnTo>
                  <a:pt x="3327053" y="1314829"/>
                </a:lnTo>
                <a:lnTo>
                  <a:pt x="3324929" y="1309134"/>
                </a:lnTo>
                <a:lnTo>
                  <a:pt x="3327928" y="1302863"/>
                </a:lnTo>
                <a:lnTo>
                  <a:pt x="3333668" y="1300797"/>
                </a:lnTo>
                <a:lnTo>
                  <a:pt x="3339305" y="1298718"/>
                </a:lnTo>
                <a:lnTo>
                  <a:pt x="3345629" y="1301676"/>
                </a:lnTo>
                <a:lnTo>
                  <a:pt x="3349774" y="1313053"/>
                </a:lnTo>
                <a:lnTo>
                  <a:pt x="3346821" y="1319373"/>
                </a:lnTo>
                <a:lnTo>
                  <a:pt x="3336832" y="1322952"/>
                </a:lnTo>
                <a:lnTo>
                  <a:pt x="3332247" y="1321757"/>
                </a:lnTo>
                <a:close/>
              </a:path>
              <a:path w="5142230" h="2300604">
                <a:moveTo>
                  <a:pt x="1703496" y="589992"/>
                </a:moveTo>
                <a:lnTo>
                  <a:pt x="1699670" y="585896"/>
                </a:lnTo>
                <a:lnTo>
                  <a:pt x="1698575" y="581987"/>
                </a:lnTo>
                <a:lnTo>
                  <a:pt x="1699650" y="578153"/>
                </a:lnTo>
                <a:lnTo>
                  <a:pt x="1701267" y="572259"/>
                </a:lnTo>
                <a:lnTo>
                  <a:pt x="1707330" y="568878"/>
                </a:lnTo>
                <a:lnTo>
                  <a:pt x="1719018" y="572104"/>
                </a:lnTo>
                <a:lnTo>
                  <a:pt x="1722404" y="578172"/>
                </a:lnTo>
                <a:lnTo>
                  <a:pt x="1720787" y="584065"/>
                </a:lnTo>
                <a:lnTo>
                  <a:pt x="1719169" y="589859"/>
                </a:lnTo>
                <a:lnTo>
                  <a:pt x="1713526" y="593007"/>
                </a:lnTo>
                <a:lnTo>
                  <a:pt x="1713106" y="593241"/>
                </a:lnTo>
                <a:lnTo>
                  <a:pt x="1707258" y="591673"/>
                </a:lnTo>
                <a:lnTo>
                  <a:pt x="1705252" y="591090"/>
                </a:lnTo>
                <a:lnTo>
                  <a:pt x="1703496" y="589992"/>
                </a:lnTo>
                <a:close/>
              </a:path>
              <a:path w="5142230" h="2300604">
                <a:moveTo>
                  <a:pt x="2732788" y="860882"/>
                </a:moveTo>
                <a:lnTo>
                  <a:pt x="2728962" y="856786"/>
                </a:lnTo>
                <a:lnTo>
                  <a:pt x="2727877" y="852594"/>
                </a:lnTo>
                <a:lnTo>
                  <a:pt x="2731188" y="842845"/>
                </a:lnTo>
                <a:lnTo>
                  <a:pt x="2737426" y="839748"/>
                </a:lnTo>
                <a:lnTo>
                  <a:pt x="2743117" y="841736"/>
                </a:lnTo>
                <a:lnTo>
                  <a:pt x="2748863" y="843683"/>
                </a:lnTo>
                <a:lnTo>
                  <a:pt x="2751955" y="849925"/>
                </a:lnTo>
                <a:lnTo>
                  <a:pt x="2748066" y="861402"/>
                </a:lnTo>
                <a:lnTo>
                  <a:pt x="2741828" y="864499"/>
                </a:lnTo>
                <a:lnTo>
                  <a:pt x="2736087" y="862557"/>
                </a:lnTo>
                <a:lnTo>
                  <a:pt x="2734315" y="861930"/>
                </a:lnTo>
                <a:lnTo>
                  <a:pt x="2732788" y="860882"/>
                </a:lnTo>
                <a:close/>
              </a:path>
              <a:path w="5142230" h="2300604">
                <a:moveTo>
                  <a:pt x="3267964" y="1196935"/>
                </a:moveTo>
                <a:lnTo>
                  <a:pt x="3263119" y="1191749"/>
                </a:lnTo>
                <a:lnTo>
                  <a:pt x="3259649" y="1186764"/>
                </a:lnTo>
                <a:lnTo>
                  <a:pt x="3260826" y="1179911"/>
                </a:lnTo>
                <a:lnTo>
                  <a:pt x="3270792" y="1172985"/>
                </a:lnTo>
                <a:lnTo>
                  <a:pt x="3277645" y="1174162"/>
                </a:lnTo>
                <a:lnTo>
                  <a:pt x="3284576" y="1184123"/>
                </a:lnTo>
                <a:lnTo>
                  <a:pt x="3283398" y="1190976"/>
                </a:lnTo>
                <a:lnTo>
                  <a:pt x="3278418" y="1194441"/>
                </a:lnTo>
                <a:lnTo>
                  <a:pt x="3273918" y="1197640"/>
                </a:lnTo>
                <a:lnTo>
                  <a:pt x="3267964" y="1196935"/>
                </a:lnTo>
                <a:close/>
              </a:path>
              <a:path w="5142230" h="2300604">
                <a:moveTo>
                  <a:pt x="2799687" y="884502"/>
                </a:moveTo>
                <a:lnTo>
                  <a:pt x="2795811" y="880353"/>
                </a:lnTo>
                <a:lnTo>
                  <a:pt x="2794778" y="876022"/>
                </a:lnTo>
                <a:lnTo>
                  <a:pt x="2796236" y="872011"/>
                </a:lnTo>
                <a:lnTo>
                  <a:pt x="2798372" y="866282"/>
                </a:lnTo>
                <a:lnTo>
                  <a:pt x="2804698" y="863377"/>
                </a:lnTo>
                <a:lnTo>
                  <a:pt x="2810391" y="865463"/>
                </a:lnTo>
                <a:lnTo>
                  <a:pt x="2816026" y="867586"/>
                </a:lnTo>
                <a:lnTo>
                  <a:pt x="2818980" y="873876"/>
                </a:lnTo>
                <a:lnTo>
                  <a:pt x="2816849" y="879610"/>
                </a:lnTo>
                <a:lnTo>
                  <a:pt x="2814767" y="885299"/>
                </a:lnTo>
                <a:lnTo>
                  <a:pt x="2808437" y="888199"/>
                </a:lnTo>
                <a:lnTo>
                  <a:pt x="2801070" y="885494"/>
                </a:lnTo>
                <a:lnTo>
                  <a:pt x="2799687" y="884502"/>
                </a:lnTo>
                <a:close/>
              </a:path>
              <a:path w="5142230" h="2300604">
                <a:moveTo>
                  <a:pt x="1635229" y="570479"/>
                </a:moveTo>
                <a:lnTo>
                  <a:pt x="1631362" y="566339"/>
                </a:lnTo>
                <a:lnTo>
                  <a:pt x="1630271" y="562336"/>
                </a:lnTo>
                <a:lnTo>
                  <a:pt x="1633102" y="552660"/>
                </a:lnTo>
                <a:lnTo>
                  <a:pt x="1639211" y="549328"/>
                </a:lnTo>
                <a:lnTo>
                  <a:pt x="1645056" y="550990"/>
                </a:lnTo>
                <a:lnTo>
                  <a:pt x="1650852" y="552698"/>
                </a:lnTo>
                <a:lnTo>
                  <a:pt x="1654185" y="558807"/>
                </a:lnTo>
                <a:lnTo>
                  <a:pt x="1650765" y="570493"/>
                </a:lnTo>
                <a:lnTo>
                  <a:pt x="1644656" y="573826"/>
                </a:lnTo>
                <a:lnTo>
                  <a:pt x="1636850" y="571530"/>
                </a:lnTo>
                <a:lnTo>
                  <a:pt x="1635229" y="570479"/>
                </a:lnTo>
                <a:close/>
              </a:path>
              <a:path w="5142230" h="2300604">
                <a:moveTo>
                  <a:pt x="3170185" y="1088355"/>
                </a:moveTo>
                <a:lnTo>
                  <a:pt x="3165624" y="1083473"/>
                </a:lnTo>
                <a:lnTo>
                  <a:pt x="3165467" y="1077147"/>
                </a:lnTo>
                <a:lnTo>
                  <a:pt x="3173279" y="1068306"/>
                </a:lnTo>
                <a:lnTo>
                  <a:pt x="3180227" y="1067924"/>
                </a:lnTo>
                <a:lnTo>
                  <a:pt x="3184770" y="1071908"/>
                </a:lnTo>
                <a:lnTo>
                  <a:pt x="3189305" y="1075981"/>
                </a:lnTo>
                <a:lnTo>
                  <a:pt x="3189731" y="1082888"/>
                </a:lnTo>
                <a:lnTo>
                  <a:pt x="3185704" y="1087472"/>
                </a:lnTo>
                <a:lnTo>
                  <a:pt x="3181680" y="1091961"/>
                </a:lnTo>
                <a:lnTo>
                  <a:pt x="3174679" y="1092384"/>
                </a:lnTo>
                <a:lnTo>
                  <a:pt x="3170185" y="1088355"/>
                </a:lnTo>
                <a:close/>
              </a:path>
              <a:path w="5142230" h="2300604">
                <a:moveTo>
                  <a:pt x="3304185" y="1257116"/>
                </a:moveTo>
                <a:lnTo>
                  <a:pt x="3300223" y="1252874"/>
                </a:lnTo>
                <a:lnTo>
                  <a:pt x="3299632" y="1252046"/>
                </a:lnTo>
                <a:lnTo>
                  <a:pt x="3296356" y="1245802"/>
                </a:lnTo>
                <a:lnTo>
                  <a:pt x="3298470" y="1239171"/>
                </a:lnTo>
                <a:lnTo>
                  <a:pt x="3303850" y="1236327"/>
                </a:lnTo>
                <a:lnTo>
                  <a:pt x="3309231" y="1233584"/>
                </a:lnTo>
                <a:lnTo>
                  <a:pt x="3315862" y="1235698"/>
                </a:lnTo>
                <a:lnTo>
                  <a:pt x="3321444" y="1246463"/>
                </a:lnTo>
                <a:lnTo>
                  <a:pt x="3319402" y="1252976"/>
                </a:lnTo>
                <a:lnTo>
                  <a:pt x="3309483" y="1258193"/>
                </a:lnTo>
                <a:lnTo>
                  <a:pt x="3304185" y="1257116"/>
                </a:lnTo>
                <a:close/>
              </a:path>
              <a:path w="5142230" h="2300604">
                <a:moveTo>
                  <a:pt x="3284126" y="2090533"/>
                </a:moveTo>
                <a:lnTo>
                  <a:pt x="3280254" y="2086388"/>
                </a:lnTo>
                <a:lnTo>
                  <a:pt x="3279134" y="2083234"/>
                </a:lnTo>
                <a:lnTo>
                  <a:pt x="3279533" y="2079849"/>
                </a:lnTo>
                <a:lnTo>
                  <a:pt x="3280304" y="2073832"/>
                </a:lnTo>
                <a:lnTo>
                  <a:pt x="3285785" y="2069534"/>
                </a:lnTo>
                <a:lnTo>
                  <a:pt x="3297817" y="2070977"/>
                </a:lnTo>
                <a:lnTo>
                  <a:pt x="3302115" y="2076458"/>
                </a:lnTo>
                <a:lnTo>
                  <a:pt x="3301344" y="2082475"/>
                </a:lnTo>
                <a:lnTo>
                  <a:pt x="3300618" y="2088540"/>
                </a:lnTo>
                <a:lnTo>
                  <a:pt x="3295186" y="2092793"/>
                </a:lnTo>
                <a:lnTo>
                  <a:pt x="3286445" y="2091745"/>
                </a:lnTo>
                <a:lnTo>
                  <a:pt x="3284126" y="2090533"/>
                </a:lnTo>
                <a:close/>
              </a:path>
              <a:path w="5142230" h="2300604">
                <a:moveTo>
                  <a:pt x="3363067" y="1459143"/>
                </a:moveTo>
                <a:lnTo>
                  <a:pt x="3359200" y="1455003"/>
                </a:lnTo>
                <a:lnTo>
                  <a:pt x="3358188" y="1452844"/>
                </a:lnTo>
                <a:lnTo>
                  <a:pt x="3357894" y="1450379"/>
                </a:lnTo>
                <a:lnTo>
                  <a:pt x="3357250" y="1444314"/>
                </a:lnTo>
                <a:lnTo>
                  <a:pt x="3361585" y="1438886"/>
                </a:lnTo>
                <a:lnTo>
                  <a:pt x="3367605" y="1438293"/>
                </a:lnTo>
                <a:lnTo>
                  <a:pt x="3373625" y="1437601"/>
                </a:lnTo>
                <a:lnTo>
                  <a:pt x="3379043" y="1441936"/>
                </a:lnTo>
                <a:lnTo>
                  <a:pt x="3379740" y="1447960"/>
                </a:lnTo>
                <a:lnTo>
                  <a:pt x="3380379" y="1454019"/>
                </a:lnTo>
                <a:lnTo>
                  <a:pt x="3376044" y="1459447"/>
                </a:lnTo>
                <a:lnTo>
                  <a:pt x="3370025" y="1460139"/>
                </a:lnTo>
                <a:lnTo>
                  <a:pt x="3366425" y="1460489"/>
                </a:lnTo>
                <a:lnTo>
                  <a:pt x="3363067" y="1459143"/>
                </a:lnTo>
                <a:close/>
              </a:path>
              <a:path w="5142230" h="2300604">
                <a:moveTo>
                  <a:pt x="1840809" y="626626"/>
                </a:moveTo>
                <a:lnTo>
                  <a:pt x="1836937" y="622482"/>
                </a:lnTo>
                <a:lnTo>
                  <a:pt x="1835840" y="618668"/>
                </a:lnTo>
                <a:lnTo>
                  <a:pt x="1838335" y="609023"/>
                </a:lnTo>
                <a:lnTo>
                  <a:pt x="1844315" y="605454"/>
                </a:lnTo>
                <a:lnTo>
                  <a:pt x="1856058" y="608446"/>
                </a:lnTo>
                <a:lnTo>
                  <a:pt x="1859583" y="614467"/>
                </a:lnTo>
                <a:lnTo>
                  <a:pt x="1856586" y="626215"/>
                </a:lnTo>
                <a:lnTo>
                  <a:pt x="1850615" y="629793"/>
                </a:lnTo>
                <a:lnTo>
                  <a:pt x="1844839" y="628301"/>
                </a:lnTo>
                <a:lnTo>
                  <a:pt x="1842611" y="627774"/>
                </a:lnTo>
                <a:lnTo>
                  <a:pt x="1840809" y="626626"/>
                </a:lnTo>
                <a:close/>
              </a:path>
              <a:path w="5142230" h="2300604">
                <a:moveTo>
                  <a:pt x="2665412" y="838902"/>
                </a:moveTo>
                <a:lnTo>
                  <a:pt x="2661545" y="834762"/>
                </a:lnTo>
                <a:lnTo>
                  <a:pt x="2660453" y="830660"/>
                </a:lnTo>
                <a:lnTo>
                  <a:pt x="2661724" y="826743"/>
                </a:lnTo>
                <a:lnTo>
                  <a:pt x="2663522" y="820945"/>
                </a:lnTo>
                <a:lnTo>
                  <a:pt x="2669678" y="817760"/>
                </a:lnTo>
                <a:lnTo>
                  <a:pt x="2681304" y="821409"/>
                </a:lnTo>
                <a:lnTo>
                  <a:pt x="2684494" y="827560"/>
                </a:lnTo>
                <a:lnTo>
                  <a:pt x="2682647" y="833403"/>
                </a:lnTo>
                <a:lnTo>
                  <a:pt x="2680845" y="839196"/>
                </a:lnTo>
                <a:lnTo>
                  <a:pt x="2674648" y="842337"/>
                </a:lnTo>
                <a:lnTo>
                  <a:pt x="2667034" y="839953"/>
                </a:lnTo>
                <a:lnTo>
                  <a:pt x="2665412" y="838902"/>
                </a:lnTo>
                <a:close/>
              </a:path>
              <a:path w="5142230" h="2300604">
                <a:moveTo>
                  <a:pt x="3294170" y="2020155"/>
                </a:moveTo>
                <a:lnTo>
                  <a:pt x="3290343" y="2016059"/>
                </a:lnTo>
                <a:lnTo>
                  <a:pt x="3289184" y="2012667"/>
                </a:lnTo>
                <a:lnTo>
                  <a:pt x="3289729" y="2009145"/>
                </a:lnTo>
                <a:lnTo>
                  <a:pt x="3290735" y="2003184"/>
                </a:lnTo>
                <a:lnTo>
                  <a:pt x="3296398" y="1999081"/>
                </a:lnTo>
                <a:lnTo>
                  <a:pt x="3308415" y="2001095"/>
                </a:lnTo>
                <a:lnTo>
                  <a:pt x="3312419" y="2006750"/>
                </a:lnTo>
                <a:lnTo>
                  <a:pt x="3311414" y="2012711"/>
                </a:lnTo>
                <a:lnTo>
                  <a:pt x="3310458" y="2018726"/>
                </a:lnTo>
                <a:lnTo>
                  <a:pt x="3304798" y="2022735"/>
                </a:lnTo>
                <a:lnTo>
                  <a:pt x="3296300" y="2021360"/>
                </a:lnTo>
                <a:lnTo>
                  <a:pt x="3294170" y="2020155"/>
                </a:lnTo>
                <a:close/>
              </a:path>
              <a:path w="5142230" h="2300604">
                <a:moveTo>
                  <a:pt x="3366945" y="1529664"/>
                </a:moveTo>
                <a:lnTo>
                  <a:pt x="3363124" y="1525573"/>
                </a:lnTo>
                <a:lnTo>
                  <a:pt x="3361980" y="1522980"/>
                </a:lnTo>
                <a:lnTo>
                  <a:pt x="3361986" y="1520153"/>
                </a:lnTo>
                <a:lnTo>
                  <a:pt x="3361958" y="1514062"/>
                </a:lnTo>
                <a:lnTo>
                  <a:pt x="3366801" y="1509081"/>
                </a:lnTo>
                <a:lnTo>
                  <a:pt x="3372842" y="1508998"/>
                </a:lnTo>
                <a:lnTo>
                  <a:pt x="3378933" y="1508969"/>
                </a:lnTo>
                <a:lnTo>
                  <a:pt x="3383914" y="1513813"/>
                </a:lnTo>
                <a:lnTo>
                  <a:pt x="3383943" y="1519904"/>
                </a:lnTo>
                <a:lnTo>
                  <a:pt x="3384020" y="1525949"/>
                </a:lnTo>
                <a:lnTo>
                  <a:pt x="3379181" y="1530935"/>
                </a:lnTo>
                <a:lnTo>
                  <a:pt x="3373090" y="1530964"/>
                </a:lnTo>
                <a:lnTo>
                  <a:pt x="3369877" y="1531043"/>
                </a:lnTo>
                <a:lnTo>
                  <a:pt x="3366945" y="1529664"/>
                </a:lnTo>
                <a:close/>
              </a:path>
              <a:path w="5142230" h="2300604">
                <a:moveTo>
                  <a:pt x="3115090" y="1044137"/>
                </a:moveTo>
                <a:lnTo>
                  <a:pt x="3110565" y="1039293"/>
                </a:lnTo>
                <a:lnTo>
                  <a:pt x="3110116" y="1033535"/>
                </a:lnTo>
                <a:lnTo>
                  <a:pt x="3116899" y="1024276"/>
                </a:lnTo>
                <a:lnTo>
                  <a:pt x="3123780" y="1023236"/>
                </a:lnTo>
                <a:lnTo>
                  <a:pt x="3133546" y="1030366"/>
                </a:lnTo>
                <a:lnTo>
                  <a:pt x="3134582" y="1037242"/>
                </a:lnTo>
                <a:lnTo>
                  <a:pt x="3131066" y="1042179"/>
                </a:lnTo>
                <a:lnTo>
                  <a:pt x="3127501" y="1047062"/>
                </a:lnTo>
                <a:lnTo>
                  <a:pt x="3120571" y="1048148"/>
                </a:lnTo>
                <a:lnTo>
                  <a:pt x="3115090" y="1044137"/>
                </a:lnTo>
                <a:close/>
              </a:path>
              <a:path w="5142230" h="2300604">
                <a:moveTo>
                  <a:pt x="2185794" y="710506"/>
                </a:moveTo>
                <a:lnTo>
                  <a:pt x="2181923" y="706361"/>
                </a:lnTo>
                <a:lnTo>
                  <a:pt x="2180822" y="702641"/>
                </a:lnTo>
                <a:lnTo>
                  <a:pt x="2181705" y="698894"/>
                </a:lnTo>
                <a:lnTo>
                  <a:pt x="2183133" y="692995"/>
                </a:lnTo>
                <a:lnTo>
                  <a:pt x="2189063" y="689372"/>
                </a:lnTo>
                <a:lnTo>
                  <a:pt x="2195007" y="690750"/>
                </a:lnTo>
                <a:lnTo>
                  <a:pt x="2200911" y="692183"/>
                </a:lnTo>
                <a:lnTo>
                  <a:pt x="2204534" y="698114"/>
                </a:lnTo>
                <a:lnTo>
                  <a:pt x="2201677" y="709913"/>
                </a:lnTo>
                <a:lnTo>
                  <a:pt x="2195747" y="713535"/>
                </a:lnTo>
                <a:lnTo>
                  <a:pt x="2189843" y="712102"/>
                </a:lnTo>
                <a:lnTo>
                  <a:pt x="2187645" y="711607"/>
                </a:lnTo>
                <a:lnTo>
                  <a:pt x="2185794" y="710506"/>
                </a:lnTo>
                <a:close/>
              </a:path>
              <a:path w="5142230" h="2300604">
                <a:moveTo>
                  <a:pt x="1106312" y="364775"/>
                </a:moveTo>
                <a:lnTo>
                  <a:pt x="1102390" y="360576"/>
                </a:lnTo>
                <a:lnTo>
                  <a:pt x="1101527" y="355548"/>
                </a:lnTo>
                <a:lnTo>
                  <a:pt x="1103795" y="351329"/>
                </a:lnTo>
                <a:lnTo>
                  <a:pt x="1106577" y="345900"/>
                </a:lnTo>
                <a:lnTo>
                  <a:pt x="1113205" y="343807"/>
                </a:lnTo>
                <a:lnTo>
                  <a:pt x="1118590" y="346639"/>
                </a:lnTo>
                <a:lnTo>
                  <a:pt x="1123969" y="349367"/>
                </a:lnTo>
                <a:lnTo>
                  <a:pt x="1126106" y="356054"/>
                </a:lnTo>
                <a:lnTo>
                  <a:pt x="1120453" y="366814"/>
                </a:lnTo>
                <a:lnTo>
                  <a:pt x="1114005" y="368905"/>
                </a:lnTo>
                <a:lnTo>
                  <a:pt x="1113865" y="368950"/>
                </a:lnTo>
                <a:lnTo>
                  <a:pt x="1107372" y="365519"/>
                </a:lnTo>
                <a:lnTo>
                  <a:pt x="1106312" y="364775"/>
                </a:lnTo>
                <a:close/>
              </a:path>
              <a:path w="5142230" h="2300604">
                <a:moveTo>
                  <a:pt x="2930754" y="938203"/>
                </a:moveTo>
                <a:lnTo>
                  <a:pt x="2926878" y="934054"/>
                </a:lnTo>
                <a:lnTo>
                  <a:pt x="2925907" y="929300"/>
                </a:lnTo>
                <a:lnTo>
                  <a:pt x="2930395" y="919638"/>
                </a:lnTo>
                <a:lnTo>
                  <a:pt x="2936898" y="917215"/>
                </a:lnTo>
                <a:lnTo>
                  <a:pt x="2942431" y="919717"/>
                </a:lnTo>
                <a:lnTo>
                  <a:pt x="2947915" y="922264"/>
                </a:lnTo>
                <a:lnTo>
                  <a:pt x="2950378" y="928811"/>
                </a:lnTo>
                <a:lnTo>
                  <a:pt x="2945235" y="939824"/>
                </a:lnTo>
                <a:lnTo>
                  <a:pt x="2938737" y="942252"/>
                </a:lnTo>
                <a:lnTo>
                  <a:pt x="2933253" y="939705"/>
                </a:lnTo>
                <a:lnTo>
                  <a:pt x="2931906" y="939045"/>
                </a:lnTo>
                <a:lnTo>
                  <a:pt x="2930754" y="938203"/>
                </a:lnTo>
                <a:close/>
              </a:path>
              <a:path w="5142230" h="2300604">
                <a:moveTo>
                  <a:pt x="3055778" y="1004398"/>
                </a:moveTo>
                <a:lnTo>
                  <a:pt x="3051861" y="1000205"/>
                </a:lnTo>
                <a:lnTo>
                  <a:pt x="3051195" y="994800"/>
                </a:lnTo>
                <a:lnTo>
                  <a:pt x="3053798" y="990451"/>
                </a:lnTo>
                <a:lnTo>
                  <a:pt x="3056991" y="985267"/>
                </a:lnTo>
                <a:lnTo>
                  <a:pt x="3063802" y="983663"/>
                </a:lnTo>
                <a:lnTo>
                  <a:pt x="3074113" y="990009"/>
                </a:lnTo>
                <a:lnTo>
                  <a:pt x="3075723" y="996815"/>
                </a:lnTo>
                <a:lnTo>
                  <a:pt x="3069372" y="1007122"/>
                </a:lnTo>
                <a:lnTo>
                  <a:pt x="3062570" y="1008736"/>
                </a:lnTo>
                <a:lnTo>
                  <a:pt x="3056555" y="1005033"/>
                </a:lnTo>
                <a:lnTo>
                  <a:pt x="3055778" y="1004398"/>
                </a:lnTo>
                <a:close/>
              </a:path>
              <a:path w="5142230" h="2300604">
                <a:moveTo>
                  <a:pt x="2392535" y="761542"/>
                </a:moveTo>
                <a:lnTo>
                  <a:pt x="2388663" y="757397"/>
                </a:lnTo>
                <a:lnTo>
                  <a:pt x="2387561" y="753578"/>
                </a:lnTo>
                <a:lnTo>
                  <a:pt x="2389967" y="743935"/>
                </a:lnTo>
                <a:lnTo>
                  <a:pt x="2395988" y="740410"/>
                </a:lnTo>
                <a:lnTo>
                  <a:pt x="2407740" y="743412"/>
                </a:lnTo>
                <a:lnTo>
                  <a:pt x="2411264" y="749433"/>
                </a:lnTo>
                <a:lnTo>
                  <a:pt x="2408268" y="761181"/>
                </a:lnTo>
                <a:lnTo>
                  <a:pt x="2402247" y="764705"/>
                </a:lnTo>
                <a:lnTo>
                  <a:pt x="2396391" y="763226"/>
                </a:lnTo>
                <a:lnTo>
                  <a:pt x="2394292" y="762640"/>
                </a:lnTo>
                <a:lnTo>
                  <a:pt x="2392535" y="761542"/>
                </a:lnTo>
                <a:close/>
              </a:path>
              <a:path w="5142230" h="2300604">
                <a:moveTo>
                  <a:pt x="2865760" y="910073"/>
                </a:moveTo>
                <a:lnTo>
                  <a:pt x="2861888" y="905928"/>
                </a:lnTo>
                <a:lnTo>
                  <a:pt x="2860857" y="901404"/>
                </a:lnTo>
                <a:lnTo>
                  <a:pt x="2862512" y="897310"/>
                </a:lnTo>
                <a:lnTo>
                  <a:pt x="2864874" y="891725"/>
                </a:lnTo>
                <a:lnTo>
                  <a:pt x="2871288" y="889012"/>
                </a:lnTo>
                <a:lnTo>
                  <a:pt x="2882514" y="893600"/>
                </a:lnTo>
                <a:lnTo>
                  <a:pt x="2885218" y="900014"/>
                </a:lnTo>
                <a:lnTo>
                  <a:pt x="2880590" y="911286"/>
                </a:lnTo>
                <a:lnTo>
                  <a:pt x="2874220" y="913949"/>
                </a:lnTo>
                <a:lnTo>
                  <a:pt x="2868582" y="911628"/>
                </a:lnTo>
                <a:lnTo>
                  <a:pt x="2867003" y="911012"/>
                </a:lnTo>
                <a:lnTo>
                  <a:pt x="2865760" y="910073"/>
                </a:lnTo>
                <a:close/>
              </a:path>
              <a:path w="5142230" h="2300604">
                <a:moveTo>
                  <a:pt x="3334151" y="1810866"/>
                </a:moveTo>
                <a:lnTo>
                  <a:pt x="3330275" y="1806717"/>
                </a:lnTo>
                <a:lnTo>
                  <a:pt x="3329119" y="1803231"/>
                </a:lnTo>
                <a:lnTo>
                  <a:pt x="3330960" y="1793668"/>
                </a:lnTo>
                <a:lnTo>
                  <a:pt x="3336757" y="1789805"/>
                </a:lnTo>
                <a:lnTo>
                  <a:pt x="3348670" y="1792099"/>
                </a:lnTo>
                <a:lnTo>
                  <a:pt x="3352581" y="1797850"/>
                </a:lnTo>
                <a:lnTo>
                  <a:pt x="3351387" y="1803805"/>
                </a:lnTo>
                <a:lnTo>
                  <a:pt x="3350237" y="1809709"/>
                </a:lnTo>
                <a:lnTo>
                  <a:pt x="3344486" y="1813621"/>
                </a:lnTo>
                <a:lnTo>
                  <a:pt x="3338533" y="1812526"/>
                </a:lnTo>
                <a:lnTo>
                  <a:pt x="3336188" y="1812069"/>
                </a:lnTo>
                <a:lnTo>
                  <a:pt x="3334151" y="1810866"/>
                </a:lnTo>
                <a:close/>
              </a:path>
              <a:path w="5142230" h="2300604">
                <a:moveTo>
                  <a:pt x="1772070" y="608660"/>
                </a:moveTo>
                <a:lnTo>
                  <a:pt x="1768198" y="604516"/>
                </a:lnTo>
                <a:lnTo>
                  <a:pt x="1767100" y="600702"/>
                </a:lnTo>
                <a:lnTo>
                  <a:pt x="1769694" y="591065"/>
                </a:lnTo>
                <a:lnTo>
                  <a:pt x="1775715" y="587540"/>
                </a:lnTo>
                <a:lnTo>
                  <a:pt x="1787411" y="590676"/>
                </a:lnTo>
                <a:lnTo>
                  <a:pt x="1790936" y="596698"/>
                </a:lnTo>
                <a:lnTo>
                  <a:pt x="1787799" y="608393"/>
                </a:lnTo>
                <a:lnTo>
                  <a:pt x="1781778" y="611918"/>
                </a:lnTo>
                <a:lnTo>
                  <a:pt x="1773872" y="609807"/>
                </a:lnTo>
                <a:lnTo>
                  <a:pt x="1772070" y="608660"/>
                </a:lnTo>
                <a:close/>
              </a:path>
              <a:path w="5142230" h="2300604">
                <a:moveTo>
                  <a:pt x="3364632" y="1600400"/>
                </a:moveTo>
                <a:lnTo>
                  <a:pt x="3360765" y="1596260"/>
                </a:lnTo>
                <a:lnTo>
                  <a:pt x="3359635" y="1593389"/>
                </a:lnTo>
                <a:lnTo>
                  <a:pt x="3360233" y="1584156"/>
                </a:lnTo>
                <a:lnTo>
                  <a:pt x="3364880" y="1580138"/>
                </a:lnTo>
                <a:lnTo>
                  <a:pt x="3365486" y="1579614"/>
                </a:lnTo>
                <a:lnTo>
                  <a:pt x="3371564" y="1579963"/>
                </a:lnTo>
                <a:lnTo>
                  <a:pt x="3377594" y="1580357"/>
                </a:lnTo>
                <a:lnTo>
                  <a:pt x="3382181" y="1585659"/>
                </a:lnTo>
                <a:lnTo>
                  <a:pt x="3381787" y="1591688"/>
                </a:lnTo>
                <a:lnTo>
                  <a:pt x="3381344" y="1597763"/>
                </a:lnTo>
                <a:lnTo>
                  <a:pt x="3376697" y="1601781"/>
                </a:lnTo>
                <a:lnTo>
                  <a:pt x="3376091" y="1602305"/>
                </a:lnTo>
                <a:lnTo>
                  <a:pt x="3367141" y="1601717"/>
                </a:lnTo>
                <a:lnTo>
                  <a:pt x="3364632" y="1600400"/>
                </a:lnTo>
                <a:close/>
              </a:path>
              <a:path w="5142230" h="2300604">
                <a:moveTo>
                  <a:pt x="2994274" y="969446"/>
                </a:moveTo>
                <a:lnTo>
                  <a:pt x="2990356" y="965253"/>
                </a:lnTo>
                <a:lnTo>
                  <a:pt x="2989583" y="960223"/>
                </a:lnTo>
                <a:lnTo>
                  <a:pt x="2991801" y="955950"/>
                </a:lnTo>
                <a:lnTo>
                  <a:pt x="2994633" y="950575"/>
                </a:lnTo>
                <a:lnTo>
                  <a:pt x="3001311" y="948536"/>
                </a:lnTo>
                <a:lnTo>
                  <a:pt x="3011977" y="954187"/>
                </a:lnTo>
                <a:lnTo>
                  <a:pt x="3014065" y="960820"/>
                </a:lnTo>
                <a:lnTo>
                  <a:pt x="3008411" y="971580"/>
                </a:lnTo>
                <a:lnTo>
                  <a:pt x="3001732" y="973619"/>
                </a:lnTo>
                <a:lnTo>
                  <a:pt x="2995281" y="970231"/>
                </a:lnTo>
                <a:lnTo>
                  <a:pt x="2994274" y="969446"/>
                </a:lnTo>
                <a:close/>
              </a:path>
              <a:path w="5142230" h="2300604">
                <a:moveTo>
                  <a:pt x="1499575" y="528094"/>
                </a:moveTo>
                <a:lnTo>
                  <a:pt x="1495708" y="523954"/>
                </a:lnTo>
                <a:lnTo>
                  <a:pt x="1494623" y="519763"/>
                </a:lnTo>
                <a:lnTo>
                  <a:pt x="1495938" y="515795"/>
                </a:lnTo>
                <a:lnTo>
                  <a:pt x="1497832" y="510197"/>
                </a:lnTo>
                <a:lnTo>
                  <a:pt x="1497881" y="510054"/>
                </a:lnTo>
                <a:lnTo>
                  <a:pt x="1504078" y="506913"/>
                </a:lnTo>
                <a:lnTo>
                  <a:pt x="1509818" y="508855"/>
                </a:lnTo>
                <a:lnTo>
                  <a:pt x="1515608" y="510752"/>
                </a:lnTo>
                <a:lnTo>
                  <a:pt x="1518700" y="516994"/>
                </a:lnTo>
                <a:lnTo>
                  <a:pt x="1516806" y="522689"/>
                </a:lnTo>
                <a:lnTo>
                  <a:pt x="1514957" y="528334"/>
                </a:lnTo>
                <a:lnTo>
                  <a:pt x="1514910" y="528479"/>
                </a:lnTo>
                <a:lnTo>
                  <a:pt x="1508667" y="531571"/>
                </a:lnTo>
                <a:lnTo>
                  <a:pt x="1502919" y="529718"/>
                </a:lnTo>
                <a:lnTo>
                  <a:pt x="1501146" y="529091"/>
                </a:lnTo>
                <a:lnTo>
                  <a:pt x="1499575" y="528094"/>
                </a:lnTo>
                <a:close/>
              </a:path>
              <a:path w="5142230" h="2300604">
                <a:moveTo>
                  <a:pt x="3276323" y="2232415"/>
                </a:moveTo>
                <a:lnTo>
                  <a:pt x="3272496" y="2228320"/>
                </a:lnTo>
                <a:lnTo>
                  <a:pt x="3271357" y="2225731"/>
                </a:lnTo>
                <a:lnTo>
                  <a:pt x="3271183" y="2216845"/>
                </a:lnTo>
                <a:lnTo>
                  <a:pt x="3276030" y="2211869"/>
                </a:lnTo>
                <a:lnTo>
                  <a:pt x="3282125" y="2211746"/>
                </a:lnTo>
                <a:lnTo>
                  <a:pt x="3288166" y="2211664"/>
                </a:lnTo>
                <a:lnTo>
                  <a:pt x="3293195" y="2216462"/>
                </a:lnTo>
                <a:lnTo>
                  <a:pt x="3293273" y="2222507"/>
                </a:lnTo>
                <a:lnTo>
                  <a:pt x="3293400" y="2228606"/>
                </a:lnTo>
                <a:lnTo>
                  <a:pt x="3288557" y="2233587"/>
                </a:lnTo>
                <a:lnTo>
                  <a:pt x="3282458" y="2233705"/>
                </a:lnTo>
                <a:lnTo>
                  <a:pt x="3279250" y="2233790"/>
                </a:lnTo>
                <a:lnTo>
                  <a:pt x="3276323" y="2232415"/>
                </a:lnTo>
                <a:close/>
              </a:path>
              <a:path w="5142230" h="2300604">
                <a:moveTo>
                  <a:pt x="3223933" y="1141884"/>
                </a:moveTo>
                <a:lnTo>
                  <a:pt x="3219742" y="1137398"/>
                </a:lnTo>
                <a:lnTo>
                  <a:pt x="3215695" y="1132869"/>
                </a:lnTo>
                <a:lnTo>
                  <a:pt x="3216022" y="1125889"/>
                </a:lnTo>
                <a:lnTo>
                  <a:pt x="3220257" y="1122114"/>
                </a:lnTo>
                <a:lnTo>
                  <a:pt x="3224989" y="1117795"/>
                </a:lnTo>
                <a:lnTo>
                  <a:pt x="3232006" y="1118171"/>
                </a:lnTo>
                <a:lnTo>
                  <a:pt x="3236012" y="1122656"/>
                </a:lnTo>
                <a:lnTo>
                  <a:pt x="3240113" y="1127045"/>
                </a:lnTo>
                <a:lnTo>
                  <a:pt x="3239772" y="1134109"/>
                </a:lnTo>
                <a:lnTo>
                  <a:pt x="3235248" y="1138162"/>
                </a:lnTo>
                <a:lnTo>
                  <a:pt x="3230814" y="1142212"/>
                </a:lnTo>
                <a:lnTo>
                  <a:pt x="3223933" y="1141884"/>
                </a:lnTo>
                <a:close/>
              </a:path>
              <a:path w="5142230" h="2300604">
                <a:moveTo>
                  <a:pt x="1365712" y="480392"/>
                </a:moveTo>
                <a:lnTo>
                  <a:pt x="1361795" y="476199"/>
                </a:lnTo>
                <a:lnTo>
                  <a:pt x="1360811" y="471822"/>
                </a:lnTo>
                <a:lnTo>
                  <a:pt x="1362318" y="467766"/>
                </a:lnTo>
                <a:lnTo>
                  <a:pt x="1364494" y="462081"/>
                </a:lnTo>
                <a:lnTo>
                  <a:pt x="1370865" y="459224"/>
                </a:lnTo>
                <a:lnTo>
                  <a:pt x="1382195" y="463533"/>
                </a:lnTo>
                <a:lnTo>
                  <a:pt x="1385047" y="469909"/>
                </a:lnTo>
                <a:lnTo>
                  <a:pt x="1380739" y="481230"/>
                </a:lnTo>
                <a:lnTo>
                  <a:pt x="1374367" y="484086"/>
                </a:lnTo>
                <a:lnTo>
                  <a:pt x="1368727" y="481959"/>
                </a:lnTo>
                <a:lnTo>
                  <a:pt x="1367098" y="481289"/>
                </a:lnTo>
                <a:lnTo>
                  <a:pt x="1365712" y="480392"/>
                </a:lnTo>
                <a:close/>
              </a:path>
              <a:path w="5142230" h="2300604">
                <a:moveTo>
                  <a:pt x="1169864" y="396444"/>
                </a:moveTo>
                <a:lnTo>
                  <a:pt x="1165947" y="392251"/>
                </a:lnTo>
                <a:lnTo>
                  <a:pt x="1165024" y="387451"/>
                </a:lnTo>
                <a:lnTo>
                  <a:pt x="1169692" y="377786"/>
                </a:lnTo>
                <a:lnTo>
                  <a:pt x="1176237" y="375506"/>
                </a:lnTo>
                <a:lnTo>
                  <a:pt x="1181726" y="378058"/>
                </a:lnTo>
                <a:lnTo>
                  <a:pt x="1187207" y="380700"/>
                </a:lnTo>
                <a:lnTo>
                  <a:pt x="1189531" y="387294"/>
                </a:lnTo>
                <a:lnTo>
                  <a:pt x="1184293" y="398205"/>
                </a:lnTo>
                <a:lnTo>
                  <a:pt x="1177703" y="400535"/>
                </a:lnTo>
                <a:lnTo>
                  <a:pt x="1172218" y="397888"/>
                </a:lnTo>
                <a:lnTo>
                  <a:pt x="1170967" y="397331"/>
                </a:lnTo>
                <a:lnTo>
                  <a:pt x="1169864" y="396444"/>
                </a:lnTo>
                <a:close/>
              </a:path>
              <a:path w="5142230" h="2300604">
                <a:moveTo>
                  <a:pt x="3357464" y="1670923"/>
                </a:moveTo>
                <a:lnTo>
                  <a:pt x="3353596" y="1666783"/>
                </a:lnTo>
                <a:lnTo>
                  <a:pt x="3352476" y="1663629"/>
                </a:lnTo>
                <a:lnTo>
                  <a:pt x="3353695" y="1654182"/>
                </a:lnTo>
                <a:lnTo>
                  <a:pt x="3359168" y="1649973"/>
                </a:lnTo>
                <a:lnTo>
                  <a:pt x="3365185" y="1650744"/>
                </a:lnTo>
                <a:lnTo>
                  <a:pt x="3371209" y="1651426"/>
                </a:lnTo>
                <a:lnTo>
                  <a:pt x="3375459" y="1656953"/>
                </a:lnTo>
                <a:lnTo>
                  <a:pt x="3373911" y="1668981"/>
                </a:lnTo>
                <a:lnTo>
                  <a:pt x="3368430" y="1673279"/>
                </a:lnTo>
                <a:lnTo>
                  <a:pt x="3362418" y="1672513"/>
                </a:lnTo>
                <a:lnTo>
                  <a:pt x="3359787" y="1672140"/>
                </a:lnTo>
                <a:lnTo>
                  <a:pt x="3357464" y="1670923"/>
                </a:lnTo>
                <a:close/>
              </a:path>
              <a:path w="5142230" h="2300604">
                <a:moveTo>
                  <a:pt x="1432386" y="504945"/>
                </a:moveTo>
                <a:lnTo>
                  <a:pt x="1428514" y="500800"/>
                </a:lnTo>
                <a:lnTo>
                  <a:pt x="1427433" y="496515"/>
                </a:lnTo>
                <a:lnTo>
                  <a:pt x="1428891" y="492504"/>
                </a:lnTo>
                <a:lnTo>
                  <a:pt x="1430879" y="486812"/>
                </a:lnTo>
                <a:lnTo>
                  <a:pt x="1437208" y="483813"/>
                </a:lnTo>
                <a:lnTo>
                  <a:pt x="1448593" y="487887"/>
                </a:lnTo>
                <a:lnTo>
                  <a:pt x="1451636" y="494175"/>
                </a:lnTo>
                <a:lnTo>
                  <a:pt x="1449550" y="499859"/>
                </a:lnTo>
                <a:lnTo>
                  <a:pt x="1447562" y="505551"/>
                </a:lnTo>
                <a:lnTo>
                  <a:pt x="1441279" y="508599"/>
                </a:lnTo>
                <a:lnTo>
                  <a:pt x="1435541" y="506563"/>
                </a:lnTo>
                <a:lnTo>
                  <a:pt x="1433863" y="505939"/>
                </a:lnTo>
                <a:lnTo>
                  <a:pt x="1432386" y="504945"/>
                </a:lnTo>
                <a:close/>
              </a:path>
              <a:path w="5142230" h="2300604">
                <a:moveTo>
                  <a:pt x="2047696" y="677526"/>
                </a:moveTo>
                <a:lnTo>
                  <a:pt x="2043824" y="673382"/>
                </a:lnTo>
                <a:lnTo>
                  <a:pt x="2042723" y="669662"/>
                </a:lnTo>
                <a:lnTo>
                  <a:pt x="2043602" y="665910"/>
                </a:lnTo>
                <a:lnTo>
                  <a:pt x="2045030" y="660010"/>
                </a:lnTo>
                <a:lnTo>
                  <a:pt x="2050960" y="656388"/>
                </a:lnTo>
                <a:lnTo>
                  <a:pt x="2062808" y="659199"/>
                </a:lnTo>
                <a:lnTo>
                  <a:pt x="2066430" y="665129"/>
                </a:lnTo>
                <a:lnTo>
                  <a:pt x="2063574" y="676929"/>
                </a:lnTo>
                <a:lnTo>
                  <a:pt x="2057644" y="680551"/>
                </a:lnTo>
                <a:lnTo>
                  <a:pt x="2051749" y="679128"/>
                </a:lnTo>
                <a:lnTo>
                  <a:pt x="2049542" y="678623"/>
                </a:lnTo>
                <a:lnTo>
                  <a:pt x="2047696" y="677526"/>
                </a:lnTo>
                <a:close/>
              </a:path>
              <a:path w="5142230" h="2300604">
                <a:moveTo>
                  <a:pt x="2254816" y="727112"/>
                </a:moveTo>
                <a:lnTo>
                  <a:pt x="2250990" y="723016"/>
                </a:lnTo>
                <a:lnTo>
                  <a:pt x="2249862" y="719170"/>
                </a:lnTo>
                <a:lnTo>
                  <a:pt x="2250726" y="715501"/>
                </a:lnTo>
                <a:lnTo>
                  <a:pt x="2252155" y="709601"/>
                </a:lnTo>
                <a:lnTo>
                  <a:pt x="2258130" y="706028"/>
                </a:lnTo>
                <a:lnTo>
                  <a:pt x="2269930" y="708884"/>
                </a:lnTo>
                <a:lnTo>
                  <a:pt x="2273552" y="714815"/>
                </a:lnTo>
                <a:lnTo>
                  <a:pt x="2270696" y="726614"/>
                </a:lnTo>
                <a:lnTo>
                  <a:pt x="2264671" y="730233"/>
                </a:lnTo>
                <a:lnTo>
                  <a:pt x="2258820" y="728759"/>
                </a:lnTo>
                <a:lnTo>
                  <a:pt x="2256664" y="728308"/>
                </a:lnTo>
                <a:lnTo>
                  <a:pt x="2254816" y="727112"/>
                </a:lnTo>
                <a:close/>
              </a:path>
              <a:path w="5142230" h="2300604">
                <a:moveTo>
                  <a:pt x="2323731" y="744093"/>
                </a:moveTo>
                <a:lnTo>
                  <a:pt x="2319859" y="739948"/>
                </a:lnTo>
                <a:lnTo>
                  <a:pt x="2318713" y="736180"/>
                </a:lnTo>
                <a:lnTo>
                  <a:pt x="2319709" y="732359"/>
                </a:lnTo>
                <a:lnTo>
                  <a:pt x="2321118" y="726536"/>
                </a:lnTo>
                <a:lnTo>
                  <a:pt x="2322699" y="725589"/>
                </a:lnTo>
                <a:lnTo>
                  <a:pt x="2327209" y="722989"/>
                </a:lnTo>
                <a:lnTo>
                  <a:pt x="2332986" y="724481"/>
                </a:lnTo>
                <a:lnTo>
                  <a:pt x="2338890" y="725914"/>
                </a:lnTo>
                <a:lnTo>
                  <a:pt x="2342463" y="731890"/>
                </a:lnTo>
                <a:lnTo>
                  <a:pt x="2340985" y="737736"/>
                </a:lnTo>
                <a:lnTo>
                  <a:pt x="2339557" y="743636"/>
                </a:lnTo>
                <a:lnTo>
                  <a:pt x="2333586" y="747214"/>
                </a:lnTo>
                <a:lnTo>
                  <a:pt x="2327681" y="745781"/>
                </a:lnTo>
                <a:lnTo>
                  <a:pt x="2325533" y="745240"/>
                </a:lnTo>
                <a:lnTo>
                  <a:pt x="2323731" y="744093"/>
                </a:lnTo>
                <a:close/>
              </a:path>
              <a:path w="5142230" h="2300604">
                <a:moveTo>
                  <a:pt x="2116770" y="693993"/>
                </a:moveTo>
                <a:lnTo>
                  <a:pt x="2112893" y="689844"/>
                </a:lnTo>
                <a:lnTo>
                  <a:pt x="2111797" y="686129"/>
                </a:lnTo>
                <a:lnTo>
                  <a:pt x="2112680" y="682382"/>
                </a:lnTo>
                <a:lnTo>
                  <a:pt x="2114108" y="676482"/>
                </a:lnTo>
                <a:lnTo>
                  <a:pt x="2120038" y="672860"/>
                </a:lnTo>
                <a:lnTo>
                  <a:pt x="2131792" y="675668"/>
                </a:lnTo>
                <a:lnTo>
                  <a:pt x="2135414" y="681598"/>
                </a:lnTo>
                <a:lnTo>
                  <a:pt x="2134080" y="687501"/>
                </a:lnTo>
                <a:lnTo>
                  <a:pt x="2132652" y="693401"/>
                </a:lnTo>
                <a:lnTo>
                  <a:pt x="2126722" y="697023"/>
                </a:lnTo>
                <a:lnTo>
                  <a:pt x="2120822" y="695595"/>
                </a:lnTo>
                <a:lnTo>
                  <a:pt x="2118666" y="695144"/>
                </a:lnTo>
                <a:lnTo>
                  <a:pt x="2116770" y="693993"/>
                </a:lnTo>
                <a:close/>
              </a:path>
              <a:path w="5142230" h="2300604">
                <a:moveTo>
                  <a:pt x="2597623" y="818140"/>
                </a:moveTo>
                <a:lnTo>
                  <a:pt x="2593751" y="813996"/>
                </a:lnTo>
                <a:lnTo>
                  <a:pt x="2592655" y="809988"/>
                </a:lnTo>
                <a:lnTo>
                  <a:pt x="2595540" y="800271"/>
                </a:lnTo>
                <a:lnTo>
                  <a:pt x="2601644" y="796934"/>
                </a:lnTo>
                <a:lnTo>
                  <a:pt x="2613327" y="800447"/>
                </a:lnTo>
                <a:lnTo>
                  <a:pt x="2616566" y="806553"/>
                </a:lnTo>
                <a:lnTo>
                  <a:pt x="2614858" y="812349"/>
                </a:lnTo>
                <a:lnTo>
                  <a:pt x="2613101" y="818190"/>
                </a:lnTo>
                <a:lnTo>
                  <a:pt x="2607045" y="821482"/>
                </a:lnTo>
                <a:lnTo>
                  <a:pt x="2601204" y="819726"/>
                </a:lnTo>
                <a:lnTo>
                  <a:pt x="2599239" y="819187"/>
                </a:lnTo>
                <a:lnTo>
                  <a:pt x="2597623" y="818140"/>
                </a:lnTo>
                <a:close/>
              </a:path>
              <a:path w="5142230" h="2300604">
                <a:moveTo>
                  <a:pt x="3449240" y="1659790"/>
                </a:moveTo>
                <a:lnTo>
                  <a:pt x="3445601" y="1655894"/>
                </a:lnTo>
                <a:lnTo>
                  <a:pt x="3444509" y="1653161"/>
                </a:lnTo>
                <a:lnTo>
                  <a:pt x="3444662" y="1650197"/>
                </a:lnTo>
                <a:lnTo>
                  <a:pt x="3444861" y="1644349"/>
                </a:lnTo>
                <a:lnTo>
                  <a:pt x="3449778" y="1639838"/>
                </a:lnTo>
                <a:lnTo>
                  <a:pt x="3461469" y="1640331"/>
                </a:lnTo>
                <a:lnTo>
                  <a:pt x="3465979" y="1645159"/>
                </a:lnTo>
                <a:lnTo>
                  <a:pt x="3465486" y="1656849"/>
                </a:lnTo>
                <a:lnTo>
                  <a:pt x="3460561" y="1661450"/>
                </a:lnTo>
                <a:lnTo>
                  <a:pt x="3454717" y="1661156"/>
                </a:lnTo>
                <a:lnTo>
                  <a:pt x="3451888" y="1661060"/>
                </a:lnTo>
                <a:lnTo>
                  <a:pt x="3449240" y="1659790"/>
                </a:lnTo>
                <a:close/>
              </a:path>
              <a:path w="5142230" h="2300604">
                <a:moveTo>
                  <a:pt x="3136969" y="917322"/>
                </a:moveTo>
                <a:lnTo>
                  <a:pt x="3132488" y="912525"/>
                </a:lnTo>
                <a:lnTo>
                  <a:pt x="3131873" y="907371"/>
                </a:lnTo>
                <a:lnTo>
                  <a:pt x="3134266" y="903578"/>
                </a:lnTo>
                <a:lnTo>
                  <a:pt x="3137449" y="898677"/>
                </a:lnTo>
                <a:lnTo>
                  <a:pt x="3137711" y="898274"/>
                </a:lnTo>
                <a:lnTo>
                  <a:pt x="3144228" y="896844"/>
                </a:lnTo>
                <a:lnTo>
                  <a:pt x="3149168" y="899981"/>
                </a:lnTo>
                <a:lnTo>
                  <a:pt x="3154068" y="903174"/>
                </a:lnTo>
                <a:lnTo>
                  <a:pt x="3155494" y="909686"/>
                </a:lnTo>
                <a:lnTo>
                  <a:pt x="3152573" y="914183"/>
                </a:lnTo>
                <a:lnTo>
                  <a:pt x="3149427" y="919124"/>
                </a:lnTo>
                <a:lnTo>
                  <a:pt x="3149168" y="919531"/>
                </a:lnTo>
                <a:lnTo>
                  <a:pt x="3142651" y="920961"/>
                </a:lnTo>
                <a:lnTo>
                  <a:pt x="3137751" y="917768"/>
                </a:lnTo>
                <a:lnTo>
                  <a:pt x="3136969" y="917322"/>
                </a:lnTo>
                <a:close/>
              </a:path>
              <a:path w="5142230" h="2300604">
                <a:moveTo>
                  <a:pt x="3300658" y="1058239"/>
                </a:moveTo>
                <a:lnTo>
                  <a:pt x="3296468" y="1053753"/>
                </a:lnTo>
                <a:lnTo>
                  <a:pt x="3292700" y="1049328"/>
                </a:lnTo>
                <a:lnTo>
                  <a:pt x="3293256" y="1042691"/>
                </a:lnTo>
                <a:lnTo>
                  <a:pt x="3301391" y="1035759"/>
                </a:lnTo>
                <a:lnTo>
                  <a:pt x="3302154" y="1035110"/>
                </a:lnTo>
                <a:lnTo>
                  <a:pt x="3308796" y="1035671"/>
                </a:lnTo>
                <a:lnTo>
                  <a:pt x="3316332" y="1044519"/>
                </a:lnTo>
                <a:lnTo>
                  <a:pt x="3315821" y="1051206"/>
                </a:lnTo>
                <a:lnTo>
                  <a:pt x="3307676" y="1058126"/>
                </a:lnTo>
                <a:lnTo>
                  <a:pt x="3307065" y="1058645"/>
                </a:lnTo>
                <a:lnTo>
                  <a:pt x="3300658" y="1058239"/>
                </a:lnTo>
                <a:close/>
              </a:path>
              <a:path w="5142230" h="2300604">
                <a:moveTo>
                  <a:pt x="3195068" y="958011"/>
                </a:moveTo>
                <a:lnTo>
                  <a:pt x="3190306" y="952914"/>
                </a:lnTo>
                <a:lnTo>
                  <a:pt x="3189954" y="947356"/>
                </a:lnTo>
                <a:lnTo>
                  <a:pt x="3193116" y="943215"/>
                </a:lnTo>
                <a:lnTo>
                  <a:pt x="3196721" y="938570"/>
                </a:lnTo>
                <a:lnTo>
                  <a:pt x="3203312" y="937708"/>
                </a:lnTo>
                <a:lnTo>
                  <a:pt x="3207953" y="941308"/>
                </a:lnTo>
                <a:lnTo>
                  <a:pt x="3212607" y="944823"/>
                </a:lnTo>
                <a:lnTo>
                  <a:pt x="3213415" y="951455"/>
                </a:lnTo>
                <a:lnTo>
                  <a:pt x="3209909" y="956109"/>
                </a:lnTo>
                <a:lnTo>
                  <a:pt x="3206349" y="960704"/>
                </a:lnTo>
                <a:lnTo>
                  <a:pt x="3199713" y="961615"/>
                </a:lnTo>
                <a:lnTo>
                  <a:pt x="3195068" y="958011"/>
                </a:lnTo>
                <a:close/>
              </a:path>
              <a:path w="5142230" h="2300604">
                <a:moveTo>
                  <a:pt x="3075327" y="880855"/>
                </a:moveTo>
                <a:lnTo>
                  <a:pt x="3071546" y="876808"/>
                </a:lnTo>
                <a:lnTo>
                  <a:pt x="3070770" y="871871"/>
                </a:lnTo>
                <a:lnTo>
                  <a:pt x="3075847" y="862645"/>
                </a:lnTo>
                <a:lnTo>
                  <a:pt x="3082290" y="860744"/>
                </a:lnTo>
                <a:lnTo>
                  <a:pt x="3087387" y="863562"/>
                </a:lnTo>
                <a:lnTo>
                  <a:pt x="3092533" y="866333"/>
                </a:lnTo>
                <a:lnTo>
                  <a:pt x="3094388" y="872718"/>
                </a:lnTo>
                <a:lnTo>
                  <a:pt x="3091621" y="877869"/>
                </a:lnTo>
                <a:lnTo>
                  <a:pt x="3088799" y="882961"/>
                </a:lnTo>
                <a:lnTo>
                  <a:pt x="3082366" y="884871"/>
                </a:lnTo>
                <a:lnTo>
                  <a:pt x="3077314" y="882103"/>
                </a:lnTo>
                <a:lnTo>
                  <a:pt x="3076247" y="881547"/>
                </a:lnTo>
                <a:lnTo>
                  <a:pt x="3075327" y="880855"/>
                </a:lnTo>
                <a:close/>
              </a:path>
              <a:path w="5142230" h="2300604">
                <a:moveTo>
                  <a:pt x="3452232" y="1517937"/>
                </a:moveTo>
                <a:lnTo>
                  <a:pt x="3448538" y="1513982"/>
                </a:lnTo>
                <a:lnTo>
                  <a:pt x="3447441" y="1511537"/>
                </a:lnTo>
                <a:lnTo>
                  <a:pt x="3447307" y="1502988"/>
                </a:lnTo>
                <a:lnTo>
                  <a:pt x="3451956" y="1498189"/>
                </a:lnTo>
                <a:lnTo>
                  <a:pt x="3457767" y="1498056"/>
                </a:lnTo>
                <a:lnTo>
                  <a:pt x="3463624" y="1497973"/>
                </a:lnTo>
                <a:lnTo>
                  <a:pt x="3468423" y="1502621"/>
                </a:lnTo>
                <a:lnTo>
                  <a:pt x="3468590" y="1514335"/>
                </a:lnTo>
                <a:lnTo>
                  <a:pt x="3463947" y="1519138"/>
                </a:lnTo>
                <a:lnTo>
                  <a:pt x="3458139" y="1519177"/>
                </a:lnTo>
                <a:lnTo>
                  <a:pt x="3455020" y="1519259"/>
                </a:lnTo>
                <a:lnTo>
                  <a:pt x="3452232" y="1517937"/>
                </a:lnTo>
                <a:close/>
              </a:path>
              <a:path w="5142230" h="2300604">
                <a:moveTo>
                  <a:pt x="3248381" y="1003254"/>
                </a:moveTo>
                <a:lnTo>
                  <a:pt x="3244095" y="998667"/>
                </a:lnTo>
                <a:lnTo>
                  <a:pt x="3244077" y="992391"/>
                </a:lnTo>
                <a:lnTo>
                  <a:pt x="3247896" y="988366"/>
                </a:lnTo>
                <a:lnTo>
                  <a:pt x="3251918" y="984070"/>
                </a:lnTo>
                <a:lnTo>
                  <a:pt x="3258581" y="983872"/>
                </a:lnTo>
                <a:lnTo>
                  <a:pt x="3262882" y="987890"/>
                </a:lnTo>
                <a:lnTo>
                  <a:pt x="3267089" y="991904"/>
                </a:lnTo>
                <a:lnTo>
                  <a:pt x="3267287" y="998567"/>
                </a:lnTo>
                <a:lnTo>
                  <a:pt x="3263318" y="1002823"/>
                </a:lnTo>
                <a:lnTo>
                  <a:pt x="3259299" y="1007025"/>
                </a:lnTo>
                <a:lnTo>
                  <a:pt x="3252587" y="1007268"/>
                </a:lnTo>
                <a:lnTo>
                  <a:pt x="3248381" y="1003254"/>
                </a:lnTo>
                <a:close/>
              </a:path>
              <a:path w="5142230" h="2300604">
                <a:moveTo>
                  <a:pt x="2947170" y="820691"/>
                </a:moveTo>
                <a:lnTo>
                  <a:pt x="2943431" y="816688"/>
                </a:lnTo>
                <a:lnTo>
                  <a:pt x="2942546" y="812319"/>
                </a:lnTo>
                <a:lnTo>
                  <a:pt x="2944139" y="808356"/>
                </a:lnTo>
                <a:lnTo>
                  <a:pt x="2946356" y="803007"/>
                </a:lnTo>
                <a:lnTo>
                  <a:pt x="2952534" y="800432"/>
                </a:lnTo>
                <a:lnTo>
                  <a:pt x="2963331" y="804854"/>
                </a:lnTo>
                <a:lnTo>
                  <a:pt x="2965911" y="811037"/>
                </a:lnTo>
                <a:lnTo>
                  <a:pt x="2963694" y="816386"/>
                </a:lnTo>
                <a:lnTo>
                  <a:pt x="2961478" y="821834"/>
                </a:lnTo>
                <a:lnTo>
                  <a:pt x="2955305" y="824414"/>
                </a:lnTo>
                <a:lnTo>
                  <a:pt x="2949906" y="822153"/>
                </a:lnTo>
                <a:lnTo>
                  <a:pt x="2948462" y="821584"/>
                </a:lnTo>
                <a:lnTo>
                  <a:pt x="2947170" y="820691"/>
                </a:lnTo>
                <a:close/>
              </a:path>
              <a:path w="5142230" h="2300604">
                <a:moveTo>
                  <a:pt x="3446212" y="1730737"/>
                </a:moveTo>
                <a:lnTo>
                  <a:pt x="3442527" y="1726792"/>
                </a:lnTo>
                <a:lnTo>
                  <a:pt x="3441391" y="1724110"/>
                </a:lnTo>
                <a:lnTo>
                  <a:pt x="3441539" y="1721141"/>
                </a:lnTo>
                <a:lnTo>
                  <a:pt x="3441728" y="1715577"/>
                </a:lnTo>
                <a:lnTo>
                  <a:pt x="3446749" y="1710786"/>
                </a:lnTo>
                <a:lnTo>
                  <a:pt x="3458351" y="1711280"/>
                </a:lnTo>
                <a:lnTo>
                  <a:pt x="3462860" y="1716107"/>
                </a:lnTo>
                <a:lnTo>
                  <a:pt x="3462658" y="1722049"/>
                </a:lnTo>
                <a:lnTo>
                  <a:pt x="3462360" y="1727888"/>
                </a:lnTo>
                <a:lnTo>
                  <a:pt x="3457438" y="1732394"/>
                </a:lnTo>
                <a:lnTo>
                  <a:pt x="3451640" y="1732149"/>
                </a:lnTo>
                <a:lnTo>
                  <a:pt x="3448770" y="1732009"/>
                </a:lnTo>
                <a:lnTo>
                  <a:pt x="3446212" y="1730737"/>
                </a:lnTo>
                <a:close/>
              </a:path>
              <a:path w="5142230" h="2300604">
                <a:moveTo>
                  <a:pt x="3012158" y="849010"/>
                </a:moveTo>
                <a:lnTo>
                  <a:pt x="3008373" y="844958"/>
                </a:lnTo>
                <a:lnTo>
                  <a:pt x="3007494" y="840400"/>
                </a:lnTo>
                <a:lnTo>
                  <a:pt x="3009379" y="836357"/>
                </a:lnTo>
                <a:lnTo>
                  <a:pt x="3011866" y="831103"/>
                </a:lnTo>
                <a:lnTo>
                  <a:pt x="3018133" y="828819"/>
                </a:lnTo>
                <a:lnTo>
                  <a:pt x="3023432" y="831265"/>
                </a:lnTo>
                <a:lnTo>
                  <a:pt x="3028682" y="833757"/>
                </a:lnTo>
                <a:lnTo>
                  <a:pt x="3030970" y="840019"/>
                </a:lnTo>
                <a:lnTo>
                  <a:pt x="3026073" y="850612"/>
                </a:lnTo>
                <a:lnTo>
                  <a:pt x="3019721" y="852902"/>
                </a:lnTo>
                <a:lnTo>
                  <a:pt x="3014467" y="850405"/>
                </a:lnTo>
                <a:lnTo>
                  <a:pt x="3013216" y="849848"/>
                </a:lnTo>
                <a:lnTo>
                  <a:pt x="3012158" y="849010"/>
                </a:lnTo>
                <a:close/>
              </a:path>
              <a:path w="5142230" h="2300604">
                <a:moveTo>
                  <a:pt x="3451659" y="1588873"/>
                </a:moveTo>
                <a:lnTo>
                  <a:pt x="3447965" y="1584919"/>
                </a:lnTo>
                <a:lnTo>
                  <a:pt x="3446880" y="1582194"/>
                </a:lnTo>
                <a:lnTo>
                  <a:pt x="3446925" y="1579407"/>
                </a:lnTo>
                <a:lnTo>
                  <a:pt x="3447124" y="1573560"/>
                </a:lnTo>
                <a:lnTo>
                  <a:pt x="3451954" y="1568956"/>
                </a:lnTo>
                <a:lnTo>
                  <a:pt x="3457761" y="1569111"/>
                </a:lnTo>
                <a:lnTo>
                  <a:pt x="3463699" y="1569213"/>
                </a:lnTo>
                <a:lnTo>
                  <a:pt x="3468210" y="1574042"/>
                </a:lnTo>
                <a:lnTo>
                  <a:pt x="3468060" y="1579843"/>
                </a:lnTo>
                <a:lnTo>
                  <a:pt x="3467955" y="1585694"/>
                </a:lnTo>
                <a:lnTo>
                  <a:pt x="3463129" y="1590303"/>
                </a:lnTo>
                <a:lnTo>
                  <a:pt x="3454307" y="1590144"/>
                </a:lnTo>
                <a:lnTo>
                  <a:pt x="3451659" y="1588873"/>
                </a:lnTo>
                <a:close/>
              </a:path>
              <a:path w="5142230" h="2300604">
                <a:moveTo>
                  <a:pt x="3449020" y="1447249"/>
                </a:moveTo>
                <a:lnTo>
                  <a:pt x="3445331" y="1443300"/>
                </a:lnTo>
                <a:lnTo>
                  <a:pt x="3444268" y="1441087"/>
                </a:lnTo>
                <a:lnTo>
                  <a:pt x="3443564" y="1432806"/>
                </a:lnTo>
                <a:lnTo>
                  <a:pt x="3447939" y="1427715"/>
                </a:lnTo>
                <a:lnTo>
                  <a:pt x="3453714" y="1427250"/>
                </a:lnTo>
                <a:lnTo>
                  <a:pt x="3459538" y="1426741"/>
                </a:lnTo>
                <a:lnTo>
                  <a:pt x="3464678" y="1431070"/>
                </a:lnTo>
                <a:lnTo>
                  <a:pt x="3465089" y="1436886"/>
                </a:lnTo>
                <a:lnTo>
                  <a:pt x="3465604" y="1442715"/>
                </a:lnTo>
                <a:lnTo>
                  <a:pt x="3461229" y="1447806"/>
                </a:lnTo>
                <a:lnTo>
                  <a:pt x="3455453" y="1448271"/>
                </a:lnTo>
                <a:lnTo>
                  <a:pt x="3452086" y="1448576"/>
                </a:lnTo>
                <a:lnTo>
                  <a:pt x="3449020" y="1447249"/>
                </a:lnTo>
                <a:close/>
              </a:path>
              <a:path w="5142230" h="2300604">
                <a:moveTo>
                  <a:pt x="2679934" y="725715"/>
                </a:moveTo>
                <a:lnTo>
                  <a:pt x="2676204" y="721722"/>
                </a:lnTo>
                <a:lnTo>
                  <a:pt x="2675204" y="717817"/>
                </a:lnTo>
                <a:lnTo>
                  <a:pt x="2676370" y="714080"/>
                </a:lnTo>
                <a:lnTo>
                  <a:pt x="2678067" y="708468"/>
                </a:lnTo>
                <a:lnTo>
                  <a:pt x="2684031" y="705371"/>
                </a:lnTo>
                <a:lnTo>
                  <a:pt x="2695143" y="708860"/>
                </a:lnTo>
                <a:lnTo>
                  <a:pt x="2698250" y="714824"/>
                </a:lnTo>
                <a:lnTo>
                  <a:pt x="2696502" y="720383"/>
                </a:lnTo>
                <a:lnTo>
                  <a:pt x="2694800" y="725891"/>
                </a:lnTo>
                <a:lnTo>
                  <a:pt x="2688845" y="728998"/>
                </a:lnTo>
                <a:lnTo>
                  <a:pt x="2683286" y="727250"/>
                </a:lnTo>
                <a:lnTo>
                  <a:pt x="2681510" y="726718"/>
                </a:lnTo>
                <a:lnTo>
                  <a:pt x="2679934" y="725715"/>
                </a:lnTo>
                <a:close/>
              </a:path>
              <a:path w="5142230" h="2300604">
                <a:moveTo>
                  <a:pt x="2747459" y="747464"/>
                </a:moveTo>
                <a:lnTo>
                  <a:pt x="2743729" y="743471"/>
                </a:lnTo>
                <a:lnTo>
                  <a:pt x="2742732" y="739471"/>
                </a:lnTo>
                <a:lnTo>
                  <a:pt x="2745789" y="730232"/>
                </a:lnTo>
                <a:lnTo>
                  <a:pt x="2745837" y="730088"/>
                </a:lnTo>
                <a:lnTo>
                  <a:pt x="2751788" y="727075"/>
                </a:lnTo>
                <a:lnTo>
                  <a:pt x="2762899" y="730758"/>
                </a:lnTo>
                <a:lnTo>
                  <a:pt x="2765858" y="736760"/>
                </a:lnTo>
                <a:lnTo>
                  <a:pt x="2764016" y="742315"/>
                </a:lnTo>
                <a:lnTo>
                  <a:pt x="2762271" y="747680"/>
                </a:lnTo>
                <a:lnTo>
                  <a:pt x="2762224" y="747825"/>
                </a:lnTo>
                <a:lnTo>
                  <a:pt x="2756222" y="750784"/>
                </a:lnTo>
                <a:lnTo>
                  <a:pt x="2750663" y="749037"/>
                </a:lnTo>
                <a:lnTo>
                  <a:pt x="2748936" y="748459"/>
                </a:lnTo>
                <a:lnTo>
                  <a:pt x="2747459" y="747464"/>
                </a:lnTo>
                <a:close/>
              </a:path>
              <a:path w="5142230" h="2300604">
                <a:moveTo>
                  <a:pt x="3406119" y="1240238"/>
                </a:moveTo>
                <a:lnTo>
                  <a:pt x="3402384" y="1236240"/>
                </a:lnTo>
                <a:lnTo>
                  <a:pt x="3401622" y="1235034"/>
                </a:lnTo>
                <a:lnTo>
                  <a:pt x="3401097" y="1233689"/>
                </a:lnTo>
                <a:lnTo>
                  <a:pt x="3399070" y="1228196"/>
                </a:lnTo>
                <a:lnTo>
                  <a:pt x="3401874" y="1222107"/>
                </a:lnTo>
                <a:lnTo>
                  <a:pt x="3407372" y="1220075"/>
                </a:lnTo>
                <a:lnTo>
                  <a:pt x="3412821" y="1218089"/>
                </a:lnTo>
                <a:lnTo>
                  <a:pt x="3418906" y="1220888"/>
                </a:lnTo>
                <a:lnTo>
                  <a:pt x="3422928" y="1231840"/>
                </a:lnTo>
                <a:lnTo>
                  <a:pt x="3420124" y="1237930"/>
                </a:lnTo>
                <a:lnTo>
                  <a:pt x="3410516" y="1241426"/>
                </a:lnTo>
                <a:lnTo>
                  <a:pt x="3406119" y="1240238"/>
                </a:lnTo>
                <a:close/>
              </a:path>
              <a:path w="5142230" h="2300604">
                <a:moveTo>
                  <a:pt x="1443827" y="403220"/>
                </a:moveTo>
                <a:lnTo>
                  <a:pt x="1440092" y="399222"/>
                </a:lnTo>
                <a:lnTo>
                  <a:pt x="1439136" y="395266"/>
                </a:lnTo>
                <a:lnTo>
                  <a:pt x="1442164" y="385898"/>
                </a:lnTo>
                <a:lnTo>
                  <a:pt x="1448107" y="382877"/>
                </a:lnTo>
                <a:lnTo>
                  <a:pt x="1459172" y="386511"/>
                </a:lnTo>
                <a:lnTo>
                  <a:pt x="1462229" y="392421"/>
                </a:lnTo>
                <a:lnTo>
                  <a:pt x="1458640" y="403535"/>
                </a:lnTo>
                <a:lnTo>
                  <a:pt x="1452684" y="406543"/>
                </a:lnTo>
                <a:lnTo>
                  <a:pt x="1447125" y="404796"/>
                </a:lnTo>
                <a:lnTo>
                  <a:pt x="1445398" y="404218"/>
                </a:lnTo>
                <a:lnTo>
                  <a:pt x="1443827" y="403220"/>
                </a:lnTo>
                <a:close/>
              </a:path>
              <a:path w="5142230" h="2300604">
                <a:moveTo>
                  <a:pt x="1579698" y="444763"/>
                </a:moveTo>
                <a:lnTo>
                  <a:pt x="1575959" y="440759"/>
                </a:lnTo>
                <a:lnTo>
                  <a:pt x="1574955" y="436948"/>
                </a:lnTo>
                <a:lnTo>
                  <a:pt x="1577634" y="427598"/>
                </a:lnTo>
                <a:lnTo>
                  <a:pt x="1583503" y="424398"/>
                </a:lnTo>
                <a:lnTo>
                  <a:pt x="1589113" y="426006"/>
                </a:lnTo>
                <a:lnTo>
                  <a:pt x="1594675" y="427658"/>
                </a:lnTo>
                <a:lnTo>
                  <a:pt x="1597928" y="433486"/>
                </a:lnTo>
                <a:lnTo>
                  <a:pt x="1594713" y="444707"/>
                </a:lnTo>
                <a:lnTo>
                  <a:pt x="1588845" y="447907"/>
                </a:lnTo>
                <a:lnTo>
                  <a:pt x="1581364" y="445764"/>
                </a:lnTo>
                <a:lnTo>
                  <a:pt x="1579698" y="444763"/>
                </a:lnTo>
                <a:close/>
              </a:path>
              <a:path w="5142230" h="2300604">
                <a:moveTo>
                  <a:pt x="1511602" y="424552"/>
                </a:moveTo>
                <a:lnTo>
                  <a:pt x="1507867" y="420554"/>
                </a:lnTo>
                <a:lnTo>
                  <a:pt x="1506862" y="416644"/>
                </a:lnTo>
                <a:lnTo>
                  <a:pt x="1508028" y="412907"/>
                </a:lnTo>
                <a:lnTo>
                  <a:pt x="1509685" y="407350"/>
                </a:lnTo>
                <a:lnTo>
                  <a:pt x="1515599" y="404199"/>
                </a:lnTo>
                <a:lnTo>
                  <a:pt x="1526768" y="407554"/>
                </a:lnTo>
                <a:lnTo>
                  <a:pt x="1529919" y="413468"/>
                </a:lnTo>
                <a:lnTo>
                  <a:pt x="1526516" y="424682"/>
                </a:lnTo>
                <a:lnTo>
                  <a:pt x="1520602" y="427833"/>
                </a:lnTo>
                <a:lnTo>
                  <a:pt x="1515043" y="426086"/>
                </a:lnTo>
                <a:lnTo>
                  <a:pt x="1513173" y="425550"/>
                </a:lnTo>
                <a:lnTo>
                  <a:pt x="1511602" y="424552"/>
                </a:lnTo>
                <a:close/>
              </a:path>
              <a:path w="5142230" h="2300604">
                <a:moveTo>
                  <a:pt x="2814565" y="770426"/>
                </a:moveTo>
                <a:lnTo>
                  <a:pt x="2810835" y="766433"/>
                </a:lnTo>
                <a:lnTo>
                  <a:pt x="2809836" y="762334"/>
                </a:lnTo>
                <a:lnTo>
                  <a:pt x="2811199" y="758514"/>
                </a:lnTo>
                <a:lnTo>
                  <a:pt x="2813134" y="752962"/>
                </a:lnTo>
                <a:lnTo>
                  <a:pt x="2819223" y="750096"/>
                </a:lnTo>
                <a:lnTo>
                  <a:pt x="2830188" y="754014"/>
                </a:lnTo>
                <a:lnTo>
                  <a:pt x="2833048" y="760008"/>
                </a:lnTo>
                <a:lnTo>
                  <a:pt x="2829185" y="771023"/>
                </a:lnTo>
                <a:lnTo>
                  <a:pt x="2823137" y="773933"/>
                </a:lnTo>
                <a:lnTo>
                  <a:pt x="2815996" y="771372"/>
                </a:lnTo>
                <a:lnTo>
                  <a:pt x="2814565" y="770426"/>
                </a:lnTo>
                <a:close/>
              </a:path>
              <a:path w="5142230" h="2300604">
                <a:moveTo>
                  <a:pt x="1854403" y="517138"/>
                </a:moveTo>
                <a:lnTo>
                  <a:pt x="1850668" y="513140"/>
                </a:lnTo>
                <a:lnTo>
                  <a:pt x="1850286" y="511852"/>
                </a:lnTo>
                <a:lnTo>
                  <a:pt x="1849628" y="509485"/>
                </a:lnTo>
                <a:lnTo>
                  <a:pt x="1850489" y="505910"/>
                </a:lnTo>
                <a:lnTo>
                  <a:pt x="1851903" y="500289"/>
                </a:lnTo>
                <a:lnTo>
                  <a:pt x="1857597" y="496805"/>
                </a:lnTo>
                <a:lnTo>
                  <a:pt x="1868928" y="499551"/>
                </a:lnTo>
                <a:lnTo>
                  <a:pt x="1872368" y="505286"/>
                </a:lnTo>
                <a:lnTo>
                  <a:pt x="1869622" y="516617"/>
                </a:lnTo>
                <a:lnTo>
                  <a:pt x="1863932" y="520106"/>
                </a:lnTo>
                <a:lnTo>
                  <a:pt x="1858267" y="518733"/>
                </a:lnTo>
                <a:lnTo>
                  <a:pt x="1856208" y="518191"/>
                </a:lnTo>
                <a:lnTo>
                  <a:pt x="1854403" y="517138"/>
                </a:lnTo>
                <a:close/>
              </a:path>
              <a:path w="5142230" h="2300604">
                <a:moveTo>
                  <a:pt x="2881156" y="794792"/>
                </a:moveTo>
                <a:lnTo>
                  <a:pt x="2877416" y="790788"/>
                </a:lnTo>
                <a:lnTo>
                  <a:pt x="2876479" y="786560"/>
                </a:lnTo>
                <a:lnTo>
                  <a:pt x="2877975" y="782687"/>
                </a:lnTo>
                <a:lnTo>
                  <a:pt x="2880007" y="777238"/>
                </a:lnTo>
                <a:lnTo>
                  <a:pt x="2886096" y="774471"/>
                </a:lnTo>
                <a:lnTo>
                  <a:pt x="2896998" y="778614"/>
                </a:lnTo>
                <a:lnTo>
                  <a:pt x="2899769" y="784709"/>
                </a:lnTo>
                <a:lnTo>
                  <a:pt x="2895621" y="795615"/>
                </a:lnTo>
                <a:lnTo>
                  <a:pt x="2889531" y="798381"/>
                </a:lnTo>
                <a:lnTo>
                  <a:pt x="2884072" y="796350"/>
                </a:lnTo>
                <a:lnTo>
                  <a:pt x="2882493" y="795734"/>
                </a:lnTo>
                <a:lnTo>
                  <a:pt x="2881156" y="794792"/>
                </a:lnTo>
                <a:close/>
              </a:path>
              <a:path w="5142230" h="2300604">
                <a:moveTo>
                  <a:pt x="1376471" y="380674"/>
                </a:moveTo>
                <a:lnTo>
                  <a:pt x="1372781" y="376725"/>
                </a:lnTo>
                <a:lnTo>
                  <a:pt x="1371788" y="372631"/>
                </a:lnTo>
                <a:lnTo>
                  <a:pt x="1373051" y="368803"/>
                </a:lnTo>
                <a:lnTo>
                  <a:pt x="1374987" y="363251"/>
                </a:lnTo>
                <a:lnTo>
                  <a:pt x="1380981" y="360381"/>
                </a:lnTo>
                <a:lnTo>
                  <a:pt x="1391994" y="364155"/>
                </a:lnTo>
                <a:lnTo>
                  <a:pt x="1394953" y="370157"/>
                </a:lnTo>
                <a:lnTo>
                  <a:pt x="1391134" y="381221"/>
                </a:lnTo>
                <a:lnTo>
                  <a:pt x="1385132" y="384179"/>
                </a:lnTo>
                <a:lnTo>
                  <a:pt x="1377943" y="381664"/>
                </a:lnTo>
                <a:lnTo>
                  <a:pt x="1376471" y="380674"/>
                </a:lnTo>
                <a:close/>
              </a:path>
              <a:path w="5142230" h="2300604">
                <a:moveTo>
                  <a:pt x="2130810" y="582343"/>
                </a:moveTo>
                <a:lnTo>
                  <a:pt x="2127120" y="578394"/>
                </a:lnTo>
                <a:lnTo>
                  <a:pt x="2126013" y="574863"/>
                </a:lnTo>
                <a:lnTo>
                  <a:pt x="2126848" y="571261"/>
                </a:lnTo>
                <a:lnTo>
                  <a:pt x="2128221" y="565595"/>
                </a:lnTo>
                <a:lnTo>
                  <a:pt x="2133865" y="562058"/>
                </a:lnTo>
                <a:lnTo>
                  <a:pt x="2139531" y="563431"/>
                </a:lnTo>
                <a:lnTo>
                  <a:pt x="2145200" y="564710"/>
                </a:lnTo>
                <a:lnTo>
                  <a:pt x="2148734" y="570448"/>
                </a:lnTo>
                <a:lnTo>
                  <a:pt x="2146078" y="581777"/>
                </a:lnTo>
                <a:lnTo>
                  <a:pt x="2140438" y="585320"/>
                </a:lnTo>
                <a:lnTo>
                  <a:pt x="2132616" y="583496"/>
                </a:lnTo>
                <a:lnTo>
                  <a:pt x="2130810" y="582343"/>
                </a:lnTo>
                <a:close/>
              </a:path>
              <a:path w="5142230" h="2300604">
                <a:moveTo>
                  <a:pt x="1785491" y="500063"/>
                </a:moveTo>
                <a:lnTo>
                  <a:pt x="1781756" y="496065"/>
                </a:lnTo>
                <a:lnTo>
                  <a:pt x="1780701" y="492394"/>
                </a:lnTo>
                <a:lnTo>
                  <a:pt x="1781626" y="488790"/>
                </a:lnTo>
                <a:lnTo>
                  <a:pt x="1782999" y="483124"/>
                </a:lnTo>
                <a:lnTo>
                  <a:pt x="1788775" y="479728"/>
                </a:lnTo>
                <a:lnTo>
                  <a:pt x="1794441" y="481101"/>
                </a:lnTo>
                <a:lnTo>
                  <a:pt x="1800108" y="482574"/>
                </a:lnTo>
                <a:lnTo>
                  <a:pt x="1803498" y="488255"/>
                </a:lnTo>
                <a:lnTo>
                  <a:pt x="1800662" y="499588"/>
                </a:lnTo>
                <a:lnTo>
                  <a:pt x="1794927" y="503028"/>
                </a:lnTo>
                <a:lnTo>
                  <a:pt x="1789379" y="501683"/>
                </a:lnTo>
                <a:lnTo>
                  <a:pt x="1787202" y="501113"/>
                </a:lnTo>
                <a:lnTo>
                  <a:pt x="1785491" y="500063"/>
                </a:lnTo>
                <a:close/>
              </a:path>
              <a:path w="5142230" h="2300604">
                <a:moveTo>
                  <a:pt x="2337892" y="631791"/>
                </a:moveTo>
                <a:lnTo>
                  <a:pt x="2334203" y="627842"/>
                </a:lnTo>
                <a:lnTo>
                  <a:pt x="2333147" y="624171"/>
                </a:lnTo>
                <a:lnTo>
                  <a:pt x="2335441" y="614896"/>
                </a:lnTo>
                <a:lnTo>
                  <a:pt x="2336963" y="613984"/>
                </a:lnTo>
                <a:lnTo>
                  <a:pt x="2341296" y="611487"/>
                </a:lnTo>
                <a:lnTo>
                  <a:pt x="2346793" y="612875"/>
                </a:lnTo>
                <a:lnTo>
                  <a:pt x="2352463" y="614253"/>
                </a:lnTo>
                <a:lnTo>
                  <a:pt x="2355949" y="620037"/>
                </a:lnTo>
                <a:lnTo>
                  <a:pt x="2354530" y="625654"/>
                </a:lnTo>
                <a:lnTo>
                  <a:pt x="2353157" y="631319"/>
                </a:lnTo>
                <a:lnTo>
                  <a:pt x="2347422" y="634759"/>
                </a:lnTo>
                <a:lnTo>
                  <a:pt x="2341756" y="633386"/>
                </a:lnTo>
                <a:lnTo>
                  <a:pt x="2339698" y="632844"/>
                </a:lnTo>
                <a:lnTo>
                  <a:pt x="2337892" y="631791"/>
                </a:lnTo>
                <a:close/>
              </a:path>
              <a:path w="5142230" h="2300604">
                <a:moveTo>
                  <a:pt x="2406748" y="649100"/>
                </a:moveTo>
                <a:lnTo>
                  <a:pt x="2403013" y="645102"/>
                </a:lnTo>
                <a:lnTo>
                  <a:pt x="2401953" y="641426"/>
                </a:lnTo>
                <a:lnTo>
                  <a:pt x="2404346" y="632160"/>
                </a:lnTo>
                <a:lnTo>
                  <a:pt x="2410086" y="628725"/>
                </a:lnTo>
                <a:lnTo>
                  <a:pt x="2421411" y="631660"/>
                </a:lnTo>
                <a:lnTo>
                  <a:pt x="2424805" y="637346"/>
                </a:lnTo>
                <a:lnTo>
                  <a:pt x="2423402" y="642980"/>
                </a:lnTo>
                <a:lnTo>
                  <a:pt x="2421916" y="648720"/>
                </a:lnTo>
                <a:lnTo>
                  <a:pt x="2416135" y="652111"/>
                </a:lnTo>
                <a:lnTo>
                  <a:pt x="2410638" y="650722"/>
                </a:lnTo>
                <a:lnTo>
                  <a:pt x="2408459" y="650150"/>
                </a:lnTo>
                <a:lnTo>
                  <a:pt x="2406748" y="649100"/>
                </a:lnTo>
                <a:close/>
              </a:path>
              <a:path w="5142230" h="2300604">
                <a:moveTo>
                  <a:pt x="2199943" y="598581"/>
                </a:moveTo>
                <a:lnTo>
                  <a:pt x="2196254" y="594631"/>
                </a:lnTo>
                <a:lnTo>
                  <a:pt x="2195101" y="591051"/>
                </a:lnTo>
                <a:lnTo>
                  <a:pt x="2195973" y="587489"/>
                </a:lnTo>
                <a:lnTo>
                  <a:pt x="2197305" y="581779"/>
                </a:lnTo>
                <a:lnTo>
                  <a:pt x="2202990" y="578285"/>
                </a:lnTo>
                <a:lnTo>
                  <a:pt x="2214329" y="580942"/>
                </a:lnTo>
                <a:lnTo>
                  <a:pt x="2217912" y="586635"/>
                </a:lnTo>
                <a:lnTo>
                  <a:pt x="2216539" y="592300"/>
                </a:lnTo>
                <a:lnTo>
                  <a:pt x="2215211" y="598015"/>
                </a:lnTo>
                <a:lnTo>
                  <a:pt x="2209522" y="601504"/>
                </a:lnTo>
                <a:lnTo>
                  <a:pt x="2201700" y="599679"/>
                </a:lnTo>
                <a:lnTo>
                  <a:pt x="2199943" y="598581"/>
                </a:lnTo>
                <a:close/>
              </a:path>
              <a:path w="5142230" h="2300604">
                <a:moveTo>
                  <a:pt x="3443422" y="1801745"/>
                </a:moveTo>
                <a:lnTo>
                  <a:pt x="3439732" y="1797795"/>
                </a:lnTo>
                <a:lnTo>
                  <a:pt x="3438690" y="1795116"/>
                </a:lnTo>
                <a:lnTo>
                  <a:pt x="3438988" y="1786344"/>
                </a:lnTo>
                <a:lnTo>
                  <a:pt x="3443860" y="1781785"/>
                </a:lnTo>
                <a:lnTo>
                  <a:pt x="3455555" y="1782183"/>
                </a:lnTo>
                <a:lnTo>
                  <a:pt x="3460064" y="1787010"/>
                </a:lnTo>
                <a:lnTo>
                  <a:pt x="3459671" y="1798710"/>
                </a:lnTo>
                <a:lnTo>
                  <a:pt x="3454795" y="1803265"/>
                </a:lnTo>
                <a:lnTo>
                  <a:pt x="3446069" y="1803015"/>
                </a:lnTo>
                <a:lnTo>
                  <a:pt x="3443422" y="1801745"/>
                </a:lnTo>
                <a:close/>
              </a:path>
              <a:path w="5142230" h="2300604">
                <a:moveTo>
                  <a:pt x="2612044" y="705139"/>
                </a:moveTo>
                <a:lnTo>
                  <a:pt x="2608354" y="701190"/>
                </a:lnTo>
                <a:lnTo>
                  <a:pt x="2607306" y="697330"/>
                </a:lnTo>
                <a:lnTo>
                  <a:pt x="2608373" y="693585"/>
                </a:lnTo>
                <a:lnTo>
                  <a:pt x="2610030" y="688028"/>
                </a:lnTo>
                <a:lnTo>
                  <a:pt x="2615898" y="684829"/>
                </a:lnTo>
                <a:lnTo>
                  <a:pt x="2627116" y="688137"/>
                </a:lnTo>
                <a:lnTo>
                  <a:pt x="2630315" y="694006"/>
                </a:lnTo>
                <a:lnTo>
                  <a:pt x="2628658" y="699563"/>
                </a:lnTo>
                <a:lnTo>
                  <a:pt x="2626956" y="705170"/>
                </a:lnTo>
                <a:lnTo>
                  <a:pt x="2621088" y="708369"/>
                </a:lnTo>
                <a:lnTo>
                  <a:pt x="2615526" y="706716"/>
                </a:lnTo>
                <a:lnTo>
                  <a:pt x="2613656" y="706181"/>
                </a:lnTo>
                <a:lnTo>
                  <a:pt x="2612044" y="705139"/>
                </a:lnTo>
                <a:close/>
              </a:path>
              <a:path w="5142230" h="2300604">
                <a:moveTo>
                  <a:pt x="3426767" y="1307695"/>
                </a:moveTo>
                <a:lnTo>
                  <a:pt x="3423073" y="1303741"/>
                </a:lnTo>
                <a:lnTo>
                  <a:pt x="3422140" y="1302156"/>
                </a:lnTo>
                <a:lnTo>
                  <a:pt x="3420267" y="1294775"/>
                </a:lnTo>
                <a:lnTo>
                  <a:pt x="3423721" y="1288991"/>
                </a:lnTo>
                <a:lnTo>
                  <a:pt x="3429340" y="1287577"/>
                </a:lnTo>
                <a:lnTo>
                  <a:pt x="3435003" y="1286113"/>
                </a:lnTo>
                <a:lnTo>
                  <a:pt x="3440741" y="1289519"/>
                </a:lnTo>
                <a:lnTo>
                  <a:pt x="3443660" y="1300854"/>
                </a:lnTo>
                <a:lnTo>
                  <a:pt x="3440165" y="1306594"/>
                </a:lnTo>
                <a:lnTo>
                  <a:pt x="3430640" y="1309007"/>
                </a:lnTo>
                <a:lnTo>
                  <a:pt x="3426767" y="1307695"/>
                </a:lnTo>
                <a:close/>
              </a:path>
              <a:path w="5142230" h="2300604">
                <a:moveTo>
                  <a:pt x="3440786" y="1376952"/>
                </a:moveTo>
                <a:lnTo>
                  <a:pt x="3437101" y="1373008"/>
                </a:lnTo>
                <a:lnTo>
                  <a:pt x="3436124" y="1371081"/>
                </a:lnTo>
                <a:lnTo>
                  <a:pt x="3434881" y="1363202"/>
                </a:lnTo>
                <a:lnTo>
                  <a:pt x="3438753" y="1357768"/>
                </a:lnTo>
                <a:lnTo>
                  <a:pt x="3444491" y="1356873"/>
                </a:lnTo>
                <a:lnTo>
                  <a:pt x="3450283" y="1355937"/>
                </a:lnTo>
                <a:lnTo>
                  <a:pt x="3455723" y="1359903"/>
                </a:lnTo>
                <a:lnTo>
                  <a:pt x="3457504" y="1371389"/>
                </a:lnTo>
                <a:lnTo>
                  <a:pt x="3453632" y="1376823"/>
                </a:lnTo>
                <a:lnTo>
                  <a:pt x="3444234" y="1378297"/>
                </a:lnTo>
                <a:lnTo>
                  <a:pt x="3440786" y="1376952"/>
                </a:lnTo>
                <a:close/>
              </a:path>
              <a:path w="5142230" h="2300604">
                <a:moveTo>
                  <a:pt x="2061679" y="566304"/>
                </a:moveTo>
                <a:lnTo>
                  <a:pt x="2057944" y="562306"/>
                </a:lnTo>
                <a:lnTo>
                  <a:pt x="2056885" y="558729"/>
                </a:lnTo>
                <a:lnTo>
                  <a:pt x="2059041" y="549502"/>
                </a:lnTo>
                <a:lnTo>
                  <a:pt x="2064680" y="545960"/>
                </a:lnTo>
                <a:lnTo>
                  <a:pt x="2076109" y="548615"/>
                </a:lnTo>
                <a:lnTo>
                  <a:pt x="2079597" y="554305"/>
                </a:lnTo>
                <a:lnTo>
                  <a:pt x="2078323" y="559978"/>
                </a:lnTo>
                <a:lnTo>
                  <a:pt x="2076950" y="565644"/>
                </a:lnTo>
                <a:lnTo>
                  <a:pt x="2071306" y="569181"/>
                </a:lnTo>
                <a:lnTo>
                  <a:pt x="2063484" y="567357"/>
                </a:lnTo>
                <a:lnTo>
                  <a:pt x="2061679" y="566304"/>
                </a:lnTo>
                <a:close/>
              </a:path>
              <a:path w="5142230" h="2300604">
                <a:moveTo>
                  <a:pt x="2268967" y="614994"/>
                </a:moveTo>
                <a:lnTo>
                  <a:pt x="2265282" y="611050"/>
                </a:lnTo>
                <a:lnTo>
                  <a:pt x="2264928" y="609889"/>
                </a:lnTo>
                <a:lnTo>
                  <a:pt x="2264197" y="607346"/>
                </a:lnTo>
                <a:lnTo>
                  <a:pt x="2266427" y="598200"/>
                </a:lnTo>
                <a:lnTo>
                  <a:pt x="2272117" y="594712"/>
                </a:lnTo>
                <a:lnTo>
                  <a:pt x="2283443" y="597453"/>
                </a:lnTo>
                <a:lnTo>
                  <a:pt x="2286932" y="603142"/>
                </a:lnTo>
                <a:lnTo>
                  <a:pt x="2284186" y="614474"/>
                </a:lnTo>
                <a:lnTo>
                  <a:pt x="2278501" y="617967"/>
                </a:lnTo>
                <a:lnTo>
                  <a:pt x="2272835" y="616594"/>
                </a:lnTo>
                <a:lnTo>
                  <a:pt x="2270769" y="616141"/>
                </a:lnTo>
                <a:lnTo>
                  <a:pt x="2268967" y="614994"/>
                </a:lnTo>
                <a:close/>
              </a:path>
              <a:path w="5142230" h="2300604">
                <a:moveTo>
                  <a:pt x="2475392" y="666964"/>
                </a:moveTo>
                <a:lnTo>
                  <a:pt x="2471703" y="663015"/>
                </a:lnTo>
                <a:lnTo>
                  <a:pt x="2470602" y="659295"/>
                </a:lnTo>
                <a:lnTo>
                  <a:pt x="2473096" y="649942"/>
                </a:lnTo>
                <a:lnTo>
                  <a:pt x="2478636" y="646782"/>
                </a:lnTo>
                <a:lnTo>
                  <a:pt x="2478874" y="646646"/>
                </a:lnTo>
                <a:lnTo>
                  <a:pt x="2484536" y="648113"/>
                </a:lnTo>
                <a:lnTo>
                  <a:pt x="2490150" y="649626"/>
                </a:lnTo>
                <a:lnTo>
                  <a:pt x="2493541" y="655407"/>
                </a:lnTo>
                <a:lnTo>
                  <a:pt x="2492025" y="661115"/>
                </a:lnTo>
                <a:lnTo>
                  <a:pt x="2490507" y="666723"/>
                </a:lnTo>
                <a:lnTo>
                  <a:pt x="2484730" y="670020"/>
                </a:lnTo>
                <a:lnTo>
                  <a:pt x="2479072" y="668558"/>
                </a:lnTo>
                <a:lnTo>
                  <a:pt x="2477103" y="668014"/>
                </a:lnTo>
                <a:lnTo>
                  <a:pt x="2475392" y="666964"/>
                </a:lnTo>
                <a:close/>
              </a:path>
              <a:path w="5142230" h="2300604">
                <a:moveTo>
                  <a:pt x="2543876" y="685634"/>
                </a:moveTo>
                <a:lnTo>
                  <a:pt x="2540137" y="681631"/>
                </a:lnTo>
                <a:lnTo>
                  <a:pt x="2539085" y="677866"/>
                </a:lnTo>
                <a:lnTo>
                  <a:pt x="2540112" y="674176"/>
                </a:lnTo>
                <a:lnTo>
                  <a:pt x="2541715" y="668561"/>
                </a:lnTo>
                <a:lnTo>
                  <a:pt x="2547075" y="665502"/>
                </a:lnTo>
                <a:lnTo>
                  <a:pt x="2547492" y="665264"/>
                </a:lnTo>
                <a:lnTo>
                  <a:pt x="2553151" y="666826"/>
                </a:lnTo>
                <a:lnTo>
                  <a:pt x="2558762" y="668433"/>
                </a:lnTo>
                <a:lnTo>
                  <a:pt x="2562014" y="674261"/>
                </a:lnTo>
                <a:lnTo>
                  <a:pt x="2560501" y="679874"/>
                </a:lnTo>
                <a:lnTo>
                  <a:pt x="2558894" y="685485"/>
                </a:lnTo>
                <a:lnTo>
                  <a:pt x="2553491" y="688498"/>
                </a:lnTo>
                <a:lnTo>
                  <a:pt x="2553071" y="688733"/>
                </a:lnTo>
                <a:lnTo>
                  <a:pt x="2545493" y="686681"/>
                </a:lnTo>
                <a:lnTo>
                  <a:pt x="2543876" y="685634"/>
                </a:lnTo>
                <a:close/>
              </a:path>
              <a:path w="5142230" h="2300604">
                <a:moveTo>
                  <a:pt x="3458416" y="2085229"/>
                </a:moveTo>
                <a:lnTo>
                  <a:pt x="3454726" y="2081280"/>
                </a:lnTo>
                <a:lnTo>
                  <a:pt x="3453745" y="2079448"/>
                </a:lnTo>
                <a:lnTo>
                  <a:pt x="3452360" y="2071611"/>
                </a:lnTo>
                <a:lnTo>
                  <a:pt x="3456182" y="2066123"/>
                </a:lnTo>
                <a:lnTo>
                  <a:pt x="3467677" y="2064060"/>
                </a:lnTo>
                <a:lnTo>
                  <a:pt x="3473169" y="2067886"/>
                </a:lnTo>
                <a:lnTo>
                  <a:pt x="3475233" y="2079381"/>
                </a:lnTo>
                <a:lnTo>
                  <a:pt x="3471411" y="2084869"/>
                </a:lnTo>
                <a:lnTo>
                  <a:pt x="3465660" y="2085849"/>
                </a:lnTo>
                <a:lnTo>
                  <a:pt x="3462002" y="2086527"/>
                </a:lnTo>
                <a:lnTo>
                  <a:pt x="3458416" y="2085229"/>
                </a:lnTo>
                <a:close/>
              </a:path>
              <a:path w="5142230" h="2300604">
                <a:moveTo>
                  <a:pt x="3474512" y="2154656"/>
                </a:moveTo>
                <a:lnTo>
                  <a:pt x="3470772" y="2150653"/>
                </a:lnTo>
                <a:lnTo>
                  <a:pt x="3469877" y="2149206"/>
                </a:lnTo>
                <a:lnTo>
                  <a:pt x="3467865" y="2141872"/>
                </a:lnTo>
                <a:lnTo>
                  <a:pt x="3471131" y="2136082"/>
                </a:lnTo>
                <a:lnTo>
                  <a:pt x="3482382" y="2132877"/>
                </a:lnTo>
                <a:lnTo>
                  <a:pt x="3488213" y="2136187"/>
                </a:lnTo>
                <a:lnTo>
                  <a:pt x="3491323" y="2147434"/>
                </a:lnTo>
                <a:lnTo>
                  <a:pt x="3488062" y="2153229"/>
                </a:lnTo>
                <a:lnTo>
                  <a:pt x="3482437" y="2154832"/>
                </a:lnTo>
                <a:lnTo>
                  <a:pt x="3478524" y="2155921"/>
                </a:lnTo>
                <a:lnTo>
                  <a:pt x="3474512" y="2154656"/>
                </a:lnTo>
                <a:close/>
              </a:path>
              <a:path w="5142230" h="2300604">
                <a:moveTo>
                  <a:pt x="3343188" y="1114517"/>
                </a:moveTo>
                <a:lnTo>
                  <a:pt x="3338435" y="1109430"/>
                </a:lnTo>
                <a:lnTo>
                  <a:pt x="3335204" y="1104504"/>
                </a:lnTo>
                <a:lnTo>
                  <a:pt x="3336511" y="1097987"/>
                </a:lnTo>
                <a:lnTo>
                  <a:pt x="3341338" y="1094747"/>
                </a:lnTo>
                <a:lnTo>
                  <a:pt x="3346268" y="1091521"/>
                </a:lnTo>
                <a:lnTo>
                  <a:pt x="3352781" y="1092823"/>
                </a:lnTo>
                <a:lnTo>
                  <a:pt x="3359252" y="1102585"/>
                </a:lnTo>
                <a:lnTo>
                  <a:pt x="3357944" y="1109102"/>
                </a:lnTo>
                <a:lnTo>
                  <a:pt x="3353060" y="1112378"/>
                </a:lnTo>
                <a:lnTo>
                  <a:pt x="3348713" y="1115251"/>
                </a:lnTo>
                <a:lnTo>
                  <a:pt x="3343188" y="1114517"/>
                </a:lnTo>
                <a:close/>
              </a:path>
              <a:path w="5142230" h="2300604">
                <a:moveTo>
                  <a:pt x="1923420" y="533740"/>
                </a:moveTo>
                <a:lnTo>
                  <a:pt x="1919735" y="529795"/>
                </a:lnTo>
                <a:lnTo>
                  <a:pt x="1918676" y="526218"/>
                </a:lnTo>
                <a:lnTo>
                  <a:pt x="1919507" y="522611"/>
                </a:lnTo>
                <a:lnTo>
                  <a:pt x="1920880" y="516946"/>
                </a:lnTo>
                <a:lnTo>
                  <a:pt x="1926570" y="513457"/>
                </a:lnTo>
                <a:lnTo>
                  <a:pt x="1937897" y="516198"/>
                </a:lnTo>
                <a:lnTo>
                  <a:pt x="1941385" y="521888"/>
                </a:lnTo>
                <a:lnTo>
                  <a:pt x="1940061" y="527508"/>
                </a:lnTo>
                <a:lnTo>
                  <a:pt x="1938688" y="533174"/>
                </a:lnTo>
                <a:lnTo>
                  <a:pt x="1932995" y="536757"/>
                </a:lnTo>
                <a:lnTo>
                  <a:pt x="1925222" y="534887"/>
                </a:lnTo>
                <a:lnTo>
                  <a:pt x="1923420" y="533740"/>
                </a:lnTo>
                <a:close/>
              </a:path>
              <a:path w="5142230" h="2300604">
                <a:moveTo>
                  <a:pt x="3442185" y="1872753"/>
                </a:moveTo>
                <a:lnTo>
                  <a:pt x="3438491" y="1868799"/>
                </a:lnTo>
                <a:lnTo>
                  <a:pt x="3437402" y="1866264"/>
                </a:lnTo>
                <a:lnTo>
                  <a:pt x="3437414" y="1857578"/>
                </a:lnTo>
                <a:lnTo>
                  <a:pt x="3442149" y="1852872"/>
                </a:lnTo>
                <a:lnTo>
                  <a:pt x="3447958" y="1852933"/>
                </a:lnTo>
                <a:lnTo>
                  <a:pt x="3453807" y="1852938"/>
                </a:lnTo>
                <a:lnTo>
                  <a:pt x="3458554" y="1857726"/>
                </a:lnTo>
                <a:lnTo>
                  <a:pt x="3458503" y="1863536"/>
                </a:lnTo>
                <a:lnTo>
                  <a:pt x="3458492" y="1869390"/>
                </a:lnTo>
                <a:lnTo>
                  <a:pt x="3453753" y="1874091"/>
                </a:lnTo>
                <a:lnTo>
                  <a:pt x="3444878" y="1874072"/>
                </a:lnTo>
                <a:lnTo>
                  <a:pt x="3442185" y="1872753"/>
                </a:lnTo>
                <a:close/>
              </a:path>
              <a:path w="5142230" h="2300604">
                <a:moveTo>
                  <a:pt x="3378204" y="1175461"/>
                </a:moveTo>
                <a:lnTo>
                  <a:pt x="3374424" y="1171413"/>
                </a:lnTo>
                <a:lnTo>
                  <a:pt x="3373882" y="1170541"/>
                </a:lnTo>
                <a:lnTo>
                  <a:pt x="3373398" y="1169632"/>
                </a:lnTo>
                <a:lnTo>
                  <a:pt x="3370791" y="1164397"/>
                </a:lnTo>
                <a:lnTo>
                  <a:pt x="3372896" y="1158048"/>
                </a:lnTo>
                <a:lnTo>
                  <a:pt x="3377769" y="1155641"/>
                </a:lnTo>
                <a:lnTo>
                  <a:pt x="3383271" y="1152831"/>
                </a:lnTo>
                <a:lnTo>
                  <a:pt x="3389619" y="1154935"/>
                </a:lnTo>
                <a:lnTo>
                  <a:pt x="3392275" y="1160124"/>
                </a:lnTo>
                <a:lnTo>
                  <a:pt x="3394774" y="1165145"/>
                </a:lnTo>
                <a:lnTo>
                  <a:pt x="3394902" y="1165282"/>
                </a:lnTo>
                <a:lnTo>
                  <a:pt x="3392778" y="1171708"/>
                </a:lnTo>
                <a:lnTo>
                  <a:pt x="3387960" y="1174174"/>
                </a:lnTo>
                <a:lnTo>
                  <a:pt x="3383268" y="1176483"/>
                </a:lnTo>
                <a:lnTo>
                  <a:pt x="3378204" y="1175461"/>
                </a:lnTo>
                <a:close/>
              </a:path>
              <a:path w="5142230" h="2300604">
                <a:moveTo>
                  <a:pt x="3443449" y="1943799"/>
                </a:moveTo>
                <a:lnTo>
                  <a:pt x="3439759" y="1939850"/>
                </a:lnTo>
                <a:lnTo>
                  <a:pt x="3438655" y="1937494"/>
                </a:lnTo>
                <a:lnTo>
                  <a:pt x="3438329" y="1929032"/>
                </a:lnTo>
                <a:lnTo>
                  <a:pt x="3442886" y="1924136"/>
                </a:lnTo>
                <a:lnTo>
                  <a:pt x="3454520" y="1923687"/>
                </a:lnTo>
                <a:lnTo>
                  <a:pt x="3459465" y="1928199"/>
                </a:lnTo>
                <a:lnTo>
                  <a:pt x="3459919" y="1939828"/>
                </a:lnTo>
                <a:lnTo>
                  <a:pt x="3455403" y="1944768"/>
                </a:lnTo>
                <a:lnTo>
                  <a:pt x="3449544" y="1945045"/>
                </a:lnTo>
                <a:lnTo>
                  <a:pt x="3446331" y="1945125"/>
                </a:lnTo>
                <a:lnTo>
                  <a:pt x="3443449" y="1943799"/>
                </a:lnTo>
                <a:close/>
              </a:path>
              <a:path w="5142230" h="2300604">
                <a:moveTo>
                  <a:pt x="1716697" y="482331"/>
                </a:moveTo>
                <a:lnTo>
                  <a:pt x="1713007" y="478381"/>
                </a:lnTo>
                <a:lnTo>
                  <a:pt x="1711906" y="474662"/>
                </a:lnTo>
                <a:lnTo>
                  <a:pt x="1712792" y="471211"/>
                </a:lnTo>
                <a:lnTo>
                  <a:pt x="1714344" y="465444"/>
                </a:lnTo>
                <a:lnTo>
                  <a:pt x="1719948" y="462157"/>
                </a:lnTo>
                <a:lnTo>
                  <a:pt x="1720125" y="462053"/>
                </a:lnTo>
                <a:lnTo>
                  <a:pt x="1731404" y="464939"/>
                </a:lnTo>
                <a:lnTo>
                  <a:pt x="1734796" y="470720"/>
                </a:lnTo>
                <a:lnTo>
                  <a:pt x="1733336" y="476195"/>
                </a:lnTo>
                <a:lnTo>
                  <a:pt x="1731861" y="482045"/>
                </a:lnTo>
                <a:lnTo>
                  <a:pt x="1726153" y="485319"/>
                </a:lnTo>
                <a:lnTo>
                  <a:pt x="1720418" y="483968"/>
                </a:lnTo>
                <a:lnTo>
                  <a:pt x="1718408" y="483381"/>
                </a:lnTo>
                <a:lnTo>
                  <a:pt x="1716697" y="482331"/>
                </a:lnTo>
                <a:close/>
              </a:path>
              <a:path w="5142230" h="2300604">
                <a:moveTo>
                  <a:pt x="3448487" y="2014780"/>
                </a:moveTo>
                <a:lnTo>
                  <a:pt x="3444757" y="2010787"/>
                </a:lnTo>
                <a:lnTo>
                  <a:pt x="3443741" y="2008722"/>
                </a:lnTo>
                <a:lnTo>
                  <a:pt x="3442884" y="2000474"/>
                </a:lnTo>
                <a:lnTo>
                  <a:pt x="3447173" y="1995290"/>
                </a:lnTo>
                <a:lnTo>
                  <a:pt x="3452951" y="1994731"/>
                </a:lnTo>
                <a:lnTo>
                  <a:pt x="3458774" y="1994122"/>
                </a:lnTo>
                <a:lnTo>
                  <a:pt x="3463917" y="1998357"/>
                </a:lnTo>
                <a:lnTo>
                  <a:pt x="3465130" y="2010017"/>
                </a:lnTo>
                <a:lnTo>
                  <a:pt x="3460895" y="2015160"/>
                </a:lnTo>
                <a:lnTo>
                  <a:pt x="3451657" y="2016121"/>
                </a:lnTo>
                <a:lnTo>
                  <a:pt x="3448487" y="2014780"/>
                </a:lnTo>
                <a:close/>
              </a:path>
              <a:path w="5142230" h="2300604">
                <a:moveTo>
                  <a:pt x="1992501" y="550117"/>
                </a:moveTo>
                <a:lnTo>
                  <a:pt x="1988812" y="546168"/>
                </a:lnTo>
                <a:lnTo>
                  <a:pt x="1987753" y="542591"/>
                </a:lnTo>
                <a:lnTo>
                  <a:pt x="1989908" y="533364"/>
                </a:lnTo>
                <a:lnTo>
                  <a:pt x="1995601" y="529781"/>
                </a:lnTo>
                <a:lnTo>
                  <a:pt x="2001267" y="531154"/>
                </a:lnTo>
                <a:lnTo>
                  <a:pt x="2006981" y="532482"/>
                </a:lnTo>
                <a:lnTo>
                  <a:pt x="2010470" y="538171"/>
                </a:lnTo>
                <a:lnTo>
                  <a:pt x="2009191" y="543840"/>
                </a:lnTo>
                <a:lnTo>
                  <a:pt x="2007818" y="549506"/>
                </a:lnTo>
                <a:lnTo>
                  <a:pt x="2002174" y="553043"/>
                </a:lnTo>
                <a:lnTo>
                  <a:pt x="1994352" y="551219"/>
                </a:lnTo>
                <a:lnTo>
                  <a:pt x="1992501" y="550117"/>
                </a:lnTo>
                <a:close/>
              </a:path>
              <a:path w="5142230" h="2300604">
                <a:moveTo>
                  <a:pt x="1648064" y="463991"/>
                </a:moveTo>
                <a:lnTo>
                  <a:pt x="1644329" y="459992"/>
                </a:lnTo>
                <a:lnTo>
                  <a:pt x="1643277" y="456227"/>
                </a:lnTo>
                <a:lnTo>
                  <a:pt x="1644341" y="452576"/>
                </a:lnTo>
                <a:lnTo>
                  <a:pt x="1645858" y="446967"/>
                </a:lnTo>
                <a:lnTo>
                  <a:pt x="1651328" y="443830"/>
                </a:lnTo>
                <a:lnTo>
                  <a:pt x="1651685" y="443625"/>
                </a:lnTo>
                <a:lnTo>
                  <a:pt x="1662957" y="446700"/>
                </a:lnTo>
                <a:lnTo>
                  <a:pt x="1666201" y="452518"/>
                </a:lnTo>
                <a:lnTo>
                  <a:pt x="1664688" y="458131"/>
                </a:lnTo>
                <a:lnTo>
                  <a:pt x="1663131" y="463795"/>
                </a:lnTo>
                <a:lnTo>
                  <a:pt x="1657707" y="466884"/>
                </a:lnTo>
                <a:lnTo>
                  <a:pt x="1657349" y="467087"/>
                </a:lnTo>
                <a:lnTo>
                  <a:pt x="1651690" y="465526"/>
                </a:lnTo>
                <a:lnTo>
                  <a:pt x="1649771" y="465036"/>
                </a:lnTo>
                <a:lnTo>
                  <a:pt x="1648064" y="463991"/>
                </a:lnTo>
                <a:close/>
              </a:path>
              <a:path w="5142230" h="2300604">
                <a:moveTo>
                  <a:pt x="1309631" y="356824"/>
                </a:moveTo>
                <a:lnTo>
                  <a:pt x="1305896" y="352826"/>
                </a:lnTo>
                <a:lnTo>
                  <a:pt x="1304906" y="348638"/>
                </a:lnTo>
                <a:lnTo>
                  <a:pt x="1306312" y="344767"/>
                </a:lnTo>
                <a:lnTo>
                  <a:pt x="1308339" y="339313"/>
                </a:lnTo>
                <a:lnTo>
                  <a:pt x="1314383" y="336497"/>
                </a:lnTo>
                <a:lnTo>
                  <a:pt x="1319838" y="338524"/>
                </a:lnTo>
                <a:lnTo>
                  <a:pt x="1325341" y="340505"/>
                </a:lnTo>
                <a:lnTo>
                  <a:pt x="1328153" y="346644"/>
                </a:lnTo>
                <a:lnTo>
                  <a:pt x="1324100" y="357553"/>
                </a:lnTo>
                <a:lnTo>
                  <a:pt x="1318056" y="360369"/>
                </a:lnTo>
                <a:lnTo>
                  <a:pt x="1312601" y="358342"/>
                </a:lnTo>
                <a:lnTo>
                  <a:pt x="1310968" y="357767"/>
                </a:lnTo>
                <a:lnTo>
                  <a:pt x="1309631" y="356824"/>
                </a:lnTo>
                <a:close/>
              </a:path>
              <a:path w="5142230" h="2300604">
                <a:moveTo>
                  <a:pt x="3527799" y="2286769"/>
                </a:moveTo>
                <a:lnTo>
                  <a:pt x="3524014" y="2282717"/>
                </a:lnTo>
                <a:lnTo>
                  <a:pt x="3523478" y="2281948"/>
                </a:lnTo>
                <a:lnTo>
                  <a:pt x="3523081" y="2281132"/>
                </a:lnTo>
                <a:lnTo>
                  <a:pt x="3520278" y="2275980"/>
                </a:lnTo>
                <a:lnTo>
                  <a:pt x="3522194" y="2269625"/>
                </a:lnTo>
                <a:lnTo>
                  <a:pt x="3532443" y="2264077"/>
                </a:lnTo>
                <a:lnTo>
                  <a:pt x="3538842" y="2265943"/>
                </a:lnTo>
                <a:lnTo>
                  <a:pt x="3544440" y="2276236"/>
                </a:lnTo>
                <a:lnTo>
                  <a:pt x="3542476" y="2282637"/>
                </a:lnTo>
                <a:lnTo>
                  <a:pt x="3537334" y="2285441"/>
                </a:lnTo>
                <a:lnTo>
                  <a:pt x="3533002" y="2287743"/>
                </a:lnTo>
                <a:lnTo>
                  <a:pt x="3527799" y="2286769"/>
                </a:lnTo>
                <a:close/>
              </a:path>
              <a:path w="5142230" h="2300604">
                <a:moveTo>
                  <a:pt x="3497517" y="2222194"/>
                </a:moveTo>
                <a:lnTo>
                  <a:pt x="3493736" y="2218147"/>
                </a:lnTo>
                <a:lnTo>
                  <a:pt x="3493017" y="2217083"/>
                </a:lnTo>
                <a:lnTo>
                  <a:pt x="3492493" y="2215838"/>
                </a:lnTo>
                <a:lnTo>
                  <a:pt x="3490314" y="2210377"/>
                </a:lnTo>
                <a:lnTo>
                  <a:pt x="3492982" y="2204241"/>
                </a:lnTo>
                <a:lnTo>
                  <a:pt x="3498385" y="2202107"/>
                </a:lnTo>
                <a:lnTo>
                  <a:pt x="3503800" y="2199889"/>
                </a:lnTo>
                <a:lnTo>
                  <a:pt x="3509941" y="2202552"/>
                </a:lnTo>
                <a:lnTo>
                  <a:pt x="3512164" y="2207963"/>
                </a:lnTo>
                <a:lnTo>
                  <a:pt x="3514294" y="2213370"/>
                </a:lnTo>
                <a:lnTo>
                  <a:pt x="3511630" y="2219511"/>
                </a:lnTo>
                <a:lnTo>
                  <a:pt x="3506263" y="2221684"/>
                </a:lnTo>
                <a:lnTo>
                  <a:pt x="3502320" y="2223230"/>
                </a:lnTo>
                <a:lnTo>
                  <a:pt x="3502053" y="2223335"/>
                </a:lnTo>
                <a:lnTo>
                  <a:pt x="3497517" y="2222194"/>
                </a:lnTo>
                <a:close/>
              </a:path>
              <a:path w="5142230" h="2300604">
                <a:moveTo>
                  <a:pt x="3828977" y="2245751"/>
                </a:moveTo>
                <a:lnTo>
                  <a:pt x="3825055" y="2241552"/>
                </a:lnTo>
                <a:lnTo>
                  <a:pt x="3825079" y="2235421"/>
                </a:lnTo>
                <a:lnTo>
                  <a:pt x="3828847" y="2231536"/>
                </a:lnTo>
                <a:lnTo>
                  <a:pt x="3832715" y="2227466"/>
                </a:lnTo>
                <a:lnTo>
                  <a:pt x="3839087" y="2227348"/>
                </a:lnTo>
                <a:lnTo>
                  <a:pt x="3843157" y="2231216"/>
                </a:lnTo>
                <a:lnTo>
                  <a:pt x="3847183" y="2235134"/>
                </a:lnTo>
                <a:lnTo>
                  <a:pt x="3847342" y="2241560"/>
                </a:lnTo>
                <a:lnTo>
                  <a:pt x="3843429" y="2245581"/>
                </a:lnTo>
                <a:lnTo>
                  <a:pt x="3839609" y="2249606"/>
                </a:lnTo>
                <a:lnTo>
                  <a:pt x="3833133" y="2249711"/>
                </a:lnTo>
                <a:lnTo>
                  <a:pt x="3828977" y="2245751"/>
                </a:lnTo>
                <a:close/>
              </a:path>
              <a:path w="5142230" h="2300604">
                <a:moveTo>
                  <a:pt x="3661108" y="2023434"/>
                </a:moveTo>
                <a:lnTo>
                  <a:pt x="3657423" y="2019489"/>
                </a:lnTo>
                <a:lnTo>
                  <a:pt x="3656929" y="2018764"/>
                </a:lnTo>
                <a:lnTo>
                  <a:pt x="3656531" y="2017948"/>
                </a:lnTo>
                <a:lnTo>
                  <a:pt x="3653910" y="2012992"/>
                </a:lnTo>
                <a:lnTo>
                  <a:pt x="3655775" y="2006875"/>
                </a:lnTo>
                <a:lnTo>
                  <a:pt x="3665674" y="2001637"/>
                </a:lnTo>
                <a:lnTo>
                  <a:pt x="3671795" y="2003498"/>
                </a:lnTo>
                <a:lnTo>
                  <a:pt x="3677074" y="2013450"/>
                </a:lnTo>
                <a:lnTo>
                  <a:pt x="3675173" y="2019527"/>
                </a:lnTo>
                <a:lnTo>
                  <a:pt x="3670217" y="2022139"/>
                </a:lnTo>
                <a:lnTo>
                  <a:pt x="3666086" y="2024364"/>
                </a:lnTo>
                <a:lnTo>
                  <a:pt x="3661108" y="2023434"/>
                </a:lnTo>
                <a:close/>
              </a:path>
              <a:path w="5142230" h="2300604">
                <a:moveTo>
                  <a:pt x="3480131" y="1266976"/>
                </a:moveTo>
                <a:lnTo>
                  <a:pt x="3476578" y="1263173"/>
                </a:lnTo>
                <a:lnTo>
                  <a:pt x="3475731" y="1261680"/>
                </a:lnTo>
                <a:lnTo>
                  <a:pt x="3475264" y="1260007"/>
                </a:lnTo>
                <a:lnTo>
                  <a:pt x="3473849" y="1254582"/>
                </a:lnTo>
                <a:lnTo>
                  <a:pt x="3477100" y="1249070"/>
                </a:lnTo>
                <a:lnTo>
                  <a:pt x="3482489" y="1247606"/>
                </a:lnTo>
                <a:lnTo>
                  <a:pt x="3487915" y="1246181"/>
                </a:lnTo>
                <a:lnTo>
                  <a:pt x="3493471" y="1249391"/>
                </a:lnTo>
                <a:lnTo>
                  <a:pt x="3496316" y="1260257"/>
                </a:lnTo>
                <a:lnTo>
                  <a:pt x="3493101" y="1265808"/>
                </a:lnTo>
                <a:lnTo>
                  <a:pt x="3487675" y="1267233"/>
                </a:lnTo>
                <a:lnTo>
                  <a:pt x="3483954" y="1268234"/>
                </a:lnTo>
                <a:lnTo>
                  <a:pt x="3480131" y="1266976"/>
                </a:lnTo>
                <a:close/>
              </a:path>
              <a:path w="5142230" h="2300604">
                <a:moveTo>
                  <a:pt x="3737854" y="2143514"/>
                </a:moveTo>
                <a:lnTo>
                  <a:pt x="3733567" y="2138925"/>
                </a:lnTo>
                <a:lnTo>
                  <a:pt x="3730225" y="2134468"/>
                </a:lnTo>
                <a:lnTo>
                  <a:pt x="3731050" y="2128118"/>
                </a:lnTo>
                <a:lnTo>
                  <a:pt x="3735556" y="2124731"/>
                </a:lnTo>
                <a:lnTo>
                  <a:pt x="3739968" y="2121340"/>
                </a:lnTo>
                <a:lnTo>
                  <a:pt x="3746358" y="2122219"/>
                </a:lnTo>
                <a:lnTo>
                  <a:pt x="3749749" y="2126630"/>
                </a:lnTo>
                <a:lnTo>
                  <a:pt x="3753136" y="2131136"/>
                </a:lnTo>
                <a:lnTo>
                  <a:pt x="3752217" y="2137483"/>
                </a:lnTo>
                <a:lnTo>
                  <a:pt x="3747805" y="2140873"/>
                </a:lnTo>
                <a:lnTo>
                  <a:pt x="3743637" y="2144036"/>
                </a:lnTo>
                <a:lnTo>
                  <a:pt x="3737854" y="2143514"/>
                </a:lnTo>
                <a:close/>
              </a:path>
              <a:path w="5142230" h="2300604">
                <a:moveTo>
                  <a:pt x="3697075" y="2085004"/>
                </a:moveTo>
                <a:lnTo>
                  <a:pt x="3692923" y="2080560"/>
                </a:lnTo>
                <a:lnTo>
                  <a:pt x="3692606" y="2080025"/>
                </a:lnTo>
                <a:lnTo>
                  <a:pt x="3689557" y="2075294"/>
                </a:lnTo>
                <a:lnTo>
                  <a:pt x="3690949" y="2069063"/>
                </a:lnTo>
                <a:lnTo>
                  <a:pt x="3700366" y="2063015"/>
                </a:lnTo>
                <a:lnTo>
                  <a:pt x="3706692" y="2064410"/>
                </a:lnTo>
                <a:lnTo>
                  <a:pt x="3709647" y="2069138"/>
                </a:lnTo>
                <a:lnTo>
                  <a:pt x="3712646" y="2073814"/>
                </a:lnTo>
                <a:lnTo>
                  <a:pt x="3711299" y="2080094"/>
                </a:lnTo>
                <a:lnTo>
                  <a:pt x="3706573" y="2083149"/>
                </a:lnTo>
                <a:lnTo>
                  <a:pt x="3702371" y="2085786"/>
                </a:lnTo>
                <a:lnTo>
                  <a:pt x="3697075" y="2085004"/>
                </a:lnTo>
                <a:close/>
              </a:path>
              <a:path w="5142230" h="2300604">
                <a:moveTo>
                  <a:pt x="3783182" y="2198488"/>
                </a:moveTo>
                <a:lnTo>
                  <a:pt x="3779265" y="2194295"/>
                </a:lnTo>
                <a:lnTo>
                  <a:pt x="3775536" y="2190108"/>
                </a:lnTo>
                <a:lnTo>
                  <a:pt x="3775898" y="2183652"/>
                </a:lnTo>
                <a:lnTo>
                  <a:pt x="3783924" y="2176507"/>
                </a:lnTo>
                <a:lnTo>
                  <a:pt x="3784223" y="2176241"/>
                </a:lnTo>
                <a:lnTo>
                  <a:pt x="3790637" y="2176558"/>
                </a:lnTo>
                <a:lnTo>
                  <a:pt x="3798094" y="2184932"/>
                </a:lnTo>
                <a:lnTo>
                  <a:pt x="3797777" y="2191337"/>
                </a:lnTo>
                <a:lnTo>
                  <a:pt x="3789752" y="2198483"/>
                </a:lnTo>
                <a:lnTo>
                  <a:pt x="3789452" y="2198749"/>
                </a:lnTo>
                <a:lnTo>
                  <a:pt x="3783182" y="2198488"/>
                </a:lnTo>
                <a:close/>
              </a:path>
              <a:path w="5142230" h="2300604">
                <a:moveTo>
                  <a:pt x="3460016" y="1199112"/>
                </a:moveTo>
                <a:lnTo>
                  <a:pt x="3456418" y="1195260"/>
                </a:lnTo>
                <a:lnTo>
                  <a:pt x="3455656" y="1194054"/>
                </a:lnTo>
                <a:lnTo>
                  <a:pt x="3453383" y="1187320"/>
                </a:lnTo>
                <a:lnTo>
                  <a:pt x="3456218" y="1181558"/>
                </a:lnTo>
                <a:lnTo>
                  <a:pt x="3466867" y="1178002"/>
                </a:lnTo>
                <a:lnTo>
                  <a:pt x="3472629" y="1180846"/>
                </a:lnTo>
                <a:lnTo>
                  <a:pt x="3476185" y="1191495"/>
                </a:lnTo>
                <a:lnTo>
                  <a:pt x="3473295" y="1197199"/>
                </a:lnTo>
                <a:lnTo>
                  <a:pt x="3468041" y="1199003"/>
                </a:lnTo>
                <a:lnTo>
                  <a:pt x="3464130" y="1200291"/>
                </a:lnTo>
                <a:lnTo>
                  <a:pt x="3460016" y="1199112"/>
                </a:lnTo>
                <a:close/>
              </a:path>
              <a:path w="5142230" h="2300604">
                <a:moveTo>
                  <a:pt x="3538526" y="1616568"/>
                </a:moveTo>
                <a:lnTo>
                  <a:pt x="3534969" y="1612760"/>
                </a:lnTo>
                <a:lnTo>
                  <a:pt x="3533997" y="1610938"/>
                </a:lnTo>
                <a:lnTo>
                  <a:pt x="3532834" y="1603340"/>
                </a:lnTo>
                <a:lnTo>
                  <a:pt x="3536651" y="1598140"/>
                </a:lnTo>
                <a:lnTo>
                  <a:pt x="3542152" y="1597284"/>
                </a:lnTo>
                <a:lnTo>
                  <a:pt x="3547706" y="1596387"/>
                </a:lnTo>
                <a:lnTo>
                  <a:pt x="3552862" y="1600245"/>
                </a:lnTo>
                <a:lnTo>
                  <a:pt x="3554615" y="1611309"/>
                </a:lnTo>
                <a:lnTo>
                  <a:pt x="3550757" y="1616465"/>
                </a:lnTo>
                <a:lnTo>
                  <a:pt x="3541829" y="1617856"/>
                </a:lnTo>
                <a:lnTo>
                  <a:pt x="3538526" y="1616568"/>
                </a:lnTo>
                <a:close/>
              </a:path>
              <a:path w="5142230" h="2300604">
                <a:moveTo>
                  <a:pt x="3630251" y="1959123"/>
                </a:moveTo>
                <a:lnTo>
                  <a:pt x="3626657" y="1955276"/>
                </a:lnTo>
                <a:lnTo>
                  <a:pt x="3625975" y="1954351"/>
                </a:lnTo>
                <a:lnTo>
                  <a:pt x="3623234" y="1947897"/>
                </a:lnTo>
                <a:lnTo>
                  <a:pt x="3625688" y="1942118"/>
                </a:lnTo>
                <a:lnTo>
                  <a:pt x="3635943" y="1937652"/>
                </a:lnTo>
                <a:lnTo>
                  <a:pt x="3641905" y="1940027"/>
                </a:lnTo>
                <a:lnTo>
                  <a:pt x="3646371" y="1950282"/>
                </a:lnTo>
                <a:lnTo>
                  <a:pt x="3643948" y="1956289"/>
                </a:lnTo>
                <a:lnTo>
                  <a:pt x="3638869" y="1958477"/>
                </a:lnTo>
                <a:lnTo>
                  <a:pt x="3634795" y="1960274"/>
                </a:lnTo>
                <a:lnTo>
                  <a:pt x="3630251" y="1959123"/>
                </a:lnTo>
                <a:close/>
              </a:path>
              <a:path w="5142230" h="2300604">
                <a:moveTo>
                  <a:pt x="3564930" y="1756263"/>
                </a:moveTo>
                <a:lnTo>
                  <a:pt x="3561331" y="1752411"/>
                </a:lnTo>
                <a:lnTo>
                  <a:pt x="3560439" y="1750870"/>
                </a:lnTo>
                <a:lnTo>
                  <a:pt x="3558797" y="1743638"/>
                </a:lnTo>
                <a:lnTo>
                  <a:pt x="3561937" y="1738594"/>
                </a:lnTo>
                <a:lnTo>
                  <a:pt x="3562193" y="1738183"/>
                </a:lnTo>
                <a:lnTo>
                  <a:pt x="3567666" y="1736906"/>
                </a:lnTo>
                <a:lnTo>
                  <a:pt x="3573089" y="1735674"/>
                </a:lnTo>
                <a:lnTo>
                  <a:pt x="3578540" y="1739065"/>
                </a:lnTo>
                <a:lnTo>
                  <a:pt x="3581053" y="1749967"/>
                </a:lnTo>
                <a:lnTo>
                  <a:pt x="3577913" y="1755011"/>
                </a:lnTo>
                <a:lnTo>
                  <a:pt x="3577658" y="1755422"/>
                </a:lnTo>
                <a:lnTo>
                  <a:pt x="3572185" y="1756699"/>
                </a:lnTo>
                <a:lnTo>
                  <a:pt x="3568565" y="1757515"/>
                </a:lnTo>
                <a:lnTo>
                  <a:pt x="3564930" y="1756263"/>
                </a:lnTo>
                <a:close/>
              </a:path>
              <a:path w="5142230" h="2300604">
                <a:moveTo>
                  <a:pt x="3582648" y="1825179"/>
                </a:moveTo>
                <a:lnTo>
                  <a:pt x="3579049" y="1821327"/>
                </a:lnTo>
                <a:lnTo>
                  <a:pt x="3578249" y="1819883"/>
                </a:lnTo>
                <a:lnTo>
                  <a:pt x="3576220" y="1812921"/>
                </a:lnTo>
                <a:lnTo>
                  <a:pt x="3579385" y="1807317"/>
                </a:lnTo>
                <a:lnTo>
                  <a:pt x="3584773" y="1805753"/>
                </a:lnTo>
                <a:lnTo>
                  <a:pt x="3590157" y="1804284"/>
                </a:lnTo>
                <a:lnTo>
                  <a:pt x="3595765" y="1807355"/>
                </a:lnTo>
                <a:lnTo>
                  <a:pt x="3598797" y="1818128"/>
                </a:lnTo>
                <a:lnTo>
                  <a:pt x="3595727" y="1823735"/>
                </a:lnTo>
                <a:lnTo>
                  <a:pt x="3586520" y="1826392"/>
                </a:lnTo>
                <a:lnTo>
                  <a:pt x="3582648" y="1825179"/>
                </a:lnTo>
                <a:close/>
              </a:path>
              <a:path w="5142230" h="2300604">
                <a:moveTo>
                  <a:pt x="3604278" y="1892905"/>
                </a:moveTo>
                <a:lnTo>
                  <a:pt x="3600679" y="1889053"/>
                </a:lnTo>
                <a:lnTo>
                  <a:pt x="3599918" y="1887847"/>
                </a:lnTo>
                <a:lnTo>
                  <a:pt x="3599397" y="1886508"/>
                </a:lnTo>
                <a:lnTo>
                  <a:pt x="3597543" y="1881199"/>
                </a:lnTo>
                <a:lnTo>
                  <a:pt x="3600342" y="1875398"/>
                </a:lnTo>
                <a:lnTo>
                  <a:pt x="3610895" y="1871740"/>
                </a:lnTo>
                <a:lnTo>
                  <a:pt x="3616660" y="1874490"/>
                </a:lnTo>
                <a:lnTo>
                  <a:pt x="3618554" y="1879743"/>
                </a:lnTo>
                <a:lnTo>
                  <a:pt x="3620408" y="1885051"/>
                </a:lnTo>
                <a:lnTo>
                  <a:pt x="3617613" y="1890857"/>
                </a:lnTo>
                <a:lnTo>
                  <a:pt x="3612359" y="1892661"/>
                </a:lnTo>
                <a:lnTo>
                  <a:pt x="3608392" y="1894084"/>
                </a:lnTo>
                <a:lnTo>
                  <a:pt x="3604278" y="1892905"/>
                </a:lnTo>
                <a:close/>
              </a:path>
              <a:path w="5142230" h="2300604">
                <a:moveTo>
                  <a:pt x="3509209" y="1405624"/>
                </a:moveTo>
                <a:lnTo>
                  <a:pt x="3505660" y="1401826"/>
                </a:lnTo>
                <a:lnTo>
                  <a:pt x="3504684" y="1399999"/>
                </a:lnTo>
                <a:lnTo>
                  <a:pt x="3503477" y="1392451"/>
                </a:lnTo>
                <a:lnTo>
                  <a:pt x="3507191" y="1387238"/>
                </a:lnTo>
                <a:lnTo>
                  <a:pt x="3518208" y="1385347"/>
                </a:lnTo>
                <a:lnTo>
                  <a:pt x="3523466" y="1389119"/>
                </a:lnTo>
                <a:lnTo>
                  <a:pt x="3524363" y="1394673"/>
                </a:lnTo>
                <a:lnTo>
                  <a:pt x="3525308" y="1400181"/>
                </a:lnTo>
                <a:lnTo>
                  <a:pt x="3521586" y="1405385"/>
                </a:lnTo>
                <a:lnTo>
                  <a:pt x="3516036" y="1406286"/>
                </a:lnTo>
                <a:lnTo>
                  <a:pt x="3512570" y="1406876"/>
                </a:lnTo>
                <a:lnTo>
                  <a:pt x="3509209" y="1405624"/>
                </a:lnTo>
                <a:close/>
              </a:path>
              <a:path w="5142230" h="2300604">
                <a:moveTo>
                  <a:pt x="3550393" y="1686649"/>
                </a:moveTo>
                <a:lnTo>
                  <a:pt x="3546845" y="1682850"/>
                </a:lnTo>
                <a:lnTo>
                  <a:pt x="3545960" y="1681121"/>
                </a:lnTo>
                <a:lnTo>
                  <a:pt x="3545532" y="1679002"/>
                </a:lnTo>
                <a:lnTo>
                  <a:pt x="3544555" y="1673556"/>
                </a:lnTo>
                <a:lnTo>
                  <a:pt x="3548188" y="1668355"/>
                </a:lnTo>
                <a:lnTo>
                  <a:pt x="3559207" y="1666271"/>
                </a:lnTo>
                <a:lnTo>
                  <a:pt x="3564468" y="1669948"/>
                </a:lnTo>
                <a:lnTo>
                  <a:pt x="3566503" y="1680923"/>
                </a:lnTo>
                <a:lnTo>
                  <a:pt x="3562876" y="1686229"/>
                </a:lnTo>
                <a:lnTo>
                  <a:pt x="3557364" y="1687268"/>
                </a:lnTo>
                <a:lnTo>
                  <a:pt x="3553849" y="1687904"/>
                </a:lnTo>
                <a:lnTo>
                  <a:pt x="3550393" y="1686649"/>
                </a:lnTo>
                <a:close/>
              </a:path>
              <a:path w="5142230" h="2300604">
                <a:moveTo>
                  <a:pt x="3496238" y="1335926"/>
                </a:moveTo>
                <a:lnTo>
                  <a:pt x="3492690" y="1332128"/>
                </a:lnTo>
                <a:lnTo>
                  <a:pt x="3491796" y="1330488"/>
                </a:lnTo>
                <a:lnTo>
                  <a:pt x="3491389" y="1328585"/>
                </a:lnTo>
                <a:lnTo>
                  <a:pt x="3490300" y="1323119"/>
                </a:lnTo>
                <a:lnTo>
                  <a:pt x="3493792" y="1317766"/>
                </a:lnTo>
                <a:lnTo>
                  <a:pt x="3499261" y="1316584"/>
                </a:lnTo>
                <a:lnTo>
                  <a:pt x="3504776" y="1315449"/>
                </a:lnTo>
                <a:lnTo>
                  <a:pt x="3510134" y="1318936"/>
                </a:lnTo>
                <a:lnTo>
                  <a:pt x="3512398" y="1329961"/>
                </a:lnTo>
                <a:lnTo>
                  <a:pt x="3508915" y="1335324"/>
                </a:lnTo>
                <a:lnTo>
                  <a:pt x="3499783" y="1337180"/>
                </a:lnTo>
                <a:lnTo>
                  <a:pt x="3496238" y="1335926"/>
                </a:lnTo>
                <a:close/>
              </a:path>
              <a:path w="5142230" h="2300604">
                <a:moveTo>
                  <a:pt x="3528599" y="1546218"/>
                </a:moveTo>
                <a:lnTo>
                  <a:pt x="3525046" y="1542415"/>
                </a:lnTo>
                <a:lnTo>
                  <a:pt x="3524117" y="1540443"/>
                </a:lnTo>
                <a:lnTo>
                  <a:pt x="3523818" y="1538266"/>
                </a:lnTo>
                <a:lnTo>
                  <a:pt x="3523110" y="1532718"/>
                </a:lnTo>
                <a:lnTo>
                  <a:pt x="3527059" y="1527660"/>
                </a:lnTo>
                <a:lnTo>
                  <a:pt x="3538154" y="1526243"/>
                </a:lnTo>
                <a:lnTo>
                  <a:pt x="3543257" y="1530142"/>
                </a:lnTo>
                <a:lnTo>
                  <a:pt x="3544678" y="1541242"/>
                </a:lnTo>
                <a:lnTo>
                  <a:pt x="3540775" y="1546350"/>
                </a:lnTo>
                <a:lnTo>
                  <a:pt x="3535133" y="1547054"/>
                </a:lnTo>
                <a:lnTo>
                  <a:pt x="3531813" y="1547508"/>
                </a:lnTo>
                <a:lnTo>
                  <a:pt x="3528599" y="1546218"/>
                </a:lnTo>
                <a:close/>
              </a:path>
              <a:path w="5142230" h="2300604">
                <a:moveTo>
                  <a:pt x="3519662" y="1475756"/>
                </a:moveTo>
                <a:lnTo>
                  <a:pt x="3516114" y="1471958"/>
                </a:lnTo>
                <a:lnTo>
                  <a:pt x="3515186" y="1470085"/>
                </a:lnTo>
                <a:lnTo>
                  <a:pt x="3514126" y="1462401"/>
                </a:lnTo>
                <a:lnTo>
                  <a:pt x="3517984" y="1457245"/>
                </a:lnTo>
                <a:lnTo>
                  <a:pt x="3523576" y="1456486"/>
                </a:lnTo>
                <a:lnTo>
                  <a:pt x="3529123" y="1455778"/>
                </a:lnTo>
                <a:lnTo>
                  <a:pt x="3534190" y="1459637"/>
                </a:lnTo>
                <a:lnTo>
                  <a:pt x="3534988" y="1465183"/>
                </a:lnTo>
                <a:lnTo>
                  <a:pt x="3535700" y="1470736"/>
                </a:lnTo>
                <a:lnTo>
                  <a:pt x="3531843" y="1475892"/>
                </a:lnTo>
                <a:lnTo>
                  <a:pt x="3522881" y="1477050"/>
                </a:lnTo>
                <a:lnTo>
                  <a:pt x="3519662" y="1475756"/>
                </a:lnTo>
                <a:close/>
              </a:path>
              <a:path w="5142230" h="2300604">
                <a:moveTo>
                  <a:pt x="1733628" y="396844"/>
                </a:moveTo>
                <a:lnTo>
                  <a:pt x="1730070" y="393036"/>
                </a:lnTo>
                <a:lnTo>
                  <a:pt x="1729059" y="389607"/>
                </a:lnTo>
                <a:lnTo>
                  <a:pt x="1729789" y="386186"/>
                </a:lnTo>
                <a:lnTo>
                  <a:pt x="1731107" y="380754"/>
                </a:lnTo>
                <a:lnTo>
                  <a:pt x="1736554" y="377300"/>
                </a:lnTo>
                <a:lnTo>
                  <a:pt x="1741990" y="378623"/>
                </a:lnTo>
                <a:lnTo>
                  <a:pt x="1747471" y="379895"/>
                </a:lnTo>
                <a:lnTo>
                  <a:pt x="1750826" y="385344"/>
                </a:lnTo>
                <a:lnTo>
                  <a:pt x="1749598" y="390774"/>
                </a:lnTo>
                <a:lnTo>
                  <a:pt x="1748330" y="396259"/>
                </a:lnTo>
                <a:lnTo>
                  <a:pt x="1742881" y="399614"/>
                </a:lnTo>
                <a:lnTo>
                  <a:pt x="1737401" y="398342"/>
                </a:lnTo>
                <a:lnTo>
                  <a:pt x="1735339" y="397894"/>
                </a:lnTo>
                <a:lnTo>
                  <a:pt x="1733628" y="396844"/>
                </a:lnTo>
                <a:close/>
              </a:path>
              <a:path w="5142230" h="2300604">
                <a:moveTo>
                  <a:pt x="3271601" y="899574"/>
                </a:moveTo>
                <a:lnTo>
                  <a:pt x="3267452" y="895132"/>
                </a:lnTo>
                <a:lnTo>
                  <a:pt x="3267369" y="889182"/>
                </a:lnTo>
                <a:lnTo>
                  <a:pt x="3274685" y="881078"/>
                </a:lnTo>
                <a:lnTo>
                  <a:pt x="3281069" y="880776"/>
                </a:lnTo>
                <a:lnTo>
                  <a:pt x="3289398" y="888327"/>
                </a:lnTo>
                <a:lnTo>
                  <a:pt x="3289706" y="894714"/>
                </a:lnTo>
                <a:lnTo>
                  <a:pt x="3282151" y="903049"/>
                </a:lnTo>
                <a:lnTo>
                  <a:pt x="3275722" y="903303"/>
                </a:lnTo>
                <a:lnTo>
                  <a:pt x="3271601" y="899574"/>
                </a:lnTo>
                <a:close/>
              </a:path>
              <a:path w="5142230" h="2300604">
                <a:moveTo>
                  <a:pt x="3157021" y="816409"/>
                </a:moveTo>
                <a:lnTo>
                  <a:pt x="3153377" y="812508"/>
                </a:lnTo>
                <a:lnTo>
                  <a:pt x="3152688" y="807665"/>
                </a:lnTo>
                <a:lnTo>
                  <a:pt x="3157807" y="798874"/>
                </a:lnTo>
                <a:lnTo>
                  <a:pt x="3164001" y="797196"/>
                </a:lnTo>
                <a:lnTo>
                  <a:pt x="3173718" y="802811"/>
                </a:lnTo>
                <a:lnTo>
                  <a:pt x="3175402" y="809009"/>
                </a:lnTo>
                <a:lnTo>
                  <a:pt x="3169732" y="818679"/>
                </a:lnTo>
                <a:lnTo>
                  <a:pt x="3163539" y="820355"/>
                </a:lnTo>
                <a:lnTo>
                  <a:pt x="3158724" y="817549"/>
                </a:lnTo>
                <a:lnTo>
                  <a:pt x="3157803" y="817049"/>
                </a:lnTo>
                <a:lnTo>
                  <a:pt x="3157021" y="816409"/>
                </a:lnTo>
                <a:close/>
              </a:path>
              <a:path w="5142230" h="2300604">
                <a:moveTo>
                  <a:pt x="3216885" y="855176"/>
                </a:moveTo>
                <a:lnTo>
                  <a:pt x="3212680" y="850675"/>
                </a:lnTo>
                <a:lnTo>
                  <a:pt x="3212212" y="845388"/>
                </a:lnTo>
                <a:lnTo>
                  <a:pt x="3218405" y="836863"/>
                </a:lnTo>
                <a:lnTo>
                  <a:pt x="3224760" y="835848"/>
                </a:lnTo>
                <a:lnTo>
                  <a:pt x="3233842" y="842440"/>
                </a:lnTo>
                <a:lnTo>
                  <a:pt x="3234808" y="848752"/>
                </a:lnTo>
                <a:lnTo>
                  <a:pt x="3231537" y="853268"/>
                </a:lnTo>
                <a:lnTo>
                  <a:pt x="3228266" y="857876"/>
                </a:lnTo>
                <a:lnTo>
                  <a:pt x="3221954" y="858842"/>
                </a:lnTo>
                <a:lnTo>
                  <a:pt x="3216885" y="855176"/>
                </a:lnTo>
                <a:close/>
              </a:path>
              <a:path w="5142230" h="2300604">
                <a:moveTo>
                  <a:pt x="3324430" y="953587"/>
                </a:moveTo>
                <a:lnTo>
                  <a:pt x="3320467" y="949345"/>
                </a:lnTo>
                <a:lnTo>
                  <a:pt x="3316786" y="945113"/>
                </a:lnTo>
                <a:lnTo>
                  <a:pt x="3317194" y="938706"/>
                </a:lnTo>
                <a:lnTo>
                  <a:pt x="3325101" y="931825"/>
                </a:lnTo>
                <a:lnTo>
                  <a:pt x="3325605" y="931387"/>
                </a:lnTo>
                <a:lnTo>
                  <a:pt x="3332018" y="931798"/>
                </a:lnTo>
                <a:lnTo>
                  <a:pt x="3335692" y="936027"/>
                </a:lnTo>
                <a:lnTo>
                  <a:pt x="3339423" y="940212"/>
                </a:lnTo>
                <a:lnTo>
                  <a:pt x="3338965" y="946666"/>
                </a:lnTo>
                <a:lnTo>
                  <a:pt x="3331056" y="953544"/>
                </a:lnTo>
                <a:lnTo>
                  <a:pt x="3330604" y="953938"/>
                </a:lnTo>
                <a:lnTo>
                  <a:pt x="3324430" y="953587"/>
                </a:lnTo>
                <a:close/>
              </a:path>
              <a:path w="5142230" h="2300604">
                <a:moveTo>
                  <a:pt x="3367779" y="1009279"/>
                </a:moveTo>
                <a:lnTo>
                  <a:pt x="3363297" y="1004481"/>
                </a:lnTo>
                <a:lnTo>
                  <a:pt x="3360057" y="999838"/>
                </a:lnTo>
                <a:lnTo>
                  <a:pt x="3361215" y="993551"/>
                </a:lnTo>
                <a:lnTo>
                  <a:pt x="3365809" y="990355"/>
                </a:lnTo>
                <a:lnTo>
                  <a:pt x="3370449" y="987208"/>
                </a:lnTo>
                <a:lnTo>
                  <a:pt x="3376780" y="988316"/>
                </a:lnTo>
                <a:lnTo>
                  <a:pt x="3379975" y="992910"/>
                </a:lnTo>
                <a:lnTo>
                  <a:pt x="3383122" y="997549"/>
                </a:lnTo>
                <a:lnTo>
                  <a:pt x="3381969" y="1003840"/>
                </a:lnTo>
                <a:lnTo>
                  <a:pt x="3373162" y="1009958"/>
                </a:lnTo>
                <a:lnTo>
                  <a:pt x="3367779" y="1009279"/>
                </a:lnTo>
                <a:close/>
              </a:path>
              <a:path w="5142230" h="2300604">
                <a:moveTo>
                  <a:pt x="2768082" y="646576"/>
                </a:moveTo>
                <a:lnTo>
                  <a:pt x="2764484" y="642724"/>
                </a:lnTo>
                <a:lnTo>
                  <a:pt x="2763525" y="638862"/>
                </a:lnTo>
                <a:lnTo>
                  <a:pt x="2764741" y="635179"/>
                </a:lnTo>
                <a:lnTo>
                  <a:pt x="2766568" y="629902"/>
                </a:lnTo>
                <a:lnTo>
                  <a:pt x="2772288" y="627033"/>
                </a:lnTo>
                <a:lnTo>
                  <a:pt x="2782926" y="630600"/>
                </a:lnTo>
                <a:lnTo>
                  <a:pt x="2785751" y="636361"/>
                </a:lnTo>
                <a:lnTo>
                  <a:pt x="2782179" y="647004"/>
                </a:lnTo>
                <a:lnTo>
                  <a:pt x="2776422" y="649834"/>
                </a:lnTo>
                <a:lnTo>
                  <a:pt x="2771101" y="648048"/>
                </a:lnTo>
                <a:lnTo>
                  <a:pt x="2769464" y="647468"/>
                </a:lnTo>
                <a:lnTo>
                  <a:pt x="2768082" y="646576"/>
                </a:lnTo>
                <a:close/>
              </a:path>
              <a:path w="5142230" h="2300604">
                <a:moveTo>
                  <a:pt x="1458433" y="325019"/>
                </a:moveTo>
                <a:lnTo>
                  <a:pt x="1454875" y="321210"/>
                </a:lnTo>
                <a:lnTo>
                  <a:pt x="1453825" y="317544"/>
                </a:lnTo>
                <a:lnTo>
                  <a:pt x="1456491" y="308571"/>
                </a:lnTo>
                <a:lnTo>
                  <a:pt x="1462114" y="305500"/>
                </a:lnTo>
                <a:lnTo>
                  <a:pt x="1467495" y="307057"/>
                </a:lnTo>
                <a:lnTo>
                  <a:pt x="1472868" y="308703"/>
                </a:lnTo>
                <a:lnTo>
                  <a:pt x="1475934" y="314331"/>
                </a:lnTo>
                <a:lnTo>
                  <a:pt x="1474382" y="319707"/>
                </a:lnTo>
                <a:lnTo>
                  <a:pt x="1472731" y="325076"/>
                </a:lnTo>
                <a:lnTo>
                  <a:pt x="1467107" y="328146"/>
                </a:lnTo>
                <a:lnTo>
                  <a:pt x="1461780" y="326549"/>
                </a:lnTo>
                <a:lnTo>
                  <a:pt x="1459910" y="326013"/>
                </a:lnTo>
                <a:lnTo>
                  <a:pt x="1458433" y="325019"/>
                </a:lnTo>
                <a:close/>
              </a:path>
              <a:path w="5142230" h="2300604">
                <a:moveTo>
                  <a:pt x="3031149" y="751555"/>
                </a:moveTo>
                <a:lnTo>
                  <a:pt x="3027551" y="747702"/>
                </a:lnTo>
                <a:lnTo>
                  <a:pt x="3026664" y="743235"/>
                </a:lnTo>
                <a:lnTo>
                  <a:pt x="3028538" y="739375"/>
                </a:lnTo>
                <a:lnTo>
                  <a:pt x="3030933" y="734316"/>
                </a:lnTo>
                <a:lnTo>
                  <a:pt x="3036955" y="732160"/>
                </a:lnTo>
                <a:lnTo>
                  <a:pt x="3047079" y="736938"/>
                </a:lnTo>
                <a:lnTo>
                  <a:pt x="3049235" y="742960"/>
                </a:lnTo>
                <a:lnTo>
                  <a:pt x="3044452" y="753088"/>
                </a:lnTo>
                <a:lnTo>
                  <a:pt x="3038431" y="755244"/>
                </a:lnTo>
                <a:lnTo>
                  <a:pt x="3033366" y="752853"/>
                </a:lnTo>
                <a:lnTo>
                  <a:pt x="3032161" y="752344"/>
                </a:lnTo>
                <a:lnTo>
                  <a:pt x="3031149" y="751555"/>
                </a:lnTo>
                <a:close/>
              </a:path>
              <a:path w="5142230" h="2300604">
                <a:moveTo>
                  <a:pt x="2966563" y="722395"/>
                </a:moveTo>
                <a:lnTo>
                  <a:pt x="2962964" y="718543"/>
                </a:lnTo>
                <a:lnTo>
                  <a:pt x="2962076" y="714268"/>
                </a:lnTo>
                <a:lnTo>
                  <a:pt x="2963717" y="710453"/>
                </a:lnTo>
                <a:lnTo>
                  <a:pt x="2965968" y="705336"/>
                </a:lnTo>
                <a:lnTo>
                  <a:pt x="2971946" y="702939"/>
                </a:lnTo>
                <a:lnTo>
                  <a:pt x="2977067" y="705195"/>
                </a:lnTo>
                <a:lnTo>
                  <a:pt x="2982228" y="707396"/>
                </a:lnTo>
                <a:lnTo>
                  <a:pt x="2984512" y="713165"/>
                </a:lnTo>
                <a:lnTo>
                  <a:pt x="2980168" y="723665"/>
                </a:lnTo>
                <a:lnTo>
                  <a:pt x="2974135" y="726004"/>
                </a:lnTo>
                <a:lnTo>
                  <a:pt x="2969023" y="723758"/>
                </a:lnTo>
                <a:lnTo>
                  <a:pt x="2967714" y="723236"/>
                </a:lnTo>
                <a:lnTo>
                  <a:pt x="2966563" y="722395"/>
                </a:lnTo>
                <a:close/>
              </a:path>
              <a:path w="5142230" h="2300604">
                <a:moveTo>
                  <a:pt x="2901107" y="695334"/>
                </a:moveTo>
                <a:lnTo>
                  <a:pt x="2897513" y="691487"/>
                </a:lnTo>
                <a:lnTo>
                  <a:pt x="2896613" y="687297"/>
                </a:lnTo>
                <a:lnTo>
                  <a:pt x="2898115" y="683529"/>
                </a:lnTo>
                <a:lnTo>
                  <a:pt x="2900127" y="678353"/>
                </a:lnTo>
                <a:lnTo>
                  <a:pt x="2906068" y="675817"/>
                </a:lnTo>
                <a:lnTo>
                  <a:pt x="2916506" y="679954"/>
                </a:lnTo>
                <a:lnTo>
                  <a:pt x="2918992" y="685840"/>
                </a:lnTo>
                <a:lnTo>
                  <a:pt x="2914865" y="696280"/>
                </a:lnTo>
                <a:lnTo>
                  <a:pt x="2909019" y="698819"/>
                </a:lnTo>
                <a:lnTo>
                  <a:pt x="2902358" y="696184"/>
                </a:lnTo>
                <a:lnTo>
                  <a:pt x="2901107" y="695334"/>
                </a:lnTo>
                <a:close/>
              </a:path>
              <a:path w="5142230" h="2300604">
                <a:moveTo>
                  <a:pt x="2834935" y="670048"/>
                </a:moveTo>
                <a:lnTo>
                  <a:pt x="2831336" y="666196"/>
                </a:lnTo>
                <a:lnTo>
                  <a:pt x="2830385" y="662246"/>
                </a:lnTo>
                <a:lnTo>
                  <a:pt x="2833661" y="653241"/>
                </a:lnTo>
                <a:lnTo>
                  <a:pt x="2839513" y="650513"/>
                </a:lnTo>
                <a:lnTo>
                  <a:pt x="2844734" y="652485"/>
                </a:lnTo>
                <a:lnTo>
                  <a:pt x="2850003" y="654411"/>
                </a:lnTo>
                <a:lnTo>
                  <a:pt x="2852685" y="660215"/>
                </a:lnTo>
                <a:lnTo>
                  <a:pt x="2848838" y="670758"/>
                </a:lnTo>
                <a:lnTo>
                  <a:pt x="2843029" y="673435"/>
                </a:lnTo>
                <a:lnTo>
                  <a:pt x="2836226" y="670942"/>
                </a:lnTo>
                <a:lnTo>
                  <a:pt x="2834935" y="670048"/>
                </a:lnTo>
                <a:close/>
              </a:path>
              <a:path w="5142230" h="2300604">
                <a:moveTo>
                  <a:pt x="1526740" y="344575"/>
                </a:moveTo>
                <a:lnTo>
                  <a:pt x="1523187" y="340772"/>
                </a:lnTo>
                <a:lnTo>
                  <a:pt x="1522129" y="337195"/>
                </a:lnTo>
                <a:lnTo>
                  <a:pt x="1524606" y="328215"/>
                </a:lnTo>
                <a:lnTo>
                  <a:pt x="1529828" y="325301"/>
                </a:lnTo>
                <a:lnTo>
                  <a:pt x="1530189" y="325101"/>
                </a:lnTo>
                <a:lnTo>
                  <a:pt x="1540993" y="328065"/>
                </a:lnTo>
                <a:lnTo>
                  <a:pt x="1544157" y="333602"/>
                </a:lnTo>
                <a:lnTo>
                  <a:pt x="1542650" y="339027"/>
                </a:lnTo>
                <a:lnTo>
                  <a:pt x="1541192" y="344406"/>
                </a:lnTo>
                <a:lnTo>
                  <a:pt x="1535607" y="347615"/>
                </a:lnTo>
                <a:lnTo>
                  <a:pt x="1528312" y="345573"/>
                </a:lnTo>
                <a:lnTo>
                  <a:pt x="1526740" y="344575"/>
                </a:lnTo>
                <a:close/>
              </a:path>
              <a:path w="5142230" h="2300604">
                <a:moveTo>
                  <a:pt x="3880751" y="2294722"/>
                </a:moveTo>
                <a:lnTo>
                  <a:pt x="3876692" y="2290378"/>
                </a:lnTo>
                <a:lnTo>
                  <a:pt x="3876615" y="2284332"/>
                </a:lnTo>
                <a:lnTo>
                  <a:pt x="3880341" y="2280404"/>
                </a:lnTo>
                <a:lnTo>
                  <a:pt x="3884164" y="2276285"/>
                </a:lnTo>
                <a:lnTo>
                  <a:pt x="3890590" y="2276126"/>
                </a:lnTo>
                <a:lnTo>
                  <a:pt x="3894660" y="2279994"/>
                </a:lnTo>
                <a:lnTo>
                  <a:pt x="3898733" y="2283768"/>
                </a:lnTo>
                <a:lnTo>
                  <a:pt x="3898887" y="2290189"/>
                </a:lnTo>
                <a:lnTo>
                  <a:pt x="3895069" y="2294313"/>
                </a:lnTo>
                <a:lnTo>
                  <a:pt x="3891250" y="2298337"/>
                </a:lnTo>
                <a:lnTo>
                  <a:pt x="3884821" y="2298591"/>
                </a:lnTo>
                <a:lnTo>
                  <a:pt x="3880751" y="2294722"/>
                </a:lnTo>
                <a:close/>
              </a:path>
              <a:path w="5142230" h="2300604">
                <a:moveTo>
                  <a:pt x="3404377" y="1069370"/>
                </a:moveTo>
                <a:lnTo>
                  <a:pt x="3400737" y="1065474"/>
                </a:lnTo>
                <a:lnTo>
                  <a:pt x="3400243" y="1064749"/>
                </a:lnTo>
                <a:lnTo>
                  <a:pt x="3399796" y="1063979"/>
                </a:lnTo>
                <a:lnTo>
                  <a:pt x="3397125" y="1059069"/>
                </a:lnTo>
                <a:lnTo>
                  <a:pt x="3398945" y="1052903"/>
                </a:lnTo>
                <a:lnTo>
                  <a:pt x="3408806" y="1047527"/>
                </a:lnTo>
                <a:lnTo>
                  <a:pt x="3414927" y="1049388"/>
                </a:lnTo>
                <a:lnTo>
                  <a:pt x="3420304" y="1059248"/>
                </a:lnTo>
                <a:lnTo>
                  <a:pt x="3418439" y="1065365"/>
                </a:lnTo>
                <a:lnTo>
                  <a:pt x="3413532" y="1068031"/>
                </a:lnTo>
                <a:lnTo>
                  <a:pt x="3409443" y="1070298"/>
                </a:lnTo>
                <a:lnTo>
                  <a:pt x="3404377" y="1069370"/>
                </a:lnTo>
                <a:close/>
              </a:path>
              <a:path w="5142230" h="2300604">
                <a:moveTo>
                  <a:pt x="3435027" y="1132970"/>
                </a:moveTo>
                <a:lnTo>
                  <a:pt x="3431429" y="1129118"/>
                </a:lnTo>
                <a:lnTo>
                  <a:pt x="3430751" y="1128099"/>
                </a:lnTo>
                <a:lnTo>
                  <a:pt x="3427956" y="1121686"/>
                </a:lnTo>
                <a:lnTo>
                  <a:pt x="3430415" y="1115912"/>
                </a:lnTo>
                <a:lnTo>
                  <a:pt x="3440756" y="1111539"/>
                </a:lnTo>
                <a:lnTo>
                  <a:pt x="3446719" y="1113913"/>
                </a:lnTo>
                <a:lnTo>
                  <a:pt x="3448951" y="1119042"/>
                </a:lnTo>
                <a:lnTo>
                  <a:pt x="3451134" y="1124215"/>
                </a:lnTo>
                <a:lnTo>
                  <a:pt x="3448718" y="1130134"/>
                </a:lnTo>
                <a:lnTo>
                  <a:pt x="3443588" y="1132360"/>
                </a:lnTo>
                <a:lnTo>
                  <a:pt x="3439522" y="1134068"/>
                </a:lnTo>
                <a:lnTo>
                  <a:pt x="3435027" y="1132970"/>
                </a:lnTo>
                <a:close/>
              </a:path>
              <a:path w="5142230" h="2300604">
                <a:moveTo>
                  <a:pt x="1802913" y="412657"/>
                </a:moveTo>
                <a:lnTo>
                  <a:pt x="1799360" y="408854"/>
                </a:lnTo>
                <a:lnTo>
                  <a:pt x="1798389" y="405469"/>
                </a:lnTo>
                <a:lnTo>
                  <a:pt x="1799165" y="402096"/>
                </a:lnTo>
                <a:lnTo>
                  <a:pt x="1800343" y="396613"/>
                </a:lnTo>
                <a:lnTo>
                  <a:pt x="1805795" y="393163"/>
                </a:lnTo>
                <a:lnTo>
                  <a:pt x="1816664" y="395610"/>
                </a:lnTo>
                <a:lnTo>
                  <a:pt x="1820163" y="401017"/>
                </a:lnTo>
                <a:lnTo>
                  <a:pt x="1818890" y="406497"/>
                </a:lnTo>
                <a:lnTo>
                  <a:pt x="1817712" y="411981"/>
                </a:lnTo>
                <a:lnTo>
                  <a:pt x="1812260" y="415430"/>
                </a:lnTo>
                <a:lnTo>
                  <a:pt x="1804718" y="413710"/>
                </a:lnTo>
                <a:lnTo>
                  <a:pt x="1802913" y="412657"/>
                </a:lnTo>
                <a:close/>
              </a:path>
              <a:path w="5142230" h="2300604">
                <a:moveTo>
                  <a:pt x="2358300" y="532921"/>
                </a:moveTo>
                <a:lnTo>
                  <a:pt x="2354747" y="529117"/>
                </a:lnTo>
                <a:lnTo>
                  <a:pt x="2353731" y="525684"/>
                </a:lnTo>
                <a:lnTo>
                  <a:pt x="2354510" y="522217"/>
                </a:lnTo>
                <a:lnTo>
                  <a:pt x="2355779" y="516831"/>
                </a:lnTo>
                <a:lnTo>
                  <a:pt x="2361227" y="513376"/>
                </a:lnTo>
                <a:lnTo>
                  <a:pt x="2366712" y="514654"/>
                </a:lnTo>
                <a:lnTo>
                  <a:pt x="2372143" y="515972"/>
                </a:lnTo>
                <a:lnTo>
                  <a:pt x="2375547" y="521375"/>
                </a:lnTo>
                <a:lnTo>
                  <a:pt x="2373002" y="532335"/>
                </a:lnTo>
                <a:lnTo>
                  <a:pt x="2367554" y="535691"/>
                </a:lnTo>
                <a:lnTo>
                  <a:pt x="2362073" y="534418"/>
                </a:lnTo>
                <a:lnTo>
                  <a:pt x="2360060" y="533925"/>
                </a:lnTo>
                <a:lnTo>
                  <a:pt x="2358300" y="532921"/>
                </a:lnTo>
                <a:close/>
              </a:path>
              <a:path w="5142230" h="2300604">
                <a:moveTo>
                  <a:pt x="2219806" y="501864"/>
                </a:moveTo>
                <a:lnTo>
                  <a:pt x="2216253" y="498060"/>
                </a:lnTo>
                <a:lnTo>
                  <a:pt x="2215188" y="494672"/>
                </a:lnTo>
                <a:lnTo>
                  <a:pt x="2215964" y="491300"/>
                </a:lnTo>
                <a:lnTo>
                  <a:pt x="2217142" y="485816"/>
                </a:lnTo>
                <a:lnTo>
                  <a:pt x="2222548" y="482318"/>
                </a:lnTo>
                <a:lnTo>
                  <a:pt x="2227983" y="483541"/>
                </a:lnTo>
                <a:lnTo>
                  <a:pt x="2233466" y="484719"/>
                </a:lnTo>
                <a:lnTo>
                  <a:pt x="2236965" y="490126"/>
                </a:lnTo>
                <a:lnTo>
                  <a:pt x="2234609" y="501093"/>
                </a:lnTo>
                <a:lnTo>
                  <a:pt x="2229157" y="504542"/>
                </a:lnTo>
                <a:lnTo>
                  <a:pt x="2221611" y="502916"/>
                </a:lnTo>
                <a:lnTo>
                  <a:pt x="2219806" y="501864"/>
                </a:lnTo>
                <a:close/>
              </a:path>
              <a:path w="5142230" h="2300604">
                <a:moveTo>
                  <a:pt x="2289110" y="517111"/>
                </a:moveTo>
                <a:lnTo>
                  <a:pt x="2285552" y="513303"/>
                </a:lnTo>
                <a:lnTo>
                  <a:pt x="2284538" y="509968"/>
                </a:lnTo>
                <a:lnTo>
                  <a:pt x="2285263" y="506542"/>
                </a:lnTo>
                <a:lnTo>
                  <a:pt x="2286540" y="501067"/>
                </a:lnTo>
                <a:lnTo>
                  <a:pt x="2291939" y="497658"/>
                </a:lnTo>
                <a:lnTo>
                  <a:pt x="2297427" y="498841"/>
                </a:lnTo>
                <a:lnTo>
                  <a:pt x="2302862" y="500064"/>
                </a:lnTo>
                <a:lnTo>
                  <a:pt x="2306311" y="505516"/>
                </a:lnTo>
                <a:lnTo>
                  <a:pt x="2305088" y="510951"/>
                </a:lnTo>
                <a:lnTo>
                  <a:pt x="2303909" y="516434"/>
                </a:lnTo>
                <a:lnTo>
                  <a:pt x="2298457" y="519884"/>
                </a:lnTo>
                <a:lnTo>
                  <a:pt x="2292977" y="518612"/>
                </a:lnTo>
                <a:lnTo>
                  <a:pt x="2290915" y="518164"/>
                </a:lnTo>
                <a:lnTo>
                  <a:pt x="2289110" y="517111"/>
                </a:lnTo>
                <a:close/>
              </a:path>
              <a:path w="5142230" h="2300604">
                <a:moveTo>
                  <a:pt x="2150398" y="486896"/>
                </a:moveTo>
                <a:lnTo>
                  <a:pt x="2146840" y="483088"/>
                </a:lnTo>
                <a:lnTo>
                  <a:pt x="2145777" y="479799"/>
                </a:lnTo>
                <a:lnTo>
                  <a:pt x="2146552" y="476426"/>
                </a:lnTo>
                <a:lnTo>
                  <a:pt x="2147680" y="470889"/>
                </a:lnTo>
                <a:lnTo>
                  <a:pt x="2153038" y="467436"/>
                </a:lnTo>
                <a:lnTo>
                  <a:pt x="2158526" y="468619"/>
                </a:lnTo>
                <a:lnTo>
                  <a:pt x="2164058" y="469752"/>
                </a:lnTo>
                <a:lnTo>
                  <a:pt x="2167552" y="475154"/>
                </a:lnTo>
                <a:lnTo>
                  <a:pt x="2165196" y="486120"/>
                </a:lnTo>
                <a:lnTo>
                  <a:pt x="2159794" y="489624"/>
                </a:lnTo>
                <a:lnTo>
                  <a:pt x="2152249" y="487998"/>
                </a:lnTo>
                <a:lnTo>
                  <a:pt x="2150398" y="486896"/>
                </a:lnTo>
                <a:close/>
              </a:path>
              <a:path w="5142230" h="2300604">
                <a:moveTo>
                  <a:pt x="2632858" y="604064"/>
                </a:moveTo>
                <a:lnTo>
                  <a:pt x="2629300" y="600255"/>
                </a:lnTo>
                <a:lnTo>
                  <a:pt x="2628298" y="596544"/>
                </a:lnTo>
                <a:lnTo>
                  <a:pt x="2629363" y="592992"/>
                </a:lnTo>
                <a:lnTo>
                  <a:pt x="2630915" y="587616"/>
                </a:lnTo>
                <a:lnTo>
                  <a:pt x="2636539" y="584545"/>
                </a:lnTo>
                <a:lnTo>
                  <a:pt x="2647296" y="587654"/>
                </a:lnTo>
                <a:lnTo>
                  <a:pt x="2650407" y="593331"/>
                </a:lnTo>
                <a:lnTo>
                  <a:pt x="2647204" y="604075"/>
                </a:lnTo>
                <a:lnTo>
                  <a:pt x="2641581" y="607146"/>
                </a:lnTo>
                <a:lnTo>
                  <a:pt x="2634429" y="605061"/>
                </a:lnTo>
                <a:lnTo>
                  <a:pt x="2632858" y="604064"/>
                </a:lnTo>
                <a:close/>
              </a:path>
              <a:path w="5142230" h="2300604">
                <a:moveTo>
                  <a:pt x="2564635" y="584793"/>
                </a:moveTo>
                <a:lnTo>
                  <a:pt x="2561082" y="580990"/>
                </a:lnTo>
                <a:lnTo>
                  <a:pt x="2560072" y="577368"/>
                </a:lnTo>
                <a:lnTo>
                  <a:pt x="2562501" y="568433"/>
                </a:lnTo>
                <a:lnTo>
                  <a:pt x="2567730" y="565429"/>
                </a:lnTo>
                <a:lnTo>
                  <a:pt x="2568086" y="565224"/>
                </a:lnTo>
                <a:lnTo>
                  <a:pt x="2578886" y="568184"/>
                </a:lnTo>
                <a:lnTo>
                  <a:pt x="2582095" y="573769"/>
                </a:lnTo>
                <a:lnTo>
                  <a:pt x="2580593" y="579199"/>
                </a:lnTo>
                <a:lnTo>
                  <a:pt x="2579135" y="584579"/>
                </a:lnTo>
                <a:lnTo>
                  <a:pt x="2573906" y="587583"/>
                </a:lnTo>
                <a:lnTo>
                  <a:pt x="2573550" y="587788"/>
                </a:lnTo>
                <a:lnTo>
                  <a:pt x="2566255" y="585745"/>
                </a:lnTo>
                <a:lnTo>
                  <a:pt x="2564635" y="584793"/>
                </a:lnTo>
                <a:close/>
              </a:path>
              <a:path w="5142230" h="2300604">
                <a:moveTo>
                  <a:pt x="2496139" y="566599"/>
                </a:moveTo>
                <a:lnTo>
                  <a:pt x="2492541" y="562747"/>
                </a:lnTo>
                <a:lnTo>
                  <a:pt x="2491528" y="559219"/>
                </a:lnTo>
                <a:lnTo>
                  <a:pt x="2492401" y="555755"/>
                </a:lnTo>
                <a:lnTo>
                  <a:pt x="2493813" y="550327"/>
                </a:lnTo>
                <a:lnTo>
                  <a:pt x="2499353" y="547069"/>
                </a:lnTo>
                <a:lnTo>
                  <a:pt x="2510210" y="549894"/>
                </a:lnTo>
                <a:lnTo>
                  <a:pt x="2513417" y="555380"/>
                </a:lnTo>
                <a:lnTo>
                  <a:pt x="2512123" y="560739"/>
                </a:lnTo>
                <a:lnTo>
                  <a:pt x="2510692" y="566245"/>
                </a:lnTo>
                <a:lnTo>
                  <a:pt x="2505211" y="569468"/>
                </a:lnTo>
                <a:lnTo>
                  <a:pt x="2499852" y="568130"/>
                </a:lnTo>
                <a:lnTo>
                  <a:pt x="2497805" y="567600"/>
                </a:lnTo>
                <a:lnTo>
                  <a:pt x="2496139" y="566599"/>
                </a:lnTo>
                <a:close/>
              </a:path>
              <a:path w="5142230" h="2300604">
                <a:moveTo>
                  <a:pt x="2427328" y="549339"/>
                </a:moveTo>
                <a:lnTo>
                  <a:pt x="2423771" y="545531"/>
                </a:lnTo>
                <a:lnTo>
                  <a:pt x="2422714" y="542053"/>
                </a:lnTo>
                <a:lnTo>
                  <a:pt x="2423587" y="538589"/>
                </a:lnTo>
                <a:lnTo>
                  <a:pt x="2424905" y="533158"/>
                </a:lnTo>
                <a:lnTo>
                  <a:pt x="2430399" y="529851"/>
                </a:lnTo>
                <a:lnTo>
                  <a:pt x="2441262" y="532487"/>
                </a:lnTo>
                <a:lnTo>
                  <a:pt x="2444618" y="537936"/>
                </a:lnTo>
                <a:lnTo>
                  <a:pt x="2443251" y="543413"/>
                </a:lnTo>
                <a:lnTo>
                  <a:pt x="2441933" y="548845"/>
                </a:lnTo>
                <a:lnTo>
                  <a:pt x="2436484" y="552200"/>
                </a:lnTo>
                <a:lnTo>
                  <a:pt x="2429039" y="550388"/>
                </a:lnTo>
                <a:lnTo>
                  <a:pt x="2427328" y="549339"/>
                </a:lnTo>
                <a:close/>
              </a:path>
              <a:path w="5142230" h="2300604">
                <a:moveTo>
                  <a:pt x="2700707" y="624596"/>
                </a:moveTo>
                <a:lnTo>
                  <a:pt x="2697154" y="620793"/>
                </a:lnTo>
                <a:lnTo>
                  <a:pt x="2696151" y="616982"/>
                </a:lnTo>
                <a:lnTo>
                  <a:pt x="2697265" y="613385"/>
                </a:lnTo>
                <a:lnTo>
                  <a:pt x="2698952" y="608055"/>
                </a:lnTo>
                <a:lnTo>
                  <a:pt x="2704676" y="605092"/>
                </a:lnTo>
                <a:lnTo>
                  <a:pt x="2710000" y="606784"/>
                </a:lnTo>
                <a:lnTo>
                  <a:pt x="2715373" y="608430"/>
                </a:lnTo>
                <a:lnTo>
                  <a:pt x="2718296" y="614100"/>
                </a:lnTo>
                <a:lnTo>
                  <a:pt x="2716645" y="619469"/>
                </a:lnTo>
                <a:lnTo>
                  <a:pt x="2714958" y="624798"/>
                </a:lnTo>
                <a:lnTo>
                  <a:pt x="2709239" y="627766"/>
                </a:lnTo>
                <a:lnTo>
                  <a:pt x="2703914" y="626074"/>
                </a:lnTo>
                <a:lnTo>
                  <a:pt x="2702179" y="625586"/>
                </a:lnTo>
                <a:lnTo>
                  <a:pt x="2700707" y="624596"/>
                </a:lnTo>
                <a:close/>
              </a:path>
              <a:path w="5142230" h="2300604">
                <a:moveTo>
                  <a:pt x="1664414" y="380325"/>
                </a:moveTo>
                <a:lnTo>
                  <a:pt x="1660861" y="376522"/>
                </a:lnTo>
                <a:lnTo>
                  <a:pt x="1659894" y="373043"/>
                </a:lnTo>
                <a:lnTo>
                  <a:pt x="1660673" y="369576"/>
                </a:lnTo>
                <a:lnTo>
                  <a:pt x="1661991" y="364144"/>
                </a:lnTo>
                <a:lnTo>
                  <a:pt x="1667534" y="360792"/>
                </a:lnTo>
                <a:lnTo>
                  <a:pt x="1678438" y="363472"/>
                </a:lnTo>
                <a:lnTo>
                  <a:pt x="1681744" y="368966"/>
                </a:lnTo>
                <a:lnTo>
                  <a:pt x="1680431" y="374403"/>
                </a:lnTo>
                <a:lnTo>
                  <a:pt x="1679064" y="379880"/>
                </a:lnTo>
                <a:lnTo>
                  <a:pt x="1673570" y="383186"/>
                </a:lnTo>
                <a:lnTo>
                  <a:pt x="1666125" y="381375"/>
                </a:lnTo>
                <a:lnTo>
                  <a:pt x="1664414" y="380325"/>
                </a:lnTo>
                <a:close/>
              </a:path>
              <a:path w="5142230" h="2300604">
                <a:moveTo>
                  <a:pt x="2080931" y="472257"/>
                </a:moveTo>
                <a:lnTo>
                  <a:pt x="2077378" y="468454"/>
                </a:lnTo>
                <a:lnTo>
                  <a:pt x="2076314" y="465066"/>
                </a:lnTo>
                <a:lnTo>
                  <a:pt x="2078219" y="456255"/>
                </a:lnTo>
                <a:lnTo>
                  <a:pt x="2083580" y="452708"/>
                </a:lnTo>
                <a:lnTo>
                  <a:pt x="2094546" y="455064"/>
                </a:lnTo>
                <a:lnTo>
                  <a:pt x="2097999" y="460422"/>
                </a:lnTo>
                <a:lnTo>
                  <a:pt x="2096915" y="465909"/>
                </a:lnTo>
                <a:lnTo>
                  <a:pt x="2095737" y="471392"/>
                </a:lnTo>
                <a:lnTo>
                  <a:pt x="2090331" y="474890"/>
                </a:lnTo>
                <a:lnTo>
                  <a:pt x="2082737" y="473310"/>
                </a:lnTo>
                <a:lnTo>
                  <a:pt x="2080931" y="472257"/>
                </a:lnTo>
                <a:close/>
              </a:path>
              <a:path w="5142230" h="2300604">
                <a:moveTo>
                  <a:pt x="1595418" y="362964"/>
                </a:moveTo>
                <a:lnTo>
                  <a:pt x="1591865" y="359161"/>
                </a:lnTo>
                <a:lnTo>
                  <a:pt x="1590852" y="355633"/>
                </a:lnTo>
                <a:lnTo>
                  <a:pt x="1593182" y="346690"/>
                </a:lnTo>
                <a:lnTo>
                  <a:pt x="1598609" y="343507"/>
                </a:lnTo>
                <a:lnTo>
                  <a:pt x="1609583" y="346262"/>
                </a:lnTo>
                <a:lnTo>
                  <a:pt x="1612841" y="351802"/>
                </a:lnTo>
                <a:lnTo>
                  <a:pt x="1611424" y="357030"/>
                </a:lnTo>
                <a:lnTo>
                  <a:pt x="1609971" y="362610"/>
                </a:lnTo>
                <a:lnTo>
                  <a:pt x="1604476" y="365916"/>
                </a:lnTo>
                <a:lnTo>
                  <a:pt x="1599169" y="364535"/>
                </a:lnTo>
                <a:lnTo>
                  <a:pt x="1597079" y="363960"/>
                </a:lnTo>
                <a:lnTo>
                  <a:pt x="1595418" y="362964"/>
                </a:lnTo>
                <a:close/>
              </a:path>
              <a:path w="5142230" h="2300604">
                <a:moveTo>
                  <a:pt x="2011419" y="457569"/>
                </a:moveTo>
                <a:lnTo>
                  <a:pt x="2007867" y="453766"/>
                </a:lnTo>
                <a:lnTo>
                  <a:pt x="2006798" y="450472"/>
                </a:lnTo>
                <a:lnTo>
                  <a:pt x="2007480" y="447096"/>
                </a:lnTo>
                <a:lnTo>
                  <a:pt x="2008658" y="441613"/>
                </a:lnTo>
                <a:lnTo>
                  <a:pt x="2014064" y="438115"/>
                </a:lnTo>
                <a:lnTo>
                  <a:pt x="2019498" y="439239"/>
                </a:lnTo>
                <a:lnTo>
                  <a:pt x="2024986" y="440422"/>
                </a:lnTo>
                <a:lnTo>
                  <a:pt x="2028533" y="445783"/>
                </a:lnTo>
                <a:lnTo>
                  <a:pt x="2026177" y="456750"/>
                </a:lnTo>
                <a:lnTo>
                  <a:pt x="2020816" y="460297"/>
                </a:lnTo>
                <a:lnTo>
                  <a:pt x="2015328" y="459114"/>
                </a:lnTo>
                <a:lnTo>
                  <a:pt x="2013225" y="458622"/>
                </a:lnTo>
                <a:lnTo>
                  <a:pt x="2011419" y="457569"/>
                </a:lnTo>
                <a:close/>
              </a:path>
              <a:path w="5142230" h="2300604">
                <a:moveTo>
                  <a:pt x="1872356" y="427956"/>
                </a:moveTo>
                <a:lnTo>
                  <a:pt x="1868804" y="424153"/>
                </a:lnTo>
                <a:lnTo>
                  <a:pt x="1867784" y="420814"/>
                </a:lnTo>
                <a:lnTo>
                  <a:pt x="1868560" y="417441"/>
                </a:lnTo>
                <a:lnTo>
                  <a:pt x="1869738" y="411958"/>
                </a:lnTo>
                <a:lnTo>
                  <a:pt x="1875145" y="408459"/>
                </a:lnTo>
                <a:lnTo>
                  <a:pt x="1880579" y="409683"/>
                </a:lnTo>
                <a:lnTo>
                  <a:pt x="1886063" y="410861"/>
                </a:lnTo>
                <a:lnTo>
                  <a:pt x="1889561" y="416267"/>
                </a:lnTo>
                <a:lnTo>
                  <a:pt x="1888337" y="421702"/>
                </a:lnTo>
                <a:lnTo>
                  <a:pt x="1887159" y="427186"/>
                </a:lnTo>
                <a:lnTo>
                  <a:pt x="1881753" y="430684"/>
                </a:lnTo>
                <a:lnTo>
                  <a:pt x="1874203" y="429053"/>
                </a:lnTo>
                <a:lnTo>
                  <a:pt x="1872356" y="427956"/>
                </a:lnTo>
                <a:close/>
              </a:path>
              <a:path w="5142230" h="2300604">
                <a:moveTo>
                  <a:pt x="1941908" y="442882"/>
                </a:moveTo>
                <a:lnTo>
                  <a:pt x="1938355" y="439078"/>
                </a:lnTo>
                <a:lnTo>
                  <a:pt x="1937287" y="435784"/>
                </a:lnTo>
                <a:lnTo>
                  <a:pt x="1939146" y="426925"/>
                </a:lnTo>
                <a:lnTo>
                  <a:pt x="1944553" y="423427"/>
                </a:lnTo>
                <a:lnTo>
                  <a:pt x="1955474" y="425734"/>
                </a:lnTo>
                <a:lnTo>
                  <a:pt x="1959021" y="431095"/>
                </a:lnTo>
                <a:lnTo>
                  <a:pt x="1956665" y="442062"/>
                </a:lnTo>
                <a:lnTo>
                  <a:pt x="1951258" y="445560"/>
                </a:lnTo>
                <a:lnTo>
                  <a:pt x="1945820" y="444431"/>
                </a:lnTo>
                <a:lnTo>
                  <a:pt x="1943713" y="443934"/>
                </a:lnTo>
                <a:lnTo>
                  <a:pt x="1941908" y="442882"/>
                </a:lnTo>
                <a:close/>
              </a:path>
              <a:path w="5142230" h="2300604">
                <a:moveTo>
                  <a:pt x="3094668" y="782798"/>
                </a:moveTo>
                <a:lnTo>
                  <a:pt x="3091070" y="778946"/>
                </a:lnTo>
                <a:lnTo>
                  <a:pt x="3090330" y="774341"/>
                </a:lnTo>
                <a:lnTo>
                  <a:pt x="3092301" y="770391"/>
                </a:lnTo>
                <a:lnTo>
                  <a:pt x="3094877" y="765427"/>
                </a:lnTo>
                <a:lnTo>
                  <a:pt x="3100987" y="763463"/>
                </a:lnTo>
                <a:lnTo>
                  <a:pt x="3105951" y="766040"/>
                </a:lnTo>
                <a:lnTo>
                  <a:pt x="3110961" y="768573"/>
                </a:lnTo>
                <a:lnTo>
                  <a:pt x="3112927" y="774681"/>
                </a:lnTo>
                <a:lnTo>
                  <a:pt x="3110400" y="779698"/>
                </a:lnTo>
                <a:lnTo>
                  <a:pt x="3107775" y="784707"/>
                </a:lnTo>
                <a:lnTo>
                  <a:pt x="3101784" y="786603"/>
                </a:lnTo>
                <a:lnTo>
                  <a:pt x="3095635" y="783539"/>
                </a:lnTo>
                <a:lnTo>
                  <a:pt x="3094668" y="782798"/>
                </a:lnTo>
                <a:close/>
              </a:path>
              <a:path w="5142230" h="2300604">
                <a:moveTo>
                  <a:pt x="1700059" y="319269"/>
                </a:moveTo>
                <a:lnTo>
                  <a:pt x="1696642" y="315612"/>
                </a:lnTo>
                <a:lnTo>
                  <a:pt x="1695668" y="312321"/>
                </a:lnTo>
                <a:lnTo>
                  <a:pt x="1697658" y="303797"/>
                </a:lnTo>
                <a:lnTo>
                  <a:pt x="1702866" y="300575"/>
                </a:lnTo>
                <a:lnTo>
                  <a:pt x="1713359" y="303010"/>
                </a:lnTo>
                <a:lnTo>
                  <a:pt x="1716580" y="308218"/>
                </a:lnTo>
                <a:lnTo>
                  <a:pt x="1714141" y="318705"/>
                </a:lnTo>
                <a:lnTo>
                  <a:pt x="1708889" y="321977"/>
                </a:lnTo>
                <a:lnTo>
                  <a:pt x="1703692" y="320715"/>
                </a:lnTo>
                <a:lnTo>
                  <a:pt x="1701724" y="320270"/>
                </a:lnTo>
                <a:lnTo>
                  <a:pt x="1700059" y="319269"/>
                </a:lnTo>
                <a:close/>
              </a:path>
              <a:path w="5142230" h="2300604">
                <a:moveTo>
                  <a:pt x="1838480" y="350933"/>
                </a:moveTo>
                <a:lnTo>
                  <a:pt x="1835064" y="347276"/>
                </a:lnTo>
                <a:lnTo>
                  <a:pt x="1834046" y="344035"/>
                </a:lnTo>
                <a:lnTo>
                  <a:pt x="1834819" y="340757"/>
                </a:lnTo>
                <a:lnTo>
                  <a:pt x="1835987" y="335557"/>
                </a:lnTo>
                <a:lnTo>
                  <a:pt x="1841194" y="332236"/>
                </a:lnTo>
                <a:lnTo>
                  <a:pt x="1851645" y="334626"/>
                </a:lnTo>
                <a:lnTo>
                  <a:pt x="1854911" y="339784"/>
                </a:lnTo>
                <a:lnTo>
                  <a:pt x="1853793" y="345038"/>
                </a:lnTo>
                <a:lnTo>
                  <a:pt x="1852624" y="350239"/>
                </a:lnTo>
                <a:lnTo>
                  <a:pt x="1847413" y="353555"/>
                </a:lnTo>
                <a:lnTo>
                  <a:pt x="1840199" y="351893"/>
                </a:lnTo>
                <a:lnTo>
                  <a:pt x="1838480" y="350933"/>
                </a:lnTo>
                <a:close/>
              </a:path>
              <a:path w="5142230" h="2300604">
                <a:moveTo>
                  <a:pt x="3518738" y="1206257"/>
                </a:moveTo>
                <a:lnTo>
                  <a:pt x="3515276" y="1202551"/>
                </a:lnTo>
                <a:lnTo>
                  <a:pt x="3514605" y="1201442"/>
                </a:lnTo>
                <a:lnTo>
                  <a:pt x="3514124" y="1200148"/>
                </a:lnTo>
                <a:lnTo>
                  <a:pt x="3512367" y="1195041"/>
                </a:lnTo>
                <a:lnTo>
                  <a:pt x="3515014" y="1189464"/>
                </a:lnTo>
                <a:lnTo>
                  <a:pt x="3525252" y="1185959"/>
                </a:lnTo>
                <a:lnTo>
                  <a:pt x="3530713" y="1188678"/>
                </a:lnTo>
                <a:lnTo>
                  <a:pt x="3534235" y="1198801"/>
                </a:lnTo>
                <a:lnTo>
                  <a:pt x="3531543" y="1204329"/>
                </a:lnTo>
                <a:lnTo>
                  <a:pt x="3522757" y="1207433"/>
                </a:lnTo>
                <a:lnTo>
                  <a:pt x="3518738" y="1206257"/>
                </a:lnTo>
                <a:close/>
              </a:path>
              <a:path w="5142230" h="2300604">
                <a:moveTo>
                  <a:pt x="3541184" y="1273586"/>
                </a:moveTo>
                <a:lnTo>
                  <a:pt x="3537722" y="1269880"/>
                </a:lnTo>
                <a:lnTo>
                  <a:pt x="3536960" y="1268674"/>
                </a:lnTo>
                <a:lnTo>
                  <a:pt x="3536537" y="1267244"/>
                </a:lnTo>
                <a:lnTo>
                  <a:pt x="3534865" y="1262131"/>
                </a:lnTo>
                <a:lnTo>
                  <a:pt x="3537700" y="1256661"/>
                </a:lnTo>
                <a:lnTo>
                  <a:pt x="3547632" y="1253413"/>
                </a:lnTo>
                <a:lnTo>
                  <a:pt x="3547912" y="1253322"/>
                </a:lnTo>
                <a:lnTo>
                  <a:pt x="3553431" y="1256200"/>
                </a:lnTo>
                <a:lnTo>
                  <a:pt x="3555009" y="1261310"/>
                </a:lnTo>
                <a:lnTo>
                  <a:pt x="3556672" y="1266414"/>
                </a:lnTo>
                <a:lnTo>
                  <a:pt x="3553846" y="1271893"/>
                </a:lnTo>
                <a:lnTo>
                  <a:pt x="3548734" y="1273555"/>
                </a:lnTo>
                <a:lnTo>
                  <a:pt x="3545059" y="1274705"/>
                </a:lnTo>
                <a:lnTo>
                  <a:pt x="3541184" y="1273586"/>
                </a:lnTo>
                <a:close/>
              </a:path>
              <a:path w="5142230" h="2300604">
                <a:moveTo>
                  <a:pt x="1977187" y="381435"/>
                </a:moveTo>
                <a:lnTo>
                  <a:pt x="1973771" y="377778"/>
                </a:lnTo>
                <a:lnTo>
                  <a:pt x="1972749" y="374533"/>
                </a:lnTo>
                <a:lnTo>
                  <a:pt x="1973472" y="371300"/>
                </a:lnTo>
                <a:lnTo>
                  <a:pt x="1974595" y="366051"/>
                </a:lnTo>
                <a:lnTo>
                  <a:pt x="1979802" y="362730"/>
                </a:lnTo>
                <a:lnTo>
                  <a:pt x="1985007" y="363903"/>
                </a:lnTo>
                <a:lnTo>
                  <a:pt x="1990257" y="365026"/>
                </a:lnTo>
                <a:lnTo>
                  <a:pt x="1993617" y="370187"/>
                </a:lnTo>
                <a:lnTo>
                  <a:pt x="1992494" y="375437"/>
                </a:lnTo>
                <a:lnTo>
                  <a:pt x="1991327" y="380736"/>
                </a:lnTo>
                <a:lnTo>
                  <a:pt x="1986160" y="384002"/>
                </a:lnTo>
                <a:lnTo>
                  <a:pt x="1980915" y="382884"/>
                </a:lnTo>
                <a:lnTo>
                  <a:pt x="1978898" y="382485"/>
                </a:lnTo>
                <a:lnTo>
                  <a:pt x="1977187" y="381435"/>
                </a:lnTo>
                <a:close/>
              </a:path>
              <a:path w="5142230" h="2300604">
                <a:moveTo>
                  <a:pt x="1769243" y="335268"/>
                </a:moveTo>
                <a:lnTo>
                  <a:pt x="1765826" y="331611"/>
                </a:lnTo>
                <a:lnTo>
                  <a:pt x="1764804" y="328365"/>
                </a:lnTo>
                <a:lnTo>
                  <a:pt x="1766793" y="319841"/>
                </a:lnTo>
                <a:lnTo>
                  <a:pt x="1771997" y="316614"/>
                </a:lnTo>
                <a:lnTo>
                  <a:pt x="1782444" y="319000"/>
                </a:lnTo>
                <a:lnTo>
                  <a:pt x="1785719" y="324168"/>
                </a:lnTo>
                <a:lnTo>
                  <a:pt x="1784502" y="329414"/>
                </a:lnTo>
                <a:lnTo>
                  <a:pt x="1783330" y="334708"/>
                </a:lnTo>
                <a:lnTo>
                  <a:pt x="1778122" y="337930"/>
                </a:lnTo>
                <a:lnTo>
                  <a:pt x="1770903" y="336264"/>
                </a:lnTo>
                <a:lnTo>
                  <a:pt x="1769243" y="335268"/>
                </a:lnTo>
                <a:close/>
              </a:path>
              <a:path w="5142230" h="2300604">
                <a:moveTo>
                  <a:pt x="1907781" y="366274"/>
                </a:moveTo>
                <a:lnTo>
                  <a:pt x="1904365" y="362617"/>
                </a:lnTo>
                <a:lnTo>
                  <a:pt x="1903393" y="359426"/>
                </a:lnTo>
                <a:lnTo>
                  <a:pt x="1905288" y="350898"/>
                </a:lnTo>
                <a:lnTo>
                  <a:pt x="1910446" y="347623"/>
                </a:lnTo>
                <a:lnTo>
                  <a:pt x="1920949" y="349873"/>
                </a:lnTo>
                <a:lnTo>
                  <a:pt x="1924261" y="355080"/>
                </a:lnTo>
                <a:lnTo>
                  <a:pt x="1921925" y="365580"/>
                </a:lnTo>
                <a:lnTo>
                  <a:pt x="1916763" y="368851"/>
                </a:lnTo>
                <a:lnTo>
                  <a:pt x="1911513" y="367728"/>
                </a:lnTo>
                <a:lnTo>
                  <a:pt x="1909546" y="367283"/>
                </a:lnTo>
                <a:lnTo>
                  <a:pt x="1907781" y="366274"/>
                </a:lnTo>
                <a:close/>
              </a:path>
              <a:path w="5142230" h="2300604">
                <a:moveTo>
                  <a:pt x="4267840" y="2283113"/>
                </a:moveTo>
                <a:lnTo>
                  <a:pt x="4263911" y="2278907"/>
                </a:lnTo>
                <a:lnTo>
                  <a:pt x="4263675" y="2273572"/>
                </a:lnTo>
                <a:lnTo>
                  <a:pt x="4266738" y="2269715"/>
                </a:lnTo>
                <a:lnTo>
                  <a:pt x="4270138" y="2265535"/>
                </a:lnTo>
                <a:lnTo>
                  <a:pt x="4276244" y="2264936"/>
                </a:lnTo>
                <a:lnTo>
                  <a:pt x="4284564" y="2271691"/>
                </a:lnTo>
                <a:lnTo>
                  <a:pt x="4285248" y="2277800"/>
                </a:lnTo>
                <a:lnTo>
                  <a:pt x="4278502" y="2286120"/>
                </a:lnTo>
                <a:lnTo>
                  <a:pt x="4272384" y="2286804"/>
                </a:lnTo>
                <a:lnTo>
                  <a:pt x="4267840" y="2283113"/>
                </a:lnTo>
                <a:close/>
              </a:path>
              <a:path w="5142230" h="2300604">
                <a:moveTo>
                  <a:pt x="3562436" y="1341300"/>
                </a:moveTo>
                <a:lnTo>
                  <a:pt x="3558975" y="1337594"/>
                </a:lnTo>
                <a:lnTo>
                  <a:pt x="3558262" y="1336343"/>
                </a:lnTo>
                <a:lnTo>
                  <a:pt x="3556215" y="1329753"/>
                </a:lnTo>
                <a:lnTo>
                  <a:pt x="3559091" y="1324328"/>
                </a:lnTo>
                <a:lnTo>
                  <a:pt x="3564201" y="1322760"/>
                </a:lnTo>
                <a:lnTo>
                  <a:pt x="3569354" y="1321141"/>
                </a:lnTo>
                <a:lnTo>
                  <a:pt x="3574780" y="1324017"/>
                </a:lnTo>
                <a:lnTo>
                  <a:pt x="3577926" y="1334227"/>
                </a:lnTo>
                <a:lnTo>
                  <a:pt x="3575096" y="1339701"/>
                </a:lnTo>
                <a:lnTo>
                  <a:pt x="3566268" y="1342469"/>
                </a:lnTo>
                <a:lnTo>
                  <a:pt x="3562436" y="1341300"/>
                </a:lnTo>
                <a:close/>
              </a:path>
              <a:path w="5142230" h="2300604">
                <a:moveTo>
                  <a:pt x="3193834" y="752791"/>
                </a:moveTo>
                <a:lnTo>
                  <a:pt x="3189722" y="748389"/>
                </a:lnTo>
                <a:lnTo>
                  <a:pt x="3189193" y="743622"/>
                </a:lnTo>
                <a:lnTo>
                  <a:pt x="3194259" y="735653"/>
                </a:lnTo>
                <a:lnTo>
                  <a:pt x="3194481" y="735304"/>
                </a:lnTo>
                <a:lnTo>
                  <a:pt x="3200517" y="733947"/>
                </a:lnTo>
                <a:lnTo>
                  <a:pt x="3205001" y="736890"/>
                </a:lnTo>
                <a:lnTo>
                  <a:pt x="3209530" y="739782"/>
                </a:lnTo>
                <a:lnTo>
                  <a:pt x="3210881" y="745824"/>
                </a:lnTo>
                <a:lnTo>
                  <a:pt x="3208166" y="749953"/>
                </a:lnTo>
                <a:lnTo>
                  <a:pt x="3205048" y="754825"/>
                </a:lnTo>
                <a:lnTo>
                  <a:pt x="3199060" y="756136"/>
                </a:lnTo>
                <a:lnTo>
                  <a:pt x="3193834" y="752791"/>
                </a:lnTo>
                <a:close/>
              </a:path>
              <a:path w="5142230" h="2300604">
                <a:moveTo>
                  <a:pt x="3252032" y="793489"/>
                </a:moveTo>
                <a:lnTo>
                  <a:pt x="3247591" y="788735"/>
                </a:lnTo>
                <a:lnTo>
                  <a:pt x="3247314" y="783651"/>
                </a:lnTo>
                <a:lnTo>
                  <a:pt x="3250229" y="779833"/>
                </a:lnTo>
                <a:lnTo>
                  <a:pt x="3253440" y="775546"/>
                </a:lnTo>
                <a:lnTo>
                  <a:pt x="3259556" y="774763"/>
                </a:lnTo>
                <a:lnTo>
                  <a:pt x="3263788" y="778023"/>
                </a:lnTo>
                <a:lnTo>
                  <a:pt x="3268070" y="781237"/>
                </a:lnTo>
                <a:lnTo>
                  <a:pt x="3268903" y="787307"/>
                </a:lnTo>
                <a:lnTo>
                  <a:pt x="3262428" y="795921"/>
                </a:lnTo>
                <a:lnTo>
                  <a:pt x="3256311" y="796705"/>
                </a:lnTo>
                <a:lnTo>
                  <a:pt x="3252032" y="793489"/>
                </a:lnTo>
                <a:close/>
              </a:path>
              <a:path w="5142230" h="2300604">
                <a:moveTo>
                  <a:pt x="3305058" y="838917"/>
                </a:moveTo>
                <a:lnTo>
                  <a:pt x="3301182" y="834767"/>
                </a:lnTo>
                <a:lnTo>
                  <a:pt x="3301198" y="828918"/>
                </a:lnTo>
                <a:lnTo>
                  <a:pt x="3304820" y="825169"/>
                </a:lnTo>
                <a:lnTo>
                  <a:pt x="3308492" y="821282"/>
                </a:lnTo>
                <a:lnTo>
                  <a:pt x="3314680" y="821163"/>
                </a:lnTo>
                <a:lnTo>
                  <a:pt x="3322400" y="828643"/>
                </a:lnTo>
                <a:lnTo>
                  <a:pt x="3322478" y="834788"/>
                </a:lnTo>
                <a:lnTo>
                  <a:pt x="3318806" y="838675"/>
                </a:lnTo>
                <a:lnTo>
                  <a:pt x="3315086" y="842516"/>
                </a:lnTo>
                <a:lnTo>
                  <a:pt x="3308898" y="842635"/>
                </a:lnTo>
                <a:lnTo>
                  <a:pt x="3305058" y="838917"/>
                </a:lnTo>
                <a:close/>
              </a:path>
              <a:path w="5142230" h="2300604">
                <a:moveTo>
                  <a:pt x="2871628" y="605912"/>
                </a:moveTo>
                <a:lnTo>
                  <a:pt x="2868212" y="602255"/>
                </a:lnTo>
                <a:lnTo>
                  <a:pt x="2867300" y="598542"/>
                </a:lnTo>
                <a:lnTo>
                  <a:pt x="2870089" y="590091"/>
                </a:lnTo>
                <a:lnTo>
                  <a:pt x="2870137" y="589947"/>
                </a:lnTo>
                <a:lnTo>
                  <a:pt x="2875711" y="587214"/>
                </a:lnTo>
                <a:lnTo>
                  <a:pt x="2885839" y="590628"/>
                </a:lnTo>
                <a:lnTo>
                  <a:pt x="2888580" y="596103"/>
                </a:lnTo>
                <a:lnTo>
                  <a:pt x="2885255" y="606131"/>
                </a:lnTo>
                <a:lnTo>
                  <a:pt x="2885207" y="606275"/>
                </a:lnTo>
                <a:lnTo>
                  <a:pt x="2879684" y="609061"/>
                </a:lnTo>
                <a:lnTo>
                  <a:pt x="2873014" y="606809"/>
                </a:lnTo>
                <a:lnTo>
                  <a:pt x="2871628" y="605912"/>
                </a:lnTo>
                <a:close/>
              </a:path>
              <a:path w="5142230" h="2300604">
                <a:moveTo>
                  <a:pt x="2804051" y="584303"/>
                </a:moveTo>
                <a:lnTo>
                  <a:pt x="2800635" y="580646"/>
                </a:lnTo>
                <a:lnTo>
                  <a:pt x="2799720" y="577027"/>
                </a:lnTo>
                <a:lnTo>
                  <a:pt x="2802324" y="568476"/>
                </a:lnTo>
                <a:lnTo>
                  <a:pt x="2807806" y="565547"/>
                </a:lnTo>
                <a:lnTo>
                  <a:pt x="2818083" y="568730"/>
                </a:lnTo>
                <a:lnTo>
                  <a:pt x="2820914" y="574203"/>
                </a:lnTo>
                <a:lnTo>
                  <a:pt x="2819376" y="579301"/>
                </a:lnTo>
                <a:lnTo>
                  <a:pt x="2817780" y="584435"/>
                </a:lnTo>
                <a:lnTo>
                  <a:pt x="2812352" y="587324"/>
                </a:lnTo>
                <a:lnTo>
                  <a:pt x="2805531" y="585203"/>
                </a:lnTo>
                <a:lnTo>
                  <a:pt x="2804051" y="584303"/>
                </a:lnTo>
                <a:close/>
              </a:path>
              <a:path w="5142230" h="2300604">
                <a:moveTo>
                  <a:pt x="3069282" y="683974"/>
                </a:moveTo>
                <a:lnTo>
                  <a:pt x="3065815" y="680263"/>
                </a:lnTo>
                <a:lnTo>
                  <a:pt x="3065063" y="676035"/>
                </a:lnTo>
                <a:lnTo>
                  <a:pt x="3069088" y="667444"/>
                </a:lnTo>
                <a:lnTo>
                  <a:pt x="3074914" y="665371"/>
                </a:lnTo>
                <a:lnTo>
                  <a:pt x="3079745" y="667707"/>
                </a:lnTo>
                <a:lnTo>
                  <a:pt x="3084623" y="669999"/>
                </a:lnTo>
                <a:lnTo>
                  <a:pt x="3086694" y="675834"/>
                </a:lnTo>
                <a:lnTo>
                  <a:pt x="3082022" y="685495"/>
                </a:lnTo>
                <a:lnTo>
                  <a:pt x="3076283" y="687560"/>
                </a:lnTo>
                <a:lnTo>
                  <a:pt x="3070247" y="684716"/>
                </a:lnTo>
                <a:lnTo>
                  <a:pt x="3069282" y="683974"/>
                </a:lnTo>
                <a:close/>
              </a:path>
              <a:path w="5142230" h="2300604">
                <a:moveTo>
                  <a:pt x="3943192" y="2006745"/>
                </a:moveTo>
                <a:lnTo>
                  <a:pt x="3939452" y="2002741"/>
                </a:lnTo>
                <a:lnTo>
                  <a:pt x="3939422" y="1996844"/>
                </a:lnTo>
                <a:lnTo>
                  <a:pt x="3943088" y="1993145"/>
                </a:lnTo>
                <a:lnTo>
                  <a:pt x="3946856" y="1989260"/>
                </a:lnTo>
                <a:lnTo>
                  <a:pt x="3952996" y="1989186"/>
                </a:lnTo>
                <a:lnTo>
                  <a:pt x="3960669" y="1996618"/>
                </a:lnTo>
                <a:lnTo>
                  <a:pt x="3960793" y="2002812"/>
                </a:lnTo>
                <a:lnTo>
                  <a:pt x="3957026" y="2006696"/>
                </a:lnTo>
                <a:lnTo>
                  <a:pt x="3953262" y="2010487"/>
                </a:lnTo>
                <a:lnTo>
                  <a:pt x="3947122" y="2010561"/>
                </a:lnTo>
                <a:lnTo>
                  <a:pt x="3943192" y="2006745"/>
                </a:lnTo>
                <a:close/>
              </a:path>
              <a:path w="5142230" h="2300604">
                <a:moveTo>
                  <a:pt x="3848804" y="1907366"/>
                </a:moveTo>
                <a:lnTo>
                  <a:pt x="3845018" y="1903314"/>
                </a:lnTo>
                <a:lnTo>
                  <a:pt x="3841480" y="1899233"/>
                </a:lnTo>
                <a:lnTo>
                  <a:pt x="3841877" y="1893109"/>
                </a:lnTo>
                <a:lnTo>
                  <a:pt x="3849445" y="1886548"/>
                </a:lnTo>
                <a:lnTo>
                  <a:pt x="3850001" y="1886068"/>
                </a:lnTo>
                <a:lnTo>
                  <a:pt x="3856165" y="1886509"/>
                </a:lnTo>
                <a:lnTo>
                  <a:pt x="3863211" y="1894638"/>
                </a:lnTo>
                <a:lnTo>
                  <a:pt x="3862719" y="1900758"/>
                </a:lnTo>
                <a:lnTo>
                  <a:pt x="3859233" y="1903771"/>
                </a:lnTo>
                <a:lnTo>
                  <a:pt x="3858677" y="1904251"/>
                </a:lnTo>
                <a:lnTo>
                  <a:pt x="3854739" y="1907757"/>
                </a:lnTo>
                <a:lnTo>
                  <a:pt x="3848804" y="1907366"/>
                </a:lnTo>
                <a:close/>
              </a:path>
              <a:path w="5142230" h="2300604">
                <a:moveTo>
                  <a:pt x="2392878" y="473948"/>
                </a:moveTo>
                <a:lnTo>
                  <a:pt x="2389461" y="470291"/>
                </a:lnTo>
                <a:lnTo>
                  <a:pt x="2389123" y="469146"/>
                </a:lnTo>
                <a:lnTo>
                  <a:pt x="2388506" y="466923"/>
                </a:lnTo>
                <a:lnTo>
                  <a:pt x="2390527" y="458529"/>
                </a:lnTo>
                <a:lnTo>
                  <a:pt x="2395731" y="455303"/>
                </a:lnTo>
                <a:lnTo>
                  <a:pt x="2400982" y="456525"/>
                </a:lnTo>
                <a:lnTo>
                  <a:pt x="2406179" y="457788"/>
                </a:lnTo>
                <a:lnTo>
                  <a:pt x="2409401" y="462996"/>
                </a:lnTo>
                <a:lnTo>
                  <a:pt x="2408184" y="468242"/>
                </a:lnTo>
                <a:lnTo>
                  <a:pt x="2406921" y="473439"/>
                </a:lnTo>
                <a:lnTo>
                  <a:pt x="2401713" y="476661"/>
                </a:lnTo>
                <a:lnTo>
                  <a:pt x="2396466" y="475444"/>
                </a:lnTo>
                <a:lnTo>
                  <a:pt x="2394548" y="474954"/>
                </a:lnTo>
                <a:lnTo>
                  <a:pt x="2392878" y="473948"/>
                </a:lnTo>
                <a:close/>
              </a:path>
              <a:path w="5142230" h="2300604">
                <a:moveTo>
                  <a:pt x="2667787" y="544588"/>
                </a:moveTo>
                <a:lnTo>
                  <a:pt x="2664371" y="540931"/>
                </a:lnTo>
                <a:lnTo>
                  <a:pt x="2663452" y="537406"/>
                </a:lnTo>
                <a:lnTo>
                  <a:pt x="2664367" y="533987"/>
                </a:lnTo>
                <a:lnTo>
                  <a:pt x="2665819" y="528895"/>
                </a:lnTo>
                <a:lnTo>
                  <a:pt x="2670790" y="526103"/>
                </a:lnTo>
                <a:lnTo>
                  <a:pt x="2671210" y="525868"/>
                </a:lnTo>
                <a:lnTo>
                  <a:pt x="2681546" y="528722"/>
                </a:lnTo>
                <a:lnTo>
                  <a:pt x="2684573" y="534112"/>
                </a:lnTo>
                <a:lnTo>
                  <a:pt x="2683076" y="539255"/>
                </a:lnTo>
                <a:lnTo>
                  <a:pt x="2681624" y="544445"/>
                </a:lnTo>
                <a:lnTo>
                  <a:pt x="2676229" y="547467"/>
                </a:lnTo>
                <a:lnTo>
                  <a:pt x="2671137" y="546024"/>
                </a:lnTo>
                <a:lnTo>
                  <a:pt x="2669313" y="545537"/>
                </a:lnTo>
                <a:lnTo>
                  <a:pt x="2667787" y="544588"/>
                </a:lnTo>
                <a:close/>
              </a:path>
              <a:path w="5142230" h="2300604">
                <a:moveTo>
                  <a:pt x="2530710" y="507815"/>
                </a:moveTo>
                <a:lnTo>
                  <a:pt x="2527344" y="504212"/>
                </a:lnTo>
                <a:lnTo>
                  <a:pt x="2526328" y="500778"/>
                </a:lnTo>
                <a:lnTo>
                  <a:pt x="2527194" y="497503"/>
                </a:lnTo>
                <a:lnTo>
                  <a:pt x="2528506" y="492260"/>
                </a:lnTo>
                <a:lnTo>
                  <a:pt x="2533801" y="489131"/>
                </a:lnTo>
                <a:lnTo>
                  <a:pt x="2538999" y="490493"/>
                </a:lnTo>
                <a:lnTo>
                  <a:pt x="2544242" y="491804"/>
                </a:lnTo>
                <a:lnTo>
                  <a:pt x="2547367" y="497104"/>
                </a:lnTo>
                <a:lnTo>
                  <a:pt x="2544652" y="507492"/>
                </a:lnTo>
                <a:lnTo>
                  <a:pt x="2539457" y="510630"/>
                </a:lnTo>
                <a:lnTo>
                  <a:pt x="2534321" y="509335"/>
                </a:lnTo>
                <a:lnTo>
                  <a:pt x="2532331" y="508866"/>
                </a:lnTo>
                <a:lnTo>
                  <a:pt x="2530710" y="507815"/>
                </a:lnTo>
                <a:close/>
              </a:path>
              <a:path w="5142230" h="2300604">
                <a:moveTo>
                  <a:pt x="2599360" y="525783"/>
                </a:moveTo>
                <a:lnTo>
                  <a:pt x="2595943" y="522126"/>
                </a:lnTo>
                <a:lnTo>
                  <a:pt x="2594968" y="518736"/>
                </a:lnTo>
                <a:lnTo>
                  <a:pt x="2597294" y="510181"/>
                </a:lnTo>
                <a:lnTo>
                  <a:pt x="2602402" y="507242"/>
                </a:lnTo>
                <a:lnTo>
                  <a:pt x="2602639" y="507105"/>
                </a:lnTo>
                <a:lnTo>
                  <a:pt x="2607780" y="508503"/>
                </a:lnTo>
                <a:lnTo>
                  <a:pt x="2612978" y="509865"/>
                </a:lnTo>
                <a:lnTo>
                  <a:pt x="2616049" y="515205"/>
                </a:lnTo>
                <a:lnTo>
                  <a:pt x="2614647" y="520350"/>
                </a:lnTo>
                <a:lnTo>
                  <a:pt x="2613294" y="525549"/>
                </a:lnTo>
                <a:lnTo>
                  <a:pt x="2607949" y="528625"/>
                </a:lnTo>
                <a:lnTo>
                  <a:pt x="2600931" y="526781"/>
                </a:lnTo>
                <a:lnTo>
                  <a:pt x="2599360" y="525783"/>
                </a:lnTo>
                <a:close/>
              </a:path>
              <a:path w="5142230" h="2300604">
                <a:moveTo>
                  <a:pt x="3896718" y="1960026"/>
                </a:moveTo>
                <a:lnTo>
                  <a:pt x="3889385" y="1952175"/>
                </a:lnTo>
                <a:lnTo>
                  <a:pt x="3889549" y="1946096"/>
                </a:lnTo>
                <a:lnTo>
                  <a:pt x="3893404" y="1942403"/>
                </a:lnTo>
                <a:lnTo>
                  <a:pt x="3897255" y="1938705"/>
                </a:lnTo>
                <a:lnTo>
                  <a:pt x="3903626" y="1938878"/>
                </a:lnTo>
                <a:lnTo>
                  <a:pt x="3910870" y="1946632"/>
                </a:lnTo>
                <a:lnTo>
                  <a:pt x="3910702" y="1952806"/>
                </a:lnTo>
                <a:lnTo>
                  <a:pt x="3902902" y="1960194"/>
                </a:lnTo>
                <a:lnTo>
                  <a:pt x="3896718" y="1960026"/>
                </a:lnTo>
                <a:close/>
              </a:path>
              <a:path w="5142230" h="2300604">
                <a:moveTo>
                  <a:pt x="3132392" y="716147"/>
                </a:moveTo>
                <a:lnTo>
                  <a:pt x="3128885" y="712392"/>
                </a:lnTo>
                <a:lnTo>
                  <a:pt x="3128141" y="707882"/>
                </a:lnTo>
                <a:lnTo>
                  <a:pt x="3130253" y="704083"/>
                </a:lnTo>
                <a:lnTo>
                  <a:pt x="3132819" y="699403"/>
                </a:lnTo>
                <a:lnTo>
                  <a:pt x="3138775" y="697665"/>
                </a:lnTo>
                <a:lnTo>
                  <a:pt x="3148187" y="702853"/>
                </a:lnTo>
                <a:lnTo>
                  <a:pt x="3149874" y="708764"/>
                </a:lnTo>
                <a:lnTo>
                  <a:pt x="3144690" y="718172"/>
                </a:lnTo>
                <a:lnTo>
                  <a:pt x="3138775" y="719854"/>
                </a:lnTo>
                <a:lnTo>
                  <a:pt x="3133170" y="716789"/>
                </a:lnTo>
                <a:lnTo>
                  <a:pt x="3132392" y="716147"/>
                </a:lnTo>
                <a:close/>
              </a:path>
              <a:path w="5142230" h="2300604">
                <a:moveTo>
                  <a:pt x="2461855" y="490605"/>
                </a:moveTo>
                <a:lnTo>
                  <a:pt x="2458439" y="486948"/>
                </a:lnTo>
                <a:lnTo>
                  <a:pt x="2457514" y="483612"/>
                </a:lnTo>
                <a:lnTo>
                  <a:pt x="2458286" y="480333"/>
                </a:lnTo>
                <a:lnTo>
                  <a:pt x="2459598" y="475091"/>
                </a:lnTo>
                <a:lnTo>
                  <a:pt x="2464852" y="471918"/>
                </a:lnTo>
                <a:lnTo>
                  <a:pt x="2470044" y="473175"/>
                </a:lnTo>
                <a:lnTo>
                  <a:pt x="2475292" y="474492"/>
                </a:lnTo>
                <a:lnTo>
                  <a:pt x="2478465" y="479746"/>
                </a:lnTo>
                <a:lnTo>
                  <a:pt x="2477198" y="484938"/>
                </a:lnTo>
                <a:lnTo>
                  <a:pt x="2475886" y="490181"/>
                </a:lnTo>
                <a:lnTo>
                  <a:pt x="2470632" y="493354"/>
                </a:lnTo>
                <a:lnTo>
                  <a:pt x="2465439" y="492096"/>
                </a:lnTo>
                <a:lnTo>
                  <a:pt x="2463521" y="491606"/>
                </a:lnTo>
                <a:lnTo>
                  <a:pt x="2461855" y="490605"/>
                </a:lnTo>
                <a:close/>
              </a:path>
              <a:path w="5142230" h="2300604">
                <a:moveTo>
                  <a:pt x="2736052" y="564002"/>
                </a:moveTo>
                <a:lnTo>
                  <a:pt x="2732636" y="560345"/>
                </a:lnTo>
                <a:lnTo>
                  <a:pt x="2731669" y="556865"/>
                </a:lnTo>
                <a:lnTo>
                  <a:pt x="2732636" y="553405"/>
                </a:lnTo>
                <a:lnTo>
                  <a:pt x="2734133" y="548263"/>
                </a:lnTo>
                <a:lnTo>
                  <a:pt x="2739569" y="545285"/>
                </a:lnTo>
                <a:lnTo>
                  <a:pt x="2749854" y="548279"/>
                </a:lnTo>
                <a:lnTo>
                  <a:pt x="2752827" y="553710"/>
                </a:lnTo>
                <a:lnTo>
                  <a:pt x="2749838" y="563999"/>
                </a:lnTo>
                <a:lnTo>
                  <a:pt x="2744450" y="566931"/>
                </a:lnTo>
                <a:lnTo>
                  <a:pt x="2739308" y="565434"/>
                </a:lnTo>
                <a:lnTo>
                  <a:pt x="2737578" y="564951"/>
                </a:lnTo>
                <a:lnTo>
                  <a:pt x="2736052" y="564002"/>
                </a:lnTo>
                <a:close/>
              </a:path>
              <a:path w="5142230" h="2300604">
                <a:moveTo>
                  <a:pt x="2115898" y="411551"/>
                </a:moveTo>
                <a:lnTo>
                  <a:pt x="2112482" y="407894"/>
                </a:lnTo>
                <a:lnTo>
                  <a:pt x="2111509" y="404702"/>
                </a:lnTo>
                <a:lnTo>
                  <a:pt x="2112233" y="401470"/>
                </a:lnTo>
                <a:lnTo>
                  <a:pt x="2113356" y="396220"/>
                </a:lnTo>
                <a:lnTo>
                  <a:pt x="2118563" y="392899"/>
                </a:lnTo>
                <a:lnTo>
                  <a:pt x="2123817" y="394027"/>
                </a:lnTo>
                <a:lnTo>
                  <a:pt x="2129017" y="395195"/>
                </a:lnTo>
                <a:lnTo>
                  <a:pt x="2132378" y="400357"/>
                </a:lnTo>
                <a:lnTo>
                  <a:pt x="2131255" y="405606"/>
                </a:lnTo>
                <a:lnTo>
                  <a:pt x="2130042" y="410857"/>
                </a:lnTo>
                <a:lnTo>
                  <a:pt x="2124879" y="414127"/>
                </a:lnTo>
                <a:lnTo>
                  <a:pt x="2119630" y="413004"/>
                </a:lnTo>
                <a:lnTo>
                  <a:pt x="2117662" y="412560"/>
                </a:lnTo>
                <a:lnTo>
                  <a:pt x="2115898" y="411551"/>
                </a:lnTo>
                <a:close/>
              </a:path>
              <a:path w="5142230" h="2300604">
                <a:moveTo>
                  <a:pt x="3494184" y="1139800"/>
                </a:moveTo>
                <a:lnTo>
                  <a:pt x="3490722" y="1136094"/>
                </a:lnTo>
                <a:lnTo>
                  <a:pt x="3490093" y="1135029"/>
                </a:lnTo>
                <a:lnTo>
                  <a:pt x="3489659" y="1133883"/>
                </a:lnTo>
                <a:lnTo>
                  <a:pt x="3487657" y="1128904"/>
                </a:lnTo>
                <a:lnTo>
                  <a:pt x="3490117" y="1123228"/>
                </a:lnTo>
                <a:lnTo>
                  <a:pt x="3495045" y="1121273"/>
                </a:lnTo>
                <a:lnTo>
                  <a:pt x="3500073" y="1119324"/>
                </a:lnTo>
                <a:lnTo>
                  <a:pt x="3505704" y="1121734"/>
                </a:lnTo>
                <a:lnTo>
                  <a:pt x="3507706" y="1126712"/>
                </a:lnTo>
                <a:lnTo>
                  <a:pt x="3509660" y="1131735"/>
                </a:lnTo>
                <a:lnTo>
                  <a:pt x="3507200" y="1137411"/>
                </a:lnTo>
                <a:lnTo>
                  <a:pt x="3502222" y="1139313"/>
                </a:lnTo>
                <a:lnTo>
                  <a:pt x="3498725" y="1140752"/>
                </a:lnTo>
                <a:lnTo>
                  <a:pt x="3498396" y="1140887"/>
                </a:lnTo>
                <a:lnTo>
                  <a:pt x="3494184" y="1139800"/>
                </a:lnTo>
                <a:close/>
              </a:path>
              <a:path w="5142230" h="2300604">
                <a:moveTo>
                  <a:pt x="2046542" y="396443"/>
                </a:moveTo>
                <a:lnTo>
                  <a:pt x="2043176" y="392840"/>
                </a:lnTo>
                <a:lnTo>
                  <a:pt x="2042105" y="389641"/>
                </a:lnTo>
                <a:lnTo>
                  <a:pt x="2044000" y="381113"/>
                </a:lnTo>
                <a:lnTo>
                  <a:pt x="2049158" y="377837"/>
                </a:lnTo>
                <a:lnTo>
                  <a:pt x="2059661" y="380088"/>
                </a:lnTo>
                <a:lnTo>
                  <a:pt x="2062973" y="385295"/>
                </a:lnTo>
                <a:lnTo>
                  <a:pt x="2061809" y="390500"/>
                </a:lnTo>
                <a:lnTo>
                  <a:pt x="2060686" y="395749"/>
                </a:lnTo>
                <a:lnTo>
                  <a:pt x="2055516" y="399109"/>
                </a:lnTo>
                <a:lnTo>
                  <a:pt x="2048258" y="397498"/>
                </a:lnTo>
                <a:lnTo>
                  <a:pt x="2046542" y="396443"/>
                </a:lnTo>
                <a:close/>
              </a:path>
              <a:path w="5142230" h="2300604">
                <a:moveTo>
                  <a:pt x="3605179" y="1476689"/>
                </a:moveTo>
                <a:lnTo>
                  <a:pt x="3601763" y="1473032"/>
                </a:lnTo>
                <a:lnTo>
                  <a:pt x="3601001" y="1471826"/>
                </a:lnTo>
                <a:lnTo>
                  <a:pt x="3598862" y="1465332"/>
                </a:lnTo>
                <a:lnTo>
                  <a:pt x="3601643" y="1459903"/>
                </a:lnTo>
                <a:lnTo>
                  <a:pt x="3606706" y="1458187"/>
                </a:lnTo>
                <a:lnTo>
                  <a:pt x="3611858" y="1456470"/>
                </a:lnTo>
                <a:lnTo>
                  <a:pt x="3617341" y="1459210"/>
                </a:lnTo>
                <a:lnTo>
                  <a:pt x="3620675" y="1469427"/>
                </a:lnTo>
                <a:lnTo>
                  <a:pt x="3617939" y="1474904"/>
                </a:lnTo>
                <a:lnTo>
                  <a:pt x="3612877" y="1476620"/>
                </a:lnTo>
                <a:lnTo>
                  <a:pt x="3609105" y="1477861"/>
                </a:lnTo>
                <a:lnTo>
                  <a:pt x="3605179" y="1476689"/>
                </a:lnTo>
                <a:close/>
              </a:path>
              <a:path w="5142230" h="2300604">
                <a:moveTo>
                  <a:pt x="2185255" y="426757"/>
                </a:moveTo>
                <a:lnTo>
                  <a:pt x="2181839" y="423100"/>
                </a:lnTo>
                <a:lnTo>
                  <a:pt x="2180862" y="419904"/>
                </a:lnTo>
                <a:lnTo>
                  <a:pt x="2181540" y="416622"/>
                </a:lnTo>
                <a:lnTo>
                  <a:pt x="2182709" y="411422"/>
                </a:lnTo>
                <a:lnTo>
                  <a:pt x="2187920" y="408106"/>
                </a:lnTo>
                <a:lnTo>
                  <a:pt x="2198419" y="410352"/>
                </a:lnTo>
                <a:lnTo>
                  <a:pt x="2201735" y="415563"/>
                </a:lnTo>
                <a:lnTo>
                  <a:pt x="2200513" y="420804"/>
                </a:lnTo>
                <a:lnTo>
                  <a:pt x="2199395" y="426058"/>
                </a:lnTo>
                <a:lnTo>
                  <a:pt x="2194179" y="429370"/>
                </a:lnTo>
                <a:lnTo>
                  <a:pt x="2188983" y="428206"/>
                </a:lnTo>
                <a:lnTo>
                  <a:pt x="2186967" y="427807"/>
                </a:lnTo>
                <a:lnTo>
                  <a:pt x="2185255" y="426757"/>
                </a:lnTo>
                <a:close/>
              </a:path>
              <a:path w="5142230" h="2300604">
                <a:moveTo>
                  <a:pt x="2323796" y="457863"/>
                </a:moveTo>
                <a:lnTo>
                  <a:pt x="2320379" y="454206"/>
                </a:lnTo>
                <a:lnTo>
                  <a:pt x="2319357" y="450961"/>
                </a:lnTo>
                <a:lnTo>
                  <a:pt x="2321346" y="442437"/>
                </a:lnTo>
                <a:lnTo>
                  <a:pt x="2326509" y="439166"/>
                </a:lnTo>
                <a:lnTo>
                  <a:pt x="2337001" y="441600"/>
                </a:lnTo>
                <a:lnTo>
                  <a:pt x="2340272" y="446763"/>
                </a:lnTo>
                <a:lnTo>
                  <a:pt x="2337833" y="457250"/>
                </a:lnTo>
                <a:lnTo>
                  <a:pt x="2332675" y="460526"/>
                </a:lnTo>
                <a:lnTo>
                  <a:pt x="2325461" y="458864"/>
                </a:lnTo>
                <a:lnTo>
                  <a:pt x="2323796" y="457863"/>
                </a:lnTo>
                <a:close/>
              </a:path>
              <a:path w="5142230" h="2300604">
                <a:moveTo>
                  <a:pt x="2254553" y="442193"/>
                </a:moveTo>
                <a:lnTo>
                  <a:pt x="2251137" y="438536"/>
                </a:lnTo>
                <a:lnTo>
                  <a:pt x="2250163" y="435246"/>
                </a:lnTo>
                <a:lnTo>
                  <a:pt x="2252058" y="426718"/>
                </a:lnTo>
                <a:lnTo>
                  <a:pt x="2257267" y="423496"/>
                </a:lnTo>
                <a:lnTo>
                  <a:pt x="2267762" y="425836"/>
                </a:lnTo>
                <a:lnTo>
                  <a:pt x="2271028" y="430994"/>
                </a:lnTo>
                <a:lnTo>
                  <a:pt x="2269815" y="436245"/>
                </a:lnTo>
                <a:lnTo>
                  <a:pt x="2268693" y="441494"/>
                </a:lnTo>
                <a:lnTo>
                  <a:pt x="2263481" y="444810"/>
                </a:lnTo>
                <a:lnTo>
                  <a:pt x="2256267" y="443148"/>
                </a:lnTo>
                <a:lnTo>
                  <a:pt x="2254553" y="442193"/>
                </a:lnTo>
                <a:close/>
              </a:path>
              <a:path w="5142230" h="2300604">
                <a:moveTo>
                  <a:pt x="3803607" y="1852434"/>
                </a:moveTo>
                <a:lnTo>
                  <a:pt x="3799547" y="1848089"/>
                </a:lnTo>
                <a:lnTo>
                  <a:pt x="3796244" y="1843869"/>
                </a:lnTo>
                <a:lnTo>
                  <a:pt x="3797023" y="1837763"/>
                </a:lnTo>
                <a:lnTo>
                  <a:pt x="3805458" y="1831153"/>
                </a:lnTo>
                <a:lnTo>
                  <a:pt x="3811569" y="1831927"/>
                </a:lnTo>
                <a:lnTo>
                  <a:pt x="3818224" y="1840420"/>
                </a:lnTo>
                <a:lnTo>
                  <a:pt x="3817445" y="1846526"/>
                </a:lnTo>
                <a:lnTo>
                  <a:pt x="3813180" y="1849780"/>
                </a:lnTo>
                <a:lnTo>
                  <a:pt x="3810356" y="1852036"/>
                </a:lnTo>
                <a:lnTo>
                  <a:pt x="3809206" y="1852954"/>
                </a:lnTo>
                <a:lnTo>
                  <a:pt x="3803607" y="1852434"/>
                </a:lnTo>
                <a:close/>
              </a:path>
              <a:path w="5142230" h="2300604">
                <a:moveTo>
                  <a:pt x="3656268" y="1609477"/>
                </a:moveTo>
                <a:lnTo>
                  <a:pt x="3652765" y="1605727"/>
                </a:lnTo>
                <a:lnTo>
                  <a:pt x="3652133" y="1604856"/>
                </a:lnTo>
                <a:lnTo>
                  <a:pt x="3651738" y="1603846"/>
                </a:lnTo>
                <a:lnTo>
                  <a:pt x="3649544" y="1598956"/>
                </a:lnTo>
                <a:lnTo>
                  <a:pt x="3651675" y="1593222"/>
                </a:lnTo>
                <a:lnTo>
                  <a:pt x="3656570" y="1591033"/>
                </a:lnTo>
                <a:lnTo>
                  <a:pt x="3661508" y="1588793"/>
                </a:lnTo>
                <a:lnTo>
                  <a:pt x="3667239" y="1591018"/>
                </a:lnTo>
                <a:lnTo>
                  <a:pt x="3671623" y="1600794"/>
                </a:lnTo>
                <a:lnTo>
                  <a:pt x="3669451" y="1606484"/>
                </a:lnTo>
                <a:lnTo>
                  <a:pt x="3664607" y="1608727"/>
                </a:lnTo>
                <a:lnTo>
                  <a:pt x="3660676" y="1610481"/>
                </a:lnTo>
                <a:lnTo>
                  <a:pt x="3656268" y="1609477"/>
                </a:lnTo>
                <a:close/>
              </a:path>
              <a:path w="5142230" h="2300604">
                <a:moveTo>
                  <a:pt x="4048544" y="2102904"/>
                </a:moveTo>
                <a:lnTo>
                  <a:pt x="4044442" y="2098513"/>
                </a:lnTo>
                <a:lnTo>
                  <a:pt x="4044258" y="2093038"/>
                </a:lnTo>
                <a:lnTo>
                  <a:pt x="4047550" y="2089231"/>
                </a:lnTo>
                <a:lnTo>
                  <a:pt x="4051082" y="2085192"/>
                </a:lnTo>
                <a:lnTo>
                  <a:pt x="4057239" y="2084746"/>
                </a:lnTo>
                <a:lnTo>
                  <a:pt x="4061269" y="2088277"/>
                </a:lnTo>
                <a:lnTo>
                  <a:pt x="4065352" y="2091768"/>
                </a:lnTo>
                <a:lnTo>
                  <a:pt x="4065758" y="2097872"/>
                </a:lnTo>
                <a:lnTo>
                  <a:pt x="4062271" y="2101960"/>
                </a:lnTo>
                <a:lnTo>
                  <a:pt x="4058735" y="2105994"/>
                </a:lnTo>
                <a:lnTo>
                  <a:pt x="4052582" y="2106445"/>
                </a:lnTo>
                <a:lnTo>
                  <a:pt x="4048544" y="2102904"/>
                </a:lnTo>
                <a:close/>
              </a:path>
              <a:path w="5142230" h="2300604">
                <a:moveTo>
                  <a:pt x="4157850" y="2194109"/>
                </a:moveTo>
                <a:lnTo>
                  <a:pt x="4153600" y="2189559"/>
                </a:lnTo>
                <a:lnTo>
                  <a:pt x="4153272" y="2184223"/>
                </a:lnTo>
                <a:lnTo>
                  <a:pt x="4159776" y="2176230"/>
                </a:lnTo>
                <a:lnTo>
                  <a:pt x="4165890" y="2175640"/>
                </a:lnTo>
                <a:lnTo>
                  <a:pt x="4170074" y="2178946"/>
                </a:lnTo>
                <a:lnTo>
                  <a:pt x="4174254" y="2182345"/>
                </a:lnTo>
                <a:lnTo>
                  <a:pt x="4174844" y="2188451"/>
                </a:lnTo>
                <a:lnTo>
                  <a:pt x="4171539" y="2192634"/>
                </a:lnTo>
                <a:lnTo>
                  <a:pt x="4168144" y="2196820"/>
                </a:lnTo>
                <a:lnTo>
                  <a:pt x="4161980" y="2197455"/>
                </a:lnTo>
                <a:lnTo>
                  <a:pt x="4157850" y="2194109"/>
                </a:lnTo>
                <a:close/>
              </a:path>
              <a:path w="5142230" h="2300604">
                <a:moveTo>
                  <a:pt x="3761427" y="1795064"/>
                </a:moveTo>
                <a:lnTo>
                  <a:pt x="3757181" y="1790519"/>
                </a:lnTo>
                <a:lnTo>
                  <a:pt x="3754168" y="1786121"/>
                </a:lnTo>
                <a:lnTo>
                  <a:pt x="3755225" y="1780019"/>
                </a:lnTo>
                <a:lnTo>
                  <a:pt x="3764067" y="1773942"/>
                </a:lnTo>
                <a:lnTo>
                  <a:pt x="3770124" y="1775050"/>
                </a:lnTo>
                <a:lnTo>
                  <a:pt x="3773137" y="1779449"/>
                </a:lnTo>
                <a:lnTo>
                  <a:pt x="3776240" y="1783846"/>
                </a:lnTo>
                <a:lnTo>
                  <a:pt x="3775137" y="1789898"/>
                </a:lnTo>
                <a:lnTo>
                  <a:pt x="3770695" y="1792962"/>
                </a:lnTo>
                <a:lnTo>
                  <a:pt x="3766724" y="1795749"/>
                </a:lnTo>
                <a:lnTo>
                  <a:pt x="3761427" y="1795064"/>
                </a:lnTo>
                <a:close/>
              </a:path>
              <a:path w="5142230" h="2300604">
                <a:moveTo>
                  <a:pt x="3628856" y="1543772"/>
                </a:moveTo>
                <a:lnTo>
                  <a:pt x="3625395" y="1540066"/>
                </a:lnTo>
                <a:lnTo>
                  <a:pt x="3624774" y="1539011"/>
                </a:lnTo>
                <a:lnTo>
                  <a:pt x="3624246" y="1537761"/>
                </a:lnTo>
                <a:lnTo>
                  <a:pt x="3622386" y="1532741"/>
                </a:lnTo>
                <a:lnTo>
                  <a:pt x="3624896" y="1527119"/>
                </a:lnTo>
                <a:lnTo>
                  <a:pt x="3629912" y="1525255"/>
                </a:lnTo>
                <a:lnTo>
                  <a:pt x="3634935" y="1523301"/>
                </a:lnTo>
                <a:lnTo>
                  <a:pt x="3640518" y="1525857"/>
                </a:lnTo>
                <a:lnTo>
                  <a:pt x="3644379" y="1535855"/>
                </a:lnTo>
                <a:lnTo>
                  <a:pt x="3641870" y="1541477"/>
                </a:lnTo>
                <a:lnTo>
                  <a:pt x="3633023" y="1544811"/>
                </a:lnTo>
                <a:lnTo>
                  <a:pt x="3628856" y="1543772"/>
                </a:lnTo>
                <a:close/>
              </a:path>
              <a:path w="5142230" h="2300604">
                <a:moveTo>
                  <a:pt x="3434917" y="1011356"/>
                </a:moveTo>
                <a:lnTo>
                  <a:pt x="3431405" y="1007596"/>
                </a:lnTo>
                <a:lnTo>
                  <a:pt x="3430956" y="1006920"/>
                </a:lnTo>
                <a:lnTo>
                  <a:pt x="3427983" y="1001489"/>
                </a:lnTo>
                <a:lnTo>
                  <a:pt x="3429644" y="995545"/>
                </a:lnTo>
                <a:lnTo>
                  <a:pt x="3439077" y="990394"/>
                </a:lnTo>
                <a:lnTo>
                  <a:pt x="3445014" y="992153"/>
                </a:lnTo>
                <a:lnTo>
                  <a:pt x="3450117" y="1001530"/>
                </a:lnTo>
                <a:lnTo>
                  <a:pt x="3448456" y="1007474"/>
                </a:lnTo>
                <a:lnTo>
                  <a:pt x="3439750" y="1012229"/>
                </a:lnTo>
                <a:lnTo>
                  <a:pt x="3434917" y="1011356"/>
                </a:lnTo>
                <a:close/>
              </a:path>
              <a:path w="5142230" h="2300604">
                <a:moveTo>
                  <a:pt x="3004544" y="655238"/>
                </a:moveTo>
                <a:lnTo>
                  <a:pt x="3001128" y="651581"/>
                </a:lnTo>
                <a:lnTo>
                  <a:pt x="3000269" y="647535"/>
                </a:lnTo>
                <a:lnTo>
                  <a:pt x="3001763" y="643856"/>
                </a:lnTo>
                <a:lnTo>
                  <a:pt x="3003819" y="638922"/>
                </a:lnTo>
                <a:lnTo>
                  <a:pt x="3009515" y="636614"/>
                </a:lnTo>
                <a:lnTo>
                  <a:pt x="3014598" y="638733"/>
                </a:lnTo>
                <a:lnTo>
                  <a:pt x="3019432" y="640682"/>
                </a:lnTo>
                <a:lnTo>
                  <a:pt x="3021785" y="646428"/>
                </a:lnTo>
                <a:lnTo>
                  <a:pt x="3017630" y="656345"/>
                </a:lnTo>
                <a:lnTo>
                  <a:pt x="3011929" y="658648"/>
                </a:lnTo>
                <a:lnTo>
                  <a:pt x="3006999" y="656597"/>
                </a:lnTo>
                <a:lnTo>
                  <a:pt x="3005693" y="656082"/>
                </a:lnTo>
                <a:lnTo>
                  <a:pt x="3004544" y="655238"/>
                </a:lnTo>
                <a:close/>
              </a:path>
              <a:path w="5142230" h="2300604">
                <a:moveTo>
                  <a:pt x="3687426" y="1673425"/>
                </a:moveTo>
                <a:lnTo>
                  <a:pt x="3683964" y="1669720"/>
                </a:lnTo>
                <a:lnTo>
                  <a:pt x="3683469" y="1668995"/>
                </a:lnTo>
                <a:lnTo>
                  <a:pt x="3683019" y="1668219"/>
                </a:lnTo>
                <a:lnTo>
                  <a:pt x="3680543" y="1663419"/>
                </a:lnTo>
                <a:lnTo>
                  <a:pt x="3682394" y="1657581"/>
                </a:lnTo>
                <a:lnTo>
                  <a:pt x="3691865" y="1652568"/>
                </a:lnTo>
                <a:lnTo>
                  <a:pt x="3697747" y="1654369"/>
                </a:lnTo>
                <a:lnTo>
                  <a:pt x="3700232" y="1659179"/>
                </a:lnTo>
                <a:lnTo>
                  <a:pt x="3702761" y="1663939"/>
                </a:lnTo>
                <a:lnTo>
                  <a:pt x="3700906" y="1669772"/>
                </a:lnTo>
                <a:lnTo>
                  <a:pt x="3696146" y="1672301"/>
                </a:lnTo>
                <a:lnTo>
                  <a:pt x="3692210" y="1674344"/>
                </a:lnTo>
                <a:lnTo>
                  <a:pt x="3687426" y="1673425"/>
                </a:lnTo>
                <a:close/>
              </a:path>
              <a:path w="5142230" h="2300604">
                <a:moveTo>
                  <a:pt x="4102828" y="2148992"/>
                </a:moveTo>
                <a:lnTo>
                  <a:pt x="4098631" y="2144499"/>
                </a:lnTo>
                <a:lnTo>
                  <a:pt x="4098439" y="2139113"/>
                </a:lnTo>
                <a:lnTo>
                  <a:pt x="4101596" y="2135259"/>
                </a:lnTo>
                <a:lnTo>
                  <a:pt x="4105037" y="2131123"/>
                </a:lnTo>
                <a:lnTo>
                  <a:pt x="4111149" y="2130627"/>
                </a:lnTo>
                <a:lnTo>
                  <a:pt x="4119362" y="2137464"/>
                </a:lnTo>
                <a:lnTo>
                  <a:pt x="4119961" y="2143579"/>
                </a:lnTo>
                <a:lnTo>
                  <a:pt x="4113066" y="2151838"/>
                </a:lnTo>
                <a:lnTo>
                  <a:pt x="4107009" y="2152392"/>
                </a:lnTo>
                <a:lnTo>
                  <a:pt x="4102828" y="2148992"/>
                </a:lnTo>
                <a:close/>
              </a:path>
              <a:path w="5142230" h="2300604">
                <a:moveTo>
                  <a:pt x="3995249" y="2055726"/>
                </a:moveTo>
                <a:lnTo>
                  <a:pt x="3991286" y="2051484"/>
                </a:lnTo>
                <a:lnTo>
                  <a:pt x="3991195" y="2045717"/>
                </a:lnTo>
                <a:lnTo>
                  <a:pt x="3994632" y="2041967"/>
                </a:lnTo>
                <a:lnTo>
                  <a:pt x="3998209" y="2037977"/>
                </a:lnTo>
                <a:lnTo>
                  <a:pt x="4004360" y="2037719"/>
                </a:lnTo>
                <a:lnTo>
                  <a:pt x="4008345" y="2041301"/>
                </a:lnTo>
                <a:lnTo>
                  <a:pt x="4012282" y="2044928"/>
                </a:lnTo>
                <a:lnTo>
                  <a:pt x="4012594" y="2051029"/>
                </a:lnTo>
                <a:lnTo>
                  <a:pt x="4005376" y="2059040"/>
                </a:lnTo>
                <a:lnTo>
                  <a:pt x="3999235" y="2059308"/>
                </a:lnTo>
                <a:lnTo>
                  <a:pt x="3995249" y="2055726"/>
                </a:lnTo>
                <a:close/>
              </a:path>
              <a:path w="5142230" h="2300604">
                <a:moveTo>
                  <a:pt x="3722673" y="1735398"/>
                </a:moveTo>
                <a:lnTo>
                  <a:pt x="3718646" y="1731088"/>
                </a:lnTo>
                <a:lnTo>
                  <a:pt x="3715475" y="1725933"/>
                </a:lnTo>
                <a:lnTo>
                  <a:pt x="3716906" y="1719939"/>
                </a:lnTo>
                <a:lnTo>
                  <a:pt x="3721533" y="1717169"/>
                </a:lnTo>
                <a:lnTo>
                  <a:pt x="3726109" y="1714346"/>
                </a:lnTo>
                <a:lnTo>
                  <a:pt x="3732059" y="1715828"/>
                </a:lnTo>
                <a:lnTo>
                  <a:pt x="3734877" y="1720409"/>
                </a:lnTo>
                <a:lnTo>
                  <a:pt x="3737647" y="1725035"/>
                </a:lnTo>
                <a:lnTo>
                  <a:pt x="3736170" y="1730981"/>
                </a:lnTo>
                <a:lnTo>
                  <a:pt x="3727635" y="1736214"/>
                </a:lnTo>
                <a:lnTo>
                  <a:pt x="3722673" y="1735398"/>
                </a:lnTo>
                <a:close/>
              </a:path>
              <a:path w="5142230" h="2300604">
                <a:moveTo>
                  <a:pt x="3356374" y="894335"/>
                </a:moveTo>
                <a:lnTo>
                  <a:pt x="3352506" y="890196"/>
                </a:lnTo>
                <a:lnTo>
                  <a:pt x="3349060" y="886019"/>
                </a:lnTo>
                <a:lnTo>
                  <a:pt x="3349645" y="879902"/>
                </a:lnTo>
                <a:lnTo>
                  <a:pt x="3357020" y="873817"/>
                </a:lnTo>
                <a:lnTo>
                  <a:pt x="3357948" y="873050"/>
                </a:lnTo>
                <a:lnTo>
                  <a:pt x="3364070" y="873641"/>
                </a:lnTo>
                <a:lnTo>
                  <a:pt x="3370865" y="881894"/>
                </a:lnTo>
                <a:lnTo>
                  <a:pt x="3370284" y="888016"/>
                </a:lnTo>
                <a:lnTo>
                  <a:pt x="3367069" y="890731"/>
                </a:lnTo>
                <a:lnTo>
                  <a:pt x="3366202" y="891464"/>
                </a:lnTo>
                <a:lnTo>
                  <a:pt x="3362941" y="894136"/>
                </a:lnTo>
                <a:lnTo>
                  <a:pt x="3362219" y="894727"/>
                </a:lnTo>
                <a:lnTo>
                  <a:pt x="3356374" y="894335"/>
                </a:lnTo>
                <a:close/>
              </a:path>
              <a:path w="5142230" h="2300604">
                <a:moveTo>
                  <a:pt x="3466568" y="1074561"/>
                </a:moveTo>
                <a:lnTo>
                  <a:pt x="3463101" y="1070850"/>
                </a:lnTo>
                <a:lnTo>
                  <a:pt x="3462475" y="1069984"/>
                </a:lnTo>
                <a:lnTo>
                  <a:pt x="3459842" y="1064134"/>
                </a:lnTo>
                <a:lnTo>
                  <a:pt x="3461926" y="1058352"/>
                </a:lnTo>
                <a:lnTo>
                  <a:pt x="3466817" y="1056157"/>
                </a:lnTo>
                <a:lnTo>
                  <a:pt x="3471710" y="1053869"/>
                </a:lnTo>
                <a:lnTo>
                  <a:pt x="3477489" y="1056050"/>
                </a:lnTo>
                <a:lnTo>
                  <a:pt x="3479731" y="1060894"/>
                </a:lnTo>
                <a:lnTo>
                  <a:pt x="3481922" y="1065778"/>
                </a:lnTo>
                <a:lnTo>
                  <a:pt x="3479838" y="1071561"/>
                </a:lnTo>
                <a:lnTo>
                  <a:pt x="3474951" y="1073760"/>
                </a:lnTo>
                <a:lnTo>
                  <a:pt x="3471012" y="1075605"/>
                </a:lnTo>
                <a:lnTo>
                  <a:pt x="3466568" y="1074561"/>
                </a:lnTo>
                <a:close/>
              </a:path>
              <a:path w="5142230" h="2300604">
                <a:moveTo>
                  <a:pt x="2938570" y="629383"/>
                </a:moveTo>
                <a:lnTo>
                  <a:pt x="2935154" y="625726"/>
                </a:lnTo>
                <a:lnTo>
                  <a:pt x="2934204" y="621875"/>
                </a:lnTo>
                <a:lnTo>
                  <a:pt x="2935552" y="618332"/>
                </a:lnTo>
                <a:lnTo>
                  <a:pt x="2937423" y="613298"/>
                </a:lnTo>
                <a:lnTo>
                  <a:pt x="2943035" y="610703"/>
                </a:lnTo>
                <a:lnTo>
                  <a:pt x="2953105" y="614445"/>
                </a:lnTo>
                <a:lnTo>
                  <a:pt x="2955649" y="620003"/>
                </a:lnTo>
                <a:lnTo>
                  <a:pt x="2951912" y="630078"/>
                </a:lnTo>
                <a:lnTo>
                  <a:pt x="2946300" y="632672"/>
                </a:lnTo>
                <a:lnTo>
                  <a:pt x="2941260" y="630797"/>
                </a:lnTo>
                <a:lnTo>
                  <a:pt x="2939816" y="630228"/>
                </a:lnTo>
                <a:lnTo>
                  <a:pt x="2938570" y="629383"/>
                </a:lnTo>
                <a:close/>
              </a:path>
              <a:path w="5142230" h="2300604">
                <a:moveTo>
                  <a:pt x="4212977" y="2238752"/>
                </a:moveTo>
                <a:lnTo>
                  <a:pt x="4208778" y="2234257"/>
                </a:lnTo>
                <a:lnTo>
                  <a:pt x="4208498" y="2228875"/>
                </a:lnTo>
                <a:lnTo>
                  <a:pt x="4214953" y="2220927"/>
                </a:lnTo>
                <a:lnTo>
                  <a:pt x="4221066" y="2220238"/>
                </a:lnTo>
                <a:lnTo>
                  <a:pt x="4229432" y="2227043"/>
                </a:lnTo>
                <a:lnTo>
                  <a:pt x="4230022" y="2233148"/>
                </a:lnTo>
                <a:lnTo>
                  <a:pt x="4226675" y="2237288"/>
                </a:lnTo>
                <a:lnTo>
                  <a:pt x="4223321" y="2241517"/>
                </a:lnTo>
                <a:lnTo>
                  <a:pt x="4217206" y="2242107"/>
                </a:lnTo>
                <a:lnTo>
                  <a:pt x="4212977" y="2238752"/>
                </a:lnTo>
                <a:close/>
              </a:path>
              <a:path w="5142230" h="2300604">
                <a:moveTo>
                  <a:pt x="3398509" y="950876"/>
                </a:moveTo>
                <a:lnTo>
                  <a:pt x="3394219" y="946284"/>
                </a:lnTo>
                <a:lnTo>
                  <a:pt x="3391256" y="941747"/>
                </a:lnTo>
                <a:lnTo>
                  <a:pt x="3392406" y="935742"/>
                </a:lnTo>
                <a:lnTo>
                  <a:pt x="3401342" y="929768"/>
                </a:lnTo>
                <a:lnTo>
                  <a:pt x="3407392" y="930965"/>
                </a:lnTo>
                <a:lnTo>
                  <a:pt x="3413368" y="939901"/>
                </a:lnTo>
                <a:lnTo>
                  <a:pt x="3412170" y="945950"/>
                </a:lnTo>
                <a:lnTo>
                  <a:pt x="3403667" y="951611"/>
                </a:lnTo>
                <a:lnTo>
                  <a:pt x="3398509" y="950876"/>
                </a:lnTo>
                <a:close/>
              </a:path>
              <a:path w="5142230" h="2300604">
                <a:moveTo>
                  <a:pt x="3583403" y="1409099"/>
                </a:moveTo>
                <a:lnTo>
                  <a:pt x="3579987" y="1405442"/>
                </a:lnTo>
                <a:lnTo>
                  <a:pt x="3579274" y="1404190"/>
                </a:lnTo>
                <a:lnTo>
                  <a:pt x="3577227" y="1397601"/>
                </a:lnTo>
                <a:lnTo>
                  <a:pt x="3580062" y="1392131"/>
                </a:lnTo>
                <a:lnTo>
                  <a:pt x="3590321" y="1388940"/>
                </a:lnTo>
                <a:lnTo>
                  <a:pt x="3595746" y="1391815"/>
                </a:lnTo>
                <a:lnTo>
                  <a:pt x="3597319" y="1396920"/>
                </a:lnTo>
                <a:lnTo>
                  <a:pt x="3598982" y="1402023"/>
                </a:lnTo>
                <a:lnTo>
                  <a:pt x="3596111" y="1407454"/>
                </a:lnTo>
                <a:lnTo>
                  <a:pt x="3590998" y="1409116"/>
                </a:lnTo>
                <a:lnTo>
                  <a:pt x="3587279" y="1410217"/>
                </a:lnTo>
                <a:lnTo>
                  <a:pt x="3583403" y="1409099"/>
                </a:lnTo>
                <a:close/>
              </a:path>
              <a:path w="5142230" h="2300604">
                <a:moveTo>
                  <a:pt x="2327615" y="380333"/>
                </a:moveTo>
                <a:lnTo>
                  <a:pt x="2324335" y="376823"/>
                </a:lnTo>
                <a:lnTo>
                  <a:pt x="2323397" y="373864"/>
                </a:lnTo>
                <a:lnTo>
                  <a:pt x="2323972" y="370862"/>
                </a:lnTo>
                <a:lnTo>
                  <a:pt x="2324899" y="365795"/>
                </a:lnTo>
                <a:lnTo>
                  <a:pt x="2329729" y="362461"/>
                </a:lnTo>
                <a:lnTo>
                  <a:pt x="2334801" y="363394"/>
                </a:lnTo>
                <a:lnTo>
                  <a:pt x="2339819" y="364367"/>
                </a:lnTo>
                <a:lnTo>
                  <a:pt x="2343148" y="369201"/>
                </a:lnTo>
                <a:lnTo>
                  <a:pt x="2341292" y="379335"/>
                </a:lnTo>
                <a:lnTo>
                  <a:pt x="2336413" y="382616"/>
                </a:lnTo>
                <a:lnTo>
                  <a:pt x="2331391" y="381737"/>
                </a:lnTo>
                <a:lnTo>
                  <a:pt x="2329375" y="381337"/>
                </a:lnTo>
                <a:lnTo>
                  <a:pt x="2327615" y="380333"/>
                </a:lnTo>
                <a:close/>
              </a:path>
              <a:path w="5142230" h="2300604">
                <a:moveTo>
                  <a:pt x="3545176" y="1120880"/>
                </a:moveTo>
                <a:lnTo>
                  <a:pt x="3541187" y="1116610"/>
                </a:lnTo>
                <a:lnTo>
                  <a:pt x="3538491" y="1111185"/>
                </a:lnTo>
                <a:lnTo>
                  <a:pt x="3540287" y="1105581"/>
                </a:lnTo>
                <a:lnTo>
                  <a:pt x="3544606" y="1103360"/>
                </a:lnTo>
                <a:lnTo>
                  <a:pt x="3549462" y="1100936"/>
                </a:lnTo>
                <a:lnTo>
                  <a:pt x="3555024" y="1102780"/>
                </a:lnTo>
                <a:lnTo>
                  <a:pt x="3559711" y="1111907"/>
                </a:lnTo>
                <a:lnTo>
                  <a:pt x="3557872" y="1117560"/>
                </a:lnTo>
                <a:lnTo>
                  <a:pt x="3553510" y="1119735"/>
                </a:lnTo>
                <a:lnTo>
                  <a:pt x="3549507" y="1121804"/>
                </a:lnTo>
                <a:lnTo>
                  <a:pt x="3545176" y="1120880"/>
                </a:lnTo>
                <a:close/>
              </a:path>
              <a:path w="5142230" h="2300604">
                <a:moveTo>
                  <a:pt x="4606170" y="2225368"/>
                </a:moveTo>
                <a:lnTo>
                  <a:pt x="4601863" y="2220757"/>
                </a:lnTo>
                <a:lnTo>
                  <a:pt x="4601437" y="2216001"/>
                </a:lnTo>
                <a:lnTo>
                  <a:pt x="4607090" y="2208173"/>
                </a:lnTo>
                <a:lnTo>
                  <a:pt x="4612877" y="2207232"/>
                </a:lnTo>
                <a:lnTo>
                  <a:pt x="4621266" y="2213283"/>
                </a:lnTo>
                <a:lnTo>
                  <a:pt x="4622149" y="2219115"/>
                </a:lnTo>
                <a:lnTo>
                  <a:pt x="4619180" y="2223268"/>
                </a:lnTo>
                <a:lnTo>
                  <a:pt x="4616109" y="2227406"/>
                </a:lnTo>
                <a:lnTo>
                  <a:pt x="4610317" y="2228342"/>
                </a:lnTo>
                <a:lnTo>
                  <a:pt x="4606170" y="2225368"/>
                </a:lnTo>
                <a:close/>
              </a:path>
              <a:path w="5142230" h="2300604">
                <a:moveTo>
                  <a:pt x="3007689" y="575133"/>
                </a:moveTo>
                <a:lnTo>
                  <a:pt x="3004368" y="571579"/>
                </a:lnTo>
                <a:lnTo>
                  <a:pt x="3003654" y="567488"/>
                </a:lnTo>
                <a:lnTo>
                  <a:pt x="3005290" y="563960"/>
                </a:lnTo>
                <a:lnTo>
                  <a:pt x="3007520" y="559312"/>
                </a:lnTo>
                <a:lnTo>
                  <a:pt x="3013068" y="557333"/>
                </a:lnTo>
                <a:lnTo>
                  <a:pt x="3017669" y="559519"/>
                </a:lnTo>
                <a:lnTo>
                  <a:pt x="3022317" y="561660"/>
                </a:lnTo>
                <a:lnTo>
                  <a:pt x="3024341" y="567248"/>
                </a:lnTo>
                <a:lnTo>
                  <a:pt x="3022105" y="571894"/>
                </a:lnTo>
                <a:lnTo>
                  <a:pt x="3019968" y="576546"/>
                </a:lnTo>
                <a:lnTo>
                  <a:pt x="3014424" y="578529"/>
                </a:lnTo>
                <a:lnTo>
                  <a:pt x="3009726" y="576335"/>
                </a:lnTo>
                <a:lnTo>
                  <a:pt x="3008659" y="575780"/>
                </a:lnTo>
                <a:lnTo>
                  <a:pt x="3007689" y="575133"/>
                </a:lnTo>
                <a:close/>
              </a:path>
              <a:path w="5142230" h="2300604">
                <a:moveTo>
                  <a:pt x="4033879" y="1804328"/>
                </a:moveTo>
                <a:lnTo>
                  <a:pt x="4029909" y="1800078"/>
                </a:lnTo>
                <a:lnTo>
                  <a:pt x="4029716" y="1794886"/>
                </a:lnTo>
                <a:lnTo>
                  <a:pt x="4032714" y="1791254"/>
                </a:lnTo>
                <a:lnTo>
                  <a:pt x="4036059" y="1787308"/>
                </a:lnTo>
                <a:lnTo>
                  <a:pt x="4041883" y="1786798"/>
                </a:lnTo>
                <a:lnTo>
                  <a:pt x="4045832" y="1790048"/>
                </a:lnTo>
                <a:lnTo>
                  <a:pt x="4049783" y="1793397"/>
                </a:lnTo>
                <a:lnTo>
                  <a:pt x="4050293" y="1799222"/>
                </a:lnTo>
                <a:lnTo>
                  <a:pt x="4046994" y="1803216"/>
                </a:lnTo>
                <a:lnTo>
                  <a:pt x="4043698" y="1807117"/>
                </a:lnTo>
                <a:lnTo>
                  <a:pt x="4037869" y="1807622"/>
                </a:lnTo>
                <a:lnTo>
                  <a:pt x="4033879" y="1804328"/>
                </a:lnTo>
                <a:close/>
              </a:path>
              <a:path w="5142230" h="2300604">
                <a:moveTo>
                  <a:pt x="2257753" y="367616"/>
                </a:moveTo>
                <a:lnTo>
                  <a:pt x="2254468" y="364101"/>
                </a:lnTo>
                <a:lnTo>
                  <a:pt x="2253486" y="361192"/>
                </a:lnTo>
                <a:lnTo>
                  <a:pt x="2254061" y="358190"/>
                </a:lnTo>
                <a:lnTo>
                  <a:pt x="2254988" y="353123"/>
                </a:lnTo>
                <a:lnTo>
                  <a:pt x="2259818" y="349790"/>
                </a:lnTo>
                <a:lnTo>
                  <a:pt x="2269907" y="351596"/>
                </a:lnTo>
                <a:lnTo>
                  <a:pt x="2273240" y="356436"/>
                </a:lnTo>
                <a:lnTo>
                  <a:pt x="2272361" y="361457"/>
                </a:lnTo>
                <a:lnTo>
                  <a:pt x="2271429" y="366519"/>
                </a:lnTo>
                <a:lnTo>
                  <a:pt x="2266599" y="369853"/>
                </a:lnTo>
                <a:lnTo>
                  <a:pt x="2259512" y="368621"/>
                </a:lnTo>
                <a:lnTo>
                  <a:pt x="2257753" y="367616"/>
                </a:lnTo>
                <a:close/>
              </a:path>
              <a:path w="5142230" h="2300604">
                <a:moveTo>
                  <a:pt x="4201973" y="1935104"/>
                </a:moveTo>
                <a:lnTo>
                  <a:pt x="4198193" y="1931057"/>
                </a:lnTo>
                <a:lnTo>
                  <a:pt x="4197752" y="1926090"/>
                </a:lnTo>
                <a:lnTo>
                  <a:pt x="4203541" y="1918308"/>
                </a:lnTo>
                <a:lnTo>
                  <a:pt x="4209283" y="1917419"/>
                </a:lnTo>
                <a:lnTo>
                  <a:pt x="4213478" y="1920440"/>
                </a:lnTo>
                <a:lnTo>
                  <a:pt x="4217621" y="1923509"/>
                </a:lnTo>
                <a:lnTo>
                  <a:pt x="4218458" y="1929292"/>
                </a:lnTo>
                <a:lnTo>
                  <a:pt x="4215489" y="1933445"/>
                </a:lnTo>
                <a:lnTo>
                  <a:pt x="4212417" y="1937584"/>
                </a:lnTo>
                <a:lnTo>
                  <a:pt x="4206580" y="1938471"/>
                </a:lnTo>
                <a:lnTo>
                  <a:pt x="4202481" y="1935452"/>
                </a:lnTo>
                <a:lnTo>
                  <a:pt x="4201973" y="1935104"/>
                </a:lnTo>
                <a:close/>
              </a:path>
              <a:path w="5142230" h="2300604">
                <a:moveTo>
                  <a:pt x="3788806" y="1553712"/>
                </a:moveTo>
                <a:lnTo>
                  <a:pt x="3784882" y="1549513"/>
                </a:lnTo>
                <a:lnTo>
                  <a:pt x="3781757" y="1545483"/>
                </a:lnTo>
                <a:lnTo>
                  <a:pt x="3782527" y="1539660"/>
                </a:lnTo>
                <a:lnTo>
                  <a:pt x="3786600" y="1536494"/>
                </a:lnTo>
                <a:lnTo>
                  <a:pt x="3790715" y="1533372"/>
                </a:lnTo>
                <a:lnTo>
                  <a:pt x="3796547" y="1534142"/>
                </a:lnTo>
                <a:lnTo>
                  <a:pt x="3799660" y="1538256"/>
                </a:lnTo>
                <a:lnTo>
                  <a:pt x="3802780" y="1542280"/>
                </a:lnTo>
                <a:lnTo>
                  <a:pt x="3801971" y="1548159"/>
                </a:lnTo>
                <a:lnTo>
                  <a:pt x="3794117" y="1554218"/>
                </a:lnTo>
                <a:lnTo>
                  <a:pt x="3788806" y="1553712"/>
                </a:lnTo>
                <a:close/>
              </a:path>
              <a:path w="5142230" h="2300604">
                <a:moveTo>
                  <a:pt x="2187779" y="355269"/>
                </a:moveTo>
                <a:lnTo>
                  <a:pt x="2184504" y="351763"/>
                </a:lnTo>
                <a:lnTo>
                  <a:pt x="2183517" y="348849"/>
                </a:lnTo>
                <a:lnTo>
                  <a:pt x="2184091" y="345848"/>
                </a:lnTo>
                <a:lnTo>
                  <a:pt x="2184970" y="340826"/>
                </a:lnTo>
                <a:lnTo>
                  <a:pt x="2189803" y="337398"/>
                </a:lnTo>
                <a:lnTo>
                  <a:pt x="2194875" y="338331"/>
                </a:lnTo>
                <a:lnTo>
                  <a:pt x="2199892" y="339205"/>
                </a:lnTo>
                <a:lnTo>
                  <a:pt x="2203274" y="343998"/>
                </a:lnTo>
                <a:lnTo>
                  <a:pt x="2202440" y="349069"/>
                </a:lnTo>
                <a:lnTo>
                  <a:pt x="2201513" y="354136"/>
                </a:lnTo>
                <a:lnTo>
                  <a:pt x="2196724" y="357513"/>
                </a:lnTo>
                <a:lnTo>
                  <a:pt x="2191604" y="356626"/>
                </a:lnTo>
                <a:lnTo>
                  <a:pt x="2189587" y="356227"/>
                </a:lnTo>
                <a:lnTo>
                  <a:pt x="2187779" y="355269"/>
                </a:lnTo>
                <a:close/>
              </a:path>
              <a:path w="5142230" h="2300604">
                <a:moveTo>
                  <a:pt x="4663216" y="2266594"/>
                </a:moveTo>
                <a:lnTo>
                  <a:pt x="4659375" y="2262482"/>
                </a:lnTo>
                <a:lnTo>
                  <a:pt x="4658943" y="2257619"/>
                </a:lnTo>
                <a:lnTo>
                  <a:pt x="4661618" y="2253934"/>
                </a:lnTo>
                <a:lnTo>
                  <a:pt x="4664591" y="2249786"/>
                </a:lnTo>
                <a:lnTo>
                  <a:pt x="4670428" y="2248899"/>
                </a:lnTo>
                <a:lnTo>
                  <a:pt x="4678764" y="2254891"/>
                </a:lnTo>
                <a:lnTo>
                  <a:pt x="4679705" y="2260687"/>
                </a:lnTo>
                <a:lnTo>
                  <a:pt x="4676677" y="2264876"/>
                </a:lnTo>
                <a:lnTo>
                  <a:pt x="4673708" y="2269028"/>
                </a:lnTo>
                <a:lnTo>
                  <a:pt x="4667871" y="2269916"/>
                </a:lnTo>
                <a:lnTo>
                  <a:pt x="4663216" y="2266594"/>
                </a:lnTo>
                <a:close/>
              </a:path>
              <a:path w="5142230" h="2300604">
                <a:moveTo>
                  <a:pt x="3980044" y="1757646"/>
                </a:moveTo>
                <a:lnTo>
                  <a:pt x="3976167" y="1753496"/>
                </a:lnTo>
                <a:lnTo>
                  <a:pt x="3976072" y="1748116"/>
                </a:lnTo>
                <a:lnTo>
                  <a:pt x="3979260" y="1744491"/>
                </a:lnTo>
                <a:lnTo>
                  <a:pt x="3982745" y="1740696"/>
                </a:lnTo>
                <a:lnTo>
                  <a:pt x="3988558" y="1740369"/>
                </a:lnTo>
                <a:lnTo>
                  <a:pt x="3996215" y="1747197"/>
                </a:lnTo>
                <a:lnTo>
                  <a:pt x="3996528" y="1753104"/>
                </a:lnTo>
                <a:lnTo>
                  <a:pt x="3989710" y="1760761"/>
                </a:lnTo>
                <a:lnTo>
                  <a:pt x="3983798" y="1761079"/>
                </a:lnTo>
                <a:lnTo>
                  <a:pt x="3980044" y="1757646"/>
                </a:lnTo>
                <a:close/>
              </a:path>
              <a:path w="5142230" h="2300604">
                <a:moveTo>
                  <a:pt x="2536438" y="422749"/>
                </a:moveTo>
                <a:lnTo>
                  <a:pt x="2533163" y="419244"/>
                </a:lnTo>
                <a:lnTo>
                  <a:pt x="2532183" y="416142"/>
                </a:lnTo>
                <a:lnTo>
                  <a:pt x="2534017" y="408037"/>
                </a:lnTo>
                <a:lnTo>
                  <a:pt x="2538987" y="404854"/>
                </a:lnTo>
                <a:lnTo>
                  <a:pt x="2549011" y="407178"/>
                </a:lnTo>
                <a:lnTo>
                  <a:pt x="2552144" y="412095"/>
                </a:lnTo>
                <a:lnTo>
                  <a:pt x="2549919" y="422127"/>
                </a:lnTo>
                <a:lnTo>
                  <a:pt x="2544902" y="425261"/>
                </a:lnTo>
                <a:lnTo>
                  <a:pt x="2539936" y="424148"/>
                </a:lnTo>
                <a:lnTo>
                  <a:pt x="2538062" y="423706"/>
                </a:lnTo>
                <a:lnTo>
                  <a:pt x="2536438" y="422749"/>
                </a:lnTo>
                <a:close/>
              </a:path>
              <a:path w="5142230" h="2300604">
                <a:moveTo>
                  <a:pt x="3708878" y="1435993"/>
                </a:moveTo>
                <a:lnTo>
                  <a:pt x="3704996" y="1431838"/>
                </a:lnTo>
                <a:lnTo>
                  <a:pt x="3702002" y="1426874"/>
                </a:lnTo>
                <a:lnTo>
                  <a:pt x="3703420" y="1421158"/>
                </a:lnTo>
                <a:lnTo>
                  <a:pt x="3712194" y="1415892"/>
                </a:lnTo>
                <a:lnTo>
                  <a:pt x="3717905" y="1417313"/>
                </a:lnTo>
                <a:lnTo>
                  <a:pt x="3723179" y="1426084"/>
                </a:lnTo>
                <a:lnTo>
                  <a:pt x="3721753" y="1431790"/>
                </a:lnTo>
                <a:lnTo>
                  <a:pt x="3717367" y="1434426"/>
                </a:lnTo>
                <a:lnTo>
                  <a:pt x="3713557" y="1436798"/>
                </a:lnTo>
                <a:lnTo>
                  <a:pt x="3708878" y="1435993"/>
                </a:lnTo>
                <a:close/>
              </a:path>
              <a:path w="5142230" h="2300604">
                <a:moveTo>
                  <a:pt x="2742400" y="475983"/>
                </a:moveTo>
                <a:lnTo>
                  <a:pt x="2739121" y="472472"/>
                </a:lnTo>
                <a:lnTo>
                  <a:pt x="2738196" y="469136"/>
                </a:lnTo>
                <a:lnTo>
                  <a:pt x="2739152" y="465859"/>
                </a:lnTo>
                <a:lnTo>
                  <a:pt x="2740647" y="460911"/>
                </a:lnTo>
                <a:lnTo>
                  <a:pt x="2745789" y="458107"/>
                </a:lnTo>
                <a:lnTo>
                  <a:pt x="2755655" y="461044"/>
                </a:lnTo>
                <a:lnTo>
                  <a:pt x="2758454" y="466191"/>
                </a:lnTo>
                <a:lnTo>
                  <a:pt x="2756964" y="471144"/>
                </a:lnTo>
                <a:lnTo>
                  <a:pt x="2755518" y="476047"/>
                </a:lnTo>
                <a:lnTo>
                  <a:pt x="2750327" y="478897"/>
                </a:lnTo>
                <a:lnTo>
                  <a:pt x="2745422" y="477361"/>
                </a:lnTo>
                <a:lnTo>
                  <a:pt x="2743786" y="476880"/>
                </a:lnTo>
                <a:lnTo>
                  <a:pt x="2742400" y="475983"/>
                </a:lnTo>
                <a:close/>
              </a:path>
              <a:path w="5142230" h="2300604">
                <a:moveTo>
                  <a:pt x="4375315" y="2059079"/>
                </a:moveTo>
                <a:lnTo>
                  <a:pt x="4371425" y="2054915"/>
                </a:lnTo>
                <a:lnTo>
                  <a:pt x="4371035" y="2050102"/>
                </a:lnTo>
                <a:lnTo>
                  <a:pt x="4373661" y="2046461"/>
                </a:lnTo>
                <a:lnTo>
                  <a:pt x="4376594" y="2042270"/>
                </a:lnTo>
                <a:lnTo>
                  <a:pt x="4382429" y="2041284"/>
                </a:lnTo>
                <a:lnTo>
                  <a:pt x="4386578" y="2044256"/>
                </a:lnTo>
                <a:lnTo>
                  <a:pt x="4390773" y="2047186"/>
                </a:lnTo>
                <a:lnTo>
                  <a:pt x="4391760" y="2053030"/>
                </a:lnTo>
                <a:lnTo>
                  <a:pt x="4388787" y="2057178"/>
                </a:lnTo>
                <a:lnTo>
                  <a:pt x="4385804" y="2061416"/>
                </a:lnTo>
                <a:lnTo>
                  <a:pt x="4380017" y="2062356"/>
                </a:lnTo>
                <a:lnTo>
                  <a:pt x="4375315" y="2059079"/>
                </a:lnTo>
                <a:close/>
              </a:path>
              <a:path w="5142230" h="2300604">
                <a:moveTo>
                  <a:pt x="2117806" y="343020"/>
                </a:moveTo>
                <a:lnTo>
                  <a:pt x="2114531" y="339514"/>
                </a:lnTo>
                <a:lnTo>
                  <a:pt x="2113639" y="336604"/>
                </a:lnTo>
                <a:lnTo>
                  <a:pt x="2114118" y="333599"/>
                </a:lnTo>
                <a:lnTo>
                  <a:pt x="2114998" y="328578"/>
                </a:lnTo>
                <a:lnTo>
                  <a:pt x="2119830" y="325149"/>
                </a:lnTo>
                <a:lnTo>
                  <a:pt x="2124902" y="326082"/>
                </a:lnTo>
                <a:lnTo>
                  <a:pt x="2129919" y="326956"/>
                </a:lnTo>
                <a:lnTo>
                  <a:pt x="2133347" y="331799"/>
                </a:lnTo>
                <a:lnTo>
                  <a:pt x="2132468" y="336820"/>
                </a:lnTo>
                <a:lnTo>
                  <a:pt x="2131540" y="341887"/>
                </a:lnTo>
                <a:lnTo>
                  <a:pt x="2126751" y="345265"/>
                </a:lnTo>
                <a:lnTo>
                  <a:pt x="2121730" y="344386"/>
                </a:lnTo>
                <a:lnTo>
                  <a:pt x="2119614" y="343979"/>
                </a:lnTo>
                <a:lnTo>
                  <a:pt x="2117806" y="343020"/>
                </a:lnTo>
                <a:close/>
              </a:path>
              <a:path w="5142230" h="2300604">
                <a:moveTo>
                  <a:pt x="2674177" y="456713"/>
                </a:moveTo>
                <a:lnTo>
                  <a:pt x="2670898" y="453202"/>
                </a:lnTo>
                <a:lnTo>
                  <a:pt x="2669973" y="449866"/>
                </a:lnTo>
                <a:lnTo>
                  <a:pt x="2670836" y="446685"/>
                </a:lnTo>
                <a:lnTo>
                  <a:pt x="2672233" y="441728"/>
                </a:lnTo>
                <a:lnTo>
                  <a:pt x="2677332" y="438781"/>
                </a:lnTo>
                <a:lnTo>
                  <a:pt x="2682248" y="440133"/>
                </a:lnTo>
                <a:lnTo>
                  <a:pt x="2687208" y="441435"/>
                </a:lnTo>
                <a:lnTo>
                  <a:pt x="2690150" y="446540"/>
                </a:lnTo>
                <a:lnTo>
                  <a:pt x="2687452" y="456456"/>
                </a:lnTo>
                <a:lnTo>
                  <a:pt x="2682581" y="459257"/>
                </a:lnTo>
                <a:lnTo>
                  <a:pt x="2682343" y="459393"/>
                </a:lnTo>
                <a:lnTo>
                  <a:pt x="2677383" y="458092"/>
                </a:lnTo>
                <a:lnTo>
                  <a:pt x="2675657" y="457613"/>
                </a:lnTo>
                <a:lnTo>
                  <a:pt x="2674177" y="456713"/>
                </a:lnTo>
                <a:close/>
              </a:path>
              <a:path w="5142230" h="2300604">
                <a:moveTo>
                  <a:pt x="4088773" y="1849016"/>
                </a:moveTo>
                <a:lnTo>
                  <a:pt x="4084980" y="1844955"/>
                </a:lnTo>
                <a:lnTo>
                  <a:pt x="4084740" y="1839909"/>
                </a:lnTo>
                <a:lnTo>
                  <a:pt x="4087649" y="1836278"/>
                </a:lnTo>
                <a:lnTo>
                  <a:pt x="4090808" y="1832231"/>
                </a:lnTo>
                <a:lnTo>
                  <a:pt x="4096634" y="1831528"/>
                </a:lnTo>
                <a:lnTo>
                  <a:pt x="4100683" y="1834786"/>
                </a:lnTo>
                <a:lnTo>
                  <a:pt x="4104729" y="1837945"/>
                </a:lnTo>
                <a:lnTo>
                  <a:pt x="4105379" y="1843821"/>
                </a:lnTo>
                <a:lnTo>
                  <a:pt x="4098965" y="1851813"/>
                </a:lnTo>
                <a:lnTo>
                  <a:pt x="4093139" y="1852516"/>
                </a:lnTo>
                <a:lnTo>
                  <a:pt x="4088773" y="1849016"/>
                </a:lnTo>
                <a:close/>
              </a:path>
              <a:path w="5142230" h="2300604">
                <a:moveTo>
                  <a:pt x="3673336" y="1374294"/>
                </a:moveTo>
                <a:lnTo>
                  <a:pt x="3670016" y="1370739"/>
                </a:lnTo>
                <a:lnTo>
                  <a:pt x="3669566" y="1370063"/>
                </a:lnTo>
                <a:lnTo>
                  <a:pt x="3666723" y="1364867"/>
                </a:lnTo>
                <a:lnTo>
                  <a:pt x="3668373" y="1359207"/>
                </a:lnTo>
                <a:lnTo>
                  <a:pt x="3672853" y="1356766"/>
                </a:lnTo>
                <a:lnTo>
                  <a:pt x="3677370" y="1354272"/>
                </a:lnTo>
                <a:lnTo>
                  <a:pt x="3683030" y="1355934"/>
                </a:lnTo>
                <a:lnTo>
                  <a:pt x="3687960" y="1364925"/>
                </a:lnTo>
                <a:lnTo>
                  <a:pt x="3686304" y="1370580"/>
                </a:lnTo>
                <a:lnTo>
                  <a:pt x="3677984" y="1375165"/>
                </a:lnTo>
                <a:lnTo>
                  <a:pt x="3673336" y="1374294"/>
                </a:lnTo>
                <a:close/>
              </a:path>
              <a:path w="5142230" h="2300604">
                <a:moveTo>
                  <a:pt x="2397364" y="393613"/>
                </a:moveTo>
                <a:lnTo>
                  <a:pt x="2394084" y="390102"/>
                </a:lnTo>
                <a:lnTo>
                  <a:pt x="2393141" y="387138"/>
                </a:lnTo>
                <a:lnTo>
                  <a:pt x="2394692" y="379024"/>
                </a:lnTo>
                <a:lnTo>
                  <a:pt x="2399577" y="375749"/>
                </a:lnTo>
                <a:lnTo>
                  <a:pt x="2409659" y="377744"/>
                </a:lnTo>
                <a:lnTo>
                  <a:pt x="2412939" y="382624"/>
                </a:lnTo>
                <a:lnTo>
                  <a:pt x="2410992" y="392661"/>
                </a:lnTo>
                <a:lnTo>
                  <a:pt x="2406108" y="395936"/>
                </a:lnTo>
                <a:lnTo>
                  <a:pt x="2401045" y="395013"/>
                </a:lnTo>
                <a:lnTo>
                  <a:pt x="2399078" y="394568"/>
                </a:lnTo>
                <a:lnTo>
                  <a:pt x="2397364" y="393613"/>
                </a:lnTo>
                <a:close/>
              </a:path>
              <a:path w="5142230" h="2300604">
                <a:moveTo>
                  <a:pt x="4259524" y="1976771"/>
                </a:moveTo>
                <a:lnTo>
                  <a:pt x="4255688" y="1972664"/>
                </a:lnTo>
                <a:lnTo>
                  <a:pt x="4255297" y="1967845"/>
                </a:lnTo>
                <a:lnTo>
                  <a:pt x="4257922" y="1964207"/>
                </a:lnTo>
                <a:lnTo>
                  <a:pt x="4260895" y="1959959"/>
                </a:lnTo>
                <a:lnTo>
                  <a:pt x="4266691" y="1959028"/>
                </a:lnTo>
                <a:lnTo>
                  <a:pt x="4275026" y="1965020"/>
                </a:lnTo>
                <a:lnTo>
                  <a:pt x="4276014" y="1970864"/>
                </a:lnTo>
                <a:lnTo>
                  <a:pt x="4270016" y="1979206"/>
                </a:lnTo>
                <a:lnTo>
                  <a:pt x="4264220" y="1980137"/>
                </a:lnTo>
                <a:lnTo>
                  <a:pt x="4260032" y="1977119"/>
                </a:lnTo>
                <a:lnTo>
                  <a:pt x="4259524" y="1976771"/>
                </a:lnTo>
                <a:close/>
              </a:path>
              <a:path w="5142230" h="2300604">
                <a:moveTo>
                  <a:pt x="4317412" y="2018015"/>
                </a:moveTo>
                <a:lnTo>
                  <a:pt x="4313526" y="2013855"/>
                </a:lnTo>
                <a:lnTo>
                  <a:pt x="4313089" y="2009087"/>
                </a:lnTo>
                <a:lnTo>
                  <a:pt x="4315674" y="2005402"/>
                </a:lnTo>
                <a:lnTo>
                  <a:pt x="4318691" y="2001205"/>
                </a:lnTo>
                <a:lnTo>
                  <a:pt x="4324483" y="2000269"/>
                </a:lnTo>
                <a:lnTo>
                  <a:pt x="4328680" y="2003197"/>
                </a:lnTo>
                <a:lnTo>
                  <a:pt x="4332827" y="2006171"/>
                </a:lnTo>
                <a:lnTo>
                  <a:pt x="4333862" y="2011970"/>
                </a:lnTo>
                <a:lnTo>
                  <a:pt x="4330841" y="2016162"/>
                </a:lnTo>
                <a:lnTo>
                  <a:pt x="4327908" y="2020354"/>
                </a:lnTo>
                <a:lnTo>
                  <a:pt x="4322071" y="2021341"/>
                </a:lnTo>
                <a:lnTo>
                  <a:pt x="4317412" y="2018015"/>
                </a:lnTo>
                <a:close/>
              </a:path>
              <a:path w="5142230" h="2300604">
                <a:moveTo>
                  <a:pt x="2466992" y="407644"/>
                </a:moveTo>
                <a:lnTo>
                  <a:pt x="2463758" y="404182"/>
                </a:lnTo>
                <a:lnTo>
                  <a:pt x="2462775" y="401174"/>
                </a:lnTo>
                <a:lnTo>
                  <a:pt x="2463447" y="398081"/>
                </a:lnTo>
                <a:lnTo>
                  <a:pt x="2464469" y="393017"/>
                </a:lnTo>
                <a:lnTo>
                  <a:pt x="2469440" y="389835"/>
                </a:lnTo>
                <a:lnTo>
                  <a:pt x="2479470" y="391970"/>
                </a:lnTo>
                <a:lnTo>
                  <a:pt x="2482656" y="396847"/>
                </a:lnTo>
                <a:lnTo>
                  <a:pt x="2481634" y="401910"/>
                </a:lnTo>
                <a:lnTo>
                  <a:pt x="2480566" y="406926"/>
                </a:lnTo>
                <a:lnTo>
                  <a:pt x="2475640" y="410157"/>
                </a:lnTo>
                <a:lnTo>
                  <a:pt x="2470625" y="409089"/>
                </a:lnTo>
                <a:lnTo>
                  <a:pt x="2468658" y="408645"/>
                </a:lnTo>
                <a:lnTo>
                  <a:pt x="2466992" y="407644"/>
                </a:lnTo>
                <a:close/>
              </a:path>
              <a:path w="5142230" h="2300604">
                <a:moveTo>
                  <a:pt x="3071058" y="606800"/>
                </a:moveTo>
                <a:lnTo>
                  <a:pt x="3067733" y="603241"/>
                </a:lnTo>
                <a:lnTo>
                  <a:pt x="3067077" y="598922"/>
                </a:lnTo>
                <a:lnTo>
                  <a:pt x="3068995" y="595304"/>
                </a:lnTo>
                <a:lnTo>
                  <a:pt x="3071411" y="590856"/>
                </a:lnTo>
                <a:lnTo>
                  <a:pt x="3077040" y="589058"/>
                </a:lnTo>
                <a:lnTo>
                  <a:pt x="3081539" y="591530"/>
                </a:lnTo>
                <a:lnTo>
                  <a:pt x="3086078" y="593946"/>
                </a:lnTo>
                <a:lnTo>
                  <a:pt x="3087774" y="599576"/>
                </a:lnTo>
                <a:lnTo>
                  <a:pt x="3082983" y="608617"/>
                </a:lnTo>
                <a:lnTo>
                  <a:pt x="3077309" y="610366"/>
                </a:lnTo>
                <a:lnTo>
                  <a:pt x="3071889" y="607393"/>
                </a:lnTo>
                <a:lnTo>
                  <a:pt x="3071058" y="606800"/>
                </a:lnTo>
                <a:close/>
              </a:path>
              <a:path w="5142230" h="2300604">
                <a:moveTo>
                  <a:pt x="3747211" y="1495990"/>
                </a:moveTo>
                <a:lnTo>
                  <a:pt x="3743041" y="1491527"/>
                </a:lnTo>
                <a:lnTo>
                  <a:pt x="3740164" y="1487274"/>
                </a:lnTo>
                <a:lnTo>
                  <a:pt x="3741262" y="1481510"/>
                </a:lnTo>
                <a:lnTo>
                  <a:pt x="3749762" y="1475751"/>
                </a:lnTo>
                <a:lnTo>
                  <a:pt x="3755532" y="1476845"/>
                </a:lnTo>
                <a:lnTo>
                  <a:pt x="3761290" y="1485354"/>
                </a:lnTo>
                <a:lnTo>
                  <a:pt x="3760192" y="1491119"/>
                </a:lnTo>
                <a:lnTo>
                  <a:pt x="3755944" y="1494001"/>
                </a:lnTo>
                <a:lnTo>
                  <a:pt x="3752120" y="1496651"/>
                </a:lnTo>
                <a:lnTo>
                  <a:pt x="3747211" y="1495990"/>
                </a:lnTo>
                <a:close/>
              </a:path>
              <a:path w="5142230" h="2300604">
                <a:moveTo>
                  <a:pt x="3133244" y="642384"/>
                </a:moveTo>
                <a:lnTo>
                  <a:pt x="3129269" y="638129"/>
                </a:lnTo>
                <a:lnTo>
                  <a:pt x="3128678" y="633683"/>
                </a:lnTo>
                <a:lnTo>
                  <a:pt x="3130928" y="630029"/>
                </a:lnTo>
                <a:lnTo>
                  <a:pt x="3133582" y="625641"/>
                </a:lnTo>
                <a:lnTo>
                  <a:pt x="3139095" y="624306"/>
                </a:lnTo>
                <a:lnTo>
                  <a:pt x="3139244" y="624270"/>
                </a:lnTo>
                <a:lnTo>
                  <a:pt x="3148078" y="629622"/>
                </a:lnTo>
                <a:lnTo>
                  <a:pt x="3149395" y="635332"/>
                </a:lnTo>
                <a:lnTo>
                  <a:pt x="3144092" y="644121"/>
                </a:lnTo>
                <a:lnTo>
                  <a:pt x="3138337" y="645488"/>
                </a:lnTo>
                <a:lnTo>
                  <a:pt x="3133986" y="642787"/>
                </a:lnTo>
                <a:lnTo>
                  <a:pt x="3133244" y="642384"/>
                </a:lnTo>
                <a:close/>
              </a:path>
              <a:path w="5142230" h="2300604">
                <a:moveTo>
                  <a:pt x="3640115" y="1311460"/>
                </a:moveTo>
                <a:lnTo>
                  <a:pt x="3636794" y="1307906"/>
                </a:lnTo>
                <a:lnTo>
                  <a:pt x="3636300" y="1307181"/>
                </a:lnTo>
                <a:lnTo>
                  <a:pt x="3635855" y="1306409"/>
                </a:lnTo>
                <a:lnTo>
                  <a:pt x="3633556" y="1301800"/>
                </a:lnTo>
                <a:lnTo>
                  <a:pt x="3635304" y="1296240"/>
                </a:lnTo>
                <a:lnTo>
                  <a:pt x="3644481" y="1291502"/>
                </a:lnTo>
                <a:lnTo>
                  <a:pt x="3650031" y="1293339"/>
                </a:lnTo>
                <a:lnTo>
                  <a:pt x="3654730" y="1302473"/>
                </a:lnTo>
                <a:lnTo>
                  <a:pt x="3652981" y="1307932"/>
                </a:lnTo>
                <a:lnTo>
                  <a:pt x="3652934" y="1308077"/>
                </a:lnTo>
                <a:lnTo>
                  <a:pt x="3644620" y="1312374"/>
                </a:lnTo>
                <a:lnTo>
                  <a:pt x="3640115" y="1311460"/>
                </a:lnTo>
                <a:close/>
              </a:path>
              <a:path w="5142230" h="2300604">
                <a:moveTo>
                  <a:pt x="3833509" y="1608995"/>
                </a:moveTo>
                <a:lnTo>
                  <a:pt x="3829869" y="1605099"/>
                </a:lnTo>
                <a:lnTo>
                  <a:pt x="3826508" y="1601208"/>
                </a:lnTo>
                <a:lnTo>
                  <a:pt x="3826989" y="1595271"/>
                </a:lnTo>
                <a:lnTo>
                  <a:pt x="3830263" y="1592520"/>
                </a:lnTo>
                <a:lnTo>
                  <a:pt x="3834166" y="1589171"/>
                </a:lnTo>
                <a:lnTo>
                  <a:pt x="3834773" y="1588648"/>
                </a:lnTo>
                <a:lnTo>
                  <a:pt x="3840655" y="1589080"/>
                </a:lnTo>
                <a:lnTo>
                  <a:pt x="3843971" y="1593021"/>
                </a:lnTo>
                <a:lnTo>
                  <a:pt x="3847328" y="1596908"/>
                </a:lnTo>
                <a:lnTo>
                  <a:pt x="3846896" y="1602799"/>
                </a:lnTo>
                <a:lnTo>
                  <a:pt x="3843573" y="1605595"/>
                </a:lnTo>
                <a:lnTo>
                  <a:pt x="3839718" y="1608897"/>
                </a:lnTo>
                <a:lnTo>
                  <a:pt x="3839161" y="1609376"/>
                </a:lnTo>
                <a:lnTo>
                  <a:pt x="3833509" y="1608995"/>
                </a:lnTo>
                <a:close/>
              </a:path>
              <a:path w="5142230" h="2300604">
                <a:moveTo>
                  <a:pt x="3440137" y="936203"/>
                </a:moveTo>
                <a:lnTo>
                  <a:pt x="3435930" y="931699"/>
                </a:lnTo>
                <a:lnTo>
                  <a:pt x="3433101" y="927402"/>
                </a:lnTo>
                <a:lnTo>
                  <a:pt x="3434283" y="921632"/>
                </a:lnTo>
                <a:lnTo>
                  <a:pt x="3442836" y="916025"/>
                </a:lnTo>
                <a:lnTo>
                  <a:pt x="3448556" y="917165"/>
                </a:lnTo>
                <a:lnTo>
                  <a:pt x="3451475" y="921460"/>
                </a:lnTo>
                <a:lnTo>
                  <a:pt x="3454256" y="925710"/>
                </a:lnTo>
                <a:lnTo>
                  <a:pt x="3453119" y="931530"/>
                </a:lnTo>
                <a:lnTo>
                  <a:pt x="3448821" y="934358"/>
                </a:lnTo>
                <a:lnTo>
                  <a:pt x="3444960" y="936869"/>
                </a:lnTo>
                <a:lnTo>
                  <a:pt x="3440137" y="936203"/>
                </a:lnTo>
                <a:close/>
              </a:path>
              <a:path w="5142230" h="2300604">
                <a:moveTo>
                  <a:pt x="3608191" y="1247962"/>
                </a:moveTo>
                <a:lnTo>
                  <a:pt x="3604870" y="1244408"/>
                </a:lnTo>
                <a:lnTo>
                  <a:pt x="3604371" y="1243678"/>
                </a:lnTo>
                <a:lnTo>
                  <a:pt x="3601682" y="1238255"/>
                </a:lnTo>
                <a:lnTo>
                  <a:pt x="3603523" y="1232700"/>
                </a:lnTo>
                <a:lnTo>
                  <a:pt x="3612555" y="1228198"/>
                </a:lnTo>
                <a:lnTo>
                  <a:pt x="3612744" y="1228104"/>
                </a:lnTo>
                <a:lnTo>
                  <a:pt x="3618294" y="1230041"/>
                </a:lnTo>
                <a:lnTo>
                  <a:pt x="3622845" y="1239213"/>
                </a:lnTo>
                <a:lnTo>
                  <a:pt x="3620999" y="1244763"/>
                </a:lnTo>
                <a:lnTo>
                  <a:pt x="3612648" y="1248921"/>
                </a:lnTo>
                <a:lnTo>
                  <a:pt x="3608191" y="1247962"/>
                </a:lnTo>
                <a:close/>
              </a:path>
              <a:path w="5142230" h="2300604">
                <a:moveTo>
                  <a:pt x="3927834" y="1708990"/>
                </a:moveTo>
                <a:lnTo>
                  <a:pt x="3924092" y="1704984"/>
                </a:lnTo>
                <a:lnTo>
                  <a:pt x="3924145" y="1699470"/>
                </a:lnTo>
                <a:lnTo>
                  <a:pt x="3931192" y="1692156"/>
                </a:lnTo>
                <a:lnTo>
                  <a:pt x="3937049" y="1692072"/>
                </a:lnTo>
                <a:lnTo>
                  <a:pt x="3944454" y="1699217"/>
                </a:lnTo>
                <a:lnTo>
                  <a:pt x="3944484" y="1705114"/>
                </a:lnTo>
                <a:lnTo>
                  <a:pt x="3937389" y="1712474"/>
                </a:lnTo>
                <a:lnTo>
                  <a:pt x="3931483" y="1712603"/>
                </a:lnTo>
                <a:lnTo>
                  <a:pt x="3927834" y="1708990"/>
                </a:lnTo>
                <a:close/>
              </a:path>
              <a:path w="5142230" h="2300604">
                <a:moveTo>
                  <a:pt x="2876889" y="520644"/>
                </a:moveTo>
                <a:lnTo>
                  <a:pt x="2873610" y="517133"/>
                </a:lnTo>
                <a:lnTo>
                  <a:pt x="2872744" y="513467"/>
                </a:lnTo>
                <a:lnTo>
                  <a:pt x="2873993" y="510017"/>
                </a:lnTo>
                <a:lnTo>
                  <a:pt x="2875807" y="505209"/>
                </a:lnTo>
                <a:lnTo>
                  <a:pt x="2881182" y="502754"/>
                </a:lnTo>
                <a:lnTo>
                  <a:pt x="2890739" y="506336"/>
                </a:lnTo>
                <a:lnTo>
                  <a:pt x="2893244" y="511657"/>
                </a:lnTo>
                <a:lnTo>
                  <a:pt x="2891430" y="516465"/>
                </a:lnTo>
                <a:lnTo>
                  <a:pt x="2889661" y="521314"/>
                </a:lnTo>
                <a:lnTo>
                  <a:pt x="2884286" y="523769"/>
                </a:lnTo>
                <a:lnTo>
                  <a:pt x="2878091" y="521438"/>
                </a:lnTo>
                <a:lnTo>
                  <a:pt x="2876889" y="520644"/>
                </a:lnTo>
                <a:close/>
              </a:path>
              <a:path w="5142230" h="2300604">
                <a:moveTo>
                  <a:pt x="3477503" y="996244"/>
                </a:moveTo>
                <a:lnTo>
                  <a:pt x="3473664" y="992134"/>
                </a:lnTo>
                <a:lnTo>
                  <a:pt x="3473265" y="991512"/>
                </a:lnTo>
                <a:lnTo>
                  <a:pt x="3470678" y="987080"/>
                </a:lnTo>
                <a:lnTo>
                  <a:pt x="3472142" y="981412"/>
                </a:lnTo>
                <a:lnTo>
                  <a:pt x="3476578" y="978830"/>
                </a:lnTo>
                <a:lnTo>
                  <a:pt x="3480959" y="976189"/>
                </a:lnTo>
                <a:lnTo>
                  <a:pt x="3486670" y="977610"/>
                </a:lnTo>
                <a:lnTo>
                  <a:pt x="3491939" y="986477"/>
                </a:lnTo>
                <a:lnTo>
                  <a:pt x="3490427" y="992190"/>
                </a:lnTo>
                <a:lnTo>
                  <a:pt x="3486041" y="994826"/>
                </a:lnTo>
                <a:lnTo>
                  <a:pt x="3482185" y="997050"/>
                </a:lnTo>
                <a:lnTo>
                  <a:pt x="3477503" y="996244"/>
                </a:lnTo>
                <a:close/>
              </a:path>
              <a:path w="5142230" h="2300604">
                <a:moveTo>
                  <a:pt x="3399071" y="878464"/>
                </a:moveTo>
                <a:lnTo>
                  <a:pt x="3395245" y="874368"/>
                </a:lnTo>
                <a:lnTo>
                  <a:pt x="3392133" y="870253"/>
                </a:lnTo>
                <a:lnTo>
                  <a:pt x="3392894" y="864420"/>
                </a:lnTo>
                <a:lnTo>
                  <a:pt x="3401082" y="858232"/>
                </a:lnTo>
                <a:lnTo>
                  <a:pt x="3406915" y="859001"/>
                </a:lnTo>
                <a:lnTo>
                  <a:pt x="3410031" y="863121"/>
                </a:lnTo>
                <a:lnTo>
                  <a:pt x="3413148" y="867139"/>
                </a:lnTo>
                <a:lnTo>
                  <a:pt x="3412339" y="873018"/>
                </a:lnTo>
                <a:lnTo>
                  <a:pt x="3408268" y="876090"/>
                </a:lnTo>
                <a:lnTo>
                  <a:pt x="3404435" y="879022"/>
                </a:lnTo>
                <a:lnTo>
                  <a:pt x="3399071" y="878464"/>
                </a:lnTo>
                <a:close/>
              </a:path>
              <a:path w="5142230" h="2300604">
                <a:moveTo>
                  <a:pt x="3301747" y="769784"/>
                </a:moveTo>
                <a:lnTo>
                  <a:pt x="3298004" y="765777"/>
                </a:lnTo>
                <a:lnTo>
                  <a:pt x="3297963" y="760260"/>
                </a:lnTo>
                <a:lnTo>
                  <a:pt x="3301390" y="756694"/>
                </a:lnTo>
                <a:lnTo>
                  <a:pt x="3304913" y="752937"/>
                </a:lnTo>
                <a:lnTo>
                  <a:pt x="3310771" y="752761"/>
                </a:lnTo>
                <a:lnTo>
                  <a:pt x="3318274" y="759814"/>
                </a:lnTo>
                <a:lnTo>
                  <a:pt x="3318409" y="765723"/>
                </a:lnTo>
                <a:lnTo>
                  <a:pt x="3311398" y="773177"/>
                </a:lnTo>
                <a:lnTo>
                  <a:pt x="3305444" y="773351"/>
                </a:lnTo>
                <a:lnTo>
                  <a:pt x="3301747" y="769784"/>
                </a:lnTo>
                <a:close/>
              </a:path>
              <a:path w="5142230" h="2300604">
                <a:moveTo>
                  <a:pt x="3354194" y="823971"/>
                </a:moveTo>
                <a:lnTo>
                  <a:pt x="3350637" y="820162"/>
                </a:lnTo>
                <a:lnTo>
                  <a:pt x="3347231" y="816322"/>
                </a:lnTo>
                <a:lnTo>
                  <a:pt x="3347569" y="810427"/>
                </a:lnTo>
                <a:lnTo>
                  <a:pt x="3351369" y="806968"/>
                </a:lnTo>
                <a:lnTo>
                  <a:pt x="3354868" y="803874"/>
                </a:lnTo>
                <a:lnTo>
                  <a:pt x="3355220" y="803563"/>
                </a:lnTo>
                <a:lnTo>
                  <a:pt x="3361104" y="803901"/>
                </a:lnTo>
                <a:lnTo>
                  <a:pt x="3367924" y="811592"/>
                </a:lnTo>
                <a:lnTo>
                  <a:pt x="3367585" y="817488"/>
                </a:lnTo>
                <a:lnTo>
                  <a:pt x="3360243" y="823993"/>
                </a:lnTo>
                <a:lnTo>
                  <a:pt x="3359992" y="824216"/>
                </a:lnTo>
                <a:lnTo>
                  <a:pt x="3354194" y="823971"/>
                </a:lnTo>
                <a:close/>
              </a:path>
              <a:path w="5142230" h="2300604">
                <a:moveTo>
                  <a:pt x="2942859" y="546493"/>
                </a:moveTo>
                <a:lnTo>
                  <a:pt x="2939574" y="542978"/>
                </a:lnTo>
                <a:lnTo>
                  <a:pt x="2938763" y="539079"/>
                </a:lnTo>
                <a:lnTo>
                  <a:pt x="2940208" y="535638"/>
                </a:lnTo>
                <a:lnTo>
                  <a:pt x="2942162" y="530891"/>
                </a:lnTo>
                <a:lnTo>
                  <a:pt x="2947617" y="528616"/>
                </a:lnTo>
                <a:lnTo>
                  <a:pt x="2957111" y="532622"/>
                </a:lnTo>
                <a:lnTo>
                  <a:pt x="2959339" y="538038"/>
                </a:lnTo>
                <a:lnTo>
                  <a:pt x="2955424" y="547530"/>
                </a:lnTo>
                <a:lnTo>
                  <a:pt x="2949969" y="549805"/>
                </a:lnTo>
                <a:lnTo>
                  <a:pt x="2945225" y="547752"/>
                </a:lnTo>
                <a:lnTo>
                  <a:pt x="2943965" y="547286"/>
                </a:lnTo>
                <a:lnTo>
                  <a:pt x="2942859" y="546493"/>
                </a:lnTo>
                <a:close/>
              </a:path>
              <a:path w="5142230" h="2300604">
                <a:moveTo>
                  <a:pt x="2605477" y="438984"/>
                </a:moveTo>
                <a:lnTo>
                  <a:pt x="2602243" y="435522"/>
                </a:lnTo>
                <a:lnTo>
                  <a:pt x="2601285" y="432248"/>
                </a:lnTo>
                <a:lnTo>
                  <a:pt x="2602035" y="429141"/>
                </a:lnTo>
                <a:lnTo>
                  <a:pt x="2603292" y="424133"/>
                </a:lnTo>
                <a:lnTo>
                  <a:pt x="2604645" y="423333"/>
                </a:lnTo>
                <a:lnTo>
                  <a:pt x="2608469" y="421171"/>
                </a:lnTo>
                <a:lnTo>
                  <a:pt x="2618272" y="423552"/>
                </a:lnTo>
                <a:lnTo>
                  <a:pt x="2621362" y="428619"/>
                </a:lnTo>
                <a:lnTo>
                  <a:pt x="2620101" y="433623"/>
                </a:lnTo>
                <a:lnTo>
                  <a:pt x="2618893" y="438586"/>
                </a:lnTo>
                <a:lnTo>
                  <a:pt x="2613885" y="441630"/>
                </a:lnTo>
                <a:lnTo>
                  <a:pt x="2608876" y="440374"/>
                </a:lnTo>
                <a:lnTo>
                  <a:pt x="2607048" y="439981"/>
                </a:lnTo>
                <a:lnTo>
                  <a:pt x="2605477" y="438984"/>
                </a:lnTo>
                <a:close/>
              </a:path>
              <a:path w="5142230" h="2300604">
                <a:moveTo>
                  <a:pt x="3192366" y="680940"/>
                </a:moveTo>
                <a:lnTo>
                  <a:pt x="3188479" y="676780"/>
                </a:lnTo>
                <a:lnTo>
                  <a:pt x="3188043" y="672012"/>
                </a:lnTo>
                <a:lnTo>
                  <a:pt x="3193545" y="664124"/>
                </a:lnTo>
                <a:lnTo>
                  <a:pt x="3199387" y="663141"/>
                </a:lnTo>
                <a:lnTo>
                  <a:pt x="3207779" y="668998"/>
                </a:lnTo>
                <a:lnTo>
                  <a:pt x="3208814" y="674798"/>
                </a:lnTo>
                <a:lnTo>
                  <a:pt x="3202909" y="683235"/>
                </a:lnTo>
                <a:lnTo>
                  <a:pt x="3197109" y="684261"/>
                </a:lnTo>
                <a:lnTo>
                  <a:pt x="3192366" y="680940"/>
                </a:lnTo>
                <a:close/>
              </a:path>
              <a:path w="5142230" h="2300604">
                <a:moveTo>
                  <a:pt x="3248611" y="723261"/>
                </a:moveTo>
                <a:lnTo>
                  <a:pt x="3244871" y="719257"/>
                </a:lnTo>
                <a:lnTo>
                  <a:pt x="3244627" y="714108"/>
                </a:lnTo>
                <a:lnTo>
                  <a:pt x="3247629" y="710482"/>
                </a:lnTo>
                <a:lnTo>
                  <a:pt x="3250834" y="706483"/>
                </a:lnTo>
                <a:lnTo>
                  <a:pt x="3256660" y="705880"/>
                </a:lnTo>
                <a:lnTo>
                  <a:pt x="3260708" y="709139"/>
                </a:lnTo>
                <a:lnTo>
                  <a:pt x="3264658" y="712389"/>
                </a:lnTo>
                <a:lnTo>
                  <a:pt x="3265263" y="718215"/>
                </a:lnTo>
                <a:lnTo>
                  <a:pt x="3262053" y="722210"/>
                </a:lnTo>
                <a:lnTo>
                  <a:pt x="3258808" y="726163"/>
                </a:lnTo>
                <a:lnTo>
                  <a:pt x="3252932" y="726813"/>
                </a:lnTo>
                <a:lnTo>
                  <a:pt x="3248611" y="723261"/>
                </a:lnTo>
                <a:close/>
              </a:path>
              <a:path w="5142230" h="2300604">
                <a:moveTo>
                  <a:pt x="4716557" y="2300034"/>
                </a:moveTo>
                <a:lnTo>
                  <a:pt x="4716488" y="2299183"/>
                </a:lnTo>
                <a:lnTo>
                  <a:pt x="4722140" y="2291355"/>
                </a:lnTo>
                <a:lnTo>
                  <a:pt x="4727977" y="2290468"/>
                </a:lnTo>
                <a:lnTo>
                  <a:pt x="4736320" y="2296463"/>
                </a:lnTo>
                <a:lnTo>
                  <a:pt x="4736850" y="2299965"/>
                </a:lnTo>
                <a:lnTo>
                  <a:pt x="4730248" y="2300034"/>
                </a:lnTo>
                <a:lnTo>
                  <a:pt x="4716557" y="2300034"/>
                </a:lnTo>
                <a:close/>
              </a:path>
              <a:path w="5142230" h="2300604">
                <a:moveTo>
                  <a:pt x="4491117" y="2142188"/>
                </a:moveTo>
                <a:lnTo>
                  <a:pt x="4486770" y="2137535"/>
                </a:lnTo>
                <a:lnTo>
                  <a:pt x="4486384" y="2132821"/>
                </a:lnTo>
                <a:lnTo>
                  <a:pt x="4492033" y="2124989"/>
                </a:lnTo>
                <a:lnTo>
                  <a:pt x="4497826" y="2124050"/>
                </a:lnTo>
                <a:lnTo>
                  <a:pt x="4506166" y="2130048"/>
                </a:lnTo>
                <a:lnTo>
                  <a:pt x="4507099" y="2135933"/>
                </a:lnTo>
                <a:lnTo>
                  <a:pt x="4504130" y="2140086"/>
                </a:lnTo>
                <a:lnTo>
                  <a:pt x="4501056" y="2144227"/>
                </a:lnTo>
                <a:lnTo>
                  <a:pt x="4495264" y="2145163"/>
                </a:lnTo>
                <a:lnTo>
                  <a:pt x="4491117" y="2142188"/>
                </a:lnTo>
                <a:close/>
              </a:path>
              <a:path w="5142230" h="2300604">
                <a:moveTo>
                  <a:pt x="1908191" y="304448"/>
                </a:moveTo>
                <a:lnTo>
                  <a:pt x="1904911" y="300938"/>
                </a:lnTo>
                <a:lnTo>
                  <a:pt x="1903977" y="297884"/>
                </a:lnTo>
                <a:lnTo>
                  <a:pt x="1904600" y="294837"/>
                </a:lnTo>
                <a:lnTo>
                  <a:pt x="1905573" y="289819"/>
                </a:lnTo>
                <a:lnTo>
                  <a:pt x="1910498" y="286587"/>
                </a:lnTo>
                <a:lnTo>
                  <a:pt x="1915512" y="287556"/>
                </a:lnTo>
                <a:lnTo>
                  <a:pt x="1920581" y="288583"/>
                </a:lnTo>
                <a:lnTo>
                  <a:pt x="1923856" y="293458"/>
                </a:lnTo>
                <a:lnTo>
                  <a:pt x="1921817" y="303590"/>
                </a:lnTo>
                <a:lnTo>
                  <a:pt x="1916887" y="306817"/>
                </a:lnTo>
                <a:lnTo>
                  <a:pt x="1911873" y="305848"/>
                </a:lnTo>
                <a:lnTo>
                  <a:pt x="1909905" y="305404"/>
                </a:lnTo>
                <a:lnTo>
                  <a:pt x="1908191" y="304448"/>
                </a:lnTo>
                <a:close/>
              </a:path>
              <a:path w="5142230" h="2300604">
                <a:moveTo>
                  <a:pt x="3576794" y="1184347"/>
                </a:moveTo>
                <a:lnTo>
                  <a:pt x="3573464" y="1180782"/>
                </a:lnTo>
                <a:lnTo>
                  <a:pt x="3572929" y="1180013"/>
                </a:lnTo>
                <a:lnTo>
                  <a:pt x="3570235" y="1174586"/>
                </a:lnTo>
                <a:lnTo>
                  <a:pt x="3572124" y="1168986"/>
                </a:lnTo>
                <a:lnTo>
                  <a:pt x="3581108" y="1164528"/>
                </a:lnTo>
                <a:lnTo>
                  <a:pt x="3581297" y="1164434"/>
                </a:lnTo>
                <a:lnTo>
                  <a:pt x="3586893" y="1166320"/>
                </a:lnTo>
                <a:lnTo>
                  <a:pt x="3589197" y="1170934"/>
                </a:lnTo>
                <a:lnTo>
                  <a:pt x="3591444" y="1175592"/>
                </a:lnTo>
                <a:lnTo>
                  <a:pt x="3589559" y="1181096"/>
                </a:lnTo>
                <a:lnTo>
                  <a:pt x="3581202" y="1185251"/>
                </a:lnTo>
                <a:lnTo>
                  <a:pt x="3576794" y="1184347"/>
                </a:lnTo>
                <a:close/>
              </a:path>
              <a:path w="5142230" h="2300604">
                <a:moveTo>
                  <a:pt x="3881135" y="1661933"/>
                </a:moveTo>
                <a:lnTo>
                  <a:pt x="3874075" y="1654375"/>
                </a:lnTo>
                <a:lnTo>
                  <a:pt x="3874276" y="1648627"/>
                </a:lnTo>
                <a:lnTo>
                  <a:pt x="3881735" y="1641559"/>
                </a:lnTo>
                <a:lnTo>
                  <a:pt x="3887724" y="1641715"/>
                </a:lnTo>
                <a:lnTo>
                  <a:pt x="3894694" y="1649176"/>
                </a:lnTo>
                <a:lnTo>
                  <a:pt x="3894541" y="1655072"/>
                </a:lnTo>
                <a:lnTo>
                  <a:pt x="3887031" y="1662086"/>
                </a:lnTo>
                <a:lnTo>
                  <a:pt x="3881135" y="1661933"/>
                </a:lnTo>
                <a:close/>
              </a:path>
              <a:path w="5142230" h="2300604">
                <a:moveTo>
                  <a:pt x="4548166" y="2183412"/>
                </a:moveTo>
                <a:lnTo>
                  <a:pt x="4544281" y="2179253"/>
                </a:lnTo>
                <a:lnTo>
                  <a:pt x="4543890" y="2174440"/>
                </a:lnTo>
                <a:lnTo>
                  <a:pt x="4546565" y="2170754"/>
                </a:lnTo>
                <a:lnTo>
                  <a:pt x="4549539" y="2166606"/>
                </a:lnTo>
                <a:lnTo>
                  <a:pt x="4555380" y="2165624"/>
                </a:lnTo>
                <a:lnTo>
                  <a:pt x="4559525" y="2168692"/>
                </a:lnTo>
                <a:lnTo>
                  <a:pt x="4563713" y="2171710"/>
                </a:lnTo>
                <a:lnTo>
                  <a:pt x="4564652" y="2177507"/>
                </a:lnTo>
                <a:lnTo>
                  <a:pt x="4561626" y="2181694"/>
                </a:lnTo>
                <a:lnTo>
                  <a:pt x="4558612" y="2185798"/>
                </a:lnTo>
                <a:lnTo>
                  <a:pt x="4552820" y="2186734"/>
                </a:lnTo>
                <a:lnTo>
                  <a:pt x="4548166" y="2183412"/>
                </a:lnTo>
                <a:close/>
              </a:path>
              <a:path w="5142230" h="2300604">
                <a:moveTo>
                  <a:pt x="3512285" y="1058008"/>
                </a:moveTo>
                <a:lnTo>
                  <a:pt x="3508348" y="1053794"/>
                </a:lnTo>
                <a:lnTo>
                  <a:pt x="3507996" y="1053026"/>
                </a:lnTo>
                <a:lnTo>
                  <a:pt x="3505552" y="1048553"/>
                </a:lnTo>
                <a:lnTo>
                  <a:pt x="3507202" y="1042893"/>
                </a:lnTo>
                <a:lnTo>
                  <a:pt x="3511775" y="1040457"/>
                </a:lnTo>
                <a:lnTo>
                  <a:pt x="3516250" y="1038011"/>
                </a:lnTo>
                <a:lnTo>
                  <a:pt x="3521904" y="1039669"/>
                </a:lnTo>
                <a:lnTo>
                  <a:pt x="3526791" y="1048709"/>
                </a:lnTo>
                <a:lnTo>
                  <a:pt x="3525130" y="1054361"/>
                </a:lnTo>
                <a:lnTo>
                  <a:pt x="3520566" y="1056807"/>
                </a:lnTo>
                <a:lnTo>
                  <a:pt x="3516766" y="1058896"/>
                </a:lnTo>
                <a:lnTo>
                  <a:pt x="3512285" y="1058008"/>
                </a:lnTo>
                <a:close/>
              </a:path>
              <a:path w="5142230" h="2300604">
                <a:moveTo>
                  <a:pt x="4144928" y="1892608"/>
                </a:moveTo>
                <a:lnTo>
                  <a:pt x="4141197" y="1888615"/>
                </a:lnTo>
                <a:lnTo>
                  <a:pt x="4140850" y="1883552"/>
                </a:lnTo>
                <a:lnTo>
                  <a:pt x="4143616" y="1879964"/>
                </a:lnTo>
                <a:lnTo>
                  <a:pt x="4146684" y="1875819"/>
                </a:lnTo>
                <a:lnTo>
                  <a:pt x="4152517" y="1875027"/>
                </a:lnTo>
                <a:lnTo>
                  <a:pt x="4156612" y="1878142"/>
                </a:lnTo>
                <a:lnTo>
                  <a:pt x="4160753" y="1881204"/>
                </a:lnTo>
                <a:lnTo>
                  <a:pt x="4161551" y="1887042"/>
                </a:lnTo>
                <a:lnTo>
                  <a:pt x="4155324" y="1895233"/>
                </a:lnTo>
                <a:lnTo>
                  <a:pt x="4149490" y="1896026"/>
                </a:lnTo>
                <a:lnTo>
                  <a:pt x="4145390" y="1892907"/>
                </a:lnTo>
                <a:lnTo>
                  <a:pt x="4144928" y="1892608"/>
                </a:lnTo>
                <a:close/>
              </a:path>
              <a:path w="5142230" h="2300604">
                <a:moveTo>
                  <a:pt x="1977933" y="317916"/>
                </a:moveTo>
                <a:lnTo>
                  <a:pt x="1974695" y="314450"/>
                </a:lnTo>
                <a:lnTo>
                  <a:pt x="1973757" y="311491"/>
                </a:lnTo>
                <a:lnTo>
                  <a:pt x="1974290" y="308445"/>
                </a:lnTo>
                <a:lnTo>
                  <a:pt x="1975218" y="303378"/>
                </a:lnTo>
                <a:lnTo>
                  <a:pt x="1980098" y="300098"/>
                </a:lnTo>
                <a:lnTo>
                  <a:pt x="1990232" y="301953"/>
                </a:lnTo>
                <a:lnTo>
                  <a:pt x="1993561" y="306788"/>
                </a:lnTo>
                <a:lnTo>
                  <a:pt x="1991606" y="316914"/>
                </a:lnTo>
                <a:lnTo>
                  <a:pt x="1986776" y="320247"/>
                </a:lnTo>
                <a:lnTo>
                  <a:pt x="1981754" y="319269"/>
                </a:lnTo>
                <a:lnTo>
                  <a:pt x="1979688" y="318916"/>
                </a:lnTo>
                <a:lnTo>
                  <a:pt x="1977933" y="317916"/>
                </a:lnTo>
                <a:close/>
              </a:path>
              <a:path w="5142230" h="2300604">
                <a:moveTo>
                  <a:pt x="2809941" y="497260"/>
                </a:moveTo>
                <a:lnTo>
                  <a:pt x="2806657" y="493745"/>
                </a:lnTo>
                <a:lnTo>
                  <a:pt x="2805787" y="490174"/>
                </a:lnTo>
                <a:lnTo>
                  <a:pt x="2808478" y="482107"/>
                </a:lnTo>
                <a:lnTo>
                  <a:pt x="2808526" y="481963"/>
                </a:lnTo>
                <a:lnTo>
                  <a:pt x="2813761" y="479356"/>
                </a:lnTo>
                <a:lnTo>
                  <a:pt x="2823514" y="482563"/>
                </a:lnTo>
                <a:lnTo>
                  <a:pt x="2826167" y="487847"/>
                </a:lnTo>
                <a:lnTo>
                  <a:pt x="2822957" y="497411"/>
                </a:lnTo>
                <a:lnTo>
                  <a:pt x="2822909" y="497555"/>
                </a:lnTo>
                <a:lnTo>
                  <a:pt x="2817626" y="500208"/>
                </a:lnTo>
                <a:lnTo>
                  <a:pt x="2812774" y="498631"/>
                </a:lnTo>
                <a:lnTo>
                  <a:pt x="2811281" y="498108"/>
                </a:lnTo>
                <a:lnTo>
                  <a:pt x="2809941" y="497260"/>
                </a:lnTo>
                <a:close/>
              </a:path>
              <a:path w="5142230" h="2300604">
                <a:moveTo>
                  <a:pt x="4433113" y="2100232"/>
                </a:moveTo>
                <a:lnTo>
                  <a:pt x="4429226" y="2096071"/>
                </a:lnTo>
                <a:lnTo>
                  <a:pt x="4428840" y="2091258"/>
                </a:lnTo>
                <a:lnTo>
                  <a:pt x="4434441" y="2083469"/>
                </a:lnTo>
                <a:lnTo>
                  <a:pt x="4440280" y="2082489"/>
                </a:lnTo>
                <a:lnTo>
                  <a:pt x="4448622" y="2088484"/>
                </a:lnTo>
                <a:lnTo>
                  <a:pt x="4449552" y="2094271"/>
                </a:lnTo>
                <a:lnTo>
                  <a:pt x="4443562" y="2102616"/>
                </a:lnTo>
                <a:lnTo>
                  <a:pt x="4437768" y="2103554"/>
                </a:lnTo>
                <a:lnTo>
                  <a:pt x="4433113" y="2100232"/>
                </a:lnTo>
                <a:close/>
              </a:path>
              <a:path w="5142230" h="2300604">
                <a:moveTo>
                  <a:pt x="2047841" y="330682"/>
                </a:moveTo>
                <a:lnTo>
                  <a:pt x="2044607" y="327220"/>
                </a:lnTo>
                <a:lnTo>
                  <a:pt x="2043669" y="324261"/>
                </a:lnTo>
                <a:lnTo>
                  <a:pt x="2044149" y="321256"/>
                </a:lnTo>
                <a:lnTo>
                  <a:pt x="2045077" y="316189"/>
                </a:lnTo>
                <a:lnTo>
                  <a:pt x="2049907" y="312855"/>
                </a:lnTo>
                <a:lnTo>
                  <a:pt x="2059995" y="314662"/>
                </a:lnTo>
                <a:lnTo>
                  <a:pt x="2063377" y="319456"/>
                </a:lnTo>
                <a:lnTo>
                  <a:pt x="2062445" y="324518"/>
                </a:lnTo>
                <a:lnTo>
                  <a:pt x="2061566" y="329539"/>
                </a:lnTo>
                <a:lnTo>
                  <a:pt x="2056733" y="332968"/>
                </a:lnTo>
                <a:lnTo>
                  <a:pt x="2051666" y="332040"/>
                </a:lnTo>
                <a:lnTo>
                  <a:pt x="2049601" y="331686"/>
                </a:lnTo>
                <a:lnTo>
                  <a:pt x="2047841" y="330682"/>
                </a:lnTo>
                <a:close/>
              </a:path>
              <a:path w="5142230" h="2300604">
                <a:moveTo>
                  <a:pt x="2688005" y="412476"/>
                </a:moveTo>
                <a:lnTo>
                  <a:pt x="2684907" y="409160"/>
                </a:lnTo>
                <a:lnTo>
                  <a:pt x="2683976" y="406012"/>
                </a:lnTo>
                <a:lnTo>
                  <a:pt x="2686129" y="398249"/>
                </a:lnTo>
                <a:lnTo>
                  <a:pt x="2690992" y="395440"/>
                </a:lnTo>
                <a:lnTo>
                  <a:pt x="2700441" y="398028"/>
                </a:lnTo>
                <a:lnTo>
                  <a:pt x="2703249" y="402892"/>
                </a:lnTo>
                <a:lnTo>
                  <a:pt x="2700662" y="412340"/>
                </a:lnTo>
                <a:lnTo>
                  <a:pt x="2695798" y="415149"/>
                </a:lnTo>
                <a:lnTo>
                  <a:pt x="2689436" y="413421"/>
                </a:lnTo>
                <a:lnTo>
                  <a:pt x="2688005" y="412476"/>
                </a:lnTo>
                <a:close/>
              </a:path>
              <a:path w="5142230" h="2300604">
                <a:moveTo>
                  <a:pt x="4947476" y="2166413"/>
                </a:moveTo>
                <a:lnTo>
                  <a:pt x="4943726" y="2162399"/>
                </a:lnTo>
                <a:lnTo>
                  <a:pt x="4943224" y="2158049"/>
                </a:lnTo>
                <a:lnTo>
                  <a:pt x="4945256" y="2154946"/>
                </a:lnTo>
                <a:lnTo>
                  <a:pt x="4947897" y="2150833"/>
                </a:lnTo>
                <a:lnTo>
                  <a:pt x="4948156" y="2150428"/>
                </a:lnTo>
                <a:lnTo>
                  <a:pt x="4953631" y="2149249"/>
                </a:lnTo>
                <a:lnTo>
                  <a:pt x="4961854" y="2154533"/>
                </a:lnTo>
                <a:lnTo>
                  <a:pt x="4963077" y="2160048"/>
                </a:lnTo>
                <a:lnTo>
                  <a:pt x="4960649" y="2163800"/>
                </a:lnTo>
                <a:lnTo>
                  <a:pt x="4957969" y="2167871"/>
                </a:lnTo>
                <a:lnTo>
                  <a:pt x="4957705" y="2168271"/>
                </a:lnTo>
                <a:lnTo>
                  <a:pt x="4952230" y="2169450"/>
                </a:lnTo>
                <a:lnTo>
                  <a:pt x="4948120" y="2166807"/>
                </a:lnTo>
                <a:lnTo>
                  <a:pt x="4947476" y="2166413"/>
                </a:lnTo>
                <a:close/>
              </a:path>
              <a:path w="5142230" h="2300604">
                <a:moveTo>
                  <a:pt x="4827703" y="2088829"/>
                </a:moveTo>
                <a:lnTo>
                  <a:pt x="4824515" y="2085416"/>
                </a:lnTo>
                <a:lnTo>
                  <a:pt x="4824052" y="2080917"/>
                </a:lnTo>
                <a:lnTo>
                  <a:pt x="4828677" y="2073744"/>
                </a:lnTo>
                <a:lnTo>
                  <a:pt x="4828937" y="2073341"/>
                </a:lnTo>
                <a:lnTo>
                  <a:pt x="4834403" y="2072152"/>
                </a:lnTo>
                <a:lnTo>
                  <a:pt x="4842626" y="2077437"/>
                </a:lnTo>
                <a:lnTo>
                  <a:pt x="4843858" y="2082961"/>
                </a:lnTo>
                <a:lnTo>
                  <a:pt x="4841430" y="2086713"/>
                </a:lnTo>
                <a:lnTo>
                  <a:pt x="4838477" y="2091175"/>
                </a:lnTo>
                <a:lnTo>
                  <a:pt x="4833011" y="2092363"/>
                </a:lnTo>
                <a:lnTo>
                  <a:pt x="4828898" y="2089722"/>
                </a:lnTo>
                <a:lnTo>
                  <a:pt x="4827703" y="2088829"/>
                </a:lnTo>
                <a:close/>
              </a:path>
              <a:path w="5142230" h="2300604">
                <a:moveTo>
                  <a:pt x="4170867" y="1668680"/>
                </a:moveTo>
                <a:lnTo>
                  <a:pt x="4166695" y="1664213"/>
                </a:lnTo>
                <a:lnTo>
                  <a:pt x="4166266" y="1659746"/>
                </a:lnTo>
                <a:lnTo>
                  <a:pt x="4168791" y="1656292"/>
                </a:lnTo>
                <a:lnTo>
                  <a:pt x="4171613" y="1652277"/>
                </a:lnTo>
                <a:lnTo>
                  <a:pt x="4177122" y="1651331"/>
                </a:lnTo>
                <a:lnTo>
                  <a:pt x="4185148" y="1656992"/>
                </a:lnTo>
                <a:lnTo>
                  <a:pt x="4186094" y="1662500"/>
                </a:lnTo>
                <a:lnTo>
                  <a:pt x="4180439" y="1670522"/>
                </a:lnTo>
                <a:lnTo>
                  <a:pt x="4174882" y="1671512"/>
                </a:lnTo>
                <a:lnTo>
                  <a:pt x="4170867" y="1668680"/>
                </a:lnTo>
                <a:close/>
              </a:path>
              <a:path w="5142230" h="2300604">
                <a:moveTo>
                  <a:pt x="4887888" y="2127845"/>
                </a:moveTo>
                <a:lnTo>
                  <a:pt x="4884133" y="2123826"/>
                </a:lnTo>
                <a:lnTo>
                  <a:pt x="4883636" y="2119481"/>
                </a:lnTo>
                <a:lnTo>
                  <a:pt x="4888312" y="2112267"/>
                </a:lnTo>
                <a:lnTo>
                  <a:pt x="4888573" y="2111865"/>
                </a:lnTo>
                <a:lnTo>
                  <a:pt x="4894043" y="2110681"/>
                </a:lnTo>
                <a:lnTo>
                  <a:pt x="4902266" y="2115965"/>
                </a:lnTo>
                <a:lnTo>
                  <a:pt x="4903442" y="2121524"/>
                </a:lnTo>
                <a:lnTo>
                  <a:pt x="4901063" y="2125236"/>
                </a:lnTo>
                <a:lnTo>
                  <a:pt x="4898117" y="2129703"/>
                </a:lnTo>
                <a:lnTo>
                  <a:pt x="4892599" y="2130931"/>
                </a:lnTo>
                <a:lnTo>
                  <a:pt x="4888532" y="2128238"/>
                </a:lnTo>
                <a:lnTo>
                  <a:pt x="4887888" y="2127845"/>
                </a:lnTo>
                <a:close/>
              </a:path>
              <a:path w="5142230" h="2300604">
                <a:moveTo>
                  <a:pt x="4648835" y="1974774"/>
                </a:moveTo>
                <a:lnTo>
                  <a:pt x="4645039" y="1970711"/>
                </a:lnTo>
                <a:lnTo>
                  <a:pt x="4644536" y="1966455"/>
                </a:lnTo>
                <a:lnTo>
                  <a:pt x="4646611" y="1963105"/>
                </a:lnTo>
                <a:lnTo>
                  <a:pt x="4649166" y="1958902"/>
                </a:lnTo>
                <a:lnTo>
                  <a:pt x="4654757" y="1957555"/>
                </a:lnTo>
                <a:lnTo>
                  <a:pt x="4663077" y="1962749"/>
                </a:lnTo>
                <a:lnTo>
                  <a:pt x="4664305" y="1968167"/>
                </a:lnTo>
                <a:lnTo>
                  <a:pt x="4661830" y="1972263"/>
                </a:lnTo>
                <a:lnTo>
                  <a:pt x="4659187" y="1976372"/>
                </a:lnTo>
                <a:lnTo>
                  <a:pt x="4653640" y="1977765"/>
                </a:lnTo>
                <a:lnTo>
                  <a:pt x="4648835" y="1974774"/>
                </a:lnTo>
                <a:close/>
              </a:path>
              <a:path w="5142230" h="2300604">
                <a:moveTo>
                  <a:pt x="2956107" y="503885"/>
                </a:moveTo>
                <a:lnTo>
                  <a:pt x="2952968" y="500525"/>
                </a:lnTo>
                <a:lnTo>
                  <a:pt x="2952242" y="496812"/>
                </a:lnTo>
                <a:lnTo>
                  <a:pt x="2953682" y="493466"/>
                </a:lnTo>
                <a:lnTo>
                  <a:pt x="2955582" y="488952"/>
                </a:lnTo>
                <a:lnTo>
                  <a:pt x="2960751" y="486863"/>
                </a:lnTo>
                <a:lnTo>
                  <a:pt x="2969822" y="490707"/>
                </a:lnTo>
                <a:lnTo>
                  <a:pt x="2971800" y="495756"/>
                </a:lnTo>
                <a:lnTo>
                  <a:pt x="2969963" y="500437"/>
                </a:lnTo>
                <a:lnTo>
                  <a:pt x="2968017" y="504903"/>
                </a:lnTo>
                <a:lnTo>
                  <a:pt x="2962851" y="506999"/>
                </a:lnTo>
                <a:lnTo>
                  <a:pt x="2958337" y="505097"/>
                </a:lnTo>
                <a:lnTo>
                  <a:pt x="2957172" y="504633"/>
                </a:lnTo>
                <a:lnTo>
                  <a:pt x="2956107" y="503885"/>
                </a:lnTo>
                <a:close/>
              </a:path>
              <a:path w="5142230" h="2300604">
                <a:moveTo>
                  <a:pt x="3083755" y="565262"/>
                </a:moveTo>
                <a:lnTo>
                  <a:pt x="3080562" y="561844"/>
                </a:lnTo>
                <a:lnTo>
                  <a:pt x="3079905" y="557719"/>
                </a:lnTo>
                <a:lnTo>
                  <a:pt x="3084180" y="549981"/>
                </a:lnTo>
                <a:lnTo>
                  <a:pt x="3089523" y="548369"/>
                </a:lnTo>
                <a:lnTo>
                  <a:pt x="3098138" y="553096"/>
                </a:lnTo>
                <a:lnTo>
                  <a:pt x="3099750" y="558438"/>
                </a:lnTo>
                <a:lnTo>
                  <a:pt x="3095019" y="567058"/>
                </a:lnTo>
                <a:lnTo>
                  <a:pt x="3089631" y="568622"/>
                </a:lnTo>
                <a:lnTo>
                  <a:pt x="3085371" y="566309"/>
                </a:lnTo>
                <a:lnTo>
                  <a:pt x="3084486" y="565849"/>
                </a:lnTo>
                <a:lnTo>
                  <a:pt x="3083755" y="565262"/>
                </a:lnTo>
                <a:close/>
              </a:path>
              <a:path w="5142230" h="2300604">
                <a:moveTo>
                  <a:pt x="4228795" y="1708798"/>
                </a:moveTo>
                <a:lnTo>
                  <a:pt x="4225098" y="1704840"/>
                </a:lnTo>
                <a:lnTo>
                  <a:pt x="4224651" y="1700352"/>
                </a:lnTo>
                <a:lnTo>
                  <a:pt x="4227032" y="1696840"/>
                </a:lnTo>
                <a:lnTo>
                  <a:pt x="4229767" y="1692733"/>
                </a:lnTo>
                <a:lnTo>
                  <a:pt x="4235327" y="1691739"/>
                </a:lnTo>
                <a:lnTo>
                  <a:pt x="4243404" y="1697260"/>
                </a:lnTo>
                <a:lnTo>
                  <a:pt x="4244443" y="1702773"/>
                </a:lnTo>
                <a:lnTo>
                  <a:pt x="4238925" y="1710841"/>
                </a:lnTo>
                <a:lnTo>
                  <a:pt x="4233463" y="1711934"/>
                </a:lnTo>
                <a:lnTo>
                  <a:pt x="4229403" y="1709153"/>
                </a:lnTo>
                <a:lnTo>
                  <a:pt x="4228795" y="1708798"/>
                </a:lnTo>
                <a:close/>
              </a:path>
              <a:path w="5142230" h="2300604">
                <a:moveTo>
                  <a:pt x="4768660" y="2050748"/>
                </a:moveTo>
                <a:lnTo>
                  <a:pt x="4764869" y="2046690"/>
                </a:lnTo>
                <a:lnTo>
                  <a:pt x="4764372" y="2042345"/>
                </a:lnTo>
                <a:lnTo>
                  <a:pt x="4766396" y="2039233"/>
                </a:lnTo>
                <a:lnTo>
                  <a:pt x="4769081" y="2035167"/>
                </a:lnTo>
                <a:lnTo>
                  <a:pt x="4769345" y="2034768"/>
                </a:lnTo>
                <a:lnTo>
                  <a:pt x="4774815" y="2033584"/>
                </a:lnTo>
                <a:lnTo>
                  <a:pt x="4783043" y="2038873"/>
                </a:lnTo>
                <a:lnTo>
                  <a:pt x="4784222" y="2044437"/>
                </a:lnTo>
                <a:lnTo>
                  <a:pt x="4781795" y="2048096"/>
                </a:lnTo>
                <a:lnTo>
                  <a:pt x="4779149" y="2052202"/>
                </a:lnTo>
                <a:lnTo>
                  <a:pt x="4778889" y="2052607"/>
                </a:lnTo>
                <a:lnTo>
                  <a:pt x="4773418" y="2053790"/>
                </a:lnTo>
                <a:lnTo>
                  <a:pt x="4769308" y="2051147"/>
                </a:lnTo>
                <a:lnTo>
                  <a:pt x="4768660" y="2050748"/>
                </a:lnTo>
                <a:close/>
              </a:path>
              <a:path w="5142230" h="2300604">
                <a:moveTo>
                  <a:pt x="5006515" y="2204489"/>
                </a:moveTo>
                <a:lnTo>
                  <a:pt x="5003327" y="2201076"/>
                </a:lnTo>
                <a:lnTo>
                  <a:pt x="5002864" y="2196577"/>
                </a:lnTo>
                <a:lnTo>
                  <a:pt x="5007525" y="2189348"/>
                </a:lnTo>
                <a:lnTo>
                  <a:pt x="5007749" y="2189001"/>
                </a:lnTo>
                <a:lnTo>
                  <a:pt x="5013263" y="2187767"/>
                </a:lnTo>
                <a:lnTo>
                  <a:pt x="5017325" y="2190456"/>
                </a:lnTo>
                <a:lnTo>
                  <a:pt x="5021438" y="2193097"/>
                </a:lnTo>
                <a:lnTo>
                  <a:pt x="5022670" y="2198621"/>
                </a:lnTo>
                <a:lnTo>
                  <a:pt x="5020247" y="2202380"/>
                </a:lnTo>
                <a:lnTo>
                  <a:pt x="5017336" y="2206790"/>
                </a:lnTo>
                <a:lnTo>
                  <a:pt x="5011822" y="2208023"/>
                </a:lnTo>
                <a:lnTo>
                  <a:pt x="5007710" y="2205382"/>
                </a:lnTo>
                <a:lnTo>
                  <a:pt x="5006515" y="2204489"/>
                </a:lnTo>
                <a:close/>
              </a:path>
              <a:path w="5142230" h="2300604">
                <a:moveTo>
                  <a:pt x="2890391" y="477524"/>
                </a:moveTo>
                <a:lnTo>
                  <a:pt x="2887248" y="474159"/>
                </a:lnTo>
                <a:lnTo>
                  <a:pt x="2886429" y="470642"/>
                </a:lnTo>
                <a:lnTo>
                  <a:pt x="2887674" y="467379"/>
                </a:lnTo>
                <a:lnTo>
                  <a:pt x="2889388" y="462765"/>
                </a:lnTo>
                <a:lnTo>
                  <a:pt x="2894520" y="460436"/>
                </a:lnTo>
                <a:lnTo>
                  <a:pt x="2899081" y="462192"/>
                </a:lnTo>
                <a:lnTo>
                  <a:pt x="2903701" y="463912"/>
                </a:lnTo>
                <a:lnTo>
                  <a:pt x="2906028" y="469043"/>
                </a:lnTo>
                <a:lnTo>
                  <a:pt x="2904308" y="473654"/>
                </a:lnTo>
                <a:lnTo>
                  <a:pt x="2902554" y="478224"/>
                </a:lnTo>
                <a:lnTo>
                  <a:pt x="2897421" y="480553"/>
                </a:lnTo>
                <a:lnTo>
                  <a:pt x="2892856" y="478791"/>
                </a:lnTo>
                <a:lnTo>
                  <a:pt x="2891502" y="478321"/>
                </a:lnTo>
                <a:lnTo>
                  <a:pt x="2890391" y="477524"/>
                </a:lnTo>
                <a:close/>
              </a:path>
              <a:path w="5142230" h="2300604">
                <a:moveTo>
                  <a:pt x="4287885" y="1748298"/>
                </a:moveTo>
                <a:lnTo>
                  <a:pt x="4284136" y="1744285"/>
                </a:lnTo>
                <a:lnTo>
                  <a:pt x="4283685" y="1739894"/>
                </a:lnTo>
                <a:lnTo>
                  <a:pt x="4285978" y="1736382"/>
                </a:lnTo>
                <a:lnTo>
                  <a:pt x="4288666" y="1732319"/>
                </a:lnTo>
                <a:lnTo>
                  <a:pt x="4294179" y="1731186"/>
                </a:lnTo>
                <a:lnTo>
                  <a:pt x="4302352" y="1736609"/>
                </a:lnTo>
                <a:lnTo>
                  <a:pt x="4303489" y="1742030"/>
                </a:lnTo>
                <a:lnTo>
                  <a:pt x="4300792" y="1746183"/>
                </a:lnTo>
                <a:lnTo>
                  <a:pt x="4298105" y="1750246"/>
                </a:lnTo>
                <a:lnTo>
                  <a:pt x="4292596" y="1751384"/>
                </a:lnTo>
                <a:lnTo>
                  <a:pt x="4288533" y="1748696"/>
                </a:lnTo>
                <a:lnTo>
                  <a:pt x="4287885" y="1748298"/>
                </a:lnTo>
                <a:close/>
              </a:path>
              <a:path w="5142230" h="2300604">
                <a:moveTo>
                  <a:pt x="3020695" y="533043"/>
                </a:moveTo>
                <a:lnTo>
                  <a:pt x="3017552" y="529678"/>
                </a:lnTo>
                <a:lnTo>
                  <a:pt x="3016788" y="525735"/>
                </a:lnTo>
                <a:lnTo>
                  <a:pt x="3018461" y="522346"/>
                </a:lnTo>
                <a:lnTo>
                  <a:pt x="3020543" y="517926"/>
                </a:lnTo>
                <a:lnTo>
                  <a:pt x="3025851" y="516082"/>
                </a:lnTo>
                <a:lnTo>
                  <a:pt x="3034719" y="520297"/>
                </a:lnTo>
                <a:lnTo>
                  <a:pt x="3036574" y="525605"/>
                </a:lnTo>
                <a:lnTo>
                  <a:pt x="3032308" y="534430"/>
                </a:lnTo>
                <a:lnTo>
                  <a:pt x="3027004" y="536280"/>
                </a:lnTo>
                <a:lnTo>
                  <a:pt x="3022586" y="534189"/>
                </a:lnTo>
                <a:lnTo>
                  <a:pt x="3021564" y="533682"/>
                </a:lnTo>
                <a:lnTo>
                  <a:pt x="3020695" y="533043"/>
                </a:lnTo>
                <a:close/>
              </a:path>
              <a:path w="5142230" h="2300604">
                <a:moveTo>
                  <a:pt x="4113181" y="1626965"/>
                </a:moveTo>
                <a:lnTo>
                  <a:pt x="4109105" y="1622601"/>
                </a:lnTo>
                <a:lnTo>
                  <a:pt x="4108767" y="1618040"/>
                </a:lnTo>
                <a:lnTo>
                  <a:pt x="4111342" y="1614539"/>
                </a:lnTo>
                <a:lnTo>
                  <a:pt x="4114214" y="1610578"/>
                </a:lnTo>
                <a:lnTo>
                  <a:pt x="4119762" y="1609769"/>
                </a:lnTo>
                <a:lnTo>
                  <a:pt x="4123723" y="1612643"/>
                </a:lnTo>
                <a:lnTo>
                  <a:pt x="4127688" y="1615613"/>
                </a:lnTo>
                <a:lnTo>
                  <a:pt x="4128491" y="1621164"/>
                </a:lnTo>
                <a:lnTo>
                  <a:pt x="4125571" y="1625079"/>
                </a:lnTo>
                <a:lnTo>
                  <a:pt x="4122697" y="1629042"/>
                </a:lnTo>
                <a:lnTo>
                  <a:pt x="4117094" y="1629884"/>
                </a:lnTo>
                <a:lnTo>
                  <a:pt x="4113181" y="1626965"/>
                </a:lnTo>
                <a:close/>
              </a:path>
              <a:path w="5142230" h="2300604">
                <a:moveTo>
                  <a:pt x="2756116" y="432115"/>
                </a:moveTo>
                <a:lnTo>
                  <a:pt x="2753023" y="428804"/>
                </a:lnTo>
                <a:lnTo>
                  <a:pt x="2752144" y="425517"/>
                </a:lnTo>
                <a:lnTo>
                  <a:pt x="2753102" y="422339"/>
                </a:lnTo>
                <a:lnTo>
                  <a:pt x="2754534" y="417714"/>
                </a:lnTo>
                <a:lnTo>
                  <a:pt x="2759489" y="415003"/>
                </a:lnTo>
                <a:lnTo>
                  <a:pt x="2764159" y="416484"/>
                </a:lnTo>
                <a:lnTo>
                  <a:pt x="2768833" y="417871"/>
                </a:lnTo>
                <a:lnTo>
                  <a:pt x="2771495" y="422871"/>
                </a:lnTo>
                <a:lnTo>
                  <a:pt x="2770109" y="427545"/>
                </a:lnTo>
                <a:lnTo>
                  <a:pt x="2768623" y="432211"/>
                </a:lnTo>
                <a:lnTo>
                  <a:pt x="2763722" y="434881"/>
                </a:lnTo>
                <a:lnTo>
                  <a:pt x="2757456" y="432963"/>
                </a:lnTo>
                <a:lnTo>
                  <a:pt x="2756116" y="432115"/>
                </a:lnTo>
                <a:close/>
              </a:path>
              <a:path w="5142230" h="2300604">
                <a:moveTo>
                  <a:pt x="2823645" y="453677"/>
                </a:moveTo>
                <a:lnTo>
                  <a:pt x="2820553" y="450366"/>
                </a:lnTo>
                <a:lnTo>
                  <a:pt x="2819676" y="446985"/>
                </a:lnTo>
                <a:lnTo>
                  <a:pt x="2822353" y="439097"/>
                </a:lnTo>
                <a:lnTo>
                  <a:pt x="2827348" y="436622"/>
                </a:lnTo>
                <a:lnTo>
                  <a:pt x="2836682" y="439774"/>
                </a:lnTo>
                <a:lnTo>
                  <a:pt x="2839157" y="444766"/>
                </a:lnTo>
                <a:lnTo>
                  <a:pt x="2836005" y="454102"/>
                </a:lnTo>
                <a:lnTo>
                  <a:pt x="2831012" y="456575"/>
                </a:lnTo>
                <a:lnTo>
                  <a:pt x="2826340" y="454996"/>
                </a:lnTo>
                <a:lnTo>
                  <a:pt x="2824897" y="454526"/>
                </a:lnTo>
                <a:lnTo>
                  <a:pt x="2823645" y="453677"/>
                </a:lnTo>
                <a:close/>
              </a:path>
              <a:path w="5142230" h="2300604">
                <a:moveTo>
                  <a:pt x="4708920" y="2012504"/>
                </a:moveTo>
                <a:lnTo>
                  <a:pt x="4705124" y="2008441"/>
                </a:lnTo>
                <a:lnTo>
                  <a:pt x="4704582" y="2004147"/>
                </a:lnTo>
                <a:lnTo>
                  <a:pt x="4706675" y="2000914"/>
                </a:lnTo>
                <a:lnTo>
                  <a:pt x="4709270" y="1996752"/>
                </a:lnTo>
                <a:lnTo>
                  <a:pt x="4709416" y="1996518"/>
                </a:lnTo>
                <a:lnTo>
                  <a:pt x="4714939" y="1995294"/>
                </a:lnTo>
                <a:lnTo>
                  <a:pt x="4719052" y="1997935"/>
                </a:lnTo>
                <a:lnTo>
                  <a:pt x="4723212" y="2000532"/>
                </a:lnTo>
                <a:lnTo>
                  <a:pt x="4724435" y="2006046"/>
                </a:lnTo>
                <a:lnTo>
                  <a:pt x="4721946" y="2009931"/>
                </a:lnTo>
                <a:lnTo>
                  <a:pt x="4719343" y="2014083"/>
                </a:lnTo>
                <a:lnTo>
                  <a:pt x="4719196" y="2014318"/>
                </a:lnTo>
                <a:lnTo>
                  <a:pt x="4713733" y="2015505"/>
                </a:lnTo>
                <a:lnTo>
                  <a:pt x="4708920" y="2012504"/>
                </a:lnTo>
                <a:close/>
              </a:path>
              <a:path w="5142230" h="2300604">
                <a:moveTo>
                  <a:pt x="3544145" y="1003751"/>
                </a:moveTo>
                <a:lnTo>
                  <a:pt x="3540311" y="999646"/>
                </a:lnTo>
                <a:lnTo>
                  <a:pt x="3537419" y="995672"/>
                </a:lnTo>
                <a:lnTo>
                  <a:pt x="3538367" y="990139"/>
                </a:lnTo>
                <a:lnTo>
                  <a:pt x="3546301" y="984362"/>
                </a:lnTo>
                <a:lnTo>
                  <a:pt x="3551841" y="985305"/>
                </a:lnTo>
                <a:lnTo>
                  <a:pt x="3557567" y="993196"/>
                </a:lnTo>
                <a:lnTo>
                  <a:pt x="3556674" y="998787"/>
                </a:lnTo>
                <a:lnTo>
                  <a:pt x="3552752" y="1001629"/>
                </a:lnTo>
                <a:lnTo>
                  <a:pt x="3549024" y="1004281"/>
                </a:lnTo>
                <a:lnTo>
                  <a:pt x="3544145" y="1003751"/>
                </a:lnTo>
                <a:close/>
              </a:path>
              <a:path w="5142230" h="2300604">
                <a:moveTo>
                  <a:pt x="4000883" y="1539303"/>
                </a:moveTo>
                <a:lnTo>
                  <a:pt x="3997044" y="1535193"/>
                </a:lnTo>
                <a:lnTo>
                  <a:pt x="3996842" y="1530285"/>
                </a:lnTo>
                <a:lnTo>
                  <a:pt x="3999649" y="1526842"/>
                </a:lnTo>
                <a:lnTo>
                  <a:pt x="4002798" y="1523078"/>
                </a:lnTo>
                <a:lnTo>
                  <a:pt x="4008390" y="1522511"/>
                </a:lnTo>
                <a:lnTo>
                  <a:pt x="4012206" y="1525622"/>
                </a:lnTo>
                <a:lnTo>
                  <a:pt x="4015967" y="1528765"/>
                </a:lnTo>
                <a:lnTo>
                  <a:pt x="4016437" y="1534352"/>
                </a:lnTo>
                <a:lnTo>
                  <a:pt x="4013386" y="1538125"/>
                </a:lnTo>
                <a:lnTo>
                  <a:pt x="4010236" y="1541889"/>
                </a:lnTo>
                <a:lnTo>
                  <a:pt x="4004646" y="1542453"/>
                </a:lnTo>
                <a:lnTo>
                  <a:pt x="4000883" y="1539303"/>
                </a:lnTo>
                <a:close/>
              </a:path>
              <a:path w="5142230" h="2300604">
                <a:moveTo>
                  <a:pt x="3946009" y="1492488"/>
                </a:moveTo>
                <a:lnTo>
                  <a:pt x="3942916" y="1489177"/>
                </a:lnTo>
                <a:lnTo>
                  <a:pt x="3942809" y="1483980"/>
                </a:lnTo>
                <a:lnTo>
                  <a:pt x="3945850" y="1480492"/>
                </a:lnTo>
                <a:lnTo>
                  <a:pt x="3949095" y="1476830"/>
                </a:lnTo>
                <a:lnTo>
                  <a:pt x="3954724" y="1476503"/>
                </a:lnTo>
                <a:lnTo>
                  <a:pt x="3962057" y="1482984"/>
                </a:lnTo>
                <a:lnTo>
                  <a:pt x="3962380" y="1488608"/>
                </a:lnTo>
                <a:lnTo>
                  <a:pt x="3955904" y="1495946"/>
                </a:lnTo>
                <a:lnTo>
                  <a:pt x="3950321" y="1496322"/>
                </a:lnTo>
                <a:lnTo>
                  <a:pt x="3946009" y="1492488"/>
                </a:lnTo>
                <a:close/>
              </a:path>
              <a:path w="5142230" h="2300604">
                <a:moveTo>
                  <a:pt x="4347509" y="1787005"/>
                </a:moveTo>
                <a:lnTo>
                  <a:pt x="4343764" y="1782997"/>
                </a:lnTo>
                <a:lnTo>
                  <a:pt x="4343267" y="1778650"/>
                </a:lnTo>
                <a:lnTo>
                  <a:pt x="4345244" y="1775488"/>
                </a:lnTo>
                <a:lnTo>
                  <a:pt x="4348106" y="1771025"/>
                </a:lnTo>
                <a:lnTo>
                  <a:pt x="4353624" y="1769797"/>
                </a:lnTo>
                <a:lnTo>
                  <a:pt x="4361847" y="1775081"/>
                </a:lnTo>
                <a:lnTo>
                  <a:pt x="4363077" y="1780598"/>
                </a:lnTo>
                <a:lnTo>
                  <a:pt x="4357963" y="1788516"/>
                </a:lnTo>
                <a:lnTo>
                  <a:pt x="4357739" y="1788863"/>
                </a:lnTo>
                <a:lnTo>
                  <a:pt x="4352275" y="1790050"/>
                </a:lnTo>
                <a:lnTo>
                  <a:pt x="4347509" y="1787005"/>
                </a:lnTo>
                <a:close/>
              </a:path>
              <a:path w="5142230" h="2300604">
                <a:moveTo>
                  <a:pt x="4056441" y="1583919"/>
                </a:moveTo>
                <a:lnTo>
                  <a:pt x="4052507" y="1579707"/>
                </a:lnTo>
                <a:lnTo>
                  <a:pt x="4052166" y="1574947"/>
                </a:lnTo>
                <a:lnTo>
                  <a:pt x="4054925" y="1571447"/>
                </a:lnTo>
                <a:lnTo>
                  <a:pt x="4057890" y="1567581"/>
                </a:lnTo>
                <a:lnTo>
                  <a:pt x="4063482" y="1566923"/>
                </a:lnTo>
                <a:lnTo>
                  <a:pt x="4067352" y="1569892"/>
                </a:lnTo>
                <a:lnTo>
                  <a:pt x="4071208" y="1572946"/>
                </a:lnTo>
                <a:lnTo>
                  <a:pt x="4071917" y="1578492"/>
                </a:lnTo>
                <a:lnTo>
                  <a:pt x="4068907" y="1582309"/>
                </a:lnTo>
                <a:lnTo>
                  <a:pt x="4065898" y="1586225"/>
                </a:lnTo>
                <a:lnTo>
                  <a:pt x="4060304" y="1586885"/>
                </a:lnTo>
                <a:lnTo>
                  <a:pt x="4056441" y="1583919"/>
                </a:lnTo>
                <a:close/>
              </a:path>
              <a:path w="5142230" h="2300604">
                <a:moveTo>
                  <a:pt x="3502127" y="946553"/>
                </a:moveTo>
                <a:lnTo>
                  <a:pt x="3498396" y="942559"/>
                </a:lnTo>
                <a:lnTo>
                  <a:pt x="3495505" y="938586"/>
                </a:lnTo>
                <a:lnTo>
                  <a:pt x="3496264" y="933046"/>
                </a:lnTo>
                <a:lnTo>
                  <a:pt x="3504107" y="927171"/>
                </a:lnTo>
                <a:lnTo>
                  <a:pt x="3509699" y="927974"/>
                </a:lnTo>
                <a:lnTo>
                  <a:pt x="3515568" y="935823"/>
                </a:lnTo>
                <a:lnTo>
                  <a:pt x="3514768" y="941419"/>
                </a:lnTo>
                <a:lnTo>
                  <a:pt x="3510844" y="944354"/>
                </a:lnTo>
                <a:lnTo>
                  <a:pt x="3507161" y="947055"/>
                </a:lnTo>
                <a:lnTo>
                  <a:pt x="3502127" y="946553"/>
                </a:lnTo>
                <a:close/>
              </a:path>
              <a:path w="5142230" h="2300604">
                <a:moveTo>
                  <a:pt x="3314468" y="728954"/>
                </a:moveTo>
                <a:lnTo>
                  <a:pt x="3310819" y="725048"/>
                </a:lnTo>
                <a:lnTo>
                  <a:pt x="3310811" y="719861"/>
                </a:lnTo>
                <a:lnTo>
                  <a:pt x="3313997" y="716428"/>
                </a:lnTo>
                <a:lnTo>
                  <a:pt x="3317279" y="712805"/>
                </a:lnTo>
                <a:lnTo>
                  <a:pt x="3322905" y="712571"/>
                </a:lnTo>
                <a:lnTo>
                  <a:pt x="3330091" y="719290"/>
                </a:lnTo>
                <a:lnTo>
                  <a:pt x="3330326" y="724915"/>
                </a:lnTo>
                <a:lnTo>
                  <a:pt x="3323658" y="732048"/>
                </a:lnTo>
                <a:lnTo>
                  <a:pt x="3318031" y="732282"/>
                </a:lnTo>
                <a:lnTo>
                  <a:pt x="3314468" y="728954"/>
                </a:lnTo>
                <a:close/>
              </a:path>
              <a:path w="5142230" h="2300604">
                <a:moveTo>
                  <a:pt x="3367657" y="782083"/>
                </a:moveTo>
                <a:lnTo>
                  <a:pt x="3360918" y="774869"/>
                </a:lnTo>
                <a:lnTo>
                  <a:pt x="3361152" y="769350"/>
                </a:lnTo>
                <a:lnTo>
                  <a:pt x="3368269" y="762601"/>
                </a:lnTo>
                <a:lnTo>
                  <a:pt x="3373932" y="762798"/>
                </a:lnTo>
                <a:lnTo>
                  <a:pt x="3380628" y="769966"/>
                </a:lnTo>
                <a:lnTo>
                  <a:pt x="3380430" y="775620"/>
                </a:lnTo>
                <a:lnTo>
                  <a:pt x="3373264" y="782315"/>
                </a:lnTo>
                <a:lnTo>
                  <a:pt x="3367657" y="782083"/>
                </a:lnTo>
                <a:close/>
              </a:path>
              <a:path w="5142230" h="2300604">
                <a:moveTo>
                  <a:pt x="3894051" y="1444883"/>
                </a:moveTo>
                <a:lnTo>
                  <a:pt x="3890449" y="1441026"/>
                </a:lnTo>
                <a:lnTo>
                  <a:pt x="3890444" y="1435743"/>
                </a:lnTo>
                <a:lnTo>
                  <a:pt x="3893769" y="1432363"/>
                </a:lnTo>
                <a:lnTo>
                  <a:pt x="3897147" y="1428843"/>
                </a:lnTo>
                <a:lnTo>
                  <a:pt x="3902764" y="1428699"/>
                </a:lnTo>
                <a:lnTo>
                  <a:pt x="3909805" y="1435453"/>
                </a:lnTo>
                <a:lnTo>
                  <a:pt x="3909948" y="1441081"/>
                </a:lnTo>
                <a:lnTo>
                  <a:pt x="3903144" y="1448168"/>
                </a:lnTo>
                <a:lnTo>
                  <a:pt x="3897572" y="1448260"/>
                </a:lnTo>
                <a:lnTo>
                  <a:pt x="3894051" y="1444883"/>
                </a:lnTo>
                <a:close/>
              </a:path>
              <a:path w="5142230" h="2300604">
                <a:moveTo>
                  <a:pt x="3459011" y="890232"/>
                </a:moveTo>
                <a:lnTo>
                  <a:pt x="3455412" y="886380"/>
                </a:lnTo>
                <a:lnTo>
                  <a:pt x="3452382" y="882454"/>
                </a:lnTo>
                <a:lnTo>
                  <a:pt x="3453044" y="876905"/>
                </a:lnTo>
                <a:lnTo>
                  <a:pt x="3455717" y="874784"/>
                </a:lnTo>
                <a:lnTo>
                  <a:pt x="3456872" y="873868"/>
                </a:lnTo>
                <a:lnTo>
                  <a:pt x="3460802" y="870844"/>
                </a:lnTo>
                <a:lnTo>
                  <a:pt x="3466346" y="871500"/>
                </a:lnTo>
                <a:lnTo>
                  <a:pt x="3469336" y="875382"/>
                </a:lnTo>
                <a:lnTo>
                  <a:pt x="3472363" y="879211"/>
                </a:lnTo>
                <a:lnTo>
                  <a:pt x="3471752" y="884813"/>
                </a:lnTo>
                <a:lnTo>
                  <a:pt x="3467874" y="887797"/>
                </a:lnTo>
                <a:lnTo>
                  <a:pt x="3465185" y="889902"/>
                </a:lnTo>
                <a:lnTo>
                  <a:pt x="3464184" y="890687"/>
                </a:lnTo>
                <a:lnTo>
                  <a:pt x="3459011" y="890232"/>
                </a:lnTo>
                <a:close/>
              </a:path>
              <a:path w="5142230" h="2300604">
                <a:moveTo>
                  <a:pt x="3414376" y="835221"/>
                </a:moveTo>
                <a:lnTo>
                  <a:pt x="3410873" y="831471"/>
                </a:lnTo>
                <a:lnTo>
                  <a:pt x="3407738" y="827725"/>
                </a:lnTo>
                <a:lnTo>
                  <a:pt x="3408218" y="822081"/>
                </a:lnTo>
                <a:lnTo>
                  <a:pt x="3414985" y="816420"/>
                </a:lnTo>
                <a:lnTo>
                  <a:pt x="3415701" y="815821"/>
                </a:lnTo>
                <a:lnTo>
                  <a:pt x="3421306" y="816246"/>
                </a:lnTo>
                <a:lnTo>
                  <a:pt x="3427612" y="823779"/>
                </a:lnTo>
                <a:lnTo>
                  <a:pt x="3427132" y="829422"/>
                </a:lnTo>
                <a:lnTo>
                  <a:pt x="3420364" y="835083"/>
                </a:lnTo>
                <a:lnTo>
                  <a:pt x="3419751" y="835596"/>
                </a:lnTo>
                <a:lnTo>
                  <a:pt x="3414376" y="835221"/>
                </a:lnTo>
                <a:close/>
              </a:path>
              <a:path w="5142230" h="2300604">
                <a:moveTo>
                  <a:pt x="3799496" y="1344737"/>
                </a:moveTo>
                <a:lnTo>
                  <a:pt x="3796039" y="1341037"/>
                </a:lnTo>
                <a:lnTo>
                  <a:pt x="3792809" y="1337288"/>
                </a:lnTo>
                <a:lnTo>
                  <a:pt x="3793241" y="1331689"/>
                </a:lnTo>
                <a:lnTo>
                  <a:pt x="3800125" y="1325765"/>
                </a:lnTo>
                <a:lnTo>
                  <a:pt x="3800681" y="1325287"/>
                </a:lnTo>
                <a:lnTo>
                  <a:pt x="3806285" y="1325712"/>
                </a:lnTo>
                <a:lnTo>
                  <a:pt x="3812684" y="1333148"/>
                </a:lnTo>
                <a:lnTo>
                  <a:pt x="3812261" y="1338757"/>
                </a:lnTo>
                <a:lnTo>
                  <a:pt x="3805370" y="1344673"/>
                </a:lnTo>
                <a:lnTo>
                  <a:pt x="3804912" y="1345065"/>
                </a:lnTo>
                <a:lnTo>
                  <a:pt x="3799496" y="1344737"/>
                </a:lnTo>
                <a:close/>
              </a:path>
              <a:path w="5142230" h="2300604">
                <a:moveTo>
                  <a:pt x="3710456" y="1233982"/>
                </a:moveTo>
                <a:lnTo>
                  <a:pt x="3706720" y="1229983"/>
                </a:lnTo>
                <a:lnTo>
                  <a:pt x="3703780" y="1226054"/>
                </a:lnTo>
                <a:lnTo>
                  <a:pt x="3704540" y="1220514"/>
                </a:lnTo>
                <a:lnTo>
                  <a:pt x="3708413" y="1217525"/>
                </a:lnTo>
                <a:lnTo>
                  <a:pt x="3712337" y="1214590"/>
                </a:lnTo>
                <a:lnTo>
                  <a:pt x="3717888" y="1215349"/>
                </a:lnTo>
                <a:lnTo>
                  <a:pt x="3720869" y="1219222"/>
                </a:lnTo>
                <a:lnTo>
                  <a:pt x="3723808" y="1223151"/>
                </a:lnTo>
                <a:lnTo>
                  <a:pt x="3723048" y="1228691"/>
                </a:lnTo>
                <a:lnTo>
                  <a:pt x="3719172" y="1231682"/>
                </a:lnTo>
                <a:lnTo>
                  <a:pt x="3715485" y="1234478"/>
                </a:lnTo>
                <a:lnTo>
                  <a:pt x="3710456" y="1233982"/>
                </a:lnTo>
                <a:close/>
              </a:path>
              <a:path w="5142230" h="2300604">
                <a:moveTo>
                  <a:pt x="4588501" y="1937360"/>
                </a:moveTo>
                <a:lnTo>
                  <a:pt x="4584698" y="1933288"/>
                </a:lnTo>
                <a:lnTo>
                  <a:pt x="4584204" y="1929047"/>
                </a:lnTo>
                <a:lnTo>
                  <a:pt x="4586354" y="1925578"/>
                </a:lnTo>
                <a:lnTo>
                  <a:pt x="4588905" y="1921369"/>
                </a:lnTo>
                <a:lnTo>
                  <a:pt x="4594146" y="1920140"/>
                </a:lnTo>
                <a:lnTo>
                  <a:pt x="4594372" y="1920087"/>
                </a:lnTo>
                <a:lnTo>
                  <a:pt x="4598533" y="1922683"/>
                </a:lnTo>
                <a:lnTo>
                  <a:pt x="4602741" y="1925236"/>
                </a:lnTo>
                <a:lnTo>
                  <a:pt x="4604023" y="1930713"/>
                </a:lnTo>
                <a:lnTo>
                  <a:pt x="4598868" y="1938973"/>
                </a:lnTo>
                <a:lnTo>
                  <a:pt x="4593403" y="1940359"/>
                </a:lnTo>
                <a:lnTo>
                  <a:pt x="4589243" y="1937763"/>
                </a:lnTo>
                <a:lnTo>
                  <a:pt x="4588501" y="1937360"/>
                </a:lnTo>
                <a:close/>
              </a:path>
              <a:path w="5142230" h="2300604">
                <a:moveTo>
                  <a:pt x="4406900" y="1824580"/>
                </a:moveTo>
                <a:lnTo>
                  <a:pt x="4403712" y="1821166"/>
                </a:lnTo>
                <a:lnTo>
                  <a:pt x="4403202" y="1816712"/>
                </a:lnTo>
                <a:lnTo>
                  <a:pt x="4407837" y="1809260"/>
                </a:lnTo>
                <a:lnTo>
                  <a:pt x="4407948" y="1809082"/>
                </a:lnTo>
                <a:lnTo>
                  <a:pt x="4413466" y="1807854"/>
                </a:lnTo>
                <a:lnTo>
                  <a:pt x="4421786" y="1813048"/>
                </a:lnTo>
                <a:lnTo>
                  <a:pt x="4423014" y="1818566"/>
                </a:lnTo>
                <a:lnTo>
                  <a:pt x="4420485" y="1822503"/>
                </a:lnTo>
                <a:lnTo>
                  <a:pt x="4417882" y="1826656"/>
                </a:lnTo>
                <a:lnTo>
                  <a:pt x="4417771" y="1826834"/>
                </a:lnTo>
                <a:lnTo>
                  <a:pt x="4412298" y="1828111"/>
                </a:lnTo>
                <a:lnTo>
                  <a:pt x="4408189" y="1825467"/>
                </a:lnTo>
                <a:lnTo>
                  <a:pt x="4407544" y="1825074"/>
                </a:lnTo>
                <a:lnTo>
                  <a:pt x="4406900" y="1824580"/>
                </a:lnTo>
                <a:close/>
              </a:path>
              <a:path w="5142230" h="2300604">
                <a:moveTo>
                  <a:pt x="3585570" y="1061487"/>
                </a:moveTo>
                <a:lnTo>
                  <a:pt x="3581640" y="1057280"/>
                </a:lnTo>
                <a:lnTo>
                  <a:pt x="3578748" y="1053307"/>
                </a:lnTo>
                <a:lnTo>
                  <a:pt x="3579696" y="1047773"/>
                </a:lnTo>
                <a:lnTo>
                  <a:pt x="3587726" y="1042098"/>
                </a:lnTo>
                <a:lnTo>
                  <a:pt x="3593220" y="1042992"/>
                </a:lnTo>
                <a:lnTo>
                  <a:pt x="3598895" y="1051023"/>
                </a:lnTo>
                <a:lnTo>
                  <a:pt x="3598001" y="1056515"/>
                </a:lnTo>
                <a:lnTo>
                  <a:pt x="3594031" y="1059401"/>
                </a:lnTo>
                <a:lnTo>
                  <a:pt x="3590303" y="1061962"/>
                </a:lnTo>
                <a:lnTo>
                  <a:pt x="3585570" y="1061487"/>
                </a:lnTo>
                <a:close/>
              </a:path>
              <a:path w="5142230" h="2300604">
                <a:moveTo>
                  <a:pt x="3626705" y="1119306"/>
                </a:moveTo>
                <a:lnTo>
                  <a:pt x="3622819" y="1115145"/>
                </a:lnTo>
                <a:lnTo>
                  <a:pt x="3619930" y="1111169"/>
                </a:lnTo>
                <a:lnTo>
                  <a:pt x="3620873" y="1105631"/>
                </a:lnTo>
                <a:lnTo>
                  <a:pt x="3624843" y="1102745"/>
                </a:lnTo>
                <a:lnTo>
                  <a:pt x="3628862" y="1099912"/>
                </a:lnTo>
                <a:lnTo>
                  <a:pt x="3634399" y="1100857"/>
                </a:lnTo>
                <a:lnTo>
                  <a:pt x="3637232" y="1104868"/>
                </a:lnTo>
                <a:lnTo>
                  <a:pt x="3640078" y="1108793"/>
                </a:lnTo>
                <a:lnTo>
                  <a:pt x="3639135" y="1114331"/>
                </a:lnTo>
                <a:lnTo>
                  <a:pt x="3635165" y="1117217"/>
                </a:lnTo>
                <a:lnTo>
                  <a:pt x="3631489" y="1119830"/>
                </a:lnTo>
                <a:lnTo>
                  <a:pt x="3626705" y="1119306"/>
                </a:lnTo>
                <a:close/>
              </a:path>
              <a:path w="5142230" h="2300604">
                <a:moveTo>
                  <a:pt x="3668119" y="1176930"/>
                </a:moveTo>
                <a:lnTo>
                  <a:pt x="3664285" y="1172825"/>
                </a:lnTo>
                <a:lnTo>
                  <a:pt x="3661402" y="1168861"/>
                </a:lnTo>
                <a:lnTo>
                  <a:pt x="3662295" y="1163270"/>
                </a:lnTo>
                <a:lnTo>
                  <a:pt x="3670191" y="1157547"/>
                </a:lnTo>
                <a:lnTo>
                  <a:pt x="3675779" y="1158444"/>
                </a:lnTo>
                <a:lnTo>
                  <a:pt x="3681505" y="1166335"/>
                </a:lnTo>
                <a:lnTo>
                  <a:pt x="3680657" y="1171876"/>
                </a:lnTo>
                <a:lnTo>
                  <a:pt x="3676728" y="1174806"/>
                </a:lnTo>
                <a:lnTo>
                  <a:pt x="3673054" y="1177426"/>
                </a:lnTo>
                <a:lnTo>
                  <a:pt x="3668119" y="1176930"/>
                </a:lnTo>
                <a:close/>
              </a:path>
              <a:path w="5142230" h="2300604">
                <a:moveTo>
                  <a:pt x="4467130" y="1862174"/>
                </a:moveTo>
                <a:lnTo>
                  <a:pt x="4463946" y="1858765"/>
                </a:lnTo>
                <a:lnTo>
                  <a:pt x="4463388" y="1854355"/>
                </a:lnTo>
                <a:lnTo>
                  <a:pt x="4468127" y="1846723"/>
                </a:lnTo>
                <a:lnTo>
                  <a:pt x="4473377" y="1845498"/>
                </a:lnTo>
                <a:lnTo>
                  <a:pt x="4473600" y="1845446"/>
                </a:lnTo>
                <a:lnTo>
                  <a:pt x="4477760" y="1848043"/>
                </a:lnTo>
                <a:lnTo>
                  <a:pt x="4481970" y="1850593"/>
                </a:lnTo>
                <a:lnTo>
                  <a:pt x="4483253" y="1856070"/>
                </a:lnTo>
                <a:lnTo>
                  <a:pt x="4478055" y="1864386"/>
                </a:lnTo>
                <a:lnTo>
                  <a:pt x="4472628" y="1865712"/>
                </a:lnTo>
                <a:lnTo>
                  <a:pt x="4467774" y="1862668"/>
                </a:lnTo>
                <a:lnTo>
                  <a:pt x="4467130" y="1862174"/>
                </a:lnTo>
                <a:close/>
              </a:path>
              <a:path w="5142230" h="2300604">
                <a:moveTo>
                  <a:pt x="3754057" y="1290039"/>
                </a:moveTo>
                <a:lnTo>
                  <a:pt x="3750458" y="1286187"/>
                </a:lnTo>
                <a:lnTo>
                  <a:pt x="3747422" y="1282349"/>
                </a:lnTo>
                <a:lnTo>
                  <a:pt x="3748038" y="1276752"/>
                </a:lnTo>
                <a:lnTo>
                  <a:pt x="3750786" y="1274515"/>
                </a:lnTo>
                <a:lnTo>
                  <a:pt x="3751825" y="1273670"/>
                </a:lnTo>
                <a:lnTo>
                  <a:pt x="3754610" y="1271473"/>
                </a:lnTo>
                <a:lnTo>
                  <a:pt x="3755662" y="1270643"/>
                </a:lnTo>
                <a:lnTo>
                  <a:pt x="3761254" y="1271254"/>
                </a:lnTo>
                <a:lnTo>
                  <a:pt x="3764341" y="1275045"/>
                </a:lnTo>
                <a:lnTo>
                  <a:pt x="3767368" y="1278874"/>
                </a:lnTo>
                <a:lnTo>
                  <a:pt x="3766752" y="1284471"/>
                </a:lnTo>
                <a:lnTo>
                  <a:pt x="3764004" y="1286707"/>
                </a:lnTo>
                <a:lnTo>
                  <a:pt x="3762965" y="1287552"/>
                </a:lnTo>
                <a:lnTo>
                  <a:pt x="3760178" y="1289748"/>
                </a:lnTo>
                <a:lnTo>
                  <a:pt x="3759285" y="1290452"/>
                </a:lnTo>
                <a:lnTo>
                  <a:pt x="3754057" y="1290039"/>
                </a:lnTo>
                <a:close/>
              </a:path>
              <a:path w="5142230" h="2300604">
                <a:moveTo>
                  <a:pt x="3847122" y="1397676"/>
                </a:moveTo>
                <a:lnTo>
                  <a:pt x="3840431" y="1390514"/>
                </a:lnTo>
                <a:lnTo>
                  <a:pt x="3840624" y="1384854"/>
                </a:lnTo>
                <a:lnTo>
                  <a:pt x="3847834" y="1378207"/>
                </a:lnTo>
                <a:lnTo>
                  <a:pt x="3853356" y="1378348"/>
                </a:lnTo>
                <a:lnTo>
                  <a:pt x="3860052" y="1385516"/>
                </a:lnTo>
                <a:lnTo>
                  <a:pt x="3859856" y="1391077"/>
                </a:lnTo>
                <a:lnTo>
                  <a:pt x="3852735" y="1397820"/>
                </a:lnTo>
                <a:lnTo>
                  <a:pt x="3847122" y="1397676"/>
                </a:lnTo>
                <a:close/>
              </a:path>
              <a:path w="5142230" h="2300604">
                <a:moveTo>
                  <a:pt x="4527518" y="1899547"/>
                </a:moveTo>
                <a:lnTo>
                  <a:pt x="4524325" y="1896129"/>
                </a:lnTo>
                <a:lnTo>
                  <a:pt x="4523768" y="1891718"/>
                </a:lnTo>
                <a:lnTo>
                  <a:pt x="4528516" y="1884096"/>
                </a:lnTo>
                <a:lnTo>
                  <a:pt x="4533766" y="1882871"/>
                </a:lnTo>
                <a:lnTo>
                  <a:pt x="4533988" y="1882819"/>
                </a:lnTo>
                <a:lnTo>
                  <a:pt x="4538149" y="1885416"/>
                </a:lnTo>
                <a:lnTo>
                  <a:pt x="4542359" y="1887966"/>
                </a:lnTo>
                <a:lnTo>
                  <a:pt x="4543632" y="1893433"/>
                </a:lnTo>
                <a:lnTo>
                  <a:pt x="4538444" y="1901759"/>
                </a:lnTo>
                <a:lnTo>
                  <a:pt x="4532972" y="1903036"/>
                </a:lnTo>
                <a:lnTo>
                  <a:pt x="4528854" y="1900490"/>
                </a:lnTo>
                <a:lnTo>
                  <a:pt x="4528162" y="1900041"/>
                </a:lnTo>
                <a:lnTo>
                  <a:pt x="4527518" y="1899547"/>
                </a:lnTo>
                <a:close/>
              </a:path>
              <a:path w="5142230" h="2300604">
                <a:moveTo>
                  <a:pt x="3260903" y="682659"/>
                </a:moveTo>
                <a:lnTo>
                  <a:pt x="3257295" y="678796"/>
                </a:lnTo>
                <a:lnTo>
                  <a:pt x="3257040" y="673932"/>
                </a:lnTo>
                <a:lnTo>
                  <a:pt x="3259901" y="670447"/>
                </a:lnTo>
                <a:lnTo>
                  <a:pt x="3262907" y="666625"/>
                </a:lnTo>
                <a:lnTo>
                  <a:pt x="3268549" y="666020"/>
                </a:lnTo>
                <a:lnTo>
                  <a:pt x="3276175" y="672227"/>
                </a:lnTo>
                <a:lnTo>
                  <a:pt x="3276789" y="677772"/>
                </a:lnTo>
                <a:lnTo>
                  <a:pt x="3270582" y="685397"/>
                </a:lnTo>
                <a:lnTo>
                  <a:pt x="3265037" y="686011"/>
                </a:lnTo>
                <a:lnTo>
                  <a:pt x="3260903" y="682659"/>
                </a:lnTo>
                <a:close/>
              </a:path>
              <a:path w="5142230" h="2300604">
                <a:moveTo>
                  <a:pt x="2271908" y="322069"/>
                </a:moveTo>
                <a:lnTo>
                  <a:pt x="2268765" y="318704"/>
                </a:lnTo>
                <a:lnTo>
                  <a:pt x="2267869" y="315889"/>
                </a:lnTo>
                <a:lnTo>
                  <a:pt x="2269264" y="308194"/>
                </a:lnTo>
                <a:lnTo>
                  <a:pt x="2273899" y="305042"/>
                </a:lnTo>
                <a:lnTo>
                  <a:pt x="2283569" y="306792"/>
                </a:lnTo>
                <a:lnTo>
                  <a:pt x="2286716" y="311431"/>
                </a:lnTo>
                <a:lnTo>
                  <a:pt x="2284971" y="321097"/>
                </a:lnTo>
                <a:lnTo>
                  <a:pt x="2280332" y="324244"/>
                </a:lnTo>
                <a:lnTo>
                  <a:pt x="2273528" y="323021"/>
                </a:lnTo>
                <a:lnTo>
                  <a:pt x="2271908" y="322069"/>
                </a:lnTo>
                <a:close/>
              </a:path>
              <a:path w="5142230" h="2300604">
                <a:moveTo>
                  <a:pt x="2411402" y="348722"/>
                </a:moveTo>
                <a:lnTo>
                  <a:pt x="2408300" y="345402"/>
                </a:lnTo>
                <a:lnTo>
                  <a:pt x="2407412" y="342496"/>
                </a:lnTo>
                <a:lnTo>
                  <a:pt x="2408902" y="334805"/>
                </a:lnTo>
                <a:lnTo>
                  <a:pt x="2413631" y="331656"/>
                </a:lnTo>
                <a:lnTo>
                  <a:pt x="2423200" y="333592"/>
                </a:lnTo>
                <a:lnTo>
                  <a:pt x="2426342" y="338226"/>
                </a:lnTo>
                <a:lnTo>
                  <a:pt x="2424413" y="347891"/>
                </a:lnTo>
                <a:lnTo>
                  <a:pt x="2419728" y="350989"/>
                </a:lnTo>
                <a:lnTo>
                  <a:pt x="2414899" y="350022"/>
                </a:lnTo>
                <a:lnTo>
                  <a:pt x="2413022" y="349674"/>
                </a:lnTo>
                <a:lnTo>
                  <a:pt x="2411402" y="348722"/>
                </a:lnTo>
                <a:close/>
              </a:path>
              <a:path w="5142230" h="2300604">
                <a:moveTo>
                  <a:pt x="2480976" y="362987"/>
                </a:moveTo>
                <a:lnTo>
                  <a:pt x="2477878" y="359672"/>
                </a:lnTo>
                <a:lnTo>
                  <a:pt x="2476940" y="356713"/>
                </a:lnTo>
                <a:lnTo>
                  <a:pt x="2477606" y="353808"/>
                </a:lnTo>
                <a:lnTo>
                  <a:pt x="2478568" y="348974"/>
                </a:lnTo>
                <a:lnTo>
                  <a:pt x="2483303" y="345929"/>
                </a:lnTo>
                <a:lnTo>
                  <a:pt x="2492865" y="347954"/>
                </a:lnTo>
                <a:lnTo>
                  <a:pt x="2495963" y="352639"/>
                </a:lnTo>
                <a:lnTo>
                  <a:pt x="2494902" y="357466"/>
                </a:lnTo>
                <a:lnTo>
                  <a:pt x="2493935" y="362295"/>
                </a:lnTo>
                <a:lnTo>
                  <a:pt x="2489204" y="365345"/>
                </a:lnTo>
                <a:lnTo>
                  <a:pt x="2484423" y="364332"/>
                </a:lnTo>
                <a:lnTo>
                  <a:pt x="2482550" y="363891"/>
                </a:lnTo>
                <a:lnTo>
                  <a:pt x="2480976" y="362987"/>
                </a:lnTo>
                <a:close/>
              </a:path>
              <a:path w="5142230" h="2300604">
                <a:moveTo>
                  <a:pt x="2550328" y="378189"/>
                </a:moveTo>
                <a:lnTo>
                  <a:pt x="2547231" y="374873"/>
                </a:lnTo>
                <a:lnTo>
                  <a:pt x="2546289" y="371909"/>
                </a:lnTo>
                <a:lnTo>
                  <a:pt x="2548069" y="364138"/>
                </a:lnTo>
                <a:lnTo>
                  <a:pt x="2552844" y="361138"/>
                </a:lnTo>
                <a:lnTo>
                  <a:pt x="2557622" y="362244"/>
                </a:lnTo>
                <a:lnTo>
                  <a:pt x="2562354" y="363302"/>
                </a:lnTo>
                <a:lnTo>
                  <a:pt x="2565355" y="368078"/>
                </a:lnTo>
                <a:lnTo>
                  <a:pt x="2564248" y="372856"/>
                </a:lnTo>
                <a:lnTo>
                  <a:pt x="2563190" y="377588"/>
                </a:lnTo>
                <a:lnTo>
                  <a:pt x="2558414" y="380589"/>
                </a:lnTo>
                <a:lnTo>
                  <a:pt x="2551854" y="379138"/>
                </a:lnTo>
                <a:lnTo>
                  <a:pt x="2550328" y="378189"/>
                </a:lnTo>
                <a:close/>
              </a:path>
              <a:path w="5142230" h="2300604">
                <a:moveTo>
                  <a:pt x="3204512" y="640182"/>
                </a:moveTo>
                <a:lnTo>
                  <a:pt x="3200810" y="636219"/>
                </a:lnTo>
                <a:lnTo>
                  <a:pt x="3200463" y="631647"/>
                </a:lnTo>
                <a:lnTo>
                  <a:pt x="3202849" y="628140"/>
                </a:lnTo>
                <a:lnTo>
                  <a:pt x="3205718" y="624172"/>
                </a:lnTo>
                <a:lnTo>
                  <a:pt x="3211275" y="623181"/>
                </a:lnTo>
                <a:lnTo>
                  <a:pt x="3219301" y="628842"/>
                </a:lnTo>
                <a:lnTo>
                  <a:pt x="3220199" y="634395"/>
                </a:lnTo>
                <a:lnTo>
                  <a:pt x="3217366" y="638402"/>
                </a:lnTo>
                <a:lnTo>
                  <a:pt x="3214592" y="642372"/>
                </a:lnTo>
                <a:lnTo>
                  <a:pt x="3209035" y="643363"/>
                </a:lnTo>
                <a:lnTo>
                  <a:pt x="3204512" y="640182"/>
                </a:lnTo>
                <a:close/>
              </a:path>
              <a:path w="5142230" h="2300604">
                <a:moveTo>
                  <a:pt x="2619357" y="394607"/>
                </a:moveTo>
                <a:lnTo>
                  <a:pt x="2616259" y="391291"/>
                </a:lnTo>
                <a:lnTo>
                  <a:pt x="2615324" y="388238"/>
                </a:lnTo>
                <a:lnTo>
                  <a:pt x="2617288" y="380468"/>
                </a:lnTo>
                <a:lnTo>
                  <a:pt x="2618569" y="379688"/>
                </a:lnTo>
                <a:lnTo>
                  <a:pt x="2622181" y="377592"/>
                </a:lnTo>
                <a:lnTo>
                  <a:pt x="2631610" y="379964"/>
                </a:lnTo>
                <a:lnTo>
                  <a:pt x="2634516" y="384737"/>
                </a:lnTo>
                <a:lnTo>
                  <a:pt x="2633315" y="389511"/>
                </a:lnTo>
                <a:lnTo>
                  <a:pt x="2632158" y="394236"/>
                </a:lnTo>
                <a:lnTo>
                  <a:pt x="2627296" y="397143"/>
                </a:lnTo>
                <a:lnTo>
                  <a:pt x="2622567" y="395991"/>
                </a:lnTo>
                <a:lnTo>
                  <a:pt x="2620837" y="395507"/>
                </a:lnTo>
                <a:lnTo>
                  <a:pt x="2619357" y="394607"/>
                </a:lnTo>
                <a:close/>
              </a:path>
              <a:path w="5142230" h="2300604">
                <a:moveTo>
                  <a:pt x="5125739" y="2281581"/>
                </a:moveTo>
                <a:lnTo>
                  <a:pt x="5122545" y="2278163"/>
                </a:lnTo>
                <a:lnTo>
                  <a:pt x="5122083" y="2273664"/>
                </a:lnTo>
                <a:lnTo>
                  <a:pt x="5126745" y="2266436"/>
                </a:lnTo>
                <a:lnTo>
                  <a:pt x="5126968" y="2266088"/>
                </a:lnTo>
                <a:lnTo>
                  <a:pt x="5132491" y="2264864"/>
                </a:lnTo>
                <a:lnTo>
                  <a:pt x="5136553" y="2267552"/>
                </a:lnTo>
                <a:lnTo>
                  <a:pt x="5140711" y="2270242"/>
                </a:lnTo>
                <a:lnTo>
                  <a:pt x="5131041" y="2285110"/>
                </a:lnTo>
                <a:lnTo>
                  <a:pt x="5126931" y="2282467"/>
                </a:lnTo>
                <a:lnTo>
                  <a:pt x="5125739" y="2281581"/>
                </a:lnTo>
                <a:close/>
              </a:path>
              <a:path w="5142230" h="2300604">
                <a:moveTo>
                  <a:pt x="3144957" y="600771"/>
                </a:moveTo>
                <a:lnTo>
                  <a:pt x="3141769" y="597357"/>
                </a:lnTo>
                <a:lnTo>
                  <a:pt x="3141211" y="592947"/>
                </a:lnTo>
                <a:lnTo>
                  <a:pt x="3146000" y="585268"/>
                </a:lnTo>
                <a:lnTo>
                  <a:pt x="3151477" y="583997"/>
                </a:lnTo>
                <a:lnTo>
                  <a:pt x="3159797" y="589190"/>
                </a:lnTo>
                <a:lnTo>
                  <a:pt x="3161071" y="594657"/>
                </a:lnTo>
                <a:lnTo>
                  <a:pt x="3155878" y="602978"/>
                </a:lnTo>
                <a:lnTo>
                  <a:pt x="3150406" y="604255"/>
                </a:lnTo>
                <a:lnTo>
                  <a:pt x="3145601" y="601265"/>
                </a:lnTo>
                <a:lnTo>
                  <a:pt x="3144957" y="600771"/>
                </a:lnTo>
                <a:close/>
              </a:path>
              <a:path w="5142230" h="2300604">
                <a:moveTo>
                  <a:pt x="5066699" y="2243505"/>
                </a:moveTo>
                <a:lnTo>
                  <a:pt x="5062945" y="2239486"/>
                </a:lnTo>
                <a:lnTo>
                  <a:pt x="5062448" y="2235141"/>
                </a:lnTo>
                <a:lnTo>
                  <a:pt x="5064480" y="2232038"/>
                </a:lnTo>
                <a:lnTo>
                  <a:pt x="5067125" y="2227929"/>
                </a:lnTo>
                <a:lnTo>
                  <a:pt x="5067384" y="2227525"/>
                </a:lnTo>
                <a:lnTo>
                  <a:pt x="5072855" y="2226341"/>
                </a:lnTo>
                <a:lnTo>
                  <a:pt x="5081119" y="2231669"/>
                </a:lnTo>
                <a:lnTo>
                  <a:pt x="5082303" y="2237137"/>
                </a:lnTo>
                <a:lnTo>
                  <a:pt x="5079876" y="2240897"/>
                </a:lnTo>
                <a:lnTo>
                  <a:pt x="5077193" y="2244963"/>
                </a:lnTo>
                <a:lnTo>
                  <a:pt x="5076928" y="2245363"/>
                </a:lnTo>
                <a:lnTo>
                  <a:pt x="5071458" y="2246547"/>
                </a:lnTo>
                <a:lnTo>
                  <a:pt x="5067348" y="2243904"/>
                </a:lnTo>
                <a:lnTo>
                  <a:pt x="5066699" y="2243505"/>
                </a:lnTo>
                <a:close/>
              </a:path>
              <a:path w="5142230" h="2300604">
                <a:moveTo>
                  <a:pt x="2341658" y="335155"/>
                </a:moveTo>
                <a:lnTo>
                  <a:pt x="2338566" y="331844"/>
                </a:lnTo>
                <a:lnTo>
                  <a:pt x="2337624" y="328980"/>
                </a:lnTo>
                <a:lnTo>
                  <a:pt x="2339114" y="321288"/>
                </a:lnTo>
                <a:lnTo>
                  <a:pt x="2343753" y="318141"/>
                </a:lnTo>
                <a:lnTo>
                  <a:pt x="2348581" y="319009"/>
                </a:lnTo>
                <a:lnTo>
                  <a:pt x="2353370" y="319932"/>
                </a:lnTo>
                <a:lnTo>
                  <a:pt x="2356562" y="324620"/>
                </a:lnTo>
                <a:lnTo>
                  <a:pt x="2354721" y="334183"/>
                </a:lnTo>
                <a:lnTo>
                  <a:pt x="2350038" y="337380"/>
                </a:lnTo>
                <a:lnTo>
                  <a:pt x="2345254" y="336462"/>
                </a:lnTo>
                <a:lnTo>
                  <a:pt x="2343327" y="336062"/>
                </a:lnTo>
                <a:lnTo>
                  <a:pt x="2341658" y="335155"/>
                </a:lnTo>
                <a:close/>
              </a:path>
              <a:path w="5142230" h="2300604">
                <a:moveTo>
                  <a:pt x="2132245" y="296212"/>
                </a:moveTo>
                <a:lnTo>
                  <a:pt x="2129148" y="292897"/>
                </a:lnTo>
                <a:lnTo>
                  <a:pt x="2128158" y="290078"/>
                </a:lnTo>
                <a:lnTo>
                  <a:pt x="2129647" y="282386"/>
                </a:lnTo>
                <a:lnTo>
                  <a:pt x="2134241" y="279190"/>
                </a:lnTo>
                <a:lnTo>
                  <a:pt x="2143903" y="281030"/>
                </a:lnTo>
                <a:lnTo>
                  <a:pt x="2147099" y="285624"/>
                </a:lnTo>
                <a:lnTo>
                  <a:pt x="2145259" y="295286"/>
                </a:lnTo>
                <a:lnTo>
                  <a:pt x="2140620" y="298433"/>
                </a:lnTo>
                <a:lnTo>
                  <a:pt x="2133910" y="297213"/>
                </a:lnTo>
                <a:lnTo>
                  <a:pt x="2132245" y="296212"/>
                </a:lnTo>
                <a:close/>
              </a:path>
              <a:path w="5142230" h="2300604">
                <a:moveTo>
                  <a:pt x="2202052" y="309163"/>
                </a:moveTo>
                <a:lnTo>
                  <a:pt x="2198950" y="305843"/>
                </a:lnTo>
                <a:lnTo>
                  <a:pt x="2198059" y="303032"/>
                </a:lnTo>
                <a:lnTo>
                  <a:pt x="2199454" y="295337"/>
                </a:lnTo>
                <a:lnTo>
                  <a:pt x="2204043" y="292137"/>
                </a:lnTo>
                <a:lnTo>
                  <a:pt x="2208881" y="293014"/>
                </a:lnTo>
                <a:lnTo>
                  <a:pt x="2213665" y="293932"/>
                </a:lnTo>
                <a:lnTo>
                  <a:pt x="2216901" y="298570"/>
                </a:lnTo>
                <a:lnTo>
                  <a:pt x="2215988" y="303359"/>
                </a:lnTo>
                <a:lnTo>
                  <a:pt x="2215115" y="308192"/>
                </a:lnTo>
                <a:lnTo>
                  <a:pt x="2210517" y="311382"/>
                </a:lnTo>
                <a:lnTo>
                  <a:pt x="2203717" y="310164"/>
                </a:lnTo>
                <a:lnTo>
                  <a:pt x="2202052" y="309163"/>
                </a:lnTo>
                <a:close/>
              </a:path>
            </a:pathLst>
          </a:custGeom>
          <a:solidFill>
            <a:srgbClr val="FABE04"/>
          </a:solidFill>
        </p:spPr>
        <p:txBody>
          <a:bodyPr wrap="square" lIns="0" tIns="0" rIns="0" bIns="0" rtlCol="0"/>
          <a:lstStyle/>
          <a:p>
            <a:endParaRPr/>
          </a:p>
        </p:txBody>
      </p:sp>
      <p:pic>
        <p:nvPicPr>
          <p:cNvPr id="71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71764" y="3314700"/>
            <a:ext cx="10587317" cy="38967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 y="2735760"/>
            <a:ext cx="5410200" cy="27125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object 16"/>
          <p:cNvSpPr txBox="1"/>
          <p:nvPr/>
        </p:nvSpPr>
        <p:spPr>
          <a:xfrm>
            <a:off x="6705600" y="445411"/>
            <a:ext cx="10287000" cy="505267"/>
          </a:xfrm>
          <a:prstGeom prst="rect">
            <a:avLst/>
          </a:prstGeom>
        </p:spPr>
        <p:txBody>
          <a:bodyPr vert="horz" wrap="square" lIns="0" tIns="12700" rIns="0" bIns="0" rtlCol="0">
            <a:spAutoFit/>
          </a:bodyPr>
          <a:lstStyle/>
          <a:p>
            <a:pPr marL="12700">
              <a:lnSpc>
                <a:spcPct val="100000"/>
              </a:lnSpc>
              <a:spcBef>
                <a:spcPts val="100"/>
              </a:spcBef>
            </a:pPr>
            <a:r>
              <a:rPr lang="en-IN" sz="3200" dirty="0" smtClean="0">
                <a:solidFill>
                  <a:schemeClr val="tx2">
                    <a:lumMod val="50000"/>
                  </a:schemeClr>
                </a:solidFill>
                <a:latin typeface="Stencil" pitchFamily="82" charset="0"/>
                <a:cs typeface="Trebuchet MS"/>
              </a:rPr>
              <a:t>E-Commerce Database Management System</a:t>
            </a:r>
            <a:endParaRPr sz="3200" dirty="0">
              <a:solidFill>
                <a:schemeClr val="tx2">
                  <a:lumMod val="50000"/>
                </a:schemeClr>
              </a:solidFill>
              <a:latin typeface="Stencil" pitchFamily="82" charset="0"/>
              <a:cs typeface="Trebuchet MS"/>
            </a:endParaRPr>
          </a:p>
        </p:txBody>
      </p:sp>
    </p:spTree>
    <p:extLst>
      <p:ext uri="{BB962C8B-B14F-4D97-AF65-F5344CB8AC3E}">
        <p14:creationId xmlns:p14="http://schemas.microsoft.com/office/powerpoint/2010/main" val="34943518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1629612" y="0"/>
            <a:ext cx="6658609" cy="10287000"/>
            <a:chOff x="11629612" y="0"/>
            <a:chExt cx="6658609" cy="10287000"/>
          </a:xfrm>
        </p:grpSpPr>
        <p:sp>
          <p:nvSpPr>
            <p:cNvPr id="3" name="object 3"/>
            <p:cNvSpPr/>
            <p:nvPr/>
          </p:nvSpPr>
          <p:spPr>
            <a:xfrm>
              <a:off x="11629612" y="0"/>
              <a:ext cx="6658609" cy="10287000"/>
            </a:xfrm>
            <a:custGeom>
              <a:avLst/>
              <a:gdLst/>
              <a:ahLst/>
              <a:cxnLst/>
              <a:rect l="l" t="t" r="r" b="b"/>
              <a:pathLst>
                <a:path w="6658609" h="10287000">
                  <a:moveTo>
                    <a:pt x="6658386" y="10286999"/>
                  </a:moveTo>
                  <a:lnTo>
                    <a:pt x="0" y="10286999"/>
                  </a:lnTo>
                  <a:lnTo>
                    <a:pt x="0" y="0"/>
                  </a:lnTo>
                  <a:lnTo>
                    <a:pt x="6658386" y="0"/>
                  </a:lnTo>
                  <a:lnTo>
                    <a:pt x="6658386" y="10286999"/>
                  </a:lnTo>
                  <a:close/>
                </a:path>
              </a:pathLst>
            </a:custGeom>
            <a:solidFill>
              <a:srgbClr val="000000"/>
            </a:solidFill>
          </p:spPr>
          <p:txBody>
            <a:bodyPr wrap="square" lIns="0" tIns="0" rIns="0" bIns="0" rtlCol="0"/>
            <a:lstStyle/>
            <a:p>
              <a:endParaRPr/>
            </a:p>
          </p:txBody>
        </p:sp>
        <p:pic>
          <p:nvPicPr>
            <p:cNvPr id="4" name="object 4"/>
            <p:cNvPicPr/>
            <p:nvPr/>
          </p:nvPicPr>
          <p:blipFill>
            <a:blip r:embed="rId2" cstate="print"/>
            <a:stretch>
              <a:fillRect/>
            </a:stretch>
          </p:blipFill>
          <p:spPr>
            <a:xfrm>
              <a:off x="11786659" y="228799"/>
              <a:ext cx="6407534" cy="4488501"/>
            </a:xfrm>
            <a:prstGeom prst="rect">
              <a:avLst/>
            </a:prstGeom>
          </p:spPr>
        </p:pic>
      </p:grpSp>
      <p:sp>
        <p:nvSpPr>
          <p:cNvPr id="6" name="object 6"/>
          <p:cNvSpPr/>
          <p:nvPr/>
        </p:nvSpPr>
        <p:spPr>
          <a:xfrm>
            <a:off x="714618" y="1322213"/>
            <a:ext cx="10287000" cy="1153630"/>
          </a:xfrm>
          <a:custGeom>
            <a:avLst/>
            <a:gdLst/>
            <a:ahLst/>
            <a:cxnLst/>
            <a:rect l="l" t="t" r="r" b="b"/>
            <a:pathLst>
              <a:path w="5956934" h="993775">
                <a:moveTo>
                  <a:pt x="5956567" y="993408"/>
                </a:moveTo>
                <a:lnTo>
                  <a:pt x="0" y="993408"/>
                </a:lnTo>
                <a:lnTo>
                  <a:pt x="0" y="0"/>
                </a:lnTo>
                <a:lnTo>
                  <a:pt x="5956567" y="0"/>
                </a:lnTo>
                <a:lnTo>
                  <a:pt x="5956567" y="993408"/>
                </a:lnTo>
                <a:close/>
              </a:path>
            </a:pathLst>
          </a:custGeom>
          <a:solidFill>
            <a:srgbClr val="FABE04"/>
          </a:solidFill>
        </p:spPr>
        <p:txBody>
          <a:bodyPr wrap="square" lIns="0" tIns="0" rIns="0" bIns="0" rtlCol="0"/>
          <a:lstStyle/>
          <a:p>
            <a:endParaRPr/>
          </a:p>
        </p:txBody>
      </p:sp>
      <p:sp>
        <p:nvSpPr>
          <p:cNvPr id="10" name="object 10"/>
          <p:cNvSpPr/>
          <p:nvPr/>
        </p:nvSpPr>
        <p:spPr>
          <a:xfrm>
            <a:off x="0" y="7986964"/>
            <a:ext cx="5142230" cy="2300605"/>
          </a:xfrm>
          <a:custGeom>
            <a:avLst/>
            <a:gdLst/>
            <a:ahLst/>
            <a:cxnLst/>
            <a:rect l="l" t="t" r="r" b="b"/>
            <a:pathLst>
              <a:path w="5142230" h="2300604">
                <a:moveTo>
                  <a:pt x="304967" y="2237500"/>
                </a:moveTo>
                <a:lnTo>
                  <a:pt x="298355" y="2230422"/>
                </a:lnTo>
                <a:lnTo>
                  <a:pt x="293162" y="2223494"/>
                </a:lnTo>
                <a:lnTo>
                  <a:pt x="294632" y="2213729"/>
                </a:lnTo>
                <a:lnTo>
                  <a:pt x="301555" y="2208540"/>
                </a:lnTo>
                <a:lnTo>
                  <a:pt x="308528" y="2203396"/>
                </a:lnTo>
                <a:lnTo>
                  <a:pt x="318303" y="2204857"/>
                </a:lnTo>
                <a:lnTo>
                  <a:pt x="328644" y="2218664"/>
                </a:lnTo>
                <a:lnTo>
                  <a:pt x="327174" y="2228428"/>
                </a:lnTo>
                <a:lnTo>
                  <a:pt x="313802" y="2238454"/>
                </a:lnTo>
                <a:lnTo>
                  <a:pt x="304967" y="2237500"/>
                </a:lnTo>
                <a:close/>
              </a:path>
              <a:path w="5142230" h="2300604">
                <a:moveTo>
                  <a:pt x="345873" y="2295168"/>
                </a:moveTo>
                <a:lnTo>
                  <a:pt x="339536" y="2288385"/>
                </a:lnTo>
                <a:lnTo>
                  <a:pt x="334232" y="2280557"/>
                </a:lnTo>
                <a:lnTo>
                  <a:pt x="336075" y="2270800"/>
                </a:lnTo>
                <a:lnTo>
                  <a:pt x="343273" y="2265994"/>
                </a:lnTo>
                <a:lnTo>
                  <a:pt x="350420" y="2261133"/>
                </a:lnTo>
                <a:lnTo>
                  <a:pt x="360133" y="2263027"/>
                </a:lnTo>
                <a:lnTo>
                  <a:pt x="369795" y="2277377"/>
                </a:lnTo>
                <a:lnTo>
                  <a:pt x="367906" y="2287085"/>
                </a:lnTo>
                <a:lnTo>
                  <a:pt x="360754" y="2291940"/>
                </a:lnTo>
                <a:lnTo>
                  <a:pt x="354281" y="2296252"/>
                </a:lnTo>
                <a:lnTo>
                  <a:pt x="345873" y="2295168"/>
                </a:lnTo>
                <a:close/>
              </a:path>
              <a:path w="5142230" h="2300604">
                <a:moveTo>
                  <a:pt x="216674" y="2126857"/>
                </a:moveTo>
                <a:lnTo>
                  <a:pt x="210431" y="2120173"/>
                </a:lnTo>
                <a:lnTo>
                  <a:pt x="204897" y="2113565"/>
                </a:lnTo>
                <a:lnTo>
                  <a:pt x="205751" y="2103727"/>
                </a:lnTo>
                <a:lnTo>
                  <a:pt x="211089" y="2099178"/>
                </a:lnTo>
                <a:lnTo>
                  <a:pt x="217693" y="2093638"/>
                </a:lnTo>
                <a:lnTo>
                  <a:pt x="218923" y="2092609"/>
                </a:lnTo>
                <a:lnTo>
                  <a:pt x="228810" y="2093417"/>
                </a:lnTo>
                <a:lnTo>
                  <a:pt x="239874" y="2106630"/>
                </a:lnTo>
                <a:lnTo>
                  <a:pt x="239066" y="2116517"/>
                </a:lnTo>
                <a:lnTo>
                  <a:pt x="233690" y="2121026"/>
                </a:lnTo>
                <a:lnTo>
                  <a:pt x="227112" y="2126593"/>
                </a:lnTo>
                <a:lnTo>
                  <a:pt x="226093" y="2127458"/>
                </a:lnTo>
                <a:lnTo>
                  <a:pt x="216674" y="2126857"/>
                </a:lnTo>
                <a:close/>
              </a:path>
              <a:path w="5142230" h="2300604">
                <a:moveTo>
                  <a:pt x="170491" y="2072921"/>
                </a:moveTo>
                <a:lnTo>
                  <a:pt x="164391" y="2066392"/>
                </a:lnTo>
                <a:lnTo>
                  <a:pt x="158759" y="2059875"/>
                </a:lnTo>
                <a:lnTo>
                  <a:pt x="159474" y="2049985"/>
                </a:lnTo>
                <a:lnTo>
                  <a:pt x="171650" y="2039463"/>
                </a:lnTo>
                <a:lnTo>
                  <a:pt x="172509" y="2038721"/>
                </a:lnTo>
                <a:lnTo>
                  <a:pt x="182344" y="2039386"/>
                </a:lnTo>
                <a:lnTo>
                  <a:pt x="193712" y="2052425"/>
                </a:lnTo>
                <a:lnTo>
                  <a:pt x="192998" y="2062315"/>
                </a:lnTo>
                <a:lnTo>
                  <a:pt x="180813" y="2072829"/>
                </a:lnTo>
                <a:lnTo>
                  <a:pt x="180055" y="2073483"/>
                </a:lnTo>
                <a:lnTo>
                  <a:pt x="170491" y="2072921"/>
                </a:lnTo>
                <a:close/>
              </a:path>
              <a:path w="5142230" h="2300604">
                <a:moveTo>
                  <a:pt x="123927" y="2019460"/>
                </a:moveTo>
                <a:lnTo>
                  <a:pt x="117817" y="2012919"/>
                </a:lnTo>
                <a:lnTo>
                  <a:pt x="112095" y="2006403"/>
                </a:lnTo>
                <a:lnTo>
                  <a:pt x="112761" y="1996559"/>
                </a:lnTo>
                <a:lnTo>
                  <a:pt x="124997" y="1985807"/>
                </a:lnTo>
                <a:lnTo>
                  <a:pt x="125749" y="1985147"/>
                </a:lnTo>
                <a:lnTo>
                  <a:pt x="135644" y="1985866"/>
                </a:lnTo>
                <a:lnTo>
                  <a:pt x="147005" y="1998810"/>
                </a:lnTo>
                <a:lnTo>
                  <a:pt x="146381" y="2008698"/>
                </a:lnTo>
                <a:lnTo>
                  <a:pt x="139819" y="2014381"/>
                </a:lnTo>
                <a:lnTo>
                  <a:pt x="134097" y="2019398"/>
                </a:lnTo>
                <a:lnTo>
                  <a:pt x="133444" y="2019971"/>
                </a:lnTo>
                <a:lnTo>
                  <a:pt x="123927" y="2019460"/>
                </a:lnTo>
                <a:close/>
              </a:path>
              <a:path w="5142230" h="2300604">
                <a:moveTo>
                  <a:pt x="261646" y="2181547"/>
                </a:moveTo>
                <a:lnTo>
                  <a:pt x="255265" y="2174716"/>
                </a:lnTo>
                <a:lnTo>
                  <a:pt x="249877" y="2167970"/>
                </a:lnTo>
                <a:lnTo>
                  <a:pt x="250964" y="2158089"/>
                </a:lnTo>
                <a:lnTo>
                  <a:pt x="264459" y="2147317"/>
                </a:lnTo>
                <a:lnTo>
                  <a:pt x="274288" y="2148454"/>
                </a:lnTo>
                <a:lnTo>
                  <a:pt x="285113" y="2161899"/>
                </a:lnTo>
                <a:lnTo>
                  <a:pt x="283976" y="2171728"/>
                </a:lnTo>
                <a:lnTo>
                  <a:pt x="277226" y="2177111"/>
                </a:lnTo>
                <a:lnTo>
                  <a:pt x="270823" y="2182280"/>
                </a:lnTo>
                <a:lnTo>
                  <a:pt x="261646" y="2181547"/>
                </a:lnTo>
                <a:close/>
              </a:path>
              <a:path w="5142230" h="2300604">
                <a:moveTo>
                  <a:pt x="31141" y="1911631"/>
                </a:moveTo>
                <a:lnTo>
                  <a:pt x="24906" y="1904956"/>
                </a:lnTo>
                <a:lnTo>
                  <a:pt x="19366" y="1898351"/>
                </a:lnTo>
                <a:lnTo>
                  <a:pt x="20274" y="1888464"/>
                </a:lnTo>
                <a:lnTo>
                  <a:pt x="26878" y="1882924"/>
                </a:lnTo>
                <a:lnTo>
                  <a:pt x="32189" y="1878542"/>
                </a:lnTo>
                <a:lnTo>
                  <a:pt x="33582" y="1877393"/>
                </a:lnTo>
                <a:lnTo>
                  <a:pt x="43375" y="1878297"/>
                </a:lnTo>
                <a:lnTo>
                  <a:pt x="54485" y="1891559"/>
                </a:lnTo>
                <a:lnTo>
                  <a:pt x="53587" y="1901447"/>
                </a:lnTo>
                <a:lnTo>
                  <a:pt x="41692" y="1911391"/>
                </a:lnTo>
                <a:lnTo>
                  <a:pt x="40564" y="1912334"/>
                </a:lnTo>
                <a:lnTo>
                  <a:pt x="31141" y="1911631"/>
                </a:lnTo>
                <a:close/>
              </a:path>
              <a:path w="5142230" h="2300604">
                <a:moveTo>
                  <a:pt x="77219" y="1965843"/>
                </a:moveTo>
                <a:lnTo>
                  <a:pt x="71069" y="1959260"/>
                </a:lnTo>
                <a:lnTo>
                  <a:pt x="65437" y="1952743"/>
                </a:lnTo>
                <a:lnTo>
                  <a:pt x="66147" y="1942848"/>
                </a:lnTo>
                <a:lnTo>
                  <a:pt x="78326" y="1932329"/>
                </a:lnTo>
                <a:lnTo>
                  <a:pt x="79236" y="1931543"/>
                </a:lnTo>
                <a:lnTo>
                  <a:pt x="89116" y="1932257"/>
                </a:lnTo>
                <a:lnTo>
                  <a:pt x="100435" y="1945342"/>
                </a:lnTo>
                <a:lnTo>
                  <a:pt x="99721" y="1955231"/>
                </a:lnTo>
                <a:lnTo>
                  <a:pt x="87537" y="1965745"/>
                </a:lnTo>
                <a:lnTo>
                  <a:pt x="86774" y="1966404"/>
                </a:lnTo>
                <a:lnTo>
                  <a:pt x="77219" y="1965843"/>
                </a:lnTo>
                <a:close/>
              </a:path>
              <a:path w="5142230" h="2300604">
                <a:moveTo>
                  <a:pt x="0" y="1853578"/>
                </a:moveTo>
                <a:lnTo>
                  <a:pt x="0" y="1823852"/>
                </a:lnTo>
                <a:lnTo>
                  <a:pt x="10126" y="1836938"/>
                </a:lnTo>
                <a:lnTo>
                  <a:pt x="8854" y="1846719"/>
                </a:lnTo>
                <a:lnTo>
                  <a:pt x="0" y="1853578"/>
                </a:lnTo>
                <a:close/>
              </a:path>
              <a:path w="5142230" h="2300604">
                <a:moveTo>
                  <a:pt x="799057" y="2223919"/>
                </a:moveTo>
                <a:lnTo>
                  <a:pt x="792856" y="2217280"/>
                </a:lnTo>
                <a:lnTo>
                  <a:pt x="792316" y="2216507"/>
                </a:lnTo>
                <a:lnTo>
                  <a:pt x="787736" y="2209453"/>
                </a:lnTo>
                <a:lnTo>
                  <a:pt x="789704" y="2200036"/>
                </a:lnTo>
                <a:lnTo>
                  <a:pt x="803810" y="2190885"/>
                </a:lnTo>
                <a:lnTo>
                  <a:pt x="813232" y="2192858"/>
                </a:lnTo>
                <a:lnTo>
                  <a:pt x="822378" y="2206950"/>
                </a:lnTo>
                <a:lnTo>
                  <a:pt x="820410" y="2216377"/>
                </a:lnTo>
                <a:lnTo>
                  <a:pt x="813361" y="2220953"/>
                </a:lnTo>
                <a:lnTo>
                  <a:pt x="807079" y="2225077"/>
                </a:lnTo>
                <a:lnTo>
                  <a:pt x="799057" y="2223919"/>
                </a:lnTo>
                <a:close/>
              </a:path>
              <a:path w="5142230" h="2300604">
                <a:moveTo>
                  <a:pt x="249425" y="1662529"/>
                </a:moveTo>
                <a:lnTo>
                  <a:pt x="243458" y="1656141"/>
                </a:lnTo>
                <a:lnTo>
                  <a:pt x="243485" y="1646884"/>
                </a:lnTo>
                <a:lnTo>
                  <a:pt x="249160" y="1641035"/>
                </a:lnTo>
                <a:lnTo>
                  <a:pt x="255076" y="1635061"/>
                </a:lnTo>
                <a:lnTo>
                  <a:pt x="264717" y="1634912"/>
                </a:lnTo>
                <a:lnTo>
                  <a:pt x="276686" y="1646650"/>
                </a:lnTo>
                <a:lnTo>
                  <a:pt x="276821" y="1656285"/>
                </a:lnTo>
                <a:lnTo>
                  <a:pt x="270955" y="1662313"/>
                </a:lnTo>
                <a:lnTo>
                  <a:pt x="265044" y="1668301"/>
                </a:lnTo>
                <a:lnTo>
                  <a:pt x="255457" y="1668399"/>
                </a:lnTo>
                <a:lnTo>
                  <a:pt x="249425" y="1662529"/>
                </a:lnTo>
                <a:close/>
              </a:path>
              <a:path w="5142230" h="2300604">
                <a:moveTo>
                  <a:pt x="352928" y="1760424"/>
                </a:moveTo>
                <a:lnTo>
                  <a:pt x="346729" y="1753788"/>
                </a:lnTo>
                <a:lnTo>
                  <a:pt x="346611" y="1744767"/>
                </a:lnTo>
                <a:lnTo>
                  <a:pt x="357737" y="1732739"/>
                </a:lnTo>
                <a:lnTo>
                  <a:pt x="367387" y="1732307"/>
                </a:lnTo>
                <a:lnTo>
                  <a:pt x="379698" y="1743726"/>
                </a:lnTo>
                <a:lnTo>
                  <a:pt x="380125" y="1753371"/>
                </a:lnTo>
                <a:lnTo>
                  <a:pt x="368706" y="1765682"/>
                </a:lnTo>
                <a:lnTo>
                  <a:pt x="359109" y="1766063"/>
                </a:lnTo>
                <a:lnTo>
                  <a:pt x="352928" y="1760424"/>
                </a:lnTo>
                <a:close/>
              </a:path>
              <a:path w="5142230" h="2300604">
                <a:moveTo>
                  <a:pt x="457968" y="1856152"/>
                </a:moveTo>
                <a:lnTo>
                  <a:pt x="451677" y="1849418"/>
                </a:lnTo>
                <a:lnTo>
                  <a:pt x="451513" y="1840542"/>
                </a:lnTo>
                <a:lnTo>
                  <a:pt x="456954" y="1834638"/>
                </a:lnTo>
                <a:lnTo>
                  <a:pt x="462548" y="1828407"/>
                </a:lnTo>
                <a:lnTo>
                  <a:pt x="472148" y="1827932"/>
                </a:lnTo>
                <a:lnTo>
                  <a:pt x="484595" y="1839214"/>
                </a:lnTo>
                <a:lnTo>
                  <a:pt x="485081" y="1848814"/>
                </a:lnTo>
                <a:lnTo>
                  <a:pt x="479433" y="1855084"/>
                </a:lnTo>
                <a:lnTo>
                  <a:pt x="473798" y="1861271"/>
                </a:lnTo>
                <a:lnTo>
                  <a:pt x="464194" y="1861751"/>
                </a:lnTo>
                <a:lnTo>
                  <a:pt x="457968" y="1856152"/>
                </a:lnTo>
                <a:close/>
              </a:path>
              <a:path w="5142230" h="2300604">
                <a:moveTo>
                  <a:pt x="300855" y="1711914"/>
                </a:moveTo>
                <a:lnTo>
                  <a:pt x="294751" y="1705380"/>
                </a:lnTo>
                <a:lnTo>
                  <a:pt x="294636" y="1696265"/>
                </a:lnTo>
                <a:lnTo>
                  <a:pt x="300217" y="1690412"/>
                </a:lnTo>
                <a:lnTo>
                  <a:pt x="305997" y="1684282"/>
                </a:lnTo>
                <a:lnTo>
                  <a:pt x="315586" y="1683990"/>
                </a:lnTo>
                <a:lnTo>
                  <a:pt x="327844" y="1695549"/>
                </a:lnTo>
                <a:lnTo>
                  <a:pt x="328136" y="1705147"/>
                </a:lnTo>
                <a:lnTo>
                  <a:pt x="316577" y="1717406"/>
                </a:lnTo>
                <a:lnTo>
                  <a:pt x="306938" y="1717644"/>
                </a:lnTo>
                <a:lnTo>
                  <a:pt x="300855" y="1711914"/>
                </a:lnTo>
                <a:close/>
              </a:path>
              <a:path w="5142230" h="2300604">
                <a:moveTo>
                  <a:pt x="405345" y="1808421"/>
                </a:moveTo>
                <a:lnTo>
                  <a:pt x="399154" y="1801795"/>
                </a:lnTo>
                <a:lnTo>
                  <a:pt x="398988" y="1792820"/>
                </a:lnTo>
                <a:lnTo>
                  <a:pt x="404335" y="1786911"/>
                </a:lnTo>
                <a:lnTo>
                  <a:pt x="410018" y="1780680"/>
                </a:lnTo>
                <a:lnTo>
                  <a:pt x="419663" y="1780262"/>
                </a:lnTo>
                <a:lnTo>
                  <a:pt x="432031" y="1791537"/>
                </a:lnTo>
                <a:lnTo>
                  <a:pt x="432552" y="1801185"/>
                </a:lnTo>
                <a:lnTo>
                  <a:pt x="421220" y="1813588"/>
                </a:lnTo>
                <a:lnTo>
                  <a:pt x="411575" y="1814015"/>
                </a:lnTo>
                <a:lnTo>
                  <a:pt x="405345" y="1808421"/>
                </a:lnTo>
                <a:close/>
              </a:path>
              <a:path w="5142230" h="2300604">
                <a:moveTo>
                  <a:pt x="64137" y="1457145"/>
                </a:moveTo>
                <a:lnTo>
                  <a:pt x="57795" y="1450356"/>
                </a:lnTo>
                <a:lnTo>
                  <a:pt x="52646" y="1443671"/>
                </a:lnTo>
                <a:lnTo>
                  <a:pt x="53962" y="1434132"/>
                </a:lnTo>
                <a:lnTo>
                  <a:pt x="67245" y="1423915"/>
                </a:lnTo>
                <a:lnTo>
                  <a:pt x="76832" y="1425185"/>
                </a:lnTo>
                <a:lnTo>
                  <a:pt x="87001" y="1438514"/>
                </a:lnTo>
                <a:lnTo>
                  <a:pt x="85779" y="1448056"/>
                </a:lnTo>
                <a:lnTo>
                  <a:pt x="79089" y="1453210"/>
                </a:lnTo>
                <a:lnTo>
                  <a:pt x="72837" y="1457954"/>
                </a:lnTo>
                <a:lnTo>
                  <a:pt x="64137" y="1457145"/>
                </a:lnTo>
                <a:close/>
              </a:path>
              <a:path w="5142230" h="2300604">
                <a:moveTo>
                  <a:pt x="22348" y="1399411"/>
                </a:moveTo>
                <a:lnTo>
                  <a:pt x="15637" y="1392227"/>
                </a:lnTo>
                <a:lnTo>
                  <a:pt x="10870" y="1385267"/>
                </a:lnTo>
                <a:lnTo>
                  <a:pt x="12703" y="1375793"/>
                </a:lnTo>
                <a:lnTo>
                  <a:pt x="26576" y="1366304"/>
                </a:lnTo>
                <a:lnTo>
                  <a:pt x="36004" y="1368088"/>
                </a:lnTo>
                <a:lnTo>
                  <a:pt x="45488" y="1381955"/>
                </a:lnTo>
                <a:lnTo>
                  <a:pt x="43754" y="1391437"/>
                </a:lnTo>
                <a:lnTo>
                  <a:pt x="36794" y="1396205"/>
                </a:lnTo>
                <a:lnTo>
                  <a:pt x="30464" y="1400474"/>
                </a:lnTo>
                <a:lnTo>
                  <a:pt x="22348" y="1399411"/>
                </a:lnTo>
                <a:close/>
              </a:path>
              <a:path w="5142230" h="2300604">
                <a:moveTo>
                  <a:pt x="108783" y="1512669"/>
                </a:moveTo>
                <a:lnTo>
                  <a:pt x="102722" y="1506181"/>
                </a:lnTo>
                <a:lnTo>
                  <a:pt x="97326" y="1499808"/>
                </a:lnTo>
                <a:lnTo>
                  <a:pt x="98129" y="1490210"/>
                </a:lnTo>
                <a:lnTo>
                  <a:pt x="103375" y="1485757"/>
                </a:lnTo>
                <a:lnTo>
                  <a:pt x="109778" y="1480393"/>
                </a:lnTo>
                <a:lnTo>
                  <a:pt x="111009" y="1479365"/>
                </a:lnTo>
                <a:lnTo>
                  <a:pt x="120564" y="1480209"/>
                </a:lnTo>
                <a:lnTo>
                  <a:pt x="131412" y="1492995"/>
                </a:lnTo>
                <a:lnTo>
                  <a:pt x="130564" y="1502644"/>
                </a:lnTo>
                <a:lnTo>
                  <a:pt x="125368" y="1507051"/>
                </a:lnTo>
                <a:lnTo>
                  <a:pt x="124196" y="1508045"/>
                </a:lnTo>
                <a:lnTo>
                  <a:pt x="118900" y="1512444"/>
                </a:lnTo>
                <a:lnTo>
                  <a:pt x="117924" y="1513256"/>
                </a:lnTo>
                <a:lnTo>
                  <a:pt x="108783" y="1512669"/>
                </a:lnTo>
                <a:close/>
              </a:path>
              <a:path w="5142230" h="2300604">
                <a:moveTo>
                  <a:pt x="834899" y="2284474"/>
                </a:moveTo>
                <a:lnTo>
                  <a:pt x="829433" y="2278623"/>
                </a:lnTo>
                <a:lnTo>
                  <a:pt x="828660" y="2277601"/>
                </a:lnTo>
                <a:lnTo>
                  <a:pt x="827997" y="2276403"/>
                </a:lnTo>
                <a:lnTo>
                  <a:pt x="824046" y="2269045"/>
                </a:lnTo>
                <a:lnTo>
                  <a:pt x="826767" y="2259838"/>
                </a:lnTo>
                <a:lnTo>
                  <a:pt x="834128" y="2255792"/>
                </a:lnTo>
                <a:lnTo>
                  <a:pt x="841534" y="2251795"/>
                </a:lnTo>
                <a:lnTo>
                  <a:pt x="850788" y="2254565"/>
                </a:lnTo>
                <a:lnTo>
                  <a:pt x="858736" y="2269329"/>
                </a:lnTo>
                <a:lnTo>
                  <a:pt x="856014" y="2278537"/>
                </a:lnTo>
                <a:lnTo>
                  <a:pt x="848654" y="2282582"/>
                </a:lnTo>
                <a:lnTo>
                  <a:pt x="842402" y="2285957"/>
                </a:lnTo>
                <a:lnTo>
                  <a:pt x="834899" y="2284474"/>
                </a:lnTo>
                <a:close/>
              </a:path>
              <a:path w="5142230" h="2300604">
                <a:moveTo>
                  <a:pt x="0" y="1335562"/>
                </a:moveTo>
                <a:lnTo>
                  <a:pt x="0" y="1310932"/>
                </a:lnTo>
                <a:lnTo>
                  <a:pt x="7363" y="1323255"/>
                </a:lnTo>
                <a:lnTo>
                  <a:pt x="4967" y="1332616"/>
                </a:lnTo>
                <a:lnTo>
                  <a:pt x="0" y="1335562"/>
                </a:lnTo>
                <a:close/>
              </a:path>
              <a:path w="5142230" h="2300604">
                <a:moveTo>
                  <a:pt x="667404" y="2058257"/>
                </a:moveTo>
                <a:lnTo>
                  <a:pt x="655880" y="2045921"/>
                </a:lnTo>
                <a:lnTo>
                  <a:pt x="656207" y="2036301"/>
                </a:lnTo>
                <a:lnTo>
                  <a:pt x="668540" y="2024871"/>
                </a:lnTo>
                <a:lnTo>
                  <a:pt x="678155" y="2025203"/>
                </a:lnTo>
                <a:lnTo>
                  <a:pt x="689592" y="2037447"/>
                </a:lnTo>
                <a:lnTo>
                  <a:pt x="689261" y="2047052"/>
                </a:lnTo>
                <a:lnTo>
                  <a:pt x="676978" y="2058536"/>
                </a:lnTo>
                <a:lnTo>
                  <a:pt x="667404" y="2058257"/>
                </a:lnTo>
                <a:close/>
              </a:path>
              <a:path w="5142230" h="2300604">
                <a:moveTo>
                  <a:pt x="562052" y="1952127"/>
                </a:moveTo>
                <a:lnTo>
                  <a:pt x="555993" y="1945642"/>
                </a:lnTo>
                <a:lnTo>
                  <a:pt x="555932" y="1936486"/>
                </a:lnTo>
                <a:lnTo>
                  <a:pt x="567338" y="1924552"/>
                </a:lnTo>
                <a:lnTo>
                  <a:pt x="576973" y="1924309"/>
                </a:lnTo>
                <a:lnTo>
                  <a:pt x="589093" y="1935915"/>
                </a:lnTo>
                <a:lnTo>
                  <a:pt x="589380" y="1945508"/>
                </a:lnTo>
                <a:lnTo>
                  <a:pt x="583555" y="1951589"/>
                </a:lnTo>
                <a:lnTo>
                  <a:pt x="577776" y="1957718"/>
                </a:lnTo>
                <a:lnTo>
                  <a:pt x="568132" y="1957961"/>
                </a:lnTo>
                <a:lnTo>
                  <a:pt x="562052" y="1952127"/>
                </a:lnTo>
                <a:close/>
              </a:path>
              <a:path w="5142230" h="2300604">
                <a:moveTo>
                  <a:pt x="612549" y="2001296"/>
                </a:moveTo>
                <a:lnTo>
                  <a:pt x="606719" y="1995055"/>
                </a:lnTo>
                <a:lnTo>
                  <a:pt x="606848" y="1985712"/>
                </a:lnTo>
                <a:lnTo>
                  <a:pt x="618625" y="1973980"/>
                </a:lnTo>
                <a:lnTo>
                  <a:pt x="628209" y="1973976"/>
                </a:lnTo>
                <a:lnTo>
                  <a:pt x="640126" y="1985853"/>
                </a:lnTo>
                <a:lnTo>
                  <a:pt x="640077" y="1995478"/>
                </a:lnTo>
                <a:lnTo>
                  <a:pt x="634214" y="2001420"/>
                </a:lnTo>
                <a:lnTo>
                  <a:pt x="628253" y="2007354"/>
                </a:lnTo>
                <a:lnTo>
                  <a:pt x="618575" y="2007355"/>
                </a:lnTo>
                <a:lnTo>
                  <a:pt x="612549" y="2001296"/>
                </a:lnTo>
                <a:close/>
              </a:path>
              <a:path w="5142230" h="2300604">
                <a:moveTo>
                  <a:pt x="155878" y="1566201"/>
                </a:moveTo>
                <a:lnTo>
                  <a:pt x="144307" y="1553815"/>
                </a:lnTo>
                <a:lnTo>
                  <a:pt x="144724" y="1544203"/>
                </a:lnTo>
                <a:lnTo>
                  <a:pt x="150918" y="1538508"/>
                </a:lnTo>
                <a:lnTo>
                  <a:pt x="156906" y="1533090"/>
                </a:lnTo>
                <a:lnTo>
                  <a:pt x="157153" y="1532866"/>
                </a:lnTo>
                <a:lnTo>
                  <a:pt x="166765" y="1533283"/>
                </a:lnTo>
                <a:lnTo>
                  <a:pt x="172411" y="1539523"/>
                </a:lnTo>
                <a:lnTo>
                  <a:pt x="178097" y="1545609"/>
                </a:lnTo>
                <a:lnTo>
                  <a:pt x="177680" y="1555328"/>
                </a:lnTo>
                <a:lnTo>
                  <a:pt x="171481" y="1561019"/>
                </a:lnTo>
                <a:lnTo>
                  <a:pt x="165493" y="1566436"/>
                </a:lnTo>
                <a:lnTo>
                  <a:pt x="165295" y="1566615"/>
                </a:lnTo>
                <a:lnTo>
                  <a:pt x="155878" y="1566201"/>
                </a:lnTo>
                <a:close/>
              </a:path>
              <a:path w="5142230" h="2300604">
                <a:moveTo>
                  <a:pt x="714323" y="2111025"/>
                </a:moveTo>
                <a:lnTo>
                  <a:pt x="708315" y="2104593"/>
                </a:lnTo>
                <a:lnTo>
                  <a:pt x="702868" y="2098176"/>
                </a:lnTo>
                <a:lnTo>
                  <a:pt x="703667" y="2088573"/>
                </a:lnTo>
                <a:lnTo>
                  <a:pt x="715383" y="2078632"/>
                </a:lnTo>
                <a:lnTo>
                  <a:pt x="716453" y="2077725"/>
                </a:lnTo>
                <a:lnTo>
                  <a:pt x="726105" y="2078478"/>
                </a:lnTo>
                <a:lnTo>
                  <a:pt x="736950" y="2091358"/>
                </a:lnTo>
                <a:lnTo>
                  <a:pt x="736200" y="2100916"/>
                </a:lnTo>
                <a:lnTo>
                  <a:pt x="724478" y="2110850"/>
                </a:lnTo>
                <a:lnTo>
                  <a:pt x="723560" y="2111627"/>
                </a:lnTo>
                <a:lnTo>
                  <a:pt x="714323" y="2111025"/>
                </a:lnTo>
                <a:close/>
              </a:path>
              <a:path w="5142230" h="2300604">
                <a:moveTo>
                  <a:pt x="198744" y="1611805"/>
                </a:moveTo>
                <a:lnTo>
                  <a:pt x="193096" y="1605758"/>
                </a:lnTo>
                <a:lnTo>
                  <a:pt x="193327" y="1596320"/>
                </a:lnTo>
                <a:lnTo>
                  <a:pt x="199286" y="1590480"/>
                </a:lnTo>
                <a:lnTo>
                  <a:pt x="199718" y="1590063"/>
                </a:lnTo>
                <a:lnTo>
                  <a:pt x="205333" y="1584647"/>
                </a:lnTo>
                <a:lnTo>
                  <a:pt x="214960" y="1584786"/>
                </a:lnTo>
                <a:lnTo>
                  <a:pt x="226687" y="1596841"/>
                </a:lnTo>
                <a:lnTo>
                  <a:pt x="226548" y="1606468"/>
                </a:lnTo>
                <a:lnTo>
                  <a:pt x="226111" y="1606889"/>
                </a:lnTo>
                <a:lnTo>
                  <a:pt x="220495" y="1612304"/>
                </a:lnTo>
                <a:lnTo>
                  <a:pt x="214488" y="1618190"/>
                </a:lnTo>
                <a:lnTo>
                  <a:pt x="204862" y="1618051"/>
                </a:lnTo>
                <a:lnTo>
                  <a:pt x="198744" y="1611805"/>
                </a:lnTo>
                <a:close/>
              </a:path>
              <a:path w="5142230" h="2300604">
                <a:moveTo>
                  <a:pt x="758534" y="2166171"/>
                </a:moveTo>
                <a:lnTo>
                  <a:pt x="752151" y="2159338"/>
                </a:lnTo>
                <a:lnTo>
                  <a:pt x="747045" y="2152602"/>
                </a:lnTo>
                <a:lnTo>
                  <a:pt x="748451" y="2143061"/>
                </a:lnTo>
                <a:lnTo>
                  <a:pt x="761830" y="2132947"/>
                </a:lnTo>
                <a:lnTo>
                  <a:pt x="771369" y="2134263"/>
                </a:lnTo>
                <a:lnTo>
                  <a:pt x="781485" y="2147731"/>
                </a:lnTo>
                <a:lnTo>
                  <a:pt x="780169" y="2157270"/>
                </a:lnTo>
                <a:lnTo>
                  <a:pt x="773436" y="2162281"/>
                </a:lnTo>
                <a:lnTo>
                  <a:pt x="767185" y="2167025"/>
                </a:lnTo>
                <a:lnTo>
                  <a:pt x="758534" y="2166171"/>
                </a:lnTo>
                <a:close/>
              </a:path>
              <a:path w="5142230" h="2300604">
                <a:moveTo>
                  <a:pt x="510350" y="1903918"/>
                </a:moveTo>
                <a:lnTo>
                  <a:pt x="504156" y="1897286"/>
                </a:lnTo>
                <a:lnTo>
                  <a:pt x="504038" y="1888265"/>
                </a:lnTo>
                <a:lnTo>
                  <a:pt x="515119" y="1876179"/>
                </a:lnTo>
                <a:lnTo>
                  <a:pt x="524764" y="1875752"/>
                </a:lnTo>
                <a:lnTo>
                  <a:pt x="537169" y="1887174"/>
                </a:lnTo>
                <a:lnTo>
                  <a:pt x="537550" y="1896771"/>
                </a:lnTo>
                <a:lnTo>
                  <a:pt x="531862" y="1902997"/>
                </a:lnTo>
                <a:lnTo>
                  <a:pt x="526177" y="1909130"/>
                </a:lnTo>
                <a:lnTo>
                  <a:pt x="516532" y="1909557"/>
                </a:lnTo>
                <a:lnTo>
                  <a:pt x="510350" y="1903918"/>
                </a:lnTo>
                <a:close/>
              </a:path>
              <a:path w="5142230" h="2300604">
                <a:moveTo>
                  <a:pt x="311083" y="1372452"/>
                </a:moveTo>
                <a:lnTo>
                  <a:pt x="305205" y="1366160"/>
                </a:lnTo>
                <a:lnTo>
                  <a:pt x="304883" y="1357790"/>
                </a:lnTo>
                <a:lnTo>
                  <a:pt x="309702" y="1352001"/>
                </a:lnTo>
                <a:lnTo>
                  <a:pt x="314972" y="1345717"/>
                </a:lnTo>
                <a:lnTo>
                  <a:pt x="324248" y="1344895"/>
                </a:lnTo>
                <a:lnTo>
                  <a:pt x="336830" y="1355431"/>
                </a:lnTo>
                <a:lnTo>
                  <a:pt x="337642" y="1364707"/>
                </a:lnTo>
                <a:lnTo>
                  <a:pt x="327165" y="1377243"/>
                </a:lnTo>
                <a:lnTo>
                  <a:pt x="317835" y="1378106"/>
                </a:lnTo>
                <a:lnTo>
                  <a:pt x="311083" y="1372452"/>
                </a:lnTo>
                <a:close/>
              </a:path>
              <a:path w="5142230" h="2300604">
                <a:moveTo>
                  <a:pt x="121095" y="1170824"/>
                </a:moveTo>
                <a:lnTo>
                  <a:pt x="115120" y="1164428"/>
                </a:lnTo>
                <a:lnTo>
                  <a:pt x="114716" y="1163800"/>
                </a:lnTo>
                <a:lnTo>
                  <a:pt x="110029" y="1157121"/>
                </a:lnTo>
                <a:lnTo>
                  <a:pt x="111717" y="1147883"/>
                </a:lnTo>
                <a:lnTo>
                  <a:pt x="125152" y="1138610"/>
                </a:lnTo>
                <a:lnTo>
                  <a:pt x="134354" y="1140250"/>
                </a:lnTo>
                <a:lnTo>
                  <a:pt x="143668" y="1153739"/>
                </a:lnTo>
                <a:lnTo>
                  <a:pt x="141982" y="1162892"/>
                </a:lnTo>
                <a:lnTo>
                  <a:pt x="135303" y="1167570"/>
                </a:lnTo>
                <a:lnTo>
                  <a:pt x="129170" y="1171747"/>
                </a:lnTo>
                <a:lnTo>
                  <a:pt x="121095" y="1170824"/>
                </a:lnTo>
                <a:close/>
              </a:path>
              <a:path w="5142230" h="2300604">
                <a:moveTo>
                  <a:pt x="0" y="842644"/>
                </a:moveTo>
                <a:lnTo>
                  <a:pt x="0" y="818485"/>
                </a:lnTo>
                <a:lnTo>
                  <a:pt x="505" y="818776"/>
                </a:lnTo>
                <a:lnTo>
                  <a:pt x="4736" y="834546"/>
                </a:lnTo>
                <a:lnTo>
                  <a:pt x="0" y="842644"/>
                </a:lnTo>
                <a:close/>
              </a:path>
              <a:path w="5142230" h="2300604">
                <a:moveTo>
                  <a:pt x="1280867" y="2283698"/>
                </a:moveTo>
                <a:lnTo>
                  <a:pt x="1275624" y="2278085"/>
                </a:lnTo>
                <a:lnTo>
                  <a:pt x="1274467" y="2276162"/>
                </a:lnTo>
                <a:lnTo>
                  <a:pt x="1273827" y="2274011"/>
                </a:lnTo>
                <a:lnTo>
                  <a:pt x="1271360" y="2266190"/>
                </a:lnTo>
                <a:lnTo>
                  <a:pt x="1275651" y="2257881"/>
                </a:lnTo>
                <a:lnTo>
                  <a:pt x="1283478" y="2255409"/>
                </a:lnTo>
                <a:lnTo>
                  <a:pt x="1291260" y="2252987"/>
                </a:lnTo>
                <a:lnTo>
                  <a:pt x="1299564" y="2257283"/>
                </a:lnTo>
                <a:lnTo>
                  <a:pt x="1304511" y="2272842"/>
                </a:lnTo>
                <a:lnTo>
                  <a:pt x="1300215" y="2281146"/>
                </a:lnTo>
                <a:lnTo>
                  <a:pt x="1286757" y="2285409"/>
                </a:lnTo>
                <a:lnTo>
                  <a:pt x="1280867" y="2283698"/>
                </a:lnTo>
                <a:close/>
              </a:path>
              <a:path w="5142230" h="2300604">
                <a:moveTo>
                  <a:pt x="24468" y="980109"/>
                </a:moveTo>
                <a:lnTo>
                  <a:pt x="19184" y="974453"/>
                </a:lnTo>
                <a:lnTo>
                  <a:pt x="18157" y="972855"/>
                </a:lnTo>
                <a:lnTo>
                  <a:pt x="14611" y="963293"/>
                </a:lnTo>
                <a:lnTo>
                  <a:pt x="18490" y="954738"/>
                </a:lnTo>
                <a:lnTo>
                  <a:pt x="26187" y="951931"/>
                </a:lnTo>
                <a:lnTo>
                  <a:pt x="33837" y="949076"/>
                </a:lnTo>
                <a:lnTo>
                  <a:pt x="42343" y="953001"/>
                </a:lnTo>
                <a:lnTo>
                  <a:pt x="48049" y="968297"/>
                </a:lnTo>
                <a:lnTo>
                  <a:pt x="44129" y="976808"/>
                </a:lnTo>
                <a:lnTo>
                  <a:pt x="36474" y="979658"/>
                </a:lnTo>
                <a:lnTo>
                  <a:pt x="30694" y="981780"/>
                </a:lnTo>
                <a:lnTo>
                  <a:pt x="24468" y="980109"/>
                </a:lnTo>
                <a:close/>
              </a:path>
              <a:path w="5142230" h="2300604">
                <a:moveTo>
                  <a:pt x="539860" y="1540417"/>
                </a:moveTo>
                <a:lnTo>
                  <a:pt x="534531" y="1534712"/>
                </a:lnTo>
                <a:lnTo>
                  <a:pt x="533754" y="1527037"/>
                </a:lnTo>
                <a:lnTo>
                  <a:pt x="537728" y="1521224"/>
                </a:lnTo>
                <a:lnTo>
                  <a:pt x="542255" y="1514438"/>
                </a:lnTo>
                <a:lnTo>
                  <a:pt x="551474" y="1512675"/>
                </a:lnTo>
                <a:lnTo>
                  <a:pt x="564992" y="1521770"/>
                </a:lnTo>
                <a:lnTo>
                  <a:pt x="566760" y="1530993"/>
                </a:lnTo>
                <a:lnTo>
                  <a:pt x="562233" y="1537779"/>
                </a:lnTo>
                <a:lnTo>
                  <a:pt x="557661" y="1544516"/>
                </a:lnTo>
                <a:lnTo>
                  <a:pt x="548478" y="1546328"/>
                </a:lnTo>
                <a:lnTo>
                  <a:pt x="541656" y="1541752"/>
                </a:lnTo>
                <a:lnTo>
                  <a:pt x="540732" y="1541154"/>
                </a:lnTo>
                <a:lnTo>
                  <a:pt x="539860" y="1540417"/>
                </a:lnTo>
                <a:close/>
              </a:path>
              <a:path w="5142230" h="2300604">
                <a:moveTo>
                  <a:pt x="82975" y="1110176"/>
                </a:moveTo>
                <a:lnTo>
                  <a:pt x="77646" y="1104471"/>
                </a:lnTo>
                <a:lnTo>
                  <a:pt x="76924" y="1103502"/>
                </a:lnTo>
                <a:lnTo>
                  <a:pt x="72338" y="1095367"/>
                </a:lnTo>
                <a:lnTo>
                  <a:pt x="74864" y="1086342"/>
                </a:lnTo>
                <a:lnTo>
                  <a:pt x="81987" y="1082335"/>
                </a:lnTo>
                <a:lnTo>
                  <a:pt x="89156" y="1078378"/>
                </a:lnTo>
                <a:lnTo>
                  <a:pt x="98182" y="1080904"/>
                </a:lnTo>
                <a:lnTo>
                  <a:pt x="106141" y="1095201"/>
                </a:lnTo>
                <a:lnTo>
                  <a:pt x="103570" y="1104168"/>
                </a:lnTo>
                <a:lnTo>
                  <a:pt x="96446" y="1108174"/>
                </a:lnTo>
                <a:lnTo>
                  <a:pt x="90383" y="1111556"/>
                </a:lnTo>
                <a:lnTo>
                  <a:pt x="82975" y="1110176"/>
                </a:lnTo>
                <a:close/>
              </a:path>
              <a:path w="5142230" h="2300604">
                <a:moveTo>
                  <a:pt x="51162" y="1046209"/>
                </a:moveTo>
                <a:lnTo>
                  <a:pt x="45878" y="1040553"/>
                </a:lnTo>
                <a:lnTo>
                  <a:pt x="44978" y="1039111"/>
                </a:lnTo>
                <a:lnTo>
                  <a:pt x="44234" y="1037523"/>
                </a:lnTo>
                <a:lnTo>
                  <a:pt x="40991" y="1030043"/>
                </a:lnTo>
                <a:lnTo>
                  <a:pt x="44455" y="1021338"/>
                </a:lnTo>
                <a:lnTo>
                  <a:pt x="51884" y="1018050"/>
                </a:lnTo>
                <a:lnTo>
                  <a:pt x="59403" y="1014760"/>
                </a:lnTo>
                <a:lnTo>
                  <a:pt x="68114" y="1018220"/>
                </a:lnTo>
                <a:lnTo>
                  <a:pt x="74638" y="1033219"/>
                </a:lnTo>
                <a:lnTo>
                  <a:pt x="71231" y="1041888"/>
                </a:lnTo>
                <a:lnTo>
                  <a:pt x="57813" y="1047758"/>
                </a:lnTo>
                <a:lnTo>
                  <a:pt x="51162" y="1046209"/>
                </a:lnTo>
                <a:close/>
              </a:path>
              <a:path w="5142230" h="2300604">
                <a:moveTo>
                  <a:pt x="423871" y="1459847"/>
                </a:moveTo>
                <a:lnTo>
                  <a:pt x="417800" y="1453349"/>
                </a:lnTo>
                <a:lnTo>
                  <a:pt x="417133" y="1445597"/>
                </a:lnTo>
                <a:lnTo>
                  <a:pt x="421386" y="1439788"/>
                </a:lnTo>
                <a:lnTo>
                  <a:pt x="426148" y="1433157"/>
                </a:lnTo>
                <a:lnTo>
                  <a:pt x="435452" y="1431680"/>
                </a:lnTo>
                <a:lnTo>
                  <a:pt x="448627" y="1441287"/>
                </a:lnTo>
                <a:lnTo>
                  <a:pt x="450107" y="1450496"/>
                </a:lnTo>
                <a:lnTo>
                  <a:pt x="445349" y="1457132"/>
                </a:lnTo>
                <a:lnTo>
                  <a:pt x="440546" y="1463719"/>
                </a:lnTo>
                <a:lnTo>
                  <a:pt x="431283" y="1465250"/>
                </a:lnTo>
                <a:lnTo>
                  <a:pt x="423871" y="1459847"/>
                </a:lnTo>
                <a:close/>
              </a:path>
              <a:path w="5142230" h="2300604">
                <a:moveTo>
                  <a:pt x="1223" y="912795"/>
                </a:moveTo>
                <a:lnTo>
                  <a:pt x="0" y="911485"/>
                </a:lnTo>
                <a:lnTo>
                  <a:pt x="0" y="885735"/>
                </a:lnTo>
                <a:lnTo>
                  <a:pt x="3789" y="884556"/>
                </a:lnTo>
                <a:lnTo>
                  <a:pt x="11611" y="882080"/>
                </a:lnTo>
                <a:lnTo>
                  <a:pt x="19920" y="886380"/>
                </a:lnTo>
                <a:lnTo>
                  <a:pt x="24818" y="901984"/>
                </a:lnTo>
                <a:lnTo>
                  <a:pt x="20513" y="910288"/>
                </a:lnTo>
                <a:lnTo>
                  <a:pt x="7113" y="914506"/>
                </a:lnTo>
                <a:lnTo>
                  <a:pt x="1223" y="912795"/>
                </a:lnTo>
                <a:close/>
              </a:path>
              <a:path w="5142230" h="2300604">
                <a:moveTo>
                  <a:pt x="481954" y="1501008"/>
                </a:moveTo>
                <a:lnTo>
                  <a:pt x="475837" y="1494460"/>
                </a:lnTo>
                <a:lnTo>
                  <a:pt x="475118" y="1486849"/>
                </a:lnTo>
                <a:lnTo>
                  <a:pt x="479187" y="1481039"/>
                </a:lnTo>
                <a:lnTo>
                  <a:pt x="483801" y="1474346"/>
                </a:lnTo>
                <a:lnTo>
                  <a:pt x="493016" y="1472686"/>
                </a:lnTo>
                <a:lnTo>
                  <a:pt x="506443" y="1481967"/>
                </a:lnTo>
                <a:lnTo>
                  <a:pt x="508107" y="1491177"/>
                </a:lnTo>
                <a:lnTo>
                  <a:pt x="498827" y="1504604"/>
                </a:lnTo>
                <a:lnTo>
                  <a:pt x="489611" y="1506273"/>
                </a:lnTo>
                <a:lnTo>
                  <a:pt x="482878" y="1501606"/>
                </a:lnTo>
                <a:lnTo>
                  <a:pt x="481954" y="1501008"/>
                </a:lnTo>
                <a:close/>
              </a:path>
              <a:path w="5142230" h="2300604">
                <a:moveTo>
                  <a:pt x="831444" y="1743660"/>
                </a:moveTo>
                <a:lnTo>
                  <a:pt x="825416" y="1737207"/>
                </a:lnTo>
                <a:lnTo>
                  <a:pt x="824901" y="1729227"/>
                </a:lnTo>
                <a:lnTo>
                  <a:pt x="829352" y="1723435"/>
                </a:lnTo>
                <a:lnTo>
                  <a:pt x="834247" y="1716945"/>
                </a:lnTo>
                <a:lnTo>
                  <a:pt x="843589" y="1715705"/>
                </a:lnTo>
                <a:lnTo>
                  <a:pt x="856566" y="1725589"/>
                </a:lnTo>
                <a:lnTo>
                  <a:pt x="857756" y="1734878"/>
                </a:lnTo>
                <a:lnTo>
                  <a:pt x="852861" y="1741368"/>
                </a:lnTo>
                <a:lnTo>
                  <a:pt x="847877" y="1747859"/>
                </a:lnTo>
                <a:lnTo>
                  <a:pt x="838628" y="1749103"/>
                </a:lnTo>
                <a:lnTo>
                  <a:pt x="831444" y="1743660"/>
                </a:lnTo>
                <a:close/>
              </a:path>
              <a:path w="5142230" h="2300604">
                <a:moveTo>
                  <a:pt x="657791" y="1619447"/>
                </a:moveTo>
                <a:lnTo>
                  <a:pt x="652416" y="1613693"/>
                </a:lnTo>
                <a:lnTo>
                  <a:pt x="651684" y="1606067"/>
                </a:lnTo>
                <a:lnTo>
                  <a:pt x="655560" y="1600256"/>
                </a:lnTo>
                <a:lnTo>
                  <a:pt x="660186" y="1593469"/>
                </a:lnTo>
                <a:lnTo>
                  <a:pt x="669355" y="1591652"/>
                </a:lnTo>
                <a:lnTo>
                  <a:pt x="682879" y="1600850"/>
                </a:lnTo>
                <a:lnTo>
                  <a:pt x="684691" y="1610024"/>
                </a:lnTo>
                <a:lnTo>
                  <a:pt x="680113" y="1616765"/>
                </a:lnTo>
                <a:lnTo>
                  <a:pt x="675542" y="1623592"/>
                </a:lnTo>
                <a:lnTo>
                  <a:pt x="666324" y="1625355"/>
                </a:lnTo>
                <a:lnTo>
                  <a:pt x="658617" y="1620136"/>
                </a:lnTo>
                <a:lnTo>
                  <a:pt x="657791" y="1619447"/>
                </a:lnTo>
                <a:close/>
              </a:path>
              <a:path w="5142230" h="2300604">
                <a:moveTo>
                  <a:pt x="716334" y="1659439"/>
                </a:moveTo>
                <a:lnTo>
                  <a:pt x="710964" y="1653690"/>
                </a:lnTo>
                <a:lnTo>
                  <a:pt x="710235" y="1645970"/>
                </a:lnTo>
                <a:lnTo>
                  <a:pt x="714304" y="1640160"/>
                </a:lnTo>
                <a:lnTo>
                  <a:pt x="718971" y="1633426"/>
                </a:lnTo>
                <a:lnTo>
                  <a:pt x="728186" y="1631757"/>
                </a:lnTo>
                <a:lnTo>
                  <a:pt x="741649" y="1641095"/>
                </a:lnTo>
                <a:lnTo>
                  <a:pt x="743274" y="1650352"/>
                </a:lnTo>
                <a:lnTo>
                  <a:pt x="738606" y="1656996"/>
                </a:lnTo>
                <a:lnTo>
                  <a:pt x="733939" y="1663720"/>
                </a:lnTo>
                <a:lnTo>
                  <a:pt x="724728" y="1665394"/>
                </a:lnTo>
                <a:lnTo>
                  <a:pt x="717994" y="1660727"/>
                </a:lnTo>
                <a:lnTo>
                  <a:pt x="717165" y="1660132"/>
                </a:lnTo>
                <a:lnTo>
                  <a:pt x="716334" y="1659439"/>
                </a:lnTo>
                <a:close/>
              </a:path>
              <a:path w="5142230" h="2300604">
                <a:moveTo>
                  <a:pt x="598846" y="1579904"/>
                </a:moveTo>
                <a:lnTo>
                  <a:pt x="593521" y="1574204"/>
                </a:lnTo>
                <a:lnTo>
                  <a:pt x="592736" y="1566619"/>
                </a:lnTo>
                <a:lnTo>
                  <a:pt x="601148" y="1554022"/>
                </a:lnTo>
                <a:lnTo>
                  <a:pt x="610369" y="1552164"/>
                </a:lnTo>
                <a:lnTo>
                  <a:pt x="623892" y="1561264"/>
                </a:lnTo>
                <a:lnTo>
                  <a:pt x="625794" y="1570445"/>
                </a:lnTo>
                <a:lnTo>
                  <a:pt x="621177" y="1577223"/>
                </a:lnTo>
                <a:lnTo>
                  <a:pt x="616650" y="1584008"/>
                </a:lnTo>
                <a:lnTo>
                  <a:pt x="607477" y="1585820"/>
                </a:lnTo>
                <a:lnTo>
                  <a:pt x="599717" y="1580642"/>
                </a:lnTo>
                <a:lnTo>
                  <a:pt x="598846" y="1579904"/>
                </a:lnTo>
                <a:close/>
              </a:path>
              <a:path w="5142230" h="2300604">
                <a:moveTo>
                  <a:pt x="774780" y="1701183"/>
                </a:moveTo>
                <a:lnTo>
                  <a:pt x="768705" y="1694681"/>
                </a:lnTo>
                <a:lnTo>
                  <a:pt x="768090" y="1686887"/>
                </a:lnTo>
                <a:lnTo>
                  <a:pt x="777200" y="1674450"/>
                </a:lnTo>
                <a:lnTo>
                  <a:pt x="786455" y="1673019"/>
                </a:lnTo>
                <a:lnTo>
                  <a:pt x="799627" y="1682720"/>
                </a:lnTo>
                <a:lnTo>
                  <a:pt x="801054" y="1691970"/>
                </a:lnTo>
                <a:lnTo>
                  <a:pt x="796161" y="1698559"/>
                </a:lnTo>
                <a:lnTo>
                  <a:pt x="791357" y="1705147"/>
                </a:lnTo>
                <a:lnTo>
                  <a:pt x="782102" y="1706578"/>
                </a:lnTo>
                <a:lnTo>
                  <a:pt x="775559" y="1701724"/>
                </a:lnTo>
                <a:lnTo>
                  <a:pt x="774780" y="1701183"/>
                </a:lnTo>
                <a:close/>
              </a:path>
              <a:path w="5142230" h="2300604">
                <a:moveTo>
                  <a:pt x="1100575" y="1984059"/>
                </a:moveTo>
                <a:lnTo>
                  <a:pt x="1094882" y="1977964"/>
                </a:lnTo>
                <a:lnTo>
                  <a:pt x="1089422" y="1971924"/>
                </a:lnTo>
                <a:lnTo>
                  <a:pt x="1089878" y="1962549"/>
                </a:lnTo>
                <a:lnTo>
                  <a:pt x="1101615" y="1951938"/>
                </a:lnTo>
                <a:lnTo>
                  <a:pt x="1102011" y="1951580"/>
                </a:lnTo>
                <a:lnTo>
                  <a:pt x="1111337" y="1952082"/>
                </a:lnTo>
                <a:lnTo>
                  <a:pt x="1122306" y="1964215"/>
                </a:lnTo>
                <a:lnTo>
                  <a:pt x="1121800" y="1973545"/>
                </a:lnTo>
                <a:lnTo>
                  <a:pt x="1115806" y="1979053"/>
                </a:lnTo>
                <a:lnTo>
                  <a:pt x="1110063" y="1984157"/>
                </a:lnTo>
                <a:lnTo>
                  <a:pt x="1109769" y="1984419"/>
                </a:lnTo>
                <a:lnTo>
                  <a:pt x="1100575" y="1984059"/>
                </a:lnTo>
                <a:close/>
              </a:path>
              <a:path w="5142230" h="2300604">
                <a:moveTo>
                  <a:pt x="941977" y="1831975"/>
                </a:moveTo>
                <a:lnTo>
                  <a:pt x="936099" y="1825682"/>
                </a:lnTo>
                <a:lnTo>
                  <a:pt x="935777" y="1817323"/>
                </a:lnTo>
                <a:lnTo>
                  <a:pt x="940695" y="1811542"/>
                </a:lnTo>
                <a:lnTo>
                  <a:pt x="945951" y="1805253"/>
                </a:lnTo>
                <a:lnTo>
                  <a:pt x="955287" y="1804485"/>
                </a:lnTo>
                <a:lnTo>
                  <a:pt x="967769" y="1815012"/>
                </a:lnTo>
                <a:lnTo>
                  <a:pt x="968534" y="1824433"/>
                </a:lnTo>
                <a:lnTo>
                  <a:pt x="957961" y="1836867"/>
                </a:lnTo>
                <a:lnTo>
                  <a:pt x="948635" y="1837636"/>
                </a:lnTo>
                <a:lnTo>
                  <a:pt x="941977" y="1831975"/>
                </a:lnTo>
                <a:close/>
              </a:path>
              <a:path w="5142230" h="2300604">
                <a:moveTo>
                  <a:pt x="995388" y="1878789"/>
                </a:moveTo>
                <a:lnTo>
                  <a:pt x="989371" y="1872347"/>
                </a:lnTo>
                <a:lnTo>
                  <a:pt x="989199" y="1863660"/>
                </a:lnTo>
                <a:lnTo>
                  <a:pt x="994395" y="1857893"/>
                </a:lnTo>
                <a:lnTo>
                  <a:pt x="999893" y="1851844"/>
                </a:lnTo>
                <a:lnTo>
                  <a:pt x="1009250" y="1851411"/>
                </a:lnTo>
                <a:lnTo>
                  <a:pt x="1021345" y="1862393"/>
                </a:lnTo>
                <a:lnTo>
                  <a:pt x="1021772" y="1871755"/>
                </a:lnTo>
                <a:lnTo>
                  <a:pt x="1010795" y="1883845"/>
                </a:lnTo>
                <a:lnTo>
                  <a:pt x="1001432" y="1884282"/>
                </a:lnTo>
                <a:lnTo>
                  <a:pt x="995388" y="1878789"/>
                </a:lnTo>
                <a:close/>
              </a:path>
              <a:path w="5142230" h="2300604">
                <a:moveTo>
                  <a:pt x="887832" y="1787601"/>
                </a:moveTo>
                <a:lnTo>
                  <a:pt x="881340" y="1780651"/>
                </a:lnTo>
                <a:lnTo>
                  <a:pt x="880873" y="1772635"/>
                </a:lnTo>
                <a:lnTo>
                  <a:pt x="885517" y="1766844"/>
                </a:lnTo>
                <a:lnTo>
                  <a:pt x="890597" y="1760455"/>
                </a:lnTo>
                <a:lnTo>
                  <a:pt x="899929" y="1759399"/>
                </a:lnTo>
                <a:lnTo>
                  <a:pt x="912712" y="1769564"/>
                </a:lnTo>
                <a:lnTo>
                  <a:pt x="913708" y="1778851"/>
                </a:lnTo>
                <a:lnTo>
                  <a:pt x="903553" y="1791634"/>
                </a:lnTo>
                <a:lnTo>
                  <a:pt x="894221" y="1792681"/>
                </a:lnTo>
                <a:lnTo>
                  <a:pt x="887832" y="1787601"/>
                </a:lnTo>
                <a:close/>
              </a:path>
              <a:path w="5142230" h="2300604">
                <a:moveTo>
                  <a:pt x="366737" y="1417161"/>
                </a:moveTo>
                <a:lnTo>
                  <a:pt x="360760" y="1410763"/>
                </a:lnTo>
                <a:lnTo>
                  <a:pt x="360283" y="1402726"/>
                </a:lnTo>
                <a:lnTo>
                  <a:pt x="369723" y="1390447"/>
                </a:lnTo>
                <a:lnTo>
                  <a:pt x="379017" y="1389253"/>
                </a:lnTo>
                <a:lnTo>
                  <a:pt x="391990" y="1399231"/>
                </a:lnTo>
                <a:lnTo>
                  <a:pt x="393180" y="1408520"/>
                </a:lnTo>
                <a:lnTo>
                  <a:pt x="388150" y="1414962"/>
                </a:lnTo>
                <a:lnTo>
                  <a:pt x="383161" y="1421449"/>
                </a:lnTo>
                <a:lnTo>
                  <a:pt x="373867" y="1422644"/>
                </a:lnTo>
                <a:lnTo>
                  <a:pt x="366737" y="1417161"/>
                </a:lnTo>
                <a:close/>
              </a:path>
              <a:path w="5142230" h="2300604">
                <a:moveTo>
                  <a:pt x="211981" y="1281028"/>
                </a:moveTo>
                <a:lnTo>
                  <a:pt x="200688" y="1268939"/>
                </a:lnTo>
                <a:lnTo>
                  <a:pt x="200952" y="1259838"/>
                </a:lnTo>
                <a:lnTo>
                  <a:pt x="206761" y="1254229"/>
                </a:lnTo>
                <a:lnTo>
                  <a:pt x="212713" y="1248568"/>
                </a:lnTo>
                <a:lnTo>
                  <a:pt x="222146" y="1248794"/>
                </a:lnTo>
                <a:lnTo>
                  <a:pt x="227663" y="1254699"/>
                </a:lnTo>
                <a:lnTo>
                  <a:pt x="233318" y="1260557"/>
                </a:lnTo>
                <a:lnTo>
                  <a:pt x="233140" y="1269946"/>
                </a:lnTo>
                <a:lnTo>
                  <a:pt x="226944" y="1275834"/>
                </a:lnTo>
                <a:lnTo>
                  <a:pt x="221321" y="1281251"/>
                </a:lnTo>
                <a:lnTo>
                  <a:pt x="211981" y="1281028"/>
                </a:lnTo>
                <a:close/>
              </a:path>
              <a:path w="5142230" h="2300604">
                <a:moveTo>
                  <a:pt x="1188171" y="2094649"/>
                </a:moveTo>
                <a:lnTo>
                  <a:pt x="1181639" y="2087658"/>
                </a:lnTo>
                <a:lnTo>
                  <a:pt x="1177059" y="2080888"/>
                </a:lnTo>
                <a:lnTo>
                  <a:pt x="1178832" y="2071652"/>
                </a:lnTo>
                <a:lnTo>
                  <a:pt x="1192368" y="2062487"/>
                </a:lnTo>
                <a:lnTo>
                  <a:pt x="1201518" y="2064257"/>
                </a:lnTo>
                <a:lnTo>
                  <a:pt x="1210688" y="2077788"/>
                </a:lnTo>
                <a:lnTo>
                  <a:pt x="1208954" y="2086977"/>
                </a:lnTo>
                <a:lnTo>
                  <a:pt x="1202194" y="2091567"/>
                </a:lnTo>
                <a:lnTo>
                  <a:pt x="1196059" y="2095655"/>
                </a:lnTo>
                <a:lnTo>
                  <a:pt x="1188171" y="2094649"/>
                </a:lnTo>
                <a:close/>
              </a:path>
              <a:path w="5142230" h="2300604">
                <a:moveTo>
                  <a:pt x="1256204" y="2217709"/>
                </a:moveTo>
                <a:lnTo>
                  <a:pt x="1250915" y="2212048"/>
                </a:lnTo>
                <a:lnTo>
                  <a:pt x="1250066" y="2210650"/>
                </a:lnTo>
                <a:lnTo>
                  <a:pt x="1249317" y="2209066"/>
                </a:lnTo>
                <a:lnTo>
                  <a:pt x="1246083" y="2201596"/>
                </a:lnTo>
                <a:lnTo>
                  <a:pt x="1249444" y="2192878"/>
                </a:lnTo>
                <a:lnTo>
                  <a:pt x="1256972" y="2189598"/>
                </a:lnTo>
                <a:lnTo>
                  <a:pt x="1264401" y="2186310"/>
                </a:lnTo>
                <a:lnTo>
                  <a:pt x="1273151" y="2189724"/>
                </a:lnTo>
                <a:lnTo>
                  <a:pt x="1279733" y="2204677"/>
                </a:lnTo>
                <a:lnTo>
                  <a:pt x="1276309" y="2213436"/>
                </a:lnTo>
                <a:lnTo>
                  <a:pt x="1268839" y="2216671"/>
                </a:lnTo>
                <a:lnTo>
                  <a:pt x="1262900" y="2219306"/>
                </a:lnTo>
                <a:lnTo>
                  <a:pt x="1256204" y="2217709"/>
                </a:lnTo>
                <a:close/>
              </a:path>
              <a:path w="5142230" h="2300604">
                <a:moveTo>
                  <a:pt x="164380" y="1227717"/>
                </a:moveTo>
                <a:lnTo>
                  <a:pt x="158405" y="1221320"/>
                </a:lnTo>
                <a:lnTo>
                  <a:pt x="153194" y="1215058"/>
                </a:lnTo>
                <a:lnTo>
                  <a:pt x="154078" y="1205740"/>
                </a:lnTo>
                <a:lnTo>
                  <a:pt x="160345" y="1200525"/>
                </a:lnTo>
                <a:lnTo>
                  <a:pt x="165258" y="1196497"/>
                </a:lnTo>
                <a:lnTo>
                  <a:pt x="166654" y="1195353"/>
                </a:lnTo>
                <a:lnTo>
                  <a:pt x="175976" y="1196241"/>
                </a:lnTo>
                <a:lnTo>
                  <a:pt x="186407" y="1208776"/>
                </a:lnTo>
                <a:lnTo>
                  <a:pt x="185475" y="1218139"/>
                </a:lnTo>
                <a:lnTo>
                  <a:pt x="174315" y="1227404"/>
                </a:lnTo>
                <a:lnTo>
                  <a:pt x="173184" y="1228343"/>
                </a:lnTo>
                <a:lnTo>
                  <a:pt x="164380" y="1227717"/>
                </a:lnTo>
                <a:close/>
              </a:path>
              <a:path w="5142230" h="2300604">
                <a:moveTo>
                  <a:pt x="1224923" y="2154606"/>
                </a:moveTo>
                <a:lnTo>
                  <a:pt x="1219593" y="2148901"/>
                </a:lnTo>
                <a:lnTo>
                  <a:pt x="1218924" y="2147892"/>
                </a:lnTo>
                <a:lnTo>
                  <a:pt x="1214329" y="2139757"/>
                </a:lnTo>
                <a:lnTo>
                  <a:pt x="1216865" y="2130732"/>
                </a:lnTo>
                <a:lnTo>
                  <a:pt x="1223988" y="2126725"/>
                </a:lnTo>
                <a:lnTo>
                  <a:pt x="1231152" y="2122772"/>
                </a:lnTo>
                <a:lnTo>
                  <a:pt x="1240182" y="2125294"/>
                </a:lnTo>
                <a:lnTo>
                  <a:pt x="1248101" y="2139537"/>
                </a:lnTo>
                <a:lnTo>
                  <a:pt x="1245570" y="2148558"/>
                </a:lnTo>
                <a:lnTo>
                  <a:pt x="1238442" y="2152569"/>
                </a:lnTo>
                <a:lnTo>
                  <a:pt x="1232383" y="2155946"/>
                </a:lnTo>
                <a:lnTo>
                  <a:pt x="1224923" y="2154606"/>
                </a:lnTo>
                <a:close/>
              </a:path>
              <a:path w="5142230" h="2300604">
                <a:moveTo>
                  <a:pt x="1146238" y="2037827"/>
                </a:moveTo>
                <a:lnTo>
                  <a:pt x="1140226" y="2031390"/>
                </a:lnTo>
                <a:lnTo>
                  <a:pt x="1135156" y="2024986"/>
                </a:lnTo>
                <a:lnTo>
                  <a:pt x="1136228" y="2015675"/>
                </a:lnTo>
                <a:lnTo>
                  <a:pt x="1142633" y="2010606"/>
                </a:lnTo>
                <a:lnTo>
                  <a:pt x="1148986" y="2005492"/>
                </a:lnTo>
                <a:lnTo>
                  <a:pt x="1158298" y="2006555"/>
                </a:lnTo>
                <a:lnTo>
                  <a:pt x="1168436" y="2019373"/>
                </a:lnTo>
                <a:lnTo>
                  <a:pt x="1167369" y="2028679"/>
                </a:lnTo>
                <a:lnTo>
                  <a:pt x="1160955" y="2033748"/>
                </a:lnTo>
                <a:lnTo>
                  <a:pt x="1154899" y="2038594"/>
                </a:lnTo>
                <a:lnTo>
                  <a:pt x="1146238" y="2037827"/>
                </a:lnTo>
                <a:close/>
              </a:path>
              <a:path w="5142230" h="2300604">
                <a:moveTo>
                  <a:pt x="1046378" y="1927215"/>
                </a:moveTo>
                <a:lnTo>
                  <a:pt x="1040639" y="1921071"/>
                </a:lnTo>
                <a:lnTo>
                  <a:pt x="1040708" y="1911966"/>
                </a:lnTo>
                <a:lnTo>
                  <a:pt x="1046382" y="1906301"/>
                </a:lnTo>
                <a:lnTo>
                  <a:pt x="1052098" y="1900495"/>
                </a:lnTo>
                <a:lnTo>
                  <a:pt x="1061493" y="1900484"/>
                </a:lnTo>
                <a:lnTo>
                  <a:pt x="1073046" y="1911981"/>
                </a:lnTo>
                <a:lnTo>
                  <a:pt x="1073110" y="1921326"/>
                </a:lnTo>
                <a:lnTo>
                  <a:pt x="1067336" y="1927168"/>
                </a:lnTo>
                <a:lnTo>
                  <a:pt x="1061570" y="1932920"/>
                </a:lnTo>
                <a:lnTo>
                  <a:pt x="1052225" y="1932984"/>
                </a:lnTo>
                <a:lnTo>
                  <a:pt x="1046378" y="1927215"/>
                </a:lnTo>
                <a:close/>
              </a:path>
              <a:path w="5142230" h="2300604">
                <a:moveTo>
                  <a:pt x="256862" y="1324761"/>
                </a:moveTo>
                <a:lnTo>
                  <a:pt x="251619" y="1319149"/>
                </a:lnTo>
                <a:lnTo>
                  <a:pt x="251495" y="1310316"/>
                </a:lnTo>
                <a:lnTo>
                  <a:pt x="256835" y="1304606"/>
                </a:lnTo>
                <a:lnTo>
                  <a:pt x="262379" y="1298606"/>
                </a:lnTo>
                <a:lnTo>
                  <a:pt x="271733" y="1298258"/>
                </a:lnTo>
                <a:lnTo>
                  <a:pt x="283725" y="1309345"/>
                </a:lnTo>
                <a:lnTo>
                  <a:pt x="284067" y="1318695"/>
                </a:lnTo>
                <a:lnTo>
                  <a:pt x="272994" y="1330692"/>
                </a:lnTo>
                <a:lnTo>
                  <a:pt x="263635" y="1331034"/>
                </a:lnTo>
                <a:lnTo>
                  <a:pt x="256862" y="1324761"/>
                </a:lnTo>
                <a:close/>
              </a:path>
              <a:path w="5142230" h="2300604">
                <a:moveTo>
                  <a:pt x="79106" y="659234"/>
                </a:moveTo>
                <a:lnTo>
                  <a:pt x="74054" y="653827"/>
                </a:lnTo>
                <a:lnTo>
                  <a:pt x="72850" y="651756"/>
                </a:lnTo>
                <a:lnTo>
                  <a:pt x="70262" y="641655"/>
                </a:lnTo>
                <a:lnTo>
                  <a:pt x="74829" y="633836"/>
                </a:lnTo>
                <a:lnTo>
                  <a:pt x="82545" y="631833"/>
                </a:lnTo>
                <a:lnTo>
                  <a:pt x="90208" y="629870"/>
                </a:lnTo>
                <a:lnTo>
                  <a:pt x="98036" y="634437"/>
                </a:lnTo>
                <a:lnTo>
                  <a:pt x="101997" y="649821"/>
                </a:lnTo>
                <a:lnTo>
                  <a:pt x="97435" y="657644"/>
                </a:lnTo>
                <a:lnTo>
                  <a:pt x="84431" y="661025"/>
                </a:lnTo>
                <a:lnTo>
                  <a:pt x="79106" y="659234"/>
                </a:lnTo>
                <a:close/>
              </a:path>
              <a:path w="5142230" h="2300604">
                <a:moveTo>
                  <a:pt x="349840" y="1143662"/>
                </a:moveTo>
                <a:lnTo>
                  <a:pt x="343964" y="1137371"/>
                </a:lnTo>
                <a:lnTo>
                  <a:pt x="343827" y="1128926"/>
                </a:lnTo>
                <a:lnTo>
                  <a:pt x="348883" y="1123381"/>
                </a:lnTo>
                <a:lnTo>
                  <a:pt x="354275" y="1117522"/>
                </a:lnTo>
                <a:lnTo>
                  <a:pt x="363355" y="1117075"/>
                </a:lnTo>
                <a:lnTo>
                  <a:pt x="375076" y="1127766"/>
                </a:lnTo>
                <a:lnTo>
                  <a:pt x="375523" y="1136846"/>
                </a:lnTo>
                <a:lnTo>
                  <a:pt x="370130" y="1142705"/>
                </a:lnTo>
                <a:lnTo>
                  <a:pt x="364832" y="1148567"/>
                </a:lnTo>
                <a:lnTo>
                  <a:pt x="355743" y="1149013"/>
                </a:lnTo>
                <a:lnTo>
                  <a:pt x="349840" y="1143662"/>
                </a:lnTo>
                <a:close/>
              </a:path>
              <a:path w="5142230" h="2300604">
                <a:moveTo>
                  <a:pt x="404434" y="1190374"/>
                </a:moveTo>
                <a:lnTo>
                  <a:pt x="398132" y="1183627"/>
                </a:lnTo>
                <a:lnTo>
                  <a:pt x="397750" y="1175790"/>
                </a:lnTo>
                <a:lnTo>
                  <a:pt x="402243" y="1170141"/>
                </a:lnTo>
                <a:lnTo>
                  <a:pt x="407268" y="1163986"/>
                </a:lnTo>
                <a:lnTo>
                  <a:pt x="416313" y="1163014"/>
                </a:lnTo>
                <a:lnTo>
                  <a:pt x="428680" y="1172929"/>
                </a:lnTo>
                <a:lnTo>
                  <a:pt x="429647" y="1181979"/>
                </a:lnTo>
                <a:lnTo>
                  <a:pt x="424667" y="1188183"/>
                </a:lnTo>
                <a:lnTo>
                  <a:pt x="419638" y="1194333"/>
                </a:lnTo>
                <a:lnTo>
                  <a:pt x="410638" y="1195353"/>
                </a:lnTo>
                <a:lnTo>
                  <a:pt x="404434" y="1190374"/>
                </a:lnTo>
                <a:close/>
              </a:path>
              <a:path w="5142230" h="2300604">
                <a:moveTo>
                  <a:pt x="1610909" y="2133801"/>
                </a:moveTo>
                <a:lnTo>
                  <a:pt x="1605811" y="2128344"/>
                </a:lnTo>
                <a:lnTo>
                  <a:pt x="1604733" y="2126603"/>
                </a:lnTo>
                <a:lnTo>
                  <a:pt x="1601516" y="2117099"/>
                </a:lnTo>
                <a:lnTo>
                  <a:pt x="1605575" y="2108933"/>
                </a:lnTo>
                <a:lnTo>
                  <a:pt x="1613073" y="2106403"/>
                </a:lnTo>
                <a:lnTo>
                  <a:pt x="1620615" y="2103822"/>
                </a:lnTo>
                <a:lnTo>
                  <a:pt x="1628786" y="2107877"/>
                </a:lnTo>
                <a:lnTo>
                  <a:pt x="1633851" y="2122878"/>
                </a:lnTo>
                <a:lnTo>
                  <a:pt x="1629796" y="2131049"/>
                </a:lnTo>
                <a:lnTo>
                  <a:pt x="1616753" y="2135463"/>
                </a:lnTo>
                <a:lnTo>
                  <a:pt x="1610909" y="2133801"/>
                </a:lnTo>
                <a:close/>
              </a:path>
              <a:path w="5142230" h="2300604">
                <a:moveTo>
                  <a:pt x="303766" y="1099326"/>
                </a:moveTo>
                <a:lnTo>
                  <a:pt x="292788" y="1087574"/>
                </a:lnTo>
                <a:lnTo>
                  <a:pt x="292996" y="1078707"/>
                </a:lnTo>
                <a:lnTo>
                  <a:pt x="298654" y="1073239"/>
                </a:lnTo>
                <a:lnTo>
                  <a:pt x="304416" y="1067765"/>
                </a:lnTo>
                <a:lnTo>
                  <a:pt x="313619" y="1067940"/>
                </a:lnTo>
                <a:lnTo>
                  <a:pt x="318991" y="1073690"/>
                </a:lnTo>
                <a:lnTo>
                  <a:pt x="324463" y="1079353"/>
                </a:lnTo>
                <a:lnTo>
                  <a:pt x="324290" y="1088463"/>
                </a:lnTo>
                <a:lnTo>
                  <a:pt x="318291" y="1094260"/>
                </a:lnTo>
                <a:lnTo>
                  <a:pt x="312872" y="1099495"/>
                </a:lnTo>
                <a:lnTo>
                  <a:pt x="303766" y="1099326"/>
                </a:lnTo>
                <a:close/>
              </a:path>
              <a:path w="5142230" h="2300604">
                <a:moveTo>
                  <a:pt x="1552720" y="2005728"/>
                </a:moveTo>
                <a:lnTo>
                  <a:pt x="1547527" y="2000169"/>
                </a:lnTo>
                <a:lnTo>
                  <a:pt x="1546896" y="1999298"/>
                </a:lnTo>
                <a:lnTo>
                  <a:pt x="1546313" y="1998381"/>
                </a:lnTo>
                <a:lnTo>
                  <a:pt x="1542346" y="1991495"/>
                </a:lnTo>
                <a:lnTo>
                  <a:pt x="1544628" y="1982697"/>
                </a:lnTo>
                <a:lnTo>
                  <a:pt x="1551514" y="1978730"/>
                </a:lnTo>
                <a:lnTo>
                  <a:pt x="1558350" y="1974709"/>
                </a:lnTo>
                <a:lnTo>
                  <a:pt x="1567153" y="1976996"/>
                </a:lnTo>
                <a:lnTo>
                  <a:pt x="1575136" y="1990723"/>
                </a:lnTo>
                <a:lnTo>
                  <a:pt x="1572854" y="1999520"/>
                </a:lnTo>
                <a:lnTo>
                  <a:pt x="1566013" y="2003536"/>
                </a:lnTo>
                <a:lnTo>
                  <a:pt x="1560085" y="2006965"/>
                </a:lnTo>
                <a:lnTo>
                  <a:pt x="1552720" y="2005728"/>
                </a:lnTo>
                <a:close/>
              </a:path>
              <a:path w="5142230" h="2300604">
                <a:moveTo>
                  <a:pt x="121260" y="795264"/>
                </a:moveTo>
                <a:lnTo>
                  <a:pt x="116163" y="789808"/>
                </a:lnTo>
                <a:lnTo>
                  <a:pt x="115132" y="788215"/>
                </a:lnTo>
                <a:lnTo>
                  <a:pt x="114487" y="786351"/>
                </a:lnTo>
                <a:lnTo>
                  <a:pt x="111715" y="778888"/>
                </a:lnTo>
                <a:lnTo>
                  <a:pt x="115589" y="770621"/>
                </a:lnTo>
                <a:lnTo>
                  <a:pt x="122999" y="767899"/>
                </a:lnTo>
                <a:lnTo>
                  <a:pt x="130503" y="765180"/>
                </a:lnTo>
                <a:lnTo>
                  <a:pt x="138729" y="769001"/>
                </a:lnTo>
                <a:lnTo>
                  <a:pt x="144170" y="783916"/>
                </a:lnTo>
                <a:lnTo>
                  <a:pt x="140345" y="792146"/>
                </a:lnTo>
                <a:lnTo>
                  <a:pt x="132891" y="794909"/>
                </a:lnTo>
                <a:lnTo>
                  <a:pt x="127293" y="796942"/>
                </a:lnTo>
                <a:lnTo>
                  <a:pt x="121260" y="795264"/>
                </a:lnTo>
                <a:close/>
              </a:path>
              <a:path w="5142230" h="2300604">
                <a:moveTo>
                  <a:pt x="1585102" y="2068250"/>
                </a:moveTo>
                <a:lnTo>
                  <a:pt x="1579955" y="2062740"/>
                </a:lnTo>
                <a:lnTo>
                  <a:pt x="1579094" y="2061526"/>
                </a:lnTo>
                <a:lnTo>
                  <a:pt x="1578441" y="2060044"/>
                </a:lnTo>
                <a:lnTo>
                  <a:pt x="1575098" y="2052849"/>
                </a:lnTo>
                <a:lnTo>
                  <a:pt x="1578269" y="2044318"/>
                </a:lnTo>
                <a:lnTo>
                  <a:pt x="1585505" y="2041019"/>
                </a:lnTo>
                <a:lnTo>
                  <a:pt x="1592705" y="2037681"/>
                </a:lnTo>
                <a:lnTo>
                  <a:pt x="1601232" y="2040846"/>
                </a:lnTo>
                <a:lnTo>
                  <a:pt x="1607873" y="2055287"/>
                </a:lnTo>
                <a:lnTo>
                  <a:pt x="1604699" y="2063813"/>
                </a:lnTo>
                <a:lnTo>
                  <a:pt x="1597458" y="2067108"/>
                </a:lnTo>
                <a:lnTo>
                  <a:pt x="1591707" y="2069749"/>
                </a:lnTo>
                <a:lnTo>
                  <a:pt x="1585102" y="2068250"/>
                </a:lnTo>
                <a:close/>
              </a:path>
              <a:path w="5142230" h="2300604">
                <a:moveTo>
                  <a:pt x="460023" y="1232678"/>
                </a:moveTo>
                <a:lnTo>
                  <a:pt x="454785" y="1227070"/>
                </a:lnTo>
                <a:lnTo>
                  <a:pt x="454196" y="1219402"/>
                </a:lnTo>
                <a:lnTo>
                  <a:pt x="462916" y="1207330"/>
                </a:lnTo>
                <a:lnTo>
                  <a:pt x="471888" y="1205889"/>
                </a:lnTo>
                <a:lnTo>
                  <a:pt x="484790" y="1215203"/>
                </a:lnTo>
                <a:lnTo>
                  <a:pt x="486231" y="1224175"/>
                </a:lnTo>
                <a:lnTo>
                  <a:pt x="481569" y="1230621"/>
                </a:lnTo>
                <a:lnTo>
                  <a:pt x="476871" y="1237028"/>
                </a:lnTo>
                <a:lnTo>
                  <a:pt x="467895" y="1238464"/>
                </a:lnTo>
                <a:lnTo>
                  <a:pt x="461494" y="1233861"/>
                </a:lnTo>
                <a:lnTo>
                  <a:pt x="460023" y="1232678"/>
                </a:lnTo>
                <a:close/>
              </a:path>
              <a:path w="5142230" h="2300604">
                <a:moveTo>
                  <a:pt x="1471413" y="1890833"/>
                </a:moveTo>
                <a:lnTo>
                  <a:pt x="1465719" y="1884738"/>
                </a:lnTo>
                <a:lnTo>
                  <a:pt x="1460641" y="1878715"/>
                </a:lnTo>
                <a:lnTo>
                  <a:pt x="1461375" y="1869629"/>
                </a:lnTo>
                <a:lnTo>
                  <a:pt x="1472404" y="1860321"/>
                </a:lnTo>
                <a:lnTo>
                  <a:pt x="1473527" y="1859373"/>
                </a:lnTo>
                <a:lnTo>
                  <a:pt x="1482564" y="1860153"/>
                </a:lnTo>
                <a:lnTo>
                  <a:pt x="1492816" y="1872300"/>
                </a:lnTo>
                <a:lnTo>
                  <a:pt x="1492041" y="1881342"/>
                </a:lnTo>
                <a:lnTo>
                  <a:pt x="1481001" y="1890637"/>
                </a:lnTo>
                <a:lnTo>
                  <a:pt x="1480079" y="1891411"/>
                </a:lnTo>
                <a:lnTo>
                  <a:pt x="1471413" y="1890833"/>
                </a:lnTo>
                <a:close/>
              </a:path>
              <a:path w="5142230" h="2300604">
                <a:moveTo>
                  <a:pt x="764923" y="1415182"/>
                </a:moveTo>
                <a:lnTo>
                  <a:pt x="759776" y="1409672"/>
                </a:lnTo>
                <a:lnTo>
                  <a:pt x="758725" y="1403074"/>
                </a:lnTo>
                <a:lnTo>
                  <a:pt x="761604" y="1397554"/>
                </a:lnTo>
                <a:lnTo>
                  <a:pt x="765338" y="1390506"/>
                </a:lnTo>
                <a:lnTo>
                  <a:pt x="773974" y="1387825"/>
                </a:lnTo>
                <a:lnTo>
                  <a:pt x="788029" y="1395149"/>
                </a:lnTo>
                <a:lnTo>
                  <a:pt x="790755" y="1403834"/>
                </a:lnTo>
                <a:lnTo>
                  <a:pt x="787111" y="1410881"/>
                </a:lnTo>
                <a:lnTo>
                  <a:pt x="783382" y="1417935"/>
                </a:lnTo>
                <a:lnTo>
                  <a:pt x="774746" y="1420615"/>
                </a:lnTo>
                <a:lnTo>
                  <a:pt x="767694" y="1416976"/>
                </a:lnTo>
                <a:lnTo>
                  <a:pt x="766206" y="1416165"/>
                </a:lnTo>
                <a:lnTo>
                  <a:pt x="764923" y="1415182"/>
                </a:lnTo>
                <a:close/>
              </a:path>
              <a:path w="5142230" h="2300604">
                <a:moveTo>
                  <a:pt x="256492" y="1045602"/>
                </a:moveTo>
                <a:lnTo>
                  <a:pt x="250571" y="1039264"/>
                </a:lnTo>
                <a:lnTo>
                  <a:pt x="245684" y="1033045"/>
                </a:lnTo>
                <a:lnTo>
                  <a:pt x="246751" y="1024022"/>
                </a:lnTo>
                <a:lnTo>
                  <a:pt x="252910" y="1019081"/>
                </a:lnTo>
                <a:lnTo>
                  <a:pt x="259173" y="1014153"/>
                </a:lnTo>
                <a:lnTo>
                  <a:pt x="268201" y="1015216"/>
                </a:lnTo>
                <a:lnTo>
                  <a:pt x="278021" y="1027683"/>
                </a:lnTo>
                <a:lnTo>
                  <a:pt x="276958" y="1036711"/>
                </a:lnTo>
                <a:lnTo>
                  <a:pt x="270795" y="1041647"/>
                </a:lnTo>
                <a:lnTo>
                  <a:pt x="264829" y="1046306"/>
                </a:lnTo>
                <a:lnTo>
                  <a:pt x="256492" y="1045602"/>
                </a:lnTo>
                <a:close/>
              </a:path>
              <a:path w="5142230" h="2300604">
                <a:moveTo>
                  <a:pt x="640049" y="1347194"/>
                </a:moveTo>
                <a:lnTo>
                  <a:pt x="634907" y="1341689"/>
                </a:lnTo>
                <a:lnTo>
                  <a:pt x="633907" y="1334852"/>
                </a:lnTo>
                <a:lnTo>
                  <a:pt x="637122" y="1329301"/>
                </a:lnTo>
                <a:lnTo>
                  <a:pt x="641041" y="1322353"/>
                </a:lnTo>
                <a:lnTo>
                  <a:pt x="649803" y="1320003"/>
                </a:lnTo>
                <a:lnTo>
                  <a:pt x="656710" y="1323878"/>
                </a:lnTo>
                <a:lnTo>
                  <a:pt x="663610" y="1327842"/>
                </a:lnTo>
                <a:lnTo>
                  <a:pt x="666004" y="1336563"/>
                </a:lnTo>
                <a:lnTo>
                  <a:pt x="662085" y="1343511"/>
                </a:lnTo>
                <a:lnTo>
                  <a:pt x="658169" y="1350365"/>
                </a:lnTo>
                <a:lnTo>
                  <a:pt x="649400" y="1352804"/>
                </a:lnTo>
                <a:lnTo>
                  <a:pt x="642495" y="1348845"/>
                </a:lnTo>
                <a:lnTo>
                  <a:pt x="641202" y="1348135"/>
                </a:lnTo>
                <a:lnTo>
                  <a:pt x="640049" y="1347194"/>
                </a:lnTo>
                <a:close/>
              </a:path>
              <a:path w="5142230" h="2300604">
                <a:moveTo>
                  <a:pt x="1200231" y="1655473"/>
                </a:moveTo>
                <a:lnTo>
                  <a:pt x="1194203" y="1649020"/>
                </a:lnTo>
                <a:lnTo>
                  <a:pt x="1193425" y="1641833"/>
                </a:lnTo>
                <a:lnTo>
                  <a:pt x="1197204" y="1636202"/>
                </a:lnTo>
                <a:lnTo>
                  <a:pt x="1201585" y="1629553"/>
                </a:lnTo>
                <a:lnTo>
                  <a:pt x="1210521" y="1627780"/>
                </a:lnTo>
                <a:lnTo>
                  <a:pt x="1223725" y="1636539"/>
                </a:lnTo>
                <a:lnTo>
                  <a:pt x="1225498" y="1645474"/>
                </a:lnTo>
                <a:lnTo>
                  <a:pt x="1221166" y="1652078"/>
                </a:lnTo>
                <a:lnTo>
                  <a:pt x="1216740" y="1658678"/>
                </a:lnTo>
                <a:lnTo>
                  <a:pt x="1207849" y="1660500"/>
                </a:lnTo>
                <a:lnTo>
                  <a:pt x="1200231" y="1655473"/>
                </a:lnTo>
                <a:close/>
              </a:path>
              <a:path w="5142230" h="2300604">
                <a:moveTo>
                  <a:pt x="578728" y="1311168"/>
                </a:moveTo>
                <a:lnTo>
                  <a:pt x="573581" y="1305658"/>
                </a:lnTo>
                <a:lnTo>
                  <a:pt x="572685" y="1298551"/>
                </a:lnTo>
                <a:lnTo>
                  <a:pt x="576165" y="1292892"/>
                </a:lnTo>
                <a:lnTo>
                  <a:pt x="580188" y="1286144"/>
                </a:lnTo>
                <a:lnTo>
                  <a:pt x="588817" y="1284052"/>
                </a:lnTo>
                <a:lnTo>
                  <a:pt x="589047" y="1283996"/>
                </a:lnTo>
                <a:lnTo>
                  <a:pt x="602599" y="1292247"/>
                </a:lnTo>
                <a:lnTo>
                  <a:pt x="604747" y="1301105"/>
                </a:lnTo>
                <a:lnTo>
                  <a:pt x="600651" y="1307854"/>
                </a:lnTo>
                <a:lnTo>
                  <a:pt x="596492" y="1314652"/>
                </a:lnTo>
                <a:lnTo>
                  <a:pt x="587742" y="1316809"/>
                </a:lnTo>
                <a:lnTo>
                  <a:pt x="580894" y="1312705"/>
                </a:lnTo>
                <a:lnTo>
                  <a:pt x="579780" y="1312001"/>
                </a:lnTo>
                <a:lnTo>
                  <a:pt x="578728" y="1311168"/>
                </a:lnTo>
                <a:close/>
              </a:path>
              <a:path w="5142230" h="2300604">
                <a:moveTo>
                  <a:pt x="1139703" y="1616778"/>
                </a:moveTo>
                <a:lnTo>
                  <a:pt x="1134506" y="1611214"/>
                </a:lnTo>
                <a:lnTo>
                  <a:pt x="1133665" y="1604156"/>
                </a:lnTo>
                <a:lnTo>
                  <a:pt x="1137104" y="1598453"/>
                </a:lnTo>
                <a:lnTo>
                  <a:pt x="1141289" y="1591790"/>
                </a:lnTo>
                <a:lnTo>
                  <a:pt x="1149841" y="1589704"/>
                </a:lnTo>
                <a:lnTo>
                  <a:pt x="1150064" y="1589650"/>
                </a:lnTo>
                <a:lnTo>
                  <a:pt x="1163616" y="1597900"/>
                </a:lnTo>
                <a:lnTo>
                  <a:pt x="1165769" y="1606755"/>
                </a:lnTo>
                <a:lnTo>
                  <a:pt x="1161574" y="1613504"/>
                </a:lnTo>
                <a:lnTo>
                  <a:pt x="1157477" y="1620262"/>
                </a:lnTo>
                <a:lnTo>
                  <a:pt x="1148623" y="1622416"/>
                </a:lnTo>
                <a:lnTo>
                  <a:pt x="1141870" y="1618315"/>
                </a:lnTo>
                <a:lnTo>
                  <a:pt x="1140715" y="1617567"/>
                </a:lnTo>
                <a:lnTo>
                  <a:pt x="1139703" y="1616778"/>
                </a:lnTo>
                <a:close/>
              </a:path>
              <a:path w="5142230" h="2300604">
                <a:moveTo>
                  <a:pt x="1078660" y="1580756"/>
                </a:moveTo>
                <a:lnTo>
                  <a:pt x="1073558" y="1575295"/>
                </a:lnTo>
                <a:lnTo>
                  <a:pt x="1072518" y="1568414"/>
                </a:lnTo>
                <a:lnTo>
                  <a:pt x="1079693" y="1555959"/>
                </a:lnTo>
                <a:lnTo>
                  <a:pt x="1088462" y="1553519"/>
                </a:lnTo>
                <a:lnTo>
                  <a:pt x="1102216" y="1561399"/>
                </a:lnTo>
                <a:lnTo>
                  <a:pt x="1104655" y="1570169"/>
                </a:lnTo>
                <a:lnTo>
                  <a:pt x="1096726" y="1583968"/>
                </a:lnTo>
                <a:lnTo>
                  <a:pt x="1088001" y="1586357"/>
                </a:lnTo>
                <a:lnTo>
                  <a:pt x="1081057" y="1582443"/>
                </a:lnTo>
                <a:lnTo>
                  <a:pt x="1079808" y="1581692"/>
                </a:lnTo>
                <a:lnTo>
                  <a:pt x="1078660" y="1580756"/>
                </a:lnTo>
                <a:close/>
              </a:path>
              <a:path w="5142230" h="2300604">
                <a:moveTo>
                  <a:pt x="1257512" y="1695091"/>
                </a:moveTo>
                <a:lnTo>
                  <a:pt x="1252278" y="1689488"/>
                </a:lnTo>
                <a:lnTo>
                  <a:pt x="1251689" y="1681820"/>
                </a:lnTo>
                <a:lnTo>
                  <a:pt x="1255846" y="1676202"/>
                </a:lnTo>
                <a:lnTo>
                  <a:pt x="1260504" y="1669751"/>
                </a:lnTo>
                <a:lnTo>
                  <a:pt x="1269475" y="1668310"/>
                </a:lnTo>
                <a:lnTo>
                  <a:pt x="1282328" y="1677670"/>
                </a:lnTo>
                <a:lnTo>
                  <a:pt x="1283721" y="1686687"/>
                </a:lnTo>
                <a:lnTo>
                  <a:pt x="1279013" y="1693085"/>
                </a:lnTo>
                <a:lnTo>
                  <a:pt x="1274405" y="1699490"/>
                </a:lnTo>
                <a:lnTo>
                  <a:pt x="1265438" y="1700936"/>
                </a:lnTo>
                <a:lnTo>
                  <a:pt x="1258987" y="1696279"/>
                </a:lnTo>
                <a:lnTo>
                  <a:pt x="1257512" y="1695091"/>
                </a:lnTo>
                <a:close/>
              </a:path>
              <a:path w="5142230" h="2300604">
                <a:moveTo>
                  <a:pt x="1629704" y="2201719"/>
                </a:moveTo>
                <a:lnTo>
                  <a:pt x="1624644" y="2196301"/>
                </a:lnTo>
                <a:lnTo>
                  <a:pt x="1623351" y="2194039"/>
                </a:lnTo>
                <a:lnTo>
                  <a:pt x="1622778" y="2191470"/>
                </a:lnTo>
                <a:lnTo>
                  <a:pt x="1621111" y="2183723"/>
                </a:lnTo>
                <a:lnTo>
                  <a:pt x="1625948" y="2175999"/>
                </a:lnTo>
                <a:lnTo>
                  <a:pt x="1633705" y="2174332"/>
                </a:lnTo>
                <a:lnTo>
                  <a:pt x="1641456" y="2172561"/>
                </a:lnTo>
                <a:lnTo>
                  <a:pt x="1649131" y="2177453"/>
                </a:lnTo>
                <a:lnTo>
                  <a:pt x="1652613" y="2192910"/>
                </a:lnTo>
                <a:lnTo>
                  <a:pt x="1647725" y="2200581"/>
                </a:lnTo>
                <a:lnTo>
                  <a:pt x="1639974" y="2202352"/>
                </a:lnTo>
                <a:lnTo>
                  <a:pt x="1634832" y="2203494"/>
                </a:lnTo>
                <a:lnTo>
                  <a:pt x="1629704" y="2201719"/>
                </a:lnTo>
                <a:close/>
              </a:path>
              <a:path w="5142230" h="2300604">
                <a:moveTo>
                  <a:pt x="1368203" y="1784454"/>
                </a:moveTo>
                <a:lnTo>
                  <a:pt x="1362277" y="1778110"/>
                </a:lnTo>
                <a:lnTo>
                  <a:pt x="1362141" y="1769755"/>
                </a:lnTo>
                <a:lnTo>
                  <a:pt x="1367147" y="1764165"/>
                </a:lnTo>
                <a:lnTo>
                  <a:pt x="1372494" y="1758257"/>
                </a:lnTo>
                <a:lnTo>
                  <a:pt x="1381573" y="1757811"/>
                </a:lnTo>
                <a:lnTo>
                  <a:pt x="1393344" y="1768456"/>
                </a:lnTo>
                <a:lnTo>
                  <a:pt x="1393839" y="1777490"/>
                </a:lnTo>
                <a:lnTo>
                  <a:pt x="1383189" y="1789256"/>
                </a:lnTo>
                <a:lnTo>
                  <a:pt x="1374111" y="1789801"/>
                </a:lnTo>
                <a:lnTo>
                  <a:pt x="1368203" y="1784454"/>
                </a:lnTo>
                <a:close/>
              </a:path>
              <a:path w="5142230" h="2300604">
                <a:moveTo>
                  <a:pt x="215010" y="987404"/>
                </a:moveTo>
                <a:lnTo>
                  <a:pt x="209122" y="981102"/>
                </a:lnTo>
                <a:lnTo>
                  <a:pt x="208623" y="980372"/>
                </a:lnTo>
                <a:lnTo>
                  <a:pt x="204367" y="973665"/>
                </a:lnTo>
                <a:lnTo>
                  <a:pt x="206279" y="964765"/>
                </a:lnTo>
                <a:lnTo>
                  <a:pt x="212982" y="960504"/>
                </a:lnTo>
                <a:lnTo>
                  <a:pt x="219648" y="956203"/>
                </a:lnTo>
                <a:lnTo>
                  <a:pt x="228504" y="958157"/>
                </a:lnTo>
                <a:lnTo>
                  <a:pt x="237110" y="971485"/>
                </a:lnTo>
                <a:lnTo>
                  <a:pt x="235158" y="980430"/>
                </a:lnTo>
                <a:lnTo>
                  <a:pt x="228446" y="984682"/>
                </a:lnTo>
                <a:lnTo>
                  <a:pt x="222609" y="988501"/>
                </a:lnTo>
                <a:lnTo>
                  <a:pt x="215010" y="987404"/>
                </a:lnTo>
                <a:close/>
              </a:path>
              <a:path w="5142230" h="2300604">
                <a:moveTo>
                  <a:pt x="1314248" y="1738524"/>
                </a:moveTo>
                <a:lnTo>
                  <a:pt x="1308508" y="1732380"/>
                </a:lnTo>
                <a:lnTo>
                  <a:pt x="1308072" y="1724387"/>
                </a:lnTo>
                <a:lnTo>
                  <a:pt x="1312651" y="1718731"/>
                </a:lnTo>
                <a:lnTo>
                  <a:pt x="1317586" y="1712578"/>
                </a:lnTo>
                <a:lnTo>
                  <a:pt x="1326636" y="1711611"/>
                </a:lnTo>
                <a:lnTo>
                  <a:pt x="1338993" y="1721516"/>
                </a:lnTo>
                <a:lnTo>
                  <a:pt x="1339964" y="1730571"/>
                </a:lnTo>
                <a:lnTo>
                  <a:pt x="1330055" y="1742933"/>
                </a:lnTo>
                <a:lnTo>
                  <a:pt x="1321005" y="1743900"/>
                </a:lnTo>
                <a:lnTo>
                  <a:pt x="1314801" y="1738921"/>
                </a:lnTo>
                <a:lnTo>
                  <a:pt x="1314248" y="1738524"/>
                </a:lnTo>
                <a:close/>
              </a:path>
              <a:path w="5142230" h="2300604">
                <a:moveTo>
                  <a:pt x="178857" y="925734"/>
                </a:moveTo>
                <a:lnTo>
                  <a:pt x="173660" y="920170"/>
                </a:lnTo>
                <a:lnTo>
                  <a:pt x="172941" y="919117"/>
                </a:lnTo>
                <a:lnTo>
                  <a:pt x="168638" y="910982"/>
                </a:lnTo>
                <a:lnTo>
                  <a:pt x="171348" y="902251"/>
                </a:lnTo>
                <a:lnTo>
                  <a:pt x="185333" y="894838"/>
                </a:lnTo>
                <a:lnTo>
                  <a:pt x="194074" y="897548"/>
                </a:lnTo>
                <a:lnTo>
                  <a:pt x="201433" y="911584"/>
                </a:lnTo>
                <a:lnTo>
                  <a:pt x="198772" y="920279"/>
                </a:lnTo>
                <a:lnTo>
                  <a:pt x="185892" y="927106"/>
                </a:lnTo>
                <a:lnTo>
                  <a:pt x="178857" y="925734"/>
                </a:lnTo>
                <a:close/>
              </a:path>
              <a:path w="5142230" h="2300604">
                <a:moveTo>
                  <a:pt x="827963" y="1447868"/>
                </a:moveTo>
                <a:lnTo>
                  <a:pt x="822866" y="1442412"/>
                </a:lnTo>
                <a:lnTo>
                  <a:pt x="821767" y="1435859"/>
                </a:lnTo>
                <a:lnTo>
                  <a:pt x="824646" y="1430339"/>
                </a:lnTo>
                <a:lnTo>
                  <a:pt x="828240" y="1423239"/>
                </a:lnTo>
                <a:lnTo>
                  <a:pt x="836925" y="1420513"/>
                </a:lnTo>
                <a:lnTo>
                  <a:pt x="851029" y="1427791"/>
                </a:lnTo>
                <a:lnTo>
                  <a:pt x="853803" y="1436430"/>
                </a:lnTo>
                <a:lnTo>
                  <a:pt x="846520" y="1450530"/>
                </a:lnTo>
                <a:lnTo>
                  <a:pt x="838047" y="1453286"/>
                </a:lnTo>
                <a:lnTo>
                  <a:pt x="837837" y="1453355"/>
                </a:lnTo>
                <a:lnTo>
                  <a:pt x="830785" y="1449715"/>
                </a:lnTo>
                <a:lnTo>
                  <a:pt x="829297" y="1448905"/>
                </a:lnTo>
                <a:lnTo>
                  <a:pt x="827963" y="1447868"/>
                </a:lnTo>
                <a:close/>
              </a:path>
              <a:path w="5142230" h="2300604">
                <a:moveTo>
                  <a:pt x="1514708" y="1946563"/>
                </a:moveTo>
                <a:lnTo>
                  <a:pt x="1508501" y="1939918"/>
                </a:lnTo>
                <a:lnTo>
                  <a:pt x="1503911" y="1933441"/>
                </a:lnTo>
                <a:lnTo>
                  <a:pt x="1505440" y="1924424"/>
                </a:lnTo>
                <a:lnTo>
                  <a:pt x="1511879" y="1919879"/>
                </a:lnTo>
                <a:lnTo>
                  <a:pt x="1518316" y="1915236"/>
                </a:lnTo>
                <a:lnTo>
                  <a:pt x="1527328" y="1916770"/>
                </a:lnTo>
                <a:lnTo>
                  <a:pt x="1536561" y="1929685"/>
                </a:lnTo>
                <a:lnTo>
                  <a:pt x="1534986" y="1938653"/>
                </a:lnTo>
                <a:lnTo>
                  <a:pt x="1528499" y="1943243"/>
                </a:lnTo>
                <a:lnTo>
                  <a:pt x="1522600" y="1947484"/>
                </a:lnTo>
                <a:lnTo>
                  <a:pt x="1514708" y="1946563"/>
                </a:lnTo>
                <a:close/>
              </a:path>
              <a:path w="5142230" h="2300604">
                <a:moveTo>
                  <a:pt x="62488" y="590031"/>
                </a:moveTo>
                <a:lnTo>
                  <a:pt x="57432" y="584618"/>
                </a:lnTo>
                <a:lnTo>
                  <a:pt x="56185" y="582404"/>
                </a:lnTo>
                <a:lnTo>
                  <a:pt x="55615" y="579741"/>
                </a:lnTo>
                <a:lnTo>
                  <a:pt x="53894" y="572034"/>
                </a:lnTo>
                <a:lnTo>
                  <a:pt x="58782" y="564364"/>
                </a:lnTo>
                <a:lnTo>
                  <a:pt x="74289" y="560926"/>
                </a:lnTo>
                <a:lnTo>
                  <a:pt x="81960" y="565814"/>
                </a:lnTo>
                <a:lnTo>
                  <a:pt x="83632" y="573566"/>
                </a:lnTo>
                <a:lnTo>
                  <a:pt x="85398" y="581321"/>
                </a:lnTo>
                <a:lnTo>
                  <a:pt x="80510" y="588992"/>
                </a:lnTo>
                <a:lnTo>
                  <a:pt x="67567" y="591851"/>
                </a:lnTo>
                <a:lnTo>
                  <a:pt x="62488" y="590031"/>
                </a:lnTo>
                <a:close/>
              </a:path>
              <a:path w="5142230" h="2300604">
                <a:moveTo>
                  <a:pt x="891109" y="1480373"/>
                </a:moveTo>
                <a:lnTo>
                  <a:pt x="885967" y="1474868"/>
                </a:lnTo>
                <a:lnTo>
                  <a:pt x="884913" y="1468364"/>
                </a:lnTo>
                <a:lnTo>
                  <a:pt x="887742" y="1462791"/>
                </a:lnTo>
                <a:lnTo>
                  <a:pt x="891386" y="1455744"/>
                </a:lnTo>
                <a:lnTo>
                  <a:pt x="900066" y="1453013"/>
                </a:lnTo>
                <a:lnTo>
                  <a:pt x="914129" y="1460247"/>
                </a:lnTo>
                <a:lnTo>
                  <a:pt x="916949" y="1468936"/>
                </a:lnTo>
                <a:lnTo>
                  <a:pt x="909666" y="1483035"/>
                </a:lnTo>
                <a:lnTo>
                  <a:pt x="901127" y="1485721"/>
                </a:lnTo>
                <a:lnTo>
                  <a:pt x="900986" y="1485765"/>
                </a:lnTo>
                <a:lnTo>
                  <a:pt x="893881" y="1482167"/>
                </a:lnTo>
                <a:lnTo>
                  <a:pt x="892402" y="1481366"/>
                </a:lnTo>
                <a:lnTo>
                  <a:pt x="891109" y="1480373"/>
                </a:lnTo>
                <a:close/>
              </a:path>
              <a:path w="5142230" h="2300604">
                <a:moveTo>
                  <a:pt x="147857" y="861465"/>
                </a:moveTo>
                <a:lnTo>
                  <a:pt x="142709" y="855955"/>
                </a:lnTo>
                <a:lnTo>
                  <a:pt x="141811" y="854602"/>
                </a:lnTo>
                <a:lnTo>
                  <a:pt x="137952" y="845789"/>
                </a:lnTo>
                <a:lnTo>
                  <a:pt x="141267" y="837305"/>
                </a:lnTo>
                <a:lnTo>
                  <a:pt x="155833" y="831003"/>
                </a:lnTo>
                <a:lnTo>
                  <a:pt x="164313" y="834313"/>
                </a:lnTo>
                <a:lnTo>
                  <a:pt x="170664" y="848834"/>
                </a:lnTo>
                <a:lnTo>
                  <a:pt x="167349" y="857318"/>
                </a:lnTo>
                <a:lnTo>
                  <a:pt x="160071" y="860464"/>
                </a:lnTo>
                <a:lnTo>
                  <a:pt x="154363" y="862966"/>
                </a:lnTo>
                <a:lnTo>
                  <a:pt x="147857" y="861465"/>
                </a:lnTo>
                <a:close/>
              </a:path>
              <a:path w="5142230" h="2300604">
                <a:moveTo>
                  <a:pt x="1641169" y="2271271"/>
                </a:moveTo>
                <a:lnTo>
                  <a:pt x="1636159" y="2265907"/>
                </a:lnTo>
                <a:lnTo>
                  <a:pt x="1634791" y="2263076"/>
                </a:lnTo>
                <a:lnTo>
                  <a:pt x="1633466" y="2252078"/>
                </a:lnTo>
                <a:lnTo>
                  <a:pt x="1639138" y="2244953"/>
                </a:lnTo>
                <a:lnTo>
                  <a:pt x="1647007" y="2243994"/>
                </a:lnTo>
                <a:lnTo>
                  <a:pt x="1654922" y="2243083"/>
                </a:lnTo>
                <a:lnTo>
                  <a:pt x="1662042" y="2248750"/>
                </a:lnTo>
                <a:lnTo>
                  <a:pt x="1662912" y="2256621"/>
                </a:lnTo>
                <a:lnTo>
                  <a:pt x="1663872" y="2264490"/>
                </a:lnTo>
                <a:lnTo>
                  <a:pt x="1658200" y="2271615"/>
                </a:lnTo>
                <a:lnTo>
                  <a:pt x="1650331" y="2272574"/>
                </a:lnTo>
                <a:lnTo>
                  <a:pt x="1645593" y="2273074"/>
                </a:lnTo>
                <a:lnTo>
                  <a:pt x="1641169" y="2271271"/>
                </a:lnTo>
                <a:close/>
              </a:path>
              <a:path w="5142230" h="2300604">
                <a:moveTo>
                  <a:pt x="1418673" y="1832910"/>
                </a:moveTo>
                <a:lnTo>
                  <a:pt x="1413207" y="1827059"/>
                </a:lnTo>
                <a:lnTo>
                  <a:pt x="1413364" y="1818137"/>
                </a:lnTo>
                <a:lnTo>
                  <a:pt x="1418937" y="1812666"/>
                </a:lnTo>
                <a:lnTo>
                  <a:pt x="1419417" y="1812202"/>
                </a:lnTo>
                <a:lnTo>
                  <a:pt x="1424648" y="1807148"/>
                </a:lnTo>
                <a:lnTo>
                  <a:pt x="1433757" y="1807222"/>
                </a:lnTo>
                <a:lnTo>
                  <a:pt x="1444838" y="1818594"/>
                </a:lnTo>
                <a:lnTo>
                  <a:pt x="1444768" y="1827708"/>
                </a:lnTo>
                <a:lnTo>
                  <a:pt x="1444288" y="1828172"/>
                </a:lnTo>
                <a:lnTo>
                  <a:pt x="1439057" y="1833226"/>
                </a:lnTo>
                <a:lnTo>
                  <a:pt x="1433386" y="1838788"/>
                </a:lnTo>
                <a:lnTo>
                  <a:pt x="1424236" y="1838670"/>
                </a:lnTo>
                <a:lnTo>
                  <a:pt x="1418673" y="1832910"/>
                </a:lnTo>
                <a:close/>
              </a:path>
              <a:path w="5142230" h="2300604">
                <a:moveTo>
                  <a:pt x="1016710" y="1546403"/>
                </a:moveTo>
                <a:lnTo>
                  <a:pt x="1011563" y="1540893"/>
                </a:lnTo>
                <a:lnTo>
                  <a:pt x="1010516" y="1534201"/>
                </a:lnTo>
                <a:lnTo>
                  <a:pt x="1017317" y="1521639"/>
                </a:lnTo>
                <a:lnTo>
                  <a:pt x="1026044" y="1519056"/>
                </a:lnTo>
                <a:lnTo>
                  <a:pt x="1040044" y="1526614"/>
                </a:lnTo>
                <a:lnTo>
                  <a:pt x="1042627" y="1535341"/>
                </a:lnTo>
                <a:lnTo>
                  <a:pt x="1038802" y="1542293"/>
                </a:lnTo>
                <a:lnTo>
                  <a:pt x="1035023" y="1549293"/>
                </a:lnTo>
                <a:lnTo>
                  <a:pt x="1026296" y="1551875"/>
                </a:lnTo>
                <a:lnTo>
                  <a:pt x="1019296" y="1548096"/>
                </a:lnTo>
                <a:lnTo>
                  <a:pt x="1017953" y="1547342"/>
                </a:lnTo>
                <a:lnTo>
                  <a:pt x="1016710" y="1546403"/>
                </a:lnTo>
                <a:close/>
              </a:path>
              <a:path w="5142230" h="2300604">
                <a:moveTo>
                  <a:pt x="954065" y="1513065"/>
                </a:moveTo>
                <a:lnTo>
                  <a:pt x="948963" y="1507604"/>
                </a:lnTo>
                <a:lnTo>
                  <a:pt x="947867" y="1500958"/>
                </a:lnTo>
                <a:lnTo>
                  <a:pt x="950742" y="1495433"/>
                </a:lnTo>
                <a:lnTo>
                  <a:pt x="954480" y="1488389"/>
                </a:lnTo>
                <a:lnTo>
                  <a:pt x="963165" y="1485663"/>
                </a:lnTo>
                <a:lnTo>
                  <a:pt x="977217" y="1493081"/>
                </a:lnTo>
                <a:lnTo>
                  <a:pt x="979942" y="1501766"/>
                </a:lnTo>
                <a:lnTo>
                  <a:pt x="972568" y="1515768"/>
                </a:lnTo>
                <a:lnTo>
                  <a:pt x="963888" y="1518498"/>
                </a:lnTo>
                <a:lnTo>
                  <a:pt x="956832" y="1514854"/>
                </a:lnTo>
                <a:lnTo>
                  <a:pt x="955353" y="1514053"/>
                </a:lnTo>
                <a:lnTo>
                  <a:pt x="954065" y="1513065"/>
                </a:lnTo>
                <a:close/>
              </a:path>
              <a:path w="5142230" h="2300604">
                <a:moveTo>
                  <a:pt x="98542" y="727741"/>
                </a:moveTo>
                <a:lnTo>
                  <a:pt x="93486" y="722329"/>
                </a:lnTo>
                <a:lnTo>
                  <a:pt x="92370" y="720449"/>
                </a:lnTo>
                <a:lnTo>
                  <a:pt x="91636" y="718295"/>
                </a:lnTo>
                <a:lnTo>
                  <a:pt x="89351" y="710669"/>
                </a:lnTo>
                <a:lnTo>
                  <a:pt x="93637" y="702647"/>
                </a:lnTo>
                <a:lnTo>
                  <a:pt x="101174" y="700354"/>
                </a:lnTo>
                <a:lnTo>
                  <a:pt x="108760" y="698016"/>
                </a:lnTo>
                <a:lnTo>
                  <a:pt x="116781" y="702302"/>
                </a:lnTo>
                <a:lnTo>
                  <a:pt x="121453" y="717469"/>
                </a:lnTo>
                <a:lnTo>
                  <a:pt x="117172" y="725495"/>
                </a:lnTo>
                <a:lnTo>
                  <a:pt x="109635" y="727788"/>
                </a:lnTo>
                <a:lnTo>
                  <a:pt x="104195" y="729491"/>
                </a:lnTo>
                <a:lnTo>
                  <a:pt x="98542" y="727741"/>
                </a:lnTo>
                <a:close/>
              </a:path>
              <a:path w="5142230" h="2300604">
                <a:moveTo>
                  <a:pt x="0" y="168350"/>
                </a:moveTo>
                <a:lnTo>
                  <a:pt x="0" y="141614"/>
                </a:lnTo>
                <a:lnTo>
                  <a:pt x="5778" y="140978"/>
                </a:lnTo>
                <a:lnTo>
                  <a:pt x="13685" y="140157"/>
                </a:lnTo>
                <a:lnTo>
                  <a:pt x="20766" y="145879"/>
                </a:lnTo>
                <a:lnTo>
                  <a:pt x="22443" y="161652"/>
                </a:lnTo>
                <a:lnTo>
                  <a:pt x="16730" y="168732"/>
                </a:lnTo>
                <a:lnTo>
                  <a:pt x="8818" y="169549"/>
                </a:lnTo>
                <a:lnTo>
                  <a:pt x="4175" y="170052"/>
                </a:lnTo>
                <a:lnTo>
                  <a:pt x="0" y="168350"/>
                </a:lnTo>
                <a:close/>
              </a:path>
              <a:path w="5142230" h="2300604">
                <a:moveTo>
                  <a:pt x="518599" y="1273095"/>
                </a:moveTo>
                <a:lnTo>
                  <a:pt x="513411" y="1267542"/>
                </a:lnTo>
                <a:lnTo>
                  <a:pt x="512616" y="1260239"/>
                </a:lnTo>
                <a:lnTo>
                  <a:pt x="520736" y="1247916"/>
                </a:lnTo>
                <a:lnTo>
                  <a:pt x="529626" y="1246094"/>
                </a:lnTo>
                <a:lnTo>
                  <a:pt x="542869" y="1254806"/>
                </a:lnTo>
                <a:lnTo>
                  <a:pt x="544741" y="1263750"/>
                </a:lnTo>
                <a:lnTo>
                  <a:pt x="536033" y="1276998"/>
                </a:lnTo>
                <a:lnTo>
                  <a:pt x="527089" y="1278861"/>
                </a:lnTo>
                <a:lnTo>
                  <a:pt x="519476" y="1273838"/>
                </a:lnTo>
                <a:lnTo>
                  <a:pt x="518599" y="1273095"/>
                </a:lnTo>
                <a:close/>
              </a:path>
              <a:path w="5142230" h="2300604">
                <a:moveTo>
                  <a:pt x="35944" y="450284"/>
                </a:moveTo>
                <a:lnTo>
                  <a:pt x="30934" y="444920"/>
                </a:lnTo>
                <a:lnTo>
                  <a:pt x="29606" y="442325"/>
                </a:lnTo>
                <a:lnTo>
                  <a:pt x="29091" y="439428"/>
                </a:lnTo>
                <a:lnTo>
                  <a:pt x="27894" y="431598"/>
                </a:lnTo>
                <a:lnTo>
                  <a:pt x="33198" y="424178"/>
                </a:lnTo>
                <a:lnTo>
                  <a:pt x="48862" y="421689"/>
                </a:lnTo>
                <a:lnTo>
                  <a:pt x="56229" y="427034"/>
                </a:lnTo>
                <a:lnTo>
                  <a:pt x="58770" y="442657"/>
                </a:lnTo>
                <a:lnTo>
                  <a:pt x="53416" y="450024"/>
                </a:lnTo>
                <a:lnTo>
                  <a:pt x="45587" y="451320"/>
                </a:lnTo>
                <a:lnTo>
                  <a:pt x="40651" y="452096"/>
                </a:lnTo>
                <a:lnTo>
                  <a:pt x="35944" y="450284"/>
                </a:lnTo>
                <a:close/>
              </a:path>
              <a:path w="5142230" h="2300604">
                <a:moveTo>
                  <a:pt x="48242" y="520336"/>
                </a:moveTo>
                <a:lnTo>
                  <a:pt x="43186" y="514924"/>
                </a:lnTo>
                <a:lnTo>
                  <a:pt x="41852" y="512518"/>
                </a:lnTo>
                <a:lnTo>
                  <a:pt x="41379" y="509764"/>
                </a:lnTo>
                <a:lnTo>
                  <a:pt x="39899" y="501924"/>
                </a:lnTo>
                <a:lnTo>
                  <a:pt x="45063" y="494452"/>
                </a:lnTo>
                <a:lnTo>
                  <a:pt x="60649" y="491489"/>
                </a:lnTo>
                <a:lnTo>
                  <a:pt x="68121" y="496653"/>
                </a:lnTo>
                <a:lnTo>
                  <a:pt x="69650" y="504447"/>
                </a:lnTo>
                <a:lnTo>
                  <a:pt x="71084" y="512238"/>
                </a:lnTo>
                <a:lnTo>
                  <a:pt x="65965" y="519759"/>
                </a:lnTo>
                <a:lnTo>
                  <a:pt x="58174" y="521194"/>
                </a:lnTo>
                <a:lnTo>
                  <a:pt x="53137" y="522155"/>
                </a:lnTo>
                <a:lnTo>
                  <a:pt x="48242" y="520336"/>
                </a:lnTo>
                <a:close/>
              </a:path>
              <a:path w="5142230" h="2300604">
                <a:moveTo>
                  <a:pt x="0" y="99052"/>
                </a:moveTo>
                <a:lnTo>
                  <a:pt x="0" y="70198"/>
                </a:lnTo>
                <a:lnTo>
                  <a:pt x="6223" y="69513"/>
                </a:lnTo>
                <a:lnTo>
                  <a:pt x="13303" y="75235"/>
                </a:lnTo>
                <a:lnTo>
                  <a:pt x="14981" y="91008"/>
                </a:lnTo>
                <a:lnTo>
                  <a:pt x="9268" y="98089"/>
                </a:lnTo>
                <a:lnTo>
                  <a:pt x="0" y="99052"/>
                </a:lnTo>
                <a:close/>
              </a:path>
              <a:path w="5142230" h="2300604">
                <a:moveTo>
                  <a:pt x="0" y="27599"/>
                </a:moveTo>
                <a:lnTo>
                  <a:pt x="0" y="0"/>
                </a:lnTo>
                <a:lnTo>
                  <a:pt x="5701" y="4539"/>
                </a:lnTo>
                <a:lnTo>
                  <a:pt x="7477" y="20321"/>
                </a:lnTo>
                <a:lnTo>
                  <a:pt x="1760" y="27396"/>
                </a:lnTo>
                <a:lnTo>
                  <a:pt x="0" y="27599"/>
                </a:lnTo>
                <a:close/>
              </a:path>
              <a:path w="5142230" h="2300604">
                <a:moveTo>
                  <a:pt x="25308" y="379957"/>
                </a:moveTo>
                <a:lnTo>
                  <a:pt x="20298" y="374593"/>
                </a:lnTo>
                <a:lnTo>
                  <a:pt x="18924" y="371950"/>
                </a:lnTo>
                <a:lnTo>
                  <a:pt x="17407" y="361040"/>
                </a:lnTo>
                <a:lnTo>
                  <a:pt x="22848" y="353766"/>
                </a:lnTo>
                <a:lnTo>
                  <a:pt x="30724" y="352618"/>
                </a:lnTo>
                <a:lnTo>
                  <a:pt x="38597" y="351564"/>
                </a:lnTo>
                <a:lnTo>
                  <a:pt x="45866" y="357000"/>
                </a:lnTo>
                <a:lnTo>
                  <a:pt x="46924" y="364877"/>
                </a:lnTo>
                <a:lnTo>
                  <a:pt x="48073" y="372753"/>
                </a:lnTo>
                <a:lnTo>
                  <a:pt x="42586" y="379978"/>
                </a:lnTo>
                <a:lnTo>
                  <a:pt x="34706" y="381122"/>
                </a:lnTo>
                <a:lnTo>
                  <a:pt x="29921" y="381766"/>
                </a:lnTo>
                <a:lnTo>
                  <a:pt x="25308" y="379957"/>
                </a:lnTo>
                <a:close/>
              </a:path>
              <a:path w="5142230" h="2300604">
                <a:moveTo>
                  <a:pt x="702186" y="1381747"/>
                </a:moveTo>
                <a:lnTo>
                  <a:pt x="697080" y="1376281"/>
                </a:lnTo>
                <a:lnTo>
                  <a:pt x="696038" y="1369593"/>
                </a:lnTo>
                <a:lnTo>
                  <a:pt x="702834" y="1357026"/>
                </a:lnTo>
                <a:lnTo>
                  <a:pt x="711566" y="1354448"/>
                </a:lnTo>
                <a:lnTo>
                  <a:pt x="718516" y="1358174"/>
                </a:lnTo>
                <a:lnTo>
                  <a:pt x="725472" y="1362003"/>
                </a:lnTo>
                <a:lnTo>
                  <a:pt x="728103" y="1370685"/>
                </a:lnTo>
                <a:lnTo>
                  <a:pt x="720545" y="1384685"/>
                </a:lnTo>
                <a:lnTo>
                  <a:pt x="711813" y="1387263"/>
                </a:lnTo>
                <a:lnTo>
                  <a:pt x="704818" y="1383489"/>
                </a:lnTo>
                <a:lnTo>
                  <a:pt x="703429" y="1382686"/>
                </a:lnTo>
                <a:lnTo>
                  <a:pt x="702186" y="1381747"/>
                </a:lnTo>
                <a:close/>
              </a:path>
              <a:path w="5142230" h="2300604">
                <a:moveTo>
                  <a:pt x="15900" y="309478"/>
                </a:moveTo>
                <a:lnTo>
                  <a:pt x="10894" y="304120"/>
                </a:lnTo>
                <a:lnTo>
                  <a:pt x="9568" y="301332"/>
                </a:lnTo>
                <a:lnTo>
                  <a:pt x="9113" y="298205"/>
                </a:lnTo>
                <a:lnTo>
                  <a:pt x="8153" y="290336"/>
                </a:lnTo>
                <a:lnTo>
                  <a:pt x="13779" y="283162"/>
                </a:lnTo>
                <a:lnTo>
                  <a:pt x="21649" y="282203"/>
                </a:lnTo>
                <a:lnTo>
                  <a:pt x="29473" y="281194"/>
                </a:lnTo>
                <a:lnTo>
                  <a:pt x="36695" y="286775"/>
                </a:lnTo>
                <a:lnTo>
                  <a:pt x="38659" y="302563"/>
                </a:lnTo>
                <a:lnTo>
                  <a:pt x="33082" y="309690"/>
                </a:lnTo>
                <a:lnTo>
                  <a:pt x="20423" y="311289"/>
                </a:lnTo>
                <a:lnTo>
                  <a:pt x="15900" y="309478"/>
                </a:lnTo>
                <a:close/>
              </a:path>
              <a:path w="5142230" h="2300604">
                <a:moveTo>
                  <a:pt x="7542" y="238951"/>
                </a:moveTo>
                <a:lnTo>
                  <a:pt x="2486" y="233538"/>
                </a:lnTo>
                <a:lnTo>
                  <a:pt x="1119" y="230706"/>
                </a:lnTo>
                <a:lnTo>
                  <a:pt x="0" y="219613"/>
                </a:lnTo>
                <a:lnTo>
                  <a:pt x="5563" y="212493"/>
                </a:lnTo>
                <a:lnTo>
                  <a:pt x="13429" y="211628"/>
                </a:lnTo>
                <a:lnTo>
                  <a:pt x="21344" y="210717"/>
                </a:lnTo>
                <a:lnTo>
                  <a:pt x="28468" y="216389"/>
                </a:lnTo>
                <a:lnTo>
                  <a:pt x="30240" y="232165"/>
                </a:lnTo>
                <a:lnTo>
                  <a:pt x="24573" y="239294"/>
                </a:lnTo>
                <a:lnTo>
                  <a:pt x="16658" y="240205"/>
                </a:lnTo>
                <a:lnTo>
                  <a:pt x="12014" y="240708"/>
                </a:lnTo>
                <a:lnTo>
                  <a:pt x="7542" y="238951"/>
                </a:lnTo>
                <a:close/>
              </a:path>
              <a:path w="5142230" h="2300604">
                <a:moveTo>
                  <a:pt x="1599470" y="1622560"/>
                </a:moveTo>
                <a:lnTo>
                  <a:pt x="1593714" y="1616399"/>
                </a:lnTo>
                <a:lnTo>
                  <a:pt x="1593124" y="1609121"/>
                </a:lnTo>
                <a:lnTo>
                  <a:pt x="1597045" y="1603641"/>
                </a:lnTo>
                <a:lnTo>
                  <a:pt x="1601549" y="1597417"/>
                </a:lnTo>
                <a:lnTo>
                  <a:pt x="1610286" y="1595920"/>
                </a:lnTo>
                <a:lnTo>
                  <a:pt x="1622820" y="1604939"/>
                </a:lnTo>
                <a:lnTo>
                  <a:pt x="1624227" y="1613678"/>
                </a:lnTo>
                <a:lnTo>
                  <a:pt x="1619719" y="1619898"/>
                </a:lnTo>
                <a:lnTo>
                  <a:pt x="1615257" y="1626166"/>
                </a:lnTo>
                <a:lnTo>
                  <a:pt x="1606523" y="1627569"/>
                </a:lnTo>
                <a:lnTo>
                  <a:pt x="1599470" y="1622560"/>
                </a:lnTo>
                <a:close/>
              </a:path>
              <a:path w="5142230" h="2300604">
                <a:moveTo>
                  <a:pt x="964734" y="1307783"/>
                </a:moveTo>
                <a:lnTo>
                  <a:pt x="959815" y="1302517"/>
                </a:lnTo>
                <a:lnTo>
                  <a:pt x="958599" y="1296622"/>
                </a:lnTo>
                <a:lnTo>
                  <a:pt x="963971" y="1284289"/>
                </a:lnTo>
                <a:lnTo>
                  <a:pt x="972205" y="1281081"/>
                </a:lnTo>
                <a:lnTo>
                  <a:pt x="986254" y="1287224"/>
                </a:lnTo>
                <a:lnTo>
                  <a:pt x="989561" y="1295457"/>
                </a:lnTo>
                <a:lnTo>
                  <a:pt x="986443" y="1302479"/>
                </a:lnTo>
                <a:lnTo>
                  <a:pt x="983365" y="1309546"/>
                </a:lnTo>
                <a:lnTo>
                  <a:pt x="975140" y="1312764"/>
                </a:lnTo>
                <a:lnTo>
                  <a:pt x="968069" y="1309691"/>
                </a:lnTo>
                <a:lnTo>
                  <a:pt x="966254" y="1308921"/>
                </a:lnTo>
                <a:lnTo>
                  <a:pt x="964734" y="1307783"/>
                </a:lnTo>
                <a:close/>
              </a:path>
              <a:path w="5142230" h="2300604">
                <a:moveTo>
                  <a:pt x="1095201" y="1363872"/>
                </a:moveTo>
                <a:lnTo>
                  <a:pt x="1090282" y="1358605"/>
                </a:lnTo>
                <a:lnTo>
                  <a:pt x="1089017" y="1352756"/>
                </a:lnTo>
                <a:lnTo>
                  <a:pt x="1091272" y="1347545"/>
                </a:lnTo>
                <a:lnTo>
                  <a:pt x="1094295" y="1340420"/>
                </a:lnTo>
                <a:lnTo>
                  <a:pt x="1102528" y="1337112"/>
                </a:lnTo>
                <a:lnTo>
                  <a:pt x="1109599" y="1340186"/>
                </a:lnTo>
                <a:lnTo>
                  <a:pt x="1116678" y="1343169"/>
                </a:lnTo>
                <a:lnTo>
                  <a:pt x="1119917" y="1351231"/>
                </a:lnTo>
                <a:lnTo>
                  <a:pt x="1116908" y="1358468"/>
                </a:lnTo>
                <a:lnTo>
                  <a:pt x="1113933" y="1365548"/>
                </a:lnTo>
                <a:lnTo>
                  <a:pt x="1105701" y="1368855"/>
                </a:lnTo>
                <a:lnTo>
                  <a:pt x="1098630" y="1365782"/>
                </a:lnTo>
                <a:lnTo>
                  <a:pt x="1096815" y="1365012"/>
                </a:lnTo>
                <a:lnTo>
                  <a:pt x="1095201" y="1363872"/>
                </a:lnTo>
                <a:close/>
              </a:path>
              <a:path w="5142230" h="2300604">
                <a:moveTo>
                  <a:pt x="1891611" y="2016224"/>
                </a:moveTo>
                <a:lnTo>
                  <a:pt x="1886692" y="2010958"/>
                </a:lnTo>
                <a:lnTo>
                  <a:pt x="1885579" y="2008985"/>
                </a:lnTo>
                <a:lnTo>
                  <a:pt x="1882836" y="1999402"/>
                </a:lnTo>
                <a:lnTo>
                  <a:pt x="1887153" y="1991708"/>
                </a:lnTo>
                <a:lnTo>
                  <a:pt x="1894549" y="1989557"/>
                </a:lnTo>
                <a:lnTo>
                  <a:pt x="1901981" y="1987444"/>
                </a:lnTo>
                <a:lnTo>
                  <a:pt x="1909675" y="1991771"/>
                </a:lnTo>
                <a:lnTo>
                  <a:pt x="1913885" y="2006639"/>
                </a:lnTo>
                <a:lnTo>
                  <a:pt x="1909568" y="2014333"/>
                </a:lnTo>
                <a:lnTo>
                  <a:pt x="1896931" y="2017911"/>
                </a:lnTo>
                <a:lnTo>
                  <a:pt x="1891611" y="2016224"/>
                </a:lnTo>
                <a:close/>
              </a:path>
              <a:path w="5142230" h="2300604">
                <a:moveTo>
                  <a:pt x="1655175" y="1665477"/>
                </a:moveTo>
                <a:lnTo>
                  <a:pt x="1649611" y="1659521"/>
                </a:lnTo>
                <a:lnTo>
                  <a:pt x="1649323" y="1651686"/>
                </a:lnTo>
                <a:lnTo>
                  <a:pt x="1653851" y="1646270"/>
                </a:lnTo>
                <a:lnTo>
                  <a:pt x="1658775" y="1640300"/>
                </a:lnTo>
                <a:lnTo>
                  <a:pt x="1667536" y="1639512"/>
                </a:lnTo>
                <a:lnTo>
                  <a:pt x="1679376" y="1649353"/>
                </a:lnTo>
                <a:lnTo>
                  <a:pt x="1680209" y="1658162"/>
                </a:lnTo>
                <a:lnTo>
                  <a:pt x="1675244" y="1664088"/>
                </a:lnTo>
                <a:lnTo>
                  <a:pt x="1670364" y="1670007"/>
                </a:lnTo>
                <a:lnTo>
                  <a:pt x="1661514" y="1670796"/>
                </a:lnTo>
                <a:lnTo>
                  <a:pt x="1655175" y="1665477"/>
                </a:lnTo>
                <a:close/>
              </a:path>
              <a:path w="5142230" h="2300604">
                <a:moveTo>
                  <a:pt x="1869100" y="1949412"/>
                </a:moveTo>
                <a:lnTo>
                  <a:pt x="1864135" y="1944097"/>
                </a:lnTo>
                <a:lnTo>
                  <a:pt x="1863191" y="1942696"/>
                </a:lnTo>
                <a:lnTo>
                  <a:pt x="1862540" y="1941021"/>
                </a:lnTo>
                <a:lnTo>
                  <a:pt x="1859669" y="1933842"/>
                </a:lnTo>
                <a:lnTo>
                  <a:pt x="1863155" y="1925746"/>
                </a:lnTo>
                <a:lnTo>
                  <a:pt x="1870285" y="1922920"/>
                </a:lnTo>
                <a:lnTo>
                  <a:pt x="1877419" y="1920000"/>
                </a:lnTo>
                <a:lnTo>
                  <a:pt x="1885515" y="1923486"/>
                </a:lnTo>
                <a:lnTo>
                  <a:pt x="1888435" y="1930620"/>
                </a:lnTo>
                <a:lnTo>
                  <a:pt x="1891256" y="1937745"/>
                </a:lnTo>
                <a:lnTo>
                  <a:pt x="1887816" y="1945890"/>
                </a:lnTo>
                <a:lnTo>
                  <a:pt x="1880685" y="1948716"/>
                </a:lnTo>
                <a:lnTo>
                  <a:pt x="1875185" y="1950941"/>
                </a:lnTo>
                <a:lnTo>
                  <a:pt x="1869100" y="1949412"/>
                </a:lnTo>
                <a:close/>
              </a:path>
              <a:path w="5142230" h="2300604">
                <a:moveTo>
                  <a:pt x="336437" y="872143"/>
                </a:moveTo>
                <a:lnTo>
                  <a:pt x="330733" y="866037"/>
                </a:lnTo>
                <a:lnTo>
                  <a:pt x="326063" y="858986"/>
                </a:lnTo>
                <a:lnTo>
                  <a:pt x="327822" y="850312"/>
                </a:lnTo>
                <a:lnTo>
                  <a:pt x="340665" y="841774"/>
                </a:lnTo>
                <a:lnTo>
                  <a:pt x="349344" y="843538"/>
                </a:lnTo>
                <a:lnTo>
                  <a:pt x="357828" y="856432"/>
                </a:lnTo>
                <a:lnTo>
                  <a:pt x="356069" y="865106"/>
                </a:lnTo>
                <a:lnTo>
                  <a:pt x="349599" y="869323"/>
                </a:lnTo>
                <a:lnTo>
                  <a:pt x="343851" y="873140"/>
                </a:lnTo>
                <a:lnTo>
                  <a:pt x="336437" y="872143"/>
                </a:lnTo>
                <a:close/>
              </a:path>
              <a:path w="5142230" h="2300604">
                <a:moveTo>
                  <a:pt x="586213" y="1112056"/>
                </a:moveTo>
                <a:lnTo>
                  <a:pt x="581203" y="1106693"/>
                </a:lnTo>
                <a:lnTo>
                  <a:pt x="580357" y="1099630"/>
                </a:lnTo>
                <a:lnTo>
                  <a:pt x="583942" y="1094181"/>
                </a:lnTo>
                <a:lnTo>
                  <a:pt x="588172" y="1087664"/>
                </a:lnTo>
                <a:lnTo>
                  <a:pt x="596784" y="1085837"/>
                </a:lnTo>
                <a:lnTo>
                  <a:pt x="603251" y="1090023"/>
                </a:lnTo>
                <a:lnTo>
                  <a:pt x="609714" y="1094303"/>
                </a:lnTo>
                <a:lnTo>
                  <a:pt x="611546" y="1102910"/>
                </a:lnTo>
                <a:lnTo>
                  <a:pt x="607360" y="1109377"/>
                </a:lnTo>
                <a:lnTo>
                  <a:pt x="603129" y="1115795"/>
                </a:lnTo>
                <a:lnTo>
                  <a:pt x="594521" y="1117626"/>
                </a:lnTo>
                <a:lnTo>
                  <a:pt x="588055" y="1113441"/>
                </a:lnTo>
                <a:lnTo>
                  <a:pt x="587085" y="1112794"/>
                </a:lnTo>
                <a:lnTo>
                  <a:pt x="586213" y="1112056"/>
                </a:lnTo>
                <a:close/>
              </a:path>
              <a:path w="5142230" h="2300604">
                <a:moveTo>
                  <a:pt x="1540119" y="1582584"/>
                </a:moveTo>
                <a:lnTo>
                  <a:pt x="1535109" y="1577220"/>
                </a:lnTo>
                <a:lnTo>
                  <a:pt x="1534260" y="1570251"/>
                </a:lnTo>
                <a:lnTo>
                  <a:pt x="1537473" y="1565090"/>
                </a:lnTo>
                <a:lnTo>
                  <a:pt x="1541611" y="1558572"/>
                </a:lnTo>
                <a:lnTo>
                  <a:pt x="1541796" y="1558281"/>
                </a:lnTo>
                <a:lnTo>
                  <a:pt x="1550361" y="1556306"/>
                </a:lnTo>
                <a:lnTo>
                  <a:pt x="1563396" y="1564492"/>
                </a:lnTo>
                <a:lnTo>
                  <a:pt x="1565416" y="1573106"/>
                </a:lnTo>
                <a:lnTo>
                  <a:pt x="1561460" y="1579331"/>
                </a:lnTo>
                <a:lnTo>
                  <a:pt x="1557359" y="1585888"/>
                </a:lnTo>
                <a:lnTo>
                  <a:pt x="1557176" y="1586181"/>
                </a:lnTo>
                <a:lnTo>
                  <a:pt x="1548570" y="1588112"/>
                </a:lnTo>
                <a:lnTo>
                  <a:pt x="1542100" y="1584020"/>
                </a:lnTo>
                <a:lnTo>
                  <a:pt x="1541032" y="1583365"/>
                </a:lnTo>
                <a:lnTo>
                  <a:pt x="1540119" y="1582584"/>
                </a:lnTo>
                <a:close/>
              </a:path>
              <a:path w="5142230" h="2300604">
                <a:moveTo>
                  <a:pt x="708462" y="1184761"/>
                </a:moveTo>
                <a:lnTo>
                  <a:pt x="703501" y="1179451"/>
                </a:lnTo>
                <a:lnTo>
                  <a:pt x="702497" y="1172902"/>
                </a:lnTo>
                <a:lnTo>
                  <a:pt x="705418" y="1167525"/>
                </a:lnTo>
                <a:lnTo>
                  <a:pt x="709142" y="1160759"/>
                </a:lnTo>
                <a:lnTo>
                  <a:pt x="717583" y="1158261"/>
                </a:lnTo>
                <a:lnTo>
                  <a:pt x="731118" y="1165614"/>
                </a:lnTo>
                <a:lnTo>
                  <a:pt x="733616" y="1174056"/>
                </a:lnTo>
                <a:lnTo>
                  <a:pt x="729933" y="1180865"/>
                </a:lnTo>
                <a:lnTo>
                  <a:pt x="726262" y="1187590"/>
                </a:lnTo>
                <a:lnTo>
                  <a:pt x="717768" y="1190129"/>
                </a:lnTo>
                <a:lnTo>
                  <a:pt x="711052" y="1186459"/>
                </a:lnTo>
                <a:lnTo>
                  <a:pt x="709704" y="1185700"/>
                </a:lnTo>
                <a:lnTo>
                  <a:pt x="708462" y="1184761"/>
                </a:lnTo>
                <a:close/>
              </a:path>
              <a:path w="5142230" h="2300604">
                <a:moveTo>
                  <a:pt x="1479274" y="1546286"/>
                </a:moveTo>
                <a:lnTo>
                  <a:pt x="1474309" y="1540971"/>
                </a:lnTo>
                <a:lnTo>
                  <a:pt x="1473356" y="1534282"/>
                </a:lnTo>
                <a:lnTo>
                  <a:pt x="1476416" y="1528858"/>
                </a:lnTo>
                <a:lnTo>
                  <a:pt x="1480284" y="1522149"/>
                </a:lnTo>
                <a:lnTo>
                  <a:pt x="1488813" y="1519843"/>
                </a:lnTo>
                <a:lnTo>
                  <a:pt x="1502146" y="1527467"/>
                </a:lnTo>
                <a:lnTo>
                  <a:pt x="1504502" y="1536050"/>
                </a:lnTo>
                <a:lnTo>
                  <a:pt x="1496872" y="1549387"/>
                </a:lnTo>
                <a:lnTo>
                  <a:pt x="1488343" y="1551693"/>
                </a:lnTo>
                <a:lnTo>
                  <a:pt x="1481626" y="1547924"/>
                </a:lnTo>
                <a:lnTo>
                  <a:pt x="1480377" y="1547173"/>
                </a:lnTo>
                <a:lnTo>
                  <a:pt x="1479274" y="1546286"/>
                </a:lnTo>
                <a:close/>
              </a:path>
              <a:path w="5142230" h="2300604">
                <a:moveTo>
                  <a:pt x="107330" y="129752"/>
                </a:moveTo>
                <a:lnTo>
                  <a:pt x="102411" y="124486"/>
                </a:lnTo>
                <a:lnTo>
                  <a:pt x="101170" y="121984"/>
                </a:lnTo>
                <a:lnTo>
                  <a:pt x="100656" y="119186"/>
                </a:lnTo>
                <a:lnTo>
                  <a:pt x="99452" y="111545"/>
                </a:lnTo>
                <a:lnTo>
                  <a:pt x="104604" y="104450"/>
                </a:lnTo>
                <a:lnTo>
                  <a:pt x="119796" y="101945"/>
                </a:lnTo>
                <a:lnTo>
                  <a:pt x="126985" y="107100"/>
                </a:lnTo>
                <a:lnTo>
                  <a:pt x="129490" y="122292"/>
                </a:lnTo>
                <a:lnTo>
                  <a:pt x="124290" y="129433"/>
                </a:lnTo>
                <a:lnTo>
                  <a:pt x="112104" y="131441"/>
                </a:lnTo>
                <a:lnTo>
                  <a:pt x="111946" y="131467"/>
                </a:lnTo>
                <a:lnTo>
                  <a:pt x="107330" y="129752"/>
                </a:lnTo>
                <a:close/>
              </a:path>
              <a:path w="5142230" h="2300604">
                <a:moveTo>
                  <a:pt x="1417171" y="1512258"/>
                </a:moveTo>
                <a:lnTo>
                  <a:pt x="1412206" y="1506943"/>
                </a:lnTo>
                <a:lnTo>
                  <a:pt x="1411150" y="1500534"/>
                </a:lnTo>
                <a:lnTo>
                  <a:pt x="1417556" y="1488331"/>
                </a:lnTo>
                <a:lnTo>
                  <a:pt x="1426005" y="1485744"/>
                </a:lnTo>
                <a:lnTo>
                  <a:pt x="1439641" y="1492912"/>
                </a:lnTo>
                <a:lnTo>
                  <a:pt x="1442233" y="1501356"/>
                </a:lnTo>
                <a:lnTo>
                  <a:pt x="1435061" y="1514987"/>
                </a:lnTo>
                <a:lnTo>
                  <a:pt x="1426621" y="1517584"/>
                </a:lnTo>
                <a:lnTo>
                  <a:pt x="1418365" y="1513243"/>
                </a:lnTo>
                <a:lnTo>
                  <a:pt x="1417171" y="1512258"/>
                </a:lnTo>
                <a:close/>
              </a:path>
              <a:path w="5142230" h="2300604">
                <a:moveTo>
                  <a:pt x="528120" y="1072448"/>
                </a:moveTo>
                <a:lnTo>
                  <a:pt x="522369" y="1066292"/>
                </a:lnTo>
                <a:lnTo>
                  <a:pt x="521783" y="1059018"/>
                </a:lnTo>
                <a:lnTo>
                  <a:pt x="525748" y="1053488"/>
                </a:lnTo>
                <a:lnTo>
                  <a:pt x="530256" y="1047268"/>
                </a:lnTo>
                <a:lnTo>
                  <a:pt x="538991" y="1045866"/>
                </a:lnTo>
                <a:lnTo>
                  <a:pt x="551479" y="1054836"/>
                </a:lnTo>
                <a:lnTo>
                  <a:pt x="552877" y="1063566"/>
                </a:lnTo>
                <a:lnTo>
                  <a:pt x="548414" y="1069834"/>
                </a:lnTo>
                <a:lnTo>
                  <a:pt x="543911" y="1076059"/>
                </a:lnTo>
                <a:lnTo>
                  <a:pt x="535172" y="1077456"/>
                </a:lnTo>
                <a:lnTo>
                  <a:pt x="528120" y="1072448"/>
                </a:lnTo>
                <a:close/>
              </a:path>
              <a:path w="5142230" h="2300604">
                <a:moveTo>
                  <a:pt x="1225417" y="1420376"/>
                </a:moveTo>
                <a:lnTo>
                  <a:pt x="1220453" y="1415061"/>
                </a:lnTo>
                <a:lnTo>
                  <a:pt x="1219286" y="1409120"/>
                </a:lnTo>
                <a:lnTo>
                  <a:pt x="1224752" y="1396791"/>
                </a:lnTo>
                <a:lnTo>
                  <a:pt x="1232986" y="1393583"/>
                </a:lnTo>
                <a:lnTo>
                  <a:pt x="1247077" y="1399869"/>
                </a:lnTo>
                <a:lnTo>
                  <a:pt x="1250241" y="1408144"/>
                </a:lnTo>
                <a:lnTo>
                  <a:pt x="1243999" y="1422184"/>
                </a:lnTo>
                <a:lnTo>
                  <a:pt x="1235724" y="1425349"/>
                </a:lnTo>
                <a:lnTo>
                  <a:pt x="1228702" y="1422230"/>
                </a:lnTo>
                <a:lnTo>
                  <a:pt x="1226940" y="1421419"/>
                </a:lnTo>
                <a:lnTo>
                  <a:pt x="1225417" y="1420376"/>
                </a:lnTo>
                <a:close/>
              </a:path>
              <a:path w="5142230" h="2300604">
                <a:moveTo>
                  <a:pt x="425246" y="983927"/>
                </a:moveTo>
                <a:lnTo>
                  <a:pt x="414633" y="972565"/>
                </a:lnTo>
                <a:lnTo>
                  <a:pt x="414929" y="963889"/>
                </a:lnTo>
                <a:lnTo>
                  <a:pt x="420396" y="958599"/>
                </a:lnTo>
                <a:lnTo>
                  <a:pt x="425954" y="953307"/>
                </a:lnTo>
                <a:lnTo>
                  <a:pt x="435013" y="953524"/>
                </a:lnTo>
                <a:lnTo>
                  <a:pt x="445446" y="964692"/>
                </a:lnTo>
                <a:lnTo>
                  <a:pt x="445242" y="973466"/>
                </a:lnTo>
                <a:lnTo>
                  <a:pt x="439438" y="978982"/>
                </a:lnTo>
                <a:lnTo>
                  <a:pt x="434069" y="984085"/>
                </a:lnTo>
                <a:lnTo>
                  <a:pt x="425246" y="983927"/>
                </a:lnTo>
                <a:close/>
              </a:path>
              <a:path w="5142230" h="2300604">
                <a:moveTo>
                  <a:pt x="130983" y="269826"/>
                </a:moveTo>
                <a:lnTo>
                  <a:pt x="126063" y="264560"/>
                </a:lnTo>
                <a:lnTo>
                  <a:pt x="124770" y="262198"/>
                </a:lnTo>
                <a:lnTo>
                  <a:pt x="122955" y="251849"/>
                </a:lnTo>
                <a:lnTo>
                  <a:pt x="128015" y="244657"/>
                </a:lnTo>
                <a:lnTo>
                  <a:pt x="135569" y="243261"/>
                </a:lnTo>
                <a:lnTo>
                  <a:pt x="143169" y="241915"/>
                </a:lnTo>
                <a:lnTo>
                  <a:pt x="150455" y="246978"/>
                </a:lnTo>
                <a:lnTo>
                  <a:pt x="153082" y="262008"/>
                </a:lnTo>
                <a:lnTo>
                  <a:pt x="149371" y="267517"/>
                </a:lnTo>
                <a:lnTo>
                  <a:pt x="148088" y="269370"/>
                </a:lnTo>
                <a:lnTo>
                  <a:pt x="140563" y="270697"/>
                </a:lnTo>
                <a:lnTo>
                  <a:pt x="135644" y="271590"/>
                </a:lnTo>
                <a:lnTo>
                  <a:pt x="130983" y="269826"/>
                </a:lnTo>
                <a:close/>
              </a:path>
              <a:path w="5142230" h="2300604">
                <a:moveTo>
                  <a:pt x="143947" y="339713"/>
                </a:moveTo>
                <a:lnTo>
                  <a:pt x="139073" y="334495"/>
                </a:lnTo>
                <a:lnTo>
                  <a:pt x="137825" y="332182"/>
                </a:lnTo>
                <a:lnTo>
                  <a:pt x="135819" y="321921"/>
                </a:lnTo>
                <a:lnTo>
                  <a:pt x="140788" y="314631"/>
                </a:lnTo>
                <a:lnTo>
                  <a:pt x="155902" y="311652"/>
                </a:lnTo>
                <a:lnTo>
                  <a:pt x="163241" y="316576"/>
                </a:lnTo>
                <a:lnTo>
                  <a:pt x="164681" y="324178"/>
                </a:lnTo>
                <a:lnTo>
                  <a:pt x="166171" y="331735"/>
                </a:lnTo>
                <a:lnTo>
                  <a:pt x="161202" y="339025"/>
                </a:lnTo>
                <a:lnTo>
                  <a:pt x="153645" y="340515"/>
                </a:lnTo>
                <a:lnTo>
                  <a:pt x="148751" y="341434"/>
                </a:lnTo>
                <a:lnTo>
                  <a:pt x="143947" y="339713"/>
                </a:lnTo>
                <a:close/>
              </a:path>
              <a:path w="5142230" h="2300604">
                <a:moveTo>
                  <a:pt x="646636" y="1149662"/>
                </a:moveTo>
                <a:lnTo>
                  <a:pt x="641621" y="1144293"/>
                </a:lnTo>
                <a:lnTo>
                  <a:pt x="640771" y="1137518"/>
                </a:lnTo>
                <a:lnTo>
                  <a:pt x="647838" y="1125437"/>
                </a:lnTo>
                <a:lnTo>
                  <a:pt x="656532" y="1123209"/>
                </a:lnTo>
                <a:lnTo>
                  <a:pt x="656665" y="1123352"/>
                </a:lnTo>
                <a:lnTo>
                  <a:pt x="669691" y="1131138"/>
                </a:lnTo>
                <a:lnTo>
                  <a:pt x="671903" y="1139664"/>
                </a:lnTo>
                <a:lnTo>
                  <a:pt x="663994" y="1152896"/>
                </a:lnTo>
                <a:lnTo>
                  <a:pt x="655468" y="1155108"/>
                </a:lnTo>
                <a:lnTo>
                  <a:pt x="648851" y="1151153"/>
                </a:lnTo>
                <a:lnTo>
                  <a:pt x="647693" y="1150500"/>
                </a:lnTo>
                <a:lnTo>
                  <a:pt x="646636" y="1149662"/>
                </a:lnTo>
                <a:close/>
              </a:path>
              <a:path w="5142230" h="2300604">
                <a:moveTo>
                  <a:pt x="1160436" y="1391868"/>
                </a:moveTo>
                <a:lnTo>
                  <a:pt x="1155471" y="1386554"/>
                </a:lnTo>
                <a:lnTo>
                  <a:pt x="1154301" y="1380707"/>
                </a:lnTo>
                <a:lnTo>
                  <a:pt x="1156510" y="1375448"/>
                </a:lnTo>
                <a:lnTo>
                  <a:pt x="1159583" y="1368376"/>
                </a:lnTo>
                <a:lnTo>
                  <a:pt x="1167808" y="1365158"/>
                </a:lnTo>
                <a:lnTo>
                  <a:pt x="1181958" y="1371215"/>
                </a:lnTo>
                <a:lnTo>
                  <a:pt x="1185172" y="1379445"/>
                </a:lnTo>
                <a:lnTo>
                  <a:pt x="1182140" y="1386560"/>
                </a:lnTo>
                <a:lnTo>
                  <a:pt x="1179115" y="1393585"/>
                </a:lnTo>
                <a:lnTo>
                  <a:pt x="1170890" y="1396804"/>
                </a:lnTo>
                <a:lnTo>
                  <a:pt x="1163811" y="1393820"/>
                </a:lnTo>
                <a:lnTo>
                  <a:pt x="1161955" y="1393006"/>
                </a:lnTo>
                <a:lnTo>
                  <a:pt x="1160436" y="1391868"/>
                </a:lnTo>
                <a:close/>
              </a:path>
              <a:path w="5142230" h="2300604">
                <a:moveTo>
                  <a:pt x="118869" y="199775"/>
                </a:moveTo>
                <a:lnTo>
                  <a:pt x="114000" y="194562"/>
                </a:lnTo>
                <a:lnTo>
                  <a:pt x="112714" y="192111"/>
                </a:lnTo>
                <a:lnTo>
                  <a:pt x="110939" y="181707"/>
                </a:lnTo>
                <a:lnTo>
                  <a:pt x="116098" y="174522"/>
                </a:lnTo>
                <a:lnTo>
                  <a:pt x="131286" y="172013"/>
                </a:lnTo>
                <a:lnTo>
                  <a:pt x="138483" y="177078"/>
                </a:lnTo>
                <a:lnTo>
                  <a:pt x="141033" y="192319"/>
                </a:lnTo>
                <a:lnTo>
                  <a:pt x="135923" y="199458"/>
                </a:lnTo>
                <a:lnTo>
                  <a:pt x="128282" y="200761"/>
                </a:lnTo>
                <a:lnTo>
                  <a:pt x="123688" y="201512"/>
                </a:lnTo>
                <a:lnTo>
                  <a:pt x="123530" y="201538"/>
                </a:lnTo>
                <a:lnTo>
                  <a:pt x="118869" y="199775"/>
                </a:lnTo>
                <a:close/>
              </a:path>
              <a:path w="5142230" h="2300604">
                <a:moveTo>
                  <a:pt x="1353964" y="1480176"/>
                </a:moveTo>
                <a:lnTo>
                  <a:pt x="1348999" y="1474861"/>
                </a:lnTo>
                <a:lnTo>
                  <a:pt x="1347936" y="1468640"/>
                </a:lnTo>
                <a:lnTo>
                  <a:pt x="1350525" y="1463299"/>
                </a:lnTo>
                <a:lnTo>
                  <a:pt x="1353924" y="1456381"/>
                </a:lnTo>
                <a:lnTo>
                  <a:pt x="1362329" y="1453551"/>
                </a:lnTo>
                <a:lnTo>
                  <a:pt x="1376166" y="1460348"/>
                </a:lnTo>
                <a:lnTo>
                  <a:pt x="1378950" y="1468705"/>
                </a:lnTo>
                <a:lnTo>
                  <a:pt x="1372202" y="1482496"/>
                </a:lnTo>
                <a:lnTo>
                  <a:pt x="1363842" y="1485375"/>
                </a:lnTo>
                <a:lnTo>
                  <a:pt x="1356924" y="1481976"/>
                </a:lnTo>
                <a:lnTo>
                  <a:pt x="1355346" y="1481167"/>
                </a:lnTo>
                <a:lnTo>
                  <a:pt x="1353964" y="1480176"/>
                </a:lnTo>
                <a:close/>
              </a:path>
              <a:path w="5142230" h="2300604">
                <a:moveTo>
                  <a:pt x="1289991" y="1449621"/>
                </a:moveTo>
                <a:lnTo>
                  <a:pt x="1285077" y="1444359"/>
                </a:lnTo>
                <a:lnTo>
                  <a:pt x="1283867" y="1438275"/>
                </a:lnTo>
                <a:lnTo>
                  <a:pt x="1289573" y="1426006"/>
                </a:lnTo>
                <a:lnTo>
                  <a:pt x="1297890" y="1422985"/>
                </a:lnTo>
                <a:lnTo>
                  <a:pt x="1311880" y="1429456"/>
                </a:lnTo>
                <a:lnTo>
                  <a:pt x="1314897" y="1437769"/>
                </a:lnTo>
                <a:lnTo>
                  <a:pt x="1308384" y="1451715"/>
                </a:lnTo>
                <a:lnTo>
                  <a:pt x="1300112" y="1454785"/>
                </a:lnTo>
                <a:lnTo>
                  <a:pt x="1293142" y="1451526"/>
                </a:lnTo>
                <a:lnTo>
                  <a:pt x="1291465" y="1450709"/>
                </a:lnTo>
                <a:lnTo>
                  <a:pt x="1289991" y="1449621"/>
                </a:lnTo>
                <a:close/>
              </a:path>
              <a:path w="5142230" h="2300604">
                <a:moveTo>
                  <a:pt x="95836" y="59680"/>
                </a:moveTo>
                <a:lnTo>
                  <a:pt x="90917" y="54414"/>
                </a:lnTo>
                <a:lnTo>
                  <a:pt x="89631" y="51962"/>
                </a:lnTo>
                <a:lnTo>
                  <a:pt x="89207" y="49162"/>
                </a:lnTo>
                <a:lnTo>
                  <a:pt x="87955" y="41566"/>
                </a:lnTo>
                <a:lnTo>
                  <a:pt x="93064" y="34328"/>
                </a:lnTo>
                <a:lnTo>
                  <a:pt x="108256" y="31824"/>
                </a:lnTo>
                <a:lnTo>
                  <a:pt x="115445" y="36978"/>
                </a:lnTo>
                <a:lnTo>
                  <a:pt x="117950" y="52171"/>
                </a:lnTo>
                <a:lnTo>
                  <a:pt x="112790" y="59355"/>
                </a:lnTo>
                <a:lnTo>
                  <a:pt x="100605" y="61364"/>
                </a:lnTo>
                <a:lnTo>
                  <a:pt x="100447" y="61390"/>
                </a:lnTo>
                <a:lnTo>
                  <a:pt x="95836" y="59680"/>
                </a:lnTo>
                <a:close/>
              </a:path>
              <a:path w="5142230" h="2300604">
                <a:moveTo>
                  <a:pt x="1839448" y="1885609"/>
                </a:moveTo>
                <a:lnTo>
                  <a:pt x="1834442" y="1880250"/>
                </a:lnTo>
                <a:lnTo>
                  <a:pt x="1833720" y="1879282"/>
                </a:lnTo>
                <a:lnTo>
                  <a:pt x="1829550" y="1871397"/>
                </a:lnTo>
                <a:lnTo>
                  <a:pt x="1832052" y="1862933"/>
                </a:lnTo>
                <a:lnTo>
                  <a:pt x="1838885" y="1859299"/>
                </a:lnTo>
                <a:lnTo>
                  <a:pt x="1845618" y="1855657"/>
                </a:lnTo>
                <a:lnTo>
                  <a:pt x="1854119" y="1858207"/>
                </a:lnTo>
                <a:lnTo>
                  <a:pt x="1857716" y="1864991"/>
                </a:lnTo>
                <a:lnTo>
                  <a:pt x="1861404" y="1871773"/>
                </a:lnTo>
                <a:lnTo>
                  <a:pt x="1858803" y="1880230"/>
                </a:lnTo>
                <a:lnTo>
                  <a:pt x="1852069" y="1883872"/>
                </a:lnTo>
                <a:lnTo>
                  <a:pt x="1846347" y="1886934"/>
                </a:lnTo>
                <a:lnTo>
                  <a:pt x="1839448" y="1885609"/>
                </a:lnTo>
                <a:close/>
              </a:path>
              <a:path w="5142230" h="2300604">
                <a:moveTo>
                  <a:pt x="1803230" y="1825530"/>
                </a:moveTo>
                <a:lnTo>
                  <a:pt x="1797062" y="1818927"/>
                </a:lnTo>
                <a:lnTo>
                  <a:pt x="1792747" y="1812549"/>
                </a:lnTo>
                <a:lnTo>
                  <a:pt x="1794317" y="1803868"/>
                </a:lnTo>
                <a:lnTo>
                  <a:pt x="1800696" y="1799553"/>
                </a:lnTo>
                <a:lnTo>
                  <a:pt x="1807029" y="1795190"/>
                </a:lnTo>
                <a:lnTo>
                  <a:pt x="1815755" y="1796809"/>
                </a:lnTo>
                <a:lnTo>
                  <a:pt x="1824429" y="1809515"/>
                </a:lnTo>
                <a:lnTo>
                  <a:pt x="1822818" y="1818152"/>
                </a:lnTo>
                <a:lnTo>
                  <a:pt x="1816485" y="1822515"/>
                </a:lnTo>
                <a:lnTo>
                  <a:pt x="1810680" y="1826468"/>
                </a:lnTo>
                <a:lnTo>
                  <a:pt x="1803230" y="1825530"/>
                </a:lnTo>
                <a:close/>
              </a:path>
              <a:path w="5142230" h="2300604">
                <a:moveTo>
                  <a:pt x="1918610" y="2225664"/>
                </a:moveTo>
                <a:lnTo>
                  <a:pt x="1913741" y="2220451"/>
                </a:lnTo>
                <a:lnTo>
                  <a:pt x="1912339" y="2217094"/>
                </a:lnTo>
                <a:lnTo>
                  <a:pt x="1912326" y="2213463"/>
                </a:lnTo>
                <a:lnTo>
                  <a:pt x="1912253" y="2205761"/>
                </a:lnTo>
                <a:lnTo>
                  <a:pt x="1918510" y="2199459"/>
                </a:lnTo>
                <a:lnTo>
                  <a:pt x="1926205" y="2199485"/>
                </a:lnTo>
                <a:lnTo>
                  <a:pt x="1933907" y="2199421"/>
                </a:lnTo>
                <a:lnTo>
                  <a:pt x="1940163" y="2205630"/>
                </a:lnTo>
                <a:lnTo>
                  <a:pt x="1940232" y="2213327"/>
                </a:lnTo>
                <a:lnTo>
                  <a:pt x="1940247" y="2221065"/>
                </a:lnTo>
                <a:lnTo>
                  <a:pt x="1934043" y="2227327"/>
                </a:lnTo>
                <a:lnTo>
                  <a:pt x="1922287" y="2227351"/>
                </a:lnTo>
                <a:lnTo>
                  <a:pt x="1918610" y="2225664"/>
                </a:lnTo>
                <a:close/>
              </a:path>
              <a:path w="5142230" h="2300604">
                <a:moveTo>
                  <a:pt x="266879" y="747539"/>
                </a:moveTo>
                <a:lnTo>
                  <a:pt x="261914" y="742224"/>
                </a:lnTo>
                <a:lnTo>
                  <a:pt x="261058" y="741015"/>
                </a:lnTo>
                <a:lnTo>
                  <a:pt x="257188" y="732669"/>
                </a:lnTo>
                <a:lnTo>
                  <a:pt x="260208" y="724368"/>
                </a:lnTo>
                <a:lnTo>
                  <a:pt x="267163" y="721159"/>
                </a:lnTo>
                <a:lnTo>
                  <a:pt x="274121" y="717855"/>
                </a:lnTo>
                <a:lnTo>
                  <a:pt x="282421" y="720876"/>
                </a:lnTo>
                <a:lnTo>
                  <a:pt x="288976" y="734832"/>
                </a:lnTo>
                <a:lnTo>
                  <a:pt x="285960" y="743137"/>
                </a:lnTo>
                <a:lnTo>
                  <a:pt x="273344" y="748987"/>
                </a:lnTo>
                <a:lnTo>
                  <a:pt x="266879" y="747539"/>
                </a:lnTo>
                <a:close/>
              </a:path>
              <a:path w="5142230" h="2300604">
                <a:moveTo>
                  <a:pt x="174528" y="478601"/>
                </a:moveTo>
                <a:lnTo>
                  <a:pt x="169613" y="473340"/>
                </a:lnTo>
                <a:lnTo>
                  <a:pt x="168503" y="471272"/>
                </a:lnTo>
                <a:lnTo>
                  <a:pt x="167873" y="468838"/>
                </a:lnTo>
                <a:lnTo>
                  <a:pt x="166007" y="461367"/>
                </a:lnTo>
                <a:lnTo>
                  <a:pt x="170488" y="453946"/>
                </a:lnTo>
                <a:lnTo>
                  <a:pt x="185507" y="450082"/>
                </a:lnTo>
                <a:lnTo>
                  <a:pt x="193097" y="454689"/>
                </a:lnTo>
                <a:lnTo>
                  <a:pt x="196791" y="469591"/>
                </a:lnTo>
                <a:lnTo>
                  <a:pt x="192307" y="477106"/>
                </a:lnTo>
                <a:lnTo>
                  <a:pt x="184809" y="479050"/>
                </a:lnTo>
                <a:lnTo>
                  <a:pt x="179663" y="480286"/>
                </a:lnTo>
                <a:lnTo>
                  <a:pt x="174528" y="478601"/>
                </a:lnTo>
                <a:close/>
              </a:path>
              <a:path w="5142230" h="2300604">
                <a:moveTo>
                  <a:pt x="1915825" y="2155042"/>
                </a:moveTo>
                <a:lnTo>
                  <a:pt x="1910947" y="2149820"/>
                </a:lnTo>
                <a:lnTo>
                  <a:pt x="1909583" y="2146894"/>
                </a:lnTo>
                <a:lnTo>
                  <a:pt x="1909320" y="2143679"/>
                </a:lnTo>
                <a:lnTo>
                  <a:pt x="1908632" y="2136003"/>
                </a:lnTo>
                <a:lnTo>
                  <a:pt x="1914390" y="2129264"/>
                </a:lnTo>
                <a:lnTo>
                  <a:pt x="1929729" y="2127992"/>
                </a:lnTo>
                <a:lnTo>
                  <a:pt x="1936471" y="2133646"/>
                </a:lnTo>
                <a:lnTo>
                  <a:pt x="1937748" y="2148990"/>
                </a:lnTo>
                <a:lnTo>
                  <a:pt x="1932040" y="2155783"/>
                </a:lnTo>
                <a:lnTo>
                  <a:pt x="1919920" y="2156787"/>
                </a:lnTo>
                <a:lnTo>
                  <a:pt x="1915825" y="2155042"/>
                </a:lnTo>
                <a:close/>
              </a:path>
              <a:path w="5142230" h="2300604">
                <a:moveTo>
                  <a:pt x="835296" y="1249082"/>
                </a:moveTo>
                <a:lnTo>
                  <a:pt x="830336" y="1243772"/>
                </a:lnTo>
                <a:lnTo>
                  <a:pt x="829221" y="1237691"/>
                </a:lnTo>
                <a:lnTo>
                  <a:pt x="831716" y="1232347"/>
                </a:lnTo>
                <a:lnTo>
                  <a:pt x="835069" y="1225379"/>
                </a:lnTo>
                <a:lnTo>
                  <a:pt x="843338" y="1222403"/>
                </a:lnTo>
                <a:lnTo>
                  <a:pt x="857275" y="1229015"/>
                </a:lnTo>
                <a:lnTo>
                  <a:pt x="860203" y="1237329"/>
                </a:lnTo>
                <a:lnTo>
                  <a:pt x="856944" y="1244300"/>
                </a:lnTo>
                <a:lnTo>
                  <a:pt x="853640" y="1251221"/>
                </a:lnTo>
                <a:lnTo>
                  <a:pt x="845322" y="1254243"/>
                </a:lnTo>
                <a:lnTo>
                  <a:pt x="838355" y="1250890"/>
                </a:lnTo>
                <a:lnTo>
                  <a:pt x="836729" y="1250127"/>
                </a:lnTo>
                <a:lnTo>
                  <a:pt x="835296" y="1249082"/>
                </a:lnTo>
                <a:close/>
              </a:path>
              <a:path w="5142230" h="2300604">
                <a:moveTo>
                  <a:pt x="193011" y="547358"/>
                </a:moveTo>
                <a:lnTo>
                  <a:pt x="188092" y="542092"/>
                </a:lnTo>
                <a:lnTo>
                  <a:pt x="186979" y="540119"/>
                </a:lnTo>
                <a:lnTo>
                  <a:pt x="186339" y="537968"/>
                </a:lnTo>
                <a:lnTo>
                  <a:pt x="184236" y="530536"/>
                </a:lnTo>
                <a:lnTo>
                  <a:pt x="188459" y="522838"/>
                </a:lnTo>
                <a:lnTo>
                  <a:pt x="195900" y="520736"/>
                </a:lnTo>
                <a:lnTo>
                  <a:pt x="203291" y="518580"/>
                </a:lnTo>
                <a:lnTo>
                  <a:pt x="211030" y="522856"/>
                </a:lnTo>
                <a:lnTo>
                  <a:pt x="213186" y="530247"/>
                </a:lnTo>
                <a:lnTo>
                  <a:pt x="215248" y="537635"/>
                </a:lnTo>
                <a:lnTo>
                  <a:pt x="210971" y="545373"/>
                </a:lnTo>
                <a:lnTo>
                  <a:pt x="203576" y="547524"/>
                </a:lnTo>
                <a:lnTo>
                  <a:pt x="198384" y="549005"/>
                </a:lnTo>
                <a:lnTo>
                  <a:pt x="193011" y="547358"/>
                </a:lnTo>
                <a:close/>
              </a:path>
              <a:path w="5142230" h="2300604">
                <a:moveTo>
                  <a:pt x="1760498" y="1769621"/>
                </a:moveTo>
                <a:lnTo>
                  <a:pt x="1754898" y="1763626"/>
                </a:lnTo>
                <a:lnTo>
                  <a:pt x="1749899" y="1757786"/>
                </a:lnTo>
                <a:lnTo>
                  <a:pt x="1750628" y="1748987"/>
                </a:lnTo>
                <a:lnTo>
                  <a:pt x="1755480" y="1744896"/>
                </a:lnTo>
                <a:lnTo>
                  <a:pt x="1761326" y="1739913"/>
                </a:lnTo>
                <a:lnTo>
                  <a:pt x="1762392" y="1739002"/>
                </a:lnTo>
                <a:lnTo>
                  <a:pt x="1771191" y="1739721"/>
                </a:lnTo>
                <a:lnTo>
                  <a:pt x="1781133" y="1751536"/>
                </a:lnTo>
                <a:lnTo>
                  <a:pt x="1780408" y="1760340"/>
                </a:lnTo>
                <a:lnTo>
                  <a:pt x="1775602" y="1764382"/>
                </a:lnTo>
                <a:lnTo>
                  <a:pt x="1769698" y="1769402"/>
                </a:lnTo>
                <a:lnTo>
                  <a:pt x="1768834" y="1770138"/>
                </a:lnTo>
                <a:lnTo>
                  <a:pt x="1760498" y="1769621"/>
                </a:lnTo>
                <a:close/>
              </a:path>
              <a:path w="5142230" h="2300604">
                <a:moveTo>
                  <a:pt x="238655" y="682137"/>
                </a:moveTo>
                <a:lnTo>
                  <a:pt x="233690" y="676823"/>
                </a:lnTo>
                <a:lnTo>
                  <a:pt x="232795" y="675376"/>
                </a:lnTo>
                <a:lnTo>
                  <a:pt x="229272" y="666522"/>
                </a:lnTo>
                <a:lnTo>
                  <a:pt x="232807" y="658381"/>
                </a:lnTo>
                <a:lnTo>
                  <a:pt x="239983" y="655604"/>
                </a:lnTo>
                <a:lnTo>
                  <a:pt x="247109" y="652773"/>
                </a:lnTo>
                <a:lnTo>
                  <a:pt x="255204" y="656259"/>
                </a:lnTo>
                <a:lnTo>
                  <a:pt x="260858" y="670619"/>
                </a:lnTo>
                <a:lnTo>
                  <a:pt x="257372" y="678714"/>
                </a:lnTo>
                <a:lnTo>
                  <a:pt x="250191" y="681487"/>
                </a:lnTo>
                <a:lnTo>
                  <a:pt x="244691" y="683712"/>
                </a:lnTo>
                <a:lnTo>
                  <a:pt x="238655" y="682137"/>
                </a:lnTo>
                <a:close/>
              </a:path>
              <a:path w="5142230" h="2300604">
                <a:moveTo>
                  <a:pt x="1707437" y="1712624"/>
                </a:moveTo>
                <a:lnTo>
                  <a:pt x="1701975" y="1706778"/>
                </a:lnTo>
                <a:lnTo>
                  <a:pt x="1701977" y="1698276"/>
                </a:lnTo>
                <a:lnTo>
                  <a:pt x="1707304" y="1692933"/>
                </a:lnTo>
                <a:lnTo>
                  <a:pt x="1712684" y="1687451"/>
                </a:lnTo>
                <a:lnTo>
                  <a:pt x="1721472" y="1687378"/>
                </a:lnTo>
                <a:lnTo>
                  <a:pt x="1732482" y="1698186"/>
                </a:lnTo>
                <a:lnTo>
                  <a:pt x="1732556" y="1706964"/>
                </a:lnTo>
                <a:lnTo>
                  <a:pt x="1721752" y="1717979"/>
                </a:lnTo>
                <a:lnTo>
                  <a:pt x="1712964" y="1718053"/>
                </a:lnTo>
                <a:lnTo>
                  <a:pt x="1707437" y="1712624"/>
                </a:lnTo>
                <a:close/>
              </a:path>
              <a:path w="5142230" h="2300604">
                <a:moveTo>
                  <a:pt x="771448" y="1217780"/>
                </a:moveTo>
                <a:lnTo>
                  <a:pt x="766488" y="1212470"/>
                </a:lnTo>
                <a:lnTo>
                  <a:pt x="765412" y="1206137"/>
                </a:lnTo>
                <a:lnTo>
                  <a:pt x="768112" y="1200817"/>
                </a:lnTo>
                <a:lnTo>
                  <a:pt x="771556" y="1193948"/>
                </a:lnTo>
                <a:lnTo>
                  <a:pt x="779954" y="1191207"/>
                </a:lnTo>
                <a:lnTo>
                  <a:pt x="793743" y="1198149"/>
                </a:lnTo>
                <a:lnTo>
                  <a:pt x="796479" y="1206551"/>
                </a:lnTo>
                <a:lnTo>
                  <a:pt x="793030" y="1213416"/>
                </a:lnTo>
                <a:lnTo>
                  <a:pt x="789545" y="1220242"/>
                </a:lnTo>
                <a:lnTo>
                  <a:pt x="781189" y="1223026"/>
                </a:lnTo>
                <a:lnTo>
                  <a:pt x="772782" y="1218817"/>
                </a:lnTo>
                <a:lnTo>
                  <a:pt x="771448" y="1217780"/>
                </a:lnTo>
                <a:close/>
              </a:path>
              <a:path w="5142230" h="2300604">
                <a:moveTo>
                  <a:pt x="1916157" y="2296347"/>
                </a:moveTo>
                <a:lnTo>
                  <a:pt x="1911283" y="2291130"/>
                </a:lnTo>
                <a:lnTo>
                  <a:pt x="1909850" y="2287446"/>
                </a:lnTo>
                <a:lnTo>
                  <a:pt x="1910083" y="2283394"/>
                </a:lnTo>
                <a:lnTo>
                  <a:pt x="1910580" y="2275716"/>
                </a:lnTo>
                <a:lnTo>
                  <a:pt x="1916495" y="2270514"/>
                </a:lnTo>
                <a:lnTo>
                  <a:pt x="1917247" y="2269853"/>
                </a:lnTo>
                <a:lnTo>
                  <a:pt x="1924927" y="2270449"/>
                </a:lnTo>
                <a:lnTo>
                  <a:pt x="1932605" y="2270947"/>
                </a:lnTo>
                <a:lnTo>
                  <a:pt x="1938418" y="2277560"/>
                </a:lnTo>
                <a:lnTo>
                  <a:pt x="1937423" y="2292917"/>
                </a:lnTo>
                <a:lnTo>
                  <a:pt x="1931507" y="2298117"/>
                </a:lnTo>
                <a:lnTo>
                  <a:pt x="1930805" y="2298734"/>
                </a:lnTo>
                <a:lnTo>
                  <a:pt x="1923127" y="2298237"/>
                </a:lnTo>
                <a:lnTo>
                  <a:pt x="1919406" y="2297969"/>
                </a:lnTo>
                <a:lnTo>
                  <a:pt x="1916157" y="2296347"/>
                </a:lnTo>
                <a:close/>
              </a:path>
              <a:path w="5142230" h="2300604">
                <a:moveTo>
                  <a:pt x="158336" y="409364"/>
                </a:moveTo>
                <a:lnTo>
                  <a:pt x="153457" y="404142"/>
                </a:lnTo>
                <a:lnTo>
                  <a:pt x="152264" y="401887"/>
                </a:lnTo>
                <a:lnTo>
                  <a:pt x="151686" y="399314"/>
                </a:lnTo>
                <a:lnTo>
                  <a:pt x="150058" y="391804"/>
                </a:lnTo>
                <a:lnTo>
                  <a:pt x="154842" y="384413"/>
                </a:lnTo>
                <a:lnTo>
                  <a:pt x="162356" y="382781"/>
                </a:lnTo>
                <a:lnTo>
                  <a:pt x="169825" y="381099"/>
                </a:lnTo>
                <a:lnTo>
                  <a:pt x="177310" y="385886"/>
                </a:lnTo>
                <a:lnTo>
                  <a:pt x="180576" y="400916"/>
                </a:lnTo>
                <a:lnTo>
                  <a:pt x="175784" y="408396"/>
                </a:lnTo>
                <a:lnTo>
                  <a:pt x="168274" y="410033"/>
                </a:lnTo>
                <a:lnTo>
                  <a:pt x="163324" y="411087"/>
                </a:lnTo>
                <a:lnTo>
                  <a:pt x="158336" y="409364"/>
                </a:lnTo>
                <a:close/>
              </a:path>
              <a:path w="5142230" h="2300604">
                <a:moveTo>
                  <a:pt x="214258" y="615261"/>
                </a:moveTo>
                <a:lnTo>
                  <a:pt x="209288" y="609941"/>
                </a:lnTo>
                <a:lnTo>
                  <a:pt x="208264" y="608259"/>
                </a:lnTo>
                <a:lnTo>
                  <a:pt x="207574" y="606347"/>
                </a:lnTo>
                <a:lnTo>
                  <a:pt x="205132" y="599040"/>
                </a:lnTo>
                <a:lnTo>
                  <a:pt x="209037" y="591101"/>
                </a:lnTo>
                <a:lnTo>
                  <a:pt x="223650" y="586216"/>
                </a:lnTo>
                <a:lnTo>
                  <a:pt x="231590" y="590121"/>
                </a:lnTo>
                <a:lnTo>
                  <a:pt x="236474" y="604734"/>
                </a:lnTo>
                <a:lnTo>
                  <a:pt x="232523" y="612625"/>
                </a:lnTo>
                <a:lnTo>
                  <a:pt x="225262" y="615116"/>
                </a:lnTo>
                <a:lnTo>
                  <a:pt x="219868" y="616868"/>
                </a:lnTo>
                <a:lnTo>
                  <a:pt x="214258" y="615261"/>
                </a:lnTo>
                <a:close/>
              </a:path>
              <a:path w="5142230" h="2300604">
                <a:moveTo>
                  <a:pt x="378265" y="929920"/>
                </a:moveTo>
                <a:lnTo>
                  <a:pt x="372572" y="923825"/>
                </a:lnTo>
                <a:lnTo>
                  <a:pt x="367825" y="917767"/>
                </a:lnTo>
                <a:lnTo>
                  <a:pt x="368833" y="908973"/>
                </a:lnTo>
                <a:lnTo>
                  <a:pt x="374896" y="904222"/>
                </a:lnTo>
                <a:lnTo>
                  <a:pt x="380913" y="899423"/>
                </a:lnTo>
                <a:lnTo>
                  <a:pt x="389654" y="900471"/>
                </a:lnTo>
                <a:lnTo>
                  <a:pt x="399257" y="912511"/>
                </a:lnTo>
                <a:lnTo>
                  <a:pt x="398250" y="921305"/>
                </a:lnTo>
                <a:lnTo>
                  <a:pt x="392232" y="926104"/>
                </a:lnTo>
                <a:lnTo>
                  <a:pt x="386413" y="930627"/>
                </a:lnTo>
                <a:lnTo>
                  <a:pt x="378265" y="929920"/>
                </a:lnTo>
                <a:close/>
              </a:path>
              <a:path w="5142230" h="2300604">
                <a:moveTo>
                  <a:pt x="899811" y="1278947"/>
                </a:moveTo>
                <a:lnTo>
                  <a:pt x="894846" y="1273632"/>
                </a:lnTo>
                <a:lnTo>
                  <a:pt x="893679" y="1267691"/>
                </a:lnTo>
                <a:lnTo>
                  <a:pt x="896032" y="1262390"/>
                </a:lnTo>
                <a:lnTo>
                  <a:pt x="899240" y="1255365"/>
                </a:lnTo>
                <a:lnTo>
                  <a:pt x="907466" y="1252246"/>
                </a:lnTo>
                <a:lnTo>
                  <a:pt x="921513" y="1258583"/>
                </a:lnTo>
                <a:lnTo>
                  <a:pt x="924677" y="1266858"/>
                </a:lnTo>
                <a:lnTo>
                  <a:pt x="921464" y="1273877"/>
                </a:lnTo>
                <a:lnTo>
                  <a:pt x="918341" y="1280895"/>
                </a:lnTo>
                <a:lnTo>
                  <a:pt x="910025" y="1284016"/>
                </a:lnTo>
                <a:lnTo>
                  <a:pt x="901285" y="1280036"/>
                </a:lnTo>
                <a:lnTo>
                  <a:pt x="899811" y="1278947"/>
                </a:lnTo>
                <a:close/>
              </a:path>
              <a:path w="5142230" h="2300604">
                <a:moveTo>
                  <a:pt x="1029914" y="1336014"/>
                </a:moveTo>
                <a:lnTo>
                  <a:pt x="1024949" y="1330700"/>
                </a:lnTo>
                <a:lnTo>
                  <a:pt x="1023779" y="1324853"/>
                </a:lnTo>
                <a:lnTo>
                  <a:pt x="1025984" y="1319589"/>
                </a:lnTo>
                <a:lnTo>
                  <a:pt x="1029057" y="1312517"/>
                </a:lnTo>
                <a:lnTo>
                  <a:pt x="1037241" y="1309255"/>
                </a:lnTo>
                <a:lnTo>
                  <a:pt x="1044320" y="1312239"/>
                </a:lnTo>
                <a:lnTo>
                  <a:pt x="1051391" y="1315312"/>
                </a:lnTo>
                <a:lnTo>
                  <a:pt x="1054653" y="1323496"/>
                </a:lnTo>
                <a:lnTo>
                  <a:pt x="1051674" y="1330571"/>
                </a:lnTo>
                <a:lnTo>
                  <a:pt x="1048596" y="1337637"/>
                </a:lnTo>
                <a:lnTo>
                  <a:pt x="1040413" y="1340899"/>
                </a:lnTo>
                <a:lnTo>
                  <a:pt x="1033343" y="1337925"/>
                </a:lnTo>
                <a:lnTo>
                  <a:pt x="1031478" y="1337102"/>
                </a:lnTo>
                <a:lnTo>
                  <a:pt x="1029914" y="1336014"/>
                </a:lnTo>
                <a:close/>
              </a:path>
              <a:path w="5142230" h="2300604">
                <a:moveTo>
                  <a:pt x="1907016" y="2085009"/>
                </a:moveTo>
                <a:lnTo>
                  <a:pt x="1902146" y="2079797"/>
                </a:lnTo>
                <a:lnTo>
                  <a:pt x="1900861" y="2077345"/>
                </a:lnTo>
                <a:lnTo>
                  <a:pt x="1899037" y="2066987"/>
                </a:lnTo>
                <a:lnTo>
                  <a:pt x="1904151" y="2059754"/>
                </a:lnTo>
                <a:lnTo>
                  <a:pt x="1911701" y="2058453"/>
                </a:lnTo>
                <a:lnTo>
                  <a:pt x="1919301" y="2057106"/>
                </a:lnTo>
                <a:lnTo>
                  <a:pt x="1926542" y="2062121"/>
                </a:lnTo>
                <a:lnTo>
                  <a:pt x="1929164" y="2077146"/>
                </a:lnTo>
                <a:lnTo>
                  <a:pt x="1925488" y="2082594"/>
                </a:lnTo>
                <a:lnTo>
                  <a:pt x="1924126" y="2084558"/>
                </a:lnTo>
                <a:lnTo>
                  <a:pt x="1916683" y="2085876"/>
                </a:lnTo>
                <a:lnTo>
                  <a:pt x="1911725" y="2086727"/>
                </a:lnTo>
                <a:lnTo>
                  <a:pt x="1907016" y="2085009"/>
                </a:lnTo>
                <a:close/>
              </a:path>
              <a:path w="5142230" h="2300604">
                <a:moveTo>
                  <a:pt x="299320" y="811102"/>
                </a:moveTo>
                <a:lnTo>
                  <a:pt x="294264" y="805689"/>
                </a:lnTo>
                <a:lnTo>
                  <a:pt x="293587" y="804769"/>
                </a:lnTo>
                <a:lnTo>
                  <a:pt x="293003" y="803753"/>
                </a:lnTo>
                <a:lnTo>
                  <a:pt x="289271" y="797022"/>
                </a:lnTo>
                <a:lnTo>
                  <a:pt x="291733" y="788513"/>
                </a:lnTo>
                <a:lnTo>
                  <a:pt x="305206" y="781041"/>
                </a:lnTo>
                <a:lnTo>
                  <a:pt x="313714" y="783502"/>
                </a:lnTo>
                <a:lnTo>
                  <a:pt x="321138" y="797021"/>
                </a:lnTo>
                <a:lnTo>
                  <a:pt x="318725" y="805483"/>
                </a:lnTo>
                <a:lnTo>
                  <a:pt x="306263" y="812377"/>
                </a:lnTo>
                <a:lnTo>
                  <a:pt x="299320" y="811102"/>
                </a:lnTo>
                <a:close/>
              </a:path>
              <a:path w="5142230" h="2300604">
                <a:moveTo>
                  <a:pt x="472222" y="1028250"/>
                </a:moveTo>
                <a:lnTo>
                  <a:pt x="466385" y="1022002"/>
                </a:lnTo>
                <a:lnTo>
                  <a:pt x="466094" y="1013968"/>
                </a:lnTo>
                <a:lnTo>
                  <a:pt x="475871" y="1002735"/>
                </a:lnTo>
                <a:lnTo>
                  <a:pt x="484724" y="1002144"/>
                </a:lnTo>
                <a:lnTo>
                  <a:pt x="496325" y="1012217"/>
                </a:lnTo>
                <a:lnTo>
                  <a:pt x="496921" y="1021065"/>
                </a:lnTo>
                <a:lnTo>
                  <a:pt x="486848" y="1032666"/>
                </a:lnTo>
                <a:lnTo>
                  <a:pt x="478045" y="1033311"/>
                </a:lnTo>
                <a:lnTo>
                  <a:pt x="472222" y="1028250"/>
                </a:lnTo>
                <a:close/>
              </a:path>
              <a:path w="5142230" h="2300604">
                <a:moveTo>
                  <a:pt x="1630612" y="1403907"/>
                </a:moveTo>
                <a:lnTo>
                  <a:pt x="1625783" y="1398738"/>
                </a:lnTo>
                <a:lnTo>
                  <a:pt x="1624658" y="1392841"/>
                </a:lnTo>
                <a:lnTo>
                  <a:pt x="1627008" y="1387733"/>
                </a:lnTo>
                <a:lnTo>
                  <a:pt x="1630166" y="1380948"/>
                </a:lnTo>
                <a:lnTo>
                  <a:pt x="1638197" y="1378011"/>
                </a:lnTo>
                <a:lnTo>
                  <a:pt x="1651816" y="1384281"/>
                </a:lnTo>
                <a:lnTo>
                  <a:pt x="1654748" y="1392308"/>
                </a:lnTo>
                <a:lnTo>
                  <a:pt x="1648437" y="1405883"/>
                </a:lnTo>
                <a:lnTo>
                  <a:pt x="1640406" y="1408820"/>
                </a:lnTo>
                <a:lnTo>
                  <a:pt x="1631994" y="1404898"/>
                </a:lnTo>
                <a:lnTo>
                  <a:pt x="1630612" y="1403907"/>
                </a:lnTo>
                <a:close/>
              </a:path>
              <a:path w="5142230" h="2300604">
                <a:moveTo>
                  <a:pt x="1757282" y="1467367"/>
                </a:moveTo>
                <a:lnTo>
                  <a:pt x="1752413" y="1462155"/>
                </a:lnTo>
                <a:lnTo>
                  <a:pt x="1751447" y="1455843"/>
                </a:lnTo>
                <a:lnTo>
                  <a:pt x="1757891" y="1444071"/>
                </a:lnTo>
                <a:lnTo>
                  <a:pt x="1766140" y="1441661"/>
                </a:lnTo>
                <a:lnTo>
                  <a:pt x="1779210" y="1448810"/>
                </a:lnTo>
                <a:lnTo>
                  <a:pt x="1781620" y="1457059"/>
                </a:lnTo>
                <a:lnTo>
                  <a:pt x="1774467" y="1470124"/>
                </a:lnTo>
                <a:lnTo>
                  <a:pt x="1766218" y="1472534"/>
                </a:lnTo>
                <a:lnTo>
                  <a:pt x="1758389" y="1468260"/>
                </a:lnTo>
                <a:lnTo>
                  <a:pt x="1757282" y="1467367"/>
                </a:lnTo>
                <a:close/>
              </a:path>
              <a:path w="5142230" h="2300604">
                <a:moveTo>
                  <a:pt x="1936726" y="1582629"/>
                </a:moveTo>
                <a:lnTo>
                  <a:pt x="1930785" y="1576270"/>
                </a:lnTo>
                <a:lnTo>
                  <a:pt x="1930341" y="1568952"/>
                </a:lnTo>
                <a:lnTo>
                  <a:pt x="1939271" y="1557789"/>
                </a:lnTo>
                <a:lnTo>
                  <a:pt x="1947755" y="1556803"/>
                </a:lnTo>
                <a:lnTo>
                  <a:pt x="1959423" y="1566165"/>
                </a:lnTo>
                <a:lnTo>
                  <a:pt x="1960413" y="1574654"/>
                </a:lnTo>
                <a:lnTo>
                  <a:pt x="1951046" y="1586327"/>
                </a:lnTo>
                <a:lnTo>
                  <a:pt x="1942557" y="1587308"/>
                </a:lnTo>
                <a:lnTo>
                  <a:pt x="1936726" y="1582629"/>
                </a:lnTo>
                <a:close/>
              </a:path>
              <a:path w="5142230" h="2300604">
                <a:moveTo>
                  <a:pt x="1818691" y="1502509"/>
                </a:moveTo>
                <a:lnTo>
                  <a:pt x="1813862" y="1497341"/>
                </a:lnTo>
                <a:lnTo>
                  <a:pt x="1813001" y="1490749"/>
                </a:lnTo>
                <a:lnTo>
                  <a:pt x="1816152" y="1485423"/>
                </a:lnTo>
                <a:lnTo>
                  <a:pt x="1820056" y="1479045"/>
                </a:lnTo>
                <a:lnTo>
                  <a:pt x="1828193" y="1477004"/>
                </a:lnTo>
                <a:lnTo>
                  <a:pt x="1828341" y="1476967"/>
                </a:lnTo>
                <a:lnTo>
                  <a:pt x="1841109" y="1484672"/>
                </a:lnTo>
                <a:lnTo>
                  <a:pt x="1843134" y="1492998"/>
                </a:lnTo>
                <a:lnTo>
                  <a:pt x="1839333" y="1499388"/>
                </a:lnTo>
                <a:lnTo>
                  <a:pt x="1835474" y="1505814"/>
                </a:lnTo>
                <a:lnTo>
                  <a:pt x="1827144" y="1507844"/>
                </a:lnTo>
                <a:lnTo>
                  <a:pt x="1820812" y="1503998"/>
                </a:lnTo>
                <a:lnTo>
                  <a:pt x="1819654" y="1503345"/>
                </a:lnTo>
                <a:lnTo>
                  <a:pt x="1818691" y="1502509"/>
                </a:lnTo>
                <a:close/>
              </a:path>
              <a:path w="5142230" h="2300604">
                <a:moveTo>
                  <a:pt x="1878538" y="1540378"/>
                </a:moveTo>
                <a:lnTo>
                  <a:pt x="1873619" y="1535112"/>
                </a:lnTo>
                <a:lnTo>
                  <a:pt x="1872910" y="1528196"/>
                </a:lnTo>
                <a:lnTo>
                  <a:pt x="1880568" y="1516649"/>
                </a:lnTo>
                <a:lnTo>
                  <a:pt x="1888985" y="1515005"/>
                </a:lnTo>
                <a:lnTo>
                  <a:pt x="1901402" y="1523311"/>
                </a:lnTo>
                <a:lnTo>
                  <a:pt x="1903095" y="1531673"/>
                </a:lnTo>
                <a:lnTo>
                  <a:pt x="1898965" y="1537906"/>
                </a:lnTo>
                <a:lnTo>
                  <a:pt x="1894789" y="1544090"/>
                </a:lnTo>
                <a:lnTo>
                  <a:pt x="1886422" y="1545788"/>
                </a:lnTo>
                <a:lnTo>
                  <a:pt x="1880189" y="1541657"/>
                </a:lnTo>
                <a:lnTo>
                  <a:pt x="1879314" y="1541014"/>
                </a:lnTo>
                <a:lnTo>
                  <a:pt x="1878538" y="1540378"/>
                </a:lnTo>
                <a:close/>
              </a:path>
              <a:path w="5142230" h="2300604">
                <a:moveTo>
                  <a:pt x="1036159" y="1170568"/>
                </a:moveTo>
                <a:lnTo>
                  <a:pt x="1031377" y="1165449"/>
                </a:lnTo>
                <a:lnTo>
                  <a:pt x="1030197" y="1159885"/>
                </a:lnTo>
                <a:lnTo>
                  <a:pt x="1032162" y="1154853"/>
                </a:lnTo>
                <a:lnTo>
                  <a:pt x="1034995" y="1147915"/>
                </a:lnTo>
                <a:lnTo>
                  <a:pt x="1042846" y="1144590"/>
                </a:lnTo>
                <a:lnTo>
                  <a:pt x="1056684" y="1150117"/>
                </a:lnTo>
                <a:lnTo>
                  <a:pt x="1060045" y="1158016"/>
                </a:lnTo>
                <a:lnTo>
                  <a:pt x="1057266" y="1164914"/>
                </a:lnTo>
                <a:lnTo>
                  <a:pt x="1054527" y="1171855"/>
                </a:lnTo>
                <a:lnTo>
                  <a:pt x="1046623" y="1175221"/>
                </a:lnTo>
                <a:lnTo>
                  <a:pt x="1037822" y="1171664"/>
                </a:lnTo>
                <a:lnTo>
                  <a:pt x="1036159" y="1170568"/>
                </a:lnTo>
                <a:close/>
              </a:path>
              <a:path w="5142230" h="2300604">
                <a:moveTo>
                  <a:pt x="1694477" y="1434543"/>
                </a:moveTo>
                <a:lnTo>
                  <a:pt x="1689654" y="1429380"/>
                </a:lnTo>
                <a:lnTo>
                  <a:pt x="1688616" y="1423284"/>
                </a:lnTo>
                <a:lnTo>
                  <a:pt x="1691216" y="1418150"/>
                </a:lnTo>
                <a:lnTo>
                  <a:pt x="1694560" y="1411465"/>
                </a:lnTo>
                <a:lnTo>
                  <a:pt x="1702679" y="1408720"/>
                </a:lnTo>
                <a:lnTo>
                  <a:pt x="1715999" y="1415453"/>
                </a:lnTo>
                <a:lnTo>
                  <a:pt x="1718744" y="1423572"/>
                </a:lnTo>
                <a:lnTo>
                  <a:pt x="1712052" y="1436936"/>
                </a:lnTo>
                <a:lnTo>
                  <a:pt x="1703888" y="1439632"/>
                </a:lnTo>
                <a:lnTo>
                  <a:pt x="1697208" y="1436293"/>
                </a:lnTo>
                <a:lnTo>
                  <a:pt x="1695770" y="1435536"/>
                </a:lnTo>
                <a:lnTo>
                  <a:pt x="1694477" y="1434543"/>
                </a:lnTo>
                <a:close/>
              </a:path>
              <a:path w="5142230" h="2300604">
                <a:moveTo>
                  <a:pt x="1168679" y="1221817"/>
                </a:moveTo>
                <a:lnTo>
                  <a:pt x="1163896" y="1216697"/>
                </a:lnTo>
                <a:lnTo>
                  <a:pt x="1162665" y="1211273"/>
                </a:lnTo>
                <a:lnTo>
                  <a:pt x="1164528" y="1206328"/>
                </a:lnTo>
                <a:lnTo>
                  <a:pt x="1167126" y="1199335"/>
                </a:lnTo>
                <a:lnTo>
                  <a:pt x="1174947" y="1195782"/>
                </a:lnTo>
                <a:lnTo>
                  <a:pt x="1188930" y="1201073"/>
                </a:lnTo>
                <a:lnTo>
                  <a:pt x="1192442" y="1208840"/>
                </a:lnTo>
                <a:lnTo>
                  <a:pt x="1187245" y="1222826"/>
                </a:lnTo>
                <a:lnTo>
                  <a:pt x="1179429" y="1226384"/>
                </a:lnTo>
                <a:lnTo>
                  <a:pt x="1172436" y="1223786"/>
                </a:lnTo>
                <a:lnTo>
                  <a:pt x="1170387" y="1222961"/>
                </a:lnTo>
                <a:lnTo>
                  <a:pt x="1168679" y="1221817"/>
                </a:lnTo>
                <a:close/>
              </a:path>
              <a:path w="5142230" h="2300604">
                <a:moveTo>
                  <a:pt x="1368256" y="1296073"/>
                </a:moveTo>
                <a:lnTo>
                  <a:pt x="1363473" y="1290953"/>
                </a:lnTo>
                <a:lnTo>
                  <a:pt x="1362287" y="1285578"/>
                </a:lnTo>
                <a:lnTo>
                  <a:pt x="1364109" y="1280588"/>
                </a:lnTo>
                <a:lnTo>
                  <a:pt x="1366802" y="1273599"/>
                </a:lnTo>
                <a:lnTo>
                  <a:pt x="1374570" y="1270086"/>
                </a:lnTo>
                <a:lnTo>
                  <a:pt x="1381563" y="1272685"/>
                </a:lnTo>
                <a:lnTo>
                  <a:pt x="1388548" y="1275373"/>
                </a:lnTo>
                <a:lnTo>
                  <a:pt x="1392065" y="1283145"/>
                </a:lnTo>
                <a:lnTo>
                  <a:pt x="1389466" y="1290138"/>
                </a:lnTo>
                <a:lnTo>
                  <a:pt x="1386773" y="1297128"/>
                </a:lnTo>
                <a:lnTo>
                  <a:pt x="1379001" y="1300635"/>
                </a:lnTo>
                <a:lnTo>
                  <a:pt x="1372008" y="1298037"/>
                </a:lnTo>
                <a:lnTo>
                  <a:pt x="1370005" y="1297260"/>
                </a:lnTo>
                <a:lnTo>
                  <a:pt x="1368256" y="1296073"/>
                </a:lnTo>
                <a:close/>
              </a:path>
              <a:path w="5142230" h="2300604">
                <a:moveTo>
                  <a:pt x="1102265" y="1196565"/>
                </a:moveTo>
                <a:lnTo>
                  <a:pt x="1097482" y="1191445"/>
                </a:lnTo>
                <a:lnTo>
                  <a:pt x="1096246" y="1186017"/>
                </a:lnTo>
                <a:lnTo>
                  <a:pt x="1098216" y="1180990"/>
                </a:lnTo>
                <a:lnTo>
                  <a:pt x="1100860" y="1174045"/>
                </a:lnTo>
                <a:lnTo>
                  <a:pt x="1108722" y="1170536"/>
                </a:lnTo>
                <a:lnTo>
                  <a:pt x="1122652" y="1175967"/>
                </a:lnTo>
                <a:lnTo>
                  <a:pt x="1126116" y="1183780"/>
                </a:lnTo>
                <a:lnTo>
                  <a:pt x="1123423" y="1190770"/>
                </a:lnTo>
                <a:lnTo>
                  <a:pt x="1120734" y="1197666"/>
                </a:lnTo>
                <a:lnTo>
                  <a:pt x="1112921" y="1201129"/>
                </a:lnTo>
                <a:lnTo>
                  <a:pt x="1103973" y="1197709"/>
                </a:lnTo>
                <a:lnTo>
                  <a:pt x="1102265" y="1196565"/>
                </a:lnTo>
                <a:close/>
              </a:path>
              <a:path w="5142230" h="2300604">
                <a:moveTo>
                  <a:pt x="1565832" y="1375028"/>
                </a:moveTo>
                <a:lnTo>
                  <a:pt x="1561044" y="1369904"/>
                </a:lnTo>
                <a:lnTo>
                  <a:pt x="1559921" y="1364205"/>
                </a:lnTo>
                <a:lnTo>
                  <a:pt x="1562078" y="1359085"/>
                </a:lnTo>
                <a:lnTo>
                  <a:pt x="1565092" y="1352244"/>
                </a:lnTo>
                <a:lnTo>
                  <a:pt x="1572994" y="1349071"/>
                </a:lnTo>
                <a:lnTo>
                  <a:pt x="1586720" y="1354967"/>
                </a:lnTo>
                <a:lnTo>
                  <a:pt x="1589895" y="1362959"/>
                </a:lnTo>
                <a:lnTo>
                  <a:pt x="1586922" y="1369845"/>
                </a:lnTo>
                <a:lnTo>
                  <a:pt x="1583998" y="1376685"/>
                </a:lnTo>
                <a:lnTo>
                  <a:pt x="1576006" y="1379860"/>
                </a:lnTo>
                <a:lnTo>
                  <a:pt x="1569120" y="1376887"/>
                </a:lnTo>
                <a:lnTo>
                  <a:pt x="1567400" y="1376120"/>
                </a:lnTo>
                <a:lnTo>
                  <a:pt x="1565832" y="1375028"/>
                </a:lnTo>
                <a:close/>
              </a:path>
              <a:path w="5142230" h="2300604">
                <a:moveTo>
                  <a:pt x="1235252" y="1246555"/>
                </a:moveTo>
                <a:lnTo>
                  <a:pt x="1230470" y="1241435"/>
                </a:lnTo>
                <a:lnTo>
                  <a:pt x="1229186" y="1236151"/>
                </a:lnTo>
                <a:lnTo>
                  <a:pt x="1231004" y="1231157"/>
                </a:lnTo>
                <a:lnTo>
                  <a:pt x="1233602" y="1224164"/>
                </a:lnTo>
                <a:lnTo>
                  <a:pt x="1241377" y="1220562"/>
                </a:lnTo>
                <a:lnTo>
                  <a:pt x="1248416" y="1223209"/>
                </a:lnTo>
                <a:lnTo>
                  <a:pt x="1255458" y="1225762"/>
                </a:lnTo>
                <a:lnTo>
                  <a:pt x="1258970" y="1233529"/>
                </a:lnTo>
                <a:lnTo>
                  <a:pt x="1256417" y="1240571"/>
                </a:lnTo>
                <a:lnTo>
                  <a:pt x="1253819" y="1247564"/>
                </a:lnTo>
                <a:lnTo>
                  <a:pt x="1246002" y="1251122"/>
                </a:lnTo>
                <a:lnTo>
                  <a:pt x="1239009" y="1248524"/>
                </a:lnTo>
                <a:lnTo>
                  <a:pt x="1236957" y="1247793"/>
                </a:lnTo>
                <a:lnTo>
                  <a:pt x="1235252" y="1246555"/>
                </a:lnTo>
                <a:close/>
              </a:path>
              <a:path w="5142230" h="2300604">
                <a:moveTo>
                  <a:pt x="1301780" y="1271244"/>
                </a:moveTo>
                <a:lnTo>
                  <a:pt x="1296997" y="1266124"/>
                </a:lnTo>
                <a:lnTo>
                  <a:pt x="1295763" y="1260794"/>
                </a:lnTo>
                <a:lnTo>
                  <a:pt x="1297585" y="1255805"/>
                </a:lnTo>
                <a:lnTo>
                  <a:pt x="1300232" y="1248766"/>
                </a:lnTo>
                <a:lnTo>
                  <a:pt x="1308000" y="1245254"/>
                </a:lnTo>
                <a:lnTo>
                  <a:pt x="1322034" y="1250405"/>
                </a:lnTo>
                <a:lnTo>
                  <a:pt x="1325592" y="1258222"/>
                </a:lnTo>
                <a:lnTo>
                  <a:pt x="1320395" y="1272208"/>
                </a:lnTo>
                <a:lnTo>
                  <a:pt x="1312574" y="1275761"/>
                </a:lnTo>
                <a:lnTo>
                  <a:pt x="1305581" y="1273162"/>
                </a:lnTo>
                <a:lnTo>
                  <a:pt x="1303529" y="1272431"/>
                </a:lnTo>
                <a:lnTo>
                  <a:pt x="1301780" y="1271244"/>
                </a:lnTo>
                <a:close/>
              </a:path>
              <a:path w="5142230" h="2300604">
                <a:moveTo>
                  <a:pt x="1434568" y="1321411"/>
                </a:moveTo>
                <a:lnTo>
                  <a:pt x="1429790" y="1316296"/>
                </a:lnTo>
                <a:lnTo>
                  <a:pt x="1428554" y="1310867"/>
                </a:lnTo>
                <a:lnTo>
                  <a:pt x="1430524" y="1305840"/>
                </a:lnTo>
                <a:lnTo>
                  <a:pt x="1433216" y="1298850"/>
                </a:lnTo>
                <a:lnTo>
                  <a:pt x="1441075" y="1295435"/>
                </a:lnTo>
                <a:lnTo>
                  <a:pt x="1455006" y="1300867"/>
                </a:lnTo>
                <a:lnTo>
                  <a:pt x="1458421" y="1308725"/>
                </a:lnTo>
                <a:lnTo>
                  <a:pt x="1455682" y="1315666"/>
                </a:lnTo>
                <a:lnTo>
                  <a:pt x="1452985" y="1322651"/>
                </a:lnTo>
                <a:lnTo>
                  <a:pt x="1445131" y="1326071"/>
                </a:lnTo>
                <a:lnTo>
                  <a:pt x="1438190" y="1323332"/>
                </a:lnTo>
                <a:lnTo>
                  <a:pt x="1436232" y="1322605"/>
                </a:lnTo>
                <a:lnTo>
                  <a:pt x="1434568" y="1321411"/>
                </a:lnTo>
                <a:close/>
              </a:path>
              <a:path w="5142230" h="2300604">
                <a:moveTo>
                  <a:pt x="1500434" y="1347640"/>
                </a:moveTo>
                <a:lnTo>
                  <a:pt x="1495647" y="1342515"/>
                </a:lnTo>
                <a:lnTo>
                  <a:pt x="1494472" y="1336956"/>
                </a:lnTo>
                <a:lnTo>
                  <a:pt x="1499360" y="1324985"/>
                </a:lnTo>
                <a:lnTo>
                  <a:pt x="1507220" y="1321669"/>
                </a:lnTo>
                <a:lnTo>
                  <a:pt x="1521091" y="1327330"/>
                </a:lnTo>
                <a:lnTo>
                  <a:pt x="1524367" y="1335236"/>
                </a:lnTo>
                <a:lnTo>
                  <a:pt x="1521583" y="1342128"/>
                </a:lnTo>
                <a:lnTo>
                  <a:pt x="1518750" y="1349066"/>
                </a:lnTo>
                <a:lnTo>
                  <a:pt x="1510850" y="1352338"/>
                </a:lnTo>
                <a:lnTo>
                  <a:pt x="1502048" y="1348780"/>
                </a:lnTo>
                <a:lnTo>
                  <a:pt x="1500434" y="1347640"/>
                </a:lnTo>
                <a:close/>
              </a:path>
              <a:path w="5142230" h="2300604">
                <a:moveTo>
                  <a:pt x="2167440" y="2080518"/>
                </a:moveTo>
                <a:lnTo>
                  <a:pt x="2162703" y="2075447"/>
                </a:lnTo>
                <a:lnTo>
                  <a:pt x="2161344" y="2072233"/>
                </a:lnTo>
                <a:lnTo>
                  <a:pt x="2161298" y="2061236"/>
                </a:lnTo>
                <a:lnTo>
                  <a:pt x="2167312" y="2055162"/>
                </a:lnTo>
                <a:lnTo>
                  <a:pt x="2182227" y="2055098"/>
                </a:lnTo>
                <a:lnTo>
                  <a:pt x="2188306" y="2061117"/>
                </a:lnTo>
                <a:lnTo>
                  <a:pt x="2188360" y="2076032"/>
                </a:lnTo>
                <a:lnTo>
                  <a:pt x="2182351" y="2082111"/>
                </a:lnTo>
                <a:lnTo>
                  <a:pt x="2170972" y="2082149"/>
                </a:lnTo>
                <a:lnTo>
                  <a:pt x="2167440" y="2080518"/>
                </a:lnTo>
                <a:close/>
              </a:path>
              <a:path w="5142230" h="2300604">
                <a:moveTo>
                  <a:pt x="2147217" y="2291702"/>
                </a:moveTo>
                <a:lnTo>
                  <a:pt x="2142530" y="2286684"/>
                </a:lnTo>
                <a:lnTo>
                  <a:pt x="2141117" y="2282435"/>
                </a:lnTo>
                <a:lnTo>
                  <a:pt x="2141826" y="2278111"/>
                </a:lnTo>
                <a:lnTo>
                  <a:pt x="2143162" y="2270744"/>
                </a:lnTo>
                <a:lnTo>
                  <a:pt x="2150129" y="2265788"/>
                </a:lnTo>
                <a:lnTo>
                  <a:pt x="2157500" y="2267130"/>
                </a:lnTo>
                <a:lnTo>
                  <a:pt x="2164865" y="2268367"/>
                </a:lnTo>
                <a:lnTo>
                  <a:pt x="2169777" y="2275384"/>
                </a:lnTo>
                <a:lnTo>
                  <a:pt x="2168535" y="2282754"/>
                </a:lnTo>
                <a:lnTo>
                  <a:pt x="2167242" y="2290070"/>
                </a:lnTo>
                <a:lnTo>
                  <a:pt x="2160231" y="2295076"/>
                </a:lnTo>
                <a:lnTo>
                  <a:pt x="2152860" y="2293735"/>
                </a:lnTo>
                <a:lnTo>
                  <a:pt x="2149860" y="2293260"/>
                </a:lnTo>
                <a:lnTo>
                  <a:pt x="2147217" y="2291702"/>
                </a:lnTo>
                <a:close/>
              </a:path>
              <a:path w="5142230" h="2300604">
                <a:moveTo>
                  <a:pt x="841046" y="1084473"/>
                </a:moveTo>
                <a:lnTo>
                  <a:pt x="836263" y="1079353"/>
                </a:lnTo>
                <a:lnTo>
                  <a:pt x="835193" y="1073321"/>
                </a:lnTo>
                <a:lnTo>
                  <a:pt x="841029" y="1061387"/>
                </a:lnTo>
                <a:lnTo>
                  <a:pt x="849102" y="1058593"/>
                </a:lnTo>
                <a:lnTo>
                  <a:pt x="862520" y="1065235"/>
                </a:lnTo>
                <a:lnTo>
                  <a:pt x="865314" y="1073308"/>
                </a:lnTo>
                <a:lnTo>
                  <a:pt x="862016" y="1080041"/>
                </a:lnTo>
                <a:lnTo>
                  <a:pt x="858721" y="1086680"/>
                </a:lnTo>
                <a:lnTo>
                  <a:pt x="850648" y="1089474"/>
                </a:lnTo>
                <a:lnTo>
                  <a:pt x="843910" y="1086171"/>
                </a:lnTo>
                <a:lnTo>
                  <a:pt x="842428" y="1085465"/>
                </a:lnTo>
                <a:lnTo>
                  <a:pt x="841046" y="1084473"/>
                </a:lnTo>
                <a:close/>
              </a:path>
              <a:path w="5142230" h="2300604">
                <a:moveTo>
                  <a:pt x="2113868" y="1805587"/>
                </a:moveTo>
                <a:lnTo>
                  <a:pt x="2109035" y="1800413"/>
                </a:lnTo>
                <a:lnTo>
                  <a:pt x="2108232" y="1799163"/>
                </a:lnTo>
                <a:lnTo>
                  <a:pt x="2104494" y="1790958"/>
                </a:lnTo>
                <a:lnTo>
                  <a:pt x="2107555" y="1782994"/>
                </a:lnTo>
                <a:lnTo>
                  <a:pt x="2121172" y="1776849"/>
                </a:lnTo>
                <a:lnTo>
                  <a:pt x="2129190" y="1779860"/>
                </a:lnTo>
                <a:lnTo>
                  <a:pt x="2135336" y="1793476"/>
                </a:lnTo>
                <a:lnTo>
                  <a:pt x="2132271" y="1801535"/>
                </a:lnTo>
                <a:lnTo>
                  <a:pt x="2125417" y="1804559"/>
                </a:lnTo>
                <a:lnTo>
                  <a:pt x="2120051" y="1807025"/>
                </a:lnTo>
                <a:lnTo>
                  <a:pt x="2113868" y="1805587"/>
                </a:lnTo>
                <a:close/>
              </a:path>
              <a:path w="5142230" h="2300604">
                <a:moveTo>
                  <a:pt x="2081297" y="1743449"/>
                </a:moveTo>
                <a:lnTo>
                  <a:pt x="2075727" y="1737487"/>
                </a:lnTo>
                <a:lnTo>
                  <a:pt x="2071293" y="1730297"/>
                </a:lnTo>
                <a:lnTo>
                  <a:pt x="2073277" y="1721961"/>
                </a:lnTo>
                <a:lnTo>
                  <a:pt x="2079693" y="1718077"/>
                </a:lnTo>
                <a:lnTo>
                  <a:pt x="2086009" y="1714185"/>
                </a:lnTo>
                <a:lnTo>
                  <a:pt x="2094345" y="1716168"/>
                </a:lnTo>
                <a:lnTo>
                  <a:pt x="2102171" y="1728846"/>
                </a:lnTo>
                <a:lnTo>
                  <a:pt x="2100187" y="1737182"/>
                </a:lnTo>
                <a:lnTo>
                  <a:pt x="2093826" y="1741124"/>
                </a:lnTo>
                <a:lnTo>
                  <a:pt x="2088230" y="1744517"/>
                </a:lnTo>
                <a:lnTo>
                  <a:pt x="2081297" y="1743449"/>
                </a:lnTo>
                <a:close/>
              </a:path>
              <a:path w="5142230" h="2300604">
                <a:moveTo>
                  <a:pt x="409304" y="735690"/>
                </a:moveTo>
                <a:lnTo>
                  <a:pt x="403641" y="729628"/>
                </a:lnTo>
                <a:lnTo>
                  <a:pt x="403153" y="728715"/>
                </a:lnTo>
                <a:lnTo>
                  <a:pt x="399354" y="722302"/>
                </a:lnTo>
                <a:lnTo>
                  <a:pt x="401576" y="714026"/>
                </a:lnTo>
                <a:lnTo>
                  <a:pt x="407979" y="710226"/>
                </a:lnTo>
                <a:lnTo>
                  <a:pt x="414433" y="706480"/>
                </a:lnTo>
                <a:lnTo>
                  <a:pt x="422767" y="708657"/>
                </a:lnTo>
                <a:lnTo>
                  <a:pt x="430254" y="721560"/>
                </a:lnTo>
                <a:lnTo>
                  <a:pt x="428090" y="729799"/>
                </a:lnTo>
                <a:lnTo>
                  <a:pt x="421628" y="733635"/>
                </a:lnTo>
                <a:lnTo>
                  <a:pt x="416047" y="736849"/>
                </a:lnTo>
                <a:lnTo>
                  <a:pt x="409304" y="735690"/>
                </a:lnTo>
                <a:close/>
              </a:path>
              <a:path w="5142230" h="2300604">
                <a:moveTo>
                  <a:pt x="301553" y="472260"/>
                </a:moveTo>
                <a:lnTo>
                  <a:pt x="296766" y="467135"/>
                </a:lnTo>
                <a:lnTo>
                  <a:pt x="295696" y="465404"/>
                </a:lnTo>
                <a:lnTo>
                  <a:pt x="295104" y="463401"/>
                </a:lnTo>
                <a:lnTo>
                  <a:pt x="292892" y="456244"/>
                </a:lnTo>
                <a:lnTo>
                  <a:pt x="296928" y="448639"/>
                </a:lnTo>
                <a:lnTo>
                  <a:pt x="311193" y="444262"/>
                </a:lnTo>
                <a:lnTo>
                  <a:pt x="318752" y="448249"/>
                </a:lnTo>
                <a:lnTo>
                  <a:pt x="323175" y="462563"/>
                </a:lnTo>
                <a:lnTo>
                  <a:pt x="319188" y="470122"/>
                </a:lnTo>
                <a:lnTo>
                  <a:pt x="306926" y="473906"/>
                </a:lnTo>
                <a:lnTo>
                  <a:pt x="301553" y="472260"/>
                </a:lnTo>
                <a:close/>
              </a:path>
              <a:path w="5142230" h="2300604">
                <a:moveTo>
                  <a:pt x="2157961" y="2221683"/>
                </a:moveTo>
                <a:lnTo>
                  <a:pt x="2153224" y="2216612"/>
                </a:lnTo>
                <a:lnTo>
                  <a:pt x="2151752" y="2212690"/>
                </a:lnTo>
                <a:lnTo>
                  <a:pt x="2153185" y="2201125"/>
                </a:lnTo>
                <a:lnTo>
                  <a:pt x="2159973" y="2195880"/>
                </a:lnTo>
                <a:lnTo>
                  <a:pt x="2167396" y="2196789"/>
                </a:lnTo>
                <a:lnTo>
                  <a:pt x="2174780" y="2197753"/>
                </a:lnTo>
                <a:lnTo>
                  <a:pt x="2180074" y="2204496"/>
                </a:lnTo>
                <a:lnTo>
                  <a:pt x="2179115" y="2211875"/>
                </a:lnTo>
                <a:lnTo>
                  <a:pt x="2178201" y="2219303"/>
                </a:lnTo>
                <a:lnTo>
                  <a:pt x="2171408" y="2224543"/>
                </a:lnTo>
                <a:lnTo>
                  <a:pt x="2164030" y="2223683"/>
                </a:lnTo>
                <a:lnTo>
                  <a:pt x="2160788" y="2223242"/>
                </a:lnTo>
                <a:lnTo>
                  <a:pt x="2157961" y="2221683"/>
                </a:lnTo>
                <a:close/>
              </a:path>
              <a:path w="5142230" h="2300604">
                <a:moveTo>
                  <a:pt x="2155178" y="1939930"/>
                </a:moveTo>
                <a:lnTo>
                  <a:pt x="2150400" y="1934816"/>
                </a:lnTo>
                <a:lnTo>
                  <a:pt x="2149198" y="1932551"/>
                </a:lnTo>
                <a:lnTo>
                  <a:pt x="2148677" y="1929942"/>
                </a:lnTo>
                <a:lnTo>
                  <a:pt x="2147317" y="1922620"/>
                </a:lnTo>
                <a:lnTo>
                  <a:pt x="2152141" y="1915566"/>
                </a:lnTo>
                <a:lnTo>
                  <a:pt x="2159461" y="1914116"/>
                </a:lnTo>
                <a:lnTo>
                  <a:pt x="2166772" y="1912755"/>
                </a:lnTo>
                <a:lnTo>
                  <a:pt x="2173880" y="1917529"/>
                </a:lnTo>
                <a:lnTo>
                  <a:pt x="2176688" y="1932264"/>
                </a:lnTo>
                <a:lnTo>
                  <a:pt x="2171868" y="1939323"/>
                </a:lnTo>
                <a:lnTo>
                  <a:pt x="2159752" y="1941602"/>
                </a:lnTo>
                <a:lnTo>
                  <a:pt x="2155178" y="1939930"/>
                </a:lnTo>
                <a:close/>
              </a:path>
              <a:path w="5142230" h="2300604">
                <a:moveTo>
                  <a:pt x="2138484" y="1871428"/>
                </a:moveTo>
                <a:lnTo>
                  <a:pt x="2133747" y="1866357"/>
                </a:lnTo>
                <a:lnTo>
                  <a:pt x="2132632" y="1864577"/>
                </a:lnTo>
                <a:lnTo>
                  <a:pt x="2132039" y="1862574"/>
                </a:lnTo>
                <a:lnTo>
                  <a:pt x="2129828" y="1855417"/>
                </a:lnTo>
                <a:lnTo>
                  <a:pt x="2133815" y="1847857"/>
                </a:lnTo>
                <a:lnTo>
                  <a:pt x="2148075" y="1843475"/>
                </a:lnTo>
                <a:lnTo>
                  <a:pt x="2155683" y="1847417"/>
                </a:lnTo>
                <a:lnTo>
                  <a:pt x="2160065" y="1861686"/>
                </a:lnTo>
                <a:lnTo>
                  <a:pt x="2156078" y="1869246"/>
                </a:lnTo>
                <a:lnTo>
                  <a:pt x="2148962" y="1871501"/>
                </a:lnTo>
                <a:lnTo>
                  <a:pt x="2143862" y="1873079"/>
                </a:lnTo>
                <a:lnTo>
                  <a:pt x="2138484" y="1871428"/>
                </a:lnTo>
                <a:close/>
              </a:path>
              <a:path w="5142230" h="2300604">
                <a:moveTo>
                  <a:pt x="263301" y="335325"/>
                </a:moveTo>
                <a:lnTo>
                  <a:pt x="258518" y="330205"/>
                </a:lnTo>
                <a:lnTo>
                  <a:pt x="257405" y="328231"/>
                </a:lnTo>
                <a:lnTo>
                  <a:pt x="254991" y="318707"/>
                </a:lnTo>
                <a:lnTo>
                  <a:pt x="259422" y="311331"/>
                </a:lnTo>
                <a:lnTo>
                  <a:pt x="273820" y="307683"/>
                </a:lnTo>
                <a:lnTo>
                  <a:pt x="281183" y="312045"/>
                </a:lnTo>
                <a:lnTo>
                  <a:pt x="284845" y="326522"/>
                </a:lnTo>
                <a:lnTo>
                  <a:pt x="280487" y="333880"/>
                </a:lnTo>
                <a:lnTo>
                  <a:pt x="268296" y="336958"/>
                </a:lnTo>
                <a:lnTo>
                  <a:pt x="263301" y="335325"/>
                </a:lnTo>
                <a:close/>
              </a:path>
              <a:path w="5142230" h="2300604">
                <a:moveTo>
                  <a:pt x="970518" y="1143407"/>
                </a:moveTo>
                <a:lnTo>
                  <a:pt x="965690" y="1138239"/>
                </a:lnTo>
                <a:lnTo>
                  <a:pt x="964509" y="1132576"/>
                </a:lnTo>
                <a:lnTo>
                  <a:pt x="966622" y="1127507"/>
                </a:lnTo>
                <a:lnTo>
                  <a:pt x="969546" y="1120667"/>
                </a:lnTo>
                <a:lnTo>
                  <a:pt x="977492" y="1117443"/>
                </a:lnTo>
                <a:lnTo>
                  <a:pt x="991267" y="1123294"/>
                </a:lnTo>
                <a:lnTo>
                  <a:pt x="994420" y="1131068"/>
                </a:lnTo>
                <a:lnTo>
                  <a:pt x="988642" y="1144921"/>
                </a:lnTo>
                <a:lnTo>
                  <a:pt x="980696" y="1148144"/>
                </a:lnTo>
                <a:lnTo>
                  <a:pt x="971992" y="1144496"/>
                </a:lnTo>
                <a:lnTo>
                  <a:pt x="970518" y="1143407"/>
                </a:lnTo>
                <a:close/>
              </a:path>
              <a:path w="5142230" h="2300604">
                <a:moveTo>
                  <a:pt x="495291" y="849828"/>
                </a:moveTo>
                <a:lnTo>
                  <a:pt x="484997" y="838808"/>
                </a:lnTo>
                <a:lnTo>
                  <a:pt x="485380" y="830323"/>
                </a:lnTo>
                <a:lnTo>
                  <a:pt x="496159" y="820162"/>
                </a:lnTo>
                <a:lnTo>
                  <a:pt x="504835" y="820458"/>
                </a:lnTo>
                <a:lnTo>
                  <a:pt x="514988" y="831326"/>
                </a:lnTo>
                <a:lnTo>
                  <a:pt x="514704" y="839819"/>
                </a:lnTo>
                <a:lnTo>
                  <a:pt x="503827" y="850071"/>
                </a:lnTo>
                <a:lnTo>
                  <a:pt x="495291" y="849828"/>
                </a:lnTo>
                <a:close/>
              </a:path>
              <a:path w="5142230" h="2300604">
                <a:moveTo>
                  <a:pt x="715579" y="1017414"/>
                </a:moveTo>
                <a:lnTo>
                  <a:pt x="710751" y="1012245"/>
                </a:lnTo>
                <a:lnTo>
                  <a:pt x="709840" y="1005699"/>
                </a:lnTo>
                <a:lnTo>
                  <a:pt x="716707" y="993989"/>
                </a:lnTo>
                <a:lnTo>
                  <a:pt x="724991" y="991811"/>
                </a:lnTo>
                <a:lnTo>
                  <a:pt x="737863" y="999336"/>
                </a:lnTo>
                <a:lnTo>
                  <a:pt x="740036" y="1007624"/>
                </a:lnTo>
                <a:lnTo>
                  <a:pt x="732517" y="1020492"/>
                </a:lnTo>
                <a:lnTo>
                  <a:pt x="724274" y="1022714"/>
                </a:lnTo>
                <a:lnTo>
                  <a:pt x="717790" y="1018901"/>
                </a:lnTo>
                <a:lnTo>
                  <a:pt x="716636" y="1018252"/>
                </a:lnTo>
                <a:lnTo>
                  <a:pt x="715579" y="1017414"/>
                </a:lnTo>
                <a:close/>
              </a:path>
              <a:path w="5142230" h="2300604">
                <a:moveTo>
                  <a:pt x="281546" y="404022"/>
                </a:moveTo>
                <a:lnTo>
                  <a:pt x="276809" y="398951"/>
                </a:lnTo>
                <a:lnTo>
                  <a:pt x="275692" y="397072"/>
                </a:lnTo>
                <a:lnTo>
                  <a:pt x="275106" y="394880"/>
                </a:lnTo>
                <a:lnTo>
                  <a:pt x="273086" y="387635"/>
                </a:lnTo>
                <a:lnTo>
                  <a:pt x="277304" y="380226"/>
                </a:lnTo>
                <a:lnTo>
                  <a:pt x="284500" y="378252"/>
                </a:lnTo>
                <a:lnTo>
                  <a:pt x="291646" y="376224"/>
                </a:lnTo>
                <a:lnTo>
                  <a:pt x="299150" y="380445"/>
                </a:lnTo>
                <a:lnTo>
                  <a:pt x="303098" y="394837"/>
                </a:lnTo>
                <a:lnTo>
                  <a:pt x="298930" y="402300"/>
                </a:lnTo>
                <a:lnTo>
                  <a:pt x="291734" y="404274"/>
                </a:lnTo>
                <a:lnTo>
                  <a:pt x="286681" y="405707"/>
                </a:lnTo>
                <a:lnTo>
                  <a:pt x="281546" y="404022"/>
                </a:lnTo>
                <a:close/>
              </a:path>
              <a:path w="5142230" h="2300604">
                <a:moveTo>
                  <a:pt x="542062" y="894617"/>
                </a:moveTo>
                <a:lnTo>
                  <a:pt x="536408" y="888565"/>
                </a:lnTo>
                <a:lnTo>
                  <a:pt x="536254" y="880775"/>
                </a:lnTo>
                <a:lnTo>
                  <a:pt x="540918" y="875505"/>
                </a:lnTo>
                <a:lnTo>
                  <a:pt x="545830" y="869912"/>
                </a:lnTo>
                <a:lnTo>
                  <a:pt x="554346" y="869353"/>
                </a:lnTo>
                <a:lnTo>
                  <a:pt x="565528" y="879270"/>
                </a:lnTo>
                <a:lnTo>
                  <a:pt x="566088" y="887786"/>
                </a:lnTo>
                <a:lnTo>
                  <a:pt x="556216" y="899017"/>
                </a:lnTo>
                <a:lnTo>
                  <a:pt x="547649" y="899523"/>
                </a:lnTo>
                <a:lnTo>
                  <a:pt x="542062" y="894617"/>
                </a:lnTo>
                <a:close/>
              </a:path>
              <a:path w="5142230" h="2300604">
                <a:moveTo>
                  <a:pt x="323796" y="539861"/>
                </a:moveTo>
                <a:lnTo>
                  <a:pt x="319018" y="534746"/>
                </a:lnTo>
                <a:lnTo>
                  <a:pt x="317987" y="533153"/>
                </a:lnTo>
                <a:lnTo>
                  <a:pt x="314890" y="524267"/>
                </a:lnTo>
                <a:lnTo>
                  <a:pt x="318646" y="516558"/>
                </a:lnTo>
                <a:lnTo>
                  <a:pt x="325669" y="514106"/>
                </a:lnTo>
                <a:lnTo>
                  <a:pt x="332810" y="511584"/>
                </a:lnTo>
                <a:lnTo>
                  <a:pt x="340446" y="515360"/>
                </a:lnTo>
                <a:lnTo>
                  <a:pt x="345354" y="529411"/>
                </a:lnTo>
                <a:lnTo>
                  <a:pt x="341644" y="537169"/>
                </a:lnTo>
                <a:lnTo>
                  <a:pt x="334575" y="539572"/>
                </a:lnTo>
                <a:lnTo>
                  <a:pt x="329366" y="541425"/>
                </a:lnTo>
                <a:lnTo>
                  <a:pt x="323796" y="539861"/>
                </a:lnTo>
                <a:close/>
              </a:path>
              <a:path w="5142230" h="2300604">
                <a:moveTo>
                  <a:pt x="214700" y="127784"/>
                </a:moveTo>
                <a:lnTo>
                  <a:pt x="209967" y="122718"/>
                </a:lnTo>
                <a:lnTo>
                  <a:pt x="208812" y="120602"/>
                </a:lnTo>
                <a:lnTo>
                  <a:pt x="208235" y="118127"/>
                </a:lnTo>
                <a:lnTo>
                  <a:pt x="206642" y="110850"/>
                </a:lnTo>
                <a:lnTo>
                  <a:pt x="211226" y="103636"/>
                </a:lnTo>
                <a:lnTo>
                  <a:pt x="218458" y="101994"/>
                </a:lnTo>
                <a:lnTo>
                  <a:pt x="225788" y="100360"/>
                </a:lnTo>
                <a:lnTo>
                  <a:pt x="232997" y="104949"/>
                </a:lnTo>
                <a:lnTo>
                  <a:pt x="236278" y="119507"/>
                </a:lnTo>
                <a:lnTo>
                  <a:pt x="231686" y="126809"/>
                </a:lnTo>
                <a:lnTo>
                  <a:pt x="219557" y="129465"/>
                </a:lnTo>
                <a:lnTo>
                  <a:pt x="214700" y="127784"/>
                </a:lnTo>
                <a:close/>
              </a:path>
              <a:path w="5142230" h="2300604">
                <a:moveTo>
                  <a:pt x="655055" y="979994"/>
                </a:moveTo>
                <a:lnTo>
                  <a:pt x="650136" y="974728"/>
                </a:lnTo>
                <a:lnTo>
                  <a:pt x="649424" y="967905"/>
                </a:lnTo>
                <a:lnTo>
                  <a:pt x="656996" y="956266"/>
                </a:lnTo>
                <a:lnTo>
                  <a:pt x="665363" y="954568"/>
                </a:lnTo>
                <a:lnTo>
                  <a:pt x="677872" y="962779"/>
                </a:lnTo>
                <a:lnTo>
                  <a:pt x="679623" y="971105"/>
                </a:lnTo>
                <a:lnTo>
                  <a:pt x="675538" y="977386"/>
                </a:lnTo>
                <a:lnTo>
                  <a:pt x="671408" y="983619"/>
                </a:lnTo>
                <a:lnTo>
                  <a:pt x="663033" y="985406"/>
                </a:lnTo>
                <a:lnTo>
                  <a:pt x="655877" y="980678"/>
                </a:lnTo>
                <a:lnTo>
                  <a:pt x="655055" y="979994"/>
                </a:lnTo>
                <a:close/>
              </a:path>
              <a:path w="5142230" h="2300604">
                <a:moveTo>
                  <a:pt x="2164938" y="2151247"/>
                </a:moveTo>
                <a:lnTo>
                  <a:pt x="2160201" y="2146176"/>
                </a:lnTo>
                <a:lnTo>
                  <a:pt x="2158814" y="2142541"/>
                </a:lnTo>
                <a:lnTo>
                  <a:pt x="2159040" y="2138678"/>
                </a:lnTo>
                <a:lnTo>
                  <a:pt x="2159531" y="2131188"/>
                </a:lnTo>
                <a:lnTo>
                  <a:pt x="2165292" y="2126212"/>
                </a:lnTo>
                <a:lnTo>
                  <a:pt x="2166000" y="2125601"/>
                </a:lnTo>
                <a:lnTo>
                  <a:pt x="2173439" y="2126039"/>
                </a:lnTo>
                <a:lnTo>
                  <a:pt x="2180885" y="2126580"/>
                </a:lnTo>
                <a:lnTo>
                  <a:pt x="2186520" y="2133004"/>
                </a:lnTo>
                <a:lnTo>
                  <a:pt x="2185537" y="2147884"/>
                </a:lnTo>
                <a:lnTo>
                  <a:pt x="2179817" y="2152904"/>
                </a:lnTo>
                <a:lnTo>
                  <a:pt x="2179065" y="2153565"/>
                </a:lnTo>
                <a:lnTo>
                  <a:pt x="2171674" y="2153082"/>
                </a:lnTo>
                <a:lnTo>
                  <a:pt x="2168043" y="2152812"/>
                </a:lnTo>
                <a:lnTo>
                  <a:pt x="2164938" y="2151247"/>
                </a:lnTo>
                <a:close/>
              </a:path>
              <a:path w="5142230" h="2300604">
                <a:moveTo>
                  <a:pt x="2040896" y="1686028"/>
                </a:moveTo>
                <a:lnTo>
                  <a:pt x="2035334" y="1680074"/>
                </a:lnTo>
                <a:lnTo>
                  <a:pt x="2030664" y="1674292"/>
                </a:lnTo>
                <a:lnTo>
                  <a:pt x="2031567" y="1665778"/>
                </a:lnTo>
                <a:lnTo>
                  <a:pt x="2037438" y="1661116"/>
                </a:lnTo>
                <a:lnTo>
                  <a:pt x="2043215" y="1656450"/>
                </a:lnTo>
                <a:lnTo>
                  <a:pt x="2051734" y="1657358"/>
                </a:lnTo>
                <a:lnTo>
                  <a:pt x="2061063" y="1669006"/>
                </a:lnTo>
                <a:lnTo>
                  <a:pt x="2060155" y="1677515"/>
                </a:lnTo>
                <a:lnTo>
                  <a:pt x="2050101" y="1685618"/>
                </a:lnTo>
                <a:lnTo>
                  <a:pt x="2048796" y="1686665"/>
                </a:lnTo>
                <a:lnTo>
                  <a:pt x="2040896" y="1686028"/>
                </a:lnTo>
                <a:close/>
              </a:path>
              <a:path w="5142230" h="2300604">
                <a:moveTo>
                  <a:pt x="230283" y="197151"/>
                </a:moveTo>
                <a:lnTo>
                  <a:pt x="225501" y="192031"/>
                </a:lnTo>
                <a:lnTo>
                  <a:pt x="224341" y="189910"/>
                </a:lnTo>
                <a:lnTo>
                  <a:pt x="222170" y="180158"/>
                </a:lnTo>
                <a:lnTo>
                  <a:pt x="226764" y="172954"/>
                </a:lnTo>
                <a:lnTo>
                  <a:pt x="233995" y="171312"/>
                </a:lnTo>
                <a:lnTo>
                  <a:pt x="241276" y="169624"/>
                </a:lnTo>
                <a:lnTo>
                  <a:pt x="248529" y="174163"/>
                </a:lnTo>
                <a:lnTo>
                  <a:pt x="251860" y="188774"/>
                </a:lnTo>
                <a:lnTo>
                  <a:pt x="247271" y="195983"/>
                </a:lnTo>
                <a:lnTo>
                  <a:pt x="239991" y="197670"/>
                </a:lnTo>
                <a:lnTo>
                  <a:pt x="235139" y="198733"/>
                </a:lnTo>
                <a:lnTo>
                  <a:pt x="230283" y="197151"/>
                </a:lnTo>
                <a:close/>
              </a:path>
              <a:path w="5142230" h="2300604">
                <a:moveTo>
                  <a:pt x="905347" y="1114794"/>
                </a:moveTo>
                <a:lnTo>
                  <a:pt x="900569" y="1109679"/>
                </a:lnTo>
                <a:lnTo>
                  <a:pt x="899444" y="1103881"/>
                </a:lnTo>
                <a:lnTo>
                  <a:pt x="901744" y="1098719"/>
                </a:lnTo>
                <a:lnTo>
                  <a:pt x="904857" y="1091886"/>
                </a:lnTo>
                <a:lnTo>
                  <a:pt x="912842" y="1088900"/>
                </a:lnTo>
                <a:lnTo>
                  <a:pt x="926460" y="1095071"/>
                </a:lnTo>
                <a:lnTo>
                  <a:pt x="929496" y="1103110"/>
                </a:lnTo>
                <a:lnTo>
                  <a:pt x="926432" y="1109899"/>
                </a:lnTo>
                <a:lnTo>
                  <a:pt x="923320" y="1116733"/>
                </a:lnTo>
                <a:lnTo>
                  <a:pt x="915329" y="1119713"/>
                </a:lnTo>
                <a:lnTo>
                  <a:pt x="908496" y="1116601"/>
                </a:lnTo>
                <a:lnTo>
                  <a:pt x="906820" y="1115883"/>
                </a:lnTo>
                <a:lnTo>
                  <a:pt x="905347" y="1114794"/>
                </a:lnTo>
                <a:close/>
              </a:path>
              <a:path w="5142230" h="2300604">
                <a:moveTo>
                  <a:pt x="376614" y="672057"/>
                </a:moveTo>
                <a:lnTo>
                  <a:pt x="371786" y="666888"/>
                </a:lnTo>
                <a:lnTo>
                  <a:pt x="370930" y="665679"/>
                </a:lnTo>
                <a:lnTo>
                  <a:pt x="370363" y="664290"/>
                </a:lnTo>
                <a:lnTo>
                  <a:pt x="367242" y="657528"/>
                </a:lnTo>
                <a:lnTo>
                  <a:pt x="370253" y="649510"/>
                </a:lnTo>
                <a:lnTo>
                  <a:pt x="377016" y="646388"/>
                </a:lnTo>
                <a:lnTo>
                  <a:pt x="383824" y="643315"/>
                </a:lnTo>
                <a:lnTo>
                  <a:pt x="391796" y="646278"/>
                </a:lnTo>
                <a:lnTo>
                  <a:pt x="394963" y="653089"/>
                </a:lnTo>
                <a:lnTo>
                  <a:pt x="398036" y="659898"/>
                </a:lnTo>
                <a:lnTo>
                  <a:pt x="395025" y="667915"/>
                </a:lnTo>
                <a:lnTo>
                  <a:pt x="388217" y="670988"/>
                </a:lnTo>
                <a:lnTo>
                  <a:pt x="382845" y="673449"/>
                </a:lnTo>
                <a:lnTo>
                  <a:pt x="376614" y="672057"/>
                </a:lnTo>
                <a:close/>
              </a:path>
              <a:path w="5142230" h="2300604">
                <a:moveTo>
                  <a:pt x="246340" y="266341"/>
                </a:moveTo>
                <a:lnTo>
                  <a:pt x="241557" y="261221"/>
                </a:lnTo>
                <a:lnTo>
                  <a:pt x="240443" y="259148"/>
                </a:lnTo>
                <a:lnTo>
                  <a:pt x="238131" y="249538"/>
                </a:lnTo>
                <a:lnTo>
                  <a:pt x="242411" y="242585"/>
                </a:lnTo>
                <a:lnTo>
                  <a:pt x="242629" y="242232"/>
                </a:lnTo>
                <a:lnTo>
                  <a:pt x="249909" y="240544"/>
                </a:lnTo>
                <a:lnTo>
                  <a:pt x="257139" y="238803"/>
                </a:lnTo>
                <a:lnTo>
                  <a:pt x="264450" y="243305"/>
                </a:lnTo>
                <a:lnTo>
                  <a:pt x="266187" y="250540"/>
                </a:lnTo>
                <a:lnTo>
                  <a:pt x="267874" y="257820"/>
                </a:lnTo>
                <a:lnTo>
                  <a:pt x="263638" y="264722"/>
                </a:lnTo>
                <a:lnTo>
                  <a:pt x="263421" y="265076"/>
                </a:lnTo>
                <a:lnTo>
                  <a:pt x="256142" y="266863"/>
                </a:lnTo>
                <a:lnTo>
                  <a:pt x="251242" y="267971"/>
                </a:lnTo>
                <a:lnTo>
                  <a:pt x="246340" y="266341"/>
                </a:lnTo>
                <a:close/>
              </a:path>
              <a:path w="5142230" h="2300604">
                <a:moveTo>
                  <a:pt x="449092" y="795193"/>
                </a:moveTo>
                <a:lnTo>
                  <a:pt x="443397" y="789097"/>
                </a:lnTo>
                <a:lnTo>
                  <a:pt x="438926" y="783138"/>
                </a:lnTo>
                <a:lnTo>
                  <a:pt x="440113" y="774633"/>
                </a:lnTo>
                <a:lnTo>
                  <a:pt x="446026" y="770113"/>
                </a:lnTo>
                <a:lnTo>
                  <a:pt x="451985" y="765642"/>
                </a:lnTo>
                <a:lnTo>
                  <a:pt x="460490" y="766829"/>
                </a:lnTo>
                <a:lnTo>
                  <a:pt x="469480" y="778701"/>
                </a:lnTo>
                <a:lnTo>
                  <a:pt x="468294" y="787206"/>
                </a:lnTo>
                <a:lnTo>
                  <a:pt x="462381" y="791725"/>
                </a:lnTo>
                <a:lnTo>
                  <a:pt x="456808" y="795926"/>
                </a:lnTo>
                <a:lnTo>
                  <a:pt x="449092" y="795193"/>
                </a:lnTo>
                <a:close/>
              </a:path>
              <a:path w="5142230" h="2300604">
                <a:moveTo>
                  <a:pt x="777749" y="1052100"/>
                </a:moveTo>
                <a:lnTo>
                  <a:pt x="772921" y="1046931"/>
                </a:lnTo>
                <a:lnTo>
                  <a:pt x="771911" y="1040670"/>
                </a:lnTo>
                <a:lnTo>
                  <a:pt x="774686" y="1035430"/>
                </a:lnTo>
                <a:lnTo>
                  <a:pt x="778210" y="1028841"/>
                </a:lnTo>
                <a:lnTo>
                  <a:pt x="786373" y="1026338"/>
                </a:lnTo>
                <a:lnTo>
                  <a:pt x="799589" y="1033350"/>
                </a:lnTo>
                <a:lnTo>
                  <a:pt x="802097" y="1041509"/>
                </a:lnTo>
                <a:lnTo>
                  <a:pt x="798613" y="1048141"/>
                </a:lnTo>
                <a:lnTo>
                  <a:pt x="795085" y="1054725"/>
                </a:lnTo>
                <a:lnTo>
                  <a:pt x="786881" y="1057184"/>
                </a:lnTo>
                <a:lnTo>
                  <a:pt x="780289" y="1053744"/>
                </a:lnTo>
                <a:lnTo>
                  <a:pt x="778950" y="1052995"/>
                </a:lnTo>
                <a:lnTo>
                  <a:pt x="777749" y="1052100"/>
                </a:lnTo>
                <a:close/>
              </a:path>
              <a:path w="5142230" h="2300604">
                <a:moveTo>
                  <a:pt x="348676" y="606570"/>
                </a:moveTo>
                <a:lnTo>
                  <a:pt x="343843" y="601397"/>
                </a:lnTo>
                <a:lnTo>
                  <a:pt x="342899" y="599996"/>
                </a:lnTo>
                <a:lnTo>
                  <a:pt x="342298" y="598375"/>
                </a:lnTo>
                <a:lnTo>
                  <a:pt x="339560" y="591436"/>
                </a:lnTo>
                <a:lnTo>
                  <a:pt x="342897" y="583571"/>
                </a:lnTo>
                <a:lnTo>
                  <a:pt x="356823" y="578050"/>
                </a:lnTo>
                <a:lnTo>
                  <a:pt x="364684" y="581480"/>
                </a:lnTo>
                <a:lnTo>
                  <a:pt x="370160" y="595357"/>
                </a:lnTo>
                <a:lnTo>
                  <a:pt x="366778" y="603174"/>
                </a:lnTo>
                <a:lnTo>
                  <a:pt x="359840" y="605912"/>
                </a:lnTo>
                <a:lnTo>
                  <a:pt x="354527" y="608044"/>
                </a:lnTo>
                <a:lnTo>
                  <a:pt x="348676" y="606570"/>
                </a:lnTo>
                <a:close/>
              </a:path>
              <a:path w="5142230" h="2300604">
                <a:moveTo>
                  <a:pt x="2164503" y="2009929"/>
                </a:moveTo>
                <a:lnTo>
                  <a:pt x="2159766" y="2004858"/>
                </a:lnTo>
                <a:lnTo>
                  <a:pt x="2158449" y="2002080"/>
                </a:lnTo>
                <a:lnTo>
                  <a:pt x="2157534" y="1991521"/>
                </a:lnTo>
                <a:lnTo>
                  <a:pt x="2162998" y="1984956"/>
                </a:lnTo>
                <a:lnTo>
                  <a:pt x="2170476" y="1984262"/>
                </a:lnTo>
                <a:lnTo>
                  <a:pt x="2177914" y="1983623"/>
                </a:lnTo>
                <a:lnTo>
                  <a:pt x="2184426" y="1989127"/>
                </a:lnTo>
                <a:lnTo>
                  <a:pt x="2185812" y="2004003"/>
                </a:lnTo>
                <a:lnTo>
                  <a:pt x="2180250" y="2010560"/>
                </a:lnTo>
                <a:lnTo>
                  <a:pt x="2168507" y="2011576"/>
                </a:lnTo>
                <a:lnTo>
                  <a:pt x="2164503" y="2009929"/>
                </a:lnTo>
                <a:close/>
              </a:path>
              <a:path w="5142230" h="2300604">
                <a:moveTo>
                  <a:pt x="597274" y="939546"/>
                </a:moveTo>
                <a:lnTo>
                  <a:pt x="591757" y="933641"/>
                </a:lnTo>
                <a:lnTo>
                  <a:pt x="591305" y="926412"/>
                </a:lnTo>
                <a:lnTo>
                  <a:pt x="595309" y="921120"/>
                </a:lnTo>
                <a:lnTo>
                  <a:pt x="599762" y="915134"/>
                </a:lnTo>
                <a:lnTo>
                  <a:pt x="608252" y="913959"/>
                </a:lnTo>
                <a:lnTo>
                  <a:pt x="620170" y="922905"/>
                </a:lnTo>
                <a:lnTo>
                  <a:pt x="621398" y="931355"/>
                </a:lnTo>
                <a:lnTo>
                  <a:pt x="616892" y="937381"/>
                </a:lnTo>
                <a:lnTo>
                  <a:pt x="612394" y="943318"/>
                </a:lnTo>
                <a:lnTo>
                  <a:pt x="603949" y="944542"/>
                </a:lnTo>
                <a:lnTo>
                  <a:pt x="597971" y="940000"/>
                </a:lnTo>
                <a:lnTo>
                  <a:pt x="597274" y="939546"/>
                </a:lnTo>
                <a:close/>
              </a:path>
              <a:path w="5142230" h="2300604">
                <a:moveTo>
                  <a:pt x="1988788" y="1628684"/>
                </a:moveTo>
                <a:lnTo>
                  <a:pt x="1983504" y="1623027"/>
                </a:lnTo>
                <a:lnTo>
                  <a:pt x="1983545" y="1614762"/>
                </a:lnTo>
                <a:lnTo>
                  <a:pt x="1988637" y="1609559"/>
                </a:lnTo>
                <a:lnTo>
                  <a:pt x="1993916" y="1604262"/>
                </a:lnTo>
                <a:lnTo>
                  <a:pt x="2002462" y="1604222"/>
                </a:lnTo>
                <a:lnTo>
                  <a:pt x="2013102" y="1614635"/>
                </a:lnTo>
                <a:lnTo>
                  <a:pt x="2013188" y="1623231"/>
                </a:lnTo>
                <a:lnTo>
                  <a:pt x="2007909" y="1628527"/>
                </a:lnTo>
                <a:lnTo>
                  <a:pt x="2002675" y="1633873"/>
                </a:lnTo>
                <a:lnTo>
                  <a:pt x="1994129" y="1633912"/>
                </a:lnTo>
                <a:lnTo>
                  <a:pt x="1988788" y="1628684"/>
                </a:lnTo>
                <a:close/>
              </a:path>
              <a:path w="5142230" h="2300604">
                <a:moveTo>
                  <a:pt x="1200954" y="1087754"/>
                </a:moveTo>
                <a:lnTo>
                  <a:pt x="1196308" y="1082781"/>
                </a:lnTo>
                <a:lnTo>
                  <a:pt x="1195067" y="1077640"/>
                </a:lnTo>
                <a:lnTo>
                  <a:pt x="1199286" y="1066028"/>
                </a:lnTo>
                <a:lnTo>
                  <a:pt x="1206865" y="1062509"/>
                </a:lnTo>
                <a:lnTo>
                  <a:pt x="1220476" y="1067500"/>
                </a:lnTo>
                <a:lnTo>
                  <a:pt x="1223954" y="1075035"/>
                </a:lnTo>
                <a:lnTo>
                  <a:pt x="1218958" y="1088650"/>
                </a:lnTo>
                <a:lnTo>
                  <a:pt x="1211423" y="1092119"/>
                </a:lnTo>
                <a:lnTo>
                  <a:pt x="1202658" y="1088893"/>
                </a:lnTo>
                <a:lnTo>
                  <a:pt x="1200954" y="1087754"/>
                </a:lnTo>
                <a:close/>
              </a:path>
              <a:path w="5142230" h="2300604">
                <a:moveTo>
                  <a:pt x="2407019" y="2061239"/>
                </a:moveTo>
                <a:lnTo>
                  <a:pt x="2402419" y="2056315"/>
                </a:lnTo>
                <a:lnTo>
                  <a:pt x="2401032" y="2052679"/>
                </a:lnTo>
                <a:lnTo>
                  <a:pt x="2402121" y="2041627"/>
                </a:lnTo>
                <a:lnTo>
                  <a:pt x="2407100" y="2037476"/>
                </a:lnTo>
                <a:lnTo>
                  <a:pt x="2408486" y="2036320"/>
                </a:lnTo>
                <a:lnTo>
                  <a:pt x="2422932" y="2037709"/>
                </a:lnTo>
                <a:lnTo>
                  <a:pt x="2428186" y="2044115"/>
                </a:lnTo>
                <a:lnTo>
                  <a:pt x="2427520" y="2051320"/>
                </a:lnTo>
                <a:lnTo>
                  <a:pt x="2426756" y="2058517"/>
                </a:lnTo>
                <a:lnTo>
                  <a:pt x="2421777" y="2062668"/>
                </a:lnTo>
                <a:lnTo>
                  <a:pt x="2420391" y="2063824"/>
                </a:lnTo>
                <a:lnTo>
                  <a:pt x="2413189" y="2063054"/>
                </a:lnTo>
                <a:lnTo>
                  <a:pt x="2409895" y="2062753"/>
                </a:lnTo>
                <a:lnTo>
                  <a:pt x="2407019" y="2061239"/>
                </a:lnTo>
                <a:close/>
              </a:path>
              <a:path w="5142230" h="2300604">
                <a:moveTo>
                  <a:pt x="331900" y="168791"/>
                </a:moveTo>
                <a:lnTo>
                  <a:pt x="327299" y="163866"/>
                </a:lnTo>
                <a:lnTo>
                  <a:pt x="326228" y="162036"/>
                </a:lnTo>
                <a:lnTo>
                  <a:pt x="323607" y="153071"/>
                </a:lnTo>
                <a:lnTo>
                  <a:pt x="327629" y="145843"/>
                </a:lnTo>
                <a:lnTo>
                  <a:pt x="341553" y="141785"/>
                </a:lnTo>
                <a:lnTo>
                  <a:pt x="348780" y="145808"/>
                </a:lnTo>
                <a:lnTo>
                  <a:pt x="352839" y="159731"/>
                </a:lnTo>
                <a:lnTo>
                  <a:pt x="348816" y="166959"/>
                </a:lnTo>
                <a:lnTo>
                  <a:pt x="341850" y="168983"/>
                </a:lnTo>
                <a:lnTo>
                  <a:pt x="336944" y="170379"/>
                </a:lnTo>
                <a:lnTo>
                  <a:pt x="331900" y="168791"/>
                </a:lnTo>
                <a:close/>
              </a:path>
              <a:path w="5142230" h="2300604">
                <a:moveTo>
                  <a:pt x="1335238" y="1134342"/>
                </a:moveTo>
                <a:lnTo>
                  <a:pt x="1330592" y="1129368"/>
                </a:lnTo>
                <a:lnTo>
                  <a:pt x="1329344" y="1124416"/>
                </a:lnTo>
                <a:lnTo>
                  <a:pt x="1330874" y="1119700"/>
                </a:lnTo>
                <a:lnTo>
                  <a:pt x="1333066" y="1113054"/>
                </a:lnTo>
                <a:lnTo>
                  <a:pt x="1333137" y="1112837"/>
                </a:lnTo>
                <a:lnTo>
                  <a:pt x="1340580" y="1109172"/>
                </a:lnTo>
                <a:lnTo>
                  <a:pt x="1354301" y="1113694"/>
                </a:lnTo>
                <a:lnTo>
                  <a:pt x="1358014" y="1121091"/>
                </a:lnTo>
                <a:lnTo>
                  <a:pt x="1355751" y="1127954"/>
                </a:lnTo>
                <a:lnTo>
                  <a:pt x="1353511" y="1134646"/>
                </a:lnTo>
                <a:lnTo>
                  <a:pt x="1353439" y="1134862"/>
                </a:lnTo>
                <a:lnTo>
                  <a:pt x="1346046" y="1138581"/>
                </a:lnTo>
                <a:lnTo>
                  <a:pt x="1339184" y="1136317"/>
                </a:lnTo>
                <a:lnTo>
                  <a:pt x="1337037" y="1135583"/>
                </a:lnTo>
                <a:lnTo>
                  <a:pt x="1335238" y="1134342"/>
                </a:lnTo>
                <a:close/>
              </a:path>
              <a:path w="5142230" h="2300604">
                <a:moveTo>
                  <a:pt x="543604" y="694324"/>
                </a:moveTo>
                <a:lnTo>
                  <a:pt x="538035" y="688362"/>
                </a:lnTo>
                <a:lnTo>
                  <a:pt x="533701" y="682550"/>
                </a:lnTo>
                <a:lnTo>
                  <a:pt x="534878" y="674328"/>
                </a:lnTo>
                <a:lnTo>
                  <a:pt x="546454" y="665705"/>
                </a:lnTo>
                <a:lnTo>
                  <a:pt x="554676" y="666882"/>
                </a:lnTo>
                <a:lnTo>
                  <a:pt x="563344" y="678507"/>
                </a:lnTo>
                <a:lnTo>
                  <a:pt x="562118" y="686675"/>
                </a:lnTo>
                <a:lnTo>
                  <a:pt x="556355" y="691063"/>
                </a:lnTo>
                <a:lnTo>
                  <a:pt x="550928" y="695028"/>
                </a:lnTo>
                <a:lnTo>
                  <a:pt x="543604" y="694324"/>
                </a:lnTo>
                <a:close/>
              </a:path>
              <a:path w="5142230" h="2300604">
                <a:moveTo>
                  <a:pt x="937934" y="979892"/>
                </a:moveTo>
                <a:lnTo>
                  <a:pt x="933288" y="974919"/>
                </a:lnTo>
                <a:lnTo>
                  <a:pt x="932213" y="969175"/>
                </a:lnTo>
                <a:lnTo>
                  <a:pt x="934548" y="964245"/>
                </a:lnTo>
                <a:lnTo>
                  <a:pt x="937511" y="957642"/>
                </a:lnTo>
                <a:lnTo>
                  <a:pt x="945355" y="954798"/>
                </a:lnTo>
                <a:lnTo>
                  <a:pt x="958463" y="960815"/>
                </a:lnTo>
                <a:lnTo>
                  <a:pt x="961361" y="968609"/>
                </a:lnTo>
                <a:lnTo>
                  <a:pt x="955291" y="981758"/>
                </a:lnTo>
                <a:lnTo>
                  <a:pt x="947497" y="984656"/>
                </a:lnTo>
                <a:lnTo>
                  <a:pt x="939317" y="980884"/>
                </a:lnTo>
                <a:lnTo>
                  <a:pt x="937934" y="979892"/>
                </a:lnTo>
                <a:close/>
              </a:path>
              <a:path w="5142230" h="2300604">
                <a:moveTo>
                  <a:pt x="2286217" y="1597924"/>
                </a:moveTo>
                <a:lnTo>
                  <a:pt x="2281070" y="1592414"/>
                </a:lnTo>
                <a:lnTo>
                  <a:pt x="2276346" y="1586966"/>
                </a:lnTo>
                <a:lnTo>
                  <a:pt x="2276911" y="1578676"/>
                </a:lnTo>
                <a:lnTo>
                  <a:pt x="2287101" y="1569840"/>
                </a:lnTo>
                <a:lnTo>
                  <a:pt x="2287808" y="1569228"/>
                </a:lnTo>
                <a:lnTo>
                  <a:pt x="2296093" y="1569788"/>
                </a:lnTo>
                <a:lnTo>
                  <a:pt x="2305587" y="1580733"/>
                </a:lnTo>
                <a:lnTo>
                  <a:pt x="2304981" y="1588979"/>
                </a:lnTo>
                <a:lnTo>
                  <a:pt x="2299578" y="1593752"/>
                </a:lnTo>
                <a:lnTo>
                  <a:pt x="2294833" y="1597861"/>
                </a:lnTo>
                <a:lnTo>
                  <a:pt x="2294227" y="1598386"/>
                </a:lnTo>
                <a:lnTo>
                  <a:pt x="2286217" y="1597924"/>
                </a:lnTo>
                <a:close/>
              </a:path>
              <a:path w="5142230" h="2300604">
                <a:moveTo>
                  <a:pt x="589551" y="749081"/>
                </a:moveTo>
                <a:lnTo>
                  <a:pt x="579667" y="738500"/>
                </a:lnTo>
                <a:lnTo>
                  <a:pt x="579901" y="730246"/>
                </a:lnTo>
                <a:lnTo>
                  <a:pt x="590432" y="720308"/>
                </a:lnTo>
                <a:lnTo>
                  <a:pt x="598830" y="720599"/>
                </a:lnTo>
                <a:lnTo>
                  <a:pt x="608623" y="731082"/>
                </a:lnTo>
                <a:lnTo>
                  <a:pt x="608435" y="739384"/>
                </a:lnTo>
                <a:lnTo>
                  <a:pt x="597854" y="749269"/>
                </a:lnTo>
                <a:lnTo>
                  <a:pt x="589551" y="749081"/>
                </a:lnTo>
                <a:close/>
              </a:path>
              <a:path w="5142230" h="2300604">
                <a:moveTo>
                  <a:pt x="1267892" y="1111513"/>
                </a:moveTo>
                <a:lnTo>
                  <a:pt x="1263291" y="1106588"/>
                </a:lnTo>
                <a:lnTo>
                  <a:pt x="1262042" y="1101537"/>
                </a:lnTo>
                <a:lnTo>
                  <a:pt x="1266028" y="1089969"/>
                </a:lnTo>
                <a:lnTo>
                  <a:pt x="1273516" y="1086353"/>
                </a:lnTo>
                <a:lnTo>
                  <a:pt x="1280326" y="1088657"/>
                </a:lnTo>
                <a:lnTo>
                  <a:pt x="1287141" y="1091065"/>
                </a:lnTo>
                <a:lnTo>
                  <a:pt x="1290806" y="1098508"/>
                </a:lnTo>
                <a:lnTo>
                  <a:pt x="1288448" y="1105367"/>
                </a:lnTo>
                <a:lnTo>
                  <a:pt x="1286045" y="1112178"/>
                </a:lnTo>
                <a:lnTo>
                  <a:pt x="1278651" y="1115798"/>
                </a:lnTo>
                <a:lnTo>
                  <a:pt x="1271792" y="1113440"/>
                </a:lnTo>
                <a:lnTo>
                  <a:pt x="1269690" y="1112754"/>
                </a:lnTo>
                <a:lnTo>
                  <a:pt x="1267892" y="1111513"/>
                </a:lnTo>
                <a:close/>
              </a:path>
              <a:path w="5142230" h="2300604">
                <a:moveTo>
                  <a:pt x="2411552" y="1990631"/>
                </a:moveTo>
                <a:lnTo>
                  <a:pt x="2406997" y="1985755"/>
                </a:lnTo>
                <a:lnTo>
                  <a:pt x="2405648" y="1982356"/>
                </a:lnTo>
                <a:lnTo>
                  <a:pt x="2405867" y="1971643"/>
                </a:lnTo>
                <a:lnTo>
                  <a:pt x="2411873" y="1965951"/>
                </a:lnTo>
                <a:lnTo>
                  <a:pt x="2419133" y="1966099"/>
                </a:lnTo>
                <a:lnTo>
                  <a:pt x="2426350" y="1966298"/>
                </a:lnTo>
                <a:lnTo>
                  <a:pt x="2432095" y="1972253"/>
                </a:lnTo>
                <a:lnTo>
                  <a:pt x="2431947" y="1979523"/>
                </a:lnTo>
                <a:lnTo>
                  <a:pt x="2431744" y="1986734"/>
                </a:lnTo>
                <a:lnTo>
                  <a:pt x="2425748" y="1992436"/>
                </a:lnTo>
                <a:lnTo>
                  <a:pt x="2414846" y="1992202"/>
                </a:lnTo>
                <a:lnTo>
                  <a:pt x="2411552" y="1990631"/>
                </a:lnTo>
                <a:close/>
              </a:path>
              <a:path w="5142230" h="2300604">
                <a:moveTo>
                  <a:pt x="1402652" y="1156559"/>
                </a:moveTo>
                <a:lnTo>
                  <a:pt x="1398052" y="1151634"/>
                </a:lnTo>
                <a:lnTo>
                  <a:pt x="1396800" y="1146677"/>
                </a:lnTo>
                <a:lnTo>
                  <a:pt x="1400597" y="1135103"/>
                </a:lnTo>
                <a:lnTo>
                  <a:pt x="1407949" y="1131340"/>
                </a:lnTo>
                <a:lnTo>
                  <a:pt x="1414860" y="1133558"/>
                </a:lnTo>
                <a:lnTo>
                  <a:pt x="1421723" y="1135822"/>
                </a:lnTo>
                <a:lnTo>
                  <a:pt x="1425485" y="1143173"/>
                </a:lnTo>
                <a:lnTo>
                  <a:pt x="1423267" y="1150085"/>
                </a:lnTo>
                <a:lnTo>
                  <a:pt x="1421004" y="1156947"/>
                </a:lnTo>
                <a:lnTo>
                  <a:pt x="1413604" y="1160755"/>
                </a:lnTo>
                <a:lnTo>
                  <a:pt x="1406737" y="1158487"/>
                </a:lnTo>
                <a:lnTo>
                  <a:pt x="1404546" y="1157803"/>
                </a:lnTo>
                <a:lnTo>
                  <a:pt x="1402652" y="1156559"/>
                </a:lnTo>
                <a:close/>
              </a:path>
              <a:path w="5142230" h="2300604">
                <a:moveTo>
                  <a:pt x="414605" y="440795"/>
                </a:moveTo>
                <a:lnTo>
                  <a:pt x="409959" y="435822"/>
                </a:lnTo>
                <a:lnTo>
                  <a:pt x="409019" y="434326"/>
                </a:lnTo>
                <a:lnTo>
                  <a:pt x="405958" y="425771"/>
                </a:lnTo>
                <a:lnTo>
                  <a:pt x="409519" y="418245"/>
                </a:lnTo>
                <a:lnTo>
                  <a:pt x="416305" y="415832"/>
                </a:lnTo>
                <a:lnTo>
                  <a:pt x="423140" y="413374"/>
                </a:lnTo>
                <a:lnTo>
                  <a:pt x="430616" y="416881"/>
                </a:lnTo>
                <a:lnTo>
                  <a:pt x="435533" y="430550"/>
                </a:lnTo>
                <a:lnTo>
                  <a:pt x="431931" y="438033"/>
                </a:lnTo>
                <a:lnTo>
                  <a:pt x="425141" y="440441"/>
                </a:lnTo>
                <a:lnTo>
                  <a:pt x="420030" y="442302"/>
                </a:lnTo>
                <a:lnTo>
                  <a:pt x="414605" y="440795"/>
                </a:lnTo>
                <a:close/>
              </a:path>
              <a:path w="5142230" h="2300604">
                <a:moveTo>
                  <a:pt x="440245" y="507242"/>
                </a:moveTo>
                <a:lnTo>
                  <a:pt x="435598" y="502269"/>
                </a:lnTo>
                <a:lnTo>
                  <a:pt x="434700" y="500916"/>
                </a:lnTo>
                <a:lnTo>
                  <a:pt x="434137" y="499433"/>
                </a:lnTo>
                <a:lnTo>
                  <a:pt x="431344" y="492729"/>
                </a:lnTo>
                <a:lnTo>
                  <a:pt x="434531" y="485095"/>
                </a:lnTo>
                <a:lnTo>
                  <a:pt x="447891" y="479554"/>
                </a:lnTo>
                <a:lnTo>
                  <a:pt x="455573" y="482696"/>
                </a:lnTo>
                <a:lnTo>
                  <a:pt x="461061" y="496096"/>
                </a:lnTo>
                <a:lnTo>
                  <a:pt x="457879" y="503735"/>
                </a:lnTo>
                <a:lnTo>
                  <a:pt x="451223" y="506483"/>
                </a:lnTo>
                <a:lnTo>
                  <a:pt x="446181" y="508612"/>
                </a:lnTo>
                <a:lnTo>
                  <a:pt x="446050" y="508667"/>
                </a:lnTo>
                <a:lnTo>
                  <a:pt x="440245" y="507242"/>
                </a:lnTo>
                <a:close/>
              </a:path>
              <a:path w="5142230" h="2300604">
                <a:moveTo>
                  <a:pt x="2361954" y="1715457"/>
                </a:moveTo>
                <a:lnTo>
                  <a:pt x="2357257" y="1710430"/>
                </a:lnTo>
                <a:lnTo>
                  <a:pt x="2356493" y="1709318"/>
                </a:lnTo>
                <a:lnTo>
                  <a:pt x="2352848" y="1701410"/>
                </a:lnTo>
                <a:lnTo>
                  <a:pt x="2355751" y="1693667"/>
                </a:lnTo>
                <a:lnTo>
                  <a:pt x="2362276" y="1690584"/>
                </a:lnTo>
                <a:lnTo>
                  <a:pt x="2368852" y="1687555"/>
                </a:lnTo>
                <a:lnTo>
                  <a:pt x="2376679" y="1690461"/>
                </a:lnTo>
                <a:lnTo>
                  <a:pt x="2382752" y="1703608"/>
                </a:lnTo>
                <a:lnTo>
                  <a:pt x="2379844" y="1711345"/>
                </a:lnTo>
                <a:lnTo>
                  <a:pt x="2367992" y="1716839"/>
                </a:lnTo>
                <a:lnTo>
                  <a:pt x="2361954" y="1715457"/>
                </a:lnTo>
                <a:close/>
              </a:path>
              <a:path w="5142230" h="2300604">
                <a:moveTo>
                  <a:pt x="1002956" y="1008737"/>
                </a:moveTo>
                <a:lnTo>
                  <a:pt x="998310" y="1003763"/>
                </a:lnTo>
                <a:lnTo>
                  <a:pt x="997176" y="998248"/>
                </a:lnTo>
                <a:lnTo>
                  <a:pt x="1002101" y="986708"/>
                </a:lnTo>
                <a:lnTo>
                  <a:pt x="1009807" y="983618"/>
                </a:lnTo>
                <a:lnTo>
                  <a:pt x="1023116" y="989264"/>
                </a:lnTo>
                <a:lnTo>
                  <a:pt x="1026157" y="997016"/>
                </a:lnTo>
                <a:lnTo>
                  <a:pt x="1020511" y="1010326"/>
                </a:lnTo>
                <a:lnTo>
                  <a:pt x="1012805" y="1013415"/>
                </a:lnTo>
                <a:lnTo>
                  <a:pt x="1004430" y="1009825"/>
                </a:lnTo>
                <a:lnTo>
                  <a:pt x="1002956" y="1008737"/>
                </a:lnTo>
                <a:close/>
              </a:path>
              <a:path w="5142230" h="2300604">
                <a:moveTo>
                  <a:pt x="469661" y="572161"/>
                </a:moveTo>
                <a:lnTo>
                  <a:pt x="464973" y="567143"/>
                </a:lnTo>
                <a:lnTo>
                  <a:pt x="464206" y="566126"/>
                </a:lnTo>
                <a:lnTo>
                  <a:pt x="460456" y="558397"/>
                </a:lnTo>
                <a:lnTo>
                  <a:pt x="463083" y="550555"/>
                </a:lnTo>
                <a:lnTo>
                  <a:pt x="469612" y="547379"/>
                </a:lnTo>
                <a:lnTo>
                  <a:pt x="475783" y="544308"/>
                </a:lnTo>
                <a:lnTo>
                  <a:pt x="476095" y="544153"/>
                </a:lnTo>
                <a:lnTo>
                  <a:pt x="483934" y="546875"/>
                </a:lnTo>
                <a:lnTo>
                  <a:pt x="487159" y="553358"/>
                </a:lnTo>
                <a:lnTo>
                  <a:pt x="490290" y="559838"/>
                </a:lnTo>
                <a:lnTo>
                  <a:pt x="487663" y="567679"/>
                </a:lnTo>
                <a:lnTo>
                  <a:pt x="481134" y="570856"/>
                </a:lnTo>
                <a:lnTo>
                  <a:pt x="475851" y="573509"/>
                </a:lnTo>
                <a:lnTo>
                  <a:pt x="469661" y="572161"/>
                </a:lnTo>
                <a:close/>
              </a:path>
              <a:path w="5142230" h="2300604">
                <a:moveTo>
                  <a:pt x="2386619" y="1781253"/>
                </a:moveTo>
                <a:lnTo>
                  <a:pt x="2382018" y="1776328"/>
                </a:lnTo>
                <a:lnTo>
                  <a:pt x="2380998" y="1774551"/>
                </a:lnTo>
                <a:lnTo>
                  <a:pt x="2380400" y="1772543"/>
                </a:lnTo>
                <a:lnTo>
                  <a:pt x="2378278" y="1765678"/>
                </a:lnTo>
                <a:lnTo>
                  <a:pt x="2382205" y="1758347"/>
                </a:lnTo>
                <a:lnTo>
                  <a:pt x="2389126" y="1756274"/>
                </a:lnTo>
                <a:lnTo>
                  <a:pt x="2396041" y="1754097"/>
                </a:lnTo>
                <a:lnTo>
                  <a:pt x="2403371" y="1758034"/>
                </a:lnTo>
                <a:lnTo>
                  <a:pt x="2407567" y="1771910"/>
                </a:lnTo>
                <a:lnTo>
                  <a:pt x="2403640" y="1779240"/>
                </a:lnTo>
                <a:lnTo>
                  <a:pt x="2391806" y="1782798"/>
                </a:lnTo>
                <a:lnTo>
                  <a:pt x="2386619" y="1781253"/>
                </a:lnTo>
                <a:close/>
              </a:path>
              <a:path w="5142230" h="2300604">
                <a:moveTo>
                  <a:pt x="2369447" y="2270468"/>
                </a:moveTo>
                <a:lnTo>
                  <a:pt x="2364851" y="2265548"/>
                </a:lnTo>
                <a:lnTo>
                  <a:pt x="2363539" y="2261113"/>
                </a:lnTo>
                <a:lnTo>
                  <a:pt x="2366287" y="2249588"/>
                </a:lnTo>
                <a:lnTo>
                  <a:pt x="2373374" y="2245250"/>
                </a:lnTo>
                <a:lnTo>
                  <a:pt x="2380396" y="2247000"/>
                </a:lnTo>
                <a:lnTo>
                  <a:pt x="2387426" y="2248660"/>
                </a:lnTo>
                <a:lnTo>
                  <a:pt x="2391760" y="2255743"/>
                </a:lnTo>
                <a:lnTo>
                  <a:pt x="2388359" y="2269795"/>
                </a:lnTo>
                <a:lnTo>
                  <a:pt x="2381271" y="2274133"/>
                </a:lnTo>
                <a:lnTo>
                  <a:pt x="2371666" y="2271866"/>
                </a:lnTo>
                <a:lnTo>
                  <a:pt x="2369447" y="2270468"/>
                </a:lnTo>
                <a:close/>
              </a:path>
              <a:path w="5142230" h="2300604">
                <a:moveTo>
                  <a:pt x="2385073" y="2201276"/>
                </a:moveTo>
                <a:lnTo>
                  <a:pt x="2380468" y="2196346"/>
                </a:lnTo>
                <a:lnTo>
                  <a:pt x="2379108" y="2192056"/>
                </a:lnTo>
                <a:lnTo>
                  <a:pt x="2379978" y="2187709"/>
                </a:lnTo>
                <a:lnTo>
                  <a:pt x="2381427" y="2180658"/>
                </a:lnTo>
                <a:lnTo>
                  <a:pt x="2388386" y="2176085"/>
                </a:lnTo>
                <a:lnTo>
                  <a:pt x="2402543" y="2179021"/>
                </a:lnTo>
                <a:lnTo>
                  <a:pt x="2407120" y="2185876"/>
                </a:lnTo>
                <a:lnTo>
                  <a:pt x="2405650" y="2193002"/>
                </a:lnTo>
                <a:lnTo>
                  <a:pt x="2404234" y="2200087"/>
                </a:lnTo>
                <a:lnTo>
                  <a:pt x="2397275" y="2204661"/>
                </a:lnTo>
                <a:lnTo>
                  <a:pt x="2390195" y="2203240"/>
                </a:lnTo>
                <a:lnTo>
                  <a:pt x="2387435" y="2202631"/>
                </a:lnTo>
                <a:lnTo>
                  <a:pt x="2385073" y="2201276"/>
                </a:lnTo>
                <a:close/>
              </a:path>
              <a:path w="5142230" h="2300604">
                <a:moveTo>
                  <a:pt x="503693" y="634885"/>
                </a:moveTo>
                <a:lnTo>
                  <a:pt x="498951" y="629809"/>
                </a:lnTo>
                <a:lnTo>
                  <a:pt x="498415" y="629040"/>
                </a:lnTo>
                <a:lnTo>
                  <a:pt x="494217" y="622005"/>
                </a:lnTo>
                <a:lnTo>
                  <a:pt x="496236" y="614001"/>
                </a:lnTo>
                <a:lnTo>
                  <a:pt x="502403" y="610240"/>
                </a:lnTo>
                <a:lnTo>
                  <a:pt x="508619" y="606533"/>
                </a:lnTo>
                <a:lnTo>
                  <a:pt x="516673" y="608606"/>
                </a:lnTo>
                <a:lnTo>
                  <a:pt x="524135" y="620993"/>
                </a:lnTo>
                <a:lnTo>
                  <a:pt x="522067" y="629043"/>
                </a:lnTo>
                <a:lnTo>
                  <a:pt x="515851" y="632750"/>
                </a:lnTo>
                <a:lnTo>
                  <a:pt x="510500" y="636014"/>
                </a:lnTo>
                <a:lnTo>
                  <a:pt x="503693" y="634885"/>
                </a:lnTo>
                <a:close/>
              </a:path>
              <a:path w="5142230" h="2300604">
                <a:moveTo>
                  <a:pt x="2328416" y="1653947"/>
                </a:moveTo>
                <a:lnTo>
                  <a:pt x="2323075" y="1648229"/>
                </a:lnTo>
                <a:lnTo>
                  <a:pt x="2318674" y="1641466"/>
                </a:lnTo>
                <a:lnTo>
                  <a:pt x="2320414" y="1633358"/>
                </a:lnTo>
                <a:lnTo>
                  <a:pt x="2332530" y="1625508"/>
                </a:lnTo>
                <a:lnTo>
                  <a:pt x="2340643" y="1627253"/>
                </a:lnTo>
                <a:lnTo>
                  <a:pt x="2348492" y="1639369"/>
                </a:lnTo>
                <a:lnTo>
                  <a:pt x="2346794" y="1647521"/>
                </a:lnTo>
                <a:lnTo>
                  <a:pt x="2335309" y="1654972"/>
                </a:lnTo>
                <a:lnTo>
                  <a:pt x="2328416" y="1653947"/>
                </a:lnTo>
                <a:close/>
              </a:path>
              <a:path w="5142230" h="2300604">
                <a:moveTo>
                  <a:pt x="1134446" y="1062499"/>
                </a:moveTo>
                <a:lnTo>
                  <a:pt x="1129800" y="1057526"/>
                </a:lnTo>
                <a:lnTo>
                  <a:pt x="1128611" y="1052245"/>
                </a:lnTo>
                <a:lnTo>
                  <a:pt x="1130569" y="1047402"/>
                </a:lnTo>
                <a:lnTo>
                  <a:pt x="1133207" y="1040646"/>
                </a:lnTo>
                <a:lnTo>
                  <a:pt x="1140779" y="1037316"/>
                </a:lnTo>
                <a:lnTo>
                  <a:pt x="1147531" y="1039949"/>
                </a:lnTo>
                <a:lnTo>
                  <a:pt x="1154237" y="1042632"/>
                </a:lnTo>
                <a:lnTo>
                  <a:pt x="1157572" y="1050209"/>
                </a:lnTo>
                <a:lnTo>
                  <a:pt x="1152297" y="1063721"/>
                </a:lnTo>
                <a:lnTo>
                  <a:pt x="1144674" y="1066997"/>
                </a:lnTo>
                <a:lnTo>
                  <a:pt x="1136055" y="1063635"/>
                </a:lnTo>
                <a:lnTo>
                  <a:pt x="1134446" y="1062499"/>
                </a:lnTo>
                <a:close/>
              </a:path>
              <a:path w="5142230" h="2300604">
                <a:moveTo>
                  <a:pt x="351338" y="237104"/>
                </a:moveTo>
                <a:lnTo>
                  <a:pt x="346692" y="232130"/>
                </a:lnTo>
                <a:lnTo>
                  <a:pt x="345621" y="230300"/>
                </a:lnTo>
                <a:lnTo>
                  <a:pt x="345028" y="228297"/>
                </a:lnTo>
                <a:lnTo>
                  <a:pt x="343048" y="221290"/>
                </a:lnTo>
                <a:lnTo>
                  <a:pt x="347071" y="214062"/>
                </a:lnTo>
                <a:lnTo>
                  <a:pt x="354078" y="212082"/>
                </a:lnTo>
                <a:lnTo>
                  <a:pt x="361037" y="210147"/>
                </a:lnTo>
                <a:lnTo>
                  <a:pt x="368264" y="214170"/>
                </a:lnTo>
                <a:lnTo>
                  <a:pt x="372228" y="228090"/>
                </a:lnTo>
                <a:lnTo>
                  <a:pt x="368205" y="235317"/>
                </a:lnTo>
                <a:lnTo>
                  <a:pt x="361198" y="237298"/>
                </a:lnTo>
                <a:lnTo>
                  <a:pt x="356337" y="238643"/>
                </a:lnTo>
                <a:lnTo>
                  <a:pt x="351338" y="237104"/>
                </a:lnTo>
                <a:close/>
              </a:path>
              <a:path w="5142230" h="2300604">
                <a:moveTo>
                  <a:pt x="2410464" y="1919968"/>
                </a:moveTo>
                <a:lnTo>
                  <a:pt x="2405859" y="1915039"/>
                </a:lnTo>
                <a:lnTo>
                  <a:pt x="2404590" y="1912215"/>
                </a:lnTo>
                <a:lnTo>
                  <a:pt x="2404409" y="1909088"/>
                </a:lnTo>
                <a:lnTo>
                  <a:pt x="2403903" y="1901900"/>
                </a:lnTo>
                <a:lnTo>
                  <a:pt x="2409403" y="1895667"/>
                </a:lnTo>
                <a:lnTo>
                  <a:pt x="2416641" y="1895205"/>
                </a:lnTo>
                <a:lnTo>
                  <a:pt x="2423835" y="1894694"/>
                </a:lnTo>
                <a:lnTo>
                  <a:pt x="2430068" y="1900194"/>
                </a:lnTo>
                <a:lnTo>
                  <a:pt x="2430530" y="1907433"/>
                </a:lnTo>
                <a:lnTo>
                  <a:pt x="2431040" y="1914626"/>
                </a:lnTo>
                <a:lnTo>
                  <a:pt x="2425540" y="1920859"/>
                </a:lnTo>
                <a:lnTo>
                  <a:pt x="2414234" y="1921560"/>
                </a:lnTo>
                <a:lnTo>
                  <a:pt x="2410464" y="1919968"/>
                </a:lnTo>
                <a:close/>
              </a:path>
              <a:path w="5142230" h="2300604">
                <a:moveTo>
                  <a:pt x="391826" y="373402"/>
                </a:moveTo>
                <a:lnTo>
                  <a:pt x="387180" y="368429"/>
                </a:lnTo>
                <a:lnTo>
                  <a:pt x="386156" y="366746"/>
                </a:lnTo>
                <a:lnTo>
                  <a:pt x="385560" y="364838"/>
                </a:lnTo>
                <a:lnTo>
                  <a:pt x="383340" y="357964"/>
                </a:lnTo>
                <a:lnTo>
                  <a:pt x="387127" y="350582"/>
                </a:lnTo>
                <a:lnTo>
                  <a:pt x="394051" y="348414"/>
                </a:lnTo>
                <a:lnTo>
                  <a:pt x="400644" y="346284"/>
                </a:lnTo>
                <a:lnTo>
                  <a:pt x="400924" y="346194"/>
                </a:lnTo>
                <a:lnTo>
                  <a:pt x="408302" y="349985"/>
                </a:lnTo>
                <a:lnTo>
                  <a:pt x="410523" y="356859"/>
                </a:lnTo>
                <a:lnTo>
                  <a:pt x="412695" y="363779"/>
                </a:lnTo>
                <a:lnTo>
                  <a:pt x="408898" y="371151"/>
                </a:lnTo>
                <a:lnTo>
                  <a:pt x="402025" y="373372"/>
                </a:lnTo>
                <a:lnTo>
                  <a:pt x="397019" y="374953"/>
                </a:lnTo>
                <a:lnTo>
                  <a:pt x="391826" y="373402"/>
                </a:lnTo>
                <a:close/>
              </a:path>
              <a:path w="5142230" h="2300604">
                <a:moveTo>
                  <a:pt x="1068496" y="1036083"/>
                </a:moveTo>
                <a:lnTo>
                  <a:pt x="1063850" y="1031110"/>
                </a:lnTo>
                <a:lnTo>
                  <a:pt x="1062664" y="1025734"/>
                </a:lnTo>
                <a:lnTo>
                  <a:pt x="1067445" y="1014137"/>
                </a:lnTo>
                <a:lnTo>
                  <a:pt x="1075064" y="1010955"/>
                </a:lnTo>
                <a:lnTo>
                  <a:pt x="1081771" y="1013638"/>
                </a:lnTo>
                <a:lnTo>
                  <a:pt x="1088429" y="1016367"/>
                </a:lnTo>
                <a:lnTo>
                  <a:pt x="1091662" y="1024031"/>
                </a:lnTo>
                <a:lnTo>
                  <a:pt x="1088974" y="1030733"/>
                </a:lnTo>
                <a:lnTo>
                  <a:pt x="1086250" y="1037396"/>
                </a:lnTo>
                <a:lnTo>
                  <a:pt x="1078586" y="1040628"/>
                </a:lnTo>
                <a:lnTo>
                  <a:pt x="1071879" y="1037945"/>
                </a:lnTo>
                <a:lnTo>
                  <a:pt x="1070064" y="1037175"/>
                </a:lnTo>
                <a:lnTo>
                  <a:pt x="1068496" y="1036083"/>
                </a:lnTo>
                <a:close/>
              </a:path>
              <a:path w="5142230" h="2300604">
                <a:moveTo>
                  <a:pt x="2402559" y="1849829"/>
                </a:moveTo>
                <a:lnTo>
                  <a:pt x="2397959" y="1844904"/>
                </a:lnTo>
                <a:lnTo>
                  <a:pt x="2396711" y="1842591"/>
                </a:lnTo>
                <a:lnTo>
                  <a:pt x="2396285" y="1839985"/>
                </a:lnTo>
                <a:lnTo>
                  <a:pt x="2395063" y="1832909"/>
                </a:lnTo>
                <a:lnTo>
                  <a:pt x="2399827" y="1826084"/>
                </a:lnTo>
                <a:lnTo>
                  <a:pt x="2406997" y="1824865"/>
                </a:lnTo>
                <a:lnTo>
                  <a:pt x="2414117" y="1823592"/>
                </a:lnTo>
                <a:lnTo>
                  <a:pt x="2420898" y="1828406"/>
                </a:lnTo>
                <a:lnTo>
                  <a:pt x="2423340" y="1842652"/>
                </a:lnTo>
                <a:lnTo>
                  <a:pt x="2418571" y="1849472"/>
                </a:lnTo>
                <a:lnTo>
                  <a:pt x="2411612" y="1850625"/>
                </a:lnTo>
                <a:lnTo>
                  <a:pt x="2406974" y="1851427"/>
                </a:lnTo>
                <a:lnTo>
                  <a:pt x="2403958" y="1850349"/>
                </a:lnTo>
                <a:lnTo>
                  <a:pt x="2402559" y="1849829"/>
                </a:lnTo>
                <a:close/>
              </a:path>
              <a:path w="5142230" h="2300604">
                <a:moveTo>
                  <a:pt x="370968" y="305329"/>
                </a:moveTo>
                <a:lnTo>
                  <a:pt x="366368" y="300404"/>
                </a:lnTo>
                <a:lnTo>
                  <a:pt x="365294" y="298668"/>
                </a:lnTo>
                <a:lnTo>
                  <a:pt x="364750" y="296620"/>
                </a:lnTo>
                <a:lnTo>
                  <a:pt x="362672" y="289703"/>
                </a:lnTo>
                <a:lnTo>
                  <a:pt x="366649" y="282427"/>
                </a:lnTo>
                <a:lnTo>
                  <a:pt x="373565" y="280349"/>
                </a:lnTo>
                <a:lnTo>
                  <a:pt x="380527" y="278320"/>
                </a:lnTo>
                <a:lnTo>
                  <a:pt x="387803" y="282297"/>
                </a:lnTo>
                <a:lnTo>
                  <a:pt x="389881" y="289213"/>
                </a:lnTo>
                <a:lnTo>
                  <a:pt x="391910" y="296175"/>
                </a:lnTo>
                <a:lnTo>
                  <a:pt x="387933" y="303452"/>
                </a:lnTo>
                <a:lnTo>
                  <a:pt x="380972" y="305481"/>
                </a:lnTo>
                <a:lnTo>
                  <a:pt x="376058" y="306966"/>
                </a:lnTo>
                <a:lnTo>
                  <a:pt x="370968" y="305329"/>
                </a:lnTo>
                <a:close/>
              </a:path>
              <a:path w="5142230" h="2300604">
                <a:moveTo>
                  <a:pt x="2397831" y="2131458"/>
                </a:moveTo>
                <a:lnTo>
                  <a:pt x="2393276" y="2126582"/>
                </a:lnTo>
                <a:lnTo>
                  <a:pt x="2391907" y="2122574"/>
                </a:lnTo>
                <a:lnTo>
                  <a:pt x="2392515" y="2118436"/>
                </a:lnTo>
                <a:lnTo>
                  <a:pt x="2393653" y="2111346"/>
                </a:lnTo>
                <a:lnTo>
                  <a:pt x="2400387" y="2106434"/>
                </a:lnTo>
                <a:lnTo>
                  <a:pt x="2414665" y="2108619"/>
                </a:lnTo>
                <a:lnTo>
                  <a:pt x="2419528" y="2115390"/>
                </a:lnTo>
                <a:lnTo>
                  <a:pt x="2418390" y="2122480"/>
                </a:lnTo>
                <a:lnTo>
                  <a:pt x="2417297" y="2129618"/>
                </a:lnTo>
                <a:lnTo>
                  <a:pt x="2410621" y="2134494"/>
                </a:lnTo>
                <a:lnTo>
                  <a:pt x="2403478" y="2133397"/>
                </a:lnTo>
                <a:lnTo>
                  <a:pt x="2400428" y="2132967"/>
                </a:lnTo>
                <a:lnTo>
                  <a:pt x="2397831" y="2131458"/>
                </a:lnTo>
                <a:close/>
              </a:path>
              <a:path w="5142230" h="2300604">
                <a:moveTo>
                  <a:pt x="1870302" y="1323264"/>
                </a:moveTo>
                <a:lnTo>
                  <a:pt x="1865656" y="1318291"/>
                </a:lnTo>
                <a:lnTo>
                  <a:pt x="1864566" y="1312725"/>
                </a:lnTo>
                <a:lnTo>
                  <a:pt x="1869585" y="1301188"/>
                </a:lnTo>
                <a:lnTo>
                  <a:pt x="1877337" y="1298147"/>
                </a:lnTo>
                <a:lnTo>
                  <a:pt x="1890599" y="1303938"/>
                </a:lnTo>
                <a:lnTo>
                  <a:pt x="1893594" y="1311641"/>
                </a:lnTo>
                <a:lnTo>
                  <a:pt x="1890726" y="1318247"/>
                </a:lnTo>
                <a:lnTo>
                  <a:pt x="1887804" y="1324894"/>
                </a:lnTo>
                <a:lnTo>
                  <a:pt x="1880101" y="1327889"/>
                </a:lnTo>
                <a:lnTo>
                  <a:pt x="1873451" y="1325071"/>
                </a:lnTo>
                <a:lnTo>
                  <a:pt x="1871725" y="1324299"/>
                </a:lnTo>
                <a:lnTo>
                  <a:pt x="1870302" y="1323264"/>
                </a:lnTo>
                <a:close/>
              </a:path>
              <a:path w="5142230" h="2300604">
                <a:moveTo>
                  <a:pt x="2232372" y="1543216"/>
                </a:moveTo>
                <a:lnTo>
                  <a:pt x="2226896" y="1537355"/>
                </a:lnTo>
                <a:lnTo>
                  <a:pt x="2226737" y="1529853"/>
                </a:lnTo>
                <a:lnTo>
                  <a:pt x="2231255" y="1524719"/>
                </a:lnTo>
                <a:lnTo>
                  <a:pt x="2236061" y="1519308"/>
                </a:lnTo>
                <a:lnTo>
                  <a:pt x="2244386" y="1518836"/>
                </a:lnTo>
                <a:lnTo>
                  <a:pt x="2255200" y="1528457"/>
                </a:lnTo>
                <a:lnTo>
                  <a:pt x="2255626" y="1536733"/>
                </a:lnTo>
                <a:lnTo>
                  <a:pt x="2246010" y="1547552"/>
                </a:lnTo>
                <a:lnTo>
                  <a:pt x="2237779" y="1548027"/>
                </a:lnTo>
                <a:lnTo>
                  <a:pt x="2232372" y="1543216"/>
                </a:lnTo>
                <a:close/>
              </a:path>
              <a:path w="5142230" h="2300604">
                <a:moveTo>
                  <a:pt x="1738832" y="1270305"/>
                </a:moveTo>
                <a:lnTo>
                  <a:pt x="1734186" y="1265331"/>
                </a:lnTo>
                <a:lnTo>
                  <a:pt x="1732993" y="1260145"/>
                </a:lnTo>
                <a:lnTo>
                  <a:pt x="1737348" y="1248580"/>
                </a:lnTo>
                <a:lnTo>
                  <a:pt x="1744882" y="1245112"/>
                </a:lnTo>
                <a:lnTo>
                  <a:pt x="1758400" y="1250199"/>
                </a:lnTo>
                <a:lnTo>
                  <a:pt x="1761873" y="1257729"/>
                </a:lnTo>
                <a:lnTo>
                  <a:pt x="1759281" y="1264533"/>
                </a:lnTo>
                <a:lnTo>
                  <a:pt x="1756779" y="1271336"/>
                </a:lnTo>
                <a:lnTo>
                  <a:pt x="1749256" y="1274720"/>
                </a:lnTo>
                <a:lnTo>
                  <a:pt x="1740491" y="1271494"/>
                </a:lnTo>
                <a:lnTo>
                  <a:pt x="1738832" y="1270305"/>
                </a:lnTo>
                <a:close/>
              </a:path>
              <a:path w="5142230" h="2300604">
                <a:moveTo>
                  <a:pt x="1934734" y="1352650"/>
                </a:moveTo>
                <a:lnTo>
                  <a:pt x="1930088" y="1347677"/>
                </a:lnTo>
                <a:lnTo>
                  <a:pt x="1929053" y="1341877"/>
                </a:lnTo>
                <a:lnTo>
                  <a:pt x="1931446" y="1336912"/>
                </a:lnTo>
                <a:lnTo>
                  <a:pt x="1934549" y="1330361"/>
                </a:lnTo>
                <a:lnTo>
                  <a:pt x="1942385" y="1327606"/>
                </a:lnTo>
                <a:lnTo>
                  <a:pt x="1955438" y="1333857"/>
                </a:lnTo>
                <a:lnTo>
                  <a:pt x="1958188" y="1341689"/>
                </a:lnTo>
                <a:lnTo>
                  <a:pt x="1955044" y="1348196"/>
                </a:lnTo>
                <a:lnTo>
                  <a:pt x="1951937" y="1354742"/>
                </a:lnTo>
                <a:lnTo>
                  <a:pt x="1944101" y="1357496"/>
                </a:lnTo>
                <a:lnTo>
                  <a:pt x="1936117" y="1353641"/>
                </a:lnTo>
                <a:lnTo>
                  <a:pt x="1934734" y="1352650"/>
                </a:lnTo>
                <a:close/>
              </a:path>
              <a:path w="5142230" h="2300604">
                <a:moveTo>
                  <a:pt x="1804946" y="1295919"/>
                </a:moveTo>
                <a:lnTo>
                  <a:pt x="1800299" y="1290946"/>
                </a:lnTo>
                <a:lnTo>
                  <a:pt x="1799118" y="1285576"/>
                </a:lnTo>
                <a:lnTo>
                  <a:pt x="1803755" y="1274021"/>
                </a:lnTo>
                <a:lnTo>
                  <a:pt x="1811424" y="1270793"/>
                </a:lnTo>
                <a:lnTo>
                  <a:pt x="1824837" y="1276159"/>
                </a:lnTo>
                <a:lnTo>
                  <a:pt x="1828119" y="1283777"/>
                </a:lnTo>
                <a:lnTo>
                  <a:pt x="1825382" y="1290525"/>
                </a:lnTo>
                <a:lnTo>
                  <a:pt x="1822699" y="1297232"/>
                </a:lnTo>
                <a:lnTo>
                  <a:pt x="1815040" y="1300469"/>
                </a:lnTo>
                <a:lnTo>
                  <a:pt x="1808333" y="1297786"/>
                </a:lnTo>
                <a:lnTo>
                  <a:pt x="1806518" y="1297016"/>
                </a:lnTo>
                <a:lnTo>
                  <a:pt x="1804946" y="1295919"/>
                </a:lnTo>
                <a:close/>
              </a:path>
              <a:path w="5142230" h="2300604">
                <a:moveTo>
                  <a:pt x="750088" y="878607"/>
                </a:moveTo>
                <a:lnTo>
                  <a:pt x="745356" y="873541"/>
                </a:lnTo>
                <a:lnTo>
                  <a:pt x="744634" y="867002"/>
                </a:lnTo>
                <a:lnTo>
                  <a:pt x="751816" y="855727"/>
                </a:lnTo>
                <a:lnTo>
                  <a:pt x="759944" y="853969"/>
                </a:lnTo>
                <a:lnTo>
                  <a:pt x="772098" y="861799"/>
                </a:lnTo>
                <a:lnTo>
                  <a:pt x="773900" y="869886"/>
                </a:lnTo>
                <a:lnTo>
                  <a:pt x="770006" y="875980"/>
                </a:lnTo>
                <a:lnTo>
                  <a:pt x="766026" y="882081"/>
                </a:lnTo>
                <a:lnTo>
                  <a:pt x="757988" y="883838"/>
                </a:lnTo>
                <a:lnTo>
                  <a:pt x="751884" y="879943"/>
                </a:lnTo>
                <a:lnTo>
                  <a:pt x="750919" y="879301"/>
                </a:lnTo>
                <a:lnTo>
                  <a:pt x="750088" y="878607"/>
                </a:lnTo>
                <a:close/>
              </a:path>
              <a:path w="5142230" h="2300604">
                <a:moveTo>
                  <a:pt x="692017" y="838631"/>
                </a:moveTo>
                <a:lnTo>
                  <a:pt x="686672" y="832910"/>
                </a:lnTo>
                <a:lnTo>
                  <a:pt x="686170" y="825922"/>
                </a:lnTo>
                <a:lnTo>
                  <a:pt x="689975" y="820806"/>
                </a:lnTo>
                <a:lnTo>
                  <a:pt x="694286" y="814962"/>
                </a:lnTo>
                <a:lnTo>
                  <a:pt x="702493" y="813778"/>
                </a:lnTo>
                <a:lnTo>
                  <a:pt x="714097" y="822388"/>
                </a:lnTo>
                <a:lnTo>
                  <a:pt x="715327" y="830644"/>
                </a:lnTo>
                <a:lnTo>
                  <a:pt x="711024" y="836399"/>
                </a:lnTo>
                <a:lnTo>
                  <a:pt x="706713" y="842243"/>
                </a:lnTo>
                <a:lnTo>
                  <a:pt x="698510" y="843432"/>
                </a:lnTo>
                <a:lnTo>
                  <a:pt x="692661" y="839125"/>
                </a:lnTo>
                <a:lnTo>
                  <a:pt x="692017" y="838631"/>
                </a:lnTo>
                <a:close/>
              </a:path>
              <a:path w="5142230" h="2300604">
                <a:moveTo>
                  <a:pt x="2059749" y="1419128"/>
                </a:moveTo>
                <a:lnTo>
                  <a:pt x="2055011" y="1414057"/>
                </a:lnTo>
                <a:lnTo>
                  <a:pt x="2054184" y="1407698"/>
                </a:lnTo>
                <a:lnTo>
                  <a:pt x="2060944" y="1396361"/>
                </a:lnTo>
                <a:lnTo>
                  <a:pt x="2069070" y="1394308"/>
                </a:lnTo>
                <a:lnTo>
                  <a:pt x="2069203" y="1394450"/>
                </a:lnTo>
                <a:lnTo>
                  <a:pt x="2081391" y="1401731"/>
                </a:lnTo>
                <a:lnTo>
                  <a:pt x="2083484" y="1409738"/>
                </a:lnTo>
                <a:lnTo>
                  <a:pt x="2079731" y="1415984"/>
                </a:lnTo>
                <a:lnTo>
                  <a:pt x="2076075" y="1422138"/>
                </a:lnTo>
                <a:lnTo>
                  <a:pt x="2067978" y="1424223"/>
                </a:lnTo>
                <a:lnTo>
                  <a:pt x="2060710" y="1419864"/>
                </a:lnTo>
                <a:lnTo>
                  <a:pt x="2059749" y="1419128"/>
                </a:lnTo>
                <a:close/>
              </a:path>
              <a:path w="5142230" h="2300604">
                <a:moveTo>
                  <a:pt x="636605" y="793879"/>
                </a:moveTo>
                <a:lnTo>
                  <a:pt x="631132" y="788021"/>
                </a:lnTo>
                <a:lnTo>
                  <a:pt x="630871" y="780508"/>
                </a:lnTo>
                <a:lnTo>
                  <a:pt x="635394" y="775379"/>
                </a:lnTo>
                <a:lnTo>
                  <a:pt x="640204" y="769972"/>
                </a:lnTo>
                <a:lnTo>
                  <a:pt x="648438" y="769402"/>
                </a:lnTo>
                <a:lnTo>
                  <a:pt x="659301" y="778978"/>
                </a:lnTo>
                <a:lnTo>
                  <a:pt x="659822" y="787257"/>
                </a:lnTo>
                <a:lnTo>
                  <a:pt x="650340" y="798123"/>
                </a:lnTo>
                <a:lnTo>
                  <a:pt x="642061" y="798644"/>
                </a:lnTo>
                <a:lnTo>
                  <a:pt x="636605" y="793879"/>
                </a:lnTo>
                <a:close/>
              </a:path>
              <a:path w="5142230" h="2300604">
                <a:moveTo>
                  <a:pt x="2177624" y="1498392"/>
                </a:moveTo>
                <a:lnTo>
                  <a:pt x="2172284" y="1492676"/>
                </a:lnTo>
                <a:lnTo>
                  <a:pt x="2171826" y="1485637"/>
                </a:lnTo>
                <a:lnTo>
                  <a:pt x="2180176" y="1474733"/>
                </a:lnTo>
                <a:lnTo>
                  <a:pt x="2188376" y="1473638"/>
                </a:lnTo>
                <a:lnTo>
                  <a:pt x="2199883" y="1482438"/>
                </a:lnTo>
                <a:lnTo>
                  <a:pt x="2200973" y="1490642"/>
                </a:lnTo>
                <a:lnTo>
                  <a:pt x="2192174" y="1502140"/>
                </a:lnTo>
                <a:lnTo>
                  <a:pt x="2183969" y="1503230"/>
                </a:lnTo>
                <a:lnTo>
                  <a:pt x="2177624" y="1498392"/>
                </a:lnTo>
                <a:close/>
              </a:path>
              <a:path w="5142230" h="2300604">
                <a:moveTo>
                  <a:pt x="1997992" y="1384494"/>
                </a:moveTo>
                <a:lnTo>
                  <a:pt x="1993305" y="1379476"/>
                </a:lnTo>
                <a:lnTo>
                  <a:pt x="1992326" y="1373442"/>
                </a:lnTo>
                <a:lnTo>
                  <a:pt x="1998428" y="1361989"/>
                </a:lnTo>
                <a:lnTo>
                  <a:pt x="2006349" y="1359521"/>
                </a:lnTo>
                <a:lnTo>
                  <a:pt x="2012751" y="1362954"/>
                </a:lnTo>
                <a:lnTo>
                  <a:pt x="2019198" y="1366336"/>
                </a:lnTo>
                <a:lnTo>
                  <a:pt x="2021568" y="1374249"/>
                </a:lnTo>
                <a:lnTo>
                  <a:pt x="2018190" y="1380701"/>
                </a:lnTo>
                <a:lnTo>
                  <a:pt x="2014806" y="1387049"/>
                </a:lnTo>
                <a:lnTo>
                  <a:pt x="2006840" y="1389468"/>
                </a:lnTo>
                <a:lnTo>
                  <a:pt x="2000492" y="1386094"/>
                </a:lnTo>
                <a:lnTo>
                  <a:pt x="1999144" y="1385335"/>
                </a:lnTo>
                <a:lnTo>
                  <a:pt x="1997992" y="1384494"/>
                </a:lnTo>
                <a:close/>
              </a:path>
              <a:path w="5142230" h="2300604">
                <a:moveTo>
                  <a:pt x="2119602" y="1456808"/>
                </a:moveTo>
                <a:lnTo>
                  <a:pt x="2114865" y="1451737"/>
                </a:lnTo>
                <a:lnTo>
                  <a:pt x="2114150" y="1445009"/>
                </a:lnTo>
                <a:lnTo>
                  <a:pt x="2117631" y="1439840"/>
                </a:lnTo>
                <a:lnTo>
                  <a:pt x="2121660" y="1433793"/>
                </a:lnTo>
                <a:lnTo>
                  <a:pt x="2129782" y="1432223"/>
                </a:lnTo>
                <a:lnTo>
                  <a:pt x="2135785" y="1436304"/>
                </a:lnTo>
                <a:lnTo>
                  <a:pt x="2141787" y="1440285"/>
                </a:lnTo>
                <a:lnTo>
                  <a:pt x="2143397" y="1448460"/>
                </a:lnTo>
                <a:lnTo>
                  <a:pt x="2139366" y="1454408"/>
                </a:lnTo>
                <a:lnTo>
                  <a:pt x="2135336" y="1460455"/>
                </a:lnTo>
                <a:lnTo>
                  <a:pt x="2127210" y="1462020"/>
                </a:lnTo>
                <a:lnTo>
                  <a:pt x="2121208" y="1458039"/>
                </a:lnTo>
                <a:lnTo>
                  <a:pt x="2120383" y="1457449"/>
                </a:lnTo>
                <a:lnTo>
                  <a:pt x="2119602" y="1456808"/>
                </a:lnTo>
                <a:close/>
              </a:path>
              <a:path w="5142230" h="2300604">
                <a:moveTo>
                  <a:pt x="873889" y="948967"/>
                </a:moveTo>
                <a:lnTo>
                  <a:pt x="869198" y="943944"/>
                </a:lnTo>
                <a:lnTo>
                  <a:pt x="868219" y="938010"/>
                </a:lnTo>
                <a:lnTo>
                  <a:pt x="874039" y="926547"/>
                </a:lnTo>
                <a:lnTo>
                  <a:pt x="881917" y="923935"/>
                </a:lnTo>
                <a:lnTo>
                  <a:pt x="894772" y="930463"/>
                </a:lnTo>
                <a:lnTo>
                  <a:pt x="897384" y="938342"/>
                </a:lnTo>
                <a:lnTo>
                  <a:pt x="894141" y="944841"/>
                </a:lnTo>
                <a:lnTo>
                  <a:pt x="890902" y="951245"/>
                </a:lnTo>
                <a:lnTo>
                  <a:pt x="883023" y="953857"/>
                </a:lnTo>
                <a:lnTo>
                  <a:pt x="875132" y="949906"/>
                </a:lnTo>
                <a:lnTo>
                  <a:pt x="873889" y="948967"/>
                </a:lnTo>
                <a:close/>
              </a:path>
              <a:path w="5142230" h="2300604">
                <a:moveTo>
                  <a:pt x="1537730" y="1200477"/>
                </a:moveTo>
                <a:lnTo>
                  <a:pt x="1533134" y="1195558"/>
                </a:lnTo>
                <a:lnTo>
                  <a:pt x="1531887" y="1190605"/>
                </a:lnTo>
                <a:lnTo>
                  <a:pt x="1533412" y="1185884"/>
                </a:lnTo>
                <a:lnTo>
                  <a:pt x="1535675" y="1179021"/>
                </a:lnTo>
                <a:lnTo>
                  <a:pt x="1543077" y="1175313"/>
                </a:lnTo>
                <a:lnTo>
                  <a:pt x="1549939" y="1177576"/>
                </a:lnTo>
                <a:lnTo>
                  <a:pt x="1556846" y="1179789"/>
                </a:lnTo>
                <a:lnTo>
                  <a:pt x="1560565" y="1187191"/>
                </a:lnTo>
                <a:lnTo>
                  <a:pt x="1558347" y="1194102"/>
                </a:lnTo>
                <a:lnTo>
                  <a:pt x="1556107" y="1200893"/>
                </a:lnTo>
                <a:lnTo>
                  <a:pt x="1548638" y="1204725"/>
                </a:lnTo>
                <a:lnTo>
                  <a:pt x="1541775" y="1202461"/>
                </a:lnTo>
                <a:lnTo>
                  <a:pt x="1539628" y="1201727"/>
                </a:lnTo>
                <a:lnTo>
                  <a:pt x="1537730" y="1200477"/>
                </a:lnTo>
                <a:close/>
              </a:path>
              <a:path w="5142230" h="2300604">
                <a:moveTo>
                  <a:pt x="1605094" y="1222934"/>
                </a:moveTo>
                <a:lnTo>
                  <a:pt x="1600494" y="1218009"/>
                </a:lnTo>
                <a:lnTo>
                  <a:pt x="1599200" y="1213008"/>
                </a:lnTo>
                <a:lnTo>
                  <a:pt x="1600779" y="1208246"/>
                </a:lnTo>
                <a:lnTo>
                  <a:pt x="1603137" y="1201387"/>
                </a:lnTo>
                <a:lnTo>
                  <a:pt x="1610579" y="1197721"/>
                </a:lnTo>
                <a:lnTo>
                  <a:pt x="1617438" y="1200079"/>
                </a:lnTo>
                <a:lnTo>
                  <a:pt x="1624301" y="1202343"/>
                </a:lnTo>
                <a:lnTo>
                  <a:pt x="1627962" y="1209780"/>
                </a:lnTo>
                <a:lnTo>
                  <a:pt x="1625608" y="1216645"/>
                </a:lnTo>
                <a:lnTo>
                  <a:pt x="1623345" y="1223508"/>
                </a:lnTo>
                <a:lnTo>
                  <a:pt x="1615898" y="1227168"/>
                </a:lnTo>
                <a:lnTo>
                  <a:pt x="1608990" y="1224855"/>
                </a:lnTo>
                <a:lnTo>
                  <a:pt x="1606889" y="1224170"/>
                </a:lnTo>
                <a:lnTo>
                  <a:pt x="1605094" y="1222934"/>
                </a:lnTo>
                <a:close/>
              </a:path>
              <a:path w="5142230" h="2300604">
                <a:moveTo>
                  <a:pt x="1672140" y="1246125"/>
                </a:moveTo>
                <a:lnTo>
                  <a:pt x="1667494" y="1241151"/>
                </a:lnTo>
                <a:lnTo>
                  <a:pt x="1666303" y="1236064"/>
                </a:lnTo>
                <a:lnTo>
                  <a:pt x="1670379" y="1224495"/>
                </a:lnTo>
                <a:lnTo>
                  <a:pt x="1677867" y="1220879"/>
                </a:lnTo>
                <a:lnTo>
                  <a:pt x="1691530" y="1225729"/>
                </a:lnTo>
                <a:lnTo>
                  <a:pt x="1695105" y="1233173"/>
                </a:lnTo>
                <a:lnTo>
                  <a:pt x="1692653" y="1240030"/>
                </a:lnTo>
                <a:lnTo>
                  <a:pt x="1690249" y="1246840"/>
                </a:lnTo>
                <a:lnTo>
                  <a:pt x="1682810" y="1250411"/>
                </a:lnTo>
                <a:lnTo>
                  <a:pt x="1675951" y="1248053"/>
                </a:lnTo>
                <a:lnTo>
                  <a:pt x="1673898" y="1247322"/>
                </a:lnTo>
                <a:lnTo>
                  <a:pt x="1672140" y="1246125"/>
                </a:lnTo>
                <a:close/>
              </a:path>
              <a:path w="5142230" h="2300604">
                <a:moveTo>
                  <a:pt x="811106" y="915383"/>
                </a:moveTo>
                <a:lnTo>
                  <a:pt x="806419" y="910366"/>
                </a:lnTo>
                <a:lnTo>
                  <a:pt x="805499" y="904103"/>
                </a:lnTo>
                <a:lnTo>
                  <a:pt x="808362" y="899054"/>
                </a:lnTo>
                <a:lnTo>
                  <a:pt x="811975" y="892757"/>
                </a:lnTo>
                <a:lnTo>
                  <a:pt x="819935" y="890526"/>
                </a:lnTo>
                <a:lnTo>
                  <a:pt x="826236" y="894045"/>
                </a:lnTo>
                <a:lnTo>
                  <a:pt x="832529" y="897653"/>
                </a:lnTo>
                <a:lnTo>
                  <a:pt x="834765" y="905618"/>
                </a:lnTo>
                <a:lnTo>
                  <a:pt x="831245" y="911919"/>
                </a:lnTo>
                <a:lnTo>
                  <a:pt x="827627" y="918212"/>
                </a:lnTo>
                <a:lnTo>
                  <a:pt x="819672" y="920448"/>
                </a:lnTo>
                <a:lnTo>
                  <a:pt x="812168" y="916227"/>
                </a:lnTo>
                <a:lnTo>
                  <a:pt x="811106" y="915383"/>
                </a:lnTo>
                <a:close/>
              </a:path>
              <a:path w="5142230" h="2300604">
                <a:moveTo>
                  <a:pt x="1470261" y="1178494"/>
                </a:moveTo>
                <a:lnTo>
                  <a:pt x="1465615" y="1173521"/>
                </a:lnTo>
                <a:lnTo>
                  <a:pt x="1464318" y="1168614"/>
                </a:lnTo>
                <a:lnTo>
                  <a:pt x="1465898" y="1163952"/>
                </a:lnTo>
                <a:lnTo>
                  <a:pt x="1468116" y="1157040"/>
                </a:lnTo>
                <a:lnTo>
                  <a:pt x="1475511" y="1153227"/>
                </a:lnTo>
                <a:lnTo>
                  <a:pt x="1482379" y="1155496"/>
                </a:lnTo>
                <a:lnTo>
                  <a:pt x="1489290" y="1157714"/>
                </a:lnTo>
                <a:lnTo>
                  <a:pt x="1493049" y="1165159"/>
                </a:lnTo>
                <a:lnTo>
                  <a:pt x="1490786" y="1172022"/>
                </a:lnTo>
                <a:lnTo>
                  <a:pt x="1488568" y="1178933"/>
                </a:lnTo>
                <a:lnTo>
                  <a:pt x="1481171" y="1182647"/>
                </a:lnTo>
                <a:lnTo>
                  <a:pt x="1474260" y="1180429"/>
                </a:lnTo>
                <a:lnTo>
                  <a:pt x="1472113" y="1179695"/>
                </a:lnTo>
                <a:lnTo>
                  <a:pt x="1470261" y="1178494"/>
                </a:lnTo>
                <a:close/>
              </a:path>
              <a:path w="5142230" h="2300604">
                <a:moveTo>
                  <a:pt x="2633656" y="1760769"/>
                </a:moveTo>
                <a:lnTo>
                  <a:pt x="2629197" y="1755996"/>
                </a:lnTo>
                <a:lnTo>
                  <a:pt x="2628085" y="1753829"/>
                </a:lnTo>
                <a:lnTo>
                  <a:pt x="2627629" y="1751288"/>
                </a:lnTo>
                <a:lnTo>
                  <a:pt x="2626325" y="1744516"/>
                </a:lnTo>
                <a:lnTo>
                  <a:pt x="2630846" y="1737918"/>
                </a:lnTo>
                <a:lnTo>
                  <a:pt x="2644631" y="1735277"/>
                </a:lnTo>
                <a:lnTo>
                  <a:pt x="2651269" y="1739841"/>
                </a:lnTo>
                <a:lnTo>
                  <a:pt x="2652503" y="1746733"/>
                </a:lnTo>
                <a:lnTo>
                  <a:pt x="2653826" y="1753624"/>
                </a:lnTo>
                <a:lnTo>
                  <a:pt x="2649301" y="1760216"/>
                </a:lnTo>
                <a:lnTo>
                  <a:pt x="2637996" y="1762385"/>
                </a:lnTo>
                <a:lnTo>
                  <a:pt x="2633656" y="1760769"/>
                </a:lnTo>
                <a:close/>
              </a:path>
              <a:path w="5142230" h="2300604">
                <a:moveTo>
                  <a:pt x="1688207" y="1108494"/>
                </a:moveTo>
                <a:lnTo>
                  <a:pt x="1683743" y="1103715"/>
                </a:lnTo>
                <a:lnTo>
                  <a:pt x="1682478" y="1099136"/>
                </a:lnTo>
                <a:lnTo>
                  <a:pt x="1683814" y="1094701"/>
                </a:lnTo>
                <a:lnTo>
                  <a:pt x="1685743" y="1087968"/>
                </a:lnTo>
                <a:lnTo>
                  <a:pt x="1692814" y="1084102"/>
                </a:lnTo>
                <a:lnTo>
                  <a:pt x="1699544" y="1086125"/>
                </a:lnTo>
                <a:lnTo>
                  <a:pt x="1706276" y="1088053"/>
                </a:lnTo>
                <a:lnTo>
                  <a:pt x="1710097" y="1095076"/>
                </a:lnTo>
                <a:lnTo>
                  <a:pt x="1706145" y="1108538"/>
                </a:lnTo>
                <a:lnTo>
                  <a:pt x="1699123" y="1112359"/>
                </a:lnTo>
                <a:lnTo>
                  <a:pt x="1690146" y="1109787"/>
                </a:lnTo>
                <a:lnTo>
                  <a:pt x="1688207" y="1108494"/>
                </a:lnTo>
                <a:close/>
              </a:path>
              <a:path w="5142230" h="2300604">
                <a:moveTo>
                  <a:pt x="2402603" y="1413047"/>
                </a:moveTo>
                <a:lnTo>
                  <a:pt x="2396934" y="1406979"/>
                </a:lnTo>
                <a:lnTo>
                  <a:pt x="2396472" y="1400229"/>
                </a:lnTo>
                <a:lnTo>
                  <a:pt x="2400328" y="1395266"/>
                </a:lnTo>
                <a:lnTo>
                  <a:pt x="2404572" y="1389741"/>
                </a:lnTo>
                <a:lnTo>
                  <a:pt x="2412539" y="1388690"/>
                </a:lnTo>
                <a:lnTo>
                  <a:pt x="2423630" y="1397239"/>
                </a:lnTo>
                <a:lnTo>
                  <a:pt x="2424676" y="1405202"/>
                </a:lnTo>
                <a:lnTo>
                  <a:pt x="2416136" y="1416293"/>
                </a:lnTo>
                <a:lnTo>
                  <a:pt x="2408169" y="1417344"/>
                </a:lnTo>
                <a:lnTo>
                  <a:pt x="2402603" y="1413047"/>
                </a:lnTo>
                <a:close/>
              </a:path>
              <a:path w="5142230" h="2300604">
                <a:moveTo>
                  <a:pt x="2598730" y="2180737"/>
                </a:moveTo>
                <a:lnTo>
                  <a:pt x="2594316" y="2176013"/>
                </a:lnTo>
                <a:lnTo>
                  <a:pt x="2593004" y="2171577"/>
                </a:lnTo>
                <a:lnTo>
                  <a:pt x="2595887" y="2160392"/>
                </a:lnTo>
                <a:lnTo>
                  <a:pt x="2602699" y="2156443"/>
                </a:lnTo>
                <a:lnTo>
                  <a:pt x="2616394" y="2159863"/>
                </a:lnTo>
                <a:lnTo>
                  <a:pt x="2620455" y="2166752"/>
                </a:lnTo>
                <a:lnTo>
                  <a:pt x="2618702" y="2173380"/>
                </a:lnTo>
                <a:lnTo>
                  <a:pt x="2616923" y="2180370"/>
                </a:lnTo>
                <a:lnTo>
                  <a:pt x="2610034" y="2184432"/>
                </a:lnTo>
                <a:lnTo>
                  <a:pt x="2600817" y="2181993"/>
                </a:lnTo>
                <a:lnTo>
                  <a:pt x="2598730" y="2180737"/>
                </a:lnTo>
                <a:close/>
              </a:path>
              <a:path w="5142230" h="2300604">
                <a:moveTo>
                  <a:pt x="1018746" y="872177"/>
                </a:moveTo>
                <a:lnTo>
                  <a:pt x="1014232" y="867345"/>
                </a:lnTo>
                <a:lnTo>
                  <a:pt x="1013192" y="861834"/>
                </a:lnTo>
                <a:lnTo>
                  <a:pt x="1015438" y="857005"/>
                </a:lnTo>
                <a:lnTo>
                  <a:pt x="1018440" y="850639"/>
                </a:lnTo>
                <a:lnTo>
                  <a:pt x="1025945" y="847921"/>
                </a:lnTo>
                <a:lnTo>
                  <a:pt x="1038626" y="853871"/>
                </a:lnTo>
                <a:lnTo>
                  <a:pt x="1041394" y="861429"/>
                </a:lnTo>
                <a:lnTo>
                  <a:pt x="1035439" y="874115"/>
                </a:lnTo>
                <a:lnTo>
                  <a:pt x="1027935" y="876833"/>
                </a:lnTo>
                <a:lnTo>
                  <a:pt x="1021565" y="873827"/>
                </a:lnTo>
                <a:lnTo>
                  <a:pt x="1020029" y="873161"/>
                </a:lnTo>
                <a:lnTo>
                  <a:pt x="1018746" y="872177"/>
                </a:lnTo>
                <a:close/>
              </a:path>
              <a:path w="5142230" h="2300604">
                <a:moveTo>
                  <a:pt x="2615387" y="2111769"/>
                </a:moveTo>
                <a:lnTo>
                  <a:pt x="2610969" y="2107040"/>
                </a:lnTo>
                <a:lnTo>
                  <a:pt x="2609691" y="2102837"/>
                </a:lnTo>
                <a:lnTo>
                  <a:pt x="2612050" y="2091776"/>
                </a:lnTo>
                <a:lnTo>
                  <a:pt x="2618855" y="2087428"/>
                </a:lnTo>
                <a:lnTo>
                  <a:pt x="2625653" y="2088939"/>
                </a:lnTo>
                <a:lnTo>
                  <a:pt x="2632496" y="2090399"/>
                </a:lnTo>
                <a:lnTo>
                  <a:pt x="2636839" y="2097199"/>
                </a:lnTo>
                <a:lnTo>
                  <a:pt x="2635333" y="2103993"/>
                </a:lnTo>
                <a:lnTo>
                  <a:pt x="2633878" y="2110841"/>
                </a:lnTo>
                <a:lnTo>
                  <a:pt x="2627073" y="2115189"/>
                </a:lnTo>
                <a:lnTo>
                  <a:pt x="2620279" y="2113683"/>
                </a:lnTo>
                <a:lnTo>
                  <a:pt x="2617654" y="2113121"/>
                </a:lnTo>
                <a:lnTo>
                  <a:pt x="2615387" y="2111769"/>
                </a:lnTo>
                <a:close/>
              </a:path>
              <a:path w="5142230" h="2300604">
                <a:moveTo>
                  <a:pt x="2638792" y="1972023"/>
                </a:moveTo>
                <a:lnTo>
                  <a:pt x="2634373" y="1967293"/>
                </a:lnTo>
                <a:lnTo>
                  <a:pt x="2633032" y="1963707"/>
                </a:lnTo>
                <a:lnTo>
                  <a:pt x="2634102" y="1952928"/>
                </a:lnTo>
                <a:lnTo>
                  <a:pt x="2640363" y="1947900"/>
                </a:lnTo>
                <a:lnTo>
                  <a:pt x="2654289" y="1949319"/>
                </a:lnTo>
                <a:lnTo>
                  <a:pt x="2659365" y="1955534"/>
                </a:lnTo>
                <a:lnTo>
                  <a:pt x="2657947" y="1969460"/>
                </a:lnTo>
                <a:lnTo>
                  <a:pt x="2653182" y="1973352"/>
                </a:lnTo>
                <a:lnTo>
                  <a:pt x="2651731" y="1974536"/>
                </a:lnTo>
                <a:lnTo>
                  <a:pt x="2644723" y="1973778"/>
                </a:lnTo>
                <a:lnTo>
                  <a:pt x="2641527" y="1973485"/>
                </a:lnTo>
                <a:lnTo>
                  <a:pt x="2638792" y="1972023"/>
                </a:lnTo>
                <a:close/>
              </a:path>
              <a:path w="5142230" h="2300604">
                <a:moveTo>
                  <a:pt x="2642321" y="1830746"/>
                </a:moveTo>
                <a:lnTo>
                  <a:pt x="2637907" y="1826021"/>
                </a:lnTo>
                <a:lnTo>
                  <a:pt x="2636677" y="1823335"/>
                </a:lnTo>
                <a:lnTo>
                  <a:pt x="2635931" y="1813348"/>
                </a:lnTo>
                <a:lnTo>
                  <a:pt x="2641190" y="1807249"/>
                </a:lnTo>
                <a:lnTo>
                  <a:pt x="2648146" y="1806777"/>
                </a:lnTo>
                <a:lnTo>
                  <a:pt x="2655146" y="1806255"/>
                </a:lnTo>
                <a:lnTo>
                  <a:pt x="2661197" y="1811560"/>
                </a:lnTo>
                <a:lnTo>
                  <a:pt x="2661719" y="1818570"/>
                </a:lnTo>
                <a:lnTo>
                  <a:pt x="2662185" y="1825520"/>
                </a:lnTo>
                <a:lnTo>
                  <a:pt x="2656980" y="1831580"/>
                </a:lnTo>
                <a:lnTo>
                  <a:pt x="2649975" y="1832097"/>
                </a:lnTo>
                <a:lnTo>
                  <a:pt x="2646001" y="1832339"/>
                </a:lnTo>
                <a:lnTo>
                  <a:pt x="2642321" y="1830746"/>
                </a:lnTo>
                <a:close/>
              </a:path>
              <a:path w="5142230" h="2300604">
                <a:moveTo>
                  <a:pt x="1756348" y="1128654"/>
                </a:moveTo>
                <a:lnTo>
                  <a:pt x="1751889" y="1123880"/>
                </a:lnTo>
                <a:lnTo>
                  <a:pt x="1750583" y="1119256"/>
                </a:lnTo>
                <a:lnTo>
                  <a:pt x="1751963" y="1114771"/>
                </a:lnTo>
                <a:lnTo>
                  <a:pt x="1753932" y="1108083"/>
                </a:lnTo>
                <a:lnTo>
                  <a:pt x="1760960" y="1104267"/>
                </a:lnTo>
                <a:lnTo>
                  <a:pt x="1774373" y="1108264"/>
                </a:lnTo>
                <a:lnTo>
                  <a:pt x="1778239" y="1115335"/>
                </a:lnTo>
                <a:lnTo>
                  <a:pt x="1776216" y="1122065"/>
                </a:lnTo>
                <a:lnTo>
                  <a:pt x="1774242" y="1128748"/>
                </a:lnTo>
                <a:lnTo>
                  <a:pt x="1767174" y="1132521"/>
                </a:lnTo>
                <a:lnTo>
                  <a:pt x="1760441" y="1130592"/>
                </a:lnTo>
                <a:lnTo>
                  <a:pt x="1758246" y="1129903"/>
                </a:lnTo>
                <a:lnTo>
                  <a:pt x="1756348" y="1128654"/>
                </a:lnTo>
                <a:close/>
              </a:path>
              <a:path w="5142230" h="2300604">
                <a:moveTo>
                  <a:pt x="1484194" y="1046692"/>
                </a:moveTo>
                <a:lnTo>
                  <a:pt x="1479730" y="1041914"/>
                </a:lnTo>
                <a:lnTo>
                  <a:pt x="1478476" y="1037150"/>
                </a:lnTo>
                <a:lnTo>
                  <a:pt x="1479994" y="1032618"/>
                </a:lnTo>
                <a:lnTo>
                  <a:pt x="1482162" y="1025945"/>
                </a:lnTo>
                <a:lnTo>
                  <a:pt x="1489272" y="1022316"/>
                </a:lnTo>
                <a:lnTo>
                  <a:pt x="1502581" y="1026593"/>
                </a:lnTo>
                <a:lnTo>
                  <a:pt x="1506256" y="1033752"/>
                </a:lnTo>
                <a:lnTo>
                  <a:pt x="1501930" y="1047107"/>
                </a:lnTo>
                <a:lnTo>
                  <a:pt x="1494815" y="1050731"/>
                </a:lnTo>
                <a:lnTo>
                  <a:pt x="1486037" y="1047883"/>
                </a:lnTo>
                <a:lnTo>
                  <a:pt x="1484194" y="1046692"/>
                </a:lnTo>
                <a:close/>
              </a:path>
              <a:path w="5142230" h="2300604">
                <a:moveTo>
                  <a:pt x="2629037" y="2042222"/>
                </a:moveTo>
                <a:lnTo>
                  <a:pt x="2624574" y="2037444"/>
                </a:lnTo>
                <a:lnTo>
                  <a:pt x="2623291" y="2033529"/>
                </a:lnTo>
                <a:lnTo>
                  <a:pt x="2623944" y="2029439"/>
                </a:lnTo>
                <a:lnTo>
                  <a:pt x="2625122" y="2022587"/>
                </a:lnTo>
                <a:lnTo>
                  <a:pt x="2631612" y="2017902"/>
                </a:lnTo>
                <a:lnTo>
                  <a:pt x="2645460" y="2020215"/>
                </a:lnTo>
                <a:lnTo>
                  <a:pt x="2650100" y="2026746"/>
                </a:lnTo>
                <a:lnTo>
                  <a:pt x="2647832" y="2040544"/>
                </a:lnTo>
                <a:lnTo>
                  <a:pt x="2641301" y="2045184"/>
                </a:lnTo>
                <a:lnTo>
                  <a:pt x="2631489" y="2043576"/>
                </a:lnTo>
                <a:lnTo>
                  <a:pt x="2629037" y="2042222"/>
                </a:lnTo>
                <a:close/>
              </a:path>
              <a:path w="5142230" h="2300604">
                <a:moveTo>
                  <a:pt x="2589992" y="1627620"/>
                </a:moveTo>
                <a:lnTo>
                  <a:pt x="2585437" y="1622744"/>
                </a:lnTo>
                <a:lnTo>
                  <a:pt x="2584763" y="1621730"/>
                </a:lnTo>
                <a:lnTo>
                  <a:pt x="2584183" y="1620619"/>
                </a:lnTo>
                <a:lnTo>
                  <a:pt x="2581049" y="1614333"/>
                </a:lnTo>
                <a:lnTo>
                  <a:pt x="2583617" y="1606720"/>
                </a:lnTo>
                <a:lnTo>
                  <a:pt x="2589814" y="1603580"/>
                </a:lnTo>
                <a:lnTo>
                  <a:pt x="2595985" y="1600509"/>
                </a:lnTo>
                <a:lnTo>
                  <a:pt x="2603717" y="1603019"/>
                </a:lnTo>
                <a:lnTo>
                  <a:pt x="2606810" y="1609261"/>
                </a:lnTo>
                <a:lnTo>
                  <a:pt x="2609992" y="1615502"/>
                </a:lnTo>
                <a:lnTo>
                  <a:pt x="2607424" y="1623115"/>
                </a:lnTo>
                <a:lnTo>
                  <a:pt x="2601227" y="1626256"/>
                </a:lnTo>
                <a:lnTo>
                  <a:pt x="2596041" y="1628817"/>
                </a:lnTo>
                <a:lnTo>
                  <a:pt x="2589992" y="1627620"/>
                </a:lnTo>
                <a:close/>
              </a:path>
              <a:path w="5142230" h="2300604">
                <a:moveTo>
                  <a:pt x="2157295" y="1270386"/>
                </a:moveTo>
                <a:lnTo>
                  <a:pt x="2152786" y="1265559"/>
                </a:lnTo>
                <a:lnTo>
                  <a:pt x="2151743" y="1260141"/>
                </a:lnTo>
                <a:lnTo>
                  <a:pt x="2153890" y="1255304"/>
                </a:lnTo>
                <a:lnTo>
                  <a:pt x="2156798" y="1248936"/>
                </a:lnTo>
                <a:lnTo>
                  <a:pt x="2164260" y="1246074"/>
                </a:lnTo>
                <a:lnTo>
                  <a:pt x="2170629" y="1248982"/>
                </a:lnTo>
                <a:lnTo>
                  <a:pt x="2177042" y="1251839"/>
                </a:lnTo>
                <a:lnTo>
                  <a:pt x="2179859" y="1259351"/>
                </a:lnTo>
                <a:lnTo>
                  <a:pt x="2176997" y="1265769"/>
                </a:lnTo>
                <a:lnTo>
                  <a:pt x="2174085" y="1272133"/>
                </a:lnTo>
                <a:lnTo>
                  <a:pt x="2166577" y="1274946"/>
                </a:lnTo>
                <a:lnTo>
                  <a:pt x="2158678" y="1271377"/>
                </a:lnTo>
                <a:lnTo>
                  <a:pt x="2157295" y="1270386"/>
                </a:lnTo>
                <a:close/>
              </a:path>
              <a:path w="5142230" h="2300604">
                <a:moveTo>
                  <a:pt x="1149398" y="928366"/>
                </a:moveTo>
                <a:lnTo>
                  <a:pt x="1144934" y="923588"/>
                </a:lnTo>
                <a:lnTo>
                  <a:pt x="1143741" y="918401"/>
                </a:lnTo>
                <a:lnTo>
                  <a:pt x="1145644" y="913693"/>
                </a:lnTo>
                <a:lnTo>
                  <a:pt x="1148182" y="907222"/>
                </a:lnTo>
                <a:lnTo>
                  <a:pt x="1155563" y="903980"/>
                </a:lnTo>
                <a:lnTo>
                  <a:pt x="1168605" y="909145"/>
                </a:lnTo>
                <a:lnTo>
                  <a:pt x="1171749" y="916517"/>
                </a:lnTo>
                <a:lnTo>
                  <a:pt x="1166588" y="929565"/>
                </a:lnTo>
                <a:lnTo>
                  <a:pt x="1159252" y="932757"/>
                </a:lnTo>
                <a:lnTo>
                  <a:pt x="1152735" y="930179"/>
                </a:lnTo>
                <a:lnTo>
                  <a:pt x="1150961" y="929453"/>
                </a:lnTo>
                <a:lnTo>
                  <a:pt x="1149398" y="928366"/>
                </a:lnTo>
                <a:close/>
              </a:path>
              <a:path w="5142230" h="2300604">
                <a:moveTo>
                  <a:pt x="1620059" y="1088423"/>
                </a:moveTo>
                <a:lnTo>
                  <a:pt x="1615640" y="1083694"/>
                </a:lnTo>
                <a:lnTo>
                  <a:pt x="1614334" y="1079070"/>
                </a:lnTo>
                <a:lnTo>
                  <a:pt x="1615710" y="1074580"/>
                </a:lnTo>
                <a:lnTo>
                  <a:pt x="1617643" y="1067852"/>
                </a:lnTo>
                <a:lnTo>
                  <a:pt x="1624707" y="1064075"/>
                </a:lnTo>
                <a:lnTo>
                  <a:pt x="1631444" y="1066009"/>
                </a:lnTo>
                <a:lnTo>
                  <a:pt x="1638173" y="1068032"/>
                </a:lnTo>
                <a:lnTo>
                  <a:pt x="1641994" y="1075054"/>
                </a:lnTo>
                <a:lnTo>
                  <a:pt x="1639967" y="1081779"/>
                </a:lnTo>
                <a:lnTo>
                  <a:pt x="1637997" y="1088467"/>
                </a:lnTo>
                <a:lnTo>
                  <a:pt x="1630921" y="1092329"/>
                </a:lnTo>
                <a:lnTo>
                  <a:pt x="1624242" y="1090360"/>
                </a:lnTo>
                <a:lnTo>
                  <a:pt x="1621998" y="1089717"/>
                </a:lnTo>
                <a:lnTo>
                  <a:pt x="1620059" y="1088423"/>
                </a:lnTo>
                <a:close/>
              </a:path>
              <a:path w="5142230" h="2300604">
                <a:moveTo>
                  <a:pt x="1083659" y="901296"/>
                </a:moveTo>
                <a:lnTo>
                  <a:pt x="1079150" y="896469"/>
                </a:lnTo>
                <a:lnTo>
                  <a:pt x="1078055" y="891192"/>
                </a:lnTo>
                <a:lnTo>
                  <a:pt x="1080108" y="886352"/>
                </a:lnTo>
                <a:lnTo>
                  <a:pt x="1082876" y="879931"/>
                </a:lnTo>
                <a:lnTo>
                  <a:pt x="1090295" y="876926"/>
                </a:lnTo>
                <a:lnTo>
                  <a:pt x="1103132" y="882457"/>
                </a:lnTo>
                <a:lnTo>
                  <a:pt x="1106116" y="889757"/>
                </a:lnTo>
                <a:lnTo>
                  <a:pt x="1100652" y="902772"/>
                </a:lnTo>
                <a:lnTo>
                  <a:pt x="1093227" y="905772"/>
                </a:lnTo>
                <a:lnTo>
                  <a:pt x="1085087" y="902336"/>
                </a:lnTo>
                <a:lnTo>
                  <a:pt x="1083659" y="901296"/>
                </a:lnTo>
                <a:close/>
              </a:path>
              <a:path w="5142230" h="2300604">
                <a:moveTo>
                  <a:pt x="2283625" y="1334264"/>
                </a:moveTo>
                <a:lnTo>
                  <a:pt x="2279116" y="1329437"/>
                </a:lnTo>
                <a:lnTo>
                  <a:pt x="2278190" y="1323363"/>
                </a:lnTo>
                <a:lnTo>
                  <a:pt x="2281049" y="1318409"/>
                </a:lnTo>
                <a:lnTo>
                  <a:pt x="2284509" y="1312337"/>
                </a:lnTo>
                <a:lnTo>
                  <a:pt x="2292281" y="1310199"/>
                </a:lnTo>
                <a:lnTo>
                  <a:pt x="2298345" y="1313757"/>
                </a:lnTo>
                <a:lnTo>
                  <a:pt x="2304411" y="1317221"/>
                </a:lnTo>
                <a:lnTo>
                  <a:pt x="2306504" y="1324936"/>
                </a:lnTo>
                <a:lnTo>
                  <a:pt x="2299576" y="1337069"/>
                </a:lnTo>
                <a:lnTo>
                  <a:pt x="2291813" y="1339217"/>
                </a:lnTo>
                <a:lnTo>
                  <a:pt x="2285746" y="1335753"/>
                </a:lnTo>
                <a:lnTo>
                  <a:pt x="2284633" y="1335049"/>
                </a:lnTo>
                <a:lnTo>
                  <a:pt x="2283625" y="1334264"/>
                </a:lnTo>
                <a:close/>
              </a:path>
              <a:path w="5142230" h="2300604">
                <a:moveTo>
                  <a:pt x="1416883" y="1024195"/>
                </a:moveTo>
                <a:lnTo>
                  <a:pt x="1412374" y="1019368"/>
                </a:lnTo>
                <a:lnTo>
                  <a:pt x="1411164" y="1014554"/>
                </a:lnTo>
                <a:lnTo>
                  <a:pt x="1412740" y="1009986"/>
                </a:lnTo>
                <a:lnTo>
                  <a:pt x="1414949" y="1003357"/>
                </a:lnTo>
                <a:lnTo>
                  <a:pt x="1422100" y="999772"/>
                </a:lnTo>
                <a:lnTo>
                  <a:pt x="1435408" y="1004242"/>
                </a:lnTo>
                <a:lnTo>
                  <a:pt x="1438935" y="1011439"/>
                </a:lnTo>
                <a:lnTo>
                  <a:pt x="1436726" y="1018068"/>
                </a:lnTo>
                <a:lnTo>
                  <a:pt x="1434469" y="1024742"/>
                </a:lnTo>
                <a:lnTo>
                  <a:pt x="1427272" y="1028278"/>
                </a:lnTo>
                <a:lnTo>
                  <a:pt x="1420639" y="1026065"/>
                </a:lnTo>
                <a:lnTo>
                  <a:pt x="1418591" y="1025339"/>
                </a:lnTo>
                <a:lnTo>
                  <a:pt x="1416883" y="1024195"/>
                </a:lnTo>
                <a:close/>
              </a:path>
              <a:path w="5142230" h="2300604">
                <a:moveTo>
                  <a:pt x="2616482" y="1692632"/>
                </a:moveTo>
                <a:lnTo>
                  <a:pt x="2611968" y="1687800"/>
                </a:lnTo>
                <a:lnTo>
                  <a:pt x="2611036" y="1686215"/>
                </a:lnTo>
                <a:lnTo>
                  <a:pt x="2610482" y="1684450"/>
                </a:lnTo>
                <a:lnTo>
                  <a:pt x="2608255" y="1677765"/>
                </a:lnTo>
                <a:lnTo>
                  <a:pt x="2611897" y="1670618"/>
                </a:lnTo>
                <a:lnTo>
                  <a:pt x="2625170" y="1666255"/>
                </a:lnTo>
                <a:lnTo>
                  <a:pt x="2632365" y="1669851"/>
                </a:lnTo>
                <a:lnTo>
                  <a:pt x="2636728" y="1683124"/>
                </a:lnTo>
                <a:lnTo>
                  <a:pt x="2633082" y="1690266"/>
                </a:lnTo>
                <a:lnTo>
                  <a:pt x="2621574" y="1694076"/>
                </a:lnTo>
                <a:lnTo>
                  <a:pt x="2616482" y="1692632"/>
                </a:lnTo>
                <a:close/>
              </a:path>
              <a:path w="5142230" h="2300604">
                <a:moveTo>
                  <a:pt x="2510154" y="1512539"/>
                </a:moveTo>
                <a:lnTo>
                  <a:pt x="2505285" y="1507326"/>
                </a:lnTo>
                <a:lnTo>
                  <a:pt x="2500600" y="1502115"/>
                </a:lnTo>
                <a:lnTo>
                  <a:pt x="2501061" y="1494106"/>
                </a:lnTo>
                <a:lnTo>
                  <a:pt x="2511087" y="1485093"/>
                </a:lnTo>
                <a:lnTo>
                  <a:pt x="2511434" y="1484781"/>
                </a:lnTo>
                <a:lnTo>
                  <a:pt x="2519443" y="1485143"/>
                </a:lnTo>
                <a:lnTo>
                  <a:pt x="2528818" y="1495570"/>
                </a:lnTo>
                <a:lnTo>
                  <a:pt x="2528402" y="1503628"/>
                </a:lnTo>
                <a:lnTo>
                  <a:pt x="2518376" y="1512640"/>
                </a:lnTo>
                <a:lnTo>
                  <a:pt x="2518078" y="1512908"/>
                </a:lnTo>
                <a:lnTo>
                  <a:pt x="2510154" y="1512539"/>
                </a:lnTo>
                <a:close/>
              </a:path>
              <a:path w="5142230" h="2300604">
                <a:moveTo>
                  <a:pt x="1891972" y="1170519"/>
                </a:moveTo>
                <a:lnTo>
                  <a:pt x="1887509" y="1165740"/>
                </a:lnTo>
                <a:lnTo>
                  <a:pt x="1886259" y="1160981"/>
                </a:lnTo>
                <a:lnTo>
                  <a:pt x="1889954" y="1149786"/>
                </a:lnTo>
                <a:lnTo>
                  <a:pt x="1897056" y="1146147"/>
                </a:lnTo>
                <a:lnTo>
                  <a:pt x="1910365" y="1150424"/>
                </a:lnTo>
                <a:lnTo>
                  <a:pt x="1913991" y="1157629"/>
                </a:lnTo>
                <a:lnTo>
                  <a:pt x="1911877" y="1164261"/>
                </a:lnTo>
                <a:lnTo>
                  <a:pt x="1909714" y="1170938"/>
                </a:lnTo>
                <a:lnTo>
                  <a:pt x="1902554" y="1174613"/>
                </a:lnTo>
                <a:lnTo>
                  <a:pt x="1893776" y="1171765"/>
                </a:lnTo>
                <a:lnTo>
                  <a:pt x="1891972" y="1170519"/>
                </a:lnTo>
                <a:close/>
              </a:path>
              <a:path w="5142230" h="2300604">
                <a:moveTo>
                  <a:pt x="1959288" y="1193020"/>
                </a:moveTo>
                <a:lnTo>
                  <a:pt x="1954824" y="1188242"/>
                </a:lnTo>
                <a:lnTo>
                  <a:pt x="1953617" y="1183334"/>
                </a:lnTo>
                <a:lnTo>
                  <a:pt x="1957496" y="1172140"/>
                </a:lnTo>
                <a:lnTo>
                  <a:pt x="1964693" y="1168603"/>
                </a:lnTo>
                <a:lnTo>
                  <a:pt x="1977899" y="1173160"/>
                </a:lnTo>
                <a:lnTo>
                  <a:pt x="1981430" y="1180362"/>
                </a:lnTo>
                <a:lnTo>
                  <a:pt x="1976873" y="1193567"/>
                </a:lnTo>
                <a:lnTo>
                  <a:pt x="1969676" y="1197104"/>
                </a:lnTo>
                <a:lnTo>
                  <a:pt x="1960995" y="1194164"/>
                </a:lnTo>
                <a:lnTo>
                  <a:pt x="1959288" y="1193020"/>
                </a:lnTo>
                <a:close/>
              </a:path>
              <a:path w="5142230" h="2300604">
                <a:moveTo>
                  <a:pt x="2343928" y="1371252"/>
                </a:moveTo>
                <a:lnTo>
                  <a:pt x="2339327" y="1366327"/>
                </a:lnTo>
                <a:lnTo>
                  <a:pt x="2338692" y="1359881"/>
                </a:lnTo>
                <a:lnTo>
                  <a:pt x="2345813" y="1349029"/>
                </a:lnTo>
                <a:lnTo>
                  <a:pt x="2353704" y="1347409"/>
                </a:lnTo>
                <a:lnTo>
                  <a:pt x="2359525" y="1351294"/>
                </a:lnTo>
                <a:lnTo>
                  <a:pt x="2365386" y="1355124"/>
                </a:lnTo>
                <a:lnTo>
                  <a:pt x="2366965" y="1362972"/>
                </a:lnTo>
                <a:lnTo>
                  <a:pt x="2359295" y="1374702"/>
                </a:lnTo>
                <a:lnTo>
                  <a:pt x="2351403" y="1376322"/>
                </a:lnTo>
                <a:lnTo>
                  <a:pt x="2345582" y="1372437"/>
                </a:lnTo>
                <a:lnTo>
                  <a:pt x="2344709" y="1371893"/>
                </a:lnTo>
                <a:lnTo>
                  <a:pt x="2343928" y="1371252"/>
                </a:lnTo>
                <a:close/>
              </a:path>
              <a:path w="5142230" h="2300604">
                <a:moveTo>
                  <a:pt x="2643598" y="1901415"/>
                </a:moveTo>
                <a:lnTo>
                  <a:pt x="2639184" y="1896690"/>
                </a:lnTo>
                <a:lnTo>
                  <a:pt x="2637873" y="1893429"/>
                </a:lnTo>
                <a:lnTo>
                  <a:pt x="2637945" y="1890085"/>
                </a:lnTo>
                <a:lnTo>
                  <a:pt x="2638137" y="1883058"/>
                </a:lnTo>
                <a:lnTo>
                  <a:pt x="2643939" y="1877538"/>
                </a:lnTo>
                <a:lnTo>
                  <a:pt x="2650971" y="1877735"/>
                </a:lnTo>
                <a:lnTo>
                  <a:pt x="2658046" y="1877880"/>
                </a:lnTo>
                <a:lnTo>
                  <a:pt x="2663463" y="1883679"/>
                </a:lnTo>
                <a:lnTo>
                  <a:pt x="2663320" y="1890661"/>
                </a:lnTo>
                <a:lnTo>
                  <a:pt x="2663128" y="1897689"/>
                </a:lnTo>
                <a:lnTo>
                  <a:pt x="2657327" y="1903209"/>
                </a:lnTo>
                <a:lnTo>
                  <a:pt x="2646802" y="1902987"/>
                </a:lnTo>
                <a:lnTo>
                  <a:pt x="2643598" y="1901415"/>
                </a:lnTo>
                <a:close/>
              </a:path>
              <a:path w="5142230" h="2300604">
                <a:moveTo>
                  <a:pt x="1824248" y="1149240"/>
                </a:moveTo>
                <a:lnTo>
                  <a:pt x="1819784" y="1144461"/>
                </a:lnTo>
                <a:lnTo>
                  <a:pt x="1818575" y="1139746"/>
                </a:lnTo>
                <a:lnTo>
                  <a:pt x="1822019" y="1128576"/>
                </a:lnTo>
                <a:lnTo>
                  <a:pt x="1829092" y="1124809"/>
                </a:lnTo>
                <a:lnTo>
                  <a:pt x="1842453" y="1128946"/>
                </a:lnTo>
                <a:lnTo>
                  <a:pt x="1846221" y="1136009"/>
                </a:lnTo>
                <a:lnTo>
                  <a:pt x="1844157" y="1142694"/>
                </a:lnTo>
                <a:lnTo>
                  <a:pt x="1842134" y="1149424"/>
                </a:lnTo>
                <a:lnTo>
                  <a:pt x="1835015" y="1153142"/>
                </a:lnTo>
                <a:lnTo>
                  <a:pt x="1828339" y="1151079"/>
                </a:lnTo>
                <a:lnTo>
                  <a:pt x="1826095" y="1150436"/>
                </a:lnTo>
                <a:lnTo>
                  <a:pt x="1824248" y="1149240"/>
                </a:lnTo>
                <a:close/>
              </a:path>
              <a:path w="5142230" h="2300604">
                <a:moveTo>
                  <a:pt x="1215757" y="953852"/>
                </a:moveTo>
                <a:lnTo>
                  <a:pt x="1211293" y="949074"/>
                </a:lnTo>
                <a:lnTo>
                  <a:pt x="1210094" y="944076"/>
                </a:lnTo>
                <a:lnTo>
                  <a:pt x="1211812" y="939366"/>
                </a:lnTo>
                <a:lnTo>
                  <a:pt x="1214255" y="932793"/>
                </a:lnTo>
                <a:lnTo>
                  <a:pt x="1221544" y="929453"/>
                </a:lnTo>
                <a:lnTo>
                  <a:pt x="1234691" y="934338"/>
                </a:lnTo>
                <a:lnTo>
                  <a:pt x="1238031" y="941628"/>
                </a:lnTo>
                <a:lnTo>
                  <a:pt x="1233146" y="954775"/>
                </a:lnTo>
                <a:lnTo>
                  <a:pt x="1225856" y="958114"/>
                </a:lnTo>
                <a:lnTo>
                  <a:pt x="1219283" y="955672"/>
                </a:lnTo>
                <a:lnTo>
                  <a:pt x="1217370" y="954993"/>
                </a:lnTo>
                <a:lnTo>
                  <a:pt x="1215757" y="953852"/>
                </a:lnTo>
                <a:close/>
              </a:path>
              <a:path w="5142230" h="2300604">
                <a:moveTo>
                  <a:pt x="1282538" y="978031"/>
                </a:moveTo>
                <a:lnTo>
                  <a:pt x="1278074" y="973252"/>
                </a:lnTo>
                <a:lnTo>
                  <a:pt x="1276872" y="968349"/>
                </a:lnTo>
                <a:lnTo>
                  <a:pt x="1278493" y="963730"/>
                </a:lnTo>
                <a:lnTo>
                  <a:pt x="1280841" y="957153"/>
                </a:lnTo>
                <a:lnTo>
                  <a:pt x="1288088" y="953671"/>
                </a:lnTo>
                <a:lnTo>
                  <a:pt x="1294665" y="956019"/>
                </a:lnTo>
                <a:lnTo>
                  <a:pt x="1301290" y="958322"/>
                </a:lnTo>
                <a:lnTo>
                  <a:pt x="1304720" y="965609"/>
                </a:lnTo>
                <a:lnTo>
                  <a:pt x="1302371" y="972186"/>
                </a:lnTo>
                <a:lnTo>
                  <a:pt x="1300073" y="978816"/>
                </a:lnTo>
                <a:lnTo>
                  <a:pt x="1292829" y="982205"/>
                </a:lnTo>
                <a:lnTo>
                  <a:pt x="1286204" y="979902"/>
                </a:lnTo>
                <a:lnTo>
                  <a:pt x="1284246" y="979175"/>
                </a:lnTo>
                <a:lnTo>
                  <a:pt x="1282538" y="978031"/>
                </a:lnTo>
                <a:close/>
              </a:path>
              <a:path w="5142230" h="2300604">
                <a:moveTo>
                  <a:pt x="2555982" y="2300034"/>
                </a:moveTo>
                <a:lnTo>
                  <a:pt x="2557125" y="2296406"/>
                </a:lnTo>
                <a:lnTo>
                  <a:pt x="2564193" y="2292634"/>
                </a:lnTo>
                <a:lnTo>
                  <a:pt x="2577595" y="2296815"/>
                </a:lnTo>
                <a:lnTo>
                  <a:pt x="2579280" y="2300034"/>
                </a:lnTo>
                <a:lnTo>
                  <a:pt x="2555982" y="2300034"/>
                </a:lnTo>
                <a:close/>
              </a:path>
              <a:path w="5142230" h="2300604">
                <a:moveTo>
                  <a:pt x="2456212" y="1457922"/>
                </a:moveTo>
                <a:lnTo>
                  <a:pt x="2450969" y="1452310"/>
                </a:lnTo>
                <a:lnTo>
                  <a:pt x="2450895" y="1444900"/>
                </a:lnTo>
                <a:lnTo>
                  <a:pt x="2455358" y="1440001"/>
                </a:lnTo>
                <a:lnTo>
                  <a:pt x="2460114" y="1434828"/>
                </a:lnTo>
                <a:lnTo>
                  <a:pt x="2468108" y="1434491"/>
                </a:lnTo>
                <a:lnTo>
                  <a:pt x="2478452" y="1443903"/>
                </a:lnTo>
                <a:lnTo>
                  <a:pt x="2478840" y="1451942"/>
                </a:lnTo>
                <a:lnTo>
                  <a:pt x="2469378" y="1462242"/>
                </a:lnTo>
                <a:lnTo>
                  <a:pt x="2461339" y="1462629"/>
                </a:lnTo>
                <a:lnTo>
                  <a:pt x="2456212" y="1457922"/>
                </a:lnTo>
                <a:close/>
              </a:path>
              <a:path w="5142230" h="2300604">
                <a:moveTo>
                  <a:pt x="2092103" y="1242532"/>
                </a:moveTo>
                <a:lnTo>
                  <a:pt x="2087639" y="1237753"/>
                </a:lnTo>
                <a:lnTo>
                  <a:pt x="2086495" y="1232521"/>
                </a:lnTo>
                <a:lnTo>
                  <a:pt x="2088450" y="1227773"/>
                </a:lnTo>
                <a:lnTo>
                  <a:pt x="2091078" y="1221300"/>
                </a:lnTo>
                <a:lnTo>
                  <a:pt x="2098501" y="1218201"/>
                </a:lnTo>
                <a:lnTo>
                  <a:pt x="2111442" y="1223452"/>
                </a:lnTo>
                <a:lnTo>
                  <a:pt x="2114546" y="1230880"/>
                </a:lnTo>
                <a:lnTo>
                  <a:pt x="2109290" y="1243825"/>
                </a:lnTo>
                <a:lnTo>
                  <a:pt x="2101867" y="1246924"/>
                </a:lnTo>
                <a:lnTo>
                  <a:pt x="2095394" y="1244296"/>
                </a:lnTo>
                <a:lnTo>
                  <a:pt x="2093670" y="1243624"/>
                </a:lnTo>
                <a:lnTo>
                  <a:pt x="2092103" y="1242532"/>
                </a:lnTo>
                <a:close/>
              </a:path>
              <a:path w="5142230" h="2300604">
                <a:moveTo>
                  <a:pt x="2221266" y="1300842"/>
                </a:moveTo>
                <a:lnTo>
                  <a:pt x="2216711" y="1295966"/>
                </a:lnTo>
                <a:lnTo>
                  <a:pt x="2215767" y="1290264"/>
                </a:lnTo>
                <a:lnTo>
                  <a:pt x="2218201" y="1285342"/>
                </a:lnTo>
                <a:lnTo>
                  <a:pt x="2221344" y="1279128"/>
                </a:lnTo>
                <a:lnTo>
                  <a:pt x="2228982" y="1276650"/>
                </a:lnTo>
                <a:lnTo>
                  <a:pt x="2235250" y="1279743"/>
                </a:lnTo>
                <a:lnTo>
                  <a:pt x="2241510" y="1282926"/>
                </a:lnTo>
                <a:lnTo>
                  <a:pt x="2243993" y="1290568"/>
                </a:lnTo>
                <a:lnTo>
                  <a:pt x="2240801" y="1296828"/>
                </a:lnTo>
                <a:lnTo>
                  <a:pt x="2237667" y="1303052"/>
                </a:lnTo>
                <a:lnTo>
                  <a:pt x="2230075" y="1305579"/>
                </a:lnTo>
                <a:lnTo>
                  <a:pt x="2223810" y="1302392"/>
                </a:lnTo>
                <a:lnTo>
                  <a:pt x="2222463" y="1301732"/>
                </a:lnTo>
                <a:lnTo>
                  <a:pt x="2221266" y="1300842"/>
                </a:lnTo>
                <a:close/>
              </a:path>
              <a:path w="5142230" h="2300604">
                <a:moveTo>
                  <a:pt x="2026028" y="1216862"/>
                </a:moveTo>
                <a:lnTo>
                  <a:pt x="2021564" y="1212084"/>
                </a:lnTo>
                <a:lnTo>
                  <a:pt x="2020419" y="1207045"/>
                </a:lnTo>
                <a:lnTo>
                  <a:pt x="2022178" y="1202379"/>
                </a:lnTo>
                <a:lnTo>
                  <a:pt x="2024576" y="1195856"/>
                </a:lnTo>
                <a:lnTo>
                  <a:pt x="2031915" y="1192471"/>
                </a:lnTo>
                <a:lnTo>
                  <a:pt x="2038439" y="1194959"/>
                </a:lnTo>
                <a:lnTo>
                  <a:pt x="2045013" y="1197402"/>
                </a:lnTo>
                <a:lnTo>
                  <a:pt x="2048353" y="1204691"/>
                </a:lnTo>
                <a:lnTo>
                  <a:pt x="2043467" y="1217838"/>
                </a:lnTo>
                <a:lnTo>
                  <a:pt x="2036128" y="1221124"/>
                </a:lnTo>
                <a:lnTo>
                  <a:pt x="2029604" y="1218735"/>
                </a:lnTo>
                <a:lnTo>
                  <a:pt x="2027695" y="1217962"/>
                </a:lnTo>
                <a:lnTo>
                  <a:pt x="2026028" y="1216862"/>
                </a:lnTo>
                <a:close/>
              </a:path>
              <a:path w="5142230" h="2300604">
                <a:moveTo>
                  <a:pt x="1349631" y="1001370"/>
                </a:moveTo>
                <a:lnTo>
                  <a:pt x="1345167" y="996591"/>
                </a:lnTo>
                <a:lnTo>
                  <a:pt x="1343916" y="991733"/>
                </a:lnTo>
                <a:lnTo>
                  <a:pt x="1347786" y="980530"/>
                </a:lnTo>
                <a:lnTo>
                  <a:pt x="1354992" y="977003"/>
                </a:lnTo>
                <a:lnTo>
                  <a:pt x="1368246" y="981514"/>
                </a:lnTo>
                <a:lnTo>
                  <a:pt x="1371778" y="988716"/>
                </a:lnTo>
                <a:lnTo>
                  <a:pt x="1369475" y="995342"/>
                </a:lnTo>
                <a:lnTo>
                  <a:pt x="1367267" y="1001970"/>
                </a:lnTo>
                <a:lnTo>
                  <a:pt x="1360017" y="1005547"/>
                </a:lnTo>
                <a:lnTo>
                  <a:pt x="1351384" y="1002563"/>
                </a:lnTo>
                <a:lnTo>
                  <a:pt x="1349631" y="1001370"/>
                </a:lnTo>
                <a:close/>
              </a:path>
              <a:path w="5142230" h="2300604">
                <a:moveTo>
                  <a:pt x="1552017" y="1067979"/>
                </a:moveTo>
                <a:lnTo>
                  <a:pt x="1547554" y="1063200"/>
                </a:lnTo>
                <a:lnTo>
                  <a:pt x="1546296" y="1058531"/>
                </a:lnTo>
                <a:lnTo>
                  <a:pt x="1549740" y="1047360"/>
                </a:lnTo>
                <a:lnTo>
                  <a:pt x="1556813" y="1043593"/>
                </a:lnTo>
                <a:lnTo>
                  <a:pt x="1563494" y="1045662"/>
                </a:lnTo>
                <a:lnTo>
                  <a:pt x="1570223" y="1047685"/>
                </a:lnTo>
                <a:lnTo>
                  <a:pt x="1573942" y="1054794"/>
                </a:lnTo>
                <a:lnTo>
                  <a:pt x="1571923" y="1061528"/>
                </a:lnTo>
                <a:lnTo>
                  <a:pt x="1569904" y="1068163"/>
                </a:lnTo>
                <a:lnTo>
                  <a:pt x="1562787" y="1071981"/>
                </a:lnTo>
                <a:lnTo>
                  <a:pt x="1553911" y="1069224"/>
                </a:lnTo>
                <a:lnTo>
                  <a:pt x="1552017" y="1067979"/>
                </a:lnTo>
                <a:close/>
              </a:path>
              <a:path w="5142230" h="2300604">
                <a:moveTo>
                  <a:pt x="2554282" y="1567303"/>
                </a:moveTo>
                <a:lnTo>
                  <a:pt x="2548811" y="1561447"/>
                </a:lnTo>
                <a:lnTo>
                  <a:pt x="2544806" y="1555692"/>
                </a:lnTo>
                <a:lnTo>
                  <a:pt x="2546157" y="1547755"/>
                </a:lnTo>
                <a:lnTo>
                  <a:pt x="2551916" y="1543754"/>
                </a:lnTo>
                <a:lnTo>
                  <a:pt x="2557620" y="1539695"/>
                </a:lnTo>
                <a:lnTo>
                  <a:pt x="2565503" y="1541096"/>
                </a:lnTo>
                <a:lnTo>
                  <a:pt x="2573564" y="1552559"/>
                </a:lnTo>
                <a:lnTo>
                  <a:pt x="2572167" y="1560448"/>
                </a:lnTo>
                <a:lnTo>
                  <a:pt x="2561229" y="1568191"/>
                </a:lnTo>
                <a:lnTo>
                  <a:pt x="2554282" y="1567303"/>
                </a:lnTo>
                <a:close/>
              </a:path>
              <a:path w="5142230" h="2300604">
                <a:moveTo>
                  <a:pt x="2579785" y="2249113"/>
                </a:moveTo>
                <a:lnTo>
                  <a:pt x="2575367" y="2244383"/>
                </a:lnTo>
                <a:lnTo>
                  <a:pt x="2574111" y="2239813"/>
                </a:lnTo>
                <a:lnTo>
                  <a:pt x="2577321" y="2228587"/>
                </a:lnTo>
                <a:lnTo>
                  <a:pt x="2584397" y="2224726"/>
                </a:lnTo>
                <a:lnTo>
                  <a:pt x="2597813" y="2228629"/>
                </a:lnTo>
                <a:lnTo>
                  <a:pt x="2601680" y="2235700"/>
                </a:lnTo>
                <a:lnTo>
                  <a:pt x="2599751" y="2242433"/>
                </a:lnTo>
                <a:lnTo>
                  <a:pt x="2597777" y="2249116"/>
                </a:lnTo>
                <a:lnTo>
                  <a:pt x="2590799" y="2252986"/>
                </a:lnTo>
                <a:lnTo>
                  <a:pt x="2584067" y="2251058"/>
                </a:lnTo>
                <a:lnTo>
                  <a:pt x="2581777" y="2250366"/>
                </a:lnTo>
                <a:lnTo>
                  <a:pt x="2579785" y="2249113"/>
                </a:lnTo>
                <a:close/>
              </a:path>
              <a:path w="5142230" h="2300604">
                <a:moveTo>
                  <a:pt x="773880" y="729012"/>
                </a:moveTo>
                <a:lnTo>
                  <a:pt x="768723" y="723492"/>
                </a:lnTo>
                <a:lnTo>
                  <a:pt x="768304" y="716689"/>
                </a:lnTo>
                <a:lnTo>
                  <a:pt x="772015" y="711670"/>
                </a:lnTo>
                <a:lnTo>
                  <a:pt x="776218" y="706100"/>
                </a:lnTo>
                <a:lnTo>
                  <a:pt x="784233" y="705004"/>
                </a:lnTo>
                <a:lnTo>
                  <a:pt x="795367" y="713404"/>
                </a:lnTo>
                <a:lnTo>
                  <a:pt x="796517" y="721379"/>
                </a:lnTo>
                <a:lnTo>
                  <a:pt x="788064" y="732563"/>
                </a:lnTo>
                <a:lnTo>
                  <a:pt x="780093" y="733708"/>
                </a:lnTo>
                <a:lnTo>
                  <a:pt x="773880" y="729012"/>
                </a:lnTo>
                <a:close/>
              </a:path>
              <a:path w="5142230" h="2300604">
                <a:moveTo>
                  <a:pt x="719177" y="682867"/>
                </a:moveTo>
                <a:lnTo>
                  <a:pt x="714075" y="677406"/>
                </a:lnTo>
                <a:lnTo>
                  <a:pt x="714049" y="669852"/>
                </a:lnTo>
                <a:lnTo>
                  <a:pt x="723403" y="659826"/>
                </a:lnTo>
                <a:lnTo>
                  <a:pt x="731394" y="659584"/>
                </a:lnTo>
                <a:lnTo>
                  <a:pt x="741642" y="669186"/>
                </a:lnTo>
                <a:lnTo>
                  <a:pt x="741890" y="677173"/>
                </a:lnTo>
                <a:lnTo>
                  <a:pt x="732336" y="687375"/>
                </a:lnTo>
                <a:lnTo>
                  <a:pt x="724301" y="687668"/>
                </a:lnTo>
                <a:lnTo>
                  <a:pt x="719177" y="682867"/>
                </a:lnTo>
                <a:close/>
              </a:path>
              <a:path w="5142230" h="2300604">
                <a:moveTo>
                  <a:pt x="630266" y="579773"/>
                </a:moveTo>
                <a:lnTo>
                  <a:pt x="624688" y="573802"/>
                </a:lnTo>
                <a:lnTo>
                  <a:pt x="620634" y="568094"/>
                </a:lnTo>
                <a:lnTo>
                  <a:pt x="621990" y="560161"/>
                </a:lnTo>
                <a:lnTo>
                  <a:pt x="627700" y="556206"/>
                </a:lnTo>
                <a:lnTo>
                  <a:pt x="633453" y="552101"/>
                </a:lnTo>
                <a:lnTo>
                  <a:pt x="641336" y="553502"/>
                </a:lnTo>
                <a:lnTo>
                  <a:pt x="649404" y="564876"/>
                </a:lnTo>
                <a:lnTo>
                  <a:pt x="648048" y="572808"/>
                </a:lnTo>
                <a:lnTo>
                  <a:pt x="637115" y="580556"/>
                </a:lnTo>
                <a:lnTo>
                  <a:pt x="630266" y="579773"/>
                </a:lnTo>
                <a:close/>
              </a:path>
              <a:path w="5142230" h="2300604">
                <a:moveTo>
                  <a:pt x="591372" y="519860"/>
                </a:moveTo>
                <a:lnTo>
                  <a:pt x="586070" y="514184"/>
                </a:lnTo>
                <a:lnTo>
                  <a:pt x="582059" y="507348"/>
                </a:lnTo>
                <a:lnTo>
                  <a:pt x="584067" y="499528"/>
                </a:lnTo>
                <a:lnTo>
                  <a:pt x="596163" y="492438"/>
                </a:lnTo>
                <a:lnTo>
                  <a:pt x="603884" y="494448"/>
                </a:lnTo>
                <a:lnTo>
                  <a:pt x="607408" y="500469"/>
                </a:lnTo>
                <a:lnTo>
                  <a:pt x="611023" y="506488"/>
                </a:lnTo>
                <a:lnTo>
                  <a:pt x="609063" y="514263"/>
                </a:lnTo>
                <a:lnTo>
                  <a:pt x="597743" y="520912"/>
                </a:lnTo>
                <a:lnTo>
                  <a:pt x="591372" y="519860"/>
                </a:lnTo>
                <a:close/>
              </a:path>
              <a:path w="5142230" h="2300604">
                <a:moveTo>
                  <a:pt x="674128" y="636013"/>
                </a:moveTo>
                <a:lnTo>
                  <a:pt x="669163" y="630698"/>
                </a:lnTo>
                <a:lnTo>
                  <a:pt x="664571" y="625391"/>
                </a:lnTo>
                <a:lnTo>
                  <a:pt x="665132" y="617389"/>
                </a:lnTo>
                <a:lnTo>
                  <a:pt x="674978" y="608869"/>
                </a:lnTo>
                <a:lnTo>
                  <a:pt x="675736" y="608214"/>
                </a:lnTo>
                <a:lnTo>
                  <a:pt x="683788" y="608818"/>
                </a:lnTo>
                <a:lnTo>
                  <a:pt x="692910" y="619463"/>
                </a:lnTo>
                <a:lnTo>
                  <a:pt x="692309" y="627421"/>
                </a:lnTo>
                <a:lnTo>
                  <a:pt x="682457" y="635936"/>
                </a:lnTo>
                <a:lnTo>
                  <a:pt x="681851" y="636460"/>
                </a:lnTo>
                <a:lnTo>
                  <a:pt x="674128" y="636013"/>
                </a:lnTo>
                <a:close/>
              </a:path>
              <a:path w="5142230" h="2300604">
                <a:moveTo>
                  <a:pt x="557090" y="457259"/>
                </a:moveTo>
                <a:lnTo>
                  <a:pt x="552535" y="452383"/>
                </a:lnTo>
                <a:lnTo>
                  <a:pt x="551813" y="451414"/>
                </a:lnTo>
                <a:lnTo>
                  <a:pt x="551232" y="450304"/>
                </a:lnTo>
                <a:lnTo>
                  <a:pt x="548140" y="444061"/>
                </a:lnTo>
                <a:lnTo>
                  <a:pt x="550622" y="436455"/>
                </a:lnTo>
                <a:lnTo>
                  <a:pt x="556497" y="433458"/>
                </a:lnTo>
                <a:lnTo>
                  <a:pt x="563159" y="430131"/>
                </a:lnTo>
                <a:lnTo>
                  <a:pt x="570766" y="432604"/>
                </a:lnTo>
                <a:lnTo>
                  <a:pt x="576980" y="444926"/>
                </a:lnTo>
                <a:lnTo>
                  <a:pt x="577114" y="445069"/>
                </a:lnTo>
                <a:lnTo>
                  <a:pt x="574522" y="452753"/>
                </a:lnTo>
                <a:lnTo>
                  <a:pt x="563185" y="458505"/>
                </a:lnTo>
                <a:lnTo>
                  <a:pt x="557090" y="457259"/>
                </a:lnTo>
                <a:close/>
              </a:path>
              <a:path w="5142230" h="2300604">
                <a:moveTo>
                  <a:pt x="526659" y="392915"/>
                </a:moveTo>
                <a:lnTo>
                  <a:pt x="522149" y="388088"/>
                </a:lnTo>
                <a:lnTo>
                  <a:pt x="521342" y="386833"/>
                </a:lnTo>
                <a:lnTo>
                  <a:pt x="517969" y="379117"/>
                </a:lnTo>
                <a:lnTo>
                  <a:pt x="520817" y="371609"/>
                </a:lnTo>
                <a:lnTo>
                  <a:pt x="527243" y="368811"/>
                </a:lnTo>
                <a:lnTo>
                  <a:pt x="533619" y="365959"/>
                </a:lnTo>
                <a:lnTo>
                  <a:pt x="541119" y="368905"/>
                </a:lnTo>
                <a:lnTo>
                  <a:pt x="546774" y="381703"/>
                </a:lnTo>
                <a:lnTo>
                  <a:pt x="543876" y="389158"/>
                </a:lnTo>
                <a:lnTo>
                  <a:pt x="537500" y="392009"/>
                </a:lnTo>
                <a:lnTo>
                  <a:pt x="532422" y="394197"/>
                </a:lnTo>
                <a:lnTo>
                  <a:pt x="526659" y="392915"/>
                </a:lnTo>
                <a:close/>
              </a:path>
              <a:path w="5142230" h="2300604">
                <a:moveTo>
                  <a:pt x="892476" y="806507"/>
                </a:moveTo>
                <a:lnTo>
                  <a:pt x="887967" y="801680"/>
                </a:lnTo>
                <a:lnTo>
                  <a:pt x="887089" y="795560"/>
                </a:lnTo>
                <a:lnTo>
                  <a:pt x="889949" y="790606"/>
                </a:lnTo>
                <a:lnTo>
                  <a:pt x="893459" y="784588"/>
                </a:lnTo>
                <a:lnTo>
                  <a:pt x="901178" y="782490"/>
                </a:lnTo>
                <a:lnTo>
                  <a:pt x="913308" y="789512"/>
                </a:lnTo>
                <a:lnTo>
                  <a:pt x="915401" y="797227"/>
                </a:lnTo>
                <a:lnTo>
                  <a:pt x="911888" y="803339"/>
                </a:lnTo>
                <a:lnTo>
                  <a:pt x="908383" y="809362"/>
                </a:lnTo>
                <a:lnTo>
                  <a:pt x="900664" y="811459"/>
                </a:lnTo>
                <a:lnTo>
                  <a:pt x="894547" y="807942"/>
                </a:lnTo>
                <a:lnTo>
                  <a:pt x="893488" y="807297"/>
                </a:lnTo>
                <a:lnTo>
                  <a:pt x="892476" y="806507"/>
                </a:lnTo>
                <a:close/>
              </a:path>
              <a:path w="5142230" h="2300604">
                <a:moveTo>
                  <a:pt x="954945" y="840731"/>
                </a:moveTo>
                <a:lnTo>
                  <a:pt x="950390" y="835855"/>
                </a:lnTo>
                <a:lnTo>
                  <a:pt x="949406" y="830109"/>
                </a:lnTo>
                <a:lnTo>
                  <a:pt x="951979" y="825240"/>
                </a:lnTo>
                <a:lnTo>
                  <a:pt x="955171" y="818980"/>
                </a:lnTo>
                <a:lnTo>
                  <a:pt x="962855" y="816550"/>
                </a:lnTo>
                <a:lnTo>
                  <a:pt x="975287" y="823016"/>
                </a:lnTo>
                <a:lnTo>
                  <a:pt x="977671" y="830651"/>
                </a:lnTo>
                <a:lnTo>
                  <a:pt x="971253" y="843038"/>
                </a:lnTo>
                <a:lnTo>
                  <a:pt x="963756" y="845470"/>
                </a:lnTo>
                <a:lnTo>
                  <a:pt x="963615" y="845516"/>
                </a:lnTo>
                <a:lnTo>
                  <a:pt x="957399" y="842283"/>
                </a:lnTo>
                <a:lnTo>
                  <a:pt x="956048" y="841618"/>
                </a:lnTo>
                <a:lnTo>
                  <a:pt x="954945" y="840731"/>
                </a:lnTo>
                <a:close/>
              </a:path>
              <a:path w="5142230" h="2300604">
                <a:moveTo>
                  <a:pt x="499007" y="327344"/>
                </a:moveTo>
                <a:lnTo>
                  <a:pt x="494543" y="322565"/>
                </a:lnTo>
                <a:lnTo>
                  <a:pt x="493645" y="321213"/>
                </a:lnTo>
                <a:lnTo>
                  <a:pt x="493077" y="319725"/>
                </a:lnTo>
                <a:lnTo>
                  <a:pt x="490466" y="313216"/>
                </a:lnTo>
                <a:lnTo>
                  <a:pt x="493602" y="305821"/>
                </a:lnTo>
                <a:lnTo>
                  <a:pt x="506616" y="300594"/>
                </a:lnTo>
                <a:lnTo>
                  <a:pt x="513972" y="303776"/>
                </a:lnTo>
                <a:lnTo>
                  <a:pt x="516583" y="310285"/>
                </a:lnTo>
                <a:lnTo>
                  <a:pt x="519243" y="316749"/>
                </a:lnTo>
                <a:lnTo>
                  <a:pt x="516061" y="324095"/>
                </a:lnTo>
                <a:lnTo>
                  <a:pt x="509602" y="326760"/>
                </a:lnTo>
                <a:lnTo>
                  <a:pt x="504846" y="328609"/>
                </a:lnTo>
                <a:lnTo>
                  <a:pt x="504578" y="328713"/>
                </a:lnTo>
                <a:lnTo>
                  <a:pt x="499007" y="327344"/>
                </a:lnTo>
                <a:close/>
              </a:path>
              <a:path w="5142230" h="2300604">
                <a:moveTo>
                  <a:pt x="831852" y="769272"/>
                </a:moveTo>
                <a:lnTo>
                  <a:pt x="827251" y="764347"/>
                </a:lnTo>
                <a:lnTo>
                  <a:pt x="826572" y="757951"/>
                </a:lnTo>
                <a:lnTo>
                  <a:pt x="829763" y="752961"/>
                </a:lnTo>
                <a:lnTo>
                  <a:pt x="833598" y="747096"/>
                </a:lnTo>
                <a:lnTo>
                  <a:pt x="841445" y="745427"/>
                </a:lnTo>
                <a:lnTo>
                  <a:pt x="853224" y="753051"/>
                </a:lnTo>
                <a:lnTo>
                  <a:pt x="854839" y="760938"/>
                </a:lnTo>
                <a:lnTo>
                  <a:pt x="847169" y="772669"/>
                </a:lnTo>
                <a:lnTo>
                  <a:pt x="839376" y="774296"/>
                </a:lnTo>
                <a:lnTo>
                  <a:pt x="833511" y="770462"/>
                </a:lnTo>
                <a:lnTo>
                  <a:pt x="832628" y="769908"/>
                </a:lnTo>
                <a:lnTo>
                  <a:pt x="831852" y="769272"/>
                </a:lnTo>
                <a:close/>
              </a:path>
              <a:path w="5142230" h="2300604">
                <a:moveTo>
                  <a:pt x="473169" y="261173"/>
                </a:moveTo>
                <a:lnTo>
                  <a:pt x="468655" y="256341"/>
                </a:lnTo>
                <a:lnTo>
                  <a:pt x="467811" y="254948"/>
                </a:lnTo>
                <a:lnTo>
                  <a:pt x="467250" y="253371"/>
                </a:lnTo>
                <a:lnTo>
                  <a:pt x="464688" y="246816"/>
                </a:lnTo>
                <a:lnTo>
                  <a:pt x="468005" y="239517"/>
                </a:lnTo>
                <a:lnTo>
                  <a:pt x="474557" y="237049"/>
                </a:lnTo>
                <a:lnTo>
                  <a:pt x="481112" y="234487"/>
                </a:lnTo>
                <a:lnTo>
                  <a:pt x="488411" y="237804"/>
                </a:lnTo>
                <a:lnTo>
                  <a:pt x="490874" y="244351"/>
                </a:lnTo>
                <a:lnTo>
                  <a:pt x="493396" y="250862"/>
                </a:lnTo>
                <a:lnTo>
                  <a:pt x="490124" y="258210"/>
                </a:lnTo>
                <a:lnTo>
                  <a:pt x="483568" y="260673"/>
                </a:lnTo>
                <a:lnTo>
                  <a:pt x="478598" y="262585"/>
                </a:lnTo>
                <a:lnTo>
                  <a:pt x="473169" y="261173"/>
                </a:lnTo>
                <a:close/>
              </a:path>
              <a:path w="5142230" h="2300604">
                <a:moveTo>
                  <a:pt x="2790634" y="2174056"/>
                </a:moveTo>
                <a:lnTo>
                  <a:pt x="2786347" y="2169467"/>
                </a:lnTo>
                <a:lnTo>
                  <a:pt x="2785132" y="2164941"/>
                </a:lnTo>
                <a:lnTo>
                  <a:pt x="2786412" y="2160641"/>
                </a:lnTo>
                <a:lnTo>
                  <a:pt x="2788384" y="2154151"/>
                </a:lnTo>
                <a:lnTo>
                  <a:pt x="2795207" y="2150507"/>
                </a:lnTo>
                <a:lnTo>
                  <a:pt x="2808201" y="2154349"/>
                </a:lnTo>
                <a:lnTo>
                  <a:pt x="2811844" y="2161181"/>
                </a:lnTo>
                <a:lnTo>
                  <a:pt x="2808003" y="2174175"/>
                </a:lnTo>
                <a:lnTo>
                  <a:pt x="2801175" y="2177813"/>
                </a:lnTo>
                <a:lnTo>
                  <a:pt x="2792481" y="2175252"/>
                </a:lnTo>
                <a:lnTo>
                  <a:pt x="2790634" y="2174056"/>
                </a:lnTo>
                <a:close/>
              </a:path>
              <a:path w="5142230" h="2300604">
                <a:moveTo>
                  <a:pt x="1972510" y="1056841"/>
                </a:moveTo>
                <a:lnTo>
                  <a:pt x="1968233" y="1052263"/>
                </a:lnTo>
                <a:lnTo>
                  <a:pt x="1967015" y="1047831"/>
                </a:lnTo>
                <a:lnTo>
                  <a:pt x="1968200" y="1043528"/>
                </a:lnTo>
                <a:lnTo>
                  <a:pt x="1970074" y="1037029"/>
                </a:lnTo>
                <a:lnTo>
                  <a:pt x="1976904" y="1033296"/>
                </a:lnTo>
                <a:lnTo>
                  <a:pt x="1989901" y="1037043"/>
                </a:lnTo>
                <a:lnTo>
                  <a:pt x="1993633" y="1043775"/>
                </a:lnTo>
                <a:lnTo>
                  <a:pt x="1991759" y="1050273"/>
                </a:lnTo>
                <a:lnTo>
                  <a:pt x="1989936" y="1056825"/>
                </a:lnTo>
                <a:lnTo>
                  <a:pt x="1983105" y="1060558"/>
                </a:lnTo>
                <a:lnTo>
                  <a:pt x="1976607" y="1058685"/>
                </a:lnTo>
                <a:lnTo>
                  <a:pt x="1974408" y="1058091"/>
                </a:lnTo>
                <a:lnTo>
                  <a:pt x="1972510" y="1056841"/>
                </a:lnTo>
                <a:close/>
              </a:path>
              <a:path w="5142230" h="2300604">
                <a:moveTo>
                  <a:pt x="2769579" y="2241835"/>
                </a:moveTo>
                <a:lnTo>
                  <a:pt x="2765257" y="2237208"/>
                </a:lnTo>
                <a:lnTo>
                  <a:pt x="2764091" y="2232636"/>
                </a:lnTo>
                <a:lnTo>
                  <a:pt x="2765463" y="2228241"/>
                </a:lnTo>
                <a:lnTo>
                  <a:pt x="2767526" y="2221848"/>
                </a:lnTo>
                <a:lnTo>
                  <a:pt x="2774395" y="2218253"/>
                </a:lnTo>
                <a:lnTo>
                  <a:pt x="2787338" y="2222333"/>
                </a:lnTo>
                <a:lnTo>
                  <a:pt x="2790879" y="2229252"/>
                </a:lnTo>
                <a:lnTo>
                  <a:pt x="2788817" y="2235744"/>
                </a:lnTo>
                <a:lnTo>
                  <a:pt x="2786754" y="2242137"/>
                </a:lnTo>
                <a:lnTo>
                  <a:pt x="2779885" y="2245732"/>
                </a:lnTo>
                <a:lnTo>
                  <a:pt x="2773437" y="2243619"/>
                </a:lnTo>
                <a:lnTo>
                  <a:pt x="2771386" y="2242987"/>
                </a:lnTo>
                <a:lnTo>
                  <a:pt x="2769579" y="2241835"/>
                </a:lnTo>
                <a:close/>
              </a:path>
              <a:path w="5142230" h="2300604">
                <a:moveTo>
                  <a:pt x="2620878" y="1334503"/>
                </a:moveTo>
                <a:lnTo>
                  <a:pt x="2615858" y="1329129"/>
                </a:lnTo>
                <a:lnTo>
                  <a:pt x="2615437" y="1322521"/>
                </a:lnTo>
                <a:lnTo>
                  <a:pt x="2619183" y="1317733"/>
                </a:lnTo>
                <a:lnTo>
                  <a:pt x="2623289" y="1312354"/>
                </a:lnTo>
                <a:lnTo>
                  <a:pt x="2631014" y="1311338"/>
                </a:lnTo>
                <a:lnTo>
                  <a:pt x="2641733" y="1319587"/>
                </a:lnTo>
                <a:lnTo>
                  <a:pt x="2642745" y="1327316"/>
                </a:lnTo>
                <a:lnTo>
                  <a:pt x="2634455" y="1337992"/>
                </a:lnTo>
                <a:lnTo>
                  <a:pt x="2626771" y="1339052"/>
                </a:lnTo>
                <a:lnTo>
                  <a:pt x="2621436" y="1334905"/>
                </a:lnTo>
                <a:lnTo>
                  <a:pt x="2620878" y="1334503"/>
                </a:lnTo>
                <a:close/>
              </a:path>
              <a:path w="5142230" h="2300604">
                <a:moveTo>
                  <a:pt x="1835947" y="1017588"/>
                </a:moveTo>
                <a:lnTo>
                  <a:pt x="1831670" y="1013009"/>
                </a:lnTo>
                <a:lnTo>
                  <a:pt x="1830452" y="1008578"/>
                </a:lnTo>
                <a:lnTo>
                  <a:pt x="1831731" y="1004278"/>
                </a:lnTo>
                <a:lnTo>
                  <a:pt x="1833605" y="997779"/>
                </a:lnTo>
                <a:lnTo>
                  <a:pt x="1840436" y="994046"/>
                </a:lnTo>
                <a:lnTo>
                  <a:pt x="1846929" y="995915"/>
                </a:lnTo>
                <a:lnTo>
                  <a:pt x="1853383" y="997839"/>
                </a:lnTo>
                <a:lnTo>
                  <a:pt x="1857112" y="1004665"/>
                </a:lnTo>
                <a:lnTo>
                  <a:pt x="1855238" y="1011163"/>
                </a:lnTo>
                <a:lnTo>
                  <a:pt x="1853324" y="1017618"/>
                </a:lnTo>
                <a:lnTo>
                  <a:pt x="1846493" y="1021351"/>
                </a:lnTo>
                <a:lnTo>
                  <a:pt x="1839995" y="1019477"/>
                </a:lnTo>
                <a:lnTo>
                  <a:pt x="1837845" y="1018838"/>
                </a:lnTo>
                <a:lnTo>
                  <a:pt x="1835947" y="1017588"/>
                </a:lnTo>
                <a:close/>
              </a:path>
              <a:path w="5142230" h="2300604">
                <a:moveTo>
                  <a:pt x="2562614" y="1293247"/>
                </a:moveTo>
                <a:lnTo>
                  <a:pt x="2558196" y="1288517"/>
                </a:lnTo>
                <a:lnTo>
                  <a:pt x="2557559" y="1282263"/>
                </a:lnTo>
                <a:lnTo>
                  <a:pt x="2560695" y="1277508"/>
                </a:lnTo>
                <a:lnTo>
                  <a:pt x="2564384" y="1271779"/>
                </a:lnTo>
                <a:lnTo>
                  <a:pt x="2571985" y="1270239"/>
                </a:lnTo>
                <a:lnTo>
                  <a:pt x="2583352" y="1277618"/>
                </a:lnTo>
                <a:lnTo>
                  <a:pt x="2584931" y="1285173"/>
                </a:lnTo>
                <a:lnTo>
                  <a:pt x="2581197" y="1290853"/>
                </a:lnTo>
                <a:lnTo>
                  <a:pt x="2577557" y="1296536"/>
                </a:lnTo>
                <a:lnTo>
                  <a:pt x="2569907" y="1298121"/>
                </a:lnTo>
                <a:lnTo>
                  <a:pt x="2564273" y="1294436"/>
                </a:lnTo>
                <a:lnTo>
                  <a:pt x="2563390" y="1293882"/>
                </a:lnTo>
                <a:lnTo>
                  <a:pt x="2562614" y="1293247"/>
                </a:lnTo>
                <a:close/>
              </a:path>
              <a:path w="5142230" h="2300604">
                <a:moveTo>
                  <a:pt x="2851833" y="1897456"/>
                </a:moveTo>
                <a:lnTo>
                  <a:pt x="2847556" y="1892877"/>
                </a:lnTo>
                <a:lnTo>
                  <a:pt x="2846252" y="1889429"/>
                </a:lnTo>
                <a:lnTo>
                  <a:pt x="2846615" y="1885712"/>
                </a:lnTo>
                <a:lnTo>
                  <a:pt x="2847367" y="1878991"/>
                </a:lnTo>
                <a:lnTo>
                  <a:pt x="2853433" y="1874146"/>
                </a:lnTo>
                <a:lnTo>
                  <a:pt x="2866883" y="1875543"/>
                </a:lnTo>
                <a:lnTo>
                  <a:pt x="2871728" y="1881609"/>
                </a:lnTo>
                <a:lnTo>
                  <a:pt x="2870980" y="1888335"/>
                </a:lnTo>
                <a:lnTo>
                  <a:pt x="2870277" y="1895109"/>
                </a:lnTo>
                <a:lnTo>
                  <a:pt x="2864216" y="1899959"/>
                </a:lnTo>
                <a:lnTo>
                  <a:pt x="2857490" y="1899211"/>
                </a:lnTo>
                <a:lnTo>
                  <a:pt x="2854474" y="1898915"/>
                </a:lnTo>
                <a:lnTo>
                  <a:pt x="2851833" y="1897456"/>
                </a:lnTo>
                <a:close/>
              </a:path>
              <a:path w="5142230" h="2300604">
                <a:moveTo>
                  <a:pt x="1767959" y="997103"/>
                </a:moveTo>
                <a:lnTo>
                  <a:pt x="1763632" y="992471"/>
                </a:lnTo>
                <a:lnTo>
                  <a:pt x="1762462" y="987993"/>
                </a:lnTo>
                <a:lnTo>
                  <a:pt x="1763745" y="983599"/>
                </a:lnTo>
                <a:lnTo>
                  <a:pt x="1765758" y="977153"/>
                </a:lnTo>
                <a:lnTo>
                  <a:pt x="1772581" y="973509"/>
                </a:lnTo>
                <a:lnTo>
                  <a:pt x="1779081" y="975482"/>
                </a:lnTo>
                <a:lnTo>
                  <a:pt x="1785528" y="977495"/>
                </a:lnTo>
                <a:lnTo>
                  <a:pt x="1789166" y="984323"/>
                </a:lnTo>
                <a:lnTo>
                  <a:pt x="1787199" y="990818"/>
                </a:lnTo>
                <a:lnTo>
                  <a:pt x="1785185" y="997264"/>
                </a:lnTo>
                <a:lnTo>
                  <a:pt x="1778357" y="1000903"/>
                </a:lnTo>
                <a:lnTo>
                  <a:pt x="1771862" y="998935"/>
                </a:lnTo>
                <a:lnTo>
                  <a:pt x="1769761" y="998250"/>
                </a:lnTo>
                <a:lnTo>
                  <a:pt x="1767959" y="997103"/>
                </a:lnTo>
                <a:close/>
              </a:path>
              <a:path w="5142230" h="2300604">
                <a:moveTo>
                  <a:pt x="2742156" y="2300034"/>
                </a:moveTo>
                <a:lnTo>
                  <a:pt x="2743628" y="2295673"/>
                </a:lnTo>
                <a:lnTo>
                  <a:pt x="2745731" y="2289225"/>
                </a:lnTo>
                <a:lnTo>
                  <a:pt x="2752605" y="2285734"/>
                </a:lnTo>
                <a:lnTo>
                  <a:pt x="2765492" y="2289949"/>
                </a:lnTo>
                <a:lnTo>
                  <a:pt x="2768984" y="2296913"/>
                </a:lnTo>
                <a:lnTo>
                  <a:pt x="2767960" y="2300034"/>
                </a:lnTo>
                <a:lnTo>
                  <a:pt x="2742156" y="2300034"/>
                </a:lnTo>
                <a:close/>
              </a:path>
              <a:path w="5142230" h="2300604">
                <a:moveTo>
                  <a:pt x="1904253" y="1037338"/>
                </a:moveTo>
                <a:lnTo>
                  <a:pt x="1899926" y="1032706"/>
                </a:lnTo>
                <a:lnTo>
                  <a:pt x="1898659" y="1028320"/>
                </a:lnTo>
                <a:lnTo>
                  <a:pt x="1899933" y="1024015"/>
                </a:lnTo>
                <a:lnTo>
                  <a:pt x="1901807" y="1017517"/>
                </a:lnTo>
                <a:lnTo>
                  <a:pt x="1908597" y="1013740"/>
                </a:lnTo>
                <a:lnTo>
                  <a:pt x="1921589" y="1017482"/>
                </a:lnTo>
                <a:lnTo>
                  <a:pt x="1925375" y="1024272"/>
                </a:lnTo>
                <a:lnTo>
                  <a:pt x="1921628" y="1037269"/>
                </a:lnTo>
                <a:lnTo>
                  <a:pt x="1914843" y="1041050"/>
                </a:lnTo>
                <a:lnTo>
                  <a:pt x="1906101" y="1038534"/>
                </a:lnTo>
                <a:lnTo>
                  <a:pt x="1904253" y="1037338"/>
                </a:lnTo>
                <a:close/>
              </a:path>
              <a:path w="5142230" h="2300604">
                <a:moveTo>
                  <a:pt x="2841610" y="1967544"/>
                </a:moveTo>
                <a:lnTo>
                  <a:pt x="2837333" y="1962966"/>
                </a:lnTo>
                <a:lnTo>
                  <a:pt x="2836042" y="1959140"/>
                </a:lnTo>
                <a:lnTo>
                  <a:pt x="2837914" y="1948535"/>
                </a:lnTo>
                <a:lnTo>
                  <a:pt x="2844255" y="1944081"/>
                </a:lnTo>
                <a:lnTo>
                  <a:pt x="2850914" y="1945248"/>
                </a:lnTo>
                <a:lnTo>
                  <a:pt x="2857631" y="1946378"/>
                </a:lnTo>
                <a:lnTo>
                  <a:pt x="2862041" y="1952760"/>
                </a:lnTo>
                <a:lnTo>
                  <a:pt x="2859699" y="1966088"/>
                </a:lnTo>
                <a:lnTo>
                  <a:pt x="2853362" y="1970546"/>
                </a:lnTo>
                <a:lnTo>
                  <a:pt x="2843976" y="1968904"/>
                </a:lnTo>
                <a:lnTo>
                  <a:pt x="2841610" y="1967544"/>
                </a:lnTo>
                <a:close/>
              </a:path>
              <a:path w="5142230" h="2300604">
                <a:moveTo>
                  <a:pt x="2502103" y="1256719"/>
                </a:moveTo>
                <a:lnTo>
                  <a:pt x="2497689" y="1251994"/>
                </a:lnTo>
                <a:lnTo>
                  <a:pt x="2496847" y="1246206"/>
                </a:lnTo>
                <a:lnTo>
                  <a:pt x="2502825" y="1235499"/>
                </a:lnTo>
                <a:lnTo>
                  <a:pt x="2510307" y="1233441"/>
                </a:lnTo>
                <a:lnTo>
                  <a:pt x="2522126" y="1240032"/>
                </a:lnTo>
                <a:lnTo>
                  <a:pt x="2524230" y="1247563"/>
                </a:lnTo>
                <a:lnTo>
                  <a:pt x="2520867" y="1253444"/>
                </a:lnTo>
                <a:lnTo>
                  <a:pt x="2517593" y="1259324"/>
                </a:lnTo>
                <a:lnTo>
                  <a:pt x="2510111" y="1261382"/>
                </a:lnTo>
                <a:lnTo>
                  <a:pt x="2503073" y="1257465"/>
                </a:lnTo>
                <a:lnTo>
                  <a:pt x="2502103" y="1256719"/>
                </a:lnTo>
                <a:close/>
              </a:path>
              <a:path w="5142230" h="2300604">
                <a:moveTo>
                  <a:pt x="2309717" y="1166897"/>
                </a:moveTo>
                <a:lnTo>
                  <a:pt x="2305390" y="1162265"/>
                </a:lnTo>
                <a:lnTo>
                  <a:pt x="2304232" y="1157311"/>
                </a:lnTo>
                <a:lnTo>
                  <a:pt x="2305997" y="1152750"/>
                </a:lnTo>
                <a:lnTo>
                  <a:pt x="2308519" y="1146457"/>
                </a:lnTo>
                <a:lnTo>
                  <a:pt x="2315615" y="1143399"/>
                </a:lnTo>
                <a:lnTo>
                  <a:pt x="2328237" y="1148309"/>
                </a:lnTo>
                <a:lnTo>
                  <a:pt x="2331305" y="1155405"/>
                </a:lnTo>
                <a:lnTo>
                  <a:pt x="2326345" y="1167983"/>
                </a:lnTo>
                <a:lnTo>
                  <a:pt x="2319246" y="1171136"/>
                </a:lnTo>
                <a:lnTo>
                  <a:pt x="2312910" y="1168654"/>
                </a:lnTo>
                <a:lnTo>
                  <a:pt x="2311145" y="1167937"/>
                </a:lnTo>
                <a:lnTo>
                  <a:pt x="2309717" y="1166897"/>
                </a:lnTo>
                <a:close/>
              </a:path>
              <a:path w="5142230" h="2300604">
                <a:moveTo>
                  <a:pt x="854234" y="619341"/>
                </a:moveTo>
                <a:lnTo>
                  <a:pt x="848841" y="613568"/>
                </a:lnTo>
                <a:lnTo>
                  <a:pt x="848468" y="606913"/>
                </a:lnTo>
                <a:lnTo>
                  <a:pt x="856600" y="596850"/>
                </a:lnTo>
                <a:lnTo>
                  <a:pt x="864328" y="596032"/>
                </a:lnTo>
                <a:lnTo>
                  <a:pt x="874893" y="604507"/>
                </a:lnTo>
                <a:lnTo>
                  <a:pt x="875720" y="612235"/>
                </a:lnTo>
                <a:lnTo>
                  <a:pt x="867195" y="622756"/>
                </a:lnTo>
                <a:lnTo>
                  <a:pt x="859472" y="623579"/>
                </a:lnTo>
                <a:lnTo>
                  <a:pt x="854234" y="619341"/>
                </a:lnTo>
                <a:close/>
              </a:path>
              <a:path w="5142230" h="2300604">
                <a:moveTo>
                  <a:pt x="1162563" y="792615"/>
                </a:moveTo>
                <a:lnTo>
                  <a:pt x="1158232" y="787978"/>
                </a:lnTo>
                <a:lnTo>
                  <a:pt x="1157184" y="782848"/>
                </a:lnTo>
                <a:lnTo>
                  <a:pt x="1161754" y="772004"/>
                </a:lnTo>
                <a:lnTo>
                  <a:pt x="1168982" y="769087"/>
                </a:lnTo>
                <a:lnTo>
                  <a:pt x="1181407" y="774372"/>
                </a:lnTo>
                <a:lnTo>
                  <a:pt x="1184324" y="781600"/>
                </a:lnTo>
                <a:lnTo>
                  <a:pt x="1181657" y="787835"/>
                </a:lnTo>
                <a:lnTo>
                  <a:pt x="1179039" y="794025"/>
                </a:lnTo>
                <a:lnTo>
                  <a:pt x="1171811" y="796942"/>
                </a:lnTo>
                <a:lnTo>
                  <a:pt x="1165621" y="794324"/>
                </a:lnTo>
                <a:lnTo>
                  <a:pt x="1163995" y="793560"/>
                </a:lnTo>
                <a:lnTo>
                  <a:pt x="1162563" y="792615"/>
                </a:lnTo>
                <a:close/>
              </a:path>
              <a:path w="5142230" h="2300604">
                <a:moveTo>
                  <a:pt x="800140" y="571796"/>
                </a:moveTo>
                <a:lnTo>
                  <a:pt x="795271" y="566583"/>
                </a:lnTo>
                <a:lnTo>
                  <a:pt x="795242" y="559123"/>
                </a:lnTo>
                <a:lnTo>
                  <a:pt x="804490" y="549571"/>
                </a:lnTo>
                <a:lnTo>
                  <a:pt x="812239" y="549363"/>
                </a:lnTo>
                <a:lnTo>
                  <a:pt x="821969" y="558801"/>
                </a:lnTo>
                <a:lnTo>
                  <a:pt x="822182" y="566555"/>
                </a:lnTo>
                <a:lnTo>
                  <a:pt x="812739" y="576290"/>
                </a:lnTo>
                <a:lnTo>
                  <a:pt x="805038" y="576452"/>
                </a:lnTo>
                <a:lnTo>
                  <a:pt x="800140" y="571796"/>
                </a:lnTo>
                <a:close/>
              </a:path>
              <a:path w="5142230" h="2300604">
                <a:moveTo>
                  <a:pt x="2243285" y="1142018"/>
                </a:moveTo>
                <a:lnTo>
                  <a:pt x="2238963" y="1137391"/>
                </a:lnTo>
                <a:lnTo>
                  <a:pt x="2237806" y="1132536"/>
                </a:lnTo>
                <a:lnTo>
                  <a:pt x="2239416" y="1128101"/>
                </a:lnTo>
                <a:lnTo>
                  <a:pt x="2241668" y="1121715"/>
                </a:lnTo>
                <a:lnTo>
                  <a:pt x="2248720" y="1118414"/>
                </a:lnTo>
                <a:lnTo>
                  <a:pt x="2261454" y="1122955"/>
                </a:lnTo>
                <a:lnTo>
                  <a:pt x="2264750" y="1130002"/>
                </a:lnTo>
                <a:lnTo>
                  <a:pt x="2262461" y="1136349"/>
                </a:lnTo>
                <a:lnTo>
                  <a:pt x="2260214" y="1142741"/>
                </a:lnTo>
                <a:lnTo>
                  <a:pt x="2253157" y="1146036"/>
                </a:lnTo>
                <a:lnTo>
                  <a:pt x="2244907" y="1143069"/>
                </a:lnTo>
                <a:lnTo>
                  <a:pt x="2243285" y="1142018"/>
                </a:lnTo>
                <a:close/>
              </a:path>
              <a:path w="5142230" h="2300604">
                <a:moveTo>
                  <a:pt x="911287" y="661647"/>
                </a:moveTo>
                <a:lnTo>
                  <a:pt x="906171" y="656171"/>
                </a:lnTo>
                <a:lnTo>
                  <a:pt x="905548" y="649933"/>
                </a:lnTo>
                <a:lnTo>
                  <a:pt x="912653" y="639552"/>
                </a:lnTo>
                <a:lnTo>
                  <a:pt x="920255" y="638111"/>
                </a:lnTo>
                <a:lnTo>
                  <a:pt x="925882" y="641886"/>
                </a:lnTo>
                <a:lnTo>
                  <a:pt x="931468" y="645716"/>
                </a:lnTo>
                <a:lnTo>
                  <a:pt x="932909" y="653319"/>
                </a:lnTo>
                <a:lnTo>
                  <a:pt x="929079" y="658896"/>
                </a:lnTo>
                <a:lnTo>
                  <a:pt x="925304" y="664532"/>
                </a:lnTo>
                <a:lnTo>
                  <a:pt x="917702" y="665973"/>
                </a:lnTo>
                <a:lnTo>
                  <a:pt x="912071" y="662193"/>
                </a:lnTo>
                <a:lnTo>
                  <a:pt x="911287" y="661647"/>
                </a:lnTo>
                <a:close/>
              </a:path>
              <a:path w="5142230" h="2300604">
                <a:moveTo>
                  <a:pt x="970916" y="698990"/>
                </a:moveTo>
                <a:lnTo>
                  <a:pt x="966543" y="694309"/>
                </a:lnTo>
                <a:lnTo>
                  <a:pt x="965705" y="688426"/>
                </a:lnTo>
                <a:lnTo>
                  <a:pt x="968513" y="683612"/>
                </a:lnTo>
                <a:lnTo>
                  <a:pt x="971876" y="677731"/>
                </a:lnTo>
                <a:lnTo>
                  <a:pt x="979355" y="675766"/>
                </a:lnTo>
                <a:lnTo>
                  <a:pt x="985236" y="679130"/>
                </a:lnTo>
                <a:lnTo>
                  <a:pt x="991068" y="682538"/>
                </a:lnTo>
                <a:lnTo>
                  <a:pt x="993078" y="690066"/>
                </a:lnTo>
                <a:lnTo>
                  <a:pt x="989665" y="695893"/>
                </a:lnTo>
                <a:lnTo>
                  <a:pt x="986306" y="701779"/>
                </a:lnTo>
                <a:lnTo>
                  <a:pt x="978774" y="703784"/>
                </a:lnTo>
                <a:lnTo>
                  <a:pt x="971882" y="699731"/>
                </a:lnTo>
                <a:lnTo>
                  <a:pt x="970916" y="698990"/>
                </a:lnTo>
                <a:close/>
              </a:path>
              <a:path w="5142230" h="2300604">
                <a:moveTo>
                  <a:pt x="1228351" y="819639"/>
                </a:moveTo>
                <a:lnTo>
                  <a:pt x="1224019" y="815002"/>
                </a:lnTo>
                <a:lnTo>
                  <a:pt x="1222919" y="810012"/>
                </a:lnTo>
                <a:lnTo>
                  <a:pt x="1224675" y="805441"/>
                </a:lnTo>
                <a:lnTo>
                  <a:pt x="1227207" y="799158"/>
                </a:lnTo>
                <a:lnTo>
                  <a:pt x="1234293" y="796090"/>
                </a:lnTo>
                <a:lnTo>
                  <a:pt x="1246920" y="801005"/>
                </a:lnTo>
                <a:lnTo>
                  <a:pt x="1249985" y="808195"/>
                </a:lnTo>
                <a:lnTo>
                  <a:pt x="1247506" y="814437"/>
                </a:lnTo>
                <a:lnTo>
                  <a:pt x="1244974" y="820719"/>
                </a:lnTo>
                <a:lnTo>
                  <a:pt x="1237888" y="823788"/>
                </a:lnTo>
                <a:lnTo>
                  <a:pt x="1231597" y="821355"/>
                </a:lnTo>
                <a:lnTo>
                  <a:pt x="1229828" y="820633"/>
                </a:lnTo>
                <a:lnTo>
                  <a:pt x="1228351" y="819639"/>
                </a:lnTo>
                <a:close/>
              </a:path>
              <a:path w="5142230" h="2300604">
                <a:moveTo>
                  <a:pt x="1033538" y="732888"/>
                </a:moveTo>
                <a:lnTo>
                  <a:pt x="1029165" y="728207"/>
                </a:lnTo>
                <a:lnTo>
                  <a:pt x="1028256" y="722640"/>
                </a:lnTo>
                <a:lnTo>
                  <a:pt x="1033639" y="711884"/>
                </a:lnTo>
                <a:lnTo>
                  <a:pt x="1041044" y="709449"/>
                </a:lnTo>
                <a:lnTo>
                  <a:pt x="1053112" y="715525"/>
                </a:lnTo>
                <a:lnTo>
                  <a:pt x="1055551" y="722926"/>
                </a:lnTo>
                <a:lnTo>
                  <a:pt x="1049426" y="735039"/>
                </a:lnTo>
                <a:lnTo>
                  <a:pt x="1042074" y="737433"/>
                </a:lnTo>
                <a:lnTo>
                  <a:pt x="1034689" y="733730"/>
                </a:lnTo>
                <a:lnTo>
                  <a:pt x="1033538" y="732888"/>
                </a:lnTo>
                <a:close/>
              </a:path>
              <a:path w="5142230" h="2300604">
                <a:moveTo>
                  <a:pt x="1097595" y="763730"/>
                </a:moveTo>
                <a:lnTo>
                  <a:pt x="1093263" y="759093"/>
                </a:lnTo>
                <a:lnTo>
                  <a:pt x="1092217" y="753770"/>
                </a:lnTo>
                <a:lnTo>
                  <a:pt x="1094358" y="749122"/>
                </a:lnTo>
                <a:lnTo>
                  <a:pt x="1097215" y="742992"/>
                </a:lnTo>
                <a:lnTo>
                  <a:pt x="1104482" y="740312"/>
                </a:lnTo>
                <a:lnTo>
                  <a:pt x="1110617" y="743165"/>
                </a:lnTo>
                <a:lnTo>
                  <a:pt x="1116800" y="745972"/>
                </a:lnTo>
                <a:lnTo>
                  <a:pt x="1119475" y="753234"/>
                </a:lnTo>
                <a:lnTo>
                  <a:pt x="1113774" y="765508"/>
                </a:lnTo>
                <a:lnTo>
                  <a:pt x="1106553" y="768236"/>
                </a:lnTo>
                <a:lnTo>
                  <a:pt x="1100370" y="765429"/>
                </a:lnTo>
                <a:lnTo>
                  <a:pt x="1098883" y="764718"/>
                </a:lnTo>
                <a:lnTo>
                  <a:pt x="1097595" y="763730"/>
                </a:lnTo>
                <a:close/>
              </a:path>
              <a:path w="5142230" h="2300604">
                <a:moveTo>
                  <a:pt x="2439400" y="1223809"/>
                </a:moveTo>
                <a:lnTo>
                  <a:pt x="2435027" y="1219128"/>
                </a:lnTo>
                <a:lnTo>
                  <a:pt x="2434123" y="1213663"/>
                </a:lnTo>
                <a:lnTo>
                  <a:pt x="2439404" y="1202895"/>
                </a:lnTo>
                <a:lnTo>
                  <a:pt x="2446754" y="1200402"/>
                </a:lnTo>
                <a:lnTo>
                  <a:pt x="2458878" y="1206343"/>
                </a:lnTo>
                <a:lnTo>
                  <a:pt x="2461362" y="1213693"/>
                </a:lnTo>
                <a:lnTo>
                  <a:pt x="2455377" y="1225859"/>
                </a:lnTo>
                <a:lnTo>
                  <a:pt x="2448026" y="1228351"/>
                </a:lnTo>
                <a:lnTo>
                  <a:pt x="2441985" y="1225403"/>
                </a:lnTo>
                <a:lnTo>
                  <a:pt x="2440593" y="1224694"/>
                </a:lnTo>
                <a:lnTo>
                  <a:pt x="2439400" y="1223809"/>
                </a:lnTo>
                <a:close/>
              </a:path>
              <a:path w="5142230" h="2300604">
                <a:moveTo>
                  <a:pt x="1361644" y="868978"/>
                </a:moveTo>
                <a:lnTo>
                  <a:pt x="1357312" y="864341"/>
                </a:lnTo>
                <a:lnTo>
                  <a:pt x="1356108" y="859631"/>
                </a:lnTo>
                <a:lnTo>
                  <a:pt x="1357722" y="855201"/>
                </a:lnTo>
                <a:lnTo>
                  <a:pt x="1359924" y="848761"/>
                </a:lnTo>
                <a:lnTo>
                  <a:pt x="1366931" y="845412"/>
                </a:lnTo>
                <a:lnTo>
                  <a:pt x="1379668" y="849858"/>
                </a:lnTo>
                <a:lnTo>
                  <a:pt x="1383066" y="856819"/>
                </a:lnTo>
                <a:lnTo>
                  <a:pt x="1380864" y="863259"/>
                </a:lnTo>
                <a:lnTo>
                  <a:pt x="1378616" y="869650"/>
                </a:lnTo>
                <a:lnTo>
                  <a:pt x="1371610" y="873000"/>
                </a:lnTo>
                <a:lnTo>
                  <a:pt x="1363257" y="870119"/>
                </a:lnTo>
                <a:lnTo>
                  <a:pt x="1361644" y="868978"/>
                </a:lnTo>
                <a:close/>
              </a:path>
              <a:path w="5142230" h="2300604">
                <a:moveTo>
                  <a:pt x="2827447" y="2037032"/>
                </a:moveTo>
                <a:lnTo>
                  <a:pt x="2823166" y="2032448"/>
                </a:lnTo>
                <a:lnTo>
                  <a:pt x="2821938" y="2028299"/>
                </a:lnTo>
                <a:lnTo>
                  <a:pt x="2822834" y="2024175"/>
                </a:lnTo>
                <a:lnTo>
                  <a:pt x="2824328" y="2017565"/>
                </a:lnTo>
                <a:lnTo>
                  <a:pt x="2830894" y="2013450"/>
                </a:lnTo>
                <a:lnTo>
                  <a:pt x="2844105" y="2016449"/>
                </a:lnTo>
                <a:lnTo>
                  <a:pt x="2848220" y="2023005"/>
                </a:lnTo>
                <a:lnTo>
                  <a:pt x="2845226" y="2036221"/>
                </a:lnTo>
                <a:lnTo>
                  <a:pt x="2838660" y="2040336"/>
                </a:lnTo>
                <a:lnTo>
                  <a:pt x="2829623" y="2038286"/>
                </a:lnTo>
                <a:lnTo>
                  <a:pt x="2827447" y="2037032"/>
                </a:lnTo>
                <a:close/>
              </a:path>
              <a:path w="5142230" h="2300604">
                <a:moveTo>
                  <a:pt x="2810187" y="2105842"/>
                </a:moveTo>
                <a:lnTo>
                  <a:pt x="2805905" y="2101259"/>
                </a:lnTo>
                <a:lnTo>
                  <a:pt x="2804684" y="2096921"/>
                </a:lnTo>
                <a:lnTo>
                  <a:pt x="2807549" y="2086109"/>
                </a:lnTo>
                <a:lnTo>
                  <a:pt x="2813995" y="2082452"/>
                </a:lnTo>
                <a:lnTo>
                  <a:pt x="2814293" y="2082283"/>
                </a:lnTo>
                <a:lnTo>
                  <a:pt x="2820839" y="2084012"/>
                </a:lnTo>
                <a:lnTo>
                  <a:pt x="2827345" y="2085796"/>
                </a:lnTo>
                <a:lnTo>
                  <a:pt x="2831220" y="2092485"/>
                </a:lnTo>
                <a:lnTo>
                  <a:pt x="2829491" y="2099040"/>
                </a:lnTo>
                <a:lnTo>
                  <a:pt x="2827712" y="2105542"/>
                </a:lnTo>
                <a:lnTo>
                  <a:pt x="2821314" y="2109250"/>
                </a:lnTo>
                <a:lnTo>
                  <a:pt x="2821018" y="2109421"/>
                </a:lnTo>
                <a:lnTo>
                  <a:pt x="2812174" y="2107090"/>
                </a:lnTo>
                <a:lnTo>
                  <a:pt x="2810187" y="2105842"/>
                </a:lnTo>
                <a:close/>
              </a:path>
              <a:path w="5142230" h="2300604">
                <a:moveTo>
                  <a:pt x="633675" y="349222"/>
                </a:moveTo>
                <a:lnTo>
                  <a:pt x="628513" y="343696"/>
                </a:lnTo>
                <a:lnTo>
                  <a:pt x="628020" y="342777"/>
                </a:lnTo>
                <a:lnTo>
                  <a:pt x="624731" y="336911"/>
                </a:lnTo>
                <a:lnTo>
                  <a:pt x="626828" y="329381"/>
                </a:lnTo>
                <a:lnTo>
                  <a:pt x="632746" y="326136"/>
                </a:lnTo>
                <a:lnTo>
                  <a:pt x="638666" y="322797"/>
                </a:lnTo>
                <a:lnTo>
                  <a:pt x="646101" y="324891"/>
                </a:lnTo>
                <a:lnTo>
                  <a:pt x="649440" y="330812"/>
                </a:lnTo>
                <a:lnTo>
                  <a:pt x="652685" y="336729"/>
                </a:lnTo>
                <a:lnTo>
                  <a:pt x="650636" y="344213"/>
                </a:lnTo>
                <a:lnTo>
                  <a:pt x="644670" y="347503"/>
                </a:lnTo>
                <a:lnTo>
                  <a:pt x="639712" y="350309"/>
                </a:lnTo>
                <a:lnTo>
                  <a:pt x="633675" y="349222"/>
                </a:lnTo>
                <a:close/>
              </a:path>
              <a:path w="5142230" h="2300604">
                <a:moveTo>
                  <a:pt x="2040719" y="1076682"/>
                </a:moveTo>
                <a:lnTo>
                  <a:pt x="2036391" y="1072050"/>
                </a:lnTo>
                <a:lnTo>
                  <a:pt x="2035173" y="1067618"/>
                </a:lnTo>
                <a:lnTo>
                  <a:pt x="2038370" y="1056770"/>
                </a:lnTo>
                <a:lnTo>
                  <a:pt x="2045202" y="1053136"/>
                </a:lnTo>
                <a:lnTo>
                  <a:pt x="2051652" y="1055055"/>
                </a:lnTo>
                <a:lnTo>
                  <a:pt x="2058146" y="1056923"/>
                </a:lnTo>
                <a:lnTo>
                  <a:pt x="2061883" y="1063759"/>
                </a:lnTo>
                <a:lnTo>
                  <a:pt x="2059916" y="1070254"/>
                </a:lnTo>
                <a:lnTo>
                  <a:pt x="2058042" y="1076753"/>
                </a:lnTo>
                <a:lnTo>
                  <a:pt x="2051260" y="1080440"/>
                </a:lnTo>
                <a:lnTo>
                  <a:pt x="2042566" y="1077878"/>
                </a:lnTo>
                <a:lnTo>
                  <a:pt x="2040719" y="1076682"/>
                </a:lnTo>
                <a:close/>
              </a:path>
              <a:path w="5142230" h="2300604">
                <a:moveTo>
                  <a:pt x="1294757" y="844980"/>
                </a:moveTo>
                <a:lnTo>
                  <a:pt x="1290435" y="840353"/>
                </a:lnTo>
                <a:lnTo>
                  <a:pt x="1289278" y="835498"/>
                </a:lnTo>
                <a:lnTo>
                  <a:pt x="1293283" y="824635"/>
                </a:lnTo>
                <a:lnTo>
                  <a:pt x="1300332" y="821428"/>
                </a:lnTo>
                <a:lnTo>
                  <a:pt x="1306674" y="823721"/>
                </a:lnTo>
                <a:lnTo>
                  <a:pt x="1313013" y="826109"/>
                </a:lnTo>
                <a:lnTo>
                  <a:pt x="1316269" y="833112"/>
                </a:lnTo>
                <a:lnTo>
                  <a:pt x="1311585" y="845888"/>
                </a:lnTo>
                <a:lnTo>
                  <a:pt x="1304536" y="849095"/>
                </a:lnTo>
                <a:lnTo>
                  <a:pt x="1296330" y="846077"/>
                </a:lnTo>
                <a:lnTo>
                  <a:pt x="1294757" y="844980"/>
                </a:lnTo>
                <a:close/>
              </a:path>
              <a:path w="5142230" h="2300604">
                <a:moveTo>
                  <a:pt x="670161" y="410370"/>
                </a:moveTo>
                <a:lnTo>
                  <a:pt x="665138" y="404993"/>
                </a:lnTo>
                <a:lnTo>
                  <a:pt x="661053" y="398665"/>
                </a:lnTo>
                <a:lnTo>
                  <a:pt x="662732" y="391079"/>
                </a:lnTo>
                <a:lnTo>
                  <a:pt x="668473" y="387450"/>
                </a:lnTo>
                <a:lnTo>
                  <a:pt x="674165" y="383768"/>
                </a:lnTo>
                <a:lnTo>
                  <a:pt x="681756" y="385443"/>
                </a:lnTo>
                <a:lnTo>
                  <a:pt x="689013" y="396926"/>
                </a:lnTo>
                <a:lnTo>
                  <a:pt x="687297" y="404473"/>
                </a:lnTo>
                <a:lnTo>
                  <a:pt x="676577" y="411373"/>
                </a:lnTo>
                <a:lnTo>
                  <a:pt x="670161" y="410370"/>
                </a:lnTo>
                <a:close/>
              </a:path>
              <a:path w="5142230" h="2300604">
                <a:moveTo>
                  <a:pt x="600253" y="286271"/>
                </a:moveTo>
                <a:lnTo>
                  <a:pt x="595830" y="281537"/>
                </a:lnTo>
                <a:lnTo>
                  <a:pt x="595158" y="280621"/>
                </a:lnTo>
                <a:lnTo>
                  <a:pt x="591578" y="273465"/>
                </a:lnTo>
                <a:lnTo>
                  <a:pt x="594046" y="266137"/>
                </a:lnTo>
                <a:lnTo>
                  <a:pt x="599680" y="263273"/>
                </a:lnTo>
                <a:lnTo>
                  <a:pt x="606026" y="260097"/>
                </a:lnTo>
                <a:lnTo>
                  <a:pt x="613478" y="262503"/>
                </a:lnTo>
                <a:lnTo>
                  <a:pt x="619577" y="274602"/>
                </a:lnTo>
                <a:lnTo>
                  <a:pt x="617113" y="281935"/>
                </a:lnTo>
                <a:lnTo>
                  <a:pt x="611475" y="284795"/>
                </a:lnTo>
                <a:lnTo>
                  <a:pt x="606114" y="287462"/>
                </a:lnTo>
                <a:lnTo>
                  <a:pt x="600253" y="286271"/>
                </a:lnTo>
                <a:close/>
              </a:path>
              <a:path w="5142230" h="2300604">
                <a:moveTo>
                  <a:pt x="2176190" y="1118872"/>
                </a:moveTo>
                <a:lnTo>
                  <a:pt x="2171904" y="1114284"/>
                </a:lnTo>
                <a:lnTo>
                  <a:pt x="2170746" y="1109623"/>
                </a:lnTo>
                <a:lnTo>
                  <a:pt x="2172171" y="1105186"/>
                </a:lnTo>
                <a:lnTo>
                  <a:pt x="2174252" y="1099008"/>
                </a:lnTo>
                <a:lnTo>
                  <a:pt x="2174325" y="1098792"/>
                </a:lnTo>
                <a:lnTo>
                  <a:pt x="2181289" y="1095299"/>
                </a:lnTo>
                <a:lnTo>
                  <a:pt x="2187679" y="1097448"/>
                </a:lnTo>
                <a:lnTo>
                  <a:pt x="2194126" y="1099560"/>
                </a:lnTo>
                <a:lnTo>
                  <a:pt x="2197569" y="1106471"/>
                </a:lnTo>
                <a:lnTo>
                  <a:pt x="2195466" y="1112919"/>
                </a:lnTo>
                <a:lnTo>
                  <a:pt x="2193337" y="1119144"/>
                </a:lnTo>
                <a:lnTo>
                  <a:pt x="2193264" y="1119359"/>
                </a:lnTo>
                <a:lnTo>
                  <a:pt x="2186348" y="1122806"/>
                </a:lnTo>
                <a:lnTo>
                  <a:pt x="2179900" y="1120693"/>
                </a:lnTo>
                <a:lnTo>
                  <a:pt x="2177898" y="1120016"/>
                </a:lnTo>
                <a:lnTo>
                  <a:pt x="2176190" y="1118872"/>
                </a:lnTo>
                <a:close/>
              </a:path>
              <a:path w="5142230" h="2300604">
                <a:moveTo>
                  <a:pt x="710549" y="469146"/>
                </a:moveTo>
                <a:lnTo>
                  <a:pt x="705349" y="463580"/>
                </a:lnTo>
                <a:lnTo>
                  <a:pt x="701285" y="458154"/>
                </a:lnTo>
                <a:lnTo>
                  <a:pt x="702491" y="450453"/>
                </a:lnTo>
                <a:lnTo>
                  <a:pt x="707914" y="446483"/>
                </a:lnTo>
                <a:lnTo>
                  <a:pt x="713340" y="442419"/>
                </a:lnTo>
                <a:lnTo>
                  <a:pt x="720996" y="443576"/>
                </a:lnTo>
                <a:lnTo>
                  <a:pt x="729075" y="454473"/>
                </a:lnTo>
                <a:lnTo>
                  <a:pt x="727918" y="462129"/>
                </a:lnTo>
                <a:lnTo>
                  <a:pt x="722492" y="466193"/>
                </a:lnTo>
                <a:lnTo>
                  <a:pt x="717456" y="469893"/>
                </a:lnTo>
                <a:lnTo>
                  <a:pt x="710549" y="469146"/>
                </a:lnTo>
                <a:close/>
              </a:path>
              <a:path w="5142230" h="2300604">
                <a:moveTo>
                  <a:pt x="2108614" y="1097263"/>
                </a:moveTo>
                <a:lnTo>
                  <a:pt x="2104286" y="1092631"/>
                </a:lnTo>
                <a:lnTo>
                  <a:pt x="2103120" y="1088059"/>
                </a:lnTo>
                <a:lnTo>
                  <a:pt x="2104444" y="1083709"/>
                </a:lnTo>
                <a:lnTo>
                  <a:pt x="2106457" y="1077263"/>
                </a:lnTo>
                <a:lnTo>
                  <a:pt x="2113330" y="1073673"/>
                </a:lnTo>
                <a:lnTo>
                  <a:pt x="2119830" y="1075646"/>
                </a:lnTo>
                <a:lnTo>
                  <a:pt x="2126276" y="1077659"/>
                </a:lnTo>
                <a:lnTo>
                  <a:pt x="2129866" y="1084532"/>
                </a:lnTo>
                <a:lnTo>
                  <a:pt x="2127899" y="1091027"/>
                </a:lnTo>
                <a:lnTo>
                  <a:pt x="2125885" y="1097474"/>
                </a:lnTo>
                <a:lnTo>
                  <a:pt x="2119012" y="1101064"/>
                </a:lnTo>
                <a:lnTo>
                  <a:pt x="2112517" y="1099096"/>
                </a:lnTo>
                <a:lnTo>
                  <a:pt x="2110416" y="1098411"/>
                </a:lnTo>
                <a:lnTo>
                  <a:pt x="2108614" y="1097263"/>
                </a:lnTo>
                <a:close/>
              </a:path>
              <a:path w="5142230" h="2300604">
                <a:moveTo>
                  <a:pt x="755193" y="524756"/>
                </a:moveTo>
                <a:lnTo>
                  <a:pt x="750415" y="519641"/>
                </a:lnTo>
                <a:lnTo>
                  <a:pt x="745960" y="514580"/>
                </a:lnTo>
                <a:lnTo>
                  <a:pt x="746461" y="506807"/>
                </a:lnTo>
                <a:lnTo>
                  <a:pt x="751617" y="502356"/>
                </a:lnTo>
                <a:lnTo>
                  <a:pt x="756077" y="498431"/>
                </a:lnTo>
                <a:lnTo>
                  <a:pt x="756678" y="497902"/>
                </a:lnTo>
                <a:lnTo>
                  <a:pt x="764397" y="498443"/>
                </a:lnTo>
                <a:lnTo>
                  <a:pt x="773356" y="508619"/>
                </a:lnTo>
                <a:lnTo>
                  <a:pt x="772810" y="516343"/>
                </a:lnTo>
                <a:lnTo>
                  <a:pt x="763237" y="524765"/>
                </a:lnTo>
                <a:lnTo>
                  <a:pt x="762736" y="525206"/>
                </a:lnTo>
                <a:lnTo>
                  <a:pt x="755193" y="524756"/>
                </a:lnTo>
                <a:close/>
              </a:path>
              <a:path w="5142230" h="2300604">
                <a:moveTo>
                  <a:pt x="2855843" y="1756204"/>
                </a:moveTo>
                <a:lnTo>
                  <a:pt x="2851557" y="1751616"/>
                </a:lnTo>
                <a:lnTo>
                  <a:pt x="2850323" y="1749024"/>
                </a:lnTo>
                <a:lnTo>
                  <a:pt x="2849707" y="1739373"/>
                </a:lnTo>
                <a:lnTo>
                  <a:pt x="2854821" y="1733509"/>
                </a:lnTo>
                <a:lnTo>
                  <a:pt x="2861540" y="1733076"/>
                </a:lnTo>
                <a:lnTo>
                  <a:pt x="2868303" y="1732594"/>
                </a:lnTo>
                <a:lnTo>
                  <a:pt x="2874131" y="1737659"/>
                </a:lnTo>
                <a:lnTo>
                  <a:pt x="2875086" y="1751194"/>
                </a:lnTo>
                <a:lnTo>
                  <a:pt x="2870025" y="1757017"/>
                </a:lnTo>
                <a:lnTo>
                  <a:pt x="2863254" y="1757490"/>
                </a:lnTo>
                <a:lnTo>
                  <a:pt x="2859374" y="1757736"/>
                </a:lnTo>
                <a:lnTo>
                  <a:pt x="2855843" y="1756204"/>
                </a:lnTo>
                <a:close/>
              </a:path>
              <a:path w="5142230" h="2300604">
                <a:moveTo>
                  <a:pt x="2727878" y="1435262"/>
                </a:moveTo>
                <a:lnTo>
                  <a:pt x="2722998" y="1430038"/>
                </a:lnTo>
                <a:lnTo>
                  <a:pt x="2718597" y="1424936"/>
                </a:lnTo>
                <a:lnTo>
                  <a:pt x="2719143" y="1417212"/>
                </a:lnTo>
                <a:lnTo>
                  <a:pt x="2728648" y="1409010"/>
                </a:lnTo>
                <a:lnTo>
                  <a:pt x="2729406" y="1408356"/>
                </a:lnTo>
                <a:lnTo>
                  <a:pt x="2737175" y="1408951"/>
                </a:lnTo>
                <a:lnTo>
                  <a:pt x="2745979" y="1419254"/>
                </a:lnTo>
                <a:lnTo>
                  <a:pt x="2745391" y="1426934"/>
                </a:lnTo>
                <a:lnTo>
                  <a:pt x="2735878" y="1435126"/>
                </a:lnTo>
                <a:lnTo>
                  <a:pt x="2735271" y="1435649"/>
                </a:lnTo>
                <a:lnTo>
                  <a:pt x="2727878" y="1435262"/>
                </a:lnTo>
                <a:close/>
              </a:path>
              <a:path w="5142230" h="2300604">
                <a:moveTo>
                  <a:pt x="2674706" y="1380005"/>
                </a:moveTo>
                <a:lnTo>
                  <a:pt x="2669746" y="1374695"/>
                </a:lnTo>
                <a:lnTo>
                  <a:pt x="2669665" y="1367374"/>
                </a:lnTo>
                <a:lnTo>
                  <a:pt x="2674116" y="1362659"/>
                </a:lnTo>
                <a:lnTo>
                  <a:pt x="2678677" y="1357668"/>
                </a:lnTo>
                <a:lnTo>
                  <a:pt x="2686480" y="1357419"/>
                </a:lnTo>
                <a:lnTo>
                  <a:pt x="2696359" y="1366626"/>
                </a:lnTo>
                <a:lnTo>
                  <a:pt x="2696613" y="1374424"/>
                </a:lnTo>
                <a:lnTo>
                  <a:pt x="2687405" y="1384313"/>
                </a:lnTo>
                <a:lnTo>
                  <a:pt x="2679648" y="1384610"/>
                </a:lnTo>
                <a:lnTo>
                  <a:pt x="2674706" y="1380005"/>
                </a:lnTo>
                <a:close/>
              </a:path>
              <a:path w="5142230" h="2300604">
                <a:moveTo>
                  <a:pt x="2830526" y="1617868"/>
                </a:moveTo>
                <a:lnTo>
                  <a:pt x="2826195" y="1613231"/>
                </a:lnTo>
                <a:lnTo>
                  <a:pt x="2825262" y="1611646"/>
                </a:lnTo>
                <a:lnTo>
                  <a:pt x="2824708" y="1609880"/>
                </a:lnTo>
                <a:lnTo>
                  <a:pt x="2822614" y="1603436"/>
                </a:lnTo>
                <a:lnTo>
                  <a:pt x="2826148" y="1596564"/>
                </a:lnTo>
                <a:lnTo>
                  <a:pt x="2832597" y="1594475"/>
                </a:lnTo>
                <a:lnTo>
                  <a:pt x="2839087" y="1592430"/>
                </a:lnTo>
                <a:lnTo>
                  <a:pt x="2845949" y="1595963"/>
                </a:lnTo>
                <a:lnTo>
                  <a:pt x="2848043" y="1602408"/>
                </a:lnTo>
                <a:lnTo>
                  <a:pt x="2850088" y="1608898"/>
                </a:lnTo>
                <a:lnTo>
                  <a:pt x="2846555" y="1615770"/>
                </a:lnTo>
                <a:lnTo>
                  <a:pt x="2840060" y="1617810"/>
                </a:lnTo>
                <a:lnTo>
                  <a:pt x="2835434" y="1619309"/>
                </a:lnTo>
                <a:lnTo>
                  <a:pt x="2830526" y="1617868"/>
                </a:lnTo>
                <a:close/>
              </a:path>
              <a:path w="5142230" h="2300604">
                <a:moveTo>
                  <a:pt x="1496460" y="913790"/>
                </a:moveTo>
                <a:lnTo>
                  <a:pt x="1492133" y="909157"/>
                </a:lnTo>
                <a:lnTo>
                  <a:pt x="1490966" y="904586"/>
                </a:lnTo>
                <a:lnTo>
                  <a:pt x="1494405" y="893703"/>
                </a:lnTo>
                <a:lnTo>
                  <a:pt x="1501275" y="890207"/>
                </a:lnTo>
                <a:lnTo>
                  <a:pt x="1514214" y="894283"/>
                </a:lnTo>
                <a:lnTo>
                  <a:pt x="1517755" y="901201"/>
                </a:lnTo>
                <a:lnTo>
                  <a:pt x="1515691" y="907594"/>
                </a:lnTo>
                <a:lnTo>
                  <a:pt x="1513629" y="914086"/>
                </a:lnTo>
                <a:lnTo>
                  <a:pt x="1506761" y="917681"/>
                </a:lnTo>
                <a:lnTo>
                  <a:pt x="1500317" y="915573"/>
                </a:lnTo>
                <a:lnTo>
                  <a:pt x="1498257" y="914932"/>
                </a:lnTo>
                <a:lnTo>
                  <a:pt x="1496460" y="913790"/>
                </a:lnTo>
                <a:close/>
              </a:path>
              <a:path w="5142230" h="2300604">
                <a:moveTo>
                  <a:pt x="1632078" y="955843"/>
                </a:moveTo>
                <a:lnTo>
                  <a:pt x="1627792" y="951255"/>
                </a:lnTo>
                <a:lnTo>
                  <a:pt x="1626581" y="946733"/>
                </a:lnTo>
                <a:lnTo>
                  <a:pt x="1629877" y="935893"/>
                </a:lnTo>
                <a:lnTo>
                  <a:pt x="1636700" y="932249"/>
                </a:lnTo>
                <a:lnTo>
                  <a:pt x="1649695" y="936190"/>
                </a:lnTo>
                <a:lnTo>
                  <a:pt x="1653334" y="943017"/>
                </a:lnTo>
                <a:lnTo>
                  <a:pt x="1649398" y="956008"/>
                </a:lnTo>
                <a:lnTo>
                  <a:pt x="1642571" y="959646"/>
                </a:lnTo>
                <a:lnTo>
                  <a:pt x="1633926" y="957039"/>
                </a:lnTo>
                <a:lnTo>
                  <a:pt x="1632078" y="955843"/>
                </a:lnTo>
                <a:close/>
              </a:path>
              <a:path w="5142230" h="2300604">
                <a:moveTo>
                  <a:pt x="2375124" y="1194003"/>
                </a:moveTo>
                <a:lnTo>
                  <a:pt x="2370796" y="1189371"/>
                </a:lnTo>
                <a:lnTo>
                  <a:pt x="2369747" y="1184142"/>
                </a:lnTo>
                <a:lnTo>
                  <a:pt x="2371740" y="1179532"/>
                </a:lnTo>
                <a:lnTo>
                  <a:pt x="2374458" y="1173350"/>
                </a:lnTo>
                <a:lnTo>
                  <a:pt x="2381682" y="1170527"/>
                </a:lnTo>
                <a:lnTo>
                  <a:pt x="2387914" y="1173289"/>
                </a:lnTo>
                <a:lnTo>
                  <a:pt x="2394150" y="1175956"/>
                </a:lnTo>
                <a:lnTo>
                  <a:pt x="2396973" y="1183181"/>
                </a:lnTo>
                <a:lnTo>
                  <a:pt x="2394207" y="1189408"/>
                </a:lnTo>
                <a:lnTo>
                  <a:pt x="2391498" y="1195599"/>
                </a:lnTo>
                <a:lnTo>
                  <a:pt x="2384274" y="1198422"/>
                </a:lnTo>
                <a:lnTo>
                  <a:pt x="2378083" y="1195704"/>
                </a:lnTo>
                <a:lnTo>
                  <a:pt x="2376506" y="1194995"/>
                </a:lnTo>
                <a:lnTo>
                  <a:pt x="2375124" y="1194003"/>
                </a:lnTo>
                <a:close/>
              </a:path>
              <a:path w="5142230" h="2300604">
                <a:moveTo>
                  <a:pt x="1564238" y="935028"/>
                </a:moveTo>
                <a:lnTo>
                  <a:pt x="1559906" y="930391"/>
                </a:lnTo>
                <a:lnTo>
                  <a:pt x="1558696" y="925869"/>
                </a:lnTo>
                <a:lnTo>
                  <a:pt x="1560019" y="921519"/>
                </a:lnTo>
                <a:lnTo>
                  <a:pt x="1562033" y="915073"/>
                </a:lnTo>
                <a:lnTo>
                  <a:pt x="1568959" y="911442"/>
                </a:lnTo>
                <a:lnTo>
                  <a:pt x="1581852" y="915469"/>
                </a:lnTo>
                <a:lnTo>
                  <a:pt x="1585486" y="922291"/>
                </a:lnTo>
                <a:lnTo>
                  <a:pt x="1583473" y="928738"/>
                </a:lnTo>
                <a:lnTo>
                  <a:pt x="1581510" y="935238"/>
                </a:lnTo>
                <a:lnTo>
                  <a:pt x="1574588" y="938873"/>
                </a:lnTo>
                <a:lnTo>
                  <a:pt x="1568141" y="936860"/>
                </a:lnTo>
                <a:lnTo>
                  <a:pt x="1566040" y="936175"/>
                </a:lnTo>
                <a:lnTo>
                  <a:pt x="1564238" y="935028"/>
                </a:lnTo>
                <a:close/>
              </a:path>
              <a:path w="5142230" h="2300604">
                <a:moveTo>
                  <a:pt x="2770303" y="1491331"/>
                </a:moveTo>
                <a:lnTo>
                  <a:pt x="2765288" y="1485962"/>
                </a:lnTo>
                <a:lnTo>
                  <a:pt x="2764930" y="1485384"/>
                </a:lnTo>
                <a:lnTo>
                  <a:pt x="2761203" y="1479733"/>
                </a:lnTo>
                <a:lnTo>
                  <a:pt x="2762734" y="1472085"/>
                </a:lnTo>
                <a:lnTo>
                  <a:pt x="2774034" y="1464633"/>
                </a:lnTo>
                <a:lnTo>
                  <a:pt x="2781629" y="1466214"/>
                </a:lnTo>
                <a:lnTo>
                  <a:pt x="2789081" y="1477514"/>
                </a:lnTo>
                <a:lnTo>
                  <a:pt x="2787549" y="1485063"/>
                </a:lnTo>
                <a:lnTo>
                  <a:pt x="2781899" y="1488789"/>
                </a:lnTo>
                <a:lnTo>
                  <a:pt x="2776832" y="1492162"/>
                </a:lnTo>
                <a:lnTo>
                  <a:pt x="2770303" y="1491331"/>
                </a:lnTo>
                <a:close/>
              </a:path>
              <a:path w="5142230" h="2300604">
                <a:moveTo>
                  <a:pt x="2804758" y="1552455"/>
                </a:moveTo>
                <a:lnTo>
                  <a:pt x="2800385" y="1547774"/>
                </a:lnTo>
                <a:lnTo>
                  <a:pt x="2799707" y="1546755"/>
                </a:lnTo>
                <a:lnTo>
                  <a:pt x="2796228" y="1539513"/>
                </a:lnTo>
                <a:lnTo>
                  <a:pt x="2798791" y="1532188"/>
                </a:lnTo>
                <a:lnTo>
                  <a:pt x="2810979" y="1526272"/>
                </a:lnTo>
                <a:lnTo>
                  <a:pt x="2818300" y="1528929"/>
                </a:lnTo>
                <a:lnTo>
                  <a:pt x="2824166" y="1541073"/>
                </a:lnTo>
                <a:lnTo>
                  <a:pt x="2821603" y="1548397"/>
                </a:lnTo>
                <a:lnTo>
                  <a:pt x="2815507" y="1551353"/>
                </a:lnTo>
                <a:lnTo>
                  <a:pt x="2810516" y="1553732"/>
                </a:lnTo>
                <a:lnTo>
                  <a:pt x="2804758" y="1552455"/>
                </a:lnTo>
                <a:close/>
              </a:path>
              <a:path w="5142230" h="2300604">
                <a:moveTo>
                  <a:pt x="1428896" y="891803"/>
                </a:moveTo>
                <a:lnTo>
                  <a:pt x="1424614" y="887220"/>
                </a:lnTo>
                <a:lnTo>
                  <a:pt x="1423402" y="882599"/>
                </a:lnTo>
                <a:lnTo>
                  <a:pt x="1424828" y="878163"/>
                </a:lnTo>
                <a:lnTo>
                  <a:pt x="1426928" y="871907"/>
                </a:lnTo>
                <a:lnTo>
                  <a:pt x="1426977" y="871764"/>
                </a:lnTo>
                <a:lnTo>
                  <a:pt x="1433900" y="868227"/>
                </a:lnTo>
                <a:lnTo>
                  <a:pt x="1446783" y="872537"/>
                </a:lnTo>
                <a:lnTo>
                  <a:pt x="1450230" y="879452"/>
                </a:lnTo>
                <a:lnTo>
                  <a:pt x="1448122" y="885896"/>
                </a:lnTo>
                <a:lnTo>
                  <a:pt x="1446018" y="892146"/>
                </a:lnTo>
                <a:lnTo>
                  <a:pt x="1445969" y="892290"/>
                </a:lnTo>
                <a:lnTo>
                  <a:pt x="1439099" y="895786"/>
                </a:lnTo>
                <a:lnTo>
                  <a:pt x="1432656" y="893678"/>
                </a:lnTo>
                <a:lnTo>
                  <a:pt x="1430649" y="892996"/>
                </a:lnTo>
                <a:lnTo>
                  <a:pt x="1428896" y="891803"/>
                </a:lnTo>
                <a:close/>
              </a:path>
              <a:path w="5142230" h="2300604">
                <a:moveTo>
                  <a:pt x="1700019" y="976473"/>
                </a:moveTo>
                <a:lnTo>
                  <a:pt x="1695691" y="971841"/>
                </a:lnTo>
                <a:lnTo>
                  <a:pt x="1694522" y="967363"/>
                </a:lnTo>
                <a:lnTo>
                  <a:pt x="1697818" y="956523"/>
                </a:lnTo>
                <a:lnTo>
                  <a:pt x="1704641" y="952879"/>
                </a:lnTo>
                <a:lnTo>
                  <a:pt x="1717586" y="956766"/>
                </a:lnTo>
                <a:lnTo>
                  <a:pt x="1721275" y="963647"/>
                </a:lnTo>
                <a:lnTo>
                  <a:pt x="1719307" y="970142"/>
                </a:lnTo>
                <a:lnTo>
                  <a:pt x="1717293" y="976589"/>
                </a:lnTo>
                <a:lnTo>
                  <a:pt x="1710466" y="980228"/>
                </a:lnTo>
                <a:lnTo>
                  <a:pt x="1701866" y="977669"/>
                </a:lnTo>
                <a:lnTo>
                  <a:pt x="1700019" y="976473"/>
                </a:lnTo>
                <a:close/>
              </a:path>
              <a:path w="5142230" h="2300604">
                <a:moveTo>
                  <a:pt x="2847366" y="1686234"/>
                </a:moveTo>
                <a:lnTo>
                  <a:pt x="2843080" y="1681646"/>
                </a:lnTo>
                <a:lnTo>
                  <a:pt x="2841978" y="1679488"/>
                </a:lnTo>
                <a:lnTo>
                  <a:pt x="2841524" y="1677047"/>
                </a:lnTo>
                <a:lnTo>
                  <a:pt x="2840337" y="1670400"/>
                </a:lnTo>
                <a:lnTo>
                  <a:pt x="2844669" y="1664091"/>
                </a:lnTo>
                <a:lnTo>
                  <a:pt x="2857972" y="1661616"/>
                </a:lnTo>
                <a:lnTo>
                  <a:pt x="2864388" y="1666041"/>
                </a:lnTo>
                <a:lnTo>
                  <a:pt x="2865668" y="1672689"/>
                </a:lnTo>
                <a:lnTo>
                  <a:pt x="2866862" y="1679344"/>
                </a:lnTo>
                <a:lnTo>
                  <a:pt x="2862442" y="1685756"/>
                </a:lnTo>
                <a:lnTo>
                  <a:pt x="2855793" y="1686946"/>
                </a:lnTo>
                <a:lnTo>
                  <a:pt x="2851512" y="1687739"/>
                </a:lnTo>
                <a:lnTo>
                  <a:pt x="2847366" y="1686234"/>
                </a:lnTo>
                <a:close/>
              </a:path>
              <a:path w="5142230" h="2300604">
                <a:moveTo>
                  <a:pt x="2856931" y="1826867"/>
                </a:moveTo>
                <a:lnTo>
                  <a:pt x="2852649" y="1822283"/>
                </a:lnTo>
                <a:lnTo>
                  <a:pt x="2851382" y="1819167"/>
                </a:lnTo>
                <a:lnTo>
                  <a:pt x="2851499" y="1815871"/>
                </a:lnTo>
                <a:lnTo>
                  <a:pt x="2851681" y="1809126"/>
                </a:lnTo>
                <a:lnTo>
                  <a:pt x="2857287" y="1803788"/>
                </a:lnTo>
                <a:lnTo>
                  <a:pt x="2870876" y="1804161"/>
                </a:lnTo>
                <a:lnTo>
                  <a:pt x="2876155" y="1809813"/>
                </a:lnTo>
                <a:lnTo>
                  <a:pt x="2875795" y="1823307"/>
                </a:lnTo>
                <a:lnTo>
                  <a:pt x="2870131" y="1828680"/>
                </a:lnTo>
                <a:lnTo>
                  <a:pt x="2859995" y="1828387"/>
                </a:lnTo>
                <a:lnTo>
                  <a:pt x="2856931" y="1826867"/>
                </a:lnTo>
                <a:close/>
              </a:path>
              <a:path w="5142230" h="2300604">
                <a:moveTo>
                  <a:pt x="1571334" y="812425"/>
                </a:moveTo>
                <a:lnTo>
                  <a:pt x="1567193" y="807993"/>
                </a:lnTo>
                <a:lnTo>
                  <a:pt x="1566013" y="803699"/>
                </a:lnTo>
                <a:lnTo>
                  <a:pt x="1567196" y="799590"/>
                </a:lnTo>
                <a:lnTo>
                  <a:pt x="1568969" y="793277"/>
                </a:lnTo>
                <a:lnTo>
                  <a:pt x="1575513" y="789628"/>
                </a:lnTo>
                <a:lnTo>
                  <a:pt x="1588090" y="793219"/>
                </a:lnTo>
                <a:lnTo>
                  <a:pt x="1591739" y="799764"/>
                </a:lnTo>
                <a:lnTo>
                  <a:pt x="1589966" y="806077"/>
                </a:lnTo>
                <a:lnTo>
                  <a:pt x="1588148" y="812341"/>
                </a:lnTo>
                <a:lnTo>
                  <a:pt x="1581603" y="815990"/>
                </a:lnTo>
                <a:lnTo>
                  <a:pt x="1575339" y="814171"/>
                </a:lnTo>
                <a:lnTo>
                  <a:pt x="1573136" y="813572"/>
                </a:lnTo>
                <a:lnTo>
                  <a:pt x="1571334" y="812425"/>
                </a:lnTo>
                <a:close/>
              </a:path>
              <a:path w="5142230" h="2300604">
                <a:moveTo>
                  <a:pt x="3050528" y="1761981"/>
                </a:moveTo>
                <a:lnTo>
                  <a:pt x="3046383" y="1757544"/>
                </a:lnTo>
                <a:lnTo>
                  <a:pt x="3045119" y="1754432"/>
                </a:lnTo>
                <a:lnTo>
                  <a:pt x="3045326" y="1751134"/>
                </a:lnTo>
                <a:lnTo>
                  <a:pt x="3045686" y="1744580"/>
                </a:lnTo>
                <a:lnTo>
                  <a:pt x="3050896" y="1739893"/>
                </a:lnTo>
                <a:lnTo>
                  <a:pt x="3051243" y="1739581"/>
                </a:lnTo>
                <a:lnTo>
                  <a:pt x="3057747" y="1739896"/>
                </a:lnTo>
                <a:lnTo>
                  <a:pt x="3064297" y="1740261"/>
                </a:lnTo>
                <a:lnTo>
                  <a:pt x="3069296" y="1745808"/>
                </a:lnTo>
                <a:lnTo>
                  <a:pt x="3068936" y="1752363"/>
                </a:lnTo>
                <a:lnTo>
                  <a:pt x="3068616" y="1758862"/>
                </a:lnTo>
                <a:lnTo>
                  <a:pt x="3063019" y="1763917"/>
                </a:lnTo>
                <a:lnTo>
                  <a:pt x="3056515" y="1763601"/>
                </a:lnTo>
                <a:lnTo>
                  <a:pt x="3053307" y="1763393"/>
                </a:lnTo>
                <a:lnTo>
                  <a:pt x="3050528" y="1761981"/>
                </a:lnTo>
                <a:close/>
              </a:path>
              <a:path w="5142230" h="2300604">
                <a:moveTo>
                  <a:pt x="738191" y="316243"/>
                </a:moveTo>
                <a:lnTo>
                  <a:pt x="732888" y="310567"/>
                </a:lnTo>
                <a:lnTo>
                  <a:pt x="729245" y="305103"/>
                </a:lnTo>
                <a:lnTo>
                  <a:pt x="730680" y="297745"/>
                </a:lnTo>
                <a:lnTo>
                  <a:pt x="741549" y="290514"/>
                </a:lnTo>
                <a:lnTo>
                  <a:pt x="748912" y="291945"/>
                </a:lnTo>
                <a:lnTo>
                  <a:pt x="756187" y="302763"/>
                </a:lnTo>
                <a:lnTo>
                  <a:pt x="754761" y="310131"/>
                </a:lnTo>
                <a:lnTo>
                  <a:pt x="749298" y="313764"/>
                </a:lnTo>
                <a:lnTo>
                  <a:pt x="744422" y="317049"/>
                </a:lnTo>
                <a:lnTo>
                  <a:pt x="738191" y="316243"/>
                </a:lnTo>
                <a:close/>
              </a:path>
              <a:path w="5142230" h="2300604">
                <a:moveTo>
                  <a:pt x="1503193" y="792265"/>
                </a:moveTo>
                <a:lnTo>
                  <a:pt x="1499048" y="787828"/>
                </a:lnTo>
                <a:lnTo>
                  <a:pt x="1497871" y="783440"/>
                </a:lnTo>
                <a:lnTo>
                  <a:pt x="1501064" y="772978"/>
                </a:lnTo>
                <a:lnTo>
                  <a:pt x="1507651" y="769473"/>
                </a:lnTo>
                <a:lnTo>
                  <a:pt x="1520168" y="773293"/>
                </a:lnTo>
                <a:lnTo>
                  <a:pt x="1523674" y="779880"/>
                </a:lnTo>
                <a:lnTo>
                  <a:pt x="1519848" y="792402"/>
                </a:lnTo>
                <a:lnTo>
                  <a:pt x="1513261" y="795908"/>
                </a:lnTo>
                <a:lnTo>
                  <a:pt x="1507005" y="794000"/>
                </a:lnTo>
                <a:lnTo>
                  <a:pt x="1504995" y="793412"/>
                </a:lnTo>
                <a:lnTo>
                  <a:pt x="1503193" y="792265"/>
                </a:lnTo>
                <a:close/>
              </a:path>
              <a:path w="5142230" h="2300604">
                <a:moveTo>
                  <a:pt x="1435375" y="770790"/>
                </a:moveTo>
                <a:lnTo>
                  <a:pt x="1431230" y="766352"/>
                </a:lnTo>
                <a:lnTo>
                  <a:pt x="1430061" y="761875"/>
                </a:lnTo>
                <a:lnTo>
                  <a:pt x="1431480" y="757627"/>
                </a:lnTo>
                <a:lnTo>
                  <a:pt x="1433484" y="751464"/>
                </a:lnTo>
                <a:lnTo>
                  <a:pt x="1440162" y="748056"/>
                </a:lnTo>
                <a:lnTo>
                  <a:pt x="1446371" y="750108"/>
                </a:lnTo>
                <a:lnTo>
                  <a:pt x="1452624" y="752110"/>
                </a:lnTo>
                <a:lnTo>
                  <a:pt x="1456037" y="758793"/>
                </a:lnTo>
                <a:lnTo>
                  <a:pt x="1451927" y="771207"/>
                </a:lnTo>
                <a:lnTo>
                  <a:pt x="1445254" y="774619"/>
                </a:lnTo>
                <a:lnTo>
                  <a:pt x="1437083" y="771934"/>
                </a:lnTo>
                <a:lnTo>
                  <a:pt x="1435375" y="770790"/>
                </a:lnTo>
                <a:close/>
              </a:path>
              <a:path w="5142230" h="2300604">
                <a:moveTo>
                  <a:pt x="2525213" y="1089680"/>
                </a:moveTo>
                <a:lnTo>
                  <a:pt x="2521023" y="1085194"/>
                </a:lnTo>
                <a:lnTo>
                  <a:pt x="2519912" y="1080388"/>
                </a:lnTo>
                <a:lnTo>
                  <a:pt x="2521710" y="1075960"/>
                </a:lnTo>
                <a:lnTo>
                  <a:pt x="2524088" y="1069904"/>
                </a:lnTo>
                <a:lnTo>
                  <a:pt x="2530987" y="1066928"/>
                </a:lnTo>
                <a:lnTo>
                  <a:pt x="2543101" y="1071783"/>
                </a:lnTo>
                <a:lnTo>
                  <a:pt x="2546072" y="1078677"/>
                </a:lnTo>
                <a:lnTo>
                  <a:pt x="2543694" y="1084734"/>
                </a:lnTo>
                <a:lnTo>
                  <a:pt x="2541222" y="1090787"/>
                </a:lnTo>
                <a:lnTo>
                  <a:pt x="2534323" y="1093762"/>
                </a:lnTo>
                <a:lnTo>
                  <a:pt x="2528320" y="1091344"/>
                </a:lnTo>
                <a:lnTo>
                  <a:pt x="2526596" y="1090671"/>
                </a:lnTo>
                <a:lnTo>
                  <a:pt x="2525213" y="1089680"/>
                </a:lnTo>
                <a:close/>
              </a:path>
              <a:path w="5142230" h="2300604">
                <a:moveTo>
                  <a:pt x="2977733" y="1422389"/>
                </a:moveTo>
                <a:lnTo>
                  <a:pt x="2972804" y="1417113"/>
                </a:lnTo>
                <a:lnTo>
                  <a:pt x="2972404" y="1416391"/>
                </a:lnTo>
                <a:lnTo>
                  <a:pt x="2969055" y="1410753"/>
                </a:lnTo>
                <a:lnTo>
                  <a:pt x="2970860" y="1403497"/>
                </a:lnTo>
                <a:lnTo>
                  <a:pt x="2976497" y="1400149"/>
                </a:lnTo>
                <a:lnTo>
                  <a:pt x="2982089" y="1396751"/>
                </a:lnTo>
                <a:lnTo>
                  <a:pt x="2989341" y="1398551"/>
                </a:lnTo>
                <a:lnTo>
                  <a:pt x="2992690" y="1404188"/>
                </a:lnTo>
                <a:lnTo>
                  <a:pt x="2996092" y="1409785"/>
                </a:lnTo>
                <a:lnTo>
                  <a:pt x="2994234" y="1417082"/>
                </a:lnTo>
                <a:lnTo>
                  <a:pt x="2983779" y="1423387"/>
                </a:lnTo>
                <a:lnTo>
                  <a:pt x="2977733" y="1422389"/>
                </a:lnTo>
                <a:close/>
              </a:path>
              <a:path w="5142230" h="2300604">
                <a:moveTo>
                  <a:pt x="3032434" y="1902427"/>
                </a:moveTo>
                <a:lnTo>
                  <a:pt x="3028289" y="1897990"/>
                </a:lnTo>
                <a:lnTo>
                  <a:pt x="3027048" y="1894218"/>
                </a:lnTo>
                <a:lnTo>
                  <a:pt x="3027790" y="1890321"/>
                </a:lnTo>
                <a:lnTo>
                  <a:pt x="3029050" y="1883948"/>
                </a:lnTo>
                <a:lnTo>
                  <a:pt x="3035237" y="1879721"/>
                </a:lnTo>
                <a:lnTo>
                  <a:pt x="3048090" y="1882141"/>
                </a:lnTo>
                <a:lnTo>
                  <a:pt x="3052264" y="1888368"/>
                </a:lnTo>
                <a:lnTo>
                  <a:pt x="3049843" y="1901221"/>
                </a:lnTo>
                <a:lnTo>
                  <a:pt x="3043616" y="1905405"/>
                </a:lnTo>
                <a:lnTo>
                  <a:pt x="3037238" y="1904149"/>
                </a:lnTo>
                <a:lnTo>
                  <a:pt x="3034651" y="1903726"/>
                </a:lnTo>
                <a:lnTo>
                  <a:pt x="3032434" y="1902427"/>
                </a:lnTo>
                <a:close/>
              </a:path>
              <a:path w="5142230" h="2300604">
                <a:moveTo>
                  <a:pt x="3031908" y="1551736"/>
                </a:moveTo>
                <a:lnTo>
                  <a:pt x="3027762" y="1547299"/>
                </a:lnTo>
                <a:lnTo>
                  <a:pt x="3026783" y="1545566"/>
                </a:lnTo>
                <a:lnTo>
                  <a:pt x="3026231" y="1543607"/>
                </a:lnTo>
                <a:lnTo>
                  <a:pt x="3024561" y="1537323"/>
                </a:lnTo>
                <a:lnTo>
                  <a:pt x="3028370" y="1530844"/>
                </a:lnTo>
                <a:lnTo>
                  <a:pt x="3040947" y="1527495"/>
                </a:lnTo>
                <a:lnTo>
                  <a:pt x="3047476" y="1531258"/>
                </a:lnTo>
                <a:lnTo>
                  <a:pt x="3049101" y="1537592"/>
                </a:lnTo>
                <a:lnTo>
                  <a:pt x="3050771" y="1543876"/>
                </a:lnTo>
                <a:lnTo>
                  <a:pt x="3047057" y="1550359"/>
                </a:lnTo>
                <a:lnTo>
                  <a:pt x="3036339" y="1553157"/>
                </a:lnTo>
                <a:lnTo>
                  <a:pt x="3031908" y="1551736"/>
                </a:lnTo>
                <a:close/>
              </a:path>
              <a:path w="5142230" h="2300604">
                <a:moveTo>
                  <a:pt x="2458842" y="1064572"/>
                </a:moveTo>
                <a:lnTo>
                  <a:pt x="2454651" y="1060086"/>
                </a:lnTo>
                <a:lnTo>
                  <a:pt x="2453533" y="1055468"/>
                </a:lnTo>
                <a:lnTo>
                  <a:pt x="2455145" y="1051133"/>
                </a:lnTo>
                <a:lnTo>
                  <a:pt x="2457337" y="1044976"/>
                </a:lnTo>
                <a:lnTo>
                  <a:pt x="2464144" y="1041803"/>
                </a:lnTo>
                <a:lnTo>
                  <a:pt x="2470301" y="1043996"/>
                </a:lnTo>
                <a:lnTo>
                  <a:pt x="2476414" y="1046239"/>
                </a:lnTo>
                <a:lnTo>
                  <a:pt x="2479581" y="1053050"/>
                </a:lnTo>
                <a:lnTo>
                  <a:pt x="2477339" y="1059154"/>
                </a:lnTo>
                <a:lnTo>
                  <a:pt x="2475151" y="1065316"/>
                </a:lnTo>
                <a:lnTo>
                  <a:pt x="2468339" y="1068483"/>
                </a:lnTo>
                <a:lnTo>
                  <a:pt x="2462231" y="1066245"/>
                </a:lnTo>
                <a:lnTo>
                  <a:pt x="2460364" y="1065615"/>
                </a:lnTo>
                <a:lnTo>
                  <a:pt x="2458842" y="1064572"/>
                </a:lnTo>
                <a:close/>
              </a:path>
              <a:path w="5142230" h="2300604">
                <a:moveTo>
                  <a:pt x="2324266" y="1019627"/>
                </a:moveTo>
                <a:lnTo>
                  <a:pt x="2320116" y="1015185"/>
                </a:lnTo>
                <a:lnTo>
                  <a:pt x="2318948" y="1010806"/>
                </a:lnTo>
                <a:lnTo>
                  <a:pt x="2322231" y="1000343"/>
                </a:lnTo>
                <a:lnTo>
                  <a:pt x="2328819" y="996838"/>
                </a:lnTo>
                <a:lnTo>
                  <a:pt x="2341337" y="1000757"/>
                </a:lnTo>
                <a:lnTo>
                  <a:pt x="2344789" y="1007385"/>
                </a:lnTo>
                <a:lnTo>
                  <a:pt x="2342836" y="1013602"/>
                </a:lnTo>
                <a:lnTo>
                  <a:pt x="2340923" y="1019863"/>
                </a:lnTo>
                <a:lnTo>
                  <a:pt x="2334290" y="1023320"/>
                </a:lnTo>
                <a:lnTo>
                  <a:pt x="2325969" y="1020766"/>
                </a:lnTo>
                <a:lnTo>
                  <a:pt x="2324266" y="1019627"/>
                </a:lnTo>
                <a:close/>
              </a:path>
              <a:path w="5142230" h="2300604">
                <a:moveTo>
                  <a:pt x="1639756" y="831518"/>
                </a:moveTo>
                <a:lnTo>
                  <a:pt x="1635611" y="827081"/>
                </a:lnTo>
                <a:lnTo>
                  <a:pt x="1634432" y="822886"/>
                </a:lnTo>
                <a:lnTo>
                  <a:pt x="1635557" y="818813"/>
                </a:lnTo>
                <a:lnTo>
                  <a:pt x="1637236" y="812497"/>
                </a:lnTo>
                <a:lnTo>
                  <a:pt x="1643788" y="808759"/>
                </a:lnTo>
                <a:lnTo>
                  <a:pt x="1650056" y="810483"/>
                </a:lnTo>
                <a:lnTo>
                  <a:pt x="1656372" y="812161"/>
                </a:lnTo>
                <a:lnTo>
                  <a:pt x="1660110" y="818704"/>
                </a:lnTo>
                <a:lnTo>
                  <a:pt x="1656663" y="831338"/>
                </a:lnTo>
                <a:lnTo>
                  <a:pt x="1650518" y="834827"/>
                </a:lnTo>
                <a:lnTo>
                  <a:pt x="1650160" y="835031"/>
                </a:lnTo>
                <a:lnTo>
                  <a:pt x="1641649" y="832763"/>
                </a:lnTo>
                <a:lnTo>
                  <a:pt x="1639756" y="831518"/>
                </a:lnTo>
                <a:close/>
              </a:path>
              <a:path w="5142230" h="2300604">
                <a:moveTo>
                  <a:pt x="1107235" y="634468"/>
                </a:moveTo>
                <a:lnTo>
                  <a:pt x="1102999" y="629933"/>
                </a:lnTo>
                <a:lnTo>
                  <a:pt x="1102099" y="624473"/>
                </a:lnTo>
                <a:lnTo>
                  <a:pt x="1104568" y="619883"/>
                </a:lnTo>
                <a:lnTo>
                  <a:pt x="1107645" y="614087"/>
                </a:lnTo>
                <a:lnTo>
                  <a:pt x="1114848" y="611924"/>
                </a:lnTo>
                <a:lnTo>
                  <a:pt x="1120591" y="615042"/>
                </a:lnTo>
                <a:lnTo>
                  <a:pt x="1126346" y="618075"/>
                </a:lnTo>
                <a:lnTo>
                  <a:pt x="1128509" y="625278"/>
                </a:lnTo>
                <a:lnTo>
                  <a:pt x="1125476" y="631024"/>
                </a:lnTo>
                <a:lnTo>
                  <a:pt x="1122358" y="636776"/>
                </a:lnTo>
                <a:lnTo>
                  <a:pt x="1115201" y="638988"/>
                </a:lnTo>
                <a:lnTo>
                  <a:pt x="1109453" y="635865"/>
                </a:lnTo>
                <a:lnTo>
                  <a:pt x="1108247" y="635257"/>
                </a:lnTo>
                <a:lnTo>
                  <a:pt x="1107235" y="634468"/>
                </a:lnTo>
                <a:close/>
              </a:path>
              <a:path w="5142230" h="2300604">
                <a:moveTo>
                  <a:pt x="2391786" y="1041370"/>
                </a:moveTo>
                <a:lnTo>
                  <a:pt x="2387646" y="1036938"/>
                </a:lnTo>
                <a:lnTo>
                  <a:pt x="2386525" y="1032415"/>
                </a:lnTo>
                <a:lnTo>
                  <a:pt x="2387899" y="1028119"/>
                </a:lnTo>
                <a:lnTo>
                  <a:pt x="2389948" y="1022102"/>
                </a:lnTo>
                <a:lnTo>
                  <a:pt x="2389997" y="1021958"/>
                </a:lnTo>
                <a:lnTo>
                  <a:pt x="2396670" y="1018546"/>
                </a:lnTo>
                <a:lnTo>
                  <a:pt x="2409090" y="1022750"/>
                </a:lnTo>
                <a:lnTo>
                  <a:pt x="2412452" y="1029379"/>
                </a:lnTo>
                <a:lnTo>
                  <a:pt x="2408390" y="1041648"/>
                </a:lnTo>
                <a:lnTo>
                  <a:pt x="2408343" y="1041792"/>
                </a:lnTo>
                <a:lnTo>
                  <a:pt x="2401623" y="1045156"/>
                </a:lnTo>
                <a:lnTo>
                  <a:pt x="2393449" y="1042466"/>
                </a:lnTo>
                <a:lnTo>
                  <a:pt x="2391786" y="1041370"/>
                </a:lnTo>
                <a:close/>
              </a:path>
              <a:path w="5142230" h="2300604">
                <a:moveTo>
                  <a:pt x="1301371" y="722937"/>
                </a:moveTo>
                <a:lnTo>
                  <a:pt x="1297226" y="718500"/>
                </a:lnTo>
                <a:lnTo>
                  <a:pt x="1296115" y="713694"/>
                </a:lnTo>
                <a:lnTo>
                  <a:pt x="1300201" y="703211"/>
                </a:lnTo>
                <a:lnTo>
                  <a:pt x="1307055" y="700187"/>
                </a:lnTo>
                <a:lnTo>
                  <a:pt x="1319213" y="704991"/>
                </a:lnTo>
                <a:lnTo>
                  <a:pt x="1322233" y="711840"/>
                </a:lnTo>
                <a:lnTo>
                  <a:pt x="1319860" y="717901"/>
                </a:lnTo>
                <a:lnTo>
                  <a:pt x="1317527" y="724006"/>
                </a:lnTo>
                <a:lnTo>
                  <a:pt x="1310628" y="726982"/>
                </a:lnTo>
                <a:lnTo>
                  <a:pt x="1302799" y="723977"/>
                </a:lnTo>
                <a:lnTo>
                  <a:pt x="1301371" y="722937"/>
                </a:lnTo>
                <a:close/>
              </a:path>
              <a:path w="5142230" h="2300604">
                <a:moveTo>
                  <a:pt x="1045408" y="599269"/>
                </a:moveTo>
                <a:lnTo>
                  <a:pt x="1041126" y="594686"/>
                </a:lnTo>
                <a:lnTo>
                  <a:pt x="1040330" y="588946"/>
                </a:lnTo>
                <a:lnTo>
                  <a:pt x="1046534" y="578677"/>
                </a:lnTo>
                <a:lnTo>
                  <a:pt x="1053818" y="576895"/>
                </a:lnTo>
                <a:lnTo>
                  <a:pt x="1059367" y="580294"/>
                </a:lnTo>
                <a:lnTo>
                  <a:pt x="1064965" y="583647"/>
                </a:lnTo>
                <a:lnTo>
                  <a:pt x="1066807" y="590799"/>
                </a:lnTo>
                <a:lnTo>
                  <a:pt x="1060040" y="602128"/>
                </a:lnTo>
                <a:lnTo>
                  <a:pt x="1052757" y="603910"/>
                </a:lnTo>
                <a:lnTo>
                  <a:pt x="1047158" y="600556"/>
                </a:lnTo>
                <a:lnTo>
                  <a:pt x="1046235" y="599958"/>
                </a:lnTo>
                <a:lnTo>
                  <a:pt x="1045408" y="599269"/>
                </a:lnTo>
                <a:close/>
              </a:path>
              <a:path w="5142230" h="2300604">
                <a:moveTo>
                  <a:pt x="827245" y="427506"/>
                </a:moveTo>
                <a:lnTo>
                  <a:pt x="818317" y="417949"/>
                </a:lnTo>
                <a:lnTo>
                  <a:pt x="818522" y="410545"/>
                </a:lnTo>
                <a:lnTo>
                  <a:pt x="828033" y="401568"/>
                </a:lnTo>
                <a:lnTo>
                  <a:pt x="835622" y="401774"/>
                </a:lnTo>
                <a:lnTo>
                  <a:pt x="844464" y="411239"/>
                </a:lnTo>
                <a:lnTo>
                  <a:pt x="844251" y="418733"/>
                </a:lnTo>
                <a:lnTo>
                  <a:pt x="834744" y="427714"/>
                </a:lnTo>
                <a:lnTo>
                  <a:pt x="827245" y="427506"/>
                </a:lnTo>
                <a:close/>
              </a:path>
              <a:path w="5142230" h="2300604">
                <a:moveTo>
                  <a:pt x="3009386" y="1485108"/>
                </a:moveTo>
                <a:lnTo>
                  <a:pt x="3005154" y="1480578"/>
                </a:lnTo>
                <a:lnTo>
                  <a:pt x="3004438" y="1479420"/>
                </a:lnTo>
                <a:lnTo>
                  <a:pt x="3003864" y="1478121"/>
                </a:lnTo>
                <a:lnTo>
                  <a:pt x="3001331" y="1472087"/>
                </a:lnTo>
                <a:lnTo>
                  <a:pt x="3004123" y="1465105"/>
                </a:lnTo>
                <a:lnTo>
                  <a:pt x="3016143" y="1460085"/>
                </a:lnTo>
                <a:lnTo>
                  <a:pt x="3023125" y="1462867"/>
                </a:lnTo>
                <a:lnTo>
                  <a:pt x="3028195" y="1474942"/>
                </a:lnTo>
                <a:lnTo>
                  <a:pt x="3025363" y="1481879"/>
                </a:lnTo>
                <a:lnTo>
                  <a:pt x="3019377" y="1484367"/>
                </a:lnTo>
                <a:lnTo>
                  <a:pt x="3014677" y="1486374"/>
                </a:lnTo>
                <a:lnTo>
                  <a:pt x="3009386" y="1485108"/>
                </a:lnTo>
                <a:close/>
              </a:path>
              <a:path w="5142230" h="2300604">
                <a:moveTo>
                  <a:pt x="780306" y="373643"/>
                </a:moveTo>
                <a:lnTo>
                  <a:pt x="775528" y="368528"/>
                </a:lnTo>
                <a:lnTo>
                  <a:pt x="771495" y="363429"/>
                </a:lnTo>
                <a:lnTo>
                  <a:pt x="772274" y="355954"/>
                </a:lnTo>
                <a:lnTo>
                  <a:pt x="777368" y="351926"/>
                </a:lnTo>
                <a:lnTo>
                  <a:pt x="782465" y="347803"/>
                </a:lnTo>
                <a:lnTo>
                  <a:pt x="789896" y="348623"/>
                </a:lnTo>
                <a:lnTo>
                  <a:pt x="794019" y="353720"/>
                </a:lnTo>
                <a:lnTo>
                  <a:pt x="798047" y="358814"/>
                </a:lnTo>
                <a:lnTo>
                  <a:pt x="797273" y="366294"/>
                </a:lnTo>
                <a:lnTo>
                  <a:pt x="792130" y="370368"/>
                </a:lnTo>
                <a:lnTo>
                  <a:pt x="788477" y="373299"/>
                </a:lnTo>
                <a:lnTo>
                  <a:pt x="787277" y="374263"/>
                </a:lnTo>
                <a:lnTo>
                  <a:pt x="780306" y="373643"/>
                </a:lnTo>
                <a:close/>
              </a:path>
              <a:path w="5142230" h="2300604">
                <a:moveTo>
                  <a:pt x="928466" y="518951"/>
                </a:moveTo>
                <a:lnTo>
                  <a:pt x="923728" y="513880"/>
                </a:lnTo>
                <a:lnTo>
                  <a:pt x="923335" y="507398"/>
                </a:lnTo>
                <a:lnTo>
                  <a:pt x="926989" y="502707"/>
                </a:lnTo>
                <a:lnTo>
                  <a:pt x="931035" y="497558"/>
                </a:lnTo>
                <a:lnTo>
                  <a:pt x="938430" y="496676"/>
                </a:lnTo>
                <a:lnTo>
                  <a:pt x="948729" y="504769"/>
                </a:lnTo>
                <a:lnTo>
                  <a:pt x="949652" y="512208"/>
                </a:lnTo>
                <a:lnTo>
                  <a:pt x="945610" y="517362"/>
                </a:lnTo>
                <a:lnTo>
                  <a:pt x="941513" y="522459"/>
                </a:lnTo>
                <a:lnTo>
                  <a:pt x="934123" y="523345"/>
                </a:lnTo>
                <a:lnTo>
                  <a:pt x="928973" y="519298"/>
                </a:lnTo>
                <a:lnTo>
                  <a:pt x="928466" y="518951"/>
                </a:lnTo>
                <a:close/>
              </a:path>
              <a:path w="5142230" h="2300604">
                <a:moveTo>
                  <a:pt x="2256374" y="998951"/>
                </a:moveTo>
                <a:lnTo>
                  <a:pt x="2252229" y="994514"/>
                </a:lnTo>
                <a:lnTo>
                  <a:pt x="2251003" y="990171"/>
                </a:lnTo>
                <a:lnTo>
                  <a:pt x="2254148" y="979755"/>
                </a:lnTo>
                <a:lnTo>
                  <a:pt x="2260738" y="976156"/>
                </a:lnTo>
                <a:lnTo>
                  <a:pt x="2266995" y="978064"/>
                </a:lnTo>
                <a:lnTo>
                  <a:pt x="2273263" y="979887"/>
                </a:lnTo>
                <a:lnTo>
                  <a:pt x="2276814" y="986523"/>
                </a:lnTo>
                <a:lnTo>
                  <a:pt x="2274946" y="992733"/>
                </a:lnTo>
                <a:lnTo>
                  <a:pt x="2273079" y="999043"/>
                </a:lnTo>
                <a:lnTo>
                  <a:pt x="2266496" y="1002553"/>
                </a:lnTo>
                <a:lnTo>
                  <a:pt x="2260232" y="1000735"/>
                </a:lnTo>
                <a:lnTo>
                  <a:pt x="2258176" y="1000098"/>
                </a:lnTo>
                <a:lnTo>
                  <a:pt x="2256374" y="998951"/>
                </a:lnTo>
                <a:close/>
              </a:path>
              <a:path w="5142230" h="2300604">
                <a:moveTo>
                  <a:pt x="986084" y="561276"/>
                </a:moveTo>
                <a:lnTo>
                  <a:pt x="981151" y="555995"/>
                </a:lnTo>
                <a:lnTo>
                  <a:pt x="980567" y="549994"/>
                </a:lnTo>
                <a:lnTo>
                  <a:pt x="983794" y="545336"/>
                </a:lnTo>
                <a:lnTo>
                  <a:pt x="987473" y="539890"/>
                </a:lnTo>
                <a:lnTo>
                  <a:pt x="994835" y="538583"/>
                </a:lnTo>
                <a:lnTo>
                  <a:pt x="1000231" y="542208"/>
                </a:lnTo>
                <a:lnTo>
                  <a:pt x="1005632" y="545937"/>
                </a:lnTo>
                <a:lnTo>
                  <a:pt x="1006985" y="553348"/>
                </a:lnTo>
                <a:lnTo>
                  <a:pt x="999580" y="564091"/>
                </a:lnTo>
                <a:lnTo>
                  <a:pt x="992268" y="565452"/>
                </a:lnTo>
                <a:lnTo>
                  <a:pt x="986084" y="561276"/>
                </a:lnTo>
                <a:close/>
              </a:path>
              <a:path w="5142230" h="2300604">
                <a:moveTo>
                  <a:pt x="874129" y="473003"/>
                </a:moveTo>
                <a:lnTo>
                  <a:pt x="869254" y="467784"/>
                </a:lnTo>
                <a:lnTo>
                  <a:pt x="869117" y="460893"/>
                </a:lnTo>
                <a:lnTo>
                  <a:pt x="873332" y="456315"/>
                </a:lnTo>
                <a:lnTo>
                  <a:pt x="877698" y="451507"/>
                </a:lnTo>
                <a:lnTo>
                  <a:pt x="885166" y="451095"/>
                </a:lnTo>
                <a:lnTo>
                  <a:pt x="894833" y="459880"/>
                </a:lnTo>
                <a:lnTo>
                  <a:pt x="895186" y="467393"/>
                </a:lnTo>
                <a:lnTo>
                  <a:pt x="886411" y="477060"/>
                </a:lnTo>
                <a:lnTo>
                  <a:pt x="878983" y="477417"/>
                </a:lnTo>
                <a:lnTo>
                  <a:pt x="874129" y="473003"/>
                </a:lnTo>
                <a:close/>
              </a:path>
              <a:path w="5142230" h="2300604">
                <a:moveTo>
                  <a:pt x="1368081" y="747821"/>
                </a:moveTo>
                <a:lnTo>
                  <a:pt x="1363890" y="743335"/>
                </a:lnTo>
                <a:lnTo>
                  <a:pt x="1362773" y="738718"/>
                </a:lnTo>
                <a:lnTo>
                  <a:pt x="1364335" y="734428"/>
                </a:lnTo>
                <a:lnTo>
                  <a:pt x="1366528" y="728271"/>
                </a:lnTo>
                <a:lnTo>
                  <a:pt x="1373294" y="725055"/>
                </a:lnTo>
                <a:lnTo>
                  <a:pt x="1385608" y="729439"/>
                </a:lnTo>
                <a:lnTo>
                  <a:pt x="1388778" y="736157"/>
                </a:lnTo>
                <a:lnTo>
                  <a:pt x="1386631" y="742363"/>
                </a:lnTo>
                <a:lnTo>
                  <a:pt x="1384439" y="748520"/>
                </a:lnTo>
                <a:lnTo>
                  <a:pt x="1377668" y="751731"/>
                </a:lnTo>
                <a:lnTo>
                  <a:pt x="1371516" y="749543"/>
                </a:lnTo>
                <a:lnTo>
                  <a:pt x="1369698" y="748868"/>
                </a:lnTo>
                <a:lnTo>
                  <a:pt x="1368081" y="747821"/>
                </a:lnTo>
                <a:close/>
              </a:path>
              <a:path w="5142230" h="2300604">
                <a:moveTo>
                  <a:pt x="2051913" y="939211"/>
                </a:moveTo>
                <a:lnTo>
                  <a:pt x="2047768" y="934774"/>
                </a:lnTo>
                <a:lnTo>
                  <a:pt x="2046584" y="930575"/>
                </a:lnTo>
                <a:lnTo>
                  <a:pt x="2049446" y="920149"/>
                </a:lnTo>
                <a:lnTo>
                  <a:pt x="2055945" y="916452"/>
                </a:lnTo>
                <a:lnTo>
                  <a:pt x="2068571" y="919997"/>
                </a:lnTo>
                <a:lnTo>
                  <a:pt x="2072268" y="926497"/>
                </a:lnTo>
                <a:lnTo>
                  <a:pt x="2068771" y="939077"/>
                </a:lnTo>
                <a:lnTo>
                  <a:pt x="2062267" y="942769"/>
                </a:lnTo>
                <a:lnTo>
                  <a:pt x="2055959" y="941001"/>
                </a:lnTo>
                <a:lnTo>
                  <a:pt x="2053760" y="940407"/>
                </a:lnTo>
                <a:lnTo>
                  <a:pt x="2051913" y="939211"/>
                </a:lnTo>
                <a:close/>
              </a:path>
              <a:path w="5142230" h="2300604">
                <a:moveTo>
                  <a:pt x="3045460" y="1620982"/>
                </a:moveTo>
                <a:lnTo>
                  <a:pt x="3041315" y="1616545"/>
                </a:lnTo>
                <a:lnTo>
                  <a:pt x="3040207" y="1614284"/>
                </a:lnTo>
                <a:lnTo>
                  <a:pt x="3039824" y="1611820"/>
                </a:lnTo>
                <a:lnTo>
                  <a:pt x="3038910" y="1605369"/>
                </a:lnTo>
                <a:lnTo>
                  <a:pt x="3043412" y="1599338"/>
                </a:lnTo>
                <a:lnTo>
                  <a:pt x="3049909" y="1598473"/>
                </a:lnTo>
                <a:lnTo>
                  <a:pt x="3056409" y="1597514"/>
                </a:lnTo>
                <a:lnTo>
                  <a:pt x="3062341" y="1602007"/>
                </a:lnTo>
                <a:lnTo>
                  <a:pt x="3064218" y="1614964"/>
                </a:lnTo>
                <a:lnTo>
                  <a:pt x="3059671" y="1620947"/>
                </a:lnTo>
                <a:lnTo>
                  <a:pt x="3053215" y="1621855"/>
                </a:lnTo>
                <a:lnTo>
                  <a:pt x="3049233" y="1622480"/>
                </a:lnTo>
                <a:lnTo>
                  <a:pt x="3045460" y="1620982"/>
                </a:lnTo>
                <a:close/>
              </a:path>
              <a:path w="5142230" h="2300604">
                <a:moveTo>
                  <a:pt x="2913101" y="2300034"/>
                </a:moveTo>
                <a:lnTo>
                  <a:pt x="2915179" y="2293010"/>
                </a:lnTo>
                <a:lnTo>
                  <a:pt x="2921766" y="2289504"/>
                </a:lnTo>
                <a:lnTo>
                  <a:pt x="2934299" y="2293146"/>
                </a:lnTo>
                <a:lnTo>
                  <a:pt x="2937850" y="2299782"/>
                </a:lnTo>
                <a:lnTo>
                  <a:pt x="2937776" y="2300034"/>
                </a:lnTo>
                <a:lnTo>
                  <a:pt x="2913101" y="2300034"/>
                </a:lnTo>
                <a:close/>
              </a:path>
              <a:path w="5142230" h="2300604">
                <a:moveTo>
                  <a:pt x="2833945" y="1260843"/>
                </a:moveTo>
                <a:lnTo>
                  <a:pt x="2829208" y="1255772"/>
                </a:lnTo>
                <a:lnTo>
                  <a:pt x="2828912" y="1249200"/>
                </a:lnTo>
                <a:lnTo>
                  <a:pt x="2832660" y="1244512"/>
                </a:lnTo>
                <a:lnTo>
                  <a:pt x="2836797" y="1239460"/>
                </a:lnTo>
                <a:lnTo>
                  <a:pt x="2844189" y="1238673"/>
                </a:lnTo>
                <a:lnTo>
                  <a:pt x="2854388" y="1246951"/>
                </a:lnTo>
                <a:lnTo>
                  <a:pt x="2855126" y="1254388"/>
                </a:lnTo>
                <a:lnTo>
                  <a:pt x="2851029" y="1259484"/>
                </a:lnTo>
                <a:lnTo>
                  <a:pt x="2846892" y="1264537"/>
                </a:lnTo>
                <a:lnTo>
                  <a:pt x="2839455" y="1265275"/>
                </a:lnTo>
                <a:lnTo>
                  <a:pt x="2834407" y="1261142"/>
                </a:lnTo>
                <a:lnTo>
                  <a:pt x="2833945" y="1260843"/>
                </a:lnTo>
                <a:close/>
              </a:path>
              <a:path w="5142230" h="2300604">
                <a:moveTo>
                  <a:pt x="2938035" y="2244265"/>
                </a:moveTo>
                <a:lnTo>
                  <a:pt x="2933890" y="2239827"/>
                </a:lnTo>
                <a:lnTo>
                  <a:pt x="2932722" y="2235449"/>
                </a:lnTo>
                <a:lnTo>
                  <a:pt x="2933994" y="2231239"/>
                </a:lnTo>
                <a:lnTo>
                  <a:pt x="2935956" y="2225032"/>
                </a:lnTo>
                <a:lnTo>
                  <a:pt x="2942543" y="2221526"/>
                </a:lnTo>
                <a:lnTo>
                  <a:pt x="2955061" y="2225347"/>
                </a:lnTo>
                <a:lnTo>
                  <a:pt x="2958517" y="2231979"/>
                </a:lnTo>
                <a:lnTo>
                  <a:pt x="2954697" y="2244506"/>
                </a:lnTo>
                <a:lnTo>
                  <a:pt x="2948064" y="2247963"/>
                </a:lnTo>
                <a:lnTo>
                  <a:pt x="2939748" y="2245413"/>
                </a:lnTo>
                <a:lnTo>
                  <a:pt x="2938035" y="2244265"/>
                </a:lnTo>
                <a:close/>
              </a:path>
              <a:path w="5142230" h="2300604">
                <a:moveTo>
                  <a:pt x="3051370" y="1691332"/>
                </a:moveTo>
                <a:lnTo>
                  <a:pt x="3047225" y="1686895"/>
                </a:lnTo>
                <a:lnTo>
                  <a:pt x="3046043" y="1684164"/>
                </a:lnTo>
                <a:lnTo>
                  <a:pt x="3045954" y="1681234"/>
                </a:lnTo>
                <a:lnTo>
                  <a:pt x="3045708" y="1674715"/>
                </a:lnTo>
                <a:lnTo>
                  <a:pt x="3050805" y="1669223"/>
                </a:lnTo>
                <a:lnTo>
                  <a:pt x="3063847" y="1668718"/>
                </a:lnTo>
                <a:lnTo>
                  <a:pt x="3069339" y="1673815"/>
                </a:lnTo>
                <a:lnTo>
                  <a:pt x="3069844" y="1686867"/>
                </a:lnTo>
                <a:lnTo>
                  <a:pt x="3064747" y="1692359"/>
                </a:lnTo>
                <a:lnTo>
                  <a:pt x="3058219" y="1692604"/>
                </a:lnTo>
                <a:lnTo>
                  <a:pt x="3054630" y="1692770"/>
                </a:lnTo>
                <a:lnTo>
                  <a:pt x="3051370" y="1691332"/>
                </a:lnTo>
                <a:close/>
              </a:path>
              <a:path w="5142230" h="2300604">
                <a:moveTo>
                  <a:pt x="1777085" y="867681"/>
                </a:moveTo>
                <a:lnTo>
                  <a:pt x="1772940" y="863244"/>
                </a:lnTo>
                <a:lnTo>
                  <a:pt x="1771712" y="859095"/>
                </a:lnTo>
                <a:lnTo>
                  <a:pt x="1772695" y="855064"/>
                </a:lnTo>
                <a:lnTo>
                  <a:pt x="1774373" y="848748"/>
                </a:lnTo>
                <a:lnTo>
                  <a:pt x="1780835" y="844912"/>
                </a:lnTo>
                <a:lnTo>
                  <a:pt x="1793470" y="848175"/>
                </a:lnTo>
                <a:lnTo>
                  <a:pt x="1797260" y="854578"/>
                </a:lnTo>
                <a:lnTo>
                  <a:pt x="1794043" y="867263"/>
                </a:lnTo>
                <a:lnTo>
                  <a:pt x="1787650" y="871073"/>
                </a:lnTo>
                <a:lnTo>
                  <a:pt x="1781226" y="869475"/>
                </a:lnTo>
                <a:lnTo>
                  <a:pt x="1779027" y="868881"/>
                </a:lnTo>
                <a:lnTo>
                  <a:pt x="1777085" y="867681"/>
                </a:lnTo>
                <a:close/>
              </a:path>
              <a:path w="5142230" h="2300604">
                <a:moveTo>
                  <a:pt x="2959089" y="2176485"/>
                </a:moveTo>
                <a:lnTo>
                  <a:pt x="2954944" y="2172048"/>
                </a:lnTo>
                <a:lnTo>
                  <a:pt x="2953771" y="2167664"/>
                </a:lnTo>
                <a:lnTo>
                  <a:pt x="2955048" y="2163459"/>
                </a:lnTo>
                <a:lnTo>
                  <a:pt x="2957001" y="2157242"/>
                </a:lnTo>
                <a:lnTo>
                  <a:pt x="2963637" y="2153691"/>
                </a:lnTo>
                <a:lnTo>
                  <a:pt x="2969854" y="2155654"/>
                </a:lnTo>
                <a:lnTo>
                  <a:pt x="2976115" y="2157567"/>
                </a:lnTo>
                <a:lnTo>
                  <a:pt x="2979617" y="2164248"/>
                </a:lnTo>
                <a:lnTo>
                  <a:pt x="2977659" y="2170460"/>
                </a:lnTo>
                <a:lnTo>
                  <a:pt x="2975742" y="2176716"/>
                </a:lnTo>
                <a:lnTo>
                  <a:pt x="2969109" y="2180173"/>
                </a:lnTo>
                <a:lnTo>
                  <a:pt x="2960797" y="2177629"/>
                </a:lnTo>
                <a:lnTo>
                  <a:pt x="2959089" y="2176485"/>
                </a:lnTo>
                <a:close/>
              </a:path>
              <a:path w="5142230" h="2300604">
                <a:moveTo>
                  <a:pt x="1983381" y="920686"/>
                </a:moveTo>
                <a:lnTo>
                  <a:pt x="1979236" y="916248"/>
                </a:lnTo>
                <a:lnTo>
                  <a:pt x="1978054" y="912148"/>
                </a:lnTo>
                <a:lnTo>
                  <a:pt x="1980817" y="901714"/>
                </a:lnTo>
                <a:lnTo>
                  <a:pt x="1987270" y="897969"/>
                </a:lnTo>
                <a:lnTo>
                  <a:pt x="1999903" y="901325"/>
                </a:lnTo>
                <a:lnTo>
                  <a:pt x="2003649" y="907779"/>
                </a:lnTo>
                <a:lnTo>
                  <a:pt x="2000292" y="920411"/>
                </a:lnTo>
                <a:lnTo>
                  <a:pt x="1994075" y="924020"/>
                </a:lnTo>
                <a:lnTo>
                  <a:pt x="1993838" y="924157"/>
                </a:lnTo>
                <a:lnTo>
                  <a:pt x="1985323" y="921885"/>
                </a:lnTo>
                <a:lnTo>
                  <a:pt x="1983381" y="920686"/>
                </a:lnTo>
                <a:close/>
              </a:path>
              <a:path w="5142230" h="2300604">
                <a:moveTo>
                  <a:pt x="1914684" y="902862"/>
                </a:moveTo>
                <a:lnTo>
                  <a:pt x="1910494" y="898377"/>
                </a:lnTo>
                <a:lnTo>
                  <a:pt x="1909307" y="894271"/>
                </a:lnTo>
                <a:lnTo>
                  <a:pt x="1911980" y="883839"/>
                </a:lnTo>
                <a:lnTo>
                  <a:pt x="1918433" y="880093"/>
                </a:lnTo>
                <a:lnTo>
                  <a:pt x="1931118" y="883311"/>
                </a:lnTo>
                <a:lnTo>
                  <a:pt x="1934958" y="889767"/>
                </a:lnTo>
                <a:lnTo>
                  <a:pt x="1933300" y="896007"/>
                </a:lnTo>
                <a:lnTo>
                  <a:pt x="1931647" y="902448"/>
                </a:lnTo>
                <a:lnTo>
                  <a:pt x="1925234" y="906238"/>
                </a:lnTo>
                <a:lnTo>
                  <a:pt x="1918994" y="904641"/>
                </a:lnTo>
                <a:lnTo>
                  <a:pt x="1916626" y="904062"/>
                </a:lnTo>
                <a:lnTo>
                  <a:pt x="1914684" y="902862"/>
                </a:lnTo>
                <a:close/>
              </a:path>
              <a:path w="5142230" h="2300604">
                <a:moveTo>
                  <a:pt x="1845882" y="885220"/>
                </a:moveTo>
                <a:lnTo>
                  <a:pt x="1841741" y="880788"/>
                </a:lnTo>
                <a:lnTo>
                  <a:pt x="1840510" y="876733"/>
                </a:lnTo>
                <a:lnTo>
                  <a:pt x="1843179" y="866296"/>
                </a:lnTo>
                <a:lnTo>
                  <a:pt x="1849587" y="862501"/>
                </a:lnTo>
                <a:lnTo>
                  <a:pt x="1862271" y="865718"/>
                </a:lnTo>
                <a:lnTo>
                  <a:pt x="1866111" y="872175"/>
                </a:lnTo>
                <a:lnTo>
                  <a:pt x="1862844" y="884806"/>
                </a:lnTo>
                <a:lnTo>
                  <a:pt x="1856441" y="888605"/>
                </a:lnTo>
                <a:lnTo>
                  <a:pt x="1850121" y="887021"/>
                </a:lnTo>
                <a:lnTo>
                  <a:pt x="1847828" y="886424"/>
                </a:lnTo>
                <a:lnTo>
                  <a:pt x="1845882" y="885220"/>
                </a:lnTo>
                <a:close/>
              </a:path>
              <a:path w="5142230" h="2300604">
                <a:moveTo>
                  <a:pt x="2716842" y="1180939"/>
                </a:moveTo>
                <a:lnTo>
                  <a:pt x="2712611" y="1176410"/>
                </a:lnTo>
                <a:lnTo>
                  <a:pt x="2711766" y="1170716"/>
                </a:lnTo>
                <a:lnTo>
                  <a:pt x="2714424" y="1166132"/>
                </a:lnTo>
                <a:lnTo>
                  <a:pt x="2717732" y="1160486"/>
                </a:lnTo>
                <a:lnTo>
                  <a:pt x="2724973" y="1158560"/>
                </a:lnTo>
                <a:lnTo>
                  <a:pt x="2736266" y="1165077"/>
                </a:lnTo>
                <a:lnTo>
                  <a:pt x="2738191" y="1172319"/>
                </a:lnTo>
                <a:lnTo>
                  <a:pt x="2734888" y="1177970"/>
                </a:lnTo>
                <a:lnTo>
                  <a:pt x="2731625" y="1183666"/>
                </a:lnTo>
                <a:lnTo>
                  <a:pt x="2724428" y="1185541"/>
                </a:lnTo>
                <a:lnTo>
                  <a:pt x="2718737" y="1182283"/>
                </a:lnTo>
                <a:lnTo>
                  <a:pt x="2717714" y="1181677"/>
                </a:lnTo>
                <a:lnTo>
                  <a:pt x="2716842" y="1180939"/>
                </a:lnTo>
                <a:close/>
              </a:path>
              <a:path w="5142230" h="2300604">
                <a:moveTo>
                  <a:pt x="2654535" y="1147377"/>
                </a:moveTo>
                <a:lnTo>
                  <a:pt x="2650303" y="1142847"/>
                </a:lnTo>
                <a:lnTo>
                  <a:pt x="2649446" y="1137531"/>
                </a:lnTo>
                <a:lnTo>
                  <a:pt x="2651673" y="1132975"/>
                </a:lnTo>
                <a:lnTo>
                  <a:pt x="2654705" y="1127130"/>
                </a:lnTo>
                <a:lnTo>
                  <a:pt x="2661775" y="1124826"/>
                </a:lnTo>
                <a:lnTo>
                  <a:pt x="2673472" y="1130700"/>
                </a:lnTo>
                <a:lnTo>
                  <a:pt x="2675780" y="1137766"/>
                </a:lnTo>
                <a:lnTo>
                  <a:pt x="2669901" y="1149458"/>
                </a:lnTo>
                <a:lnTo>
                  <a:pt x="2662787" y="1151812"/>
                </a:lnTo>
                <a:lnTo>
                  <a:pt x="2656943" y="1148880"/>
                </a:lnTo>
                <a:lnTo>
                  <a:pt x="2655686" y="1148219"/>
                </a:lnTo>
                <a:lnTo>
                  <a:pt x="2654535" y="1147377"/>
                </a:lnTo>
                <a:close/>
              </a:path>
              <a:path w="5142230" h="2300604">
                <a:moveTo>
                  <a:pt x="3043834" y="1832426"/>
                </a:moveTo>
                <a:lnTo>
                  <a:pt x="3039734" y="1828037"/>
                </a:lnTo>
                <a:lnTo>
                  <a:pt x="3038484" y="1824549"/>
                </a:lnTo>
                <a:lnTo>
                  <a:pt x="3039720" y="1814436"/>
                </a:lnTo>
                <a:lnTo>
                  <a:pt x="3045687" y="1809876"/>
                </a:lnTo>
                <a:lnTo>
                  <a:pt x="3052175" y="1810663"/>
                </a:lnTo>
                <a:lnTo>
                  <a:pt x="3058656" y="1811540"/>
                </a:lnTo>
                <a:lnTo>
                  <a:pt x="3063274" y="1817461"/>
                </a:lnTo>
                <a:lnTo>
                  <a:pt x="3062392" y="1823946"/>
                </a:lnTo>
                <a:lnTo>
                  <a:pt x="3061605" y="1830434"/>
                </a:lnTo>
                <a:lnTo>
                  <a:pt x="3055638" y="1834995"/>
                </a:lnTo>
                <a:lnTo>
                  <a:pt x="3049105" y="1834158"/>
                </a:lnTo>
                <a:lnTo>
                  <a:pt x="3046285" y="1833779"/>
                </a:lnTo>
                <a:lnTo>
                  <a:pt x="3043834" y="1832426"/>
                </a:lnTo>
                <a:close/>
              </a:path>
              <a:path w="5142230" h="2300604">
                <a:moveTo>
                  <a:pt x="2776748" y="1218480"/>
                </a:moveTo>
                <a:lnTo>
                  <a:pt x="2772471" y="1213902"/>
                </a:lnTo>
                <a:lnTo>
                  <a:pt x="2771876" y="1207791"/>
                </a:lnTo>
                <a:lnTo>
                  <a:pt x="2778683" y="1197679"/>
                </a:lnTo>
                <a:lnTo>
                  <a:pt x="2786053" y="1196283"/>
                </a:lnTo>
                <a:lnTo>
                  <a:pt x="2796845" y="1203632"/>
                </a:lnTo>
                <a:lnTo>
                  <a:pt x="2798247" y="1210998"/>
                </a:lnTo>
                <a:lnTo>
                  <a:pt x="2794621" y="1216402"/>
                </a:lnTo>
                <a:lnTo>
                  <a:pt x="2790897" y="1221799"/>
                </a:lnTo>
                <a:lnTo>
                  <a:pt x="2783573" y="1223245"/>
                </a:lnTo>
                <a:lnTo>
                  <a:pt x="2777438" y="1219023"/>
                </a:lnTo>
                <a:lnTo>
                  <a:pt x="2776748" y="1218480"/>
                </a:lnTo>
                <a:close/>
              </a:path>
              <a:path w="5142230" h="2300604">
                <a:moveTo>
                  <a:pt x="2886405" y="1307714"/>
                </a:moveTo>
                <a:lnTo>
                  <a:pt x="2881754" y="1302736"/>
                </a:lnTo>
                <a:lnTo>
                  <a:pt x="2881813" y="1295467"/>
                </a:lnTo>
                <a:lnTo>
                  <a:pt x="2886313" y="1290999"/>
                </a:lnTo>
                <a:lnTo>
                  <a:pt x="2890909" y="1286340"/>
                </a:lnTo>
                <a:lnTo>
                  <a:pt x="2898369" y="1286311"/>
                </a:lnTo>
                <a:lnTo>
                  <a:pt x="2907687" y="1295503"/>
                </a:lnTo>
                <a:lnTo>
                  <a:pt x="2907668" y="1303009"/>
                </a:lnTo>
                <a:lnTo>
                  <a:pt x="2898524" y="1312281"/>
                </a:lnTo>
                <a:lnTo>
                  <a:pt x="2890965" y="1312302"/>
                </a:lnTo>
                <a:lnTo>
                  <a:pt x="2886405" y="1307714"/>
                </a:lnTo>
                <a:close/>
              </a:path>
              <a:path w="5142230" h="2300604">
                <a:moveTo>
                  <a:pt x="1170721" y="666555"/>
                </a:moveTo>
                <a:lnTo>
                  <a:pt x="1166535" y="662074"/>
                </a:lnTo>
                <a:lnTo>
                  <a:pt x="1165531" y="656894"/>
                </a:lnTo>
                <a:lnTo>
                  <a:pt x="1167669" y="652340"/>
                </a:lnTo>
                <a:lnTo>
                  <a:pt x="1170512" y="646488"/>
                </a:lnTo>
                <a:lnTo>
                  <a:pt x="1177538" y="643942"/>
                </a:lnTo>
                <a:lnTo>
                  <a:pt x="1189384" y="649585"/>
                </a:lnTo>
                <a:lnTo>
                  <a:pt x="1191882" y="656657"/>
                </a:lnTo>
                <a:lnTo>
                  <a:pt x="1189080" y="662553"/>
                </a:lnTo>
                <a:lnTo>
                  <a:pt x="1186242" y="668410"/>
                </a:lnTo>
                <a:lnTo>
                  <a:pt x="1179170" y="670907"/>
                </a:lnTo>
                <a:lnTo>
                  <a:pt x="1173269" y="668110"/>
                </a:lnTo>
                <a:lnTo>
                  <a:pt x="1171922" y="667450"/>
                </a:lnTo>
                <a:lnTo>
                  <a:pt x="1170721" y="666555"/>
                </a:lnTo>
                <a:close/>
              </a:path>
              <a:path w="5142230" h="2300604">
                <a:moveTo>
                  <a:pt x="2188275" y="978835"/>
                </a:moveTo>
                <a:lnTo>
                  <a:pt x="2184129" y="974398"/>
                </a:lnTo>
                <a:lnTo>
                  <a:pt x="2182954" y="970109"/>
                </a:lnTo>
                <a:lnTo>
                  <a:pt x="2184131" y="965895"/>
                </a:lnTo>
                <a:lnTo>
                  <a:pt x="2185999" y="959685"/>
                </a:lnTo>
                <a:lnTo>
                  <a:pt x="2192585" y="956080"/>
                </a:lnTo>
                <a:lnTo>
                  <a:pt x="2205118" y="959722"/>
                </a:lnTo>
                <a:lnTo>
                  <a:pt x="2208713" y="966307"/>
                </a:lnTo>
                <a:lnTo>
                  <a:pt x="2206846" y="972617"/>
                </a:lnTo>
                <a:lnTo>
                  <a:pt x="2205028" y="978881"/>
                </a:lnTo>
                <a:lnTo>
                  <a:pt x="2198442" y="982486"/>
                </a:lnTo>
                <a:lnTo>
                  <a:pt x="2192132" y="980619"/>
                </a:lnTo>
                <a:lnTo>
                  <a:pt x="2190077" y="979982"/>
                </a:lnTo>
                <a:lnTo>
                  <a:pt x="2188275" y="978835"/>
                </a:lnTo>
                <a:close/>
              </a:path>
              <a:path w="5142230" h="2300604">
                <a:moveTo>
                  <a:pt x="1235486" y="696004"/>
                </a:moveTo>
                <a:lnTo>
                  <a:pt x="1231296" y="691518"/>
                </a:lnTo>
                <a:lnTo>
                  <a:pt x="1230285" y="686526"/>
                </a:lnTo>
                <a:lnTo>
                  <a:pt x="1232231" y="682061"/>
                </a:lnTo>
                <a:lnTo>
                  <a:pt x="1234749" y="676056"/>
                </a:lnTo>
                <a:lnTo>
                  <a:pt x="1241732" y="673268"/>
                </a:lnTo>
                <a:lnTo>
                  <a:pt x="1247737" y="675885"/>
                </a:lnTo>
                <a:lnTo>
                  <a:pt x="1253742" y="678402"/>
                </a:lnTo>
                <a:lnTo>
                  <a:pt x="1256457" y="685219"/>
                </a:lnTo>
                <a:lnTo>
                  <a:pt x="1253909" y="691386"/>
                </a:lnTo>
                <a:lnTo>
                  <a:pt x="1251347" y="697441"/>
                </a:lnTo>
                <a:lnTo>
                  <a:pt x="1244408" y="700179"/>
                </a:lnTo>
                <a:lnTo>
                  <a:pt x="1236823" y="696946"/>
                </a:lnTo>
                <a:lnTo>
                  <a:pt x="1235486" y="696004"/>
                </a:lnTo>
                <a:close/>
              </a:path>
              <a:path w="5142230" h="2300604">
                <a:moveTo>
                  <a:pt x="3017375" y="1971738"/>
                </a:moveTo>
                <a:lnTo>
                  <a:pt x="3013185" y="1967252"/>
                </a:lnTo>
                <a:lnTo>
                  <a:pt x="3011995" y="1963241"/>
                </a:lnTo>
                <a:lnTo>
                  <a:pt x="3012933" y="1959260"/>
                </a:lnTo>
                <a:lnTo>
                  <a:pt x="3014471" y="1952892"/>
                </a:lnTo>
                <a:lnTo>
                  <a:pt x="3020837" y="1948954"/>
                </a:lnTo>
                <a:lnTo>
                  <a:pt x="3033578" y="1952036"/>
                </a:lnTo>
                <a:lnTo>
                  <a:pt x="3037511" y="1958397"/>
                </a:lnTo>
                <a:lnTo>
                  <a:pt x="3035972" y="1964765"/>
                </a:lnTo>
                <a:lnTo>
                  <a:pt x="3034483" y="1971088"/>
                </a:lnTo>
                <a:lnTo>
                  <a:pt x="3028121" y="1975031"/>
                </a:lnTo>
                <a:lnTo>
                  <a:pt x="3021749" y="1973487"/>
                </a:lnTo>
                <a:lnTo>
                  <a:pt x="3019412" y="1972940"/>
                </a:lnTo>
                <a:lnTo>
                  <a:pt x="3017375" y="1971738"/>
                </a:lnTo>
                <a:close/>
              </a:path>
              <a:path w="5142230" h="2300604">
                <a:moveTo>
                  <a:pt x="2590562" y="1117114"/>
                </a:moveTo>
                <a:lnTo>
                  <a:pt x="2586367" y="1112624"/>
                </a:lnTo>
                <a:lnTo>
                  <a:pt x="2585315" y="1107588"/>
                </a:lnTo>
                <a:lnTo>
                  <a:pt x="2589968" y="1097125"/>
                </a:lnTo>
                <a:lnTo>
                  <a:pt x="2596952" y="1094435"/>
                </a:lnTo>
                <a:lnTo>
                  <a:pt x="2608902" y="1099799"/>
                </a:lnTo>
                <a:lnTo>
                  <a:pt x="2611591" y="1106783"/>
                </a:lnTo>
                <a:lnTo>
                  <a:pt x="2606272" y="1118683"/>
                </a:lnTo>
                <a:lnTo>
                  <a:pt x="2599288" y="1121372"/>
                </a:lnTo>
                <a:lnTo>
                  <a:pt x="2593340" y="1118720"/>
                </a:lnTo>
                <a:lnTo>
                  <a:pt x="2591805" y="1118054"/>
                </a:lnTo>
                <a:lnTo>
                  <a:pt x="2590562" y="1117114"/>
                </a:lnTo>
                <a:close/>
              </a:path>
              <a:path w="5142230" h="2300604">
                <a:moveTo>
                  <a:pt x="1708388" y="849858"/>
                </a:moveTo>
                <a:lnTo>
                  <a:pt x="1704243" y="845421"/>
                </a:lnTo>
                <a:lnTo>
                  <a:pt x="1703015" y="841272"/>
                </a:lnTo>
                <a:lnTo>
                  <a:pt x="1704046" y="837195"/>
                </a:lnTo>
                <a:lnTo>
                  <a:pt x="1705725" y="830879"/>
                </a:lnTo>
                <a:lnTo>
                  <a:pt x="1712050" y="827191"/>
                </a:lnTo>
                <a:lnTo>
                  <a:pt x="1712227" y="827088"/>
                </a:lnTo>
                <a:lnTo>
                  <a:pt x="1724819" y="830401"/>
                </a:lnTo>
                <a:lnTo>
                  <a:pt x="1728606" y="836898"/>
                </a:lnTo>
                <a:lnTo>
                  <a:pt x="1725347" y="849539"/>
                </a:lnTo>
                <a:lnTo>
                  <a:pt x="1719022" y="853227"/>
                </a:lnTo>
                <a:lnTo>
                  <a:pt x="1718845" y="853330"/>
                </a:lnTo>
                <a:lnTo>
                  <a:pt x="1712529" y="851652"/>
                </a:lnTo>
                <a:lnTo>
                  <a:pt x="1710282" y="851103"/>
                </a:lnTo>
                <a:lnTo>
                  <a:pt x="1708388" y="849858"/>
                </a:lnTo>
                <a:close/>
              </a:path>
              <a:path w="5142230" h="2300604">
                <a:moveTo>
                  <a:pt x="2979854" y="2108591"/>
                </a:moveTo>
                <a:lnTo>
                  <a:pt x="2975714" y="2104159"/>
                </a:lnTo>
                <a:lnTo>
                  <a:pt x="2974488" y="2099817"/>
                </a:lnTo>
                <a:lnTo>
                  <a:pt x="2977628" y="2089396"/>
                </a:lnTo>
                <a:lnTo>
                  <a:pt x="2984218" y="2085796"/>
                </a:lnTo>
                <a:lnTo>
                  <a:pt x="2990484" y="2087714"/>
                </a:lnTo>
                <a:lnTo>
                  <a:pt x="2996748" y="2089532"/>
                </a:lnTo>
                <a:lnTo>
                  <a:pt x="3000299" y="2096168"/>
                </a:lnTo>
                <a:lnTo>
                  <a:pt x="2998481" y="2102432"/>
                </a:lnTo>
                <a:lnTo>
                  <a:pt x="2996568" y="2108693"/>
                </a:lnTo>
                <a:lnTo>
                  <a:pt x="2990026" y="2112247"/>
                </a:lnTo>
                <a:lnTo>
                  <a:pt x="2983717" y="2110380"/>
                </a:lnTo>
                <a:lnTo>
                  <a:pt x="2981661" y="2109743"/>
                </a:lnTo>
                <a:lnTo>
                  <a:pt x="2979854" y="2108591"/>
                </a:lnTo>
                <a:close/>
              </a:path>
              <a:path w="5142230" h="2300604">
                <a:moveTo>
                  <a:pt x="2999552" y="2040435"/>
                </a:moveTo>
                <a:lnTo>
                  <a:pt x="2995362" y="2035949"/>
                </a:lnTo>
                <a:lnTo>
                  <a:pt x="2994183" y="2031754"/>
                </a:lnTo>
                <a:lnTo>
                  <a:pt x="2995361" y="2027640"/>
                </a:lnTo>
                <a:lnTo>
                  <a:pt x="2997035" y="2021319"/>
                </a:lnTo>
                <a:lnTo>
                  <a:pt x="3003117" y="2017859"/>
                </a:lnTo>
                <a:lnTo>
                  <a:pt x="3003534" y="2017622"/>
                </a:lnTo>
                <a:lnTo>
                  <a:pt x="3016168" y="2021078"/>
                </a:lnTo>
                <a:lnTo>
                  <a:pt x="3019911" y="2027626"/>
                </a:lnTo>
                <a:lnTo>
                  <a:pt x="3018133" y="2033934"/>
                </a:lnTo>
                <a:lnTo>
                  <a:pt x="3016409" y="2040201"/>
                </a:lnTo>
                <a:lnTo>
                  <a:pt x="3010328" y="2043661"/>
                </a:lnTo>
                <a:lnTo>
                  <a:pt x="3009910" y="2043899"/>
                </a:lnTo>
                <a:lnTo>
                  <a:pt x="3001444" y="2041580"/>
                </a:lnTo>
                <a:lnTo>
                  <a:pt x="2999552" y="2040435"/>
                </a:lnTo>
                <a:close/>
              </a:path>
              <a:path w="5142230" h="2300604">
                <a:moveTo>
                  <a:pt x="2120126" y="958765"/>
                </a:moveTo>
                <a:lnTo>
                  <a:pt x="2115981" y="954327"/>
                </a:lnTo>
                <a:lnTo>
                  <a:pt x="2114760" y="949990"/>
                </a:lnTo>
                <a:lnTo>
                  <a:pt x="2117900" y="939569"/>
                </a:lnTo>
                <a:lnTo>
                  <a:pt x="2124490" y="935969"/>
                </a:lnTo>
                <a:lnTo>
                  <a:pt x="2130751" y="937882"/>
                </a:lnTo>
                <a:lnTo>
                  <a:pt x="2137011" y="939695"/>
                </a:lnTo>
                <a:lnTo>
                  <a:pt x="2140615" y="946290"/>
                </a:lnTo>
                <a:lnTo>
                  <a:pt x="2138702" y="952551"/>
                </a:lnTo>
                <a:lnTo>
                  <a:pt x="2136884" y="958816"/>
                </a:lnTo>
                <a:lnTo>
                  <a:pt x="2130293" y="962415"/>
                </a:lnTo>
                <a:lnTo>
                  <a:pt x="2123984" y="960548"/>
                </a:lnTo>
                <a:lnTo>
                  <a:pt x="2121924" y="959907"/>
                </a:lnTo>
                <a:lnTo>
                  <a:pt x="2120126" y="958765"/>
                </a:lnTo>
                <a:close/>
              </a:path>
              <a:path w="5142230" h="2300604">
                <a:moveTo>
                  <a:pt x="2937622" y="1364594"/>
                </a:moveTo>
                <a:lnTo>
                  <a:pt x="2932798" y="1359430"/>
                </a:lnTo>
                <a:lnTo>
                  <a:pt x="2928720" y="1354282"/>
                </a:lnTo>
                <a:lnTo>
                  <a:pt x="2929593" y="1346810"/>
                </a:lnTo>
                <a:lnTo>
                  <a:pt x="2939830" y="1338708"/>
                </a:lnTo>
                <a:lnTo>
                  <a:pt x="2947261" y="1339528"/>
                </a:lnTo>
                <a:lnTo>
                  <a:pt x="2955408" y="1349813"/>
                </a:lnTo>
                <a:lnTo>
                  <a:pt x="2954539" y="1357191"/>
                </a:lnTo>
                <a:lnTo>
                  <a:pt x="2949446" y="1361318"/>
                </a:lnTo>
                <a:lnTo>
                  <a:pt x="2944547" y="1365164"/>
                </a:lnTo>
                <a:lnTo>
                  <a:pt x="2937622" y="1364594"/>
                </a:lnTo>
                <a:close/>
              </a:path>
              <a:path w="5142230" h="2300604">
                <a:moveTo>
                  <a:pt x="1125074" y="498733"/>
                </a:moveTo>
                <a:lnTo>
                  <a:pt x="1121020" y="494394"/>
                </a:lnTo>
                <a:lnTo>
                  <a:pt x="1120211" y="489031"/>
                </a:lnTo>
                <a:lnTo>
                  <a:pt x="1122580" y="484627"/>
                </a:lnTo>
                <a:lnTo>
                  <a:pt x="1125647" y="479114"/>
                </a:lnTo>
                <a:lnTo>
                  <a:pt x="1132563" y="477036"/>
                </a:lnTo>
                <a:lnTo>
                  <a:pt x="1138077" y="480103"/>
                </a:lnTo>
                <a:lnTo>
                  <a:pt x="1143639" y="483125"/>
                </a:lnTo>
                <a:lnTo>
                  <a:pt x="1145623" y="490038"/>
                </a:lnTo>
                <a:lnTo>
                  <a:pt x="1142601" y="495600"/>
                </a:lnTo>
                <a:lnTo>
                  <a:pt x="1139578" y="501063"/>
                </a:lnTo>
                <a:lnTo>
                  <a:pt x="1132661" y="503141"/>
                </a:lnTo>
                <a:lnTo>
                  <a:pt x="1126040" y="499474"/>
                </a:lnTo>
                <a:lnTo>
                  <a:pt x="1125074" y="498733"/>
                </a:lnTo>
                <a:close/>
              </a:path>
              <a:path w="5142230" h="2300604">
                <a:moveTo>
                  <a:pt x="1518493" y="663002"/>
                </a:moveTo>
                <a:lnTo>
                  <a:pt x="1514490" y="658716"/>
                </a:lnTo>
                <a:lnTo>
                  <a:pt x="1513355" y="654471"/>
                </a:lnTo>
                <a:lnTo>
                  <a:pt x="1516625" y="644385"/>
                </a:lnTo>
                <a:lnTo>
                  <a:pt x="1523017" y="641062"/>
                </a:lnTo>
                <a:lnTo>
                  <a:pt x="1535023" y="644921"/>
                </a:lnTo>
                <a:lnTo>
                  <a:pt x="1538342" y="651309"/>
                </a:lnTo>
                <a:lnTo>
                  <a:pt x="1536395" y="657337"/>
                </a:lnTo>
                <a:lnTo>
                  <a:pt x="1534492" y="663315"/>
                </a:lnTo>
                <a:lnTo>
                  <a:pt x="1528100" y="666638"/>
                </a:lnTo>
                <a:lnTo>
                  <a:pt x="1522076" y="664687"/>
                </a:lnTo>
                <a:lnTo>
                  <a:pt x="1520156" y="664097"/>
                </a:lnTo>
                <a:lnTo>
                  <a:pt x="1518493" y="663002"/>
                </a:lnTo>
                <a:close/>
              </a:path>
              <a:path w="5142230" h="2300604">
                <a:moveTo>
                  <a:pt x="1586471" y="684063"/>
                </a:moveTo>
                <a:lnTo>
                  <a:pt x="1582463" y="679772"/>
                </a:lnTo>
                <a:lnTo>
                  <a:pt x="1581325" y="675621"/>
                </a:lnTo>
                <a:lnTo>
                  <a:pt x="1584317" y="665530"/>
                </a:lnTo>
                <a:lnTo>
                  <a:pt x="1590666" y="662064"/>
                </a:lnTo>
                <a:lnTo>
                  <a:pt x="1596693" y="663922"/>
                </a:lnTo>
                <a:lnTo>
                  <a:pt x="1602723" y="665685"/>
                </a:lnTo>
                <a:lnTo>
                  <a:pt x="1606189" y="672035"/>
                </a:lnTo>
                <a:lnTo>
                  <a:pt x="1602569" y="684091"/>
                </a:lnTo>
                <a:lnTo>
                  <a:pt x="1596219" y="687558"/>
                </a:lnTo>
                <a:lnTo>
                  <a:pt x="1588175" y="685202"/>
                </a:lnTo>
                <a:lnTo>
                  <a:pt x="1586471" y="684063"/>
                </a:lnTo>
                <a:close/>
              </a:path>
              <a:path w="5142230" h="2300604">
                <a:moveTo>
                  <a:pt x="3092527" y="2261656"/>
                </a:moveTo>
                <a:lnTo>
                  <a:pt x="3088518" y="2257365"/>
                </a:lnTo>
                <a:lnTo>
                  <a:pt x="3087373" y="2253696"/>
                </a:lnTo>
                <a:lnTo>
                  <a:pt x="3089361" y="2243703"/>
                </a:lnTo>
                <a:lnTo>
                  <a:pt x="3095403" y="2239712"/>
                </a:lnTo>
                <a:lnTo>
                  <a:pt x="3101539" y="2241002"/>
                </a:lnTo>
                <a:lnTo>
                  <a:pt x="3107732" y="2242256"/>
                </a:lnTo>
                <a:lnTo>
                  <a:pt x="3111724" y="2248288"/>
                </a:lnTo>
                <a:lnTo>
                  <a:pt x="3109233" y="2260577"/>
                </a:lnTo>
                <a:lnTo>
                  <a:pt x="3103191" y="2264569"/>
                </a:lnTo>
                <a:lnTo>
                  <a:pt x="3097052" y="2263373"/>
                </a:lnTo>
                <a:lnTo>
                  <a:pt x="3094662" y="2262867"/>
                </a:lnTo>
                <a:lnTo>
                  <a:pt x="3092527" y="2261656"/>
                </a:lnTo>
                <a:close/>
              </a:path>
              <a:path w="5142230" h="2300604">
                <a:moveTo>
                  <a:pt x="1188158" y="531661"/>
                </a:moveTo>
                <a:lnTo>
                  <a:pt x="1184104" y="527322"/>
                </a:lnTo>
                <a:lnTo>
                  <a:pt x="1183191" y="522239"/>
                </a:lnTo>
                <a:lnTo>
                  <a:pt x="1188159" y="512211"/>
                </a:lnTo>
                <a:lnTo>
                  <a:pt x="1194987" y="509941"/>
                </a:lnTo>
                <a:lnTo>
                  <a:pt x="1200649" y="512679"/>
                </a:lnTo>
                <a:lnTo>
                  <a:pt x="1206317" y="515520"/>
                </a:lnTo>
                <a:lnTo>
                  <a:pt x="1208586" y="522348"/>
                </a:lnTo>
                <a:lnTo>
                  <a:pt x="1205844" y="528014"/>
                </a:lnTo>
                <a:lnTo>
                  <a:pt x="1203003" y="533673"/>
                </a:lnTo>
                <a:lnTo>
                  <a:pt x="1196179" y="535947"/>
                </a:lnTo>
                <a:lnTo>
                  <a:pt x="1190513" y="533205"/>
                </a:lnTo>
                <a:lnTo>
                  <a:pt x="1189261" y="532549"/>
                </a:lnTo>
                <a:lnTo>
                  <a:pt x="1188158" y="531661"/>
                </a:lnTo>
                <a:close/>
              </a:path>
              <a:path w="5142230" h="2300604">
                <a:moveTo>
                  <a:pt x="3101466" y="1247430"/>
                </a:moveTo>
                <a:lnTo>
                  <a:pt x="3097003" y="1242652"/>
                </a:lnTo>
                <a:lnTo>
                  <a:pt x="3092817" y="1237878"/>
                </a:lnTo>
                <a:lnTo>
                  <a:pt x="3093397" y="1230679"/>
                </a:lnTo>
                <a:lnTo>
                  <a:pt x="3097504" y="1227158"/>
                </a:lnTo>
                <a:lnTo>
                  <a:pt x="3102225" y="1223024"/>
                </a:lnTo>
                <a:lnTo>
                  <a:pt x="3102927" y="1222407"/>
                </a:lnTo>
                <a:lnTo>
                  <a:pt x="3110135" y="1222987"/>
                </a:lnTo>
                <a:lnTo>
                  <a:pt x="3114263" y="1227797"/>
                </a:lnTo>
                <a:lnTo>
                  <a:pt x="3118403" y="1232522"/>
                </a:lnTo>
                <a:lnTo>
                  <a:pt x="3117823" y="1239721"/>
                </a:lnTo>
                <a:lnTo>
                  <a:pt x="3113716" y="1243242"/>
                </a:lnTo>
                <a:lnTo>
                  <a:pt x="3108991" y="1247372"/>
                </a:lnTo>
                <a:lnTo>
                  <a:pt x="3108439" y="1247856"/>
                </a:lnTo>
                <a:lnTo>
                  <a:pt x="3101466" y="1247430"/>
                </a:lnTo>
                <a:close/>
              </a:path>
              <a:path w="5142230" h="2300604">
                <a:moveTo>
                  <a:pt x="1451044" y="640552"/>
                </a:moveTo>
                <a:lnTo>
                  <a:pt x="1446986" y="636208"/>
                </a:lnTo>
                <a:lnTo>
                  <a:pt x="1445912" y="631833"/>
                </a:lnTo>
                <a:lnTo>
                  <a:pt x="1449371" y="621753"/>
                </a:lnTo>
                <a:lnTo>
                  <a:pt x="1455900" y="618576"/>
                </a:lnTo>
                <a:lnTo>
                  <a:pt x="1467797" y="622711"/>
                </a:lnTo>
                <a:lnTo>
                  <a:pt x="1470929" y="629191"/>
                </a:lnTo>
                <a:lnTo>
                  <a:pt x="1468886" y="635117"/>
                </a:lnTo>
                <a:lnTo>
                  <a:pt x="1466840" y="641137"/>
                </a:lnTo>
                <a:lnTo>
                  <a:pt x="1460355" y="644264"/>
                </a:lnTo>
                <a:lnTo>
                  <a:pt x="1454388" y="642177"/>
                </a:lnTo>
                <a:lnTo>
                  <a:pt x="1452567" y="641595"/>
                </a:lnTo>
                <a:lnTo>
                  <a:pt x="1451044" y="640552"/>
                </a:lnTo>
                <a:close/>
              </a:path>
              <a:path w="5142230" h="2300604">
                <a:moveTo>
                  <a:pt x="3107970" y="2192269"/>
                </a:moveTo>
                <a:lnTo>
                  <a:pt x="3103962" y="2187978"/>
                </a:lnTo>
                <a:lnTo>
                  <a:pt x="3102819" y="2184115"/>
                </a:lnTo>
                <a:lnTo>
                  <a:pt x="3105233" y="2174090"/>
                </a:lnTo>
                <a:lnTo>
                  <a:pt x="3111408" y="2170339"/>
                </a:lnTo>
                <a:lnTo>
                  <a:pt x="3123676" y="2173306"/>
                </a:lnTo>
                <a:lnTo>
                  <a:pt x="3127431" y="2179477"/>
                </a:lnTo>
                <a:lnTo>
                  <a:pt x="3125899" y="2185656"/>
                </a:lnTo>
                <a:lnTo>
                  <a:pt x="3124416" y="2191790"/>
                </a:lnTo>
                <a:lnTo>
                  <a:pt x="3118245" y="2195546"/>
                </a:lnTo>
                <a:lnTo>
                  <a:pt x="3109912" y="2193468"/>
                </a:lnTo>
                <a:lnTo>
                  <a:pt x="3107970" y="2192269"/>
                </a:lnTo>
                <a:close/>
              </a:path>
              <a:path w="5142230" h="2300604">
                <a:moveTo>
                  <a:pt x="891050" y="339413"/>
                </a:moveTo>
                <a:lnTo>
                  <a:pt x="886165" y="334184"/>
                </a:lnTo>
                <a:lnTo>
                  <a:pt x="885963" y="327811"/>
                </a:lnTo>
                <a:lnTo>
                  <a:pt x="889709" y="323317"/>
                </a:lnTo>
                <a:lnTo>
                  <a:pt x="893791" y="318498"/>
                </a:lnTo>
                <a:lnTo>
                  <a:pt x="900939" y="317939"/>
                </a:lnTo>
                <a:lnTo>
                  <a:pt x="905757" y="322022"/>
                </a:lnTo>
                <a:lnTo>
                  <a:pt x="910624" y="326058"/>
                </a:lnTo>
                <a:lnTo>
                  <a:pt x="911180" y="333300"/>
                </a:lnTo>
                <a:lnTo>
                  <a:pt x="903064" y="342891"/>
                </a:lnTo>
                <a:lnTo>
                  <a:pt x="895863" y="343491"/>
                </a:lnTo>
                <a:lnTo>
                  <a:pt x="891050" y="339413"/>
                </a:lnTo>
                <a:close/>
              </a:path>
              <a:path w="5142230" h="2300604">
                <a:moveTo>
                  <a:pt x="3178484" y="1364771"/>
                </a:moveTo>
                <a:lnTo>
                  <a:pt x="3174380" y="1360378"/>
                </a:lnTo>
                <a:lnTo>
                  <a:pt x="3173703" y="1359458"/>
                </a:lnTo>
                <a:lnTo>
                  <a:pt x="3173173" y="1358401"/>
                </a:lnTo>
                <a:lnTo>
                  <a:pt x="3170492" y="1352697"/>
                </a:lnTo>
                <a:lnTo>
                  <a:pt x="3172796" y="1345878"/>
                </a:lnTo>
                <a:lnTo>
                  <a:pt x="3178555" y="1343147"/>
                </a:lnTo>
                <a:lnTo>
                  <a:pt x="3184218" y="1340413"/>
                </a:lnTo>
                <a:lnTo>
                  <a:pt x="3191029" y="1342816"/>
                </a:lnTo>
                <a:lnTo>
                  <a:pt x="3193768" y="1348485"/>
                </a:lnTo>
                <a:lnTo>
                  <a:pt x="3196449" y="1354189"/>
                </a:lnTo>
                <a:lnTo>
                  <a:pt x="3194045" y="1361000"/>
                </a:lnTo>
                <a:lnTo>
                  <a:pt x="3188386" y="1363739"/>
                </a:lnTo>
                <a:lnTo>
                  <a:pt x="3183774" y="1365938"/>
                </a:lnTo>
                <a:lnTo>
                  <a:pt x="3178484" y="1364771"/>
                </a:lnTo>
                <a:close/>
              </a:path>
              <a:path w="5142230" h="2300604">
                <a:moveTo>
                  <a:pt x="1063493" y="463114"/>
                </a:moveTo>
                <a:lnTo>
                  <a:pt x="1059398" y="458730"/>
                </a:lnTo>
                <a:lnTo>
                  <a:pt x="1058644" y="453134"/>
                </a:lnTo>
                <a:lnTo>
                  <a:pt x="1061433" y="448592"/>
                </a:lnTo>
                <a:lnTo>
                  <a:pt x="1064766" y="443266"/>
                </a:lnTo>
                <a:lnTo>
                  <a:pt x="1071536" y="441618"/>
                </a:lnTo>
                <a:lnTo>
                  <a:pt x="1071685" y="441582"/>
                </a:lnTo>
                <a:lnTo>
                  <a:pt x="1077102" y="444839"/>
                </a:lnTo>
                <a:lnTo>
                  <a:pt x="1082466" y="448138"/>
                </a:lnTo>
                <a:lnTo>
                  <a:pt x="1084164" y="455135"/>
                </a:lnTo>
                <a:lnTo>
                  <a:pt x="1080865" y="460499"/>
                </a:lnTo>
                <a:lnTo>
                  <a:pt x="1077608" y="465907"/>
                </a:lnTo>
                <a:lnTo>
                  <a:pt x="1070615" y="467610"/>
                </a:lnTo>
                <a:lnTo>
                  <a:pt x="1065202" y="464357"/>
                </a:lnTo>
                <a:lnTo>
                  <a:pt x="1064278" y="463759"/>
                </a:lnTo>
                <a:lnTo>
                  <a:pt x="1063493" y="463114"/>
                </a:lnTo>
                <a:close/>
              </a:path>
              <a:path w="5142230" h="2300604">
                <a:moveTo>
                  <a:pt x="1003624" y="424635"/>
                </a:moveTo>
                <a:lnTo>
                  <a:pt x="999524" y="420246"/>
                </a:lnTo>
                <a:lnTo>
                  <a:pt x="998923" y="414325"/>
                </a:lnTo>
                <a:lnTo>
                  <a:pt x="1005485" y="404634"/>
                </a:lnTo>
                <a:lnTo>
                  <a:pt x="1012612" y="403271"/>
                </a:lnTo>
                <a:lnTo>
                  <a:pt x="1023041" y="410330"/>
                </a:lnTo>
                <a:lnTo>
                  <a:pt x="1024399" y="417453"/>
                </a:lnTo>
                <a:lnTo>
                  <a:pt x="1017345" y="427887"/>
                </a:lnTo>
                <a:lnTo>
                  <a:pt x="1010266" y="429204"/>
                </a:lnTo>
                <a:lnTo>
                  <a:pt x="1004313" y="425177"/>
                </a:lnTo>
                <a:lnTo>
                  <a:pt x="1003624" y="424635"/>
                </a:lnTo>
                <a:close/>
              </a:path>
              <a:path w="5142230" h="2300604">
                <a:moveTo>
                  <a:pt x="946842" y="384084"/>
                </a:moveTo>
                <a:lnTo>
                  <a:pt x="941674" y="378553"/>
                </a:lnTo>
                <a:lnTo>
                  <a:pt x="941285" y="372565"/>
                </a:lnTo>
                <a:lnTo>
                  <a:pt x="948500" y="363085"/>
                </a:lnTo>
                <a:lnTo>
                  <a:pt x="955615" y="362100"/>
                </a:lnTo>
                <a:lnTo>
                  <a:pt x="960632" y="365906"/>
                </a:lnTo>
                <a:lnTo>
                  <a:pt x="965697" y="369666"/>
                </a:lnTo>
                <a:lnTo>
                  <a:pt x="966679" y="376876"/>
                </a:lnTo>
                <a:lnTo>
                  <a:pt x="959067" y="386908"/>
                </a:lnTo>
                <a:lnTo>
                  <a:pt x="951907" y="387845"/>
                </a:lnTo>
                <a:lnTo>
                  <a:pt x="946842" y="384084"/>
                </a:lnTo>
                <a:close/>
              </a:path>
              <a:path w="5142230" h="2300604">
                <a:moveTo>
                  <a:pt x="3143943" y="1303555"/>
                </a:moveTo>
                <a:lnTo>
                  <a:pt x="3139287" y="1298571"/>
                </a:lnTo>
                <a:lnTo>
                  <a:pt x="3138975" y="1298041"/>
                </a:lnTo>
                <a:lnTo>
                  <a:pt x="3135425" y="1292774"/>
                </a:lnTo>
                <a:lnTo>
                  <a:pt x="3136936" y="1285692"/>
                </a:lnTo>
                <a:lnTo>
                  <a:pt x="3142158" y="1282193"/>
                </a:lnTo>
                <a:lnTo>
                  <a:pt x="3147422" y="1278737"/>
                </a:lnTo>
                <a:lnTo>
                  <a:pt x="3154502" y="1280158"/>
                </a:lnTo>
                <a:lnTo>
                  <a:pt x="3161459" y="1290734"/>
                </a:lnTo>
                <a:lnTo>
                  <a:pt x="3159993" y="1297765"/>
                </a:lnTo>
                <a:lnTo>
                  <a:pt x="3154775" y="1301270"/>
                </a:lnTo>
                <a:lnTo>
                  <a:pt x="3149991" y="1304360"/>
                </a:lnTo>
                <a:lnTo>
                  <a:pt x="3143943" y="1303555"/>
                </a:lnTo>
                <a:close/>
              </a:path>
              <a:path w="5142230" h="2300604">
                <a:moveTo>
                  <a:pt x="1654724" y="703853"/>
                </a:moveTo>
                <a:lnTo>
                  <a:pt x="1650715" y="699563"/>
                </a:lnTo>
                <a:lnTo>
                  <a:pt x="1649627" y="695466"/>
                </a:lnTo>
                <a:lnTo>
                  <a:pt x="1650708" y="691442"/>
                </a:lnTo>
                <a:lnTo>
                  <a:pt x="1652377" y="685409"/>
                </a:lnTo>
                <a:lnTo>
                  <a:pt x="1658681" y="681894"/>
                </a:lnTo>
                <a:lnTo>
                  <a:pt x="1664760" y="683612"/>
                </a:lnTo>
                <a:lnTo>
                  <a:pt x="1670838" y="685230"/>
                </a:lnTo>
                <a:lnTo>
                  <a:pt x="1674398" y="691583"/>
                </a:lnTo>
                <a:lnTo>
                  <a:pt x="1671012" y="703695"/>
                </a:lnTo>
                <a:lnTo>
                  <a:pt x="1664663" y="707260"/>
                </a:lnTo>
                <a:lnTo>
                  <a:pt x="1658585" y="705543"/>
                </a:lnTo>
                <a:lnTo>
                  <a:pt x="1656526" y="705001"/>
                </a:lnTo>
                <a:lnTo>
                  <a:pt x="1654724" y="703853"/>
                </a:lnTo>
                <a:close/>
              </a:path>
              <a:path w="5142230" h="2300604">
                <a:moveTo>
                  <a:pt x="3125748" y="2123523"/>
                </a:moveTo>
                <a:lnTo>
                  <a:pt x="3121740" y="2119232"/>
                </a:lnTo>
                <a:lnTo>
                  <a:pt x="3120598" y="2115176"/>
                </a:lnTo>
                <a:lnTo>
                  <a:pt x="3123353" y="2105124"/>
                </a:lnTo>
                <a:lnTo>
                  <a:pt x="3129254" y="2101764"/>
                </a:lnTo>
                <a:lnTo>
                  <a:pt x="3129611" y="2101561"/>
                </a:lnTo>
                <a:lnTo>
                  <a:pt x="3135693" y="2103184"/>
                </a:lnTo>
                <a:lnTo>
                  <a:pt x="3141768" y="2104897"/>
                </a:lnTo>
                <a:lnTo>
                  <a:pt x="3145331" y="2111155"/>
                </a:lnTo>
                <a:lnTo>
                  <a:pt x="3143708" y="2117237"/>
                </a:lnTo>
                <a:lnTo>
                  <a:pt x="3142039" y="2123271"/>
                </a:lnTo>
                <a:lnTo>
                  <a:pt x="3135732" y="2126880"/>
                </a:lnTo>
                <a:lnTo>
                  <a:pt x="3129703" y="2125216"/>
                </a:lnTo>
                <a:lnTo>
                  <a:pt x="3127546" y="2124666"/>
                </a:lnTo>
                <a:lnTo>
                  <a:pt x="3125748" y="2123523"/>
                </a:lnTo>
                <a:close/>
              </a:path>
              <a:path w="5142230" h="2300604">
                <a:moveTo>
                  <a:pt x="1929960" y="774453"/>
                </a:moveTo>
                <a:lnTo>
                  <a:pt x="1925952" y="770162"/>
                </a:lnTo>
                <a:lnTo>
                  <a:pt x="1924763" y="766250"/>
                </a:lnTo>
                <a:lnTo>
                  <a:pt x="1925744" y="762413"/>
                </a:lnTo>
                <a:lnTo>
                  <a:pt x="1927177" y="756225"/>
                </a:lnTo>
                <a:lnTo>
                  <a:pt x="1933352" y="752474"/>
                </a:lnTo>
                <a:lnTo>
                  <a:pt x="1945620" y="755441"/>
                </a:lnTo>
                <a:lnTo>
                  <a:pt x="1949376" y="761612"/>
                </a:lnTo>
                <a:lnTo>
                  <a:pt x="1947892" y="767746"/>
                </a:lnTo>
                <a:lnTo>
                  <a:pt x="1946458" y="773834"/>
                </a:lnTo>
                <a:lnTo>
                  <a:pt x="1940287" y="777590"/>
                </a:lnTo>
                <a:lnTo>
                  <a:pt x="1934153" y="776106"/>
                </a:lnTo>
                <a:lnTo>
                  <a:pt x="1931857" y="775603"/>
                </a:lnTo>
                <a:lnTo>
                  <a:pt x="1929960" y="774453"/>
                </a:lnTo>
                <a:close/>
              </a:path>
              <a:path w="5142230" h="2300604">
                <a:moveTo>
                  <a:pt x="3164245" y="1986835"/>
                </a:moveTo>
                <a:lnTo>
                  <a:pt x="3160241" y="1982549"/>
                </a:lnTo>
                <a:lnTo>
                  <a:pt x="3159103" y="1978399"/>
                </a:lnTo>
                <a:lnTo>
                  <a:pt x="3161944" y="1968440"/>
                </a:lnTo>
                <a:lnTo>
                  <a:pt x="3168252" y="1964830"/>
                </a:lnTo>
                <a:lnTo>
                  <a:pt x="3174286" y="1966598"/>
                </a:lnTo>
                <a:lnTo>
                  <a:pt x="3180368" y="1968222"/>
                </a:lnTo>
                <a:lnTo>
                  <a:pt x="3183924" y="1974570"/>
                </a:lnTo>
                <a:lnTo>
                  <a:pt x="3180494" y="1986732"/>
                </a:lnTo>
                <a:lnTo>
                  <a:pt x="3174185" y="1990242"/>
                </a:lnTo>
                <a:lnTo>
                  <a:pt x="3168111" y="1988529"/>
                </a:lnTo>
                <a:lnTo>
                  <a:pt x="3166052" y="1987987"/>
                </a:lnTo>
                <a:lnTo>
                  <a:pt x="3164245" y="1986835"/>
                </a:lnTo>
                <a:close/>
              </a:path>
              <a:path w="5142230" h="2300604">
                <a:moveTo>
                  <a:pt x="3183005" y="1918359"/>
                </a:moveTo>
                <a:lnTo>
                  <a:pt x="3179001" y="1914073"/>
                </a:lnTo>
                <a:lnTo>
                  <a:pt x="3177816" y="1910067"/>
                </a:lnTo>
                <a:lnTo>
                  <a:pt x="3178831" y="1906365"/>
                </a:lnTo>
                <a:lnTo>
                  <a:pt x="3180423" y="1900053"/>
                </a:lnTo>
                <a:lnTo>
                  <a:pt x="3186680" y="1896390"/>
                </a:lnTo>
                <a:lnTo>
                  <a:pt x="3192766" y="1898018"/>
                </a:lnTo>
                <a:lnTo>
                  <a:pt x="3198897" y="1899596"/>
                </a:lnTo>
                <a:lnTo>
                  <a:pt x="3202510" y="1905809"/>
                </a:lnTo>
                <a:lnTo>
                  <a:pt x="3199353" y="1917971"/>
                </a:lnTo>
                <a:lnTo>
                  <a:pt x="3193273" y="1921530"/>
                </a:lnTo>
                <a:lnTo>
                  <a:pt x="3193095" y="1921634"/>
                </a:lnTo>
                <a:lnTo>
                  <a:pt x="3184812" y="1919511"/>
                </a:lnTo>
                <a:lnTo>
                  <a:pt x="3183005" y="1918359"/>
                </a:lnTo>
                <a:close/>
              </a:path>
              <a:path w="5142230" h="2300604">
                <a:moveTo>
                  <a:pt x="3144836" y="2055105"/>
                </a:moveTo>
                <a:lnTo>
                  <a:pt x="3140828" y="2050814"/>
                </a:lnTo>
                <a:lnTo>
                  <a:pt x="3139735" y="2046713"/>
                </a:lnTo>
                <a:lnTo>
                  <a:pt x="3142584" y="2036664"/>
                </a:lnTo>
                <a:lnTo>
                  <a:pt x="3148884" y="2033144"/>
                </a:lnTo>
                <a:lnTo>
                  <a:pt x="3154967" y="2034867"/>
                </a:lnTo>
                <a:lnTo>
                  <a:pt x="3160997" y="2036630"/>
                </a:lnTo>
                <a:lnTo>
                  <a:pt x="3164507" y="2042929"/>
                </a:lnTo>
                <a:lnTo>
                  <a:pt x="3162794" y="2049013"/>
                </a:lnTo>
                <a:lnTo>
                  <a:pt x="3161027" y="2055038"/>
                </a:lnTo>
                <a:lnTo>
                  <a:pt x="3154723" y="2058553"/>
                </a:lnTo>
                <a:lnTo>
                  <a:pt x="3148697" y="2056795"/>
                </a:lnTo>
                <a:lnTo>
                  <a:pt x="3146634" y="2056248"/>
                </a:lnTo>
                <a:lnTo>
                  <a:pt x="3144836" y="2055105"/>
                </a:lnTo>
                <a:close/>
              </a:path>
              <a:path w="5142230" h="2300604">
                <a:moveTo>
                  <a:pt x="1998985" y="790965"/>
                </a:moveTo>
                <a:lnTo>
                  <a:pt x="1994972" y="786670"/>
                </a:lnTo>
                <a:lnTo>
                  <a:pt x="1993788" y="782763"/>
                </a:lnTo>
                <a:lnTo>
                  <a:pt x="1996207" y="772742"/>
                </a:lnTo>
                <a:lnTo>
                  <a:pt x="2002377" y="768987"/>
                </a:lnTo>
                <a:lnTo>
                  <a:pt x="2014600" y="771905"/>
                </a:lnTo>
                <a:lnTo>
                  <a:pt x="2018355" y="778076"/>
                </a:lnTo>
                <a:lnTo>
                  <a:pt x="2016920" y="784164"/>
                </a:lnTo>
                <a:lnTo>
                  <a:pt x="2015437" y="790298"/>
                </a:lnTo>
                <a:lnTo>
                  <a:pt x="2009312" y="794102"/>
                </a:lnTo>
                <a:lnTo>
                  <a:pt x="2003219" y="792663"/>
                </a:lnTo>
                <a:lnTo>
                  <a:pt x="2000931" y="792070"/>
                </a:lnTo>
                <a:lnTo>
                  <a:pt x="1998985" y="790965"/>
                </a:lnTo>
                <a:close/>
              </a:path>
              <a:path w="5142230" h="2300604">
                <a:moveTo>
                  <a:pt x="2067963" y="807330"/>
                </a:moveTo>
                <a:lnTo>
                  <a:pt x="2064005" y="803093"/>
                </a:lnTo>
                <a:lnTo>
                  <a:pt x="2063609" y="801789"/>
                </a:lnTo>
                <a:lnTo>
                  <a:pt x="2062834" y="799102"/>
                </a:lnTo>
                <a:lnTo>
                  <a:pt x="2063698" y="795335"/>
                </a:lnTo>
                <a:lnTo>
                  <a:pt x="2065181" y="789201"/>
                </a:lnTo>
                <a:lnTo>
                  <a:pt x="2071357" y="785450"/>
                </a:lnTo>
                <a:lnTo>
                  <a:pt x="2077489" y="786835"/>
                </a:lnTo>
                <a:lnTo>
                  <a:pt x="2083623" y="788318"/>
                </a:lnTo>
                <a:lnTo>
                  <a:pt x="2087383" y="794494"/>
                </a:lnTo>
                <a:lnTo>
                  <a:pt x="2085900" y="800628"/>
                </a:lnTo>
                <a:lnTo>
                  <a:pt x="2084511" y="806765"/>
                </a:lnTo>
                <a:lnTo>
                  <a:pt x="2078340" y="810520"/>
                </a:lnTo>
                <a:lnTo>
                  <a:pt x="2072157" y="809082"/>
                </a:lnTo>
                <a:lnTo>
                  <a:pt x="2069910" y="808534"/>
                </a:lnTo>
                <a:lnTo>
                  <a:pt x="2067963" y="807330"/>
                </a:lnTo>
                <a:close/>
              </a:path>
              <a:path w="5142230" h="2300604">
                <a:moveTo>
                  <a:pt x="3214199" y="1780011"/>
                </a:moveTo>
                <a:lnTo>
                  <a:pt x="3210236" y="1775768"/>
                </a:lnTo>
                <a:lnTo>
                  <a:pt x="3208993" y="1772190"/>
                </a:lnTo>
                <a:lnTo>
                  <a:pt x="3209684" y="1768531"/>
                </a:lnTo>
                <a:lnTo>
                  <a:pt x="3210789" y="1762285"/>
                </a:lnTo>
                <a:lnTo>
                  <a:pt x="3216694" y="1758148"/>
                </a:lnTo>
                <a:lnTo>
                  <a:pt x="3222890" y="1759208"/>
                </a:lnTo>
                <a:lnTo>
                  <a:pt x="3229082" y="1760363"/>
                </a:lnTo>
                <a:lnTo>
                  <a:pt x="3233225" y="1766264"/>
                </a:lnTo>
                <a:lnTo>
                  <a:pt x="3232159" y="1772455"/>
                </a:lnTo>
                <a:lnTo>
                  <a:pt x="3231055" y="1778701"/>
                </a:lnTo>
                <a:lnTo>
                  <a:pt x="3225149" y="1782838"/>
                </a:lnTo>
                <a:lnTo>
                  <a:pt x="3216379" y="1781270"/>
                </a:lnTo>
                <a:lnTo>
                  <a:pt x="3214199" y="1780011"/>
                </a:lnTo>
                <a:close/>
              </a:path>
              <a:path w="5142230" h="2300604">
                <a:moveTo>
                  <a:pt x="2274610" y="858363"/>
                </a:moveTo>
                <a:lnTo>
                  <a:pt x="2270601" y="854072"/>
                </a:lnTo>
                <a:lnTo>
                  <a:pt x="2269466" y="850120"/>
                </a:lnTo>
                <a:lnTo>
                  <a:pt x="2272073" y="840106"/>
                </a:lnTo>
                <a:lnTo>
                  <a:pt x="2278157" y="836551"/>
                </a:lnTo>
                <a:lnTo>
                  <a:pt x="2278335" y="836448"/>
                </a:lnTo>
                <a:lnTo>
                  <a:pt x="2284415" y="837972"/>
                </a:lnTo>
                <a:lnTo>
                  <a:pt x="2290502" y="839600"/>
                </a:lnTo>
                <a:lnTo>
                  <a:pt x="2294160" y="845862"/>
                </a:lnTo>
                <a:lnTo>
                  <a:pt x="2292597" y="851716"/>
                </a:lnTo>
                <a:lnTo>
                  <a:pt x="2291007" y="858029"/>
                </a:lnTo>
                <a:lnTo>
                  <a:pt x="2284746" y="861687"/>
                </a:lnTo>
                <a:lnTo>
                  <a:pt x="2278781" y="860091"/>
                </a:lnTo>
                <a:lnTo>
                  <a:pt x="2276511" y="859518"/>
                </a:lnTo>
                <a:lnTo>
                  <a:pt x="2274610" y="858363"/>
                </a:lnTo>
                <a:close/>
              </a:path>
              <a:path w="5142230" h="2300604">
                <a:moveTo>
                  <a:pt x="2205859" y="840873"/>
                </a:moveTo>
                <a:lnTo>
                  <a:pt x="2201850" y="836582"/>
                </a:lnTo>
                <a:lnTo>
                  <a:pt x="2200662" y="832671"/>
                </a:lnTo>
                <a:lnTo>
                  <a:pt x="2203174" y="822653"/>
                </a:lnTo>
                <a:lnTo>
                  <a:pt x="2204816" y="821674"/>
                </a:lnTo>
                <a:lnTo>
                  <a:pt x="2209510" y="818977"/>
                </a:lnTo>
                <a:lnTo>
                  <a:pt x="2215476" y="820476"/>
                </a:lnTo>
                <a:lnTo>
                  <a:pt x="2221610" y="821959"/>
                </a:lnTo>
                <a:lnTo>
                  <a:pt x="2225316" y="828175"/>
                </a:lnTo>
                <a:lnTo>
                  <a:pt x="2223833" y="834309"/>
                </a:lnTo>
                <a:lnTo>
                  <a:pt x="2222304" y="840394"/>
                </a:lnTo>
                <a:lnTo>
                  <a:pt x="2216088" y="844101"/>
                </a:lnTo>
                <a:lnTo>
                  <a:pt x="2209954" y="842618"/>
                </a:lnTo>
                <a:lnTo>
                  <a:pt x="2207755" y="842024"/>
                </a:lnTo>
                <a:lnTo>
                  <a:pt x="2205859" y="840873"/>
                </a:lnTo>
                <a:close/>
              </a:path>
              <a:path w="5142230" h="2300604">
                <a:moveTo>
                  <a:pt x="2874965" y="1070847"/>
                </a:moveTo>
                <a:lnTo>
                  <a:pt x="2870870" y="1066463"/>
                </a:lnTo>
                <a:lnTo>
                  <a:pt x="2870061" y="1061101"/>
                </a:lnTo>
                <a:lnTo>
                  <a:pt x="2872475" y="1056746"/>
                </a:lnTo>
                <a:lnTo>
                  <a:pt x="2875497" y="1051183"/>
                </a:lnTo>
                <a:lnTo>
                  <a:pt x="2882459" y="1049154"/>
                </a:lnTo>
                <a:lnTo>
                  <a:pt x="2893489" y="1055195"/>
                </a:lnTo>
                <a:lnTo>
                  <a:pt x="2895567" y="1062111"/>
                </a:lnTo>
                <a:lnTo>
                  <a:pt x="2892500" y="1067625"/>
                </a:lnTo>
                <a:lnTo>
                  <a:pt x="2889478" y="1073187"/>
                </a:lnTo>
                <a:lnTo>
                  <a:pt x="2882512" y="1075211"/>
                </a:lnTo>
                <a:lnTo>
                  <a:pt x="2875936" y="1071593"/>
                </a:lnTo>
                <a:lnTo>
                  <a:pt x="2874965" y="1070847"/>
                </a:lnTo>
                <a:close/>
              </a:path>
              <a:path w="5142230" h="2300604">
                <a:moveTo>
                  <a:pt x="3199990" y="1849449"/>
                </a:moveTo>
                <a:lnTo>
                  <a:pt x="3195982" y="1845158"/>
                </a:lnTo>
                <a:lnTo>
                  <a:pt x="3194835" y="1841390"/>
                </a:lnTo>
                <a:lnTo>
                  <a:pt x="3197106" y="1831407"/>
                </a:lnTo>
                <a:lnTo>
                  <a:pt x="3203190" y="1827558"/>
                </a:lnTo>
                <a:lnTo>
                  <a:pt x="3215465" y="1830337"/>
                </a:lnTo>
                <a:lnTo>
                  <a:pt x="3219318" y="1836416"/>
                </a:lnTo>
                <a:lnTo>
                  <a:pt x="3217929" y="1842553"/>
                </a:lnTo>
                <a:lnTo>
                  <a:pt x="3216585" y="1848739"/>
                </a:lnTo>
                <a:lnTo>
                  <a:pt x="3210411" y="1852589"/>
                </a:lnTo>
                <a:lnTo>
                  <a:pt x="3201978" y="1850697"/>
                </a:lnTo>
                <a:lnTo>
                  <a:pt x="3199990" y="1849449"/>
                </a:lnTo>
                <a:close/>
              </a:path>
              <a:path w="5142230" h="2300604">
                <a:moveTo>
                  <a:pt x="3229799" y="1639437"/>
                </a:moveTo>
                <a:lnTo>
                  <a:pt x="3225836" y="1635195"/>
                </a:lnTo>
                <a:lnTo>
                  <a:pt x="3224617" y="1632228"/>
                </a:lnTo>
                <a:lnTo>
                  <a:pt x="3224767" y="1629163"/>
                </a:lnTo>
                <a:lnTo>
                  <a:pt x="3224982" y="1622844"/>
                </a:lnTo>
                <a:lnTo>
                  <a:pt x="3230293" y="1617972"/>
                </a:lnTo>
                <a:lnTo>
                  <a:pt x="3236468" y="1618131"/>
                </a:lnTo>
                <a:lnTo>
                  <a:pt x="3242881" y="1618350"/>
                </a:lnTo>
                <a:lnTo>
                  <a:pt x="3247755" y="1623567"/>
                </a:lnTo>
                <a:lnTo>
                  <a:pt x="3247330" y="1636209"/>
                </a:lnTo>
                <a:lnTo>
                  <a:pt x="3242063" y="1641129"/>
                </a:lnTo>
                <a:lnTo>
                  <a:pt x="3235790" y="1640963"/>
                </a:lnTo>
                <a:lnTo>
                  <a:pt x="3232632" y="1640808"/>
                </a:lnTo>
                <a:lnTo>
                  <a:pt x="3229799" y="1639437"/>
                </a:lnTo>
                <a:close/>
              </a:path>
              <a:path w="5142230" h="2300604">
                <a:moveTo>
                  <a:pt x="2936607" y="1107314"/>
                </a:moveTo>
                <a:lnTo>
                  <a:pt x="2931763" y="1102128"/>
                </a:lnTo>
                <a:lnTo>
                  <a:pt x="2931124" y="1096557"/>
                </a:lnTo>
                <a:lnTo>
                  <a:pt x="2937098" y="1087117"/>
                </a:lnTo>
                <a:lnTo>
                  <a:pt x="2937355" y="1086709"/>
                </a:lnTo>
                <a:lnTo>
                  <a:pt x="2944395" y="1085154"/>
                </a:lnTo>
                <a:lnTo>
                  <a:pt x="2949707" y="1088593"/>
                </a:lnTo>
                <a:lnTo>
                  <a:pt x="2955073" y="1091990"/>
                </a:lnTo>
                <a:lnTo>
                  <a:pt x="2956627" y="1099030"/>
                </a:lnTo>
                <a:lnTo>
                  <a:pt x="2953446" y="1103934"/>
                </a:lnTo>
                <a:lnTo>
                  <a:pt x="2950061" y="1109302"/>
                </a:lnTo>
                <a:lnTo>
                  <a:pt x="2949840" y="1109653"/>
                </a:lnTo>
                <a:lnTo>
                  <a:pt x="2942805" y="1111212"/>
                </a:lnTo>
                <a:lnTo>
                  <a:pt x="2937444" y="1107819"/>
                </a:lnTo>
                <a:lnTo>
                  <a:pt x="2936607" y="1107314"/>
                </a:lnTo>
                <a:close/>
              </a:path>
              <a:path w="5142230" h="2300604">
                <a:moveTo>
                  <a:pt x="2136895" y="823938"/>
                </a:moveTo>
                <a:lnTo>
                  <a:pt x="2132887" y="819647"/>
                </a:lnTo>
                <a:lnTo>
                  <a:pt x="2132506" y="818360"/>
                </a:lnTo>
                <a:lnTo>
                  <a:pt x="2131763" y="815707"/>
                </a:lnTo>
                <a:lnTo>
                  <a:pt x="2134162" y="805764"/>
                </a:lnTo>
                <a:lnTo>
                  <a:pt x="2140333" y="802008"/>
                </a:lnTo>
                <a:lnTo>
                  <a:pt x="2152601" y="804975"/>
                </a:lnTo>
                <a:lnTo>
                  <a:pt x="2156356" y="811146"/>
                </a:lnTo>
                <a:lnTo>
                  <a:pt x="2153385" y="823409"/>
                </a:lnTo>
                <a:lnTo>
                  <a:pt x="2147219" y="827169"/>
                </a:lnTo>
                <a:lnTo>
                  <a:pt x="2141035" y="825632"/>
                </a:lnTo>
                <a:lnTo>
                  <a:pt x="2138837" y="825137"/>
                </a:lnTo>
                <a:lnTo>
                  <a:pt x="2136895" y="823938"/>
                </a:lnTo>
                <a:close/>
              </a:path>
              <a:path w="5142230" h="2300604">
                <a:moveTo>
                  <a:pt x="2747167" y="1009992"/>
                </a:moveTo>
                <a:lnTo>
                  <a:pt x="2743109" y="1005647"/>
                </a:lnTo>
                <a:lnTo>
                  <a:pt x="2742138" y="1000893"/>
                </a:lnTo>
                <a:lnTo>
                  <a:pt x="2743889" y="996610"/>
                </a:lnTo>
                <a:lnTo>
                  <a:pt x="2746400" y="990794"/>
                </a:lnTo>
                <a:lnTo>
                  <a:pt x="2753056" y="988046"/>
                </a:lnTo>
                <a:lnTo>
                  <a:pt x="2759021" y="990619"/>
                </a:lnTo>
                <a:lnTo>
                  <a:pt x="2764695" y="992979"/>
                </a:lnTo>
                <a:lnTo>
                  <a:pt x="2767442" y="999635"/>
                </a:lnTo>
                <a:lnTo>
                  <a:pt x="2762514" y="1011269"/>
                </a:lnTo>
                <a:lnTo>
                  <a:pt x="2755854" y="1014012"/>
                </a:lnTo>
                <a:lnTo>
                  <a:pt x="2748500" y="1010929"/>
                </a:lnTo>
                <a:lnTo>
                  <a:pt x="2747167" y="1009992"/>
                </a:lnTo>
                <a:close/>
              </a:path>
              <a:path w="5142230" h="2300604">
                <a:moveTo>
                  <a:pt x="1723343" y="722571"/>
                </a:moveTo>
                <a:lnTo>
                  <a:pt x="1719335" y="718280"/>
                </a:lnTo>
                <a:lnTo>
                  <a:pt x="1718145" y="714269"/>
                </a:lnTo>
                <a:lnTo>
                  <a:pt x="1719182" y="710296"/>
                </a:lnTo>
                <a:lnTo>
                  <a:pt x="1720805" y="704214"/>
                </a:lnTo>
                <a:lnTo>
                  <a:pt x="1726825" y="700786"/>
                </a:lnTo>
                <a:lnTo>
                  <a:pt x="1727063" y="700651"/>
                </a:lnTo>
                <a:lnTo>
                  <a:pt x="1733145" y="702274"/>
                </a:lnTo>
                <a:lnTo>
                  <a:pt x="1739272" y="703847"/>
                </a:lnTo>
                <a:lnTo>
                  <a:pt x="1742840" y="710110"/>
                </a:lnTo>
                <a:lnTo>
                  <a:pt x="1741217" y="716192"/>
                </a:lnTo>
                <a:lnTo>
                  <a:pt x="1739642" y="722229"/>
                </a:lnTo>
                <a:lnTo>
                  <a:pt x="1733617" y="725749"/>
                </a:lnTo>
                <a:lnTo>
                  <a:pt x="1733380" y="725887"/>
                </a:lnTo>
                <a:lnTo>
                  <a:pt x="1727298" y="724263"/>
                </a:lnTo>
                <a:lnTo>
                  <a:pt x="1725141" y="723713"/>
                </a:lnTo>
                <a:lnTo>
                  <a:pt x="1723343" y="722571"/>
                </a:lnTo>
                <a:close/>
              </a:path>
              <a:path w="5142230" h="2300604">
                <a:moveTo>
                  <a:pt x="2811897" y="1038817"/>
                </a:moveTo>
                <a:lnTo>
                  <a:pt x="2807802" y="1034433"/>
                </a:lnTo>
                <a:lnTo>
                  <a:pt x="2806882" y="1029440"/>
                </a:lnTo>
                <a:lnTo>
                  <a:pt x="2808969" y="1025125"/>
                </a:lnTo>
                <a:lnTo>
                  <a:pt x="2811666" y="1019410"/>
                </a:lnTo>
                <a:lnTo>
                  <a:pt x="2818452" y="1016997"/>
                </a:lnTo>
                <a:lnTo>
                  <a:pt x="2829877" y="1022386"/>
                </a:lnTo>
                <a:lnTo>
                  <a:pt x="2832294" y="1029177"/>
                </a:lnTo>
                <a:lnTo>
                  <a:pt x="2829593" y="1034887"/>
                </a:lnTo>
                <a:lnTo>
                  <a:pt x="2826855" y="1040558"/>
                </a:lnTo>
                <a:lnTo>
                  <a:pt x="2820065" y="1042966"/>
                </a:lnTo>
                <a:lnTo>
                  <a:pt x="2813049" y="1039658"/>
                </a:lnTo>
                <a:lnTo>
                  <a:pt x="2811897" y="1038817"/>
                </a:lnTo>
                <a:close/>
              </a:path>
              <a:path w="5142230" h="2300604">
                <a:moveTo>
                  <a:pt x="1860945" y="757658"/>
                </a:moveTo>
                <a:lnTo>
                  <a:pt x="1856932" y="753362"/>
                </a:lnTo>
                <a:lnTo>
                  <a:pt x="1855842" y="749458"/>
                </a:lnTo>
                <a:lnTo>
                  <a:pt x="1858261" y="739438"/>
                </a:lnTo>
                <a:lnTo>
                  <a:pt x="1864477" y="735731"/>
                </a:lnTo>
                <a:lnTo>
                  <a:pt x="1870611" y="737214"/>
                </a:lnTo>
                <a:lnTo>
                  <a:pt x="1876696" y="738743"/>
                </a:lnTo>
                <a:lnTo>
                  <a:pt x="1880447" y="744909"/>
                </a:lnTo>
                <a:lnTo>
                  <a:pt x="1878923" y="750999"/>
                </a:lnTo>
                <a:lnTo>
                  <a:pt x="1877439" y="757133"/>
                </a:lnTo>
                <a:lnTo>
                  <a:pt x="1871264" y="760884"/>
                </a:lnTo>
                <a:lnTo>
                  <a:pt x="1862887" y="758857"/>
                </a:lnTo>
                <a:lnTo>
                  <a:pt x="1860945" y="757658"/>
                </a:lnTo>
                <a:close/>
              </a:path>
              <a:path w="5142230" h="2300604">
                <a:moveTo>
                  <a:pt x="3204200" y="1430225"/>
                </a:moveTo>
                <a:lnTo>
                  <a:pt x="3200191" y="1425934"/>
                </a:lnTo>
                <a:lnTo>
                  <a:pt x="3199345" y="1424441"/>
                </a:lnTo>
                <a:lnTo>
                  <a:pt x="3198838" y="1422824"/>
                </a:lnTo>
                <a:lnTo>
                  <a:pt x="3196871" y="1416808"/>
                </a:lnTo>
                <a:lnTo>
                  <a:pt x="3200201" y="1410402"/>
                </a:lnTo>
                <a:lnTo>
                  <a:pt x="3206172" y="1408486"/>
                </a:lnTo>
                <a:lnTo>
                  <a:pt x="3211907" y="1406610"/>
                </a:lnTo>
                <a:lnTo>
                  <a:pt x="3212187" y="1406519"/>
                </a:lnTo>
                <a:lnTo>
                  <a:pt x="3218589" y="1409852"/>
                </a:lnTo>
                <a:lnTo>
                  <a:pt x="3222477" y="1421834"/>
                </a:lnTo>
                <a:lnTo>
                  <a:pt x="3219189" y="1428285"/>
                </a:lnTo>
                <a:lnTo>
                  <a:pt x="3208828" y="1431562"/>
                </a:lnTo>
                <a:lnTo>
                  <a:pt x="3204200" y="1430225"/>
                </a:lnTo>
                <a:close/>
              </a:path>
              <a:path w="5142230" h="2300604">
                <a:moveTo>
                  <a:pt x="3220942" y="1498682"/>
                </a:moveTo>
                <a:lnTo>
                  <a:pt x="3216979" y="1494440"/>
                </a:lnTo>
                <a:lnTo>
                  <a:pt x="3215915" y="1492421"/>
                </a:lnTo>
                <a:lnTo>
                  <a:pt x="3215571" y="1490195"/>
                </a:lnTo>
                <a:lnTo>
                  <a:pt x="3214459" y="1484020"/>
                </a:lnTo>
                <a:lnTo>
                  <a:pt x="3218575" y="1478065"/>
                </a:lnTo>
                <a:lnTo>
                  <a:pt x="3230930" y="1475847"/>
                </a:lnTo>
                <a:lnTo>
                  <a:pt x="3236875" y="1479963"/>
                </a:lnTo>
                <a:lnTo>
                  <a:pt x="3239144" y="1492362"/>
                </a:lnTo>
                <a:lnTo>
                  <a:pt x="3234982" y="1498268"/>
                </a:lnTo>
                <a:lnTo>
                  <a:pt x="3228803" y="1499374"/>
                </a:lnTo>
                <a:lnTo>
                  <a:pt x="3224863" y="1500142"/>
                </a:lnTo>
                <a:lnTo>
                  <a:pt x="3220942" y="1498682"/>
                </a:lnTo>
                <a:close/>
              </a:path>
              <a:path w="5142230" h="2300604">
                <a:moveTo>
                  <a:pt x="1792086" y="740443"/>
                </a:moveTo>
                <a:lnTo>
                  <a:pt x="1788077" y="736152"/>
                </a:lnTo>
                <a:lnTo>
                  <a:pt x="1786933" y="732190"/>
                </a:lnTo>
                <a:lnTo>
                  <a:pt x="1789450" y="722177"/>
                </a:lnTo>
                <a:lnTo>
                  <a:pt x="1795666" y="718471"/>
                </a:lnTo>
                <a:lnTo>
                  <a:pt x="1807878" y="721572"/>
                </a:lnTo>
                <a:lnTo>
                  <a:pt x="1811584" y="727789"/>
                </a:lnTo>
                <a:lnTo>
                  <a:pt x="1810031" y="733848"/>
                </a:lnTo>
                <a:lnTo>
                  <a:pt x="1808482" y="740009"/>
                </a:lnTo>
                <a:lnTo>
                  <a:pt x="1802266" y="743716"/>
                </a:lnTo>
                <a:lnTo>
                  <a:pt x="1796296" y="742212"/>
                </a:lnTo>
                <a:lnTo>
                  <a:pt x="1793978" y="741588"/>
                </a:lnTo>
                <a:lnTo>
                  <a:pt x="1792086" y="740443"/>
                </a:lnTo>
                <a:close/>
              </a:path>
              <a:path w="5142230" h="2300604">
                <a:moveTo>
                  <a:pt x="3224516" y="1709925"/>
                </a:moveTo>
                <a:lnTo>
                  <a:pt x="3220553" y="1705683"/>
                </a:lnTo>
                <a:lnTo>
                  <a:pt x="3219346" y="1702436"/>
                </a:lnTo>
                <a:lnTo>
                  <a:pt x="3219699" y="1699002"/>
                </a:lnTo>
                <a:lnTo>
                  <a:pt x="3220431" y="1692748"/>
                </a:lnTo>
                <a:lnTo>
                  <a:pt x="3226062" y="1688219"/>
                </a:lnTo>
                <a:lnTo>
                  <a:pt x="3232311" y="1688946"/>
                </a:lnTo>
                <a:lnTo>
                  <a:pt x="3238568" y="1689584"/>
                </a:lnTo>
                <a:lnTo>
                  <a:pt x="3243098" y="1695214"/>
                </a:lnTo>
                <a:lnTo>
                  <a:pt x="3242411" y="1701517"/>
                </a:lnTo>
                <a:lnTo>
                  <a:pt x="3241683" y="1707776"/>
                </a:lnTo>
                <a:lnTo>
                  <a:pt x="3236053" y="1712305"/>
                </a:lnTo>
                <a:lnTo>
                  <a:pt x="3226976" y="1711288"/>
                </a:lnTo>
                <a:lnTo>
                  <a:pt x="3224516" y="1709925"/>
                </a:lnTo>
                <a:close/>
              </a:path>
              <a:path w="5142230" h="2300604">
                <a:moveTo>
                  <a:pt x="2994447" y="1147433"/>
                </a:moveTo>
                <a:lnTo>
                  <a:pt x="2989796" y="1142454"/>
                </a:lnTo>
                <a:lnTo>
                  <a:pt x="2989345" y="1136302"/>
                </a:lnTo>
                <a:lnTo>
                  <a:pt x="2992807" y="1131798"/>
                </a:lnTo>
                <a:lnTo>
                  <a:pt x="2996613" y="1126781"/>
                </a:lnTo>
                <a:lnTo>
                  <a:pt x="3003728" y="1125796"/>
                </a:lnTo>
                <a:lnTo>
                  <a:pt x="3013756" y="1133403"/>
                </a:lnTo>
                <a:lnTo>
                  <a:pt x="3014792" y="1140572"/>
                </a:lnTo>
                <a:lnTo>
                  <a:pt x="3007131" y="1150650"/>
                </a:lnTo>
                <a:lnTo>
                  <a:pt x="2999966" y="1151581"/>
                </a:lnTo>
                <a:lnTo>
                  <a:pt x="2994954" y="1147780"/>
                </a:lnTo>
                <a:lnTo>
                  <a:pt x="2994447" y="1147433"/>
                </a:lnTo>
                <a:close/>
              </a:path>
              <a:path w="5142230" h="2300604">
                <a:moveTo>
                  <a:pt x="3229088" y="1568787"/>
                </a:moveTo>
                <a:lnTo>
                  <a:pt x="3225075" y="1564491"/>
                </a:lnTo>
                <a:lnTo>
                  <a:pt x="3223930" y="1562092"/>
                </a:lnTo>
                <a:lnTo>
                  <a:pt x="3223793" y="1559306"/>
                </a:lnTo>
                <a:lnTo>
                  <a:pt x="3223394" y="1553014"/>
                </a:lnTo>
                <a:lnTo>
                  <a:pt x="3228155" y="1547653"/>
                </a:lnTo>
                <a:lnTo>
                  <a:pt x="3240736" y="1546849"/>
                </a:lnTo>
                <a:lnTo>
                  <a:pt x="3246143" y="1551659"/>
                </a:lnTo>
                <a:lnTo>
                  <a:pt x="3246896" y="1564195"/>
                </a:lnTo>
                <a:lnTo>
                  <a:pt x="3242185" y="1569610"/>
                </a:lnTo>
                <a:lnTo>
                  <a:pt x="3235842" y="1569956"/>
                </a:lnTo>
                <a:lnTo>
                  <a:pt x="3232340" y="1570215"/>
                </a:lnTo>
                <a:lnTo>
                  <a:pt x="3229088" y="1568787"/>
                </a:lnTo>
                <a:close/>
              </a:path>
              <a:path w="5142230" h="2300604">
                <a:moveTo>
                  <a:pt x="1384075" y="616367"/>
                </a:moveTo>
                <a:lnTo>
                  <a:pt x="1380066" y="612077"/>
                </a:lnTo>
                <a:lnTo>
                  <a:pt x="1378994" y="607508"/>
                </a:lnTo>
                <a:lnTo>
                  <a:pt x="1382785" y="597393"/>
                </a:lnTo>
                <a:lnTo>
                  <a:pt x="1389353" y="594453"/>
                </a:lnTo>
                <a:lnTo>
                  <a:pt x="1401146" y="598867"/>
                </a:lnTo>
                <a:lnTo>
                  <a:pt x="1404176" y="605433"/>
                </a:lnTo>
                <a:lnTo>
                  <a:pt x="1399717" y="617278"/>
                </a:lnTo>
                <a:lnTo>
                  <a:pt x="1393149" y="620217"/>
                </a:lnTo>
                <a:lnTo>
                  <a:pt x="1385551" y="617362"/>
                </a:lnTo>
                <a:lnTo>
                  <a:pt x="1384075" y="616367"/>
                </a:lnTo>
                <a:close/>
              </a:path>
              <a:path w="5142230" h="2300604">
                <a:moveTo>
                  <a:pt x="2343148" y="876700"/>
                </a:moveTo>
                <a:lnTo>
                  <a:pt x="2339144" y="872414"/>
                </a:lnTo>
                <a:lnTo>
                  <a:pt x="2338002" y="868358"/>
                </a:lnTo>
                <a:lnTo>
                  <a:pt x="2339134" y="864388"/>
                </a:lnTo>
                <a:lnTo>
                  <a:pt x="2340806" y="858261"/>
                </a:lnTo>
                <a:lnTo>
                  <a:pt x="2346685" y="854975"/>
                </a:lnTo>
                <a:lnTo>
                  <a:pt x="2347105" y="854741"/>
                </a:lnTo>
                <a:lnTo>
                  <a:pt x="2359271" y="858086"/>
                </a:lnTo>
                <a:lnTo>
                  <a:pt x="2362834" y="864345"/>
                </a:lnTo>
                <a:lnTo>
                  <a:pt x="2361117" y="870424"/>
                </a:lnTo>
                <a:lnTo>
                  <a:pt x="2359445" y="876551"/>
                </a:lnTo>
                <a:lnTo>
                  <a:pt x="2353603" y="879878"/>
                </a:lnTo>
                <a:lnTo>
                  <a:pt x="2353186" y="880115"/>
                </a:lnTo>
                <a:lnTo>
                  <a:pt x="2344998" y="877802"/>
                </a:lnTo>
                <a:lnTo>
                  <a:pt x="2343148" y="876700"/>
                </a:lnTo>
                <a:close/>
              </a:path>
              <a:path w="5142230" h="2300604">
                <a:moveTo>
                  <a:pt x="1252458" y="562176"/>
                </a:moveTo>
                <a:lnTo>
                  <a:pt x="1248404" y="557836"/>
                </a:lnTo>
                <a:lnTo>
                  <a:pt x="1247484" y="552942"/>
                </a:lnTo>
                <a:lnTo>
                  <a:pt x="1249427" y="548571"/>
                </a:lnTo>
                <a:lnTo>
                  <a:pt x="1252025" y="542848"/>
                </a:lnTo>
                <a:lnTo>
                  <a:pt x="1258773" y="540297"/>
                </a:lnTo>
                <a:lnTo>
                  <a:pt x="1264491" y="542899"/>
                </a:lnTo>
                <a:lnTo>
                  <a:pt x="1270258" y="545456"/>
                </a:lnTo>
                <a:lnTo>
                  <a:pt x="1272814" y="552199"/>
                </a:lnTo>
                <a:lnTo>
                  <a:pt x="1270257" y="557966"/>
                </a:lnTo>
                <a:lnTo>
                  <a:pt x="1267606" y="563730"/>
                </a:lnTo>
                <a:lnTo>
                  <a:pt x="1260863" y="566286"/>
                </a:lnTo>
                <a:lnTo>
                  <a:pt x="1253703" y="563021"/>
                </a:lnTo>
                <a:lnTo>
                  <a:pt x="1252458" y="562176"/>
                </a:lnTo>
                <a:close/>
              </a:path>
              <a:path w="5142230" h="2300604">
                <a:moveTo>
                  <a:pt x="2614564" y="959826"/>
                </a:moveTo>
                <a:lnTo>
                  <a:pt x="2610510" y="955487"/>
                </a:lnTo>
                <a:lnTo>
                  <a:pt x="2609431" y="951107"/>
                </a:lnTo>
                <a:lnTo>
                  <a:pt x="2610843" y="946948"/>
                </a:lnTo>
                <a:lnTo>
                  <a:pt x="2612890" y="941027"/>
                </a:lnTo>
                <a:lnTo>
                  <a:pt x="2619414" y="937845"/>
                </a:lnTo>
                <a:lnTo>
                  <a:pt x="2631312" y="941980"/>
                </a:lnTo>
                <a:lnTo>
                  <a:pt x="2634497" y="948419"/>
                </a:lnTo>
                <a:lnTo>
                  <a:pt x="2632405" y="954391"/>
                </a:lnTo>
                <a:lnTo>
                  <a:pt x="2630403" y="960361"/>
                </a:lnTo>
                <a:lnTo>
                  <a:pt x="2623879" y="963543"/>
                </a:lnTo>
                <a:lnTo>
                  <a:pt x="2617907" y="961451"/>
                </a:lnTo>
                <a:lnTo>
                  <a:pt x="2616086" y="960870"/>
                </a:lnTo>
                <a:lnTo>
                  <a:pt x="2614564" y="959826"/>
                </a:lnTo>
                <a:close/>
              </a:path>
              <a:path w="5142230" h="2300604">
                <a:moveTo>
                  <a:pt x="2547201" y="937469"/>
                </a:moveTo>
                <a:lnTo>
                  <a:pt x="2543193" y="933179"/>
                </a:lnTo>
                <a:lnTo>
                  <a:pt x="2542062" y="928938"/>
                </a:lnTo>
                <a:lnTo>
                  <a:pt x="2545328" y="918848"/>
                </a:lnTo>
                <a:lnTo>
                  <a:pt x="2551720" y="915524"/>
                </a:lnTo>
                <a:lnTo>
                  <a:pt x="2563726" y="919384"/>
                </a:lnTo>
                <a:lnTo>
                  <a:pt x="2567049" y="925776"/>
                </a:lnTo>
                <a:lnTo>
                  <a:pt x="2565098" y="931800"/>
                </a:lnTo>
                <a:lnTo>
                  <a:pt x="2563195" y="937778"/>
                </a:lnTo>
                <a:lnTo>
                  <a:pt x="2556803" y="941101"/>
                </a:lnTo>
                <a:lnTo>
                  <a:pt x="2550774" y="939144"/>
                </a:lnTo>
                <a:lnTo>
                  <a:pt x="2548863" y="938565"/>
                </a:lnTo>
                <a:lnTo>
                  <a:pt x="2547201" y="937469"/>
                </a:lnTo>
                <a:close/>
              </a:path>
              <a:path w="5142230" h="2300604">
                <a:moveTo>
                  <a:pt x="2681347" y="983811"/>
                </a:moveTo>
                <a:lnTo>
                  <a:pt x="2677297" y="979477"/>
                </a:lnTo>
                <a:lnTo>
                  <a:pt x="2676221" y="974903"/>
                </a:lnTo>
                <a:lnTo>
                  <a:pt x="2677825" y="970756"/>
                </a:lnTo>
                <a:lnTo>
                  <a:pt x="2680061" y="964841"/>
                </a:lnTo>
                <a:lnTo>
                  <a:pt x="2686579" y="961848"/>
                </a:lnTo>
                <a:lnTo>
                  <a:pt x="2698423" y="966316"/>
                </a:lnTo>
                <a:lnTo>
                  <a:pt x="2701362" y="972884"/>
                </a:lnTo>
                <a:lnTo>
                  <a:pt x="2699131" y="978803"/>
                </a:lnTo>
                <a:lnTo>
                  <a:pt x="2696948" y="984678"/>
                </a:lnTo>
                <a:lnTo>
                  <a:pt x="2690327" y="987658"/>
                </a:lnTo>
                <a:lnTo>
                  <a:pt x="2684453" y="985475"/>
                </a:lnTo>
                <a:lnTo>
                  <a:pt x="2682729" y="984803"/>
                </a:lnTo>
                <a:lnTo>
                  <a:pt x="2681347" y="983811"/>
                </a:lnTo>
                <a:close/>
              </a:path>
              <a:path w="5142230" h="2300604">
                <a:moveTo>
                  <a:pt x="3048517" y="1192607"/>
                </a:moveTo>
                <a:lnTo>
                  <a:pt x="3043917" y="1187682"/>
                </a:lnTo>
                <a:lnTo>
                  <a:pt x="3043816" y="1180928"/>
                </a:lnTo>
                <a:lnTo>
                  <a:pt x="3052204" y="1171823"/>
                </a:lnTo>
                <a:lnTo>
                  <a:pt x="3059436" y="1171550"/>
                </a:lnTo>
                <a:lnTo>
                  <a:pt x="3064006" y="1175855"/>
                </a:lnTo>
                <a:lnTo>
                  <a:pt x="3068633" y="1180125"/>
                </a:lnTo>
                <a:lnTo>
                  <a:pt x="3068907" y="1187357"/>
                </a:lnTo>
                <a:lnTo>
                  <a:pt x="3060377" y="1196603"/>
                </a:lnTo>
                <a:lnTo>
                  <a:pt x="3053145" y="1196876"/>
                </a:lnTo>
                <a:lnTo>
                  <a:pt x="3048517" y="1192607"/>
                </a:lnTo>
                <a:close/>
              </a:path>
              <a:path w="5142230" h="2300604">
                <a:moveTo>
                  <a:pt x="2411466" y="896073"/>
                </a:moveTo>
                <a:lnTo>
                  <a:pt x="2407453" y="891777"/>
                </a:lnTo>
                <a:lnTo>
                  <a:pt x="2406324" y="887636"/>
                </a:lnTo>
                <a:lnTo>
                  <a:pt x="2409263" y="877586"/>
                </a:lnTo>
                <a:lnTo>
                  <a:pt x="2415612" y="874120"/>
                </a:lnTo>
                <a:lnTo>
                  <a:pt x="2427668" y="877641"/>
                </a:lnTo>
                <a:lnTo>
                  <a:pt x="2431139" y="883996"/>
                </a:lnTo>
                <a:lnTo>
                  <a:pt x="2429376" y="890026"/>
                </a:lnTo>
                <a:lnTo>
                  <a:pt x="2427564" y="896102"/>
                </a:lnTo>
                <a:lnTo>
                  <a:pt x="2421214" y="899568"/>
                </a:lnTo>
                <a:lnTo>
                  <a:pt x="2413174" y="897217"/>
                </a:lnTo>
                <a:lnTo>
                  <a:pt x="2411466" y="896073"/>
                </a:lnTo>
                <a:close/>
              </a:path>
              <a:path w="5142230" h="2300604">
                <a:moveTo>
                  <a:pt x="1317829" y="590319"/>
                </a:moveTo>
                <a:lnTo>
                  <a:pt x="1313821" y="586028"/>
                </a:lnTo>
                <a:lnTo>
                  <a:pt x="1312801" y="581320"/>
                </a:lnTo>
                <a:lnTo>
                  <a:pt x="1316964" y="571212"/>
                </a:lnTo>
                <a:lnTo>
                  <a:pt x="1323579" y="568421"/>
                </a:lnTo>
                <a:lnTo>
                  <a:pt x="1329591" y="570849"/>
                </a:lnTo>
                <a:lnTo>
                  <a:pt x="1335265" y="573209"/>
                </a:lnTo>
                <a:lnTo>
                  <a:pt x="1338013" y="579864"/>
                </a:lnTo>
                <a:lnTo>
                  <a:pt x="1335686" y="585682"/>
                </a:lnTo>
                <a:lnTo>
                  <a:pt x="1333274" y="591506"/>
                </a:lnTo>
                <a:lnTo>
                  <a:pt x="1326569" y="594299"/>
                </a:lnTo>
                <a:lnTo>
                  <a:pt x="1320796" y="591931"/>
                </a:lnTo>
                <a:lnTo>
                  <a:pt x="1319212" y="591310"/>
                </a:lnTo>
                <a:lnTo>
                  <a:pt x="1317829" y="590319"/>
                </a:lnTo>
                <a:close/>
              </a:path>
              <a:path w="5142230" h="2300604">
                <a:moveTo>
                  <a:pt x="2479461" y="916369"/>
                </a:moveTo>
                <a:lnTo>
                  <a:pt x="2475457" y="912083"/>
                </a:lnTo>
                <a:lnTo>
                  <a:pt x="2474319" y="907933"/>
                </a:lnTo>
                <a:lnTo>
                  <a:pt x="2477400" y="897840"/>
                </a:lnTo>
                <a:lnTo>
                  <a:pt x="2483747" y="894468"/>
                </a:lnTo>
                <a:lnTo>
                  <a:pt x="2489781" y="896237"/>
                </a:lnTo>
                <a:lnTo>
                  <a:pt x="2495804" y="898089"/>
                </a:lnTo>
                <a:lnTo>
                  <a:pt x="2499221" y="904484"/>
                </a:lnTo>
                <a:lnTo>
                  <a:pt x="2495511" y="916543"/>
                </a:lnTo>
                <a:lnTo>
                  <a:pt x="2489160" y="919910"/>
                </a:lnTo>
                <a:lnTo>
                  <a:pt x="2483134" y="918152"/>
                </a:lnTo>
                <a:lnTo>
                  <a:pt x="2481168" y="917513"/>
                </a:lnTo>
                <a:lnTo>
                  <a:pt x="2479461" y="916369"/>
                </a:lnTo>
                <a:close/>
              </a:path>
              <a:path w="5142230" h="2300604">
                <a:moveTo>
                  <a:pt x="3351748" y="1389454"/>
                </a:moveTo>
                <a:lnTo>
                  <a:pt x="3347881" y="1385314"/>
                </a:lnTo>
                <a:lnTo>
                  <a:pt x="3346943" y="1383625"/>
                </a:lnTo>
                <a:lnTo>
                  <a:pt x="3346497" y="1381584"/>
                </a:lnTo>
                <a:lnTo>
                  <a:pt x="3345139" y="1375731"/>
                </a:lnTo>
                <a:lnTo>
                  <a:pt x="3348834" y="1369814"/>
                </a:lnTo>
                <a:lnTo>
                  <a:pt x="3354827" y="1368508"/>
                </a:lnTo>
                <a:lnTo>
                  <a:pt x="3360680" y="1367149"/>
                </a:lnTo>
                <a:lnTo>
                  <a:pt x="3366597" y="1370844"/>
                </a:lnTo>
                <a:lnTo>
                  <a:pt x="3369262" y="1382690"/>
                </a:lnTo>
                <a:lnTo>
                  <a:pt x="3365567" y="1388607"/>
                </a:lnTo>
                <a:lnTo>
                  <a:pt x="3355672" y="1390819"/>
                </a:lnTo>
                <a:lnTo>
                  <a:pt x="3351748" y="1389454"/>
                </a:lnTo>
                <a:close/>
              </a:path>
              <a:path w="5142230" h="2300604">
                <a:moveTo>
                  <a:pt x="2461083" y="779596"/>
                </a:moveTo>
                <a:lnTo>
                  <a:pt x="2457206" y="775447"/>
                </a:lnTo>
                <a:lnTo>
                  <a:pt x="2456162" y="771592"/>
                </a:lnTo>
                <a:lnTo>
                  <a:pt x="2457188" y="767803"/>
                </a:lnTo>
                <a:lnTo>
                  <a:pt x="2458706" y="761901"/>
                </a:lnTo>
                <a:lnTo>
                  <a:pt x="2464777" y="758430"/>
                </a:lnTo>
                <a:lnTo>
                  <a:pt x="2476473" y="761567"/>
                </a:lnTo>
                <a:lnTo>
                  <a:pt x="2479949" y="767633"/>
                </a:lnTo>
                <a:lnTo>
                  <a:pt x="2476812" y="779329"/>
                </a:lnTo>
                <a:lnTo>
                  <a:pt x="2471039" y="782630"/>
                </a:lnTo>
                <a:lnTo>
                  <a:pt x="2470741" y="782800"/>
                </a:lnTo>
                <a:lnTo>
                  <a:pt x="2462835" y="780690"/>
                </a:lnTo>
                <a:lnTo>
                  <a:pt x="2461083" y="779596"/>
                </a:lnTo>
                <a:close/>
              </a:path>
              <a:path w="5142230" h="2300604">
                <a:moveTo>
                  <a:pt x="3320309" y="1880501"/>
                </a:moveTo>
                <a:lnTo>
                  <a:pt x="3316483" y="1876405"/>
                </a:lnTo>
                <a:lnTo>
                  <a:pt x="3315326" y="1872821"/>
                </a:lnTo>
                <a:lnTo>
                  <a:pt x="3316067" y="1869215"/>
                </a:lnTo>
                <a:lnTo>
                  <a:pt x="3317212" y="1863306"/>
                </a:lnTo>
                <a:lnTo>
                  <a:pt x="3323009" y="1859443"/>
                </a:lnTo>
                <a:lnTo>
                  <a:pt x="3334919" y="1861831"/>
                </a:lnTo>
                <a:lnTo>
                  <a:pt x="3338777" y="1867623"/>
                </a:lnTo>
                <a:lnTo>
                  <a:pt x="3336393" y="1879538"/>
                </a:lnTo>
                <a:lnTo>
                  <a:pt x="3330645" y="1883355"/>
                </a:lnTo>
                <a:lnTo>
                  <a:pt x="3322346" y="1881704"/>
                </a:lnTo>
                <a:lnTo>
                  <a:pt x="3320309" y="1880501"/>
                </a:lnTo>
                <a:close/>
              </a:path>
              <a:path w="5142230" h="2300604">
                <a:moveTo>
                  <a:pt x="3277946" y="2300034"/>
                </a:moveTo>
                <a:lnTo>
                  <a:pt x="3277302" y="2299345"/>
                </a:lnTo>
                <a:lnTo>
                  <a:pt x="3276195" y="2297183"/>
                </a:lnTo>
                <a:lnTo>
                  <a:pt x="3275947" y="2294767"/>
                </a:lnTo>
                <a:lnTo>
                  <a:pt x="3275250" y="2288742"/>
                </a:lnTo>
                <a:lnTo>
                  <a:pt x="3279594" y="2283324"/>
                </a:lnTo>
                <a:lnTo>
                  <a:pt x="3291632" y="2281940"/>
                </a:lnTo>
                <a:lnTo>
                  <a:pt x="3297099" y="2286229"/>
                </a:lnTo>
                <a:lnTo>
                  <a:pt x="3298484" y="2298267"/>
                </a:lnTo>
                <a:lnTo>
                  <a:pt x="3297093" y="2300034"/>
                </a:lnTo>
                <a:lnTo>
                  <a:pt x="3277946" y="2300034"/>
                </a:lnTo>
                <a:close/>
              </a:path>
              <a:path w="5142230" h="2300604">
                <a:moveTo>
                  <a:pt x="1567199" y="549851"/>
                </a:moveTo>
                <a:lnTo>
                  <a:pt x="1563327" y="545706"/>
                </a:lnTo>
                <a:lnTo>
                  <a:pt x="1562285" y="541658"/>
                </a:lnTo>
                <a:lnTo>
                  <a:pt x="1563457" y="537732"/>
                </a:lnTo>
                <a:lnTo>
                  <a:pt x="1565259" y="531939"/>
                </a:lnTo>
                <a:lnTo>
                  <a:pt x="1571459" y="528704"/>
                </a:lnTo>
                <a:lnTo>
                  <a:pt x="1583040" y="532304"/>
                </a:lnTo>
                <a:lnTo>
                  <a:pt x="1586280" y="538509"/>
                </a:lnTo>
                <a:lnTo>
                  <a:pt x="1584432" y="544253"/>
                </a:lnTo>
                <a:lnTo>
                  <a:pt x="1582630" y="550045"/>
                </a:lnTo>
                <a:lnTo>
                  <a:pt x="1576524" y="553284"/>
                </a:lnTo>
                <a:lnTo>
                  <a:pt x="1568816" y="550897"/>
                </a:lnTo>
                <a:lnTo>
                  <a:pt x="1567199" y="549851"/>
                </a:lnTo>
                <a:close/>
              </a:path>
              <a:path w="5142230" h="2300604">
                <a:moveTo>
                  <a:pt x="3306602" y="1950184"/>
                </a:moveTo>
                <a:lnTo>
                  <a:pt x="3302776" y="1946088"/>
                </a:lnTo>
                <a:lnTo>
                  <a:pt x="3301620" y="1942602"/>
                </a:lnTo>
                <a:lnTo>
                  <a:pt x="3302357" y="1938992"/>
                </a:lnTo>
                <a:lnTo>
                  <a:pt x="3303461" y="1933039"/>
                </a:lnTo>
                <a:lnTo>
                  <a:pt x="3309208" y="1929122"/>
                </a:lnTo>
                <a:lnTo>
                  <a:pt x="3315170" y="1930227"/>
                </a:lnTo>
                <a:lnTo>
                  <a:pt x="3321125" y="1931421"/>
                </a:lnTo>
                <a:lnTo>
                  <a:pt x="3325032" y="1937167"/>
                </a:lnTo>
                <a:lnTo>
                  <a:pt x="3323932" y="1943125"/>
                </a:lnTo>
                <a:lnTo>
                  <a:pt x="3322743" y="1949085"/>
                </a:lnTo>
                <a:lnTo>
                  <a:pt x="3316987" y="1952992"/>
                </a:lnTo>
                <a:lnTo>
                  <a:pt x="3311034" y="1951897"/>
                </a:lnTo>
                <a:lnTo>
                  <a:pt x="3308639" y="1951386"/>
                </a:lnTo>
                <a:lnTo>
                  <a:pt x="3306602" y="1950184"/>
                </a:lnTo>
                <a:close/>
              </a:path>
              <a:path w="5142230" h="2300604">
                <a:moveTo>
                  <a:pt x="2529510" y="798401"/>
                </a:moveTo>
                <a:lnTo>
                  <a:pt x="2525638" y="794257"/>
                </a:lnTo>
                <a:lnTo>
                  <a:pt x="2524544" y="790348"/>
                </a:lnTo>
                <a:lnTo>
                  <a:pt x="2525614" y="786509"/>
                </a:lnTo>
                <a:lnTo>
                  <a:pt x="2527281" y="780669"/>
                </a:lnTo>
                <a:lnTo>
                  <a:pt x="2532818" y="777506"/>
                </a:lnTo>
                <a:lnTo>
                  <a:pt x="2533295" y="777234"/>
                </a:lnTo>
                <a:lnTo>
                  <a:pt x="2544988" y="780564"/>
                </a:lnTo>
                <a:lnTo>
                  <a:pt x="2548419" y="786582"/>
                </a:lnTo>
                <a:lnTo>
                  <a:pt x="2546752" y="792421"/>
                </a:lnTo>
                <a:lnTo>
                  <a:pt x="2545135" y="798315"/>
                </a:lnTo>
                <a:lnTo>
                  <a:pt x="2539071" y="801696"/>
                </a:lnTo>
                <a:lnTo>
                  <a:pt x="2531221" y="799451"/>
                </a:lnTo>
                <a:lnTo>
                  <a:pt x="2529510" y="798401"/>
                </a:lnTo>
                <a:close/>
              </a:path>
              <a:path w="5142230" h="2300604">
                <a:moveTo>
                  <a:pt x="1299661" y="454162"/>
                </a:moveTo>
                <a:lnTo>
                  <a:pt x="1295790" y="450017"/>
                </a:lnTo>
                <a:lnTo>
                  <a:pt x="1294808" y="445447"/>
                </a:lnTo>
                <a:lnTo>
                  <a:pt x="1296462" y="441353"/>
                </a:lnTo>
                <a:lnTo>
                  <a:pt x="1298778" y="435720"/>
                </a:lnTo>
                <a:lnTo>
                  <a:pt x="1305189" y="433101"/>
                </a:lnTo>
                <a:lnTo>
                  <a:pt x="1316415" y="437689"/>
                </a:lnTo>
                <a:lnTo>
                  <a:pt x="1319124" y="444108"/>
                </a:lnTo>
                <a:lnTo>
                  <a:pt x="1316807" y="449741"/>
                </a:lnTo>
                <a:lnTo>
                  <a:pt x="1314540" y="455329"/>
                </a:lnTo>
                <a:lnTo>
                  <a:pt x="1308072" y="457984"/>
                </a:lnTo>
                <a:lnTo>
                  <a:pt x="1302488" y="455721"/>
                </a:lnTo>
                <a:lnTo>
                  <a:pt x="1300953" y="455055"/>
                </a:lnTo>
                <a:lnTo>
                  <a:pt x="1299661" y="454162"/>
                </a:lnTo>
                <a:close/>
              </a:path>
              <a:path w="5142230" h="2300604">
                <a:moveTo>
                  <a:pt x="3277747" y="2161314"/>
                </a:moveTo>
                <a:lnTo>
                  <a:pt x="3273920" y="2157218"/>
                </a:lnTo>
                <a:lnTo>
                  <a:pt x="3272750" y="2154303"/>
                </a:lnTo>
                <a:lnTo>
                  <a:pt x="3272999" y="2151149"/>
                </a:lnTo>
                <a:lnTo>
                  <a:pt x="3273347" y="2145071"/>
                </a:lnTo>
                <a:lnTo>
                  <a:pt x="3278054" y="2140921"/>
                </a:lnTo>
                <a:lnTo>
                  <a:pt x="3278555" y="2140480"/>
                </a:lnTo>
                <a:lnTo>
                  <a:pt x="3284580" y="2140869"/>
                </a:lnTo>
                <a:lnTo>
                  <a:pt x="3290658" y="2141218"/>
                </a:lnTo>
                <a:lnTo>
                  <a:pt x="3295249" y="2146425"/>
                </a:lnTo>
                <a:lnTo>
                  <a:pt x="3294900" y="2152503"/>
                </a:lnTo>
                <a:lnTo>
                  <a:pt x="3294506" y="2158533"/>
                </a:lnTo>
                <a:lnTo>
                  <a:pt x="3289803" y="2162687"/>
                </a:lnTo>
                <a:lnTo>
                  <a:pt x="3289303" y="2163129"/>
                </a:lnTo>
                <a:lnTo>
                  <a:pt x="3280345" y="2162630"/>
                </a:lnTo>
                <a:lnTo>
                  <a:pt x="3277747" y="2161314"/>
                </a:lnTo>
                <a:close/>
              </a:path>
              <a:path w="5142230" h="2300604">
                <a:moveTo>
                  <a:pt x="1978629" y="660871"/>
                </a:moveTo>
                <a:lnTo>
                  <a:pt x="1974798" y="656770"/>
                </a:lnTo>
                <a:lnTo>
                  <a:pt x="1974433" y="655500"/>
                </a:lnTo>
                <a:lnTo>
                  <a:pt x="1973724" y="652884"/>
                </a:lnTo>
                <a:lnTo>
                  <a:pt x="1974633" y="649263"/>
                </a:lnTo>
                <a:lnTo>
                  <a:pt x="1976061" y="643363"/>
                </a:lnTo>
                <a:lnTo>
                  <a:pt x="1981991" y="639741"/>
                </a:lnTo>
                <a:lnTo>
                  <a:pt x="1993791" y="642598"/>
                </a:lnTo>
                <a:lnTo>
                  <a:pt x="1997364" y="648573"/>
                </a:lnTo>
                <a:lnTo>
                  <a:pt x="1995936" y="654473"/>
                </a:lnTo>
                <a:lnTo>
                  <a:pt x="1994557" y="660327"/>
                </a:lnTo>
                <a:lnTo>
                  <a:pt x="1988578" y="663995"/>
                </a:lnTo>
                <a:lnTo>
                  <a:pt x="1982727" y="662521"/>
                </a:lnTo>
                <a:lnTo>
                  <a:pt x="1980525" y="662021"/>
                </a:lnTo>
                <a:lnTo>
                  <a:pt x="1978629" y="660871"/>
                </a:lnTo>
                <a:close/>
              </a:path>
              <a:path w="5142230" h="2300604">
                <a:moveTo>
                  <a:pt x="3346914" y="1741053"/>
                </a:moveTo>
                <a:lnTo>
                  <a:pt x="3343038" y="1736903"/>
                </a:lnTo>
                <a:lnTo>
                  <a:pt x="3341878" y="1733512"/>
                </a:lnTo>
                <a:lnTo>
                  <a:pt x="3342522" y="1729998"/>
                </a:lnTo>
                <a:lnTo>
                  <a:pt x="3343527" y="1724036"/>
                </a:lnTo>
                <a:lnTo>
                  <a:pt x="3349142" y="1719979"/>
                </a:lnTo>
                <a:lnTo>
                  <a:pt x="3361106" y="1722033"/>
                </a:lnTo>
                <a:lnTo>
                  <a:pt x="3365163" y="1727648"/>
                </a:lnTo>
                <a:lnTo>
                  <a:pt x="3363154" y="1739670"/>
                </a:lnTo>
                <a:lnTo>
                  <a:pt x="3357489" y="1743674"/>
                </a:lnTo>
                <a:lnTo>
                  <a:pt x="3349044" y="1742258"/>
                </a:lnTo>
                <a:lnTo>
                  <a:pt x="3346914" y="1741053"/>
                </a:lnTo>
                <a:close/>
              </a:path>
              <a:path w="5142230" h="2300604">
                <a:moveTo>
                  <a:pt x="1234324" y="426251"/>
                </a:moveTo>
                <a:lnTo>
                  <a:pt x="1230412" y="422062"/>
                </a:lnTo>
                <a:lnTo>
                  <a:pt x="1229486" y="417357"/>
                </a:lnTo>
                <a:lnTo>
                  <a:pt x="1231369" y="413215"/>
                </a:lnTo>
                <a:lnTo>
                  <a:pt x="1233781" y="407684"/>
                </a:lnTo>
                <a:lnTo>
                  <a:pt x="1240287" y="405167"/>
                </a:lnTo>
                <a:lnTo>
                  <a:pt x="1245820" y="407669"/>
                </a:lnTo>
                <a:lnTo>
                  <a:pt x="1251401" y="410125"/>
                </a:lnTo>
                <a:lnTo>
                  <a:pt x="1253873" y="416582"/>
                </a:lnTo>
                <a:lnTo>
                  <a:pt x="1251417" y="422164"/>
                </a:lnTo>
                <a:lnTo>
                  <a:pt x="1249009" y="427700"/>
                </a:lnTo>
                <a:lnTo>
                  <a:pt x="1242499" y="430212"/>
                </a:lnTo>
                <a:lnTo>
                  <a:pt x="1235526" y="427146"/>
                </a:lnTo>
                <a:lnTo>
                  <a:pt x="1234324" y="426251"/>
                </a:lnTo>
                <a:close/>
              </a:path>
              <a:path w="5142230" h="2300604">
                <a:moveTo>
                  <a:pt x="1909711" y="643984"/>
                </a:moveTo>
                <a:lnTo>
                  <a:pt x="1905839" y="639840"/>
                </a:lnTo>
                <a:lnTo>
                  <a:pt x="1905441" y="638534"/>
                </a:lnTo>
                <a:lnTo>
                  <a:pt x="1904708" y="635990"/>
                </a:lnTo>
                <a:lnTo>
                  <a:pt x="1905684" y="632245"/>
                </a:lnTo>
                <a:lnTo>
                  <a:pt x="1907094" y="626423"/>
                </a:lnTo>
                <a:lnTo>
                  <a:pt x="1908677" y="625478"/>
                </a:lnTo>
                <a:lnTo>
                  <a:pt x="1913192" y="622883"/>
                </a:lnTo>
                <a:lnTo>
                  <a:pt x="1918974" y="624283"/>
                </a:lnTo>
                <a:lnTo>
                  <a:pt x="1924825" y="625757"/>
                </a:lnTo>
                <a:lnTo>
                  <a:pt x="1928447" y="631687"/>
                </a:lnTo>
                <a:lnTo>
                  <a:pt x="1926970" y="637632"/>
                </a:lnTo>
                <a:lnTo>
                  <a:pt x="1925491" y="643478"/>
                </a:lnTo>
                <a:lnTo>
                  <a:pt x="1919561" y="647100"/>
                </a:lnTo>
                <a:lnTo>
                  <a:pt x="1913665" y="645578"/>
                </a:lnTo>
                <a:lnTo>
                  <a:pt x="1911557" y="645081"/>
                </a:lnTo>
                <a:lnTo>
                  <a:pt x="1909711" y="643984"/>
                </a:lnTo>
                <a:close/>
              </a:path>
              <a:path w="5142230" h="2300604">
                <a:moveTo>
                  <a:pt x="3332247" y="1321757"/>
                </a:moveTo>
                <a:lnTo>
                  <a:pt x="3328329" y="1317563"/>
                </a:lnTo>
                <a:lnTo>
                  <a:pt x="3327571" y="1316263"/>
                </a:lnTo>
                <a:lnTo>
                  <a:pt x="3327053" y="1314829"/>
                </a:lnTo>
                <a:lnTo>
                  <a:pt x="3324929" y="1309134"/>
                </a:lnTo>
                <a:lnTo>
                  <a:pt x="3327928" y="1302863"/>
                </a:lnTo>
                <a:lnTo>
                  <a:pt x="3333668" y="1300797"/>
                </a:lnTo>
                <a:lnTo>
                  <a:pt x="3339305" y="1298718"/>
                </a:lnTo>
                <a:lnTo>
                  <a:pt x="3345629" y="1301676"/>
                </a:lnTo>
                <a:lnTo>
                  <a:pt x="3349774" y="1313053"/>
                </a:lnTo>
                <a:lnTo>
                  <a:pt x="3346821" y="1319373"/>
                </a:lnTo>
                <a:lnTo>
                  <a:pt x="3336832" y="1322952"/>
                </a:lnTo>
                <a:lnTo>
                  <a:pt x="3332247" y="1321757"/>
                </a:lnTo>
                <a:close/>
              </a:path>
              <a:path w="5142230" h="2300604">
                <a:moveTo>
                  <a:pt x="1703496" y="589992"/>
                </a:moveTo>
                <a:lnTo>
                  <a:pt x="1699670" y="585896"/>
                </a:lnTo>
                <a:lnTo>
                  <a:pt x="1698575" y="581987"/>
                </a:lnTo>
                <a:lnTo>
                  <a:pt x="1699650" y="578153"/>
                </a:lnTo>
                <a:lnTo>
                  <a:pt x="1701267" y="572259"/>
                </a:lnTo>
                <a:lnTo>
                  <a:pt x="1707330" y="568878"/>
                </a:lnTo>
                <a:lnTo>
                  <a:pt x="1719018" y="572104"/>
                </a:lnTo>
                <a:lnTo>
                  <a:pt x="1722404" y="578172"/>
                </a:lnTo>
                <a:lnTo>
                  <a:pt x="1720787" y="584065"/>
                </a:lnTo>
                <a:lnTo>
                  <a:pt x="1719169" y="589859"/>
                </a:lnTo>
                <a:lnTo>
                  <a:pt x="1713526" y="593007"/>
                </a:lnTo>
                <a:lnTo>
                  <a:pt x="1713106" y="593241"/>
                </a:lnTo>
                <a:lnTo>
                  <a:pt x="1707258" y="591673"/>
                </a:lnTo>
                <a:lnTo>
                  <a:pt x="1705252" y="591090"/>
                </a:lnTo>
                <a:lnTo>
                  <a:pt x="1703496" y="589992"/>
                </a:lnTo>
                <a:close/>
              </a:path>
              <a:path w="5142230" h="2300604">
                <a:moveTo>
                  <a:pt x="2732788" y="860882"/>
                </a:moveTo>
                <a:lnTo>
                  <a:pt x="2728962" y="856786"/>
                </a:lnTo>
                <a:lnTo>
                  <a:pt x="2727877" y="852594"/>
                </a:lnTo>
                <a:lnTo>
                  <a:pt x="2731188" y="842845"/>
                </a:lnTo>
                <a:lnTo>
                  <a:pt x="2737426" y="839748"/>
                </a:lnTo>
                <a:lnTo>
                  <a:pt x="2743117" y="841736"/>
                </a:lnTo>
                <a:lnTo>
                  <a:pt x="2748863" y="843683"/>
                </a:lnTo>
                <a:lnTo>
                  <a:pt x="2751955" y="849925"/>
                </a:lnTo>
                <a:lnTo>
                  <a:pt x="2748066" y="861402"/>
                </a:lnTo>
                <a:lnTo>
                  <a:pt x="2741828" y="864499"/>
                </a:lnTo>
                <a:lnTo>
                  <a:pt x="2736087" y="862557"/>
                </a:lnTo>
                <a:lnTo>
                  <a:pt x="2734315" y="861930"/>
                </a:lnTo>
                <a:lnTo>
                  <a:pt x="2732788" y="860882"/>
                </a:lnTo>
                <a:close/>
              </a:path>
              <a:path w="5142230" h="2300604">
                <a:moveTo>
                  <a:pt x="3267964" y="1196935"/>
                </a:moveTo>
                <a:lnTo>
                  <a:pt x="3263119" y="1191749"/>
                </a:lnTo>
                <a:lnTo>
                  <a:pt x="3259649" y="1186764"/>
                </a:lnTo>
                <a:lnTo>
                  <a:pt x="3260826" y="1179911"/>
                </a:lnTo>
                <a:lnTo>
                  <a:pt x="3270792" y="1172985"/>
                </a:lnTo>
                <a:lnTo>
                  <a:pt x="3277645" y="1174162"/>
                </a:lnTo>
                <a:lnTo>
                  <a:pt x="3284576" y="1184123"/>
                </a:lnTo>
                <a:lnTo>
                  <a:pt x="3283398" y="1190976"/>
                </a:lnTo>
                <a:lnTo>
                  <a:pt x="3278418" y="1194441"/>
                </a:lnTo>
                <a:lnTo>
                  <a:pt x="3273918" y="1197640"/>
                </a:lnTo>
                <a:lnTo>
                  <a:pt x="3267964" y="1196935"/>
                </a:lnTo>
                <a:close/>
              </a:path>
              <a:path w="5142230" h="2300604">
                <a:moveTo>
                  <a:pt x="2799687" y="884502"/>
                </a:moveTo>
                <a:lnTo>
                  <a:pt x="2795811" y="880353"/>
                </a:lnTo>
                <a:lnTo>
                  <a:pt x="2794778" y="876022"/>
                </a:lnTo>
                <a:lnTo>
                  <a:pt x="2796236" y="872011"/>
                </a:lnTo>
                <a:lnTo>
                  <a:pt x="2798372" y="866282"/>
                </a:lnTo>
                <a:lnTo>
                  <a:pt x="2804698" y="863377"/>
                </a:lnTo>
                <a:lnTo>
                  <a:pt x="2810391" y="865463"/>
                </a:lnTo>
                <a:lnTo>
                  <a:pt x="2816026" y="867586"/>
                </a:lnTo>
                <a:lnTo>
                  <a:pt x="2818980" y="873876"/>
                </a:lnTo>
                <a:lnTo>
                  <a:pt x="2816849" y="879610"/>
                </a:lnTo>
                <a:lnTo>
                  <a:pt x="2814767" y="885299"/>
                </a:lnTo>
                <a:lnTo>
                  <a:pt x="2808437" y="888199"/>
                </a:lnTo>
                <a:lnTo>
                  <a:pt x="2801070" y="885494"/>
                </a:lnTo>
                <a:lnTo>
                  <a:pt x="2799687" y="884502"/>
                </a:lnTo>
                <a:close/>
              </a:path>
              <a:path w="5142230" h="2300604">
                <a:moveTo>
                  <a:pt x="1635229" y="570479"/>
                </a:moveTo>
                <a:lnTo>
                  <a:pt x="1631362" y="566339"/>
                </a:lnTo>
                <a:lnTo>
                  <a:pt x="1630271" y="562336"/>
                </a:lnTo>
                <a:lnTo>
                  <a:pt x="1633102" y="552660"/>
                </a:lnTo>
                <a:lnTo>
                  <a:pt x="1639211" y="549328"/>
                </a:lnTo>
                <a:lnTo>
                  <a:pt x="1645056" y="550990"/>
                </a:lnTo>
                <a:lnTo>
                  <a:pt x="1650852" y="552698"/>
                </a:lnTo>
                <a:lnTo>
                  <a:pt x="1654185" y="558807"/>
                </a:lnTo>
                <a:lnTo>
                  <a:pt x="1650765" y="570493"/>
                </a:lnTo>
                <a:lnTo>
                  <a:pt x="1644656" y="573826"/>
                </a:lnTo>
                <a:lnTo>
                  <a:pt x="1636850" y="571530"/>
                </a:lnTo>
                <a:lnTo>
                  <a:pt x="1635229" y="570479"/>
                </a:lnTo>
                <a:close/>
              </a:path>
              <a:path w="5142230" h="2300604">
                <a:moveTo>
                  <a:pt x="3170185" y="1088355"/>
                </a:moveTo>
                <a:lnTo>
                  <a:pt x="3165624" y="1083473"/>
                </a:lnTo>
                <a:lnTo>
                  <a:pt x="3165467" y="1077147"/>
                </a:lnTo>
                <a:lnTo>
                  <a:pt x="3173279" y="1068306"/>
                </a:lnTo>
                <a:lnTo>
                  <a:pt x="3180227" y="1067924"/>
                </a:lnTo>
                <a:lnTo>
                  <a:pt x="3184770" y="1071908"/>
                </a:lnTo>
                <a:lnTo>
                  <a:pt x="3189305" y="1075981"/>
                </a:lnTo>
                <a:lnTo>
                  <a:pt x="3189731" y="1082888"/>
                </a:lnTo>
                <a:lnTo>
                  <a:pt x="3185704" y="1087472"/>
                </a:lnTo>
                <a:lnTo>
                  <a:pt x="3181680" y="1091961"/>
                </a:lnTo>
                <a:lnTo>
                  <a:pt x="3174679" y="1092384"/>
                </a:lnTo>
                <a:lnTo>
                  <a:pt x="3170185" y="1088355"/>
                </a:lnTo>
                <a:close/>
              </a:path>
              <a:path w="5142230" h="2300604">
                <a:moveTo>
                  <a:pt x="3304185" y="1257116"/>
                </a:moveTo>
                <a:lnTo>
                  <a:pt x="3300223" y="1252874"/>
                </a:lnTo>
                <a:lnTo>
                  <a:pt x="3299632" y="1252046"/>
                </a:lnTo>
                <a:lnTo>
                  <a:pt x="3296356" y="1245802"/>
                </a:lnTo>
                <a:lnTo>
                  <a:pt x="3298470" y="1239171"/>
                </a:lnTo>
                <a:lnTo>
                  <a:pt x="3303850" y="1236327"/>
                </a:lnTo>
                <a:lnTo>
                  <a:pt x="3309231" y="1233584"/>
                </a:lnTo>
                <a:lnTo>
                  <a:pt x="3315862" y="1235698"/>
                </a:lnTo>
                <a:lnTo>
                  <a:pt x="3321444" y="1246463"/>
                </a:lnTo>
                <a:lnTo>
                  <a:pt x="3319402" y="1252976"/>
                </a:lnTo>
                <a:lnTo>
                  <a:pt x="3309483" y="1258193"/>
                </a:lnTo>
                <a:lnTo>
                  <a:pt x="3304185" y="1257116"/>
                </a:lnTo>
                <a:close/>
              </a:path>
              <a:path w="5142230" h="2300604">
                <a:moveTo>
                  <a:pt x="3284126" y="2090533"/>
                </a:moveTo>
                <a:lnTo>
                  <a:pt x="3280254" y="2086388"/>
                </a:lnTo>
                <a:lnTo>
                  <a:pt x="3279134" y="2083234"/>
                </a:lnTo>
                <a:lnTo>
                  <a:pt x="3279533" y="2079849"/>
                </a:lnTo>
                <a:lnTo>
                  <a:pt x="3280304" y="2073832"/>
                </a:lnTo>
                <a:lnTo>
                  <a:pt x="3285785" y="2069534"/>
                </a:lnTo>
                <a:lnTo>
                  <a:pt x="3297817" y="2070977"/>
                </a:lnTo>
                <a:lnTo>
                  <a:pt x="3302115" y="2076458"/>
                </a:lnTo>
                <a:lnTo>
                  <a:pt x="3301344" y="2082475"/>
                </a:lnTo>
                <a:lnTo>
                  <a:pt x="3300618" y="2088540"/>
                </a:lnTo>
                <a:lnTo>
                  <a:pt x="3295186" y="2092793"/>
                </a:lnTo>
                <a:lnTo>
                  <a:pt x="3286445" y="2091745"/>
                </a:lnTo>
                <a:lnTo>
                  <a:pt x="3284126" y="2090533"/>
                </a:lnTo>
                <a:close/>
              </a:path>
              <a:path w="5142230" h="2300604">
                <a:moveTo>
                  <a:pt x="3363067" y="1459143"/>
                </a:moveTo>
                <a:lnTo>
                  <a:pt x="3359200" y="1455003"/>
                </a:lnTo>
                <a:lnTo>
                  <a:pt x="3358188" y="1452844"/>
                </a:lnTo>
                <a:lnTo>
                  <a:pt x="3357894" y="1450379"/>
                </a:lnTo>
                <a:lnTo>
                  <a:pt x="3357250" y="1444314"/>
                </a:lnTo>
                <a:lnTo>
                  <a:pt x="3361585" y="1438886"/>
                </a:lnTo>
                <a:lnTo>
                  <a:pt x="3367605" y="1438293"/>
                </a:lnTo>
                <a:lnTo>
                  <a:pt x="3373625" y="1437601"/>
                </a:lnTo>
                <a:lnTo>
                  <a:pt x="3379043" y="1441936"/>
                </a:lnTo>
                <a:lnTo>
                  <a:pt x="3379740" y="1447960"/>
                </a:lnTo>
                <a:lnTo>
                  <a:pt x="3380379" y="1454019"/>
                </a:lnTo>
                <a:lnTo>
                  <a:pt x="3376044" y="1459447"/>
                </a:lnTo>
                <a:lnTo>
                  <a:pt x="3370025" y="1460139"/>
                </a:lnTo>
                <a:lnTo>
                  <a:pt x="3366425" y="1460489"/>
                </a:lnTo>
                <a:lnTo>
                  <a:pt x="3363067" y="1459143"/>
                </a:lnTo>
                <a:close/>
              </a:path>
              <a:path w="5142230" h="2300604">
                <a:moveTo>
                  <a:pt x="1840809" y="626626"/>
                </a:moveTo>
                <a:lnTo>
                  <a:pt x="1836937" y="622482"/>
                </a:lnTo>
                <a:lnTo>
                  <a:pt x="1835840" y="618668"/>
                </a:lnTo>
                <a:lnTo>
                  <a:pt x="1838335" y="609023"/>
                </a:lnTo>
                <a:lnTo>
                  <a:pt x="1844315" y="605454"/>
                </a:lnTo>
                <a:lnTo>
                  <a:pt x="1856058" y="608446"/>
                </a:lnTo>
                <a:lnTo>
                  <a:pt x="1859583" y="614467"/>
                </a:lnTo>
                <a:lnTo>
                  <a:pt x="1856586" y="626215"/>
                </a:lnTo>
                <a:lnTo>
                  <a:pt x="1850615" y="629793"/>
                </a:lnTo>
                <a:lnTo>
                  <a:pt x="1844839" y="628301"/>
                </a:lnTo>
                <a:lnTo>
                  <a:pt x="1842611" y="627774"/>
                </a:lnTo>
                <a:lnTo>
                  <a:pt x="1840809" y="626626"/>
                </a:lnTo>
                <a:close/>
              </a:path>
              <a:path w="5142230" h="2300604">
                <a:moveTo>
                  <a:pt x="2665412" y="838902"/>
                </a:moveTo>
                <a:lnTo>
                  <a:pt x="2661545" y="834762"/>
                </a:lnTo>
                <a:lnTo>
                  <a:pt x="2660453" y="830660"/>
                </a:lnTo>
                <a:lnTo>
                  <a:pt x="2661724" y="826743"/>
                </a:lnTo>
                <a:lnTo>
                  <a:pt x="2663522" y="820945"/>
                </a:lnTo>
                <a:lnTo>
                  <a:pt x="2669678" y="817760"/>
                </a:lnTo>
                <a:lnTo>
                  <a:pt x="2681304" y="821409"/>
                </a:lnTo>
                <a:lnTo>
                  <a:pt x="2684494" y="827560"/>
                </a:lnTo>
                <a:lnTo>
                  <a:pt x="2682647" y="833403"/>
                </a:lnTo>
                <a:lnTo>
                  <a:pt x="2680845" y="839196"/>
                </a:lnTo>
                <a:lnTo>
                  <a:pt x="2674648" y="842337"/>
                </a:lnTo>
                <a:lnTo>
                  <a:pt x="2667034" y="839953"/>
                </a:lnTo>
                <a:lnTo>
                  <a:pt x="2665412" y="838902"/>
                </a:lnTo>
                <a:close/>
              </a:path>
              <a:path w="5142230" h="2300604">
                <a:moveTo>
                  <a:pt x="3294170" y="2020155"/>
                </a:moveTo>
                <a:lnTo>
                  <a:pt x="3290343" y="2016059"/>
                </a:lnTo>
                <a:lnTo>
                  <a:pt x="3289184" y="2012667"/>
                </a:lnTo>
                <a:lnTo>
                  <a:pt x="3289729" y="2009145"/>
                </a:lnTo>
                <a:lnTo>
                  <a:pt x="3290735" y="2003184"/>
                </a:lnTo>
                <a:lnTo>
                  <a:pt x="3296398" y="1999081"/>
                </a:lnTo>
                <a:lnTo>
                  <a:pt x="3308415" y="2001095"/>
                </a:lnTo>
                <a:lnTo>
                  <a:pt x="3312419" y="2006750"/>
                </a:lnTo>
                <a:lnTo>
                  <a:pt x="3311414" y="2012711"/>
                </a:lnTo>
                <a:lnTo>
                  <a:pt x="3310458" y="2018726"/>
                </a:lnTo>
                <a:lnTo>
                  <a:pt x="3304798" y="2022735"/>
                </a:lnTo>
                <a:lnTo>
                  <a:pt x="3296300" y="2021360"/>
                </a:lnTo>
                <a:lnTo>
                  <a:pt x="3294170" y="2020155"/>
                </a:lnTo>
                <a:close/>
              </a:path>
              <a:path w="5142230" h="2300604">
                <a:moveTo>
                  <a:pt x="3366945" y="1529664"/>
                </a:moveTo>
                <a:lnTo>
                  <a:pt x="3363124" y="1525573"/>
                </a:lnTo>
                <a:lnTo>
                  <a:pt x="3361980" y="1522980"/>
                </a:lnTo>
                <a:lnTo>
                  <a:pt x="3361986" y="1520153"/>
                </a:lnTo>
                <a:lnTo>
                  <a:pt x="3361958" y="1514062"/>
                </a:lnTo>
                <a:lnTo>
                  <a:pt x="3366801" y="1509081"/>
                </a:lnTo>
                <a:lnTo>
                  <a:pt x="3372842" y="1508998"/>
                </a:lnTo>
                <a:lnTo>
                  <a:pt x="3378933" y="1508969"/>
                </a:lnTo>
                <a:lnTo>
                  <a:pt x="3383914" y="1513813"/>
                </a:lnTo>
                <a:lnTo>
                  <a:pt x="3383943" y="1519904"/>
                </a:lnTo>
                <a:lnTo>
                  <a:pt x="3384020" y="1525949"/>
                </a:lnTo>
                <a:lnTo>
                  <a:pt x="3379181" y="1530935"/>
                </a:lnTo>
                <a:lnTo>
                  <a:pt x="3373090" y="1530964"/>
                </a:lnTo>
                <a:lnTo>
                  <a:pt x="3369877" y="1531043"/>
                </a:lnTo>
                <a:lnTo>
                  <a:pt x="3366945" y="1529664"/>
                </a:lnTo>
                <a:close/>
              </a:path>
              <a:path w="5142230" h="2300604">
                <a:moveTo>
                  <a:pt x="3115090" y="1044137"/>
                </a:moveTo>
                <a:lnTo>
                  <a:pt x="3110565" y="1039293"/>
                </a:lnTo>
                <a:lnTo>
                  <a:pt x="3110116" y="1033535"/>
                </a:lnTo>
                <a:lnTo>
                  <a:pt x="3116899" y="1024276"/>
                </a:lnTo>
                <a:lnTo>
                  <a:pt x="3123780" y="1023236"/>
                </a:lnTo>
                <a:lnTo>
                  <a:pt x="3133546" y="1030366"/>
                </a:lnTo>
                <a:lnTo>
                  <a:pt x="3134582" y="1037242"/>
                </a:lnTo>
                <a:lnTo>
                  <a:pt x="3131066" y="1042179"/>
                </a:lnTo>
                <a:lnTo>
                  <a:pt x="3127501" y="1047062"/>
                </a:lnTo>
                <a:lnTo>
                  <a:pt x="3120571" y="1048148"/>
                </a:lnTo>
                <a:lnTo>
                  <a:pt x="3115090" y="1044137"/>
                </a:lnTo>
                <a:close/>
              </a:path>
              <a:path w="5142230" h="2300604">
                <a:moveTo>
                  <a:pt x="2185794" y="710506"/>
                </a:moveTo>
                <a:lnTo>
                  <a:pt x="2181923" y="706361"/>
                </a:lnTo>
                <a:lnTo>
                  <a:pt x="2180822" y="702641"/>
                </a:lnTo>
                <a:lnTo>
                  <a:pt x="2181705" y="698894"/>
                </a:lnTo>
                <a:lnTo>
                  <a:pt x="2183133" y="692995"/>
                </a:lnTo>
                <a:lnTo>
                  <a:pt x="2189063" y="689372"/>
                </a:lnTo>
                <a:lnTo>
                  <a:pt x="2195007" y="690750"/>
                </a:lnTo>
                <a:lnTo>
                  <a:pt x="2200911" y="692183"/>
                </a:lnTo>
                <a:lnTo>
                  <a:pt x="2204534" y="698114"/>
                </a:lnTo>
                <a:lnTo>
                  <a:pt x="2201677" y="709913"/>
                </a:lnTo>
                <a:lnTo>
                  <a:pt x="2195747" y="713535"/>
                </a:lnTo>
                <a:lnTo>
                  <a:pt x="2189843" y="712102"/>
                </a:lnTo>
                <a:lnTo>
                  <a:pt x="2187645" y="711607"/>
                </a:lnTo>
                <a:lnTo>
                  <a:pt x="2185794" y="710506"/>
                </a:lnTo>
                <a:close/>
              </a:path>
              <a:path w="5142230" h="2300604">
                <a:moveTo>
                  <a:pt x="1106312" y="364775"/>
                </a:moveTo>
                <a:lnTo>
                  <a:pt x="1102390" y="360576"/>
                </a:lnTo>
                <a:lnTo>
                  <a:pt x="1101527" y="355548"/>
                </a:lnTo>
                <a:lnTo>
                  <a:pt x="1103795" y="351329"/>
                </a:lnTo>
                <a:lnTo>
                  <a:pt x="1106577" y="345900"/>
                </a:lnTo>
                <a:lnTo>
                  <a:pt x="1113205" y="343807"/>
                </a:lnTo>
                <a:lnTo>
                  <a:pt x="1118590" y="346639"/>
                </a:lnTo>
                <a:lnTo>
                  <a:pt x="1123969" y="349367"/>
                </a:lnTo>
                <a:lnTo>
                  <a:pt x="1126106" y="356054"/>
                </a:lnTo>
                <a:lnTo>
                  <a:pt x="1120453" y="366814"/>
                </a:lnTo>
                <a:lnTo>
                  <a:pt x="1114005" y="368905"/>
                </a:lnTo>
                <a:lnTo>
                  <a:pt x="1113865" y="368950"/>
                </a:lnTo>
                <a:lnTo>
                  <a:pt x="1107372" y="365519"/>
                </a:lnTo>
                <a:lnTo>
                  <a:pt x="1106312" y="364775"/>
                </a:lnTo>
                <a:close/>
              </a:path>
              <a:path w="5142230" h="2300604">
                <a:moveTo>
                  <a:pt x="2930754" y="938203"/>
                </a:moveTo>
                <a:lnTo>
                  <a:pt x="2926878" y="934054"/>
                </a:lnTo>
                <a:lnTo>
                  <a:pt x="2925907" y="929300"/>
                </a:lnTo>
                <a:lnTo>
                  <a:pt x="2930395" y="919638"/>
                </a:lnTo>
                <a:lnTo>
                  <a:pt x="2936898" y="917215"/>
                </a:lnTo>
                <a:lnTo>
                  <a:pt x="2942431" y="919717"/>
                </a:lnTo>
                <a:lnTo>
                  <a:pt x="2947915" y="922264"/>
                </a:lnTo>
                <a:lnTo>
                  <a:pt x="2950378" y="928811"/>
                </a:lnTo>
                <a:lnTo>
                  <a:pt x="2945235" y="939824"/>
                </a:lnTo>
                <a:lnTo>
                  <a:pt x="2938737" y="942252"/>
                </a:lnTo>
                <a:lnTo>
                  <a:pt x="2933253" y="939705"/>
                </a:lnTo>
                <a:lnTo>
                  <a:pt x="2931906" y="939045"/>
                </a:lnTo>
                <a:lnTo>
                  <a:pt x="2930754" y="938203"/>
                </a:lnTo>
                <a:close/>
              </a:path>
              <a:path w="5142230" h="2300604">
                <a:moveTo>
                  <a:pt x="3055778" y="1004398"/>
                </a:moveTo>
                <a:lnTo>
                  <a:pt x="3051861" y="1000205"/>
                </a:lnTo>
                <a:lnTo>
                  <a:pt x="3051195" y="994800"/>
                </a:lnTo>
                <a:lnTo>
                  <a:pt x="3053798" y="990451"/>
                </a:lnTo>
                <a:lnTo>
                  <a:pt x="3056991" y="985267"/>
                </a:lnTo>
                <a:lnTo>
                  <a:pt x="3063802" y="983663"/>
                </a:lnTo>
                <a:lnTo>
                  <a:pt x="3074113" y="990009"/>
                </a:lnTo>
                <a:lnTo>
                  <a:pt x="3075723" y="996815"/>
                </a:lnTo>
                <a:lnTo>
                  <a:pt x="3069372" y="1007122"/>
                </a:lnTo>
                <a:lnTo>
                  <a:pt x="3062570" y="1008736"/>
                </a:lnTo>
                <a:lnTo>
                  <a:pt x="3056555" y="1005033"/>
                </a:lnTo>
                <a:lnTo>
                  <a:pt x="3055778" y="1004398"/>
                </a:lnTo>
                <a:close/>
              </a:path>
              <a:path w="5142230" h="2300604">
                <a:moveTo>
                  <a:pt x="2392535" y="761542"/>
                </a:moveTo>
                <a:lnTo>
                  <a:pt x="2388663" y="757397"/>
                </a:lnTo>
                <a:lnTo>
                  <a:pt x="2387561" y="753578"/>
                </a:lnTo>
                <a:lnTo>
                  <a:pt x="2389967" y="743935"/>
                </a:lnTo>
                <a:lnTo>
                  <a:pt x="2395988" y="740410"/>
                </a:lnTo>
                <a:lnTo>
                  <a:pt x="2407740" y="743412"/>
                </a:lnTo>
                <a:lnTo>
                  <a:pt x="2411264" y="749433"/>
                </a:lnTo>
                <a:lnTo>
                  <a:pt x="2408268" y="761181"/>
                </a:lnTo>
                <a:lnTo>
                  <a:pt x="2402247" y="764705"/>
                </a:lnTo>
                <a:lnTo>
                  <a:pt x="2396391" y="763226"/>
                </a:lnTo>
                <a:lnTo>
                  <a:pt x="2394292" y="762640"/>
                </a:lnTo>
                <a:lnTo>
                  <a:pt x="2392535" y="761542"/>
                </a:lnTo>
                <a:close/>
              </a:path>
              <a:path w="5142230" h="2300604">
                <a:moveTo>
                  <a:pt x="2865760" y="910073"/>
                </a:moveTo>
                <a:lnTo>
                  <a:pt x="2861888" y="905928"/>
                </a:lnTo>
                <a:lnTo>
                  <a:pt x="2860857" y="901404"/>
                </a:lnTo>
                <a:lnTo>
                  <a:pt x="2862512" y="897310"/>
                </a:lnTo>
                <a:lnTo>
                  <a:pt x="2864874" y="891725"/>
                </a:lnTo>
                <a:lnTo>
                  <a:pt x="2871288" y="889012"/>
                </a:lnTo>
                <a:lnTo>
                  <a:pt x="2882514" y="893600"/>
                </a:lnTo>
                <a:lnTo>
                  <a:pt x="2885218" y="900014"/>
                </a:lnTo>
                <a:lnTo>
                  <a:pt x="2880590" y="911286"/>
                </a:lnTo>
                <a:lnTo>
                  <a:pt x="2874220" y="913949"/>
                </a:lnTo>
                <a:lnTo>
                  <a:pt x="2868582" y="911628"/>
                </a:lnTo>
                <a:lnTo>
                  <a:pt x="2867003" y="911012"/>
                </a:lnTo>
                <a:lnTo>
                  <a:pt x="2865760" y="910073"/>
                </a:lnTo>
                <a:close/>
              </a:path>
              <a:path w="5142230" h="2300604">
                <a:moveTo>
                  <a:pt x="3334151" y="1810866"/>
                </a:moveTo>
                <a:lnTo>
                  <a:pt x="3330275" y="1806717"/>
                </a:lnTo>
                <a:lnTo>
                  <a:pt x="3329119" y="1803231"/>
                </a:lnTo>
                <a:lnTo>
                  <a:pt x="3330960" y="1793668"/>
                </a:lnTo>
                <a:lnTo>
                  <a:pt x="3336757" y="1789805"/>
                </a:lnTo>
                <a:lnTo>
                  <a:pt x="3348670" y="1792099"/>
                </a:lnTo>
                <a:lnTo>
                  <a:pt x="3352581" y="1797850"/>
                </a:lnTo>
                <a:lnTo>
                  <a:pt x="3351387" y="1803805"/>
                </a:lnTo>
                <a:lnTo>
                  <a:pt x="3350237" y="1809709"/>
                </a:lnTo>
                <a:lnTo>
                  <a:pt x="3344486" y="1813621"/>
                </a:lnTo>
                <a:lnTo>
                  <a:pt x="3338533" y="1812526"/>
                </a:lnTo>
                <a:lnTo>
                  <a:pt x="3336188" y="1812069"/>
                </a:lnTo>
                <a:lnTo>
                  <a:pt x="3334151" y="1810866"/>
                </a:lnTo>
                <a:close/>
              </a:path>
              <a:path w="5142230" h="2300604">
                <a:moveTo>
                  <a:pt x="1772070" y="608660"/>
                </a:moveTo>
                <a:lnTo>
                  <a:pt x="1768198" y="604516"/>
                </a:lnTo>
                <a:lnTo>
                  <a:pt x="1767100" y="600702"/>
                </a:lnTo>
                <a:lnTo>
                  <a:pt x="1769694" y="591065"/>
                </a:lnTo>
                <a:lnTo>
                  <a:pt x="1775715" y="587540"/>
                </a:lnTo>
                <a:lnTo>
                  <a:pt x="1787411" y="590676"/>
                </a:lnTo>
                <a:lnTo>
                  <a:pt x="1790936" y="596698"/>
                </a:lnTo>
                <a:lnTo>
                  <a:pt x="1787799" y="608393"/>
                </a:lnTo>
                <a:lnTo>
                  <a:pt x="1781778" y="611918"/>
                </a:lnTo>
                <a:lnTo>
                  <a:pt x="1773872" y="609807"/>
                </a:lnTo>
                <a:lnTo>
                  <a:pt x="1772070" y="608660"/>
                </a:lnTo>
                <a:close/>
              </a:path>
              <a:path w="5142230" h="2300604">
                <a:moveTo>
                  <a:pt x="3364632" y="1600400"/>
                </a:moveTo>
                <a:lnTo>
                  <a:pt x="3360765" y="1596260"/>
                </a:lnTo>
                <a:lnTo>
                  <a:pt x="3359635" y="1593389"/>
                </a:lnTo>
                <a:lnTo>
                  <a:pt x="3360233" y="1584156"/>
                </a:lnTo>
                <a:lnTo>
                  <a:pt x="3364880" y="1580138"/>
                </a:lnTo>
                <a:lnTo>
                  <a:pt x="3365486" y="1579614"/>
                </a:lnTo>
                <a:lnTo>
                  <a:pt x="3371564" y="1579963"/>
                </a:lnTo>
                <a:lnTo>
                  <a:pt x="3377594" y="1580357"/>
                </a:lnTo>
                <a:lnTo>
                  <a:pt x="3382181" y="1585659"/>
                </a:lnTo>
                <a:lnTo>
                  <a:pt x="3381787" y="1591688"/>
                </a:lnTo>
                <a:lnTo>
                  <a:pt x="3381344" y="1597763"/>
                </a:lnTo>
                <a:lnTo>
                  <a:pt x="3376697" y="1601781"/>
                </a:lnTo>
                <a:lnTo>
                  <a:pt x="3376091" y="1602305"/>
                </a:lnTo>
                <a:lnTo>
                  <a:pt x="3367141" y="1601717"/>
                </a:lnTo>
                <a:lnTo>
                  <a:pt x="3364632" y="1600400"/>
                </a:lnTo>
                <a:close/>
              </a:path>
              <a:path w="5142230" h="2300604">
                <a:moveTo>
                  <a:pt x="2994274" y="969446"/>
                </a:moveTo>
                <a:lnTo>
                  <a:pt x="2990356" y="965253"/>
                </a:lnTo>
                <a:lnTo>
                  <a:pt x="2989583" y="960223"/>
                </a:lnTo>
                <a:lnTo>
                  <a:pt x="2991801" y="955950"/>
                </a:lnTo>
                <a:lnTo>
                  <a:pt x="2994633" y="950575"/>
                </a:lnTo>
                <a:lnTo>
                  <a:pt x="3001311" y="948536"/>
                </a:lnTo>
                <a:lnTo>
                  <a:pt x="3011977" y="954187"/>
                </a:lnTo>
                <a:lnTo>
                  <a:pt x="3014065" y="960820"/>
                </a:lnTo>
                <a:lnTo>
                  <a:pt x="3008411" y="971580"/>
                </a:lnTo>
                <a:lnTo>
                  <a:pt x="3001732" y="973619"/>
                </a:lnTo>
                <a:lnTo>
                  <a:pt x="2995281" y="970231"/>
                </a:lnTo>
                <a:lnTo>
                  <a:pt x="2994274" y="969446"/>
                </a:lnTo>
                <a:close/>
              </a:path>
              <a:path w="5142230" h="2300604">
                <a:moveTo>
                  <a:pt x="1499575" y="528094"/>
                </a:moveTo>
                <a:lnTo>
                  <a:pt x="1495708" y="523954"/>
                </a:lnTo>
                <a:lnTo>
                  <a:pt x="1494623" y="519763"/>
                </a:lnTo>
                <a:lnTo>
                  <a:pt x="1495938" y="515795"/>
                </a:lnTo>
                <a:lnTo>
                  <a:pt x="1497832" y="510197"/>
                </a:lnTo>
                <a:lnTo>
                  <a:pt x="1497881" y="510054"/>
                </a:lnTo>
                <a:lnTo>
                  <a:pt x="1504078" y="506913"/>
                </a:lnTo>
                <a:lnTo>
                  <a:pt x="1509818" y="508855"/>
                </a:lnTo>
                <a:lnTo>
                  <a:pt x="1515608" y="510752"/>
                </a:lnTo>
                <a:lnTo>
                  <a:pt x="1518700" y="516994"/>
                </a:lnTo>
                <a:lnTo>
                  <a:pt x="1516806" y="522689"/>
                </a:lnTo>
                <a:lnTo>
                  <a:pt x="1514957" y="528334"/>
                </a:lnTo>
                <a:lnTo>
                  <a:pt x="1514910" y="528479"/>
                </a:lnTo>
                <a:lnTo>
                  <a:pt x="1508667" y="531571"/>
                </a:lnTo>
                <a:lnTo>
                  <a:pt x="1502919" y="529718"/>
                </a:lnTo>
                <a:lnTo>
                  <a:pt x="1501146" y="529091"/>
                </a:lnTo>
                <a:lnTo>
                  <a:pt x="1499575" y="528094"/>
                </a:lnTo>
                <a:close/>
              </a:path>
              <a:path w="5142230" h="2300604">
                <a:moveTo>
                  <a:pt x="3276323" y="2232415"/>
                </a:moveTo>
                <a:lnTo>
                  <a:pt x="3272496" y="2228320"/>
                </a:lnTo>
                <a:lnTo>
                  <a:pt x="3271357" y="2225731"/>
                </a:lnTo>
                <a:lnTo>
                  <a:pt x="3271183" y="2216845"/>
                </a:lnTo>
                <a:lnTo>
                  <a:pt x="3276030" y="2211869"/>
                </a:lnTo>
                <a:lnTo>
                  <a:pt x="3282125" y="2211746"/>
                </a:lnTo>
                <a:lnTo>
                  <a:pt x="3288166" y="2211664"/>
                </a:lnTo>
                <a:lnTo>
                  <a:pt x="3293195" y="2216462"/>
                </a:lnTo>
                <a:lnTo>
                  <a:pt x="3293273" y="2222507"/>
                </a:lnTo>
                <a:lnTo>
                  <a:pt x="3293400" y="2228606"/>
                </a:lnTo>
                <a:lnTo>
                  <a:pt x="3288557" y="2233587"/>
                </a:lnTo>
                <a:lnTo>
                  <a:pt x="3282458" y="2233705"/>
                </a:lnTo>
                <a:lnTo>
                  <a:pt x="3279250" y="2233790"/>
                </a:lnTo>
                <a:lnTo>
                  <a:pt x="3276323" y="2232415"/>
                </a:lnTo>
                <a:close/>
              </a:path>
              <a:path w="5142230" h="2300604">
                <a:moveTo>
                  <a:pt x="3223933" y="1141884"/>
                </a:moveTo>
                <a:lnTo>
                  <a:pt x="3219742" y="1137398"/>
                </a:lnTo>
                <a:lnTo>
                  <a:pt x="3215695" y="1132869"/>
                </a:lnTo>
                <a:lnTo>
                  <a:pt x="3216022" y="1125889"/>
                </a:lnTo>
                <a:lnTo>
                  <a:pt x="3220257" y="1122114"/>
                </a:lnTo>
                <a:lnTo>
                  <a:pt x="3224989" y="1117795"/>
                </a:lnTo>
                <a:lnTo>
                  <a:pt x="3232006" y="1118171"/>
                </a:lnTo>
                <a:lnTo>
                  <a:pt x="3236012" y="1122656"/>
                </a:lnTo>
                <a:lnTo>
                  <a:pt x="3240113" y="1127045"/>
                </a:lnTo>
                <a:lnTo>
                  <a:pt x="3239772" y="1134109"/>
                </a:lnTo>
                <a:lnTo>
                  <a:pt x="3235248" y="1138162"/>
                </a:lnTo>
                <a:lnTo>
                  <a:pt x="3230814" y="1142212"/>
                </a:lnTo>
                <a:lnTo>
                  <a:pt x="3223933" y="1141884"/>
                </a:lnTo>
                <a:close/>
              </a:path>
              <a:path w="5142230" h="2300604">
                <a:moveTo>
                  <a:pt x="1365712" y="480392"/>
                </a:moveTo>
                <a:lnTo>
                  <a:pt x="1361795" y="476199"/>
                </a:lnTo>
                <a:lnTo>
                  <a:pt x="1360811" y="471822"/>
                </a:lnTo>
                <a:lnTo>
                  <a:pt x="1362318" y="467766"/>
                </a:lnTo>
                <a:lnTo>
                  <a:pt x="1364494" y="462081"/>
                </a:lnTo>
                <a:lnTo>
                  <a:pt x="1370865" y="459224"/>
                </a:lnTo>
                <a:lnTo>
                  <a:pt x="1382195" y="463533"/>
                </a:lnTo>
                <a:lnTo>
                  <a:pt x="1385047" y="469909"/>
                </a:lnTo>
                <a:lnTo>
                  <a:pt x="1380739" y="481230"/>
                </a:lnTo>
                <a:lnTo>
                  <a:pt x="1374367" y="484086"/>
                </a:lnTo>
                <a:lnTo>
                  <a:pt x="1368727" y="481959"/>
                </a:lnTo>
                <a:lnTo>
                  <a:pt x="1367098" y="481289"/>
                </a:lnTo>
                <a:lnTo>
                  <a:pt x="1365712" y="480392"/>
                </a:lnTo>
                <a:close/>
              </a:path>
              <a:path w="5142230" h="2300604">
                <a:moveTo>
                  <a:pt x="1169864" y="396444"/>
                </a:moveTo>
                <a:lnTo>
                  <a:pt x="1165947" y="392251"/>
                </a:lnTo>
                <a:lnTo>
                  <a:pt x="1165024" y="387451"/>
                </a:lnTo>
                <a:lnTo>
                  <a:pt x="1169692" y="377786"/>
                </a:lnTo>
                <a:lnTo>
                  <a:pt x="1176237" y="375506"/>
                </a:lnTo>
                <a:lnTo>
                  <a:pt x="1181726" y="378058"/>
                </a:lnTo>
                <a:lnTo>
                  <a:pt x="1187207" y="380700"/>
                </a:lnTo>
                <a:lnTo>
                  <a:pt x="1189531" y="387294"/>
                </a:lnTo>
                <a:lnTo>
                  <a:pt x="1184293" y="398205"/>
                </a:lnTo>
                <a:lnTo>
                  <a:pt x="1177703" y="400535"/>
                </a:lnTo>
                <a:lnTo>
                  <a:pt x="1172218" y="397888"/>
                </a:lnTo>
                <a:lnTo>
                  <a:pt x="1170967" y="397331"/>
                </a:lnTo>
                <a:lnTo>
                  <a:pt x="1169864" y="396444"/>
                </a:lnTo>
                <a:close/>
              </a:path>
              <a:path w="5142230" h="2300604">
                <a:moveTo>
                  <a:pt x="3357464" y="1670923"/>
                </a:moveTo>
                <a:lnTo>
                  <a:pt x="3353596" y="1666783"/>
                </a:lnTo>
                <a:lnTo>
                  <a:pt x="3352476" y="1663629"/>
                </a:lnTo>
                <a:lnTo>
                  <a:pt x="3353695" y="1654182"/>
                </a:lnTo>
                <a:lnTo>
                  <a:pt x="3359168" y="1649973"/>
                </a:lnTo>
                <a:lnTo>
                  <a:pt x="3365185" y="1650744"/>
                </a:lnTo>
                <a:lnTo>
                  <a:pt x="3371209" y="1651426"/>
                </a:lnTo>
                <a:lnTo>
                  <a:pt x="3375459" y="1656953"/>
                </a:lnTo>
                <a:lnTo>
                  <a:pt x="3373911" y="1668981"/>
                </a:lnTo>
                <a:lnTo>
                  <a:pt x="3368430" y="1673279"/>
                </a:lnTo>
                <a:lnTo>
                  <a:pt x="3362418" y="1672513"/>
                </a:lnTo>
                <a:lnTo>
                  <a:pt x="3359787" y="1672140"/>
                </a:lnTo>
                <a:lnTo>
                  <a:pt x="3357464" y="1670923"/>
                </a:lnTo>
                <a:close/>
              </a:path>
              <a:path w="5142230" h="2300604">
                <a:moveTo>
                  <a:pt x="1432386" y="504945"/>
                </a:moveTo>
                <a:lnTo>
                  <a:pt x="1428514" y="500800"/>
                </a:lnTo>
                <a:lnTo>
                  <a:pt x="1427433" y="496515"/>
                </a:lnTo>
                <a:lnTo>
                  <a:pt x="1428891" y="492504"/>
                </a:lnTo>
                <a:lnTo>
                  <a:pt x="1430879" y="486812"/>
                </a:lnTo>
                <a:lnTo>
                  <a:pt x="1437208" y="483813"/>
                </a:lnTo>
                <a:lnTo>
                  <a:pt x="1448593" y="487887"/>
                </a:lnTo>
                <a:lnTo>
                  <a:pt x="1451636" y="494175"/>
                </a:lnTo>
                <a:lnTo>
                  <a:pt x="1449550" y="499859"/>
                </a:lnTo>
                <a:lnTo>
                  <a:pt x="1447562" y="505551"/>
                </a:lnTo>
                <a:lnTo>
                  <a:pt x="1441279" y="508599"/>
                </a:lnTo>
                <a:lnTo>
                  <a:pt x="1435541" y="506563"/>
                </a:lnTo>
                <a:lnTo>
                  <a:pt x="1433863" y="505939"/>
                </a:lnTo>
                <a:lnTo>
                  <a:pt x="1432386" y="504945"/>
                </a:lnTo>
                <a:close/>
              </a:path>
              <a:path w="5142230" h="2300604">
                <a:moveTo>
                  <a:pt x="2047696" y="677526"/>
                </a:moveTo>
                <a:lnTo>
                  <a:pt x="2043824" y="673382"/>
                </a:lnTo>
                <a:lnTo>
                  <a:pt x="2042723" y="669662"/>
                </a:lnTo>
                <a:lnTo>
                  <a:pt x="2043602" y="665910"/>
                </a:lnTo>
                <a:lnTo>
                  <a:pt x="2045030" y="660010"/>
                </a:lnTo>
                <a:lnTo>
                  <a:pt x="2050960" y="656388"/>
                </a:lnTo>
                <a:lnTo>
                  <a:pt x="2062808" y="659199"/>
                </a:lnTo>
                <a:lnTo>
                  <a:pt x="2066430" y="665129"/>
                </a:lnTo>
                <a:lnTo>
                  <a:pt x="2063574" y="676929"/>
                </a:lnTo>
                <a:lnTo>
                  <a:pt x="2057644" y="680551"/>
                </a:lnTo>
                <a:lnTo>
                  <a:pt x="2051749" y="679128"/>
                </a:lnTo>
                <a:lnTo>
                  <a:pt x="2049542" y="678623"/>
                </a:lnTo>
                <a:lnTo>
                  <a:pt x="2047696" y="677526"/>
                </a:lnTo>
                <a:close/>
              </a:path>
              <a:path w="5142230" h="2300604">
                <a:moveTo>
                  <a:pt x="2254816" y="727112"/>
                </a:moveTo>
                <a:lnTo>
                  <a:pt x="2250990" y="723016"/>
                </a:lnTo>
                <a:lnTo>
                  <a:pt x="2249862" y="719170"/>
                </a:lnTo>
                <a:lnTo>
                  <a:pt x="2250726" y="715501"/>
                </a:lnTo>
                <a:lnTo>
                  <a:pt x="2252155" y="709601"/>
                </a:lnTo>
                <a:lnTo>
                  <a:pt x="2258130" y="706028"/>
                </a:lnTo>
                <a:lnTo>
                  <a:pt x="2269930" y="708884"/>
                </a:lnTo>
                <a:lnTo>
                  <a:pt x="2273552" y="714815"/>
                </a:lnTo>
                <a:lnTo>
                  <a:pt x="2270696" y="726614"/>
                </a:lnTo>
                <a:lnTo>
                  <a:pt x="2264671" y="730233"/>
                </a:lnTo>
                <a:lnTo>
                  <a:pt x="2258820" y="728759"/>
                </a:lnTo>
                <a:lnTo>
                  <a:pt x="2256664" y="728308"/>
                </a:lnTo>
                <a:lnTo>
                  <a:pt x="2254816" y="727112"/>
                </a:lnTo>
                <a:close/>
              </a:path>
              <a:path w="5142230" h="2300604">
                <a:moveTo>
                  <a:pt x="2323731" y="744093"/>
                </a:moveTo>
                <a:lnTo>
                  <a:pt x="2319859" y="739948"/>
                </a:lnTo>
                <a:lnTo>
                  <a:pt x="2318713" y="736180"/>
                </a:lnTo>
                <a:lnTo>
                  <a:pt x="2319709" y="732359"/>
                </a:lnTo>
                <a:lnTo>
                  <a:pt x="2321118" y="726536"/>
                </a:lnTo>
                <a:lnTo>
                  <a:pt x="2322699" y="725589"/>
                </a:lnTo>
                <a:lnTo>
                  <a:pt x="2327209" y="722989"/>
                </a:lnTo>
                <a:lnTo>
                  <a:pt x="2332986" y="724481"/>
                </a:lnTo>
                <a:lnTo>
                  <a:pt x="2338890" y="725914"/>
                </a:lnTo>
                <a:lnTo>
                  <a:pt x="2342463" y="731890"/>
                </a:lnTo>
                <a:lnTo>
                  <a:pt x="2340985" y="737736"/>
                </a:lnTo>
                <a:lnTo>
                  <a:pt x="2339557" y="743636"/>
                </a:lnTo>
                <a:lnTo>
                  <a:pt x="2333586" y="747214"/>
                </a:lnTo>
                <a:lnTo>
                  <a:pt x="2327681" y="745781"/>
                </a:lnTo>
                <a:lnTo>
                  <a:pt x="2325533" y="745240"/>
                </a:lnTo>
                <a:lnTo>
                  <a:pt x="2323731" y="744093"/>
                </a:lnTo>
                <a:close/>
              </a:path>
              <a:path w="5142230" h="2300604">
                <a:moveTo>
                  <a:pt x="2116770" y="693993"/>
                </a:moveTo>
                <a:lnTo>
                  <a:pt x="2112893" y="689844"/>
                </a:lnTo>
                <a:lnTo>
                  <a:pt x="2111797" y="686129"/>
                </a:lnTo>
                <a:lnTo>
                  <a:pt x="2112680" y="682382"/>
                </a:lnTo>
                <a:lnTo>
                  <a:pt x="2114108" y="676482"/>
                </a:lnTo>
                <a:lnTo>
                  <a:pt x="2120038" y="672860"/>
                </a:lnTo>
                <a:lnTo>
                  <a:pt x="2131792" y="675668"/>
                </a:lnTo>
                <a:lnTo>
                  <a:pt x="2135414" y="681598"/>
                </a:lnTo>
                <a:lnTo>
                  <a:pt x="2134080" y="687501"/>
                </a:lnTo>
                <a:lnTo>
                  <a:pt x="2132652" y="693401"/>
                </a:lnTo>
                <a:lnTo>
                  <a:pt x="2126722" y="697023"/>
                </a:lnTo>
                <a:lnTo>
                  <a:pt x="2120822" y="695595"/>
                </a:lnTo>
                <a:lnTo>
                  <a:pt x="2118666" y="695144"/>
                </a:lnTo>
                <a:lnTo>
                  <a:pt x="2116770" y="693993"/>
                </a:lnTo>
                <a:close/>
              </a:path>
              <a:path w="5142230" h="2300604">
                <a:moveTo>
                  <a:pt x="2597623" y="818140"/>
                </a:moveTo>
                <a:lnTo>
                  <a:pt x="2593751" y="813996"/>
                </a:lnTo>
                <a:lnTo>
                  <a:pt x="2592655" y="809988"/>
                </a:lnTo>
                <a:lnTo>
                  <a:pt x="2595540" y="800271"/>
                </a:lnTo>
                <a:lnTo>
                  <a:pt x="2601644" y="796934"/>
                </a:lnTo>
                <a:lnTo>
                  <a:pt x="2613327" y="800447"/>
                </a:lnTo>
                <a:lnTo>
                  <a:pt x="2616566" y="806553"/>
                </a:lnTo>
                <a:lnTo>
                  <a:pt x="2614858" y="812349"/>
                </a:lnTo>
                <a:lnTo>
                  <a:pt x="2613101" y="818190"/>
                </a:lnTo>
                <a:lnTo>
                  <a:pt x="2607045" y="821482"/>
                </a:lnTo>
                <a:lnTo>
                  <a:pt x="2601204" y="819726"/>
                </a:lnTo>
                <a:lnTo>
                  <a:pt x="2599239" y="819187"/>
                </a:lnTo>
                <a:lnTo>
                  <a:pt x="2597623" y="818140"/>
                </a:lnTo>
                <a:close/>
              </a:path>
              <a:path w="5142230" h="2300604">
                <a:moveTo>
                  <a:pt x="3449240" y="1659790"/>
                </a:moveTo>
                <a:lnTo>
                  <a:pt x="3445601" y="1655894"/>
                </a:lnTo>
                <a:lnTo>
                  <a:pt x="3444509" y="1653161"/>
                </a:lnTo>
                <a:lnTo>
                  <a:pt x="3444662" y="1650197"/>
                </a:lnTo>
                <a:lnTo>
                  <a:pt x="3444861" y="1644349"/>
                </a:lnTo>
                <a:lnTo>
                  <a:pt x="3449778" y="1639838"/>
                </a:lnTo>
                <a:lnTo>
                  <a:pt x="3461469" y="1640331"/>
                </a:lnTo>
                <a:lnTo>
                  <a:pt x="3465979" y="1645159"/>
                </a:lnTo>
                <a:lnTo>
                  <a:pt x="3465486" y="1656849"/>
                </a:lnTo>
                <a:lnTo>
                  <a:pt x="3460561" y="1661450"/>
                </a:lnTo>
                <a:lnTo>
                  <a:pt x="3454717" y="1661156"/>
                </a:lnTo>
                <a:lnTo>
                  <a:pt x="3451888" y="1661060"/>
                </a:lnTo>
                <a:lnTo>
                  <a:pt x="3449240" y="1659790"/>
                </a:lnTo>
                <a:close/>
              </a:path>
              <a:path w="5142230" h="2300604">
                <a:moveTo>
                  <a:pt x="3136969" y="917322"/>
                </a:moveTo>
                <a:lnTo>
                  <a:pt x="3132488" y="912525"/>
                </a:lnTo>
                <a:lnTo>
                  <a:pt x="3131873" y="907371"/>
                </a:lnTo>
                <a:lnTo>
                  <a:pt x="3134266" y="903578"/>
                </a:lnTo>
                <a:lnTo>
                  <a:pt x="3137449" y="898677"/>
                </a:lnTo>
                <a:lnTo>
                  <a:pt x="3137711" y="898274"/>
                </a:lnTo>
                <a:lnTo>
                  <a:pt x="3144228" y="896844"/>
                </a:lnTo>
                <a:lnTo>
                  <a:pt x="3149168" y="899981"/>
                </a:lnTo>
                <a:lnTo>
                  <a:pt x="3154068" y="903174"/>
                </a:lnTo>
                <a:lnTo>
                  <a:pt x="3155494" y="909686"/>
                </a:lnTo>
                <a:lnTo>
                  <a:pt x="3152573" y="914183"/>
                </a:lnTo>
                <a:lnTo>
                  <a:pt x="3149427" y="919124"/>
                </a:lnTo>
                <a:lnTo>
                  <a:pt x="3149168" y="919531"/>
                </a:lnTo>
                <a:lnTo>
                  <a:pt x="3142651" y="920961"/>
                </a:lnTo>
                <a:lnTo>
                  <a:pt x="3137751" y="917768"/>
                </a:lnTo>
                <a:lnTo>
                  <a:pt x="3136969" y="917322"/>
                </a:lnTo>
                <a:close/>
              </a:path>
              <a:path w="5142230" h="2300604">
                <a:moveTo>
                  <a:pt x="3300658" y="1058239"/>
                </a:moveTo>
                <a:lnTo>
                  <a:pt x="3296468" y="1053753"/>
                </a:lnTo>
                <a:lnTo>
                  <a:pt x="3292700" y="1049328"/>
                </a:lnTo>
                <a:lnTo>
                  <a:pt x="3293256" y="1042691"/>
                </a:lnTo>
                <a:lnTo>
                  <a:pt x="3301391" y="1035759"/>
                </a:lnTo>
                <a:lnTo>
                  <a:pt x="3302154" y="1035110"/>
                </a:lnTo>
                <a:lnTo>
                  <a:pt x="3308796" y="1035671"/>
                </a:lnTo>
                <a:lnTo>
                  <a:pt x="3316332" y="1044519"/>
                </a:lnTo>
                <a:lnTo>
                  <a:pt x="3315821" y="1051206"/>
                </a:lnTo>
                <a:lnTo>
                  <a:pt x="3307676" y="1058126"/>
                </a:lnTo>
                <a:lnTo>
                  <a:pt x="3307065" y="1058645"/>
                </a:lnTo>
                <a:lnTo>
                  <a:pt x="3300658" y="1058239"/>
                </a:lnTo>
                <a:close/>
              </a:path>
              <a:path w="5142230" h="2300604">
                <a:moveTo>
                  <a:pt x="3195068" y="958011"/>
                </a:moveTo>
                <a:lnTo>
                  <a:pt x="3190306" y="952914"/>
                </a:lnTo>
                <a:lnTo>
                  <a:pt x="3189954" y="947356"/>
                </a:lnTo>
                <a:lnTo>
                  <a:pt x="3193116" y="943215"/>
                </a:lnTo>
                <a:lnTo>
                  <a:pt x="3196721" y="938570"/>
                </a:lnTo>
                <a:lnTo>
                  <a:pt x="3203312" y="937708"/>
                </a:lnTo>
                <a:lnTo>
                  <a:pt x="3207953" y="941308"/>
                </a:lnTo>
                <a:lnTo>
                  <a:pt x="3212607" y="944823"/>
                </a:lnTo>
                <a:lnTo>
                  <a:pt x="3213415" y="951455"/>
                </a:lnTo>
                <a:lnTo>
                  <a:pt x="3209909" y="956109"/>
                </a:lnTo>
                <a:lnTo>
                  <a:pt x="3206349" y="960704"/>
                </a:lnTo>
                <a:lnTo>
                  <a:pt x="3199713" y="961615"/>
                </a:lnTo>
                <a:lnTo>
                  <a:pt x="3195068" y="958011"/>
                </a:lnTo>
                <a:close/>
              </a:path>
              <a:path w="5142230" h="2300604">
                <a:moveTo>
                  <a:pt x="3075327" y="880855"/>
                </a:moveTo>
                <a:lnTo>
                  <a:pt x="3071546" y="876808"/>
                </a:lnTo>
                <a:lnTo>
                  <a:pt x="3070770" y="871871"/>
                </a:lnTo>
                <a:lnTo>
                  <a:pt x="3075847" y="862645"/>
                </a:lnTo>
                <a:lnTo>
                  <a:pt x="3082290" y="860744"/>
                </a:lnTo>
                <a:lnTo>
                  <a:pt x="3087387" y="863562"/>
                </a:lnTo>
                <a:lnTo>
                  <a:pt x="3092533" y="866333"/>
                </a:lnTo>
                <a:lnTo>
                  <a:pt x="3094388" y="872718"/>
                </a:lnTo>
                <a:lnTo>
                  <a:pt x="3091621" y="877869"/>
                </a:lnTo>
                <a:lnTo>
                  <a:pt x="3088799" y="882961"/>
                </a:lnTo>
                <a:lnTo>
                  <a:pt x="3082366" y="884871"/>
                </a:lnTo>
                <a:lnTo>
                  <a:pt x="3077314" y="882103"/>
                </a:lnTo>
                <a:lnTo>
                  <a:pt x="3076247" y="881547"/>
                </a:lnTo>
                <a:lnTo>
                  <a:pt x="3075327" y="880855"/>
                </a:lnTo>
                <a:close/>
              </a:path>
              <a:path w="5142230" h="2300604">
                <a:moveTo>
                  <a:pt x="3452232" y="1517937"/>
                </a:moveTo>
                <a:lnTo>
                  <a:pt x="3448538" y="1513982"/>
                </a:lnTo>
                <a:lnTo>
                  <a:pt x="3447441" y="1511537"/>
                </a:lnTo>
                <a:lnTo>
                  <a:pt x="3447307" y="1502988"/>
                </a:lnTo>
                <a:lnTo>
                  <a:pt x="3451956" y="1498189"/>
                </a:lnTo>
                <a:lnTo>
                  <a:pt x="3457767" y="1498056"/>
                </a:lnTo>
                <a:lnTo>
                  <a:pt x="3463624" y="1497973"/>
                </a:lnTo>
                <a:lnTo>
                  <a:pt x="3468423" y="1502621"/>
                </a:lnTo>
                <a:lnTo>
                  <a:pt x="3468590" y="1514335"/>
                </a:lnTo>
                <a:lnTo>
                  <a:pt x="3463947" y="1519138"/>
                </a:lnTo>
                <a:lnTo>
                  <a:pt x="3458139" y="1519177"/>
                </a:lnTo>
                <a:lnTo>
                  <a:pt x="3455020" y="1519259"/>
                </a:lnTo>
                <a:lnTo>
                  <a:pt x="3452232" y="1517937"/>
                </a:lnTo>
                <a:close/>
              </a:path>
              <a:path w="5142230" h="2300604">
                <a:moveTo>
                  <a:pt x="3248381" y="1003254"/>
                </a:moveTo>
                <a:lnTo>
                  <a:pt x="3244095" y="998667"/>
                </a:lnTo>
                <a:lnTo>
                  <a:pt x="3244077" y="992391"/>
                </a:lnTo>
                <a:lnTo>
                  <a:pt x="3247896" y="988366"/>
                </a:lnTo>
                <a:lnTo>
                  <a:pt x="3251918" y="984070"/>
                </a:lnTo>
                <a:lnTo>
                  <a:pt x="3258581" y="983872"/>
                </a:lnTo>
                <a:lnTo>
                  <a:pt x="3262882" y="987890"/>
                </a:lnTo>
                <a:lnTo>
                  <a:pt x="3267089" y="991904"/>
                </a:lnTo>
                <a:lnTo>
                  <a:pt x="3267287" y="998567"/>
                </a:lnTo>
                <a:lnTo>
                  <a:pt x="3263318" y="1002823"/>
                </a:lnTo>
                <a:lnTo>
                  <a:pt x="3259299" y="1007025"/>
                </a:lnTo>
                <a:lnTo>
                  <a:pt x="3252587" y="1007268"/>
                </a:lnTo>
                <a:lnTo>
                  <a:pt x="3248381" y="1003254"/>
                </a:lnTo>
                <a:close/>
              </a:path>
              <a:path w="5142230" h="2300604">
                <a:moveTo>
                  <a:pt x="2947170" y="820691"/>
                </a:moveTo>
                <a:lnTo>
                  <a:pt x="2943431" y="816688"/>
                </a:lnTo>
                <a:lnTo>
                  <a:pt x="2942546" y="812319"/>
                </a:lnTo>
                <a:lnTo>
                  <a:pt x="2944139" y="808356"/>
                </a:lnTo>
                <a:lnTo>
                  <a:pt x="2946356" y="803007"/>
                </a:lnTo>
                <a:lnTo>
                  <a:pt x="2952534" y="800432"/>
                </a:lnTo>
                <a:lnTo>
                  <a:pt x="2963331" y="804854"/>
                </a:lnTo>
                <a:lnTo>
                  <a:pt x="2965911" y="811037"/>
                </a:lnTo>
                <a:lnTo>
                  <a:pt x="2963694" y="816386"/>
                </a:lnTo>
                <a:lnTo>
                  <a:pt x="2961478" y="821834"/>
                </a:lnTo>
                <a:lnTo>
                  <a:pt x="2955305" y="824414"/>
                </a:lnTo>
                <a:lnTo>
                  <a:pt x="2949906" y="822153"/>
                </a:lnTo>
                <a:lnTo>
                  <a:pt x="2948462" y="821584"/>
                </a:lnTo>
                <a:lnTo>
                  <a:pt x="2947170" y="820691"/>
                </a:lnTo>
                <a:close/>
              </a:path>
              <a:path w="5142230" h="2300604">
                <a:moveTo>
                  <a:pt x="3446212" y="1730737"/>
                </a:moveTo>
                <a:lnTo>
                  <a:pt x="3442527" y="1726792"/>
                </a:lnTo>
                <a:lnTo>
                  <a:pt x="3441391" y="1724110"/>
                </a:lnTo>
                <a:lnTo>
                  <a:pt x="3441539" y="1721141"/>
                </a:lnTo>
                <a:lnTo>
                  <a:pt x="3441728" y="1715577"/>
                </a:lnTo>
                <a:lnTo>
                  <a:pt x="3446749" y="1710786"/>
                </a:lnTo>
                <a:lnTo>
                  <a:pt x="3458351" y="1711280"/>
                </a:lnTo>
                <a:lnTo>
                  <a:pt x="3462860" y="1716107"/>
                </a:lnTo>
                <a:lnTo>
                  <a:pt x="3462658" y="1722049"/>
                </a:lnTo>
                <a:lnTo>
                  <a:pt x="3462360" y="1727888"/>
                </a:lnTo>
                <a:lnTo>
                  <a:pt x="3457438" y="1732394"/>
                </a:lnTo>
                <a:lnTo>
                  <a:pt x="3451640" y="1732149"/>
                </a:lnTo>
                <a:lnTo>
                  <a:pt x="3448770" y="1732009"/>
                </a:lnTo>
                <a:lnTo>
                  <a:pt x="3446212" y="1730737"/>
                </a:lnTo>
                <a:close/>
              </a:path>
              <a:path w="5142230" h="2300604">
                <a:moveTo>
                  <a:pt x="3012158" y="849010"/>
                </a:moveTo>
                <a:lnTo>
                  <a:pt x="3008373" y="844958"/>
                </a:lnTo>
                <a:lnTo>
                  <a:pt x="3007494" y="840400"/>
                </a:lnTo>
                <a:lnTo>
                  <a:pt x="3009379" y="836357"/>
                </a:lnTo>
                <a:lnTo>
                  <a:pt x="3011866" y="831103"/>
                </a:lnTo>
                <a:lnTo>
                  <a:pt x="3018133" y="828819"/>
                </a:lnTo>
                <a:lnTo>
                  <a:pt x="3023432" y="831265"/>
                </a:lnTo>
                <a:lnTo>
                  <a:pt x="3028682" y="833757"/>
                </a:lnTo>
                <a:lnTo>
                  <a:pt x="3030970" y="840019"/>
                </a:lnTo>
                <a:lnTo>
                  <a:pt x="3026073" y="850612"/>
                </a:lnTo>
                <a:lnTo>
                  <a:pt x="3019721" y="852902"/>
                </a:lnTo>
                <a:lnTo>
                  <a:pt x="3014467" y="850405"/>
                </a:lnTo>
                <a:lnTo>
                  <a:pt x="3013216" y="849848"/>
                </a:lnTo>
                <a:lnTo>
                  <a:pt x="3012158" y="849010"/>
                </a:lnTo>
                <a:close/>
              </a:path>
              <a:path w="5142230" h="2300604">
                <a:moveTo>
                  <a:pt x="3451659" y="1588873"/>
                </a:moveTo>
                <a:lnTo>
                  <a:pt x="3447965" y="1584919"/>
                </a:lnTo>
                <a:lnTo>
                  <a:pt x="3446880" y="1582194"/>
                </a:lnTo>
                <a:lnTo>
                  <a:pt x="3446925" y="1579407"/>
                </a:lnTo>
                <a:lnTo>
                  <a:pt x="3447124" y="1573560"/>
                </a:lnTo>
                <a:lnTo>
                  <a:pt x="3451954" y="1568956"/>
                </a:lnTo>
                <a:lnTo>
                  <a:pt x="3457761" y="1569111"/>
                </a:lnTo>
                <a:lnTo>
                  <a:pt x="3463699" y="1569213"/>
                </a:lnTo>
                <a:lnTo>
                  <a:pt x="3468210" y="1574042"/>
                </a:lnTo>
                <a:lnTo>
                  <a:pt x="3468060" y="1579843"/>
                </a:lnTo>
                <a:lnTo>
                  <a:pt x="3467955" y="1585694"/>
                </a:lnTo>
                <a:lnTo>
                  <a:pt x="3463129" y="1590303"/>
                </a:lnTo>
                <a:lnTo>
                  <a:pt x="3454307" y="1590144"/>
                </a:lnTo>
                <a:lnTo>
                  <a:pt x="3451659" y="1588873"/>
                </a:lnTo>
                <a:close/>
              </a:path>
              <a:path w="5142230" h="2300604">
                <a:moveTo>
                  <a:pt x="3449020" y="1447249"/>
                </a:moveTo>
                <a:lnTo>
                  <a:pt x="3445331" y="1443300"/>
                </a:lnTo>
                <a:lnTo>
                  <a:pt x="3444268" y="1441087"/>
                </a:lnTo>
                <a:lnTo>
                  <a:pt x="3443564" y="1432806"/>
                </a:lnTo>
                <a:lnTo>
                  <a:pt x="3447939" y="1427715"/>
                </a:lnTo>
                <a:lnTo>
                  <a:pt x="3453714" y="1427250"/>
                </a:lnTo>
                <a:lnTo>
                  <a:pt x="3459538" y="1426741"/>
                </a:lnTo>
                <a:lnTo>
                  <a:pt x="3464678" y="1431070"/>
                </a:lnTo>
                <a:lnTo>
                  <a:pt x="3465089" y="1436886"/>
                </a:lnTo>
                <a:lnTo>
                  <a:pt x="3465604" y="1442715"/>
                </a:lnTo>
                <a:lnTo>
                  <a:pt x="3461229" y="1447806"/>
                </a:lnTo>
                <a:lnTo>
                  <a:pt x="3455453" y="1448271"/>
                </a:lnTo>
                <a:lnTo>
                  <a:pt x="3452086" y="1448576"/>
                </a:lnTo>
                <a:lnTo>
                  <a:pt x="3449020" y="1447249"/>
                </a:lnTo>
                <a:close/>
              </a:path>
              <a:path w="5142230" h="2300604">
                <a:moveTo>
                  <a:pt x="2679934" y="725715"/>
                </a:moveTo>
                <a:lnTo>
                  <a:pt x="2676204" y="721722"/>
                </a:lnTo>
                <a:lnTo>
                  <a:pt x="2675204" y="717817"/>
                </a:lnTo>
                <a:lnTo>
                  <a:pt x="2676370" y="714080"/>
                </a:lnTo>
                <a:lnTo>
                  <a:pt x="2678067" y="708468"/>
                </a:lnTo>
                <a:lnTo>
                  <a:pt x="2684031" y="705371"/>
                </a:lnTo>
                <a:lnTo>
                  <a:pt x="2695143" y="708860"/>
                </a:lnTo>
                <a:lnTo>
                  <a:pt x="2698250" y="714824"/>
                </a:lnTo>
                <a:lnTo>
                  <a:pt x="2696502" y="720383"/>
                </a:lnTo>
                <a:lnTo>
                  <a:pt x="2694800" y="725891"/>
                </a:lnTo>
                <a:lnTo>
                  <a:pt x="2688845" y="728998"/>
                </a:lnTo>
                <a:lnTo>
                  <a:pt x="2683286" y="727250"/>
                </a:lnTo>
                <a:lnTo>
                  <a:pt x="2681510" y="726718"/>
                </a:lnTo>
                <a:lnTo>
                  <a:pt x="2679934" y="725715"/>
                </a:lnTo>
                <a:close/>
              </a:path>
              <a:path w="5142230" h="2300604">
                <a:moveTo>
                  <a:pt x="2747459" y="747464"/>
                </a:moveTo>
                <a:lnTo>
                  <a:pt x="2743729" y="743471"/>
                </a:lnTo>
                <a:lnTo>
                  <a:pt x="2742732" y="739471"/>
                </a:lnTo>
                <a:lnTo>
                  <a:pt x="2745789" y="730232"/>
                </a:lnTo>
                <a:lnTo>
                  <a:pt x="2745837" y="730088"/>
                </a:lnTo>
                <a:lnTo>
                  <a:pt x="2751788" y="727075"/>
                </a:lnTo>
                <a:lnTo>
                  <a:pt x="2762899" y="730758"/>
                </a:lnTo>
                <a:lnTo>
                  <a:pt x="2765858" y="736760"/>
                </a:lnTo>
                <a:lnTo>
                  <a:pt x="2764016" y="742315"/>
                </a:lnTo>
                <a:lnTo>
                  <a:pt x="2762271" y="747680"/>
                </a:lnTo>
                <a:lnTo>
                  <a:pt x="2762224" y="747825"/>
                </a:lnTo>
                <a:lnTo>
                  <a:pt x="2756222" y="750784"/>
                </a:lnTo>
                <a:lnTo>
                  <a:pt x="2750663" y="749037"/>
                </a:lnTo>
                <a:lnTo>
                  <a:pt x="2748936" y="748459"/>
                </a:lnTo>
                <a:lnTo>
                  <a:pt x="2747459" y="747464"/>
                </a:lnTo>
                <a:close/>
              </a:path>
              <a:path w="5142230" h="2300604">
                <a:moveTo>
                  <a:pt x="3406119" y="1240238"/>
                </a:moveTo>
                <a:lnTo>
                  <a:pt x="3402384" y="1236240"/>
                </a:lnTo>
                <a:lnTo>
                  <a:pt x="3401622" y="1235034"/>
                </a:lnTo>
                <a:lnTo>
                  <a:pt x="3401097" y="1233689"/>
                </a:lnTo>
                <a:lnTo>
                  <a:pt x="3399070" y="1228196"/>
                </a:lnTo>
                <a:lnTo>
                  <a:pt x="3401874" y="1222107"/>
                </a:lnTo>
                <a:lnTo>
                  <a:pt x="3407372" y="1220075"/>
                </a:lnTo>
                <a:lnTo>
                  <a:pt x="3412821" y="1218089"/>
                </a:lnTo>
                <a:lnTo>
                  <a:pt x="3418906" y="1220888"/>
                </a:lnTo>
                <a:lnTo>
                  <a:pt x="3422928" y="1231840"/>
                </a:lnTo>
                <a:lnTo>
                  <a:pt x="3420124" y="1237930"/>
                </a:lnTo>
                <a:lnTo>
                  <a:pt x="3410516" y="1241426"/>
                </a:lnTo>
                <a:lnTo>
                  <a:pt x="3406119" y="1240238"/>
                </a:lnTo>
                <a:close/>
              </a:path>
              <a:path w="5142230" h="2300604">
                <a:moveTo>
                  <a:pt x="1443827" y="403220"/>
                </a:moveTo>
                <a:lnTo>
                  <a:pt x="1440092" y="399222"/>
                </a:lnTo>
                <a:lnTo>
                  <a:pt x="1439136" y="395266"/>
                </a:lnTo>
                <a:lnTo>
                  <a:pt x="1442164" y="385898"/>
                </a:lnTo>
                <a:lnTo>
                  <a:pt x="1448107" y="382877"/>
                </a:lnTo>
                <a:lnTo>
                  <a:pt x="1459172" y="386511"/>
                </a:lnTo>
                <a:lnTo>
                  <a:pt x="1462229" y="392421"/>
                </a:lnTo>
                <a:lnTo>
                  <a:pt x="1458640" y="403535"/>
                </a:lnTo>
                <a:lnTo>
                  <a:pt x="1452684" y="406543"/>
                </a:lnTo>
                <a:lnTo>
                  <a:pt x="1447125" y="404796"/>
                </a:lnTo>
                <a:lnTo>
                  <a:pt x="1445398" y="404218"/>
                </a:lnTo>
                <a:lnTo>
                  <a:pt x="1443827" y="403220"/>
                </a:lnTo>
                <a:close/>
              </a:path>
              <a:path w="5142230" h="2300604">
                <a:moveTo>
                  <a:pt x="1579698" y="444763"/>
                </a:moveTo>
                <a:lnTo>
                  <a:pt x="1575959" y="440759"/>
                </a:lnTo>
                <a:lnTo>
                  <a:pt x="1574955" y="436948"/>
                </a:lnTo>
                <a:lnTo>
                  <a:pt x="1577634" y="427598"/>
                </a:lnTo>
                <a:lnTo>
                  <a:pt x="1583503" y="424398"/>
                </a:lnTo>
                <a:lnTo>
                  <a:pt x="1589113" y="426006"/>
                </a:lnTo>
                <a:lnTo>
                  <a:pt x="1594675" y="427658"/>
                </a:lnTo>
                <a:lnTo>
                  <a:pt x="1597928" y="433486"/>
                </a:lnTo>
                <a:lnTo>
                  <a:pt x="1594713" y="444707"/>
                </a:lnTo>
                <a:lnTo>
                  <a:pt x="1588845" y="447907"/>
                </a:lnTo>
                <a:lnTo>
                  <a:pt x="1581364" y="445764"/>
                </a:lnTo>
                <a:lnTo>
                  <a:pt x="1579698" y="444763"/>
                </a:lnTo>
                <a:close/>
              </a:path>
              <a:path w="5142230" h="2300604">
                <a:moveTo>
                  <a:pt x="1511602" y="424552"/>
                </a:moveTo>
                <a:lnTo>
                  <a:pt x="1507867" y="420554"/>
                </a:lnTo>
                <a:lnTo>
                  <a:pt x="1506862" y="416644"/>
                </a:lnTo>
                <a:lnTo>
                  <a:pt x="1508028" y="412907"/>
                </a:lnTo>
                <a:lnTo>
                  <a:pt x="1509685" y="407350"/>
                </a:lnTo>
                <a:lnTo>
                  <a:pt x="1515599" y="404199"/>
                </a:lnTo>
                <a:lnTo>
                  <a:pt x="1526768" y="407554"/>
                </a:lnTo>
                <a:lnTo>
                  <a:pt x="1529919" y="413468"/>
                </a:lnTo>
                <a:lnTo>
                  <a:pt x="1526516" y="424682"/>
                </a:lnTo>
                <a:lnTo>
                  <a:pt x="1520602" y="427833"/>
                </a:lnTo>
                <a:lnTo>
                  <a:pt x="1515043" y="426086"/>
                </a:lnTo>
                <a:lnTo>
                  <a:pt x="1513173" y="425550"/>
                </a:lnTo>
                <a:lnTo>
                  <a:pt x="1511602" y="424552"/>
                </a:lnTo>
                <a:close/>
              </a:path>
              <a:path w="5142230" h="2300604">
                <a:moveTo>
                  <a:pt x="2814565" y="770426"/>
                </a:moveTo>
                <a:lnTo>
                  <a:pt x="2810835" y="766433"/>
                </a:lnTo>
                <a:lnTo>
                  <a:pt x="2809836" y="762334"/>
                </a:lnTo>
                <a:lnTo>
                  <a:pt x="2811199" y="758514"/>
                </a:lnTo>
                <a:lnTo>
                  <a:pt x="2813134" y="752962"/>
                </a:lnTo>
                <a:lnTo>
                  <a:pt x="2819223" y="750096"/>
                </a:lnTo>
                <a:lnTo>
                  <a:pt x="2830188" y="754014"/>
                </a:lnTo>
                <a:lnTo>
                  <a:pt x="2833048" y="760008"/>
                </a:lnTo>
                <a:lnTo>
                  <a:pt x="2829185" y="771023"/>
                </a:lnTo>
                <a:lnTo>
                  <a:pt x="2823137" y="773933"/>
                </a:lnTo>
                <a:lnTo>
                  <a:pt x="2815996" y="771372"/>
                </a:lnTo>
                <a:lnTo>
                  <a:pt x="2814565" y="770426"/>
                </a:lnTo>
                <a:close/>
              </a:path>
              <a:path w="5142230" h="2300604">
                <a:moveTo>
                  <a:pt x="1854403" y="517138"/>
                </a:moveTo>
                <a:lnTo>
                  <a:pt x="1850668" y="513140"/>
                </a:lnTo>
                <a:lnTo>
                  <a:pt x="1850286" y="511852"/>
                </a:lnTo>
                <a:lnTo>
                  <a:pt x="1849628" y="509485"/>
                </a:lnTo>
                <a:lnTo>
                  <a:pt x="1850489" y="505910"/>
                </a:lnTo>
                <a:lnTo>
                  <a:pt x="1851903" y="500289"/>
                </a:lnTo>
                <a:lnTo>
                  <a:pt x="1857597" y="496805"/>
                </a:lnTo>
                <a:lnTo>
                  <a:pt x="1868928" y="499551"/>
                </a:lnTo>
                <a:lnTo>
                  <a:pt x="1872368" y="505286"/>
                </a:lnTo>
                <a:lnTo>
                  <a:pt x="1869622" y="516617"/>
                </a:lnTo>
                <a:lnTo>
                  <a:pt x="1863932" y="520106"/>
                </a:lnTo>
                <a:lnTo>
                  <a:pt x="1858267" y="518733"/>
                </a:lnTo>
                <a:lnTo>
                  <a:pt x="1856208" y="518191"/>
                </a:lnTo>
                <a:lnTo>
                  <a:pt x="1854403" y="517138"/>
                </a:lnTo>
                <a:close/>
              </a:path>
              <a:path w="5142230" h="2300604">
                <a:moveTo>
                  <a:pt x="2881156" y="794792"/>
                </a:moveTo>
                <a:lnTo>
                  <a:pt x="2877416" y="790788"/>
                </a:lnTo>
                <a:lnTo>
                  <a:pt x="2876479" y="786560"/>
                </a:lnTo>
                <a:lnTo>
                  <a:pt x="2877975" y="782687"/>
                </a:lnTo>
                <a:lnTo>
                  <a:pt x="2880007" y="777238"/>
                </a:lnTo>
                <a:lnTo>
                  <a:pt x="2886096" y="774471"/>
                </a:lnTo>
                <a:lnTo>
                  <a:pt x="2896998" y="778614"/>
                </a:lnTo>
                <a:lnTo>
                  <a:pt x="2899769" y="784709"/>
                </a:lnTo>
                <a:lnTo>
                  <a:pt x="2895621" y="795615"/>
                </a:lnTo>
                <a:lnTo>
                  <a:pt x="2889531" y="798381"/>
                </a:lnTo>
                <a:lnTo>
                  <a:pt x="2884072" y="796350"/>
                </a:lnTo>
                <a:lnTo>
                  <a:pt x="2882493" y="795734"/>
                </a:lnTo>
                <a:lnTo>
                  <a:pt x="2881156" y="794792"/>
                </a:lnTo>
                <a:close/>
              </a:path>
              <a:path w="5142230" h="2300604">
                <a:moveTo>
                  <a:pt x="1376471" y="380674"/>
                </a:moveTo>
                <a:lnTo>
                  <a:pt x="1372781" y="376725"/>
                </a:lnTo>
                <a:lnTo>
                  <a:pt x="1371788" y="372631"/>
                </a:lnTo>
                <a:lnTo>
                  <a:pt x="1373051" y="368803"/>
                </a:lnTo>
                <a:lnTo>
                  <a:pt x="1374987" y="363251"/>
                </a:lnTo>
                <a:lnTo>
                  <a:pt x="1380981" y="360381"/>
                </a:lnTo>
                <a:lnTo>
                  <a:pt x="1391994" y="364155"/>
                </a:lnTo>
                <a:lnTo>
                  <a:pt x="1394953" y="370157"/>
                </a:lnTo>
                <a:lnTo>
                  <a:pt x="1391134" y="381221"/>
                </a:lnTo>
                <a:lnTo>
                  <a:pt x="1385132" y="384179"/>
                </a:lnTo>
                <a:lnTo>
                  <a:pt x="1377943" y="381664"/>
                </a:lnTo>
                <a:lnTo>
                  <a:pt x="1376471" y="380674"/>
                </a:lnTo>
                <a:close/>
              </a:path>
              <a:path w="5142230" h="2300604">
                <a:moveTo>
                  <a:pt x="2130810" y="582343"/>
                </a:moveTo>
                <a:lnTo>
                  <a:pt x="2127120" y="578394"/>
                </a:lnTo>
                <a:lnTo>
                  <a:pt x="2126013" y="574863"/>
                </a:lnTo>
                <a:lnTo>
                  <a:pt x="2126848" y="571261"/>
                </a:lnTo>
                <a:lnTo>
                  <a:pt x="2128221" y="565595"/>
                </a:lnTo>
                <a:lnTo>
                  <a:pt x="2133865" y="562058"/>
                </a:lnTo>
                <a:lnTo>
                  <a:pt x="2139531" y="563431"/>
                </a:lnTo>
                <a:lnTo>
                  <a:pt x="2145200" y="564710"/>
                </a:lnTo>
                <a:lnTo>
                  <a:pt x="2148734" y="570448"/>
                </a:lnTo>
                <a:lnTo>
                  <a:pt x="2146078" y="581777"/>
                </a:lnTo>
                <a:lnTo>
                  <a:pt x="2140438" y="585320"/>
                </a:lnTo>
                <a:lnTo>
                  <a:pt x="2132616" y="583496"/>
                </a:lnTo>
                <a:lnTo>
                  <a:pt x="2130810" y="582343"/>
                </a:lnTo>
                <a:close/>
              </a:path>
              <a:path w="5142230" h="2300604">
                <a:moveTo>
                  <a:pt x="1785491" y="500063"/>
                </a:moveTo>
                <a:lnTo>
                  <a:pt x="1781756" y="496065"/>
                </a:lnTo>
                <a:lnTo>
                  <a:pt x="1780701" y="492394"/>
                </a:lnTo>
                <a:lnTo>
                  <a:pt x="1781626" y="488790"/>
                </a:lnTo>
                <a:lnTo>
                  <a:pt x="1782999" y="483124"/>
                </a:lnTo>
                <a:lnTo>
                  <a:pt x="1788775" y="479728"/>
                </a:lnTo>
                <a:lnTo>
                  <a:pt x="1794441" y="481101"/>
                </a:lnTo>
                <a:lnTo>
                  <a:pt x="1800108" y="482574"/>
                </a:lnTo>
                <a:lnTo>
                  <a:pt x="1803498" y="488255"/>
                </a:lnTo>
                <a:lnTo>
                  <a:pt x="1800662" y="499588"/>
                </a:lnTo>
                <a:lnTo>
                  <a:pt x="1794927" y="503028"/>
                </a:lnTo>
                <a:lnTo>
                  <a:pt x="1789379" y="501683"/>
                </a:lnTo>
                <a:lnTo>
                  <a:pt x="1787202" y="501113"/>
                </a:lnTo>
                <a:lnTo>
                  <a:pt x="1785491" y="500063"/>
                </a:lnTo>
                <a:close/>
              </a:path>
              <a:path w="5142230" h="2300604">
                <a:moveTo>
                  <a:pt x="2337892" y="631791"/>
                </a:moveTo>
                <a:lnTo>
                  <a:pt x="2334203" y="627842"/>
                </a:lnTo>
                <a:lnTo>
                  <a:pt x="2333147" y="624171"/>
                </a:lnTo>
                <a:lnTo>
                  <a:pt x="2335441" y="614896"/>
                </a:lnTo>
                <a:lnTo>
                  <a:pt x="2336963" y="613984"/>
                </a:lnTo>
                <a:lnTo>
                  <a:pt x="2341296" y="611487"/>
                </a:lnTo>
                <a:lnTo>
                  <a:pt x="2346793" y="612875"/>
                </a:lnTo>
                <a:lnTo>
                  <a:pt x="2352463" y="614253"/>
                </a:lnTo>
                <a:lnTo>
                  <a:pt x="2355949" y="620037"/>
                </a:lnTo>
                <a:lnTo>
                  <a:pt x="2354530" y="625654"/>
                </a:lnTo>
                <a:lnTo>
                  <a:pt x="2353157" y="631319"/>
                </a:lnTo>
                <a:lnTo>
                  <a:pt x="2347422" y="634759"/>
                </a:lnTo>
                <a:lnTo>
                  <a:pt x="2341756" y="633386"/>
                </a:lnTo>
                <a:lnTo>
                  <a:pt x="2339698" y="632844"/>
                </a:lnTo>
                <a:lnTo>
                  <a:pt x="2337892" y="631791"/>
                </a:lnTo>
                <a:close/>
              </a:path>
              <a:path w="5142230" h="2300604">
                <a:moveTo>
                  <a:pt x="2406748" y="649100"/>
                </a:moveTo>
                <a:lnTo>
                  <a:pt x="2403013" y="645102"/>
                </a:lnTo>
                <a:lnTo>
                  <a:pt x="2401953" y="641426"/>
                </a:lnTo>
                <a:lnTo>
                  <a:pt x="2404346" y="632160"/>
                </a:lnTo>
                <a:lnTo>
                  <a:pt x="2410086" y="628725"/>
                </a:lnTo>
                <a:lnTo>
                  <a:pt x="2421411" y="631660"/>
                </a:lnTo>
                <a:lnTo>
                  <a:pt x="2424805" y="637346"/>
                </a:lnTo>
                <a:lnTo>
                  <a:pt x="2423402" y="642980"/>
                </a:lnTo>
                <a:lnTo>
                  <a:pt x="2421916" y="648720"/>
                </a:lnTo>
                <a:lnTo>
                  <a:pt x="2416135" y="652111"/>
                </a:lnTo>
                <a:lnTo>
                  <a:pt x="2410638" y="650722"/>
                </a:lnTo>
                <a:lnTo>
                  <a:pt x="2408459" y="650150"/>
                </a:lnTo>
                <a:lnTo>
                  <a:pt x="2406748" y="649100"/>
                </a:lnTo>
                <a:close/>
              </a:path>
              <a:path w="5142230" h="2300604">
                <a:moveTo>
                  <a:pt x="2199943" y="598581"/>
                </a:moveTo>
                <a:lnTo>
                  <a:pt x="2196254" y="594631"/>
                </a:lnTo>
                <a:lnTo>
                  <a:pt x="2195101" y="591051"/>
                </a:lnTo>
                <a:lnTo>
                  <a:pt x="2195973" y="587489"/>
                </a:lnTo>
                <a:lnTo>
                  <a:pt x="2197305" y="581779"/>
                </a:lnTo>
                <a:lnTo>
                  <a:pt x="2202990" y="578285"/>
                </a:lnTo>
                <a:lnTo>
                  <a:pt x="2214329" y="580942"/>
                </a:lnTo>
                <a:lnTo>
                  <a:pt x="2217912" y="586635"/>
                </a:lnTo>
                <a:lnTo>
                  <a:pt x="2216539" y="592300"/>
                </a:lnTo>
                <a:lnTo>
                  <a:pt x="2215211" y="598015"/>
                </a:lnTo>
                <a:lnTo>
                  <a:pt x="2209522" y="601504"/>
                </a:lnTo>
                <a:lnTo>
                  <a:pt x="2201700" y="599679"/>
                </a:lnTo>
                <a:lnTo>
                  <a:pt x="2199943" y="598581"/>
                </a:lnTo>
                <a:close/>
              </a:path>
              <a:path w="5142230" h="2300604">
                <a:moveTo>
                  <a:pt x="3443422" y="1801745"/>
                </a:moveTo>
                <a:lnTo>
                  <a:pt x="3439732" y="1797795"/>
                </a:lnTo>
                <a:lnTo>
                  <a:pt x="3438690" y="1795116"/>
                </a:lnTo>
                <a:lnTo>
                  <a:pt x="3438988" y="1786344"/>
                </a:lnTo>
                <a:lnTo>
                  <a:pt x="3443860" y="1781785"/>
                </a:lnTo>
                <a:lnTo>
                  <a:pt x="3455555" y="1782183"/>
                </a:lnTo>
                <a:lnTo>
                  <a:pt x="3460064" y="1787010"/>
                </a:lnTo>
                <a:lnTo>
                  <a:pt x="3459671" y="1798710"/>
                </a:lnTo>
                <a:lnTo>
                  <a:pt x="3454795" y="1803265"/>
                </a:lnTo>
                <a:lnTo>
                  <a:pt x="3446069" y="1803015"/>
                </a:lnTo>
                <a:lnTo>
                  <a:pt x="3443422" y="1801745"/>
                </a:lnTo>
                <a:close/>
              </a:path>
              <a:path w="5142230" h="2300604">
                <a:moveTo>
                  <a:pt x="2612044" y="705139"/>
                </a:moveTo>
                <a:lnTo>
                  <a:pt x="2608354" y="701190"/>
                </a:lnTo>
                <a:lnTo>
                  <a:pt x="2607306" y="697330"/>
                </a:lnTo>
                <a:lnTo>
                  <a:pt x="2608373" y="693585"/>
                </a:lnTo>
                <a:lnTo>
                  <a:pt x="2610030" y="688028"/>
                </a:lnTo>
                <a:lnTo>
                  <a:pt x="2615898" y="684829"/>
                </a:lnTo>
                <a:lnTo>
                  <a:pt x="2627116" y="688137"/>
                </a:lnTo>
                <a:lnTo>
                  <a:pt x="2630315" y="694006"/>
                </a:lnTo>
                <a:lnTo>
                  <a:pt x="2628658" y="699563"/>
                </a:lnTo>
                <a:lnTo>
                  <a:pt x="2626956" y="705170"/>
                </a:lnTo>
                <a:lnTo>
                  <a:pt x="2621088" y="708369"/>
                </a:lnTo>
                <a:lnTo>
                  <a:pt x="2615526" y="706716"/>
                </a:lnTo>
                <a:lnTo>
                  <a:pt x="2613656" y="706181"/>
                </a:lnTo>
                <a:lnTo>
                  <a:pt x="2612044" y="705139"/>
                </a:lnTo>
                <a:close/>
              </a:path>
              <a:path w="5142230" h="2300604">
                <a:moveTo>
                  <a:pt x="3426767" y="1307695"/>
                </a:moveTo>
                <a:lnTo>
                  <a:pt x="3423073" y="1303741"/>
                </a:lnTo>
                <a:lnTo>
                  <a:pt x="3422140" y="1302156"/>
                </a:lnTo>
                <a:lnTo>
                  <a:pt x="3420267" y="1294775"/>
                </a:lnTo>
                <a:lnTo>
                  <a:pt x="3423721" y="1288991"/>
                </a:lnTo>
                <a:lnTo>
                  <a:pt x="3429340" y="1287577"/>
                </a:lnTo>
                <a:lnTo>
                  <a:pt x="3435003" y="1286113"/>
                </a:lnTo>
                <a:lnTo>
                  <a:pt x="3440741" y="1289519"/>
                </a:lnTo>
                <a:lnTo>
                  <a:pt x="3443660" y="1300854"/>
                </a:lnTo>
                <a:lnTo>
                  <a:pt x="3440165" y="1306594"/>
                </a:lnTo>
                <a:lnTo>
                  <a:pt x="3430640" y="1309007"/>
                </a:lnTo>
                <a:lnTo>
                  <a:pt x="3426767" y="1307695"/>
                </a:lnTo>
                <a:close/>
              </a:path>
              <a:path w="5142230" h="2300604">
                <a:moveTo>
                  <a:pt x="3440786" y="1376952"/>
                </a:moveTo>
                <a:lnTo>
                  <a:pt x="3437101" y="1373008"/>
                </a:lnTo>
                <a:lnTo>
                  <a:pt x="3436124" y="1371081"/>
                </a:lnTo>
                <a:lnTo>
                  <a:pt x="3434881" y="1363202"/>
                </a:lnTo>
                <a:lnTo>
                  <a:pt x="3438753" y="1357768"/>
                </a:lnTo>
                <a:lnTo>
                  <a:pt x="3444491" y="1356873"/>
                </a:lnTo>
                <a:lnTo>
                  <a:pt x="3450283" y="1355937"/>
                </a:lnTo>
                <a:lnTo>
                  <a:pt x="3455723" y="1359903"/>
                </a:lnTo>
                <a:lnTo>
                  <a:pt x="3457504" y="1371389"/>
                </a:lnTo>
                <a:lnTo>
                  <a:pt x="3453632" y="1376823"/>
                </a:lnTo>
                <a:lnTo>
                  <a:pt x="3444234" y="1378297"/>
                </a:lnTo>
                <a:lnTo>
                  <a:pt x="3440786" y="1376952"/>
                </a:lnTo>
                <a:close/>
              </a:path>
              <a:path w="5142230" h="2300604">
                <a:moveTo>
                  <a:pt x="2061679" y="566304"/>
                </a:moveTo>
                <a:lnTo>
                  <a:pt x="2057944" y="562306"/>
                </a:lnTo>
                <a:lnTo>
                  <a:pt x="2056885" y="558729"/>
                </a:lnTo>
                <a:lnTo>
                  <a:pt x="2059041" y="549502"/>
                </a:lnTo>
                <a:lnTo>
                  <a:pt x="2064680" y="545960"/>
                </a:lnTo>
                <a:lnTo>
                  <a:pt x="2076109" y="548615"/>
                </a:lnTo>
                <a:lnTo>
                  <a:pt x="2079597" y="554305"/>
                </a:lnTo>
                <a:lnTo>
                  <a:pt x="2078323" y="559978"/>
                </a:lnTo>
                <a:lnTo>
                  <a:pt x="2076950" y="565644"/>
                </a:lnTo>
                <a:lnTo>
                  <a:pt x="2071306" y="569181"/>
                </a:lnTo>
                <a:lnTo>
                  <a:pt x="2063484" y="567357"/>
                </a:lnTo>
                <a:lnTo>
                  <a:pt x="2061679" y="566304"/>
                </a:lnTo>
                <a:close/>
              </a:path>
              <a:path w="5142230" h="2300604">
                <a:moveTo>
                  <a:pt x="2268967" y="614994"/>
                </a:moveTo>
                <a:lnTo>
                  <a:pt x="2265282" y="611050"/>
                </a:lnTo>
                <a:lnTo>
                  <a:pt x="2264928" y="609889"/>
                </a:lnTo>
                <a:lnTo>
                  <a:pt x="2264197" y="607346"/>
                </a:lnTo>
                <a:lnTo>
                  <a:pt x="2266427" y="598200"/>
                </a:lnTo>
                <a:lnTo>
                  <a:pt x="2272117" y="594712"/>
                </a:lnTo>
                <a:lnTo>
                  <a:pt x="2283443" y="597453"/>
                </a:lnTo>
                <a:lnTo>
                  <a:pt x="2286932" y="603142"/>
                </a:lnTo>
                <a:lnTo>
                  <a:pt x="2284186" y="614474"/>
                </a:lnTo>
                <a:lnTo>
                  <a:pt x="2278501" y="617967"/>
                </a:lnTo>
                <a:lnTo>
                  <a:pt x="2272835" y="616594"/>
                </a:lnTo>
                <a:lnTo>
                  <a:pt x="2270769" y="616141"/>
                </a:lnTo>
                <a:lnTo>
                  <a:pt x="2268967" y="614994"/>
                </a:lnTo>
                <a:close/>
              </a:path>
              <a:path w="5142230" h="2300604">
                <a:moveTo>
                  <a:pt x="2475392" y="666964"/>
                </a:moveTo>
                <a:lnTo>
                  <a:pt x="2471703" y="663015"/>
                </a:lnTo>
                <a:lnTo>
                  <a:pt x="2470602" y="659295"/>
                </a:lnTo>
                <a:lnTo>
                  <a:pt x="2473096" y="649942"/>
                </a:lnTo>
                <a:lnTo>
                  <a:pt x="2478636" y="646782"/>
                </a:lnTo>
                <a:lnTo>
                  <a:pt x="2478874" y="646646"/>
                </a:lnTo>
                <a:lnTo>
                  <a:pt x="2484536" y="648113"/>
                </a:lnTo>
                <a:lnTo>
                  <a:pt x="2490150" y="649626"/>
                </a:lnTo>
                <a:lnTo>
                  <a:pt x="2493541" y="655407"/>
                </a:lnTo>
                <a:lnTo>
                  <a:pt x="2492025" y="661115"/>
                </a:lnTo>
                <a:lnTo>
                  <a:pt x="2490507" y="666723"/>
                </a:lnTo>
                <a:lnTo>
                  <a:pt x="2484730" y="670020"/>
                </a:lnTo>
                <a:lnTo>
                  <a:pt x="2479072" y="668558"/>
                </a:lnTo>
                <a:lnTo>
                  <a:pt x="2477103" y="668014"/>
                </a:lnTo>
                <a:lnTo>
                  <a:pt x="2475392" y="666964"/>
                </a:lnTo>
                <a:close/>
              </a:path>
              <a:path w="5142230" h="2300604">
                <a:moveTo>
                  <a:pt x="2543876" y="685634"/>
                </a:moveTo>
                <a:lnTo>
                  <a:pt x="2540137" y="681631"/>
                </a:lnTo>
                <a:lnTo>
                  <a:pt x="2539085" y="677866"/>
                </a:lnTo>
                <a:lnTo>
                  <a:pt x="2540112" y="674176"/>
                </a:lnTo>
                <a:lnTo>
                  <a:pt x="2541715" y="668561"/>
                </a:lnTo>
                <a:lnTo>
                  <a:pt x="2547075" y="665502"/>
                </a:lnTo>
                <a:lnTo>
                  <a:pt x="2547492" y="665264"/>
                </a:lnTo>
                <a:lnTo>
                  <a:pt x="2553151" y="666826"/>
                </a:lnTo>
                <a:lnTo>
                  <a:pt x="2558762" y="668433"/>
                </a:lnTo>
                <a:lnTo>
                  <a:pt x="2562014" y="674261"/>
                </a:lnTo>
                <a:lnTo>
                  <a:pt x="2560501" y="679874"/>
                </a:lnTo>
                <a:lnTo>
                  <a:pt x="2558894" y="685485"/>
                </a:lnTo>
                <a:lnTo>
                  <a:pt x="2553491" y="688498"/>
                </a:lnTo>
                <a:lnTo>
                  <a:pt x="2553071" y="688733"/>
                </a:lnTo>
                <a:lnTo>
                  <a:pt x="2545493" y="686681"/>
                </a:lnTo>
                <a:lnTo>
                  <a:pt x="2543876" y="685634"/>
                </a:lnTo>
                <a:close/>
              </a:path>
              <a:path w="5142230" h="2300604">
                <a:moveTo>
                  <a:pt x="3458416" y="2085229"/>
                </a:moveTo>
                <a:lnTo>
                  <a:pt x="3454726" y="2081280"/>
                </a:lnTo>
                <a:lnTo>
                  <a:pt x="3453745" y="2079448"/>
                </a:lnTo>
                <a:lnTo>
                  <a:pt x="3452360" y="2071611"/>
                </a:lnTo>
                <a:lnTo>
                  <a:pt x="3456182" y="2066123"/>
                </a:lnTo>
                <a:lnTo>
                  <a:pt x="3467677" y="2064060"/>
                </a:lnTo>
                <a:lnTo>
                  <a:pt x="3473169" y="2067886"/>
                </a:lnTo>
                <a:lnTo>
                  <a:pt x="3475233" y="2079381"/>
                </a:lnTo>
                <a:lnTo>
                  <a:pt x="3471411" y="2084869"/>
                </a:lnTo>
                <a:lnTo>
                  <a:pt x="3465660" y="2085849"/>
                </a:lnTo>
                <a:lnTo>
                  <a:pt x="3462002" y="2086527"/>
                </a:lnTo>
                <a:lnTo>
                  <a:pt x="3458416" y="2085229"/>
                </a:lnTo>
                <a:close/>
              </a:path>
              <a:path w="5142230" h="2300604">
                <a:moveTo>
                  <a:pt x="3474512" y="2154656"/>
                </a:moveTo>
                <a:lnTo>
                  <a:pt x="3470772" y="2150653"/>
                </a:lnTo>
                <a:lnTo>
                  <a:pt x="3469877" y="2149206"/>
                </a:lnTo>
                <a:lnTo>
                  <a:pt x="3467865" y="2141872"/>
                </a:lnTo>
                <a:lnTo>
                  <a:pt x="3471131" y="2136082"/>
                </a:lnTo>
                <a:lnTo>
                  <a:pt x="3482382" y="2132877"/>
                </a:lnTo>
                <a:lnTo>
                  <a:pt x="3488213" y="2136187"/>
                </a:lnTo>
                <a:lnTo>
                  <a:pt x="3491323" y="2147434"/>
                </a:lnTo>
                <a:lnTo>
                  <a:pt x="3488062" y="2153229"/>
                </a:lnTo>
                <a:lnTo>
                  <a:pt x="3482437" y="2154832"/>
                </a:lnTo>
                <a:lnTo>
                  <a:pt x="3478524" y="2155921"/>
                </a:lnTo>
                <a:lnTo>
                  <a:pt x="3474512" y="2154656"/>
                </a:lnTo>
                <a:close/>
              </a:path>
              <a:path w="5142230" h="2300604">
                <a:moveTo>
                  <a:pt x="3343188" y="1114517"/>
                </a:moveTo>
                <a:lnTo>
                  <a:pt x="3338435" y="1109430"/>
                </a:lnTo>
                <a:lnTo>
                  <a:pt x="3335204" y="1104504"/>
                </a:lnTo>
                <a:lnTo>
                  <a:pt x="3336511" y="1097987"/>
                </a:lnTo>
                <a:lnTo>
                  <a:pt x="3341338" y="1094747"/>
                </a:lnTo>
                <a:lnTo>
                  <a:pt x="3346268" y="1091521"/>
                </a:lnTo>
                <a:lnTo>
                  <a:pt x="3352781" y="1092823"/>
                </a:lnTo>
                <a:lnTo>
                  <a:pt x="3359252" y="1102585"/>
                </a:lnTo>
                <a:lnTo>
                  <a:pt x="3357944" y="1109102"/>
                </a:lnTo>
                <a:lnTo>
                  <a:pt x="3353060" y="1112378"/>
                </a:lnTo>
                <a:lnTo>
                  <a:pt x="3348713" y="1115251"/>
                </a:lnTo>
                <a:lnTo>
                  <a:pt x="3343188" y="1114517"/>
                </a:lnTo>
                <a:close/>
              </a:path>
              <a:path w="5142230" h="2300604">
                <a:moveTo>
                  <a:pt x="1923420" y="533740"/>
                </a:moveTo>
                <a:lnTo>
                  <a:pt x="1919735" y="529795"/>
                </a:lnTo>
                <a:lnTo>
                  <a:pt x="1918676" y="526218"/>
                </a:lnTo>
                <a:lnTo>
                  <a:pt x="1919507" y="522611"/>
                </a:lnTo>
                <a:lnTo>
                  <a:pt x="1920880" y="516946"/>
                </a:lnTo>
                <a:lnTo>
                  <a:pt x="1926570" y="513457"/>
                </a:lnTo>
                <a:lnTo>
                  <a:pt x="1937897" y="516198"/>
                </a:lnTo>
                <a:lnTo>
                  <a:pt x="1941385" y="521888"/>
                </a:lnTo>
                <a:lnTo>
                  <a:pt x="1940061" y="527508"/>
                </a:lnTo>
                <a:lnTo>
                  <a:pt x="1938688" y="533174"/>
                </a:lnTo>
                <a:lnTo>
                  <a:pt x="1932995" y="536757"/>
                </a:lnTo>
                <a:lnTo>
                  <a:pt x="1925222" y="534887"/>
                </a:lnTo>
                <a:lnTo>
                  <a:pt x="1923420" y="533740"/>
                </a:lnTo>
                <a:close/>
              </a:path>
              <a:path w="5142230" h="2300604">
                <a:moveTo>
                  <a:pt x="3442185" y="1872753"/>
                </a:moveTo>
                <a:lnTo>
                  <a:pt x="3438491" y="1868799"/>
                </a:lnTo>
                <a:lnTo>
                  <a:pt x="3437402" y="1866264"/>
                </a:lnTo>
                <a:lnTo>
                  <a:pt x="3437414" y="1857578"/>
                </a:lnTo>
                <a:lnTo>
                  <a:pt x="3442149" y="1852872"/>
                </a:lnTo>
                <a:lnTo>
                  <a:pt x="3447958" y="1852933"/>
                </a:lnTo>
                <a:lnTo>
                  <a:pt x="3453807" y="1852938"/>
                </a:lnTo>
                <a:lnTo>
                  <a:pt x="3458554" y="1857726"/>
                </a:lnTo>
                <a:lnTo>
                  <a:pt x="3458503" y="1863536"/>
                </a:lnTo>
                <a:lnTo>
                  <a:pt x="3458492" y="1869390"/>
                </a:lnTo>
                <a:lnTo>
                  <a:pt x="3453753" y="1874091"/>
                </a:lnTo>
                <a:lnTo>
                  <a:pt x="3444878" y="1874072"/>
                </a:lnTo>
                <a:lnTo>
                  <a:pt x="3442185" y="1872753"/>
                </a:lnTo>
                <a:close/>
              </a:path>
              <a:path w="5142230" h="2300604">
                <a:moveTo>
                  <a:pt x="3378204" y="1175461"/>
                </a:moveTo>
                <a:lnTo>
                  <a:pt x="3374424" y="1171413"/>
                </a:lnTo>
                <a:lnTo>
                  <a:pt x="3373882" y="1170541"/>
                </a:lnTo>
                <a:lnTo>
                  <a:pt x="3373398" y="1169632"/>
                </a:lnTo>
                <a:lnTo>
                  <a:pt x="3370791" y="1164397"/>
                </a:lnTo>
                <a:lnTo>
                  <a:pt x="3372896" y="1158048"/>
                </a:lnTo>
                <a:lnTo>
                  <a:pt x="3377769" y="1155641"/>
                </a:lnTo>
                <a:lnTo>
                  <a:pt x="3383271" y="1152831"/>
                </a:lnTo>
                <a:lnTo>
                  <a:pt x="3389619" y="1154935"/>
                </a:lnTo>
                <a:lnTo>
                  <a:pt x="3392275" y="1160124"/>
                </a:lnTo>
                <a:lnTo>
                  <a:pt x="3394774" y="1165145"/>
                </a:lnTo>
                <a:lnTo>
                  <a:pt x="3394902" y="1165282"/>
                </a:lnTo>
                <a:lnTo>
                  <a:pt x="3392778" y="1171708"/>
                </a:lnTo>
                <a:lnTo>
                  <a:pt x="3387960" y="1174174"/>
                </a:lnTo>
                <a:lnTo>
                  <a:pt x="3383268" y="1176483"/>
                </a:lnTo>
                <a:lnTo>
                  <a:pt x="3378204" y="1175461"/>
                </a:lnTo>
                <a:close/>
              </a:path>
              <a:path w="5142230" h="2300604">
                <a:moveTo>
                  <a:pt x="3443449" y="1943799"/>
                </a:moveTo>
                <a:lnTo>
                  <a:pt x="3439759" y="1939850"/>
                </a:lnTo>
                <a:lnTo>
                  <a:pt x="3438655" y="1937494"/>
                </a:lnTo>
                <a:lnTo>
                  <a:pt x="3438329" y="1929032"/>
                </a:lnTo>
                <a:lnTo>
                  <a:pt x="3442886" y="1924136"/>
                </a:lnTo>
                <a:lnTo>
                  <a:pt x="3454520" y="1923687"/>
                </a:lnTo>
                <a:lnTo>
                  <a:pt x="3459465" y="1928199"/>
                </a:lnTo>
                <a:lnTo>
                  <a:pt x="3459919" y="1939828"/>
                </a:lnTo>
                <a:lnTo>
                  <a:pt x="3455403" y="1944768"/>
                </a:lnTo>
                <a:lnTo>
                  <a:pt x="3449544" y="1945045"/>
                </a:lnTo>
                <a:lnTo>
                  <a:pt x="3446331" y="1945125"/>
                </a:lnTo>
                <a:lnTo>
                  <a:pt x="3443449" y="1943799"/>
                </a:lnTo>
                <a:close/>
              </a:path>
              <a:path w="5142230" h="2300604">
                <a:moveTo>
                  <a:pt x="1716697" y="482331"/>
                </a:moveTo>
                <a:lnTo>
                  <a:pt x="1713007" y="478381"/>
                </a:lnTo>
                <a:lnTo>
                  <a:pt x="1711906" y="474662"/>
                </a:lnTo>
                <a:lnTo>
                  <a:pt x="1712792" y="471211"/>
                </a:lnTo>
                <a:lnTo>
                  <a:pt x="1714344" y="465444"/>
                </a:lnTo>
                <a:lnTo>
                  <a:pt x="1719948" y="462157"/>
                </a:lnTo>
                <a:lnTo>
                  <a:pt x="1720125" y="462053"/>
                </a:lnTo>
                <a:lnTo>
                  <a:pt x="1731404" y="464939"/>
                </a:lnTo>
                <a:lnTo>
                  <a:pt x="1734796" y="470720"/>
                </a:lnTo>
                <a:lnTo>
                  <a:pt x="1733336" y="476195"/>
                </a:lnTo>
                <a:lnTo>
                  <a:pt x="1731861" y="482045"/>
                </a:lnTo>
                <a:lnTo>
                  <a:pt x="1726153" y="485319"/>
                </a:lnTo>
                <a:lnTo>
                  <a:pt x="1720418" y="483968"/>
                </a:lnTo>
                <a:lnTo>
                  <a:pt x="1718408" y="483381"/>
                </a:lnTo>
                <a:lnTo>
                  <a:pt x="1716697" y="482331"/>
                </a:lnTo>
                <a:close/>
              </a:path>
              <a:path w="5142230" h="2300604">
                <a:moveTo>
                  <a:pt x="3448487" y="2014780"/>
                </a:moveTo>
                <a:lnTo>
                  <a:pt x="3444757" y="2010787"/>
                </a:lnTo>
                <a:lnTo>
                  <a:pt x="3443741" y="2008722"/>
                </a:lnTo>
                <a:lnTo>
                  <a:pt x="3442884" y="2000474"/>
                </a:lnTo>
                <a:lnTo>
                  <a:pt x="3447173" y="1995290"/>
                </a:lnTo>
                <a:lnTo>
                  <a:pt x="3452951" y="1994731"/>
                </a:lnTo>
                <a:lnTo>
                  <a:pt x="3458774" y="1994122"/>
                </a:lnTo>
                <a:lnTo>
                  <a:pt x="3463917" y="1998357"/>
                </a:lnTo>
                <a:lnTo>
                  <a:pt x="3465130" y="2010017"/>
                </a:lnTo>
                <a:lnTo>
                  <a:pt x="3460895" y="2015160"/>
                </a:lnTo>
                <a:lnTo>
                  <a:pt x="3451657" y="2016121"/>
                </a:lnTo>
                <a:lnTo>
                  <a:pt x="3448487" y="2014780"/>
                </a:lnTo>
                <a:close/>
              </a:path>
              <a:path w="5142230" h="2300604">
                <a:moveTo>
                  <a:pt x="1992501" y="550117"/>
                </a:moveTo>
                <a:lnTo>
                  <a:pt x="1988812" y="546168"/>
                </a:lnTo>
                <a:lnTo>
                  <a:pt x="1987753" y="542591"/>
                </a:lnTo>
                <a:lnTo>
                  <a:pt x="1989908" y="533364"/>
                </a:lnTo>
                <a:lnTo>
                  <a:pt x="1995601" y="529781"/>
                </a:lnTo>
                <a:lnTo>
                  <a:pt x="2001267" y="531154"/>
                </a:lnTo>
                <a:lnTo>
                  <a:pt x="2006981" y="532482"/>
                </a:lnTo>
                <a:lnTo>
                  <a:pt x="2010470" y="538171"/>
                </a:lnTo>
                <a:lnTo>
                  <a:pt x="2009191" y="543840"/>
                </a:lnTo>
                <a:lnTo>
                  <a:pt x="2007818" y="549506"/>
                </a:lnTo>
                <a:lnTo>
                  <a:pt x="2002174" y="553043"/>
                </a:lnTo>
                <a:lnTo>
                  <a:pt x="1994352" y="551219"/>
                </a:lnTo>
                <a:lnTo>
                  <a:pt x="1992501" y="550117"/>
                </a:lnTo>
                <a:close/>
              </a:path>
              <a:path w="5142230" h="2300604">
                <a:moveTo>
                  <a:pt x="1648064" y="463991"/>
                </a:moveTo>
                <a:lnTo>
                  <a:pt x="1644329" y="459992"/>
                </a:lnTo>
                <a:lnTo>
                  <a:pt x="1643277" y="456227"/>
                </a:lnTo>
                <a:lnTo>
                  <a:pt x="1644341" y="452576"/>
                </a:lnTo>
                <a:lnTo>
                  <a:pt x="1645858" y="446967"/>
                </a:lnTo>
                <a:lnTo>
                  <a:pt x="1651328" y="443830"/>
                </a:lnTo>
                <a:lnTo>
                  <a:pt x="1651685" y="443625"/>
                </a:lnTo>
                <a:lnTo>
                  <a:pt x="1662957" y="446700"/>
                </a:lnTo>
                <a:lnTo>
                  <a:pt x="1666201" y="452518"/>
                </a:lnTo>
                <a:lnTo>
                  <a:pt x="1664688" y="458131"/>
                </a:lnTo>
                <a:lnTo>
                  <a:pt x="1663131" y="463795"/>
                </a:lnTo>
                <a:lnTo>
                  <a:pt x="1657707" y="466884"/>
                </a:lnTo>
                <a:lnTo>
                  <a:pt x="1657349" y="467087"/>
                </a:lnTo>
                <a:lnTo>
                  <a:pt x="1651690" y="465526"/>
                </a:lnTo>
                <a:lnTo>
                  <a:pt x="1649771" y="465036"/>
                </a:lnTo>
                <a:lnTo>
                  <a:pt x="1648064" y="463991"/>
                </a:lnTo>
                <a:close/>
              </a:path>
              <a:path w="5142230" h="2300604">
                <a:moveTo>
                  <a:pt x="1309631" y="356824"/>
                </a:moveTo>
                <a:lnTo>
                  <a:pt x="1305896" y="352826"/>
                </a:lnTo>
                <a:lnTo>
                  <a:pt x="1304906" y="348638"/>
                </a:lnTo>
                <a:lnTo>
                  <a:pt x="1306312" y="344767"/>
                </a:lnTo>
                <a:lnTo>
                  <a:pt x="1308339" y="339313"/>
                </a:lnTo>
                <a:lnTo>
                  <a:pt x="1314383" y="336497"/>
                </a:lnTo>
                <a:lnTo>
                  <a:pt x="1319838" y="338524"/>
                </a:lnTo>
                <a:lnTo>
                  <a:pt x="1325341" y="340505"/>
                </a:lnTo>
                <a:lnTo>
                  <a:pt x="1328153" y="346644"/>
                </a:lnTo>
                <a:lnTo>
                  <a:pt x="1324100" y="357553"/>
                </a:lnTo>
                <a:lnTo>
                  <a:pt x="1318056" y="360369"/>
                </a:lnTo>
                <a:lnTo>
                  <a:pt x="1312601" y="358342"/>
                </a:lnTo>
                <a:lnTo>
                  <a:pt x="1310968" y="357767"/>
                </a:lnTo>
                <a:lnTo>
                  <a:pt x="1309631" y="356824"/>
                </a:lnTo>
                <a:close/>
              </a:path>
              <a:path w="5142230" h="2300604">
                <a:moveTo>
                  <a:pt x="3527799" y="2286769"/>
                </a:moveTo>
                <a:lnTo>
                  <a:pt x="3524014" y="2282717"/>
                </a:lnTo>
                <a:lnTo>
                  <a:pt x="3523478" y="2281948"/>
                </a:lnTo>
                <a:lnTo>
                  <a:pt x="3523081" y="2281132"/>
                </a:lnTo>
                <a:lnTo>
                  <a:pt x="3520278" y="2275980"/>
                </a:lnTo>
                <a:lnTo>
                  <a:pt x="3522194" y="2269625"/>
                </a:lnTo>
                <a:lnTo>
                  <a:pt x="3532443" y="2264077"/>
                </a:lnTo>
                <a:lnTo>
                  <a:pt x="3538842" y="2265943"/>
                </a:lnTo>
                <a:lnTo>
                  <a:pt x="3544440" y="2276236"/>
                </a:lnTo>
                <a:lnTo>
                  <a:pt x="3542476" y="2282637"/>
                </a:lnTo>
                <a:lnTo>
                  <a:pt x="3537334" y="2285441"/>
                </a:lnTo>
                <a:lnTo>
                  <a:pt x="3533002" y="2287743"/>
                </a:lnTo>
                <a:lnTo>
                  <a:pt x="3527799" y="2286769"/>
                </a:lnTo>
                <a:close/>
              </a:path>
              <a:path w="5142230" h="2300604">
                <a:moveTo>
                  <a:pt x="3497517" y="2222194"/>
                </a:moveTo>
                <a:lnTo>
                  <a:pt x="3493736" y="2218147"/>
                </a:lnTo>
                <a:lnTo>
                  <a:pt x="3493017" y="2217083"/>
                </a:lnTo>
                <a:lnTo>
                  <a:pt x="3492493" y="2215838"/>
                </a:lnTo>
                <a:lnTo>
                  <a:pt x="3490314" y="2210377"/>
                </a:lnTo>
                <a:lnTo>
                  <a:pt x="3492982" y="2204241"/>
                </a:lnTo>
                <a:lnTo>
                  <a:pt x="3498385" y="2202107"/>
                </a:lnTo>
                <a:lnTo>
                  <a:pt x="3503800" y="2199889"/>
                </a:lnTo>
                <a:lnTo>
                  <a:pt x="3509941" y="2202552"/>
                </a:lnTo>
                <a:lnTo>
                  <a:pt x="3512164" y="2207963"/>
                </a:lnTo>
                <a:lnTo>
                  <a:pt x="3514294" y="2213370"/>
                </a:lnTo>
                <a:lnTo>
                  <a:pt x="3511630" y="2219511"/>
                </a:lnTo>
                <a:lnTo>
                  <a:pt x="3506263" y="2221684"/>
                </a:lnTo>
                <a:lnTo>
                  <a:pt x="3502320" y="2223230"/>
                </a:lnTo>
                <a:lnTo>
                  <a:pt x="3502053" y="2223335"/>
                </a:lnTo>
                <a:lnTo>
                  <a:pt x="3497517" y="2222194"/>
                </a:lnTo>
                <a:close/>
              </a:path>
              <a:path w="5142230" h="2300604">
                <a:moveTo>
                  <a:pt x="3828977" y="2245751"/>
                </a:moveTo>
                <a:lnTo>
                  <a:pt x="3825055" y="2241552"/>
                </a:lnTo>
                <a:lnTo>
                  <a:pt x="3825079" y="2235421"/>
                </a:lnTo>
                <a:lnTo>
                  <a:pt x="3828847" y="2231536"/>
                </a:lnTo>
                <a:lnTo>
                  <a:pt x="3832715" y="2227466"/>
                </a:lnTo>
                <a:lnTo>
                  <a:pt x="3839087" y="2227348"/>
                </a:lnTo>
                <a:lnTo>
                  <a:pt x="3843157" y="2231216"/>
                </a:lnTo>
                <a:lnTo>
                  <a:pt x="3847183" y="2235134"/>
                </a:lnTo>
                <a:lnTo>
                  <a:pt x="3847342" y="2241560"/>
                </a:lnTo>
                <a:lnTo>
                  <a:pt x="3843429" y="2245581"/>
                </a:lnTo>
                <a:lnTo>
                  <a:pt x="3839609" y="2249606"/>
                </a:lnTo>
                <a:lnTo>
                  <a:pt x="3833133" y="2249711"/>
                </a:lnTo>
                <a:lnTo>
                  <a:pt x="3828977" y="2245751"/>
                </a:lnTo>
                <a:close/>
              </a:path>
              <a:path w="5142230" h="2300604">
                <a:moveTo>
                  <a:pt x="3661108" y="2023434"/>
                </a:moveTo>
                <a:lnTo>
                  <a:pt x="3657423" y="2019489"/>
                </a:lnTo>
                <a:lnTo>
                  <a:pt x="3656929" y="2018764"/>
                </a:lnTo>
                <a:lnTo>
                  <a:pt x="3656531" y="2017948"/>
                </a:lnTo>
                <a:lnTo>
                  <a:pt x="3653910" y="2012992"/>
                </a:lnTo>
                <a:lnTo>
                  <a:pt x="3655775" y="2006875"/>
                </a:lnTo>
                <a:lnTo>
                  <a:pt x="3665674" y="2001637"/>
                </a:lnTo>
                <a:lnTo>
                  <a:pt x="3671795" y="2003498"/>
                </a:lnTo>
                <a:lnTo>
                  <a:pt x="3677074" y="2013450"/>
                </a:lnTo>
                <a:lnTo>
                  <a:pt x="3675173" y="2019527"/>
                </a:lnTo>
                <a:lnTo>
                  <a:pt x="3670217" y="2022139"/>
                </a:lnTo>
                <a:lnTo>
                  <a:pt x="3666086" y="2024364"/>
                </a:lnTo>
                <a:lnTo>
                  <a:pt x="3661108" y="2023434"/>
                </a:lnTo>
                <a:close/>
              </a:path>
              <a:path w="5142230" h="2300604">
                <a:moveTo>
                  <a:pt x="3480131" y="1266976"/>
                </a:moveTo>
                <a:lnTo>
                  <a:pt x="3476578" y="1263173"/>
                </a:lnTo>
                <a:lnTo>
                  <a:pt x="3475731" y="1261680"/>
                </a:lnTo>
                <a:lnTo>
                  <a:pt x="3475264" y="1260007"/>
                </a:lnTo>
                <a:lnTo>
                  <a:pt x="3473849" y="1254582"/>
                </a:lnTo>
                <a:lnTo>
                  <a:pt x="3477100" y="1249070"/>
                </a:lnTo>
                <a:lnTo>
                  <a:pt x="3482489" y="1247606"/>
                </a:lnTo>
                <a:lnTo>
                  <a:pt x="3487915" y="1246181"/>
                </a:lnTo>
                <a:lnTo>
                  <a:pt x="3493471" y="1249391"/>
                </a:lnTo>
                <a:lnTo>
                  <a:pt x="3496316" y="1260257"/>
                </a:lnTo>
                <a:lnTo>
                  <a:pt x="3493101" y="1265808"/>
                </a:lnTo>
                <a:lnTo>
                  <a:pt x="3487675" y="1267233"/>
                </a:lnTo>
                <a:lnTo>
                  <a:pt x="3483954" y="1268234"/>
                </a:lnTo>
                <a:lnTo>
                  <a:pt x="3480131" y="1266976"/>
                </a:lnTo>
                <a:close/>
              </a:path>
              <a:path w="5142230" h="2300604">
                <a:moveTo>
                  <a:pt x="3737854" y="2143514"/>
                </a:moveTo>
                <a:lnTo>
                  <a:pt x="3733567" y="2138925"/>
                </a:lnTo>
                <a:lnTo>
                  <a:pt x="3730225" y="2134468"/>
                </a:lnTo>
                <a:lnTo>
                  <a:pt x="3731050" y="2128118"/>
                </a:lnTo>
                <a:lnTo>
                  <a:pt x="3735556" y="2124731"/>
                </a:lnTo>
                <a:lnTo>
                  <a:pt x="3739968" y="2121340"/>
                </a:lnTo>
                <a:lnTo>
                  <a:pt x="3746358" y="2122219"/>
                </a:lnTo>
                <a:lnTo>
                  <a:pt x="3749749" y="2126630"/>
                </a:lnTo>
                <a:lnTo>
                  <a:pt x="3753136" y="2131136"/>
                </a:lnTo>
                <a:lnTo>
                  <a:pt x="3752217" y="2137483"/>
                </a:lnTo>
                <a:lnTo>
                  <a:pt x="3747805" y="2140873"/>
                </a:lnTo>
                <a:lnTo>
                  <a:pt x="3743637" y="2144036"/>
                </a:lnTo>
                <a:lnTo>
                  <a:pt x="3737854" y="2143514"/>
                </a:lnTo>
                <a:close/>
              </a:path>
              <a:path w="5142230" h="2300604">
                <a:moveTo>
                  <a:pt x="3697075" y="2085004"/>
                </a:moveTo>
                <a:lnTo>
                  <a:pt x="3692923" y="2080560"/>
                </a:lnTo>
                <a:lnTo>
                  <a:pt x="3692606" y="2080025"/>
                </a:lnTo>
                <a:lnTo>
                  <a:pt x="3689557" y="2075294"/>
                </a:lnTo>
                <a:lnTo>
                  <a:pt x="3690949" y="2069063"/>
                </a:lnTo>
                <a:lnTo>
                  <a:pt x="3700366" y="2063015"/>
                </a:lnTo>
                <a:lnTo>
                  <a:pt x="3706692" y="2064410"/>
                </a:lnTo>
                <a:lnTo>
                  <a:pt x="3709647" y="2069138"/>
                </a:lnTo>
                <a:lnTo>
                  <a:pt x="3712646" y="2073814"/>
                </a:lnTo>
                <a:lnTo>
                  <a:pt x="3711299" y="2080094"/>
                </a:lnTo>
                <a:lnTo>
                  <a:pt x="3706573" y="2083149"/>
                </a:lnTo>
                <a:lnTo>
                  <a:pt x="3702371" y="2085786"/>
                </a:lnTo>
                <a:lnTo>
                  <a:pt x="3697075" y="2085004"/>
                </a:lnTo>
                <a:close/>
              </a:path>
              <a:path w="5142230" h="2300604">
                <a:moveTo>
                  <a:pt x="3783182" y="2198488"/>
                </a:moveTo>
                <a:lnTo>
                  <a:pt x="3779265" y="2194295"/>
                </a:lnTo>
                <a:lnTo>
                  <a:pt x="3775536" y="2190108"/>
                </a:lnTo>
                <a:lnTo>
                  <a:pt x="3775898" y="2183652"/>
                </a:lnTo>
                <a:lnTo>
                  <a:pt x="3783924" y="2176507"/>
                </a:lnTo>
                <a:lnTo>
                  <a:pt x="3784223" y="2176241"/>
                </a:lnTo>
                <a:lnTo>
                  <a:pt x="3790637" y="2176558"/>
                </a:lnTo>
                <a:lnTo>
                  <a:pt x="3798094" y="2184932"/>
                </a:lnTo>
                <a:lnTo>
                  <a:pt x="3797777" y="2191337"/>
                </a:lnTo>
                <a:lnTo>
                  <a:pt x="3789752" y="2198483"/>
                </a:lnTo>
                <a:lnTo>
                  <a:pt x="3789452" y="2198749"/>
                </a:lnTo>
                <a:lnTo>
                  <a:pt x="3783182" y="2198488"/>
                </a:lnTo>
                <a:close/>
              </a:path>
              <a:path w="5142230" h="2300604">
                <a:moveTo>
                  <a:pt x="3460016" y="1199112"/>
                </a:moveTo>
                <a:lnTo>
                  <a:pt x="3456418" y="1195260"/>
                </a:lnTo>
                <a:lnTo>
                  <a:pt x="3455656" y="1194054"/>
                </a:lnTo>
                <a:lnTo>
                  <a:pt x="3453383" y="1187320"/>
                </a:lnTo>
                <a:lnTo>
                  <a:pt x="3456218" y="1181558"/>
                </a:lnTo>
                <a:lnTo>
                  <a:pt x="3466867" y="1178002"/>
                </a:lnTo>
                <a:lnTo>
                  <a:pt x="3472629" y="1180846"/>
                </a:lnTo>
                <a:lnTo>
                  <a:pt x="3476185" y="1191495"/>
                </a:lnTo>
                <a:lnTo>
                  <a:pt x="3473295" y="1197199"/>
                </a:lnTo>
                <a:lnTo>
                  <a:pt x="3468041" y="1199003"/>
                </a:lnTo>
                <a:lnTo>
                  <a:pt x="3464130" y="1200291"/>
                </a:lnTo>
                <a:lnTo>
                  <a:pt x="3460016" y="1199112"/>
                </a:lnTo>
                <a:close/>
              </a:path>
              <a:path w="5142230" h="2300604">
                <a:moveTo>
                  <a:pt x="3538526" y="1616568"/>
                </a:moveTo>
                <a:lnTo>
                  <a:pt x="3534969" y="1612760"/>
                </a:lnTo>
                <a:lnTo>
                  <a:pt x="3533997" y="1610938"/>
                </a:lnTo>
                <a:lnTo>
                  <a:pt x="3532834" y="1603340"/>
                </a:lnTo>
                <a:lnTo>
                  <a:pt x="3536651" y="1598140"/>
                </a:lnTo>
                <a:lnTo>
                  <a:pt x="3542152" y="1597284"/>
                </a:lnTo>
                <a:lnTo>
                  <a:pt x="3547706" y="1596387"/>
                </a:lnTo>
                <a:lnTo>
                  <a:pt x="3552862" y="1600245"/>
                </a:lnTo>
                <a:lnTo>
                  <a:pt x="3554615" y="1611309"/>
                </a:lnTo>
                <a:lnTo>
                  <a:pt x="3550757" y="1616465"/>
                </a:lnTo>
                <a:lnTo>
                  <a:pt x="3541829" y="1617856"/>
                </a:lnTo>
                <a:lnTo>
                  <a:pt x="3538526" y="1616568"/>
                </a:lnTo>
                <a:close/>
              </a:path>
              <a:path w="5142230" h="2300604">
                <a:moveTo>
                  <a:pt x="3630251" y="1959123"/>
                </a:moveTo>
                <a:lnTo>
                  <a:pt x="3626657" y="1955276"/>
                </a:lnTo>
                <a:lnTo>
                  <a:pt x="3625975" y="1954351"/>
                </a:lnTo>
                <a:lnTo>
                  <a:pt x="3623234" y="1947897"/>
                </a:lnTo>
                <a:lnTo>
                  <a:pt x="3625688" y="1942118"/>
                </a:lnTo>
                <a:lnTo>
                  <a:pt x="3635943" y="1937652"/>
                </a:lnTo>
                <a:lnTo>
                  <a:pt x="3641905" y="1940027"/>
                </a:lnTo>
                <a:lnTo>
                  <a:pt x="3646371" y="1950282"/>
                </a:lnTo>
                <a:lnTo>
                  <a:pt x="3643948" y="1956289"/>
                </a:lnTo>
                <a:lnTo>
                  <a:pt x="3638869" y="1958477"/>
                </a:lnTo>
                <a:lnTo>
                  <a:pt x="3634795" y="1960274"/>
                </a:lnTo>
                <a:lnTo>
                  <a:pt x="3630251" y="1959123"/>
                </a:lnTo>
                <a:close/>
              </a:path>
              <a:path w="5142230" h="2300604">
                <a:moveTo>
                  <a:pt x="3564930" y="1756263"/>
                </a:moveTo>
                <a:lnTo>
                  <a:pt x="3561331" y="1752411"/>
                </a:lnTo>
                <a:lnTo>
                  <a:pt x="3560439" y="1750870"/>
                </a:lnTo>
                <a:lnTo>
                  <a:pt x="3558797" y="1743638"/>
                </a:lnTo>
                <a:lnTo>
                  <a:pt x="3561937" y="1738594"/>
                </a:lnTo>
                <a:lnTo>
                  <a:pt x="3562193" y="1738183"/>
                </a:lnTo>
                <a:lnTo>
                  <a:pt x="3567666" y="1736906"/>
                </a:lnTo>
                <a:lnTo>
                  <a:pt x="3573089" y="1735674"/>
                </a:lnTo>
                <a:lnTo>
                  <a:pt x="3578540" y="1739065"/>
                </a:lnTo>
                <a:lnTo>
                  <a:pt x="3581053" y="1749967"/>
                </a:lnTo>
                <a:lnTo>
                  <a:pt x="3577913" y="1755011"/>
                </a:lnTo>
                <a:lnTo>
                  <a:pt x="3577658" y="1755422"/>
                </a:lnTo>
                <a:lnTo>
                  <a:pt x="3572185" y="1756699"/>
                </a:lnTo>
                <a:lnTo>
                  <a:pt x="3568565" y="1757515"/>
                </a:lnTo>
                <a:lnTo>
                  <a:pt x="3564930" y="1756263"/>
                </a:lnTo>
                <a:close/>
              </a:path>
              <a:path w="5142230" h="2300604">
                <a:moveTo>
                  <a:pt x="3582648" y="1825179"/>
                </a:moveTo>
                <a:lnTo>
                  <a:pt x="3579049" y="1821327"/>
                </a:lnTo>
                <a:lnTo>
                  <a:pt x="3578249" y="1819883"/>
                </a:lnTo>
                <a:lnTo>
                  <a:pt x="3576220" y="1812921"/>
                </a:lnTo>
                <a:lnTo>
                  <a:pt x="3579385" y="1807317"/>
                </a:lnTo>
                <a:lnTo>
                  <a:pt x="3584773" y="1805753"/>
                </a:lnTo>
                <a:lnTo>
                  <a:pt x="3590157" y="1804284"/>
                </a:lnTo>
                <a:lnTo>
                  <a:pt x="3595765" y="1807355"/>
                </a:lnTo>
                <a:lnTo>
                  <a:pt x="3598797" y="1818128"/>
                </a:lnTo>
                <a:lnTo>
                  <a:pt x="3595727" y="1823735"/>
                </a:lnTo>
                <a:lnTo>
                  <a:pt x="3586520" y="1826392"/>
                </a:lnTo>
                <a:lnTo>
                  <a:pt x="3582648" y="1825179"/>
                </a:lnTo>
                <a:close/>
              </a:path>
              <a:path w="5142230" h="2300604">
                <a:moveTo>
                  <a:pt x="3604278" y="1892905"/>
                </a:moveTo>
                <a:lnTo>
                  <a:pt x="3600679" y="1889053"/>
                </a:lnTo>
                <a:lnTo>
                  <a:pt x="3599918" y="1887847"/>
                </a:lnTo>
                <a:lnTo>
                  <a:pt x="3599397" y="1886508"/>
                </a:lnTo>
                <a:lnTo>
                  <a:pt x="3597543" y="1881199"/>
                </a:lnTo>
                <a:lnTo>
                  <a:pt x="3600342" y="1875398"/>
                </a:lnTo>
                <a:lnTo>
                  <a:pt x="3610895" y="1871740"/>
                </a:lnTo>
                <a:lnTo>
                  <a:pt x="3616660" y="1874490"/>
                </a:lnTo>
                <a:lnTo>
                  <a:pt x="3618554" y="1879743"/>
                </a:lnTo>
                <a:lnTo>
                  <a:pt x="3620408" y="1885051"/>
                </a:lnTo>
                <a:lnTo>
                  <a:pt x="3617613" y="1890857"/>
                </a:lnTo>
                <a:lnTo>
                  <a:pt x="3612359" y="1892661"/>
                </a:lnTo>
                <a:lnTo>
                  <a:pt x="3608392" y="1894084"/>
                </a:lnTo>
                <a:lnTo>
                  <a:pt x="3604278" y="1892905"/>
                </a:lnTo>
                <a:close/>
              </a:path>
              <a:path w="5142230" h="2300604">
                <a:moveTo>
                  <a:pt x="3509209" y="1405624"/>
                </a:moveTo>
                <a:lnTo>
                  <a:pt x="3505660" y="1401826"/>
                </a:lnTo>
                <a:lnTo>
                  <a:pt x="3504684" y="1399999"/>
                </a:lnTo>
                <a:lnTo>
                  <a:pt x="3503477" y="1392451"/>
                </a:lnTo>
                <a:lnTo>
                  <a:pt x="3507191" y="1387238"/>
                </a:lnTo>
                <a:lnTo>
                  <a:pt x="3518208" y="1385347"/>
                </a:lnTo>
                <a:lnTo>
                  <a:pt x="3523466" y="1389119"/>
                </a:lnTo>
                <a:lnTo>
                  <a:pt x="3524363" y="1394673"/>
                </a:lnTo>
                <a:lnTo>
                  <a:pt x="3525308" y="1400181"/>
                </a:lnTo>
                <a:lnTo>
                  <a:pt x="3521586" y="1405385"/>
                </a:lnTo>
                <a:lnTo>
                  <a:pt x="3516036" y="1406286"/>
                </a:lnTo>
                <a:lnTo>
                  <a:pt x="3512570" y="1406876"/>
                </a:lnTo>
                <a:lnTo>
                  <a:pt x="3509209" y="1405624"/>
                </a:lnTo>
                <a:close/>
              </a:path>
              <a:path w="5142230" h="2300604">
                <a:moveTo>
                  <a:pt x="3550393" y="1686649"/>
                </a:moveTo>
                <a:lnTo>
                  <a:pt x="3546845" y="1682850"/>
                </a:lnTo>
                <a:lnTo>
                  <a:pt x="3545960" y="1681121"/>
                </a:lnTo>
                <a:lnTo>
                  <a:pt x="3545532" y="1679002"/>
                </a:lnTo>
                <a:lnTo>
                  <a:pt x="3544555" y="1673556"/>
                </a:lnTo>
                <a:lnTo>
                  <a:pt x="3548188" y="1668355"/>
                </a:lnTo>
                <a:lnTo>
                  <a:pt x="3559207" y="1666271"/>
                </a:lnTo>
                <a:lnTo>
                  <a:pt x="3564468" y="1669948"/>
                </a:lnTo>
                <a:lnTo>
                  <a:pt x="3566503" y="1680923"/>
                </a:lnTo>
                <a:lnTo>
                  <a:pt x="3562876" y="1686229"/>
                </a:lnTo>
                <a:lnTo>
                  <a:pt x="3557364" y="1687268"/>
                </a:lnTo>
                <a:lnTo>
                  <a:pt x="3553849" y="1687904"/>
                </a:lnTo>
                <a:lnTo>
                  <a:pt x="3550393" y="1686649"/>
                </a:lnTo>
                <a:close/>
              </a:path>
              <a:path w="5142230" h="2300604">
                <a:moveTo>
                  <a:pt x="3496238" y="1335926"/>
                </a:moveTo>
                <a:lnTo>
                  <a:pt x="3492690" y="1332128"/>
                </a:lnTo>
                <a:lnTo>
                  <a:pt x="3491796" y="1330488"/>
                </a:lnTo>
                <a:lnTo>
                  <a:pt x="3491389" y="1328585"/>
                </a:lnTo>
                <a:lnTo>
                  <a:pt x="3490300" y="1323119"/>
                </a:lnTo>
                <a:lnTo>
                  <a:pt x="3493792" y="1317766"/>
                </a:lnTo>
                <a:lnTo>
                  <a:pt x="3499261" y="1316584"/>
                </a:lnTo>
                <a:lnTo>
                  <a:pt x="3504776" y="1315449"/>
                </a:lnTo>
                <a:lnTo>
                  <a:pt x="3510134" y="1318936"/>
                </a:lnTo>
                <a:lnTo>
                  <a:pt x="3512398" y="1329961"/>
                </a:lnTo>
                <a:lnTo>
                  <a:pt x="3508915" y="1335324"/>
                </a:lnTo>
                <a:lnTo>
                  <a:pt x="3499783" y="1337180"/>
                </a:lnTo>
                <a:lnTo>
                  <a:pt x="3496238" y="1335926"/>
                </a:lnTo>
                <a:close/>
              </a:path>
              <a:path w="5142230" h="2300604">
                <a:moveTo>
                  <a:pt x="3528599" y="1546218"/>
                </a:moveTo>
                <a:lnTo>
                  <a:pt x="3525046" y="1542415"/>
                </a:lnTo>
                <a:lnTo>
                  <a:pt x="3524117" y="1540443"/>
                </a:lnTo>
                <a:lnTo>
                  <a:pt x="3523818" y="1538266"/>
                </a:lnTo>
                <a:lnTo>
                  <a:pt x="3523110" y="1532718"/>
                </a:lnTo>
                <a:lnTo>
                  <a:pt x="3527059" y="1527660"/>
                </a:lnTo>
                <a:lnTo>
                  <a:pt x="3538154" y="1526243"/>
                </a:lnTo>
                <a:lnTo>
                  <a:pt x="3543257" y="1530142"/>
                </a:lnTo>
                <a:lnTo>
                  <a:pt x="3544678" y="1541242"/>
                </a:lnTo>
                <a:lnTo>
                  <a:pt x="3540775" y="1546350"/>
                </a:lnTo>
                <a:lnTo>
                  <a:pt x="3535133" y="1547054"/>
                </a:lnTo>
                <a:lnTo>
                  <a:pt x="3531813" y="1547508"/>
                </a:lnTo>
                <a:lnTo>
                  <a:pt x="3528599" y="1546218"/>
                </a:lnTo>
                <a:close/>
              </a:path>
              <a:path w="5142230" h="2300604">
                <a:moveTo>
                  <a:pt x="3519662" y="1475756"/>
                </a:moveTo>
                <a:lnTo>
                  <a:pt x="3516114" y="1471958"/>
                </a:lnTo>
                <a:lnTo>
                  <a:pt x="3515186" y="1470085"/>
                </a:lnTo>
                <a:lnTo>
                  <a:pt x="3514126" y="1462401"/>
                </a:lnTo>
                <a:lnTo>
                  <a:pt x="3517984" y="1457245"/>
                </a:lnTo>
                <a:lnTo>
                  <a:pt x="3523576" y="1456486"/>
                </a:lnTo>
                <a:lnTo>
                  <a:pt x="3529123" y="1455778"/>
                </a:lnTo>
                <a:lnTo>
                  <a:pt x="3534190" y="1459637"/>
                </a:lnTo>
                <a:lnTo>
                  <a:pt x="3534988" y="1465183"/>
                </a:lnTo>
                <a:lnTo>
                  <a:pt x="3535700" y="1470736"/>
                </a:lnTo>
                <a:lnTo>
                  <a:pt x="3531843" y="1475892"/>
                </a:lnTo>
                <a:lnTo>
                  <a:pt x="3522881" y="1477050"/>
                </a:lnTo>
                <a:lnTo>
                  <a:pt x="3519662" y="1475756"/>
                </a:lnTo>
                <a:close/>
              </a:path>
              <a:path w="5142230" h="2300604">
                <a:moveTo>
                  <a:pt x="1733628" y="396844"/>
                </a:moveTo>
                <a:lnTo>
                  <a:pt x="1730070" y="393036"/>
                </a:lnTo>
                <a:lnTo>
                  <a:pt x="1729059" y="389607"/>
                </a:lnTo>
                <a:lnTo>
                  <a:pt x="1729789" y="386186"/>
                </a:lnTo>
                <a:lnTo>
                  <a:pt x="1731107" y="380754"/>
                </a:lnTo>
                <a:lnTo>
                  <a:pt x="1736554" y="377300"/>
                </a:lnTo>
                <a:lnTo>
                  <a:pt x="1741990" y="378623"/>
                </a:lnTo>
                <a:lnTo>
                  <a:pt x="1747471" y="379895"/>
                </a:lnTo>
                <a:lnTo>
                  <a:pt x="1750826" y="385344"/>
                </a:lnTo>
                <a:lnTo>
                  <a:pt x="1749598" y="390774"/>
                </a:lnTo>
                <a:lnTo>
                  <a:pt x="1748330" y="396259"/>
                </a:lnTo>
                <a:lnTo>
                  <a:pt x="1742881" y="399614"/>
                </a:lnTo>
                <a:lnTo>
                  <a:pt x="1737401" y="398342"/>
                </a:lnTo>
                <a:lnTo>
                  <a:pt x="1735339" y="397894"/>
                </a:lnTo>
                <a:lnTo>
                  <a:pt x="1733628" y="396844"/>
                </a:lnTo>
                <a:close/>
              </a:path>
              <a:path w="5142230" h="2300604">
                <a:moveTo>
                  <a:pt x="3271601" y="899574"/>
                </a:moveTo>
                <a:lnTo>
                  <a:pt x="3267452" y="895132"/>
                </a:lnTo>
                <a:lnTo>
                  <a:pt x="3267369" y="889182"/>
                </a:lnTo>
                <a:lnTo>
                  <a:pt x="3274685" y="881078"/>
                </a:lnTo>
                <a:lnTo>
                  <a:pt x="3281069" y="880776"/>
                </a:lnTo>
                <a:lnTo>
                  <a:pt x="3289398" y="888327"/>
                </a:lnTo>
                <a:lnTo>
                  <a:pt x="3289706" y="894714"/>
                </a:lnTo>
                <a:lnTo>
                  <a:pt x="3282151" y="903049"/>
                </a:lnTo>
                <a:lnTo>
                  <a:pt x="3275722" y="903303"/>
                </a:lnTo>
                <a:lnTo>
                  <a:pt x="3271601" y="899574"/>
                </a:lnTo>
                <a:close/>
              </a:path>
              <a:path w="5142230" h="2300604">
                <a:moveTo>
                  <a:pt x="3157021" y="816409"/>
                </a:moveTo>
                <a:lnTo>
                  <a:pt x="3153377" y="812508"/>
                </a:lnTo>
                <a:lnTo>
                  <a:pt x="3152688" y="807665"/>
                </a:lnTo>
                <a:lnTo>
                  <a:pt x="3157807" y="798874"/>
                </a:lnTo>
                <a:lnTo>
                  <a:pt x="3164001" y="797196"/>
                </a:lnTo>
                <a:lnTo>
                  <a:pt x="3173718" y="802811"/>
                </a:lnTo>
                <a:lnTo>
                  <a:pt x="3175402" y="809009"/>
                </a:lnTo>
                <a:lnTo>
                  <a:pt x="3169732" y="818679"/>
                </a:lnTo>
                <a:lnTo>
                  <a:pt x="3163539" y="820355"/>
                </a:lnTo>
                <a:lnTo>
                  <a:pt x="3158724" y="817549"/>
                </a:lnTo>
                <a:lnTo>
                  <a:pt x="3157803" y="817049"/>
                </a:lnTo>
                <a:lnTo>
                  <a:pt x="3157021" y="816409"/>
                </a:lnTo>
                <a:close/>
              </a:path>
              <a:path w="5142230" h="2300604">
                <a:moveTo>
                  <a:pt x="3216885" y="855176"/>
                </a:moveTo>
                <a:lnTo>
                  <a:pt x="3212680" y="850675"/>
                </a:lnTo>
                <a:lnTo>
                  <a:pt x="3212212" y="845388"/>
                </a:lnTo>
                <a:lnTo>
                  <a:pt x="3218405" y="836863"/>
                </a:lnTo>
                <a:lnTo>
                  <a:pt x="3224760" y="835848"/>
                </a:lnTo>
                <a:lnTo>
                  <a:pt x="3233842" y="842440"/>
                </a:lnTo>
                <a:lnTo>
                  <a:pt x="3234808" y="848752"/>
                </a:lnTo>
                <a:lnTo>
                  <a:pt x="3231537" y="853268"/>
                </a:lnTo>
                <a:lnTo>
                  <a:pt x="3228266" y="857876"/>
                </a:lnTo>
                <a:lnTo>
                  <a:pt x="3221954" y="858842"/>
                </a:lnTo>
                <a:lnTo>
                  <a:pt x="3216885" y="855176"/>
                </a:lnTo>
                <a:close/>
              </a:path>
              <a:path w="5142230" h="2300604">
                <a:moveTo>
                  <a:pt x="3324430" y="953587"/>
                </a:moveTo>
                <a:lnTo>
                  <a:pt x="3320467" y="949345"/>
                </a:lnTo>
                <a:lnTo>
                  <a:pt x="3316786" y="945113"/>
                </a:lnTo>
                <a:lnTo>
                  <a:pt x="3317194" y="938706"/>
                </a:lnTo>
                <a:lnTo>
                  <a:pt x="3325101" y="931825"/>
                </a:lnTo>
                <a:lnTo>
                  <a:pt x="3325605" y="931387"/>
                </a:lnTo>
                <a:lnTo>
                  <a:pt x="3332018" y="931798"/>
                </a:lnTo>
                <a:lnTo>
                  <a:pt x="3335692" y="936027"/>
                </a:lnTo>
                <a:lnTo>
                  <a:pt x="3339423" y="940212"/>
                </a:lnTo>
                <a:lnTo>
                  <a:pt x="3338965" y="946666"/>
                </a:lnTo>
                <a:lnTo>
                  <a:pt x="3331056" y="953544"/>
                </a:lnTo>
                <a:lnTo>
                  <a:pt x="3330604" y="953938"/>
                </a:lnTo>
                <a:lnTo>
                  <a:pt x="3324430" y="953587"/>
                </a:lnTo>
                <a:close/>
              </a:path>
              <a:path w="5142230" h="2300604">
                <a:moveTo>
                  <a:pt x="3367779" y="1009279"/>
                </a:moveTo>
                <a:lnTo>
                  <a:pt x="3363297" y="1004481"/>
                </a:lnTo>
                <a:lnTo>
                  <a:pt x="3360057" y="999838"/>
                </a:lnTo>
                <a:lnTo>
                  <a:pt x="3361215" y="993551"/>
                </a:lnTo>
                <a:lnTo>
                  <a:pt x="3365809" y="990355"/>
                </a:lnTo>
                <a:lnTo>
                  <a:pt x="3370449" y="987208"/>
                </a:lnTo>
                <a:lnTo>
                  <a:pt x="3376780" y="988316"/>
                </a:lnTo>
                <a:lnTo>
                  <a:pt x="3379975" y="992910"/>
                </a:lnTo>
                <a:lnTo>
                  <a:pt x="3383122" y="997549"/>
                </a:lnTo>
                <a:lnTo>
                  <a:pt x="3381969" y="1003840"/>
                </a:lnTo>
                <a:lnTo>
                  <a:pt x="3373162" y="1009958"/>
                </a:lnTo>
                <a:lnTo>
                  <a:pt x="3367779" y="1009279"/>
                </a:lnTo>
                <a:close/>
              </a:path>
              <a:path w="5142230" h="2300604">
                <a:moveTo>
                  <a:pt x="2768082" y="646576"/>
                </a:moveTo>
                <a:lnTo>
                  <a:pt x="2764484" y="642724"/>
                </a:lnTo>
                <a:lnTo>
                  <a:pt x="2763525" y="638862"/>
                </a:lnTo>
                <a:lnTo>
                  <a:pt x="2764741" y="635179"/>
                </a:lnTo>
                <a:lnTo>
                  <a:pt x="2766568" y="629902"/>
                </a:lnTo>
                <a:lnTo>
                  <a:pt x="2772288" y="627033"/>
                </a:lnTo>
                <a:lnTo>
                  <a:pt x="2782926" y="630600"/>
                </a:lnTo>
                <a:lnTo>
                  <a:pt x="2785751" y="636361"/>
                </a:lnTo>
                <a:lnTo>
                  <a:pt x="2782179" y="647004"/>
                </a:lnTo>
                <a:lnTo>
                  <a:pt x="2776422" y="649834"/>
                </a:lnTo>
                <a:lnTo>
                  <a:pt x="2771101" y="648048"/>
                </a:lnTo>
                <a:lnTo>
                  <a:pt x="2769464" y="647468"/>
                </a:lnTo>
                <a:lnTo>
                  <a:pt x="2768082" y="646576"/>
                </a:lnTo>
                <a:close/>
              </a:path>
              <a:path w="5142230" h="2300604">
                <a:moveTo>
                  <a:pt x="1458433" y="325019"/>
                </a:moveTo>
                <a:lnTo>
                  <a:pt x="1454875" y="321210"/>
                </a:lnTo>
                <a:lnTo>
                  <a:pt x="1453825" y="317544"/>
                </a:lnTo>
                <a:lnTo>
                  <a:pt x="1456491" y="308571"/>
                </a:lnTo>
                <a:lnTo>
                  <a:pt x="1462114" y="305500"/>
                </a:lnTo>
                <a:lnTo>
                  <a:pt x="1467495" y="307057"/>
                </a:lnTo>
                <a:lnTo>
                  <a:pt x="1472868" y="308703"/>
                </a:lnTo>
                <a:lnTo>
                  <a:pt x="1475934" y="314331"/>
                </a:lnTo>
                <a:lnTo>
                  <a:pt x="1474382" y="319707"/>
                </a:lnTo>
                <a:lnTo>
                  <a:pt x="1472731" y="325076"/>
                </a:lnTo>
                <a:lnTo>
                  <a:pt x="1467107" y="328146"/>
                </a:lnTo>
                <a:lnTo>
                  <a:pt x="1461780" y="326549"/>
                </a:lnTo>
                <a:lnTo>
                  <a:pt x="1459910" y="326013"/>
                </a:lnTo>
                <a:lnTo>
                  <a:pt x="1458433" y="325019"/>
                </a:lnTo>
                <a:close/>
              </a:path>
              <a:path w="5142230" h="2300604">
                <a:moveTo>
                  <a:pt x="3031149" y="751555"/>
                </a:moveTo>
                <a:lnTo>
                  <a:pt x="3027551" y="747702"/>
                </a:lnTo>
                <a:lnTo>
                  <a:pt x="3026664" y="743235"/>
                </a:lnTo>
                <a:lnTo>
                  <a:pt x="3028538" y="739375"/>
                </a:lnTo>
                <a:lnTo>
                  <a:pt x="3030933" y="734316"/>
                </a:lnTo>
                <a:lnTo>
                  <a:pt x="3036955" y="732160"/>
                </a:lnTo>
                <a:lnTo>
                  <a:pt x="3047079" y="736938"/>
                </a:lnTo>
                <a:lnTo>
                  <a:pt x="3049235" y="742960"/>
                </a:lnTo>
                <a:lnTo>
                  <a:pt x="3044452" y="753088"/>
                </a:lnTo>
                <a:lnTo>
                  <a:pt x="3038431" y="755244"/>
                </a:lnTo>
                <a:lnTo>
                  <a:pt x="3033366" y="752853"/>
                </a:lnTo>
                <a:lnTo>
                  <a:pt x="3032161" y="752344"/>
                </a:lnTo>
                <a:lnTo>
                  <a:pt x="3031149" y="751555"/>
                </a:lnTo>
                <a:close/>
              </a:path>
              <a:path w="5142230" h="2300604">
                <a:moveTo>
                  <a:pt x="2966563" y="722395"/>
                </a:moveTo>
                <a:lnTo>
                  <a:pt x="2962964" y="718543"/>
                </a:lnTo>
                <a:lnTo>
                  <a:pt x="2962076" y="714268"/>
                </a:lnTo>
                <a:lnTo>
                  <a:pt x="2963717" y="710453"/>
                </a:lnTo>
                <a:lnTo>
                  <a:pt x="2965968" y="705336"/>
                </a:lnTo>
                <a:lnTo>
                  <a:pt x="2971946" y="702939"/>
                </a:lnTo>
                <a:lnTo>
                  <a:pt x="2977067" y="705195"/>
                </a:lnTo>
                <a:lnTo>
                  <a:pt x="2982228" y="707396"/>
                </a:lnTo>
                <a:lnTo>
                  <a:pt x="2984512" y="713165"/>
                </a:lnTo>
                <a:lnTo>
                  <a:pt x="2980168" y="723665"/>
                </a:lnTo>
                <a:lnTo>
                  <a:pt x="2974135" y="726004"/>
                </a:lnTo>
                <a:lnTo>
                  <a:pt x="2969023" y="723758"/>
                </a:lnTo>
                <a:lnTo>
                  <a:pt x="2967714" y="723236"/>
                </a:lnTo>
                <a:lnTo>
                  <a:pt x="2966563" y="722395"/>
                </a:lnTo>
                <a:close/>
              </a:path>
              <a:path w="5142230" h="2300604">
                <a:moveTo>
                  <a:pt x="2901107" y="695334"/>
                </a:moveTo>
                <a:lnTo>
                  <a:pt x="2897513" y="691487"/>
                </a:lnTo>
                <a:lnTo>
                  <a:pt x="2896613" y="687297"/>
                </a:lnTo>
                <a:lnTo>
                  <a:pt x="2898115" y="683529"/>
                </a:lnTo>
                <a:lnTo>
                  <a:pt x="2900127" y="678353"/>
                </a:lnTo>
                <a:lnTo>
                  <a:pt x="2906068" y="675817"/>
                </a:lnTo>
                <a:lnTo>
                  <a:pt x="2916506" y="679954"/>
                </a:lnTo>
                <a:lnTo>
                  <a:pt x="2918992" y="685840"/>
                </a:lnTo>
                <a:lnTo>
                  <a:pt x="2914865" y="696280"/>
                </a:lnTo>
                <a:lnTo>
                  <a:pt x="2909019" y="698819"/>
                </a:lnTo>
                <a:lnTo>
                  <a:pt x="2902358" y="696184"/>
                </a:lnTo>
                <a:lnTo>
                  <a:pt x="2901107" y="695334"/>
                </a:lnTo>
                <a:close/>
              </a:path>
              <a:path w="5142230" h="2300604">
                <a:moveTo>
                  <a:pt x="2834935" y="670048"/>
                </a:moveTo>
                <a:lnTo>
                  <a:pt x="2831336" y="666196"/>
                </a:lnTo>
                <a:lnTo>
                  <a:pt x="2830385" y="662246"/>
                </a:lnTo>
                <a:lnTo>
                  <a:pt x="2833661" y="653241"/>
                </a:lnTo>
                <a:lnTo>
                  <a:pt x="2839513" y="650513"/>
                </a:lnTo>
                <a:lnTo>
                  <a:pt x="2844734" y="652485"/>
                </a:lnTo>
                <a:lnTo>
                  <a:pt x="2850003" y="654411"/>
                </a:lnTo>
                <a:lnTo>
                  <a:pt x="2852685" y="660215"/>
                </a:lnTo>
                <a:lnTo>
                  <a:pt x="2848838" y="670758"/>
                </a:lnTo>
                <a:lnTo>
                  <a:pt x="2843029" y="673435"/>
                </a:lnTo>
                <a:lnTo>
                  <a:pt x="2836226" y="670942"/>
                </a:lnTo>
                <a:lnTo>
                  <a:pt x="2834935" y="670048"/>
                </a:lnTo>
                <a:close/>
              </a:path>
              <a:path w="5142230" h="2300604">
                <a:moveTo>
                  <a:pt x="1526740" y="344575"/>
                </a:moveTo>
                <a:lnTo>
                  <a:pt x="1523187" y="340772"/>
                </a:lnTo>
                <a:lnTo>
                  <a:pt x="1522129" y="337195"/>
                </a:lnTo>
                <a:lnTo>
                  <a:pt x="1524606" y="328215"/>
                </a:lnTo>
                <a:lnTo>
                  <a:pt x="1529828" y="325301"/>
                </a:lnTo>
                <a:lnTo>
                  <a:pt x="1530189" y="325101"/>
                </a:lnTo>
                <a:lnTo>
                  <a:pt x="1540993" y="328065"/>
                </a:lnTo>
                <a:lnTo>
                  <a:pt x="1544157" y="333602"/>
                </a:lnTo>
                <a:lnTo>
                  <a:pt x="1542650" y="339027"/>
                </a:lnTo>
                <a:lnTo>
                  <a:pt x="1541192" y="344406"/>
                </a:lnTo>
                <a:lnTo>
                  <a:pt x="1535607" y="347615"/>
                </a:lnTo>
                <a:lnTo>
                  <a:pt x="1528312" y="345573"/>
                </a:lnTo>
                <a:lnTo>
                  <a:pt x="1526740" y="344575"/>
                </a:lnTo>
                <a:close/>
              </a:path>
              <a:path w="5142230" h="2300604">
                <a:moveTo>
                  <a:pt x="3880751" y="2294722"/>
                </a:moveTo>
                <a:lnTo>
                  <a:pt x="3876692" y="2290378"/>
                </a:lnTo>
                <a:lnTo>
                  <a:pt x="3876615" y="2284332"/>
                </a:lnTo>
                <a:lnTo>
                  <a:pt x="3880341" y="2280404"/>
                </a:lnTo>
                <a:lnTo>
                  <a:pt x="3884164" y="2276285"/>
                </a:lnTo>
                <a:lnTo>
                  <a:pt x="3890590" y="2276126"/>
                </a:lnTo>
                <a:lnTo>
                  <a:pt x="3894660" y="2279994"/>
                </a:lnTo>
                <a:lnTo>
                  <a:pt x="3898733" y="2283768"/>
                </a:lnTo>
                <a:lnTo>
                  <a:pt x="3898887" y="2290189"/>
                </a:lnTo>
                <a:lnTo>
                  <a:pt x="3895069" y="2294313"/>
                </a:lnTo>
                <a:lnTo>
                  <a:pt x="3891250" y="2298337"/>
                </a:lnTo>
                <a:lnTo>
                  <a:pt x="3884821" y="2298591"/>
                </a:lnTo>
                <a:lnTo>
                  <a:pt x="3880751" y="2294722"/>
                </a:lnTo>
                <a:close/>
              </a:path>
              <a:path w="5142230" h="2300604">
                <a:moveTo>
                  <a:pt x="3404377" y="1069370"/>
                </a:moveTo>
                <a:lnTo>
                  <a:pt x="3400737" y="1065474"/>
                </a:lnTo>
                <a:lnTo>
                  <a:pt x="3400243" y="1064749"/>
                </a:lnTo>
                <a:lnTo>
                  <a:pt x="3399796" y="1063979"/>
                </a:lnTo>
                <a:lnTo>
                  <a:pt x="3397125" y="1059069"/>
                </a:lnTo>
                <a:lnTo>
                  <a:pt x="3398945" y="1052903"/>
                </a:lnTo>
                <a:lnTo>
                  <a:pt x="3408806" y="1047527"/>
                </a:lnTo>
                <a:lnTo>
                  <a:pt x="3414927" y="1049388"/>
                </a:lnTo>
                <a:lnTo>
                  <a:pt x="3420304" y="1059248"/>
                </a:lnTo>
                <a:lnTo>
                  <a:pt x="3418439" y="1065365"/>
                </a:lnTo>
                <a:lnTo>
                  <a:pt x="3413532" y="1068031"/>
                </a:lnTo>
                <a:lnTo>
                  <a:pt x="3409443" y="1070298"/>
                </a:lnTo>
                <a:lnTo>
                  <a:pt x="3404377" y="1069370"/>
                </a:lnTo>
                <a:close/>
              </a:path>
              <a:path w="5142230" h="2300604">
                <a:moveTo>
                  <a:pt x="3435027" y="1132970"/>
                </a:moveTo>
                <a:lnTo>
                  <a:pt x="3431429" y="1129118"/>
                </a:lnTo>
                <a:lnTo>
                  <a:pt x="3430751" y="1128099"/>
                </a:lnTo>
                <a:lnTo>
                  <a:pt x="3427956" y="1121686"/>
                </a:lnTo>
                <a:lnTo>
                  <a:pt x="3430415" y="1115912"/>
                </a:lnTo>
                <a:lnTo>
                  <a:pt x="3440756" y="1111539"/>
                </a:lnTo>
                <a:lnTo>
                  <a:pt x="3446719" y="1113913"/>
                </a:lnTo>
                <a:lnTo>
                  <a:pt x="3448951" y="1119042"/>
                </a:lnTo>
                <a:lnTo>
                  <a:pt x="3451134" y="1124215"/>
                </a:lnTo>
                <a:lnTo>
                  <a:pt x="3448718" y="1130134"/>
                </a:lnTo>
                <a:lnTo>
                  <a:pt x="3443588" y="1132360"/>
                </a:lnTo>
                <a:lnTo>
                  <a:pt x="3439522" y="1134068"/>
                </a:lnTo>
                <a:lnTo>
                  <a:pt x="3435027" y="1132970"/>
                </a:lnTo>
                <a:close/>
              </a:path>
              <a:path w="5142230" h="2300604">
                <a:moveTo>
                  <a:pt x="1802913" y="412657"/>
                </a:moveTo>
                <a:lnTo>
                  <a:pt x="1799360" y="408854"/>
                </a:lnTo>
                <a:lnTo>
                  <a:pt x="1798389" y="405469"/>
                </a:lnTo>
                <a:lnTo>
                  <a:pt x="1799165" y="402096"/>
                </a:lnTo>
                <a:lnTo>
                  <a:pt x="1800343" y="396613"/>
                </a:lnTo>
                <a:lnTo>
                  <a:pt x="1805795" y="393163"/>
                </a:lnTo>
                <a:lnTo>
                  <a:pt x="1816664" y="395610"/>
                </a:lnTo>
                <a:lnTo>
                  <a:pt x="1820163" y="401017"/>
                </a:lnTo>
                <a:lnTo>
                  <a:pt x="1818890" y="406497"/>
                </a:lnTo>
                <a:lnTo>
                  <a:pt x="1817712" y="411981"/>
                </a:lnTo>
                <a:lnTo>
                  <a:pt x="1812260" y="415430"/>
                </a:lnTo>
                <a:lnTo>
                  <a:pt x="1804718" y="413710"/>
                </a:lnTo>
                <a:lnTo>
                  <a:pt x="1802913" y="412657"/>
                </a:lnTo>
                <a:close/>
              </a:path>
              <a:path w="5142230" h="2300604">
                <a:moveTo>
                  <a:pt x="2358300" y="532921"/>
                </a:moveTo>
                <a:lnTo>
                  <a:pt x="2354747" y="529117"/>
                </a:lnTo>
                <a:lnTo>
                  <a:pt x="2353731" y="525684"/>
                </a:lnTo>
                <a:lnTo>
                  <a:pt x="2354510" y="522217"/>
                </a:lnTo>
                <a:lnTo>
                  <a:pt x="2355779" y="516831"/>
                </a:lnTo>
                <a:lnTo>
                  <a:pt x="2361227" y="513376"/>
                </a:lnTo>
                <a:lnTo>
                  <a:pt x="2366712" y="514654"/>
                </a:lnTo>
                <a:lnTo>
                  <a:pt x="2372143" y="515972"/>
                </a:lnTo>
                <a:lnTo>
                  <a:pt x="2375547" y="521375"/>
                </a:lnTo>
                <a:lnTo>
                  <a:pt x="2373002" y="532335"/>
                </a:lnTo>
                <a:lnTo>
                  <a:pt x="2367554" y="535691"/>
                </a:lnTo>
                <a:lnTo>
                  <a:pt x="2362073" y="534418"/>
                </a:lnTo>
                <a:lnTo>
                  <a:pt x="2360060" y="533925"/>
                </a:lnTo>
                <a:lnTo>
                  <a:pt x="2358300" y="532921"/>
                </a:lnTo>
                <a:close/>
              </a:path>
              <a:path w="5142230" h="2300604">
                <a:moveTo>
                  <a:pt x="2219806" y="501864"/>
                </a:moveTo>
                <a:lnTo>
                  <a:pt x="2216253" y="498060"/>
                </a:lnTo>
                <a:lnTo>
                  <a:pt x="2215188" y="494672"/>
                </a:lnTo>
                <a:lnTo>
                  <a:pt x="2215964" y="491300"/>
                </a:lnTo>
                <a:lnTo>
                  <a:pt x="2217142" y="485816"/>
                </a:lnTo>
                <a:lnTo>
                  <a:pt x="2222548" y="482318"/>
                </a:lnTo>
                <a:lnTo>
                  <a:pt x="2227983" y="483541"/>
                </a:lnTo>
                <a:lnTo>
                  <a:pt x="2233466" y="484719"/>
                </a:lnTo>
                <a:lnTo>
                  <a:pt x="2236965" y="490126"/>
                </a:lnTo>
                <a:lnTo>
                  <a:pt x="2234609" y="501093"/>
                </a:lnTo>
                <a:lnTo>
                  <a:pt x="2229157" y="504542"/>
                </a:lnTo>
                <a:lnTo>
                  <a:pt x="2221611" y="502916"/>
                </a:lnTo>
                <a:lnTo>
                  <a:pt x="2219806" y="501864"/>
                </a:lnTo>
                <a:close/>
              </a:path>
              <a:path w="5142230" h="2300604">
                <a:moveTo>
                  <a:pt x="2289110" y="517111"/>
                </a:moveTo>
                <a:lnTo>
                  <a:pt x="2285552" y="513303"/>
                </a:lnTo>
                <a:lnTo>
                  <a:pt x="2284538" y="509968"/>
                </a:lnTo>
                <a:lnTo>
                  <a:pt x="2285263" y="506542"/>
                </a:lnTo>
                <a:lnTo>
                  <a:pt x="2286540" y="501067"/>
                </a:lnTo>
                <a:lnTo>
                  <a:pt x="2291939" y="497658"/>
                </a:lnTo>
                <a:lnTo>
                  <a:pt x="2297427" y="498841"/>
                </a:lnTo>
                <a:lnTo>
                  <a:pt x="2302862" y="500064"/>
                </a:lnTo>
                <a:lnTo>
                  <a:pt x="2306311" y="505516"/>
                </a:lnTo>
                <a:lnTo>
                  <a:pt x="2305088" y="510951"/>
                </a:lnTo>
                <a:lnTo>
                  <a:pt x="2303909" y="516434"/>
                </a:lnTo>
                <a:lnTo>
                  <a:pt x="2298457" y="519884"/>
                </a:lnTo>
                <a:lnTo>
                  <a:pt x="2292977" y="518612"/>
                </a:lnTo>
                <a:lnTo>
                  <a:pt x="2290915" y="518164"/>
                </a:lnTo>
                <a:lnTo>
                  <a:pt x="2289110" y="517111"/>
                </a:lnTo>
                <a:close/>
              </a:path>
              <a:path w="5142230" h="2300604">
                <a:moveTo>
                  <a:pt x="2150398" y="486896"/>
                </a:moveTo>
                <a:lnTo>
                  <a:pt x="2146840" y="483088"/>
                </a:lnTo>
                <a:lnTo>
                  <a:pt x="2145777" y="479799"/>
                </a:lnTo>
                <a:lnTo>
                  <a:pt x="2146552" y="476426"/>
                </a:lnTo>
                <a:lnTo>
                  <a:pt x="2147680" y="470889"/>
                </a:lnTo>
                <a:lnTo>
                  <a:pt x="2153038" y="467436"/>
                </a:lnTo>
                <a:lnTo>
                  <a:pt x="2158526" y="468619"/>
                </a:lnTo>
                <a:lnTo>
                  <a:pt x="2164058" y="469752"/>
                </a:lnTo>
                <a:lnTo>
                  <a:pt x="2167552" y="475154"/>
                </a:lnTo>
                <a:lnTo>
                  <a:pt x="2165196" y="486120"/>
                </a:lnTo>
                <a:lnTo>
                  <a:pt x="2159794" y="489624"/>
                </a:lnTo>
                <a:lnTo>
                  <a:pt x="2152249" y="487998"/>
                </a:lnTo>
                <a:lnTo>
                  <a:pt x="2150398" y="486896"/>
                </a:lnTo>
                <a:close/>
              </a:path>
              <a:path w="5142230" h="2300604">
                <a:moveTo>
                  <a:pt x="2632858" y="604064"/>
                </a:moveTo>
                <a:lnTo>
                  <a:pt x="2629300" y="600255"/>
                </a:lnTo>
                <a:lnTo>
                  <a:pt x="2628298" y="596544"/>
                </a:lnTo>
                <a:lnTo>
                  <a:pt x="2629363" y="592992"/>
                </a:lnTo>
                <a:lnTo>
                  <a:pt x="2630915" y="587616"/>
                </a:lnTo>
                <a:lnTo>
                  <a:pt x="2636539" y="584545"/>
                </a:lnTo>
                <a:lnTo>
                  <a:pt x="2647296" y="587654"/>
                </a:lnTo>
                <a:lnTo>
                  <a:pt x="2650407" y="593331"/>
                </a:lnTo>
                <a:lnTo>
                  <a:pt x="2647204" y="604075"/>
                </a:lnTo>
                <a:lnTo>
                  <a:pt x="2641581" y="607146"/>
                </a:lnTo>
                <a:lnTo>
                  <a:pt x="2634429" y="605061"/>
                </a:lnTo>
                <a:lnTo>
                  <a:pt x="2632858" y="604064"/>
                </a:lnTo>
                <a:close/>
              </a:path>
              <a:path w="5142230" h="2300604">
                <a:moveTo>
                  <a:pt x="2564635" y="584793"/>
                </a:moveTo>
                <a:lnTo>
                  <a:pt x="2561082" y="580990"/>
                </a:lnTo>
                <a:lnTo>
                  <a:pt x="2560072" y="577368"/>
                </a:lnTo>
                <a:lnTo>
                  <a:pt x="2562501" y="568433"/>
                </a:lnTo>
                <a:lnTo>
                  <a:pt x="2567730" y="565429"/>
                </a:lnTo>
                <a:lnTo>
                  <a:pt x="2568086" y="565224"/>
                </a:lnTo>
                <a:lnTo>
                  <a:pt x="2578886" y="568184"/>
                </a:lnTo>
                <a:lnTo>
                  <a:pt x="2582095" y="573769"/>
                </a:lnTo>
                <a:lnTo>
                  <a:pt x="2580593" y="579199"/>
                </a:lnTo>
                <a:lnTo>
                  <a:pt x="2579135" y="584579"/>
                </a:lnTo>
                <a:lnTo>
                  <a:pt x="2573906" y="587583"/>
                </a:lnTo>
                <a:lnTo>
                  <a:pt x="2573550" y="587788"/>
                </a:lnTo>
                <a:lnTo>
                  <a:pt x="2566255" y="585745"/>
                </a:lnTo>
                <a:lnTo>
                  <a:pt x="2564635" y="584793"/>
                </a:lnTo>
                <a:close/>
              </a:path>
              <a:path w="5142230" h="2300604">
                <a:moveTo>
                  <a:pt x="2496139" y="566599"/>
                </a:moveTo>
                <a:lnTo>
                  <a:pt x="2492541" y="562747"/>
                </a:lnTo>
                <a:lnTo>
                  <a:pt x="2491528" y="559219"/>
                </a:lnTo>
                <a:lnTo>
                  <a:pt x="2492401" y="555755"/>
                </a:lnTo>
                <a:lnTo>
                  <a:pt x="2493813" y="550327"/>
                </a:lnTo>
                <a:lnTo>
                  <a:pt x="2499353" y="547069"/>
                </a:lnTo>
                <a:lnTo>
                  <a:pt x="2510210" y="549894"/>
                </a:lnTo>
                <a:lnTo>
                  <a:pt x="2513417" y="555380"/>
                </a:lnTo>
                <a:lnTo>
                  <a:pt x="2512123" y="560739"/>
                </a:lnTo>
                <a:lnTo>
                  <a:pt x="2510692" y="566245"/>
                </a:lnTo>
                <a:lnTo>
                  <a:pt x="2505211" y="569468"/>
                </a:lnTo>
                <a:lnTo>
                  <a:pt x="2499852" y="568130"/>
                </a:lnTo>
                <a:lnTo>
                  <a:pt x="2497805" y="567600"/>
                </a:lnTo>
                <a:lnTo>
                  <a:pt x="2496139" y="566599"/>
                </a:lnTo>
                <a:close/>
              </a:path>
              <a:path w="5142230" h="2300604">
                <a:moveTo>
                  <a:pt x="2427328" y="549339"/>
                </a:moveTo>
                <a:lnTo>
                  <a:pt x="2423771" y="545531"/>
                </a:lnTo>
                <a:lnTo>
                  <a:pt x="2422714" y="542053"/>
                </a:lnTo>
                <a:lnTo>
                  <a:pt x="2423587" y="538589"/>
                </a:lnTo>
                <a:lnTo>
                  <a:pt x="2424905" y="533158"/>
                </a:lnTo>
                <a:lnTo>
                  <a:pt x="2430399" y="529851"/>
                </a:lnTo>
                <a:lnTo>
                  <a:pt x="2441262" y="532487"/>
                </a:lnTo>
                <a:lnTo>
                  <a:pt x="2444618" y="537936"/>
                </a:lnTo>
                <a:lnTo>
                  <a:pt x="2443251" y="543413"/>
                </a:lnTo>
                <a:lnTo>
                  <a:pt x="2441933" y="548845"/>
                </a:lnTo>
                <a:lnTo>
                  <a:pt x="2436484" y="552200"/>
                </a:lnTo>
                <a:lnTo>
                  <a:pt x="2429039" y="550388"/>
                </a:lnTo>
                <a:lnTo>
                  <a:pt x="2427328" y="549339"/>
                </a:lnTo>
                <a:close/>
              </a:path>
              <a:path w="5142230" h="2300604">
                <a:moveTo>
                  <a:pt x="2700707" y="624596"/>
                </a:moveTo>
                <a:lnTo>
                  <a:pt x="2697154" y="620793"/>
                </a:lnTo>
                <a:lnTo>
                  <a:pt x="2696151" y="616982"/>
                </a:lnTo>
                <a:lnTo>
                  <a:pt x="2697265" y="613385"/>
                </a:lnTo>
                <a:lnTo>
                  <a:pt x="2698952" y="608055"/>
                </a:lnTo>
                <a:lnTo>
                  <a:pt x="2704676" y="605092"/>
                </a:lnTo>
                <a:lnTo>
                  <a:pt x="2710000" y="606784"/>
                </a:lnTo>
                <a:lnTo>
                  <a:pt x="2715373" y="608430"/>
                </a:lnTo>
                <a:lnTo>
                  <a:pt x="2718296" y="614100"/>
                </a:lnTo>
                <a:lnTo>
                  <a:pt x="2716645" y="619469"/>
                </a:lnTo>
                <a:lnTo>
                  <a:pt x="2714958" y="624798"/>
                </a:lnTo>
                <a:lnTo>
                  <a:pt x="2709239" y="627766"/>
                </a:lnTo>
                <a:lnTo>
                  <a:pt x="2703914" y="626074"/>
                </a:lnTo>
                <a:lnTo>
                  <a:pt x="2702179" y="625586"/>
                </a:lnTo>
                <a:lnTo>
                  <a:pt x="2700707" y="624596"/>
                </a:lnTo>
                <a:close/>
              </a:path>
              <a:path w="5142230" h="2300604">
                <a:moveTo>
                  <a:pt x="1664414" y="380325"/>
                </a:moveTo>
                <a:lnTo>
                  <a:pt x="1660861" y="376522"/>
                </a:lnTo>
                <a:lnTo>
                  <a:pt x="1659894" y="373043"/>
                </a:lnTo>
                <a:lnTo>
                  <a:pt x="1660673" y="369576"/>
                </a:lnTo>
                <a:lnTo>
                  <a:pt x="1661991" y="364144"/>
                </a:lnTo>
                <a:lnTo>
                  <a:pt x="1667534" y="360792"/>
                </a:lnTo>
                <a:lnTo>
                  <a:pt x="1678438" y="363472"/>
                </a:lnTo>
                <a:lnTo>
                  <a:pt x="1681744" y="368966"/>
                </a:lnTo>
                <a:lnTo>
                  <a:pt x="1680431" y="374403"/>
                </a:lnTo>
                <a:lnTo>
                  <a:pt x="1679064" y="379880"/>
                </a:lnTo>
                <a:lnTo>
                  <a:pt x="1673570" y="383186"/>
                </a:lnTo>
                <a:lnTo>
                  <a:pt x="1666125" y="381375"/>
                </a:lnTo>
                <a:lnTo>
                  <a:pt x="1664414" y="380325"/>
                </a:lnTo>
                <a:close/>
              </a:path>
              <a:path w="5142230" h="2300604">
                <a:moveTo>
                  <a:pt x="2080931" y="472257"/>
                </a:moveTo>
                <a:lnTo>
                  <a:pt x="2077378" y="468454"/>
                </a:lnTo>
                <a:lnTo>
                  <a:pt x="2076314" y="465066"/>
                </a:lnTo>
                <a:lnTo>
                  <a:pt x="2078219" y="456255"/>
                </a:lnTo>
                <a:lnTo>
                  <a:pt x="2083580" y="452708"/>
                </a:lnTo>
                <a:lnTo>
                  <a:pt x="2094546" y="455064"/>
                </a:lnTo>
                <a:lnTo>
                  <a:pt x="2097999" y="460422"/>
                </a:lnTo>
                <a:lnTo>
                  <a:pt x="2096915" y="465909"/>
                </a:lnTo>
                <a:lnTo>
                  <a:pt x="2095737" y="471392"/>
                </a:lnTo>
                <a:lnTo>
                  <a:pt x="2090331" y="474890"/>
                </a:lnTo>
                <a:lnTo>
                  <a:pt x="2082737" y="473310"/>
                </a:lnTo>
                <a:lnTo>
                  <a:pt x="2080931" y="472257"/>
                </a:lnTo>
                <a:close/>
              </a:path>
              <a:path w="5142230" h="2300604">
                <a:moveTo>
                  <a:pt x="1595418" y="362964"/>
                </a:moveTo>
                <a:lnTo>
                  <a:pt x="1591865" y="359161"/>
                </a:lnTo>
                <a:lnTo>
                  <a:pt x="1590852" y="355633"/>
                </a:lnTo>
                <a:lnTo>
                  <a:pt x="1593182" y="346690"/>
                </a:lnTo>
                <a:lnTo>
                  <a:pt x="1598609" y="343507"/>
                </a:lnTo>
                <a:lnTo>
                  <a:pt x="1609583" y="346262"/>
                </a:lnTo>
                <a:lnTo>
                  <a:pt x="1612841" y="351802"/>
                </a:lnTo>
                <a:lnTo>
                  <a:pt x="1611424" y="357030"/>
                </a:lnTo>
                <a:lnTo>
                  <a:pt x="1609971" y="362610"/>
                </a:lnTo>
                <a:lnTo>
                  <a:pt x="1604476" y="365916"/>
                </a:lnTo>
                <a:lnTo>
                  <a:pt x="1599169" y="364535"/>
                </a:lnTo>
                <a:lnTo>
                  <a:pt x="1597079" y="363960"/>
                </a:lnTo>
                <a:lnTo>
                  <a:pt x="1595418" y="362964"/>
                </a:lnTo>
                <a:close/>
              </a:path>
              <a:path w="5142230" h="2300604">
                <a:moveTo>
                  <a:pt x="2011419" y="457569"/>
                </a:moveTo>
                <a:lnTo>
                  <a:pt x="2007867" y="453766"/>
                </a:lnTo>
                <a:lnTo>
                  <a:pt x="2006798" y="450472"/>
                </a:lnTo>
                <a:lnTo>
                  <a:pt x="2007480" y="447096"/>
                </a:lnTo>
                <a:lnTo>
                  <a:pt x="2008658" y="441613"/>
                </a:lnTo>
                <a:lnTo>
                  <a:pt x="2014064" y="438115"/>
                </a:lnTo>
                <a:lnTo>
                  <a:pt x="2019498" y="439239"/>
                </a:lnTo>
                <a:lnTo>
                  <a:pt x="2024986" y="440422"/>
                </a:lnTo>
                <a:lnTo>
                  <a:pt x="2028533" y="445783"/>
                </a:lnTo>
                <a:lnTo>
                  <a:pt x="2026177" y="456750"/>
                </a:lnTo>
                <a:lnTo>
                  <a:pt x="2020816" y="460297"/>
                </a:lnTo>
                <a:lnTo>
                  <a:pt x="2015328" y="459114"/>
                </a:lnTo>
                <a:lnTo>
                  <a:pt x="2013225" y="458622"/>
                </a:lnTo>
                <a:lnTo>
                  <a:pt x="2011419" y="457569"/>
                </a:lnTo>
                <a:close/>
              </a:path>
              <a:path w="5142230" h="2300604">
                <a:moveTo>
                  <a:pt x="1872356" y="427956"/>
                </a:moveTo>
                <a:lnTo>
                  <a:pt x="1868804" y="424153"/>
                </a:lnTo>
                <a:lnTo>
                  <a:pt x="1867784" y="420814"/>
                </a:lnTo>
                <a:lnTo>
                  <a:pt x="1868560" y="417441"/>
                </a:lnTo>
                <a:lnTo>
                  <a:pt x="1869738" y="411958"/>
                </a:lnTo>
                <a:lnTo>
                  <a:pt x="1875145" y="408459"/>
                </a:lnTo>
                <a:lnTo>
                  <a:pt x="1880579" y="409683"/>
                </a:lnTo>
                <a:lnTo>
                  <a:pt x="1886063" y="410861"/>
                </a:lnTo>
                <a:lnTo>
                  <a:pt x="1889561" y="416267"/>
                </a:lnTo>
                <a:lnTo>
                  <a:pt x="1888337" y="421702"/>
                </a:lnTo>
                <a:lnTo>
                  <a:pt x="1887159" y="427186"/>
                </a:lnTo>
                <a:lnTo>
                  <a:pt x="1881753" y="430684"/>
                </a:lnTo>
                <a:lnTo>
                  <a:pt x="1874203" y="429053"/>
                </a:lnTo>
                <a:lnTo>
                  <a:pt x="1872356" y="427956"/>
                </a:lnTo>
                <a:close/>
              </a:path>
              <a:path w="5142230" h="2300604">
                <a:moveTo>
                  <a:pt x="1941908" y="442882"/>
                </a:moveTo>
                <a:lnTo>
                  <a:pt x="1938355" y="439078"/>
                </a:lnTo>
                <a:lnTo>
                  <a:pt x="1937287" y="435784"/>
                </a:lnTo>
                <a:lnTo>
                  <a:pt x="1939146" y="426925"/>
                </a:lnTo>
                <a:lnTo>
                  <a:pt x="1944553" y="423427"/>
                </a:lnTo>
                <a:lnTo>
                  <a:pt x="1955474" y="425734"/>
                </a:lnTo>
                <a:lnTo>
                  <a:pt x="1959021" y="431095"/>
                </a:lnTo>
                <a:lnTo>
                  <a:pt x="1956665" y="442062"/>
                </a:lnTo>
                <a:lnTo>
                  <a:pt x="1951258" y="445560"/>
                </a:lnTo>
                <a:lnTo>
                  <a:pt x="1945820" y="444431"/>
                </a:lnTo>
                <a:lnTo>
                  <a:pt x="1943713" y="443934"/>
                </a:lnTo>
                <a:lnTo>
                  <a:pt x="1941908" y="442882"/>
                </a:lnTo>
                <a:close/>
              </a:path>
              <a:path w="5142230" h="2300604">
                <a:moveTo>
                  <a:pt x="3094668" y="782798"/>
                </a:moveTo>
                <a:lnTo>
                  <a:pt x="3091070" y="778946"/>
                </a:lnTo>
                <a:lnTo>
                  <a:pt x="3090330" y="774341"/>
                </a:lnTo>
                <a:lnTo>
                  <a:pt x="3092301" y="770391"/>
                </a:lnTo>
                <a:lnTo>
                  <a:pt x="3094877" y="765427"/>
                </a:lnTo>
                <a:lnTo>
                  <a:pt x="3100987" y="763463"/>
                </a:lnTo>
                <a:lnTo>
                  <a:pt x="3105951" y="766040"/>
                </a:lnTo>
                <a:lnTo>
                  <a:pt x="3110961" y="768573"/>
                </a:lnTo>
                <a:lnTo>
                  <a:pt x="3112927" y="774681"/>
                </a:lnTo>
                <a:lnTo>
                  <a:pt x="3110400" y="779698"/>
                </a:lnTo>
                <a:lnTo>
                  <a:pt x="3107775" y="784707"/>
                </a:lnTo>
                <a:lnTo>
                  <a:pt x="3101784" y="786603"/>
                </a:lnTo>
                <a:lnTo>
                  <a:pt x="3095635" y="783539"/>
                </a:lnTo>
                <a:lnTo>
                  <a:pt x="3094668" y="782798"/>
                </a:lnTo>
                <a:close/>
              </a:path>
              <a:path w="5142230" h="2300604">
                <a:moveTo>
                  <a:pt x="1700059" y="319269"/>
                </a:moveTo>
                <a:lnTo>
                  <a:pt x="1696642" y="315612"/>
                </a:lnTo>
                <a:lnTo>
                  <a:pt x="1695668" y="312321"/>
                </a:lnTo>
                <a:lnTo>
                  <a:pt x="1697658" y="303797"/>
                </a:lnTo>
                <a:lnTo>
                  <a:pt x="1702866" y="300575"/>
                </a:lnTo>
                <a:lnTo>
                  <a:pt x="1713359" y="303010"/>
                </a:lnTo>
                <a:lnTo>
                  <a:pt x="1716580" y="308218"/>
                </a:lnTo>
                <a:lnTo>
                  <a:pt x="1714141" y="318705"/>
                </a:lnTo>
                <a:lnTo>
                  <a:pt x="1708889" y="321977"/>
                </a:lnTo>
                <a:lnTo>
                  <a:pt x="1703692" y="320715"/>
                </a:lnTo>
                <a:lnTo>
                  <a:pt x="1701724" y="320270"/>
                </a:lnTo>
                <a:lnTo>
                  <a:pt x="1700059" y="319269"/>
                </a:lnTo>
                <a:close/>
              </a:path>
              <a:path w="5142230" h="2300604">
                <a:moveTo>
                  <a:pt x="1838480" y="350933"/>
                </a:moveTo>
                <a:lnTo>
                  <a:pt x="1835064" y="347276"/>
                </a:lnTo>
                <a:lnTo>
                  <a:pt x="1834046" y="344035"/>
                </a:lnTo>
                <a:lnTo>
                  <a:pt x="1834819" y="340757"/>
                </a:lnTo>
                <a:lnTo>
                  <a:pt x="1835987" y="335557"/>
                </a:lnTo>
                <a:lnTo>
                  <a:pt x="1841194" y="332236"/>
                </a:lnTo>
                <a:lnTo>
                  <a:pt x="1851645" y="334626"/>
                </a:lnTo>
                <a:lnTo>
                  <a:pt x="1854911" y="339784"/>
                </a:lnTo>
                <a:lnTo>
                  <a:pt x="1853793" y="345038"/>
                </a:lnTo>
                <a:lnTo>
                  <a:pt x="1852624" y="350239"/>
                </a:lnTo>
                <a:lnTo>
                  <a:pt x="1847413" y="353555"/>
                </a:lnTo>
                <a:lnTo>
                  <a:pt x="1840199" y="351893"/>
                </a:lnTo>
                <a:lnTo>
                  <a:pt x="1838480" y="350933"/>
                </a:lnTo>
                <a:close/>
              </a:path>
              <a:path w="5142230" h="2300604">
                <a:moveTo>
                  <a:pt x="3518738" y="1206257"/>
                </a:moveTo>
                <a:lnTo>
                  <a:pt x="3515276" y="1202551"/>
                </a:lnTo>
                <a:lnTo>
                  <a:pt x="3514605" y="1201442"/>
                </a:lnTo>
                <a:lnTo>
                  <a:pt x="3514124" y="1200148"/>
                </a:lnTo>
                <a:lnTo>
                  <a:pt x="3512367" y="1195041"/>
                </a:lnTo>
                <a:lnTo>
                  <a:pt x="3515014" y="1189464"/>
                </a:lnTo>
                <a:lnTo>
                  <a:pt x="3525252" y="1185959"/>
                </a:lnTo>
                <a:lnTo>
                  <a:pt x="3530713" y="1188678"/>
                </a:lnTo>
                <a:lnTo>
                  <a:pt x="3534235" y="1198801"/>
                </a:lnTo>
                <a:lnTo>
                  <a:pt x="3531543" y="1204329"/>
                </a:lnTo>
                <a:lnTo>
                  <a:pt x="3522757" y="1207433"/>
                </a:lnTo>
                <a:lnTo>
                  <a:pt x="3518738" y="1206257"/>
                </a:lnTo>
                <a:close/>
              </a:path>
              <a:path w="5142230" h="2300604">
                <a:moveTo>
                  <a:pt x="3541184" y="1273586"/>
                </a:moveTo>
                <a:lnTo>
                  <a:pt x="3537722" y="1269880"/>
                </a:lnTo>
                <a:lnTo>
                  <a:pt x="3536960" y="1268674"/>
                </a:lnTo>
                <a:lnTo>
                  <a:pt x="3536537" y="1267244"/>
                </a:lnTo>
                <a:lnTo>
                  <a:pt x="3534865" y="1262131"/>
                </a:lnTo>
                <a:lnTo>
                  <a:pt x="3537700" y="1256661"/>
                </a:lnTo>
                <a:lnTo>
                  <a:pt x="3547632" y="1253413"/>
                </a:lnTo>
                <a:lnTo>
                  <a:pt x="3547912" y="1253322"/>
                </a:lnTo>
                <a:lnTo>
                  <a:pt x="3553431" y="1256200"/>
                </a:lnTo>
                <a:lnTo>
                  <a:pt x="3555009" y="1261310"/>
                </a:lnTo>
                <a:lnTo>
                  <a:pt x="3556672" y="1266414"/>
                </a:lnTo>
                <a:lnTo>
                  <a:pt x="3553846" y="1271893"/>
                </a:lnTo>
                <a:lnTo>
                  <a:pt x="3548734" y="1273555"/>
                </a:lnTo>
                <a:lnTo>
                  <a:pt x="3545059" y="1274705"/>
                </a:lnTo>
                <a:lnTo>
                  <a:pt x="3541184" y="1273586"/>
                </a:lnTo>
                <a:close/>
              </a:path>
              <a:path w="5142230" h="2300604">
                <a:moveTo>
                  <a:pt x="1977187" y="381435"/>
                </a:moveTo>
                <a:lnTo>
                  <a:pt x="1973771" y="377778"/>
                </a:lnTo>
                <a:lnTo>
                  <a:pt x="1972749" y="374533"/>
                </a:lnTo>
                <a:lnTo>
                  <a:pt x="1973472" y="371300"/>
                </a:lnTo>
                <a:lnTo>
                  <a:pt x="1974595" y="366051"/>
                </a:lnTo>
                <a:lnTo>
                  <a:pt x="1979802" y="362730"/>
                </a:lnTo>
                <a:lnTo>
                  <a:pt x="1985007" y="363903"/>
                </a:lnTo>
                <a:lnTo>
                  <a:pt x="1990257" y="365026"/>
                </a:lnTo>
                <a:lnTo>
                  <a:pt x="1993617" y="370187"/>
                </a:lnTo>
                <a:lnTo>
                  <a:pt x="1992494" y="375437"/>
                </a:lnTo>
                <a:lnTo>
                  <a:pt x="1991327" y="380736"/>
                </a:lnTo>
                <a:lnTo>
                  <a:pt x="1986160" y="384002"/>
                </a:lnTo>
                <a:lnTo>
                  <a:pt x="1980915" y="382884"/>
                </a:lnTo>
                <a:lnTo>
                  <a:pt x="1978898" y="382485"/>
                </a:lnTo>
                <a:lnTo>
                  <a:pt x="1977187" y="381435"/>
                </a:lnTo>
                <a:close/>
              </a:path>
              <a:path w="5142230" h="2300604">
                <a:moveTo>
                  <a:pt x="1769243" y="335268"/>
                </a:moveTo>
                <a:lnTo>
                  <a:pt x="1765826" y="331611"/>
                </a:lnTo>
                <a:lnTo>
                  <a:pt x="1764804" y="328365"/>
                </a:lnTo>
                <a:lnTo>
                  <a:pt x="1766793" y="319841"/>
                </a:lnTo>
                <a:lnTo>
                  <a:pt x="1771997" y="316614"/>
                </a:lnTo>
                <a:lnTo>
                  <a:pt x="1782444" y="319000"/>
                </a:lnTo>
                <a:lnTo>
                  <a:pt x="1785719" y="324168"/>
                </a:lnTo>
                <a:lnTo>
                  <a:pt x="1784502" y="329414"/>
                </a:lnTo>
                <a:lnTo>
                  <a:pt x="1783330" y="334708"/>
                </a:lnTo>
                <a:lnTo>
                  <a:pt x="1778122" y="337930"/>
                </a:lnTo>
                <a:lnTo>
                  <a:pt x="1770903" y="336264"/>
                </a:lnTo>
                <a:lnTo>
                  <a:pt x="1769243" y="335268"/>
                </a:lnTo>
                <a:close/>
              </a:path>
              <a:path w="5142230" h="2300604">
                <a:moveTo>
                  <a:pt x="1907781" y="366274"/>
                </a:moveTo>
                <a:lnTo>
                  <a:pt x="1904365" y="362617"/>
                </a:lnTo>
                <a:lnTo>
                  <a:pt x="1903393" y="359426"/>
                </a:lnTo>
                <a:lnTo>
                  <a:pt x="1905288" y="350898"/>
                </a:lnTo>
                <a:lnTo>
                  <a:pt x="1910446" y="347623"/>
                </a:lnTo>
                <a:lnTo>
                  <a:pt x="1920949" y="349873"/>
                </a:lnTo>
                <a:lnTo>
                  <a:pt x="1924261" y="355080"/>
                </a:lnTo>
                <a:lnTo>
                  <a:pt x="1921925" y="365580"/>
                </a:lnTo>
                <a:lnTo>
                  <a:pt x="1916763" y="368851"/>
                </a:lnTo>
                <a:lnTo>
                  <a:pt x="1911513" y="367728"/>
                </a:lnTo>
                <a:lnTo>
                  <a:pt x="1909546" y="367283"/>
                </a:lnTo>
                <a:lnTo>
                  <a:pt x="1907781" y="366274"/>
                </a:lnTo>
                <a:close/>
              </a:path>
              <a:path w="5142230" h="2300604">
                <a:moveTo>
                  <a:pt x="4267840" y="2283113"/>
                </a:moveTo>
                <a:lnTo>
                  <a:pt x="4263911" y="2278907"/>
                </a:lnTo>
                <a:lnTo>
                  <a:pt x="4263675" y="2273572"/>
                </a:lnTo>
                <a:lnTo>
                  <a:pt x="4266738" y="2269715"/>
                </a:lnTo>
                <a:lnTo>
                  <a:pt x="4270138" y="2265535"/>
                </a:lnTo>
                <a:lnTo>
                  <a:pt x="4276244" y="2264936"/>
                </a:lnTo>
                <a:lnTo>
                  <a:pt x="4284564" y="2271691"/>
                </a:lnTo>
                <a:lnTo>
                  <a:pt x="4285248" y="2277800"/>
                </a:lnTo>
                <a:lnTo>
                  <a:pt x="4278502" y="2286120"/>
                </a:lnTo>
                <a:lnTo>
                  <a:pt x="4272384" y="2286804"/>
                </a:lnTo>
                <a:lnTo>
                  <a:pt x="4267840" y="2283113"/>
                </a:lnTo>
                <a:close/>
              </a:path>
              <a:path w="5142230" h="2300604">
                <a:moveTo>
                  <a:pt x="3562436" y="1341300"/>
                </a:moveTo>
                <a:lnTo>
                  <a:pt x="3558975" y="1337594"/>
                </a:lnTo>
                <a:lnTo>
                  <a:pt x="3558262" y="1336343"/>
                </a:lnTo>
                <a:lnTo>
                  <a:pt x="3556215" y="1329753"/>
                </a:lnTo>
                <a:lnTo>
                  <a:pt x="3559091" y="1324328"/>
                </a:lnTo>
                <a:lnTo>
                  <a:pt x="3564201" y="1322760"/>
                </a:lnTo>
                <a:lnTo>
                  <a:pt x="3569354" y="1321141"/>
                </a:lnTo>
                <a:lnTo>
                  <a:pt x="3574780" y="1324017"/>
                </a:lnTo>
                <a:lnTo>
                  <a:pt x="3577926" y="1334227"/>
                </a:lnTo>
                <a:lnTo>
                  <a:pt x="3575096" y="1339701"/>
                </a:lnTo>
                <a:lnTo>
                  <a:pt x="3566268" y="1342469"/>
                </a:lnTo>
                <a:lnTo>
                  <a:pt x="3562436" y="1341300"/>
                </a:lnTo>
                <a:close/>
              </a:path>
              <a:path w="5142230" h="2300604">
                <a:moveTo>
                  <a:pt x="3193834" y="752791"/>
                </a:moveTo>
                <a:lnTo>
                  <a:pt x="3189722" y="748389"/>
                </a:lnTo>
                <a:lnTo>
                  <a:pt x="3189193" y="743622"/>
                </a:lnTo>
                <a:lnTo>
                  <a:pt x="3194259" y="735653"/>
                </a:lnTo>
                <a:lnTo>
                  <a:pt x="3194481" y="735304"/>
                </a:lnTo>
                <a:lnTo>
                  <a:pt x="3200517" y="733947"/>
                </a:lnTo>
                <a:lnTo>
                  <a:pt x="3205001" y="736890"/>
                </a:lnTo>
                <a:lnTo>
                  <a:pt x="3209530" y="739782"/>
                </a:lnTo>
                <a:lnTo>
                  <a:pt x="3210881" y="745824"/>
                </a:lnTo>
                <a:lnTo>
                  <a:pt x="3208166" y="749953"/>
                </a:lnTo>
                <a:lnTo>
                  <a:pt x="3205048" y="754825"/>
                </a:lnTo>
                <a:lnTo>
                  <a:pt x="3199060" y="756136"/>
                </a:lnTo>
                <a:lnTo>
                  <a:pt x="3193834" y="752791"/>
                </a:lnTo>
                <a:close/>
              </a:path>
              <a:path w="5142230" h="2300604">
                <a:moveTo>
                  <a:pt x="3252032" y="793489"/>
                </a:moveTo>
                <a:lnTo>
                  <a:pt x="3247591" y="788735"/>
                </a:lnTo>
                <a:lnTo>
                  <a:pt x="3247314" y="783651"/>
                </a:lnTo>
                <a:lnTo>
                  <a:pt x="3250229" y="779833"/>
                </a:lnTo>
                <a:lnTo>
                  <a:pt x="3253440" y="775546"/>
                </a:lnTo>
                <a:lnTo>
                  <a:pt x="3259556" y="774763"/>
                </a:lnTo>
                <a:lnTo>
                  <a:pt x="3263788" y="778023"/>
                </a:lnTo>
                <a:lnTo>
                  <a:pt x="3268070" y="781237"/>
                </a:lnTo>
                <a:lnTo>
                  <a:pt x="3268903" y="787307"/>
                </a:lnTo>
                <a:lnTo>
                  <a:pt x="3262428" y="795921"/>
                </a:lnTo>
                <a:lnTo>
                  <a:pt x="3256311" y="796705"/>
                </a:lnTo>
                <a:lnTo>
                  <a:pt x="3252032" y="793489"/>
                </a:lnTo>
                <a:close/>
              </a:path>
              <a:path w="5142230" h="2300604">
                <a:moveTo>
                  <a:pt x="3305058" y="838917"/>
                </a:moveTo>
                <a:lnTo>
                  <a:pt x="3301182" y="834767"/>
                </a:lnTo>
                <a:lnTo>
                  <a:pt x="3301198" y="828918"/>
                </a:lnTo>
                <a:lnTo>
                  <a:pt x="3304820" y="825169"/>
                </a:lnTo>
                <a:lnTo>
                  <a:pt x="3308492" y="821282"/>
                </a:lnTo>
                <a:lnTo>
                  <a:pt x="3314680" y="821163"/>
                </a:lnTo>
                <a:lnTo>
                  <a:pt x="3322400" y="828643"/>
                </a:lnTo>
                <a:lnTo>
                  <a:pt x="3322478" y="834788"/>
                </a:lnTo>
                <a:lnTo>
                  <a:pt x="3318806" y="838675"/>
                </a:lnTo>
                <a:lnTo>
                  <a:pt x="3315086" y="842516"/>
                </a:lnTo>
                <a:lnTo>
                  <a:pt x="3308898" y="842635"/>
                </a:lnTo>
                <a:lnTo>
                  <a:pt x="3305058" y="838917"/>
                </a:lnTo>
                <a:close/>
              </a:path>
              <a:path w="5142230" h="2300604">
                <a:moveTo>
                  <a:pt x="2871628" y="605912"/>
                </a:moveTo>
                <a:lnTo>
                  <a:pt x="2868212" y="602255"/>
                </a:lnTo>
                <a:lnTo>
                  <a:pt x="2867300" y="598542"/>
                </a:lnTo>
                <a:lnTo>
                  <a:pt x="2870089" y="590091"/>
                </a:lnTo>
                <a:lnTo>
                  <a:pt x="2870137" y="589947"/>
                </a:lnTo>
                <a:lnTo>
                  <a:pt x="2875711" y="587214"/>
                </a:lnTo>
                <a:lnTo>
                  <a:pt x="2885839" y="590628"/>
                </a:lnTo>
                <a:lnTo>
                  <a:pt x="2888580" y="596103"/>
                </a:lnTo>
                <a:lnTo>
                  <a:pt x="2885255" y="606131"/>
                </a:lnTo>
                <a:lnTo>
                  <a:pt x="2885207" y="606275"/>
                </a:lnTo>
                <a:lnTo>
                  <a:pt x="2879684" y="609061"/>
                </a:lnTo>
                <a:lnTo>
                  <a:pt x="2873014" y="606809"/>
                </a:lnTo>
                <a:lnTo>
                  <a:pt x="2871628" y="605912"/>
                </a:lnTo>
                <a:close/>
              </a:path>
              <a:path w="5142230" h="2300604">
                <a:moveTo>
                  <a:pt x="2804051" y="584303"/>
                </a:moveTo>
                <a:lnTo>
                  <a:pt x="2800635" y="580646"/>
                </a:lnTo>
                <a:lnTo>
                  <a:pt x="2799720" y="577027"/>
                </a:lnTo>
                <a:lnTo>
                  <a:pt x="2802324" y="568476"/>
                </a:lnTo>
                <a:lnTo>
                  <a:pt x="2807806" y="565547"/>
                </a:lnTo>
                <a:lnTo>
                  <a:pt x="2818083" y="568730"/>
                </a:lnTo>
                <a:lnTo>
                  <a:pt x="2820914" y="574203"/>
                </a:lnTo>
                <a:lnTo>
                  <a:pt x="2819376" y="579301"/>
                </a:lnTo>
                <a:lnTo>
                  <a:pt x="2817780" y="584435"/>
                </a:lnTo>
                <a:lnTo>
                  <a:pt x="2812352" y="587324"/>
                </a:lnTo>
                <a:lnTo>
                  <a:pt x="2805531" y="585203"/>
                </a:lnTo>
                <a:lnTo>
                  <a:pt x="2804051" y="584303"/>
                </a:lnTo>
                <a:close/>
              </a:path>
              <a:path w="5142230" h="2300604">
                <a:moveTo>
                  <a:pt x="3069282" y="683974"/>
                </a:moveTo>
                <a:lnTo>
                  <a:pt x="3065815" y="680263"/>
                </a:lnTo>
                <a:lnTo>
                  <a:pt x="3065063" y="676035"/>
                </a:lnTo>
                <a:lnTo>
                  <a:pt x="3069088" y="667444"/>
                </a:lnTo>
                <a:lnTo>
                  <a:pt x="3074914" y="665371"/>
                </a:lnTo>
                <a:lnTo>
                  <a:pt x="3079745" y="667707"/>
                </a:lnTo>
                <a:lnTo>
                  <a:pt x="3084623" y="669999"/>
                </a:lnTo>
                <a:lnTo>
                  <a:pt x="3086694" y="675834"/>
                </a:lnTo>
                <a:lnTo>
                  <a:pt x="3082022" y="685495"/>
                </a:lnTo>
                <a:lnTo>
                  <a:pt x="3076283" y="687560"/>
                </a:lnTo>
                <a:lnTo>
                  <a:pt x="3070247" y="684716"/>
                </a:lnTo>
                <a:lnTo>
                  <a:pt x="3069282" y="683974"/>
                </a:lnTo>
                <a:close/>
              </a:path>
              <a:path w="5142230" h="2300604">
                <a:moveTo>
                  <a:pt x="3943192" y="2006745"/>
                </a:moveTo>
                <a:lnTo>
                  <a:pt x="3939452" y="2002741"/>
                </a:lnTo>
                <a:lnTo>
                  <a:pt x="3939422" y="1996844"/>
                </a:lnTo>
                <a:lnTo>
                  <a:pt x="3943088" y="1993145"/>
                </a:lnTo>
                <a:lnTo>
                  <a:pt x="3946856" y="1989260"/>
                </a:lnTo>
                <a:lnTo>
                  <a:pt x="3952996" y="1989186"/>
                </a:lnTo>
                <a:lnTo>
                  <a:pt x="3960669" y="1996618"/>
                </a:lnTo>
                <a:lnTo>
                  <a:pt x="3960793" y="2002812"/>
                </a:lnTo>
                <a:lnTo>
                  <a:pt x="3957026" y="2006696"/>
                </a:lnTo>
                <a:lnTo>
                  <a:pt x="3953262" y="2010487"/>
                </a:lnTo>
                <a:lnTo>
                  <a:pt x="3947122" y="2010561"/>
                </a:lnTo>
                <a:lnTo>
                  <a:pt x="3943192" y="2006745"/>
                </a:lnTo>
                <a:close/>
              </a:path>
              <a:path w="5142230" h="2300604">
                <a:moveTo>
                  <a:pt x="3848804" y="1907366"/>
                </a:moveTo>
                <a:lnTo>
                  <a:pt x="3845018" y="1903314"/>
                </a:lnTo>
                <a:lnTo>
                  <a:pt x="3841480" y="1899233"/>
                </a:lnTo>
                <a:lnTo>
                  <a:pt x="3841877" y="1893109"/>
                </a:lnTo>
                <a:lnTo>
                  <a:pt x="3849445" y="1886548"/>
                </a:lnTo>
                <a:lnTo>
                  <a:pt x="3850001" y="1886068"/>
                </a:lnTo>
                <a:lnTo>
                  <a:pt x="3856165" y="1886509"/>
                </a:lnTo>
                <a:lnTo>
                  <a:pt x="3863211" y="1894638"/>
                </a:lnTo>
                <a:lnTo>
                  <a:pt x="3862719" y="1900758"/>
                </a:lnTo>
                <a:lnTo>
                  <a:pt x="3859233" y="1903771"/>
                </a:lnTo>
                <a:lnTo>
                  <a:pt x="3858677" y="1904251"/>
                </a:lnTo>
                <a:lnTo>
                  <a:pt x="3854739" y="1907757"/>
                </a:lnTo>
                <a:lnTo>
                  <a:pt x="3848804" y="1907366"/>
                </a:lnTo>
                <a:close/>
              </a:path>
              <a:path w="5142230" h="2300604">
                <a:moveTo>
                  <a:pt x="2392878" y="473948"/>
                </a:moveTo>
                <a:lnTo>
                  <a:pt x="2389461" y="470291"/>
                </a:lnTo>
                <a:lnTo>
                  <a:pt x="2389123" y="469146"/>
                </a:lnTo>
                <a:lnTo>
                  <a:pt x="2388506" y="466923"/>
                </a:lnTo>
                <a:lnTo>
                  <a:pt x="2390527" y="458529"/>
                </a:lnTo>
                <a:lnTo>
                  <a:pt x="2395731" y="455303"/>
                </a:lnTo>
                <a:lnTo>
                  <a:pt x="2400982" y="456525"/>
                </a:lnTo>
                <a:lnTo>
                  <a:pt x="2406179" y="457788"/>
                </a:lnTo>
                <a:lnTo>
                  <a:pt x="2409401" y="462996"/>
                </a:lnTo>
                <a:lnTo>
                  <a:pt x="2408184" y="468242"/>
                </a:lnTo>
                <a:lnTo>
                  <a:pt x="2406921" y="473439"/>
                </a:lnTo>
                <a:lnTo>
                  <a:pt x="2401713" y="476661"/>
                </a:lnTo>
                <a:lnTo>
                  <a:pt x="2396466" y="475444"/>
                </a:lnTo>
                <a:lnTo>
                  <a:pt x="2394548" y="474954"/>
                </a:lnTo>
                <a:lnTo>
                  <a:pt x="2392878" y="473948"/>
                </a:lnTo>
                <a:close/>
              </a:path>
              <a:path w="5142230" h="2300604">
                <a:moveTo>
                  <a:pt x="2667787" y="544588"/>
                </a:moveTo>
                <a:lnTo>
                  <a:pt x="2664371" y="540931"/>
                </a:lnTo>
                <a:lnTo>
                  <a:pt x="2663452" y="537406"/>
                </a:lnTo>
                <a:lnTo>
                  <a:pt x="2664367" y="533987"/>
                </a:lnTo>
                <a:lnTo>
                  <a:pt x="2665819" y="528895"/>
                </a:lnTo>
                <a:lnTo>
                  <a:pt x="2670790" y="526103"/>
                </a:lnTo>
                <a:lnTo>
                  <a:pt x="2671210" y="525868"/>
                </a:lnTo>
                <a:lnTo>
                  <a:pt x="2681546" y="528722"/>
                </a:lnTo>
                <a:lnTo>
                  <a:pt x="2684573" y="534112"/>
                </a:lnTo>
                <a:lnTo>
                  <a:pt x="2683076" y="539255"/>
                </a:lnTo>
                <a:lnTo>
                  <a:pt x="2681624" y="544445"/>
                </a:lnTo>
                <a:lnTo>
                  <a:pt x="2676229" y="547467"/>
                </a:lnTo>
                <a:lnTo>
                  <a:pt x="2671137" y="546024"/>
                </a:lnTo>
                <a:lnTo>
                  <a:pt x="2669313" y="545537"/>
                </a:lnTo>
                <a:lnTo>
                  <a:pt x="2667787" y="544588"/>
                </a:lnTo>
                <a:close/>
              </a:path>
              <a:path w="5142230" h="2300604">
                <a:moveTo>
                  <a:pt x="2530710" y="507815"/>
                </a:moveTo>
                <a:lnTo>
                  <a:pt x="2527344" y="504212"/>
                </a:lnTo>
                <a:lnTo>
                  <a:pt x="2526328" y="500778"/>
                </a:lnTo>
                <a:lnTo>
                  <a:pt x="2527194" y="497503"/>
                </a:lnTo>
                <a:lnTo>
                  <a:pt x="2528506" y="492260"/>
                </a:lnTo>
                <a:lnTo>
                  <a:pt x="2533801" y="489131"/>
                </a:lnTo>
                <a:lnTo>
                  <a:pt x="2538999" y="490493"/>
                </a:lnTo>
                <a:lnTo>
                  <a:pt x="2544242" y="491804"/>
                </a:lnTo>
                <a:lnTo>
                  <a:pt x="2547367" y="497104"/>
                </a:lnTo>
                <a:lnTo>
                  <a:pt x="2544652" y="507492"/>
                </a:lnTo>
                <a:lnTo>
                  <a:pt x="2539457" y="510630"/>
                </a:lnTo>
                <a:lnTo>
                  <a:pt x="2534321" y="509335"/>
                </a:lnTo>
                <a:lnTo>
                  <a:pt x="2532331" y="508866"/>
                </a:lnTo>
                <a:lnTo>
                  <a:pt x="2530710" y="507815"/>
                </a:lnTo>
                <a:close/>
              </a:path>
              <a:path w="5142230" h="2300604">
                <a:moveTo>
                  <a:pt x="2599360" y="525783"/>
                </a:moveTo>
                <a:lnTo>
                  <a:pt x="2595943" y="522126"/>
                </a:lnTo>
                <a:lnTo>
                  <a:pt x="2594968" y="518736"/>
                </a:lnTo>
                <a:lnTo>
                  <a:pt x="2597294" y="510181"/>
                </a:lnTo>
                <a:lnTo>
                  <a:pt x="2602402" y="507242"/>
                </a:lnTo>
                <a:lnTo>
                  <a:pt x="2602639" y="507105"/>
                </a:lnTo>
                <a:lnTo>
                  <a:pt x="2607780" y="508503"/>
                </a:lnTo>
                <a:lnTo>
                  <a:pt x="2612978" y="509865"/>
                </a:lnTo>
                <a:lnTo>
                  <a:pt x="2616049" y="515205"/>
                </a:lnTo>
                <a:lnTo>
                  <a:pt x="2614647" y="520350"/>
                </a:lnTo>
                <a:lnTo>
                  <a:pt x="2613294" y="525549"/>
                </a:lnTo>
                <a:lnTo>
                  <a:pt x="2607949" y="528625"/>
                </a:lnTo>
                <a:lnTo>
                  <a:pt x="2600931" y="526781"/>
                </a:lnTo>
                <a:lnTo>
                  <a:pt x="2599360" y="525783"/>
                </a:lnTo>
                <a:close/>
              </a:path>
              <a:path w="5142230" h="2300604">
                <a:moveTo>
                  <a:pt x="3896718" y="1960026"/>
                </a:moveTo>
                <a:lnTo>
                  <a:pt x="3889385" y="1952175"/>
                </a:lnTo>
                <a:lnTo>
                  <a:pt x="3889549" y="1946096"/>
                </a:lnTo>
                <a:lnTo>
                  <a:pt x="3893404" y="1942403"/>
                </a:lnTo>
                <a:lnTo>
                  <a:pt x="3897255" y="1938705"/>
                </a:lnTo>
                <a:lnTo>
                  <a:pt x="3903626" y="1938878"/>
                </a:lnTo>
                <a:lnTo>
                  <a:pt x="3910870" y="1946632"/>
                </a:lnTo>
                <a:lnTo>
                  <a:pt x="3910702" y="1952806"/>
                </a:lnTo>
                <a:lnTo>
                  <a:pt x="3902902" y="1960194"/>
                </a:lnTo>
                <a:lnTo>
                  <a:pt x="3896718" y="1960026"/>
                </a:lnTo>
                <a:close/>
              </a:path>
              <a:path w="5142230" h="2300604">
                <a:moveTo>
                  <a:pt x="3132392" y="716147"/>
                </a:moveTo>
                <a:lnTo>
                  <a:pt x="3128885" y="712392"/>
                </a:lnTo>
                <a:lnTo>
                  <a:pt x="3128141" y="707882"/>
                </a:lnTo>
                <a:lnTo>
                  <a:pt x="3130253" y="704083"/>
                </a:lnTo>
                <a:lnTo>
                  <a:pt x="3132819" y="699403"/>
                </a:lnTo>
                <a:lnTo>
                  <a:pt x="3138775" y="697665"/>
                </a:lnTo>
                <a:lnTo>
                  <a:pt x="3148187" y="702853"/>
                </a:lnTo>
                <a:lnTo>
                  <a:pt x="3149874" y="708764"/>
                </a:lnTo>
                <a:lnTo>
                  <a:pt x="3144690" y="718172"/>
                </a:lnTo>
                <a:lnTo>
                  <a:pt x="3138775" y="719854"/>
                </a:lnTo>
                <a:lnTo>
                  <a:pt x="3133170" y="716789"/>
                </a:lnTo>
                <a:lnTo>
                  <a:pt x="3132392" y="716147"/>
                </a:lnTo>
                <a:close/>
              </a:path>
              <a:path w="5142230" h="2300604">
                <a:moveTo>
                  <a:pt x="2461855" y="490605"/>
                </a:moveTo>
                <a:lnTo>
                  <a:pt x="2458439" y="486948"/>
                </a:lnTo>
                <a:lnTo>
                  <a:pt x="2457514" y="483612"/>
                </a:lnTo>
                <a:lnTo>
                  <a:pt x="2458286" y="480333"/>
                </a:lnTo>
                <a:lnTo>
                  <a:pt x="2459598" y="475091"/>
                </a:lnTo>
                <a:lnTo>
                  <a:pt x="2464852" y="471918"/>
                </a:lnTo>
                <a:lnTo>
                  <a:pt x="2470044" y="473175"/>
                </a:lnTo>
                <a:lnTo>
                  <a:pt x="2475292" y="474492"/>
                </a:lnTo>
                <a:lnTo>
                  <a:pt x="2478465" y="479746"/>
                </a:lnTo>
                <a:lnTo>
                  <a:pt x="2477198" y="484938"/>
                </a:lnTo>
                <a:lnTo>
                  <a:pt x="2475886" y="490181"/>
                </a:lnTo>
                <a:lnTo>
                  <a:pt x="2470632" y="493354"/>
                </a:lnTo>
                <a:lnTo>
                  <a:pt x="2465439" y="492096"/>
                </a:lnTo>
                <a:lnTo>
                  <a:pt x="2463521" y="491606"/>
                </a:lnTo>
                <a:lnTo>
                  <a:pt x="2461855" y="490605"/>
                </a:lnTo>
                <a:close/>
              </a:path>
              <a:path w="5142230" h="2300604">
                <a:moveTo>
                  <a:pt x="2736052" y="564002"/>
                </a:moveTo>
                <a:lnTo>
                  <a:pt x="2732636" y="560345"/>
                </a:lnTo>
                <a:lnTo>
                  <a:pt x="2731669" y="556865"/>
                </a:lnTo>
                <a:lnTo>
                  <a:pt x="2732636" y="553405"/>
                </a:lnTo>
                <a:lnTo>
                  <a:pt x="2734133" y="548263"/>
                </a:lnTo>
                <a:lnTo>
                  <a:pt x="2739569" y="545285"/>
                </a:lnTo>
                <a:lnTo>
                  <a:pt x="2749854" y="548279"/>
                </a:lnTo>
                <a:lnTo>
                  <a:pt x="2752827" y="553710"/>
                </a:lnTo>
                <a:lnTo>
                  <a:pt x="2749838" y="563999"/>
                </a:lnTo>
                <a:lnTo>
                  <a:pt x="2744450" y="566931"/>
                </a:lnTo>
                <a:lnTo>
                  <a:pt x="2739308" y="565434"/>
                </a:lnTo>
                <a:lnTo>
                  <a:pt x="2737578" y="564951"/>
                </a:lnTo>
                <a:lnTo>
                  <a:pt x="2736052" y="564002"/>
                </a:lnTo>
                <a:close/>
              </a:path>
              <a:path w="5142230" h="2300604">
                <a:moveTo>
                  <a:pt x="2115898" y="411551"/>
                </a:moveTo>
                <a:lnTo>
                  <a:pt x="2112482" y="407894"/>
                </a:lnTo>
                <a:lnTo>
                  <a:pt x="2111509" y="404702"/>
                </a:lnTo>
                <a:lnTo>
                  <a:pt x="2112233" y="401470"/>
                </a:lnTo>
                <a:lnTo>
                  <a:pt x="2113356" y="396220"/>
                </a:lnTo>
                <a:lnTo>
                  <a:pt x="2118563" y="392899"/>
                </a:lnTo>
                <a:lnTo>
                  <a:pt x="2123817" y="394027"/>
                </a:lnTo>
                <a:lnTo>
                  <a:pt x="2129017" y="395195"/>
                </a:lnTo>
                <a:lnTo>
                  <a:pt x="2132378" y="400357"/>
                </a:lnTo>
                <a:lnTo>
                  <a:pt x="2131255" y="405606"/>
                </a:lnTo>
                <a:lnTo>
                  <a:pt x="2130042" y="410857"/>
                </a:lnTo>
                <a:lnTo>
                  <a:pt x="2124879" y="414127"/>
                </a:lnTo>
                <a:lnTo>
                  <a:pt x="2119630" y="413004"/>
                </a:lnTo>
                <a:lnTo>
                  <a:pt x="2117662" y="412560"/>
                </a:lnTo>
                <a:lnTo>
                  <a:pt x="2115898" y="411551"/>
                </a:lnTo>
                <a:close/>
              </a:path>
              <a:path w="5142230" h="2300604">
                <a:moveTo>
                  <a:pt x="3494184" y="1139800"/>
                </a:moveTo>
                <a:lnTo>
                  <a:pt x="3490722" y="1136094"/>
                </a:lnTo>
                <a:lnTo>
                  <a:pt x="3490093" y="1135029"/>
                </a:lnTo>
                <a:lnTo>
                  <a:pt x="3489659" y="1133883"/>
                </a:lnTo>
                <a:lnTo>
                  <a:pt x="3487657" y="1128904"/>
                </a:lnTo>
                <a:lnTo>
                  <a:pt x="3490117" y="1123228"/>
                </a:lnTo>
                <a:lnTo>
                  <a:pt x="3495045" y="1121273"/>
                </a:lnTo>
                <a:lnTo>
                  <a:pt x="3500073" y="1119324"/>
                </a:lnTo>
                <a:lnTo>
                  <a:pt x="3505704" y="1121734"/>
                </a:lnTo>
                <a:lnTo>
                  <a:pt x="3507706" y="1126712"/>
                </a:lnTo>
                <a:lnTo>
                  <a:pt x="3509660" y="1131735"/>
                </a:lnTo>
                <a:lnTo>
                  <a:pt x="3507200" y="1137411"/>
                </a:lnTo>
                <a:lnTo>
                  <a:pt x="3502222" y="1139313"/>
                </a:lnTo>
                <a:lnTo>
                  <a:pt x="3498725" y="1140752"/>
                </a:lnTo>
                <a:lnTo>
                  <a:pt x="3498396" y="1140887"/>
                </a:lnTo>
                <a:lnTo>
                  <a:pt x="3494184" y="1139800"/>
                </a:lnTo>
                <a:close/>
              </a:path>
              <a:path w="5142230" h="2300604">
                <a:moveTo>
                  <a:pt x="2046542" y="396443"/>
                </a:moveTo>
                <a:lnTo>
                  <a:pt x="2043176" y="392840"/>
                </a:lnTo>
                <a:lnTo>
                  <a:pt x="2042105" y="389641"/>
                </a:lnTo>
                <a:lnTo>
                  <a:pt x="2044000" y="381113"/>
                </a:lnTo>
                <a:lnTo>
                  <a:pt x="2049158" y="377837"/>
                </a:lnTo>
                <a:lnTo>
                  <a:pt x="2059661" y="380088"/>
                </a:lnTo>
                <a:lnTo>
                  <a:pt x="2062973" y="385295"/>
                </a:lnTo>
                <a:lnTo>
                  <a:pt x="2061809" y="390500"/>
                </a:lnTo>
                <a:lnTo>
                  <a:pt x="2060686" y="395749"/>
                </a:lnTo>
                <a:lnTo>
                  <a:pt x="2055516" y="399109"/>
                </a:lnTo>
                <a:lnTo>
                  <a:pt x="2048258" y="397498"/>
                </a:lnTo>
                <a:lnTo>
                  <a:pt x="2046542" y="396443"/>
                </a:lnTo>
                <a:close/>
              </a:path>
              <a:path w="5142230" h="2300604">
                <a:moveTo>
                  <a:pt x="3605179" y="1476689"/>
                </a:moveTo>
                <a:lnTo>
                  <a:pt x="3601763" y="1473032"/>
                </a:lnTo>
                <a:lnTo>
                  <a:pt x="3601001" y="1471826"/>
                </a:lnTo>
                <a:lnTo>
                  <a:pt x="3598862" y="1465332"/>
                </a:lnTo>
                <a:lnTo>
                  <a:pt x="3601643" y="1459903"/>
                </a:lnTo>
                <a:lnTo>
                  <a:pt x="3606706" y="1458187"/>
                </a:lnTo>
                <a:lnTo>
                  <a:pt x="3611858" y="1456470"/>
                </a:lnTo>
                <a:lnTo>
                  <a:pt x="3617341" y="1459210"/>
                </a:lnTo>
                <a:lnTo>
                  <a:pt x="3620675" y="1469427"/>
                </a:lnTo>
                <a:lnTo>
                  <a:pt x="3617939" y="1474904"/>
                </a:lnTo>
                <a:lnTo>
                  <a:pt x="3612877" y="1476620"/>
                </a:lnTo>
                <a:lnTo>
                  <a:pt x="3609105" y="1477861"/>
                </a:lnTo>
                <a:lnTo>
                  <a:pt x="3605179" y="1476689"/>
                </a:lnTo>
                <a:close/>
              </a:path>
              <a:path w="5142230" h="2300604">
                <a:moveTo>
                  <a:pt x="2185255" y="426757"/>
                </a:moveTo>
                <a:lnTo>
                  <a:pt x="2181839" y="423100"/>
                </a:lnTo>
                <a:lnTo>
                  <a:pt x="2180862" y="419904"/>
                </a:lnTo>
                <a:lnTo>
                  <a:pt x="2181540" y="416622"/>
                </a:lnTo>
                <a:lnTo>
                  <a:pt x="2182709" y="411422"/>
                </a:lnTo>
                <a:lnTo>
                  <a:pt x="2187920" y="408106"/>
                </a:lnTo>
                <a:lnTo>
                  <a:pt x="2198419" y="410352"/>
                </a:lnTo>
                <a:lnTo>
                  <a:pt x="2201735" y="415563"/>
                </a:lnTo>
                <a:lnTo>
                  <a:pt x="2200513" y="420804"/>
                </a:lnTo>
                <a:lnTo>
                  <a:pt x="2199395" y="426058"/>
                </a:lnTo>
                <a:lnTo>
                  <a:pt x="2194179" y="429370"/>
                </a:lnTo>
                <a:lnTo>
                  <a:pt x="2188983" y="428206"/>
                </a:lnTo>
                <a:lnTo>
                  <a:pt x="2186967" y="427807"/>
                </a:lnTo>
                <a:lnTo>
                  <a:pt x="2185255" y="426757"/>
                </a:lnTo>
                <a:close/>
              </a:path>
              <a:path w="5142230" h="2300604">
                <a:moveTo>
                  <a:pt x="2323796" y="457863"/>
                </a:moveTo>
                <a:lnTo>
                  <a:pt x="2320379" y="454206"/>
                </a:lnTo>
                <a:lnTo>
                  <a:pt x="2319357" y="450961"/>
                </a:lnTo>
                <a:lnTo>
                  <a:pt x="2321346" y="442437"/>
                </a:lnTo>
                <a:lnTo>
                  <a:pt x="2326509" y="439166"/>
                </a:lnTo>
                <a:lnTo>
                  <a:pt x="2337001" y="441600"/>
                </a:lnTo>
                <a:lnTo>
                  <a:pt x="2340272" y="446763"/>
                </a:lnTo>
                <a:lnTo>
                  <a:pt x="2337833" y="457250"/>
                </a:lnTo>
                <a:lnTo>
                  <a:pt x="2332675" y="460526"/>
                </a:lnTo>
                <a:lnTo>
                  <a:pt x="2325461" y="458864"/>
                </a:lnTo>
                <a:lnTo>
                  <a:pt x="2323796" y="457863"/>
                </a:lnTo>
                <a:close/>
              </a:path>
              <a:path w="5142230" h="2300604">
                <a:moveTo>
                  <a:pt x="2254553" y="442193"/>
                </a:moveTo>
                <a:lnTo>
                  <a:pt x="2251137" y="438536"/>
                </a:lnTo>
                <a:lnTo>
                  <a:pt x="2250163" y="435246"/>
                </a:lnTo>
                <a:lnTo>
                  <a:pt x="2252058" y="426718"/>
                </a:lnTo>
                <a:lnTo>
                  <a:pt x="2257267" y="423496"/>
                </a:lnTo>
                <a:lnTo>
                  <a:pt x="2267762" y="425836"/>
                </a:lnTo>
                <a:lnTo>
                  <a:pt x="2271028" y="430994"/>
                </a:lnTo>
                <a:lnTo>
                  <a:pt x="2269815" y="436245"/>
                </a:lnTo>
                <a:lnTo>
                  <a:pt x="2268693" y="441494"/>
                </a:lnTo>
                <a:lnTo>
                  <a:pt x="2263481" y="444810"/>
                </a:lnTo>
                <a:lnTo>
                  <a:pt x="2256267" y="443148"/>
                </a:lnTo>
                <a:lnTo>
                  <a:pt x="2254553" y="442193"/>
                </a:lnTo>
                <a:close/>
              </a:path>
              <a:path w="5142230" h="2300604">
                <a:moveTo>
                  <a:pt x="3803607" y="1852434"/>
                </a:moveTo>
                <a:lnTo>
                  <a:pt x="3799547" y="1848089"/>
                </a:lnTo>
                <a:lnTo>
                  <a:pt x="3796244" y="1843869"/>
                </a:lnTo>
                <a:lnTo>
                  <a:pt x="3797023" y="1837763"/>
                </a:lnTo>
                <a:lnTo>
                  <a:pt x="3805458" y="1831153"/>
                </a:lnTo>
                <a:lnTo>
                  <a:pt x="3811569" y="1831927"/>
                </a:lnTo>
                <a:lnTo>
                  <a:pt x="3818224" y="1840420"/>
                </a:lnTo>
                <a:lnTo>
                  <a:pt x="3817445" y="1846526"/>
                </a:lnTo>
                <a:lnTo>
                  <a:pt x="3813180" y="1849780"/>
                </a:lnTo>
                <a:lnTo>
                  <a:pt x="3810356" y="1852036"/>
                </a:lnTo>
                <a:lnTo>
                  <a:pt x="3809206" y="1852954"/>
                </a:lnTo>
                <a:lnTo>
                  <a:pt x="3803607" y="1852434"/>
                </a:lnTo>
                <a:close/>
              </a:path>
              <a:path w="5142230" h="2300604">
                <a:moveTo>
                  <a:pt x="3656268" y="1609477"/>
                </a:moveTo>
                <a:lnTo>
                  <a:pt x="3652765" y="1605727"/>
                </a:lnTo>
                <a:lnTo>
                  <a:pt x="3652133" y="1604856"/>
                </a:lnTo>
                <a:lnTo>
                  <a:pt x="3651738" y="1603846"/>
                </a:lnTo>
                <a:lnTo>
                  <a:pt x="3649544" y="1598956"/>
                </a:lnTo>
                <a:lnTo>
                  <a:pt x="3651675" y="1593222"/>
                </a:lnTo>
                <a:lnTo>
                  <a:pt x="3656570" y="1591033"/>
                </a:lnTo>
                <a:lnTo>
                  <a:pt x="3661508" y="1588793"/>
                </a:lnTo>
                <a:lnTo>
                  <a:pt x="3667239" y="1591018"/>
                </a:lnTo>
                <a:lnTo>
                  <a:pt x="3671623" y="1600794"/>
                </a:lnTo>
                <a:lnTo>
                  <a:pt x="3669451" y="1606484"/>
                </a:lnTo>
                <a:lnTo>
                  <a:pt x="3664607" y="1608727"/>
                </a:lnTo>
                <a:lnTo>
                  <a:pt x="3660676" y="1610481"/>
                </a:lnTo>
                <a:lnTo>
                  <a:pt x="3656268" y="1609477"/>
                </a:lnTo>
                <a:close/>
              </a:path>
              <a:path w="5142230" h="2300604">
                <a:moveTo>
                  <a:pt x="4048544" y="2102904"/>
                </a:moveTo>
                <a:lnTo>
                  <a:pt x="4044442" y="2098513"/>
                </a:lnTo>
                <a:lnTo>
                  <a:pt x="4044258" y="2093038"/>
                </a:lnTo>
                <a:lnTo>
                  <a:pt x="4047550" y="2089231"/>
                </a:lnTo>
                <a:lnTo>
                  <a:pt x="4051082" y="2085192"/>
                </a:lnTo>
                <a:lnTo>
                  <a:pt x="4057239" y="2084746"/>
                </a:lnTo>
                <a:lnTo>
                  <a:pt x="4061269" y="2088277"/>
                </a:lnTo>
                <a:lnTo>
                  <a:pt x="4065352" y="2091768"/>
                </a:lnTo>
                <a:lnTo>
                  <a:pt x="4065758" y="2097872"/>
                </a:lnTo>
                <a:lnTo>
                  <a:pt x="4062271" y="2101960"/>
                </a:lnTo>
                <a:lnTo>
                  <a:pt x="4058735" y="2105994"/>
                </a:lnTo>
                <a:lnTo>
                  <a:pt x="4052582" y="2106445"/>
                </a:lnTo>
                <a:lnTo>
                  <a:pt x="4048544" y="2102904"/>
                </a:lnTo>
                <a:close/>
              </a:path>
              <a:path w="5142230" h="2300604">
                <a:moveTo>
                  <a:pt x="4157850" y="2194109"/>
                </a:moveTo>
                <a:lnTo>
                  <a:pt x="4153600" y="2189559"/>
                </a:lnTo>
                <a:lnTo>
                  <a:pt x="4153272" y="2184223"/>
                </a:lnTo>
                <a:lnTo>
                  <a:pt x="4159776" y="2176230"/>
                </a:lnTo>
                <a:lnTo>
                  <a:pt x="4165890" y="2175640"/>
                </a:lnTo>
                <a:lnTo>
                  <a:pt x="4170074" y="2178946"/>
                </a:lnTo>
                <a:lnTo>
                  <a:pt x="4174254" y="2182345"/>
                </a:lnTo>
                <a:lnTo>
                  <a:pt x="4174844" y="2188451"/>
                </a:lnTo>
                <a:lnTo>
                  <a:pt x="4171539" y="2192634"/>
                </a:lnTo>
                <a:lnTo>
                  <a:pt x="4168144" y="2196820"/>
                </a:lnTo>
                <a:lnTo>
                  <a:pt x="4161980" y="2197455"/>
                </a:lnTo>
                <a:lnTo>
                  <a:pt x="4157850" y="2194109"/>
                </a:lnTo>
                <a:close/>
              </a:path>
              <a:path w="5142230" h="2300604">
                <a:moveTo>
                  <a:pt x="3761427" y="1795064"/>
                </a:moveTo>
                <a:lnTo>
                  <a:pt x="3757181" y="1790519"/>
                </a:lnTo>
                <a:lnTo>
                  <a:pt x="3754168" y="1786121"/>
                </a:lnTo>
                <a:lnTo>
                  <a:pt x="3755225" y="1780019"/>
                </a:lnTo>
                <a:lnTo>
                  <a:pt x="3764067" y="1773942"/>
                </a:lnTo>
                <a:lnTo>
                  <a:pt x="3770124" y="1775050"/>
                </a:lnTo>
                <a:lnTo>
                  <a:pt x="3773137" y="1779449"/>
                </a:lnTo>
                <a:lnTo>
                  <a:pt x="3776240" y="1783846"/>
                </a:lnTo>
                <a:lnTo>
                  <a:pt x="3775137" y="1789898"/>
                </a:lnTo>
                <a:lnTo>
                  <a:pt x="3770695" y="1792962"/>
                </a:lnTo>
                <a:lnTo>
                  <a:pt x="3766724" y="1795749"/>
                </a:lnTo>
                <a:lnTo>
                  <a:pt x="3761427" y="1795064"/>
                </a:lnTo>
                <a:close/>
              </a:path>
              <a:path w="5142230" h="2300604">
                <a:moveTo>
                  <a:pt x="3628856" y="1543772"/>
                </a:moveTo>
                <a:lnTo>
                  <a:pt x="3625395" y="1540066"/>
                </a:lnTo>
                <a:lnTo>
                  <a:pt x="3624774" y="1539011"/>
                </a:lnTo>
                <a:lnTo>
                  <a:pt x="3624246" y="1537761"/>
                </a:lnTo>
                <a:lnTo>
                  <a:pt x="3622386" y="1532741"/>
                </a:lnTo>
                <a:lnTo>
                  <a:pt x="3624896" y="1527119"/>
                </a:lnTo>
                <a:lnTo>
                  <a:pt x="3629912" y="1525255"/>
                </a:lnTo>
                <a:lnTo>
                  <a:pt x="3634935" y="1523301"/>
                </a:lnTo>
                <a:lnTo>
                  <a:pt x="3640518" y="1525857"/>
                </a:lnTo>
                <a:lnTo>
                  <a:pt x="3644379" y="1535855"/>
                </a:lnTo>
                <a:lnTo>
                  <a:pt x="3641870" y="1541477"/>
                </a:lnTo>
                <a:lnTo>
                  <a:pt x="3633023" y="1544811"/>
                </a:lnTo>
                <a:lnTo>
                  <a:pt x="3628856" y="1543772"/>
                </a:lnTo>
                <a:close/>
              </a:path>
              <a:path w="5142230" h="2300604">
                <a:moveTo>
                  <a:pt x="3434917" y="1011356"/>
                </a:moveTo>
                <a:lnTo>
                  <a:pt x="3431405" y="1007596"/>
                </a:lnTo>
                <a:lnTo>
                  <a:pt x="3430956" y="1006920"/>
                </a:lnTo>
                <a:lnTo>
                  <a:pt x="3427983" y="1001489"/>
                </a:lnTo>
                <a:lnTo>
                  <a:pt x="3429644" y="995545"/>
                </a:lnTo>
                <a:lnTo>
                  <a:pt x="3439077" y="990394"/>
                </a:lnTo>
                <a:lnTo>
                  <a:pt x="3445014" y="992153"/>
                </a:lnTo>
                <a:lnTo>
                  <a:pt x="3450117" y="1001530"/>
                </a:lnTo>
                <a:lnTo>
                  <a:pt x="3448456" y="1007474"/>
                </a:lnTo>
                <a:lnTo>
                  <a:pt x="3439750" y="1012229"/>
                </a:lnTo>
                <a:lnTo>
                  <a:pt x="3434917" y="1011356"/>
                </a:lnTo>
                <a:close/>
              </a:path>
              <a:path w="5142230" h="2300604">
                <a:moveTo>
                  <a:pt x="3004544" y="655238"/>
                </a:moveTo>
                <a:lnTo>
                  <a:pt x="3001128" y="651581"/>
                </a:lnTo>
                <a:lnTo>
                  <a:pt x="3000269" y="647535"/>
                </a:lnTo>
                <a:lnTo>
                  <a:pt x="3001763" y="643856"/>
                </a:lnTo>
                <a:lnTo>
                  <a:pt x="3003819" y="638922"/>
                </a:lnTo>
                <a:lnTo>
                  <a:pt x="3009515" y="636614"/>
                </a:lnTo>
                <a:lnTo>
                  <a:pt x="3014598" y="638733"/>
                </a:lnTo>
                <a:lnTo>
                  <a:pt x="3019432" y="640682"/>
                </a:lnTo>
                <a:lnTo>
                  <a:pt x="3021785" y="646428"/>
                </a:lnTo>
                <a:lnTo>
                  <a:pt x="3017630" y="656345"/>
                </a:lnTo>
                <a:lnTo>
                  <a:pt x="3011929" y="658648"/>
                </a:lnTo>
                <a:lnTo>
                  <a:pt x="3006999" y="656597"/>
                </a:lnTo>
                <a:lnTo>
                  <a:pt x="3005693" y="656082"/>
                </a:lnTo>
                <a:lnTo>
                  <a:pt x="3004544" y="655238"/>
                </a:lnTo>
                <a:close/>
              </a:path>
              <a:path w="5142230" h="2300604">
                <a:moveTo>
                  <a:pt x="3687426" y="1673425"/>
                </a:moveTo>
                <a:lnTo>
                  <a:pt x="3683964" y="1669720"/>
                </a:lnTo>
                <a:lnTo>
                  <a:pt x="3683469" y="1668995"/>
                </a:lnTo>
                <a:lnTo>
                  <a:pt x="3683019" y="1668219"/>
                </a:lnTo>
                <a:lnTo>
                  <a:pt x="3680543" y="1663419"/>
                </a:lnTo>
                <a:lnTo>
                  <a:pt x="3682394" y="1657581"/>
                </a:lnTo>
                <a:lnTo>
                  <a:pt x="3691865" y="1652568"/>
                </a:lnTo>
                <a:lnTo>
                  <a:pt x="3697747" y="1654369"/>
                </a:lnTo>
                <a:lnTo>
                  <a:pt x="3700232" y="1659179"/>
                </a:lnTo>
                <a:lnTo>
                  <a:pt x="3702761" y="1663939"/>
                </a:lnTo>
                <a:lnTo>
                  <a:pt x="3700906" y="1669772"/>
                </a:lnTo>
                <a:lnTo>
                  <a:pt x="3696146" y="1672301"/>
                </a:lnTo>
                <a:lnTo>
                  <a:pt x="3692210" y="1674344"/>
                </a:lnTo>
                <a:lnTo>
                  <a:pt x="3687426" y="1673425"/>
                </a:lnTo>
                <a:close/>
              </a:path>
              <a:path w="5142230" h="2300604">
                <a:moveTo>
                  <a:pt x="4102828" y="2148992"/>
                </a:moveTo>
                <a:lnTo>
                  <a:pt x="4098631" y="2144499"/>
                </a:lnTo>
                <a:lnTo>
                  <a:pt x="4098439" y="2139113"/>
                </a:lnTo>
                <a:lnTo>
                  <a:pt x="4101596" y="2135259"/>
                </a:lnTo>
                <a:lnTo>
                  <a:pt x="4105037" y="2131123"/>
                </a:lnTo>
                <a:lnTo>
                  <a:pt x="4111149" y="2130627"/>
                </a:lnTo>
                <a:lnTo>
                  <a:pt x="4119362" y="2137464"/>
                </a:lnTo>
                <a:lnTo>
                  <a:pt x="4119961" y="2143579"/>
                </a:lnTo>
                <a:lnTo>
                  <a:pt x="4113066" y="2151838"/>
                </a:lnTo>
                <a:lnTo>
                  <a:pt x="4107009" y="2152392"/>
                </a:lnTo>
                <a:lnTo>
                  <a:pt x="4102828" y="2148992"/>
                </a:lnTo>
                <a:close/>
              </a:path>
              <a:path w="5142230" h="2300604">
                <a:moveTo>
                  <a:pt x="3995249" y="2055726"/>
                </a:moveTo>
                <a:lnTo>
                  <a:pt x="3991286" y="2051484"/>
                </a:lnTo>
                <a:lnTo>
                  <a:pt x="3991195" y="2045717"/>
                </a:lnTo>
                <a:lnTo>
                  <a:pt x="3994632" y="2041967"/>
                </a:lnTo>
                <a:lnTo>
                  <a:pt x="3998209" y="2037977"/>
                </a:lnTo>
                <a:lnTo>
                  <a:pt x="4004360" y="2037719"/>
                </a:lnTo>
                <a:lnTo>
                  <a:pt x="4008345" y="2041301"/>
                </a:lnTo>
                <a:lnTo>
                  <a:pt x="4012282" y="2044928"/>
                </a:lnTo>
                <a:lnTo>
                  <a:pt x="4012594" y="2051029"/>
                </a:lnTo>
                <a:lnTo>
                  <a:pt x="4005376" y="2059040"/>
                </a:lnTo>
                <a:lnTo>
                  <a:pt x="3999235" y="2059308"/>
                </a:lnTo>
                <a:lnTo>
                  <a:pt x="3995249" y="2055726"/>
                </a:lnTo>
                <a:close/>
              </a:path>
              <a:path w="5142230" h="2300604">
                <a:moveTo>
                  <a:pt x="3722673" y="1735398"/>
                </a:moveTo>
                <a:lnTo>
                  <a:pt x="3718646" y="1731088"/>
                </a:lnTo>
                <a:lnTo>
                  <a:pt x="3715475" y="1725933"/>
                </a:lnTo>
                <a:lnTo>
                  <a:pt x="3716906" y="1719939"/>
                </a:lnTo>
                <a:lnTo>
                  <a:pt x="3721533" y="1717169"/>
                </a:lnTo>
                <a:lnTo>
                  <a:pt x="3726109" y="1714346"/>
                </a:lnTo>
                <a:lnTo>
                  <a:pt x="3732059" y="1715828"/>
                </a:lnTo>
                <a:lnTo>
                  <a:pt x="3734877" y="1720409"/>
                </a:lnTo>
                <a:lnTo>
                  <a:pt x="3737647" y="1725035"/>
                </a:lnTo>
                <a:lnTo>
                  <a:pt x="3736170" y="1730981"/>
                </a:lnTo>
                <a:lnTo>
                  <a:pt x="3727635" y="1736214"/>
                </a:lnTo>
                <a:lnTo>
                  <a:pt x="3722673" y="1735398"/>
                </a:lnTo>
                <a:close/>
              </a:path>
              <a:path w="5142230" h="2300604">
                <a:moveTo>
                  <a:pt x="3356374" y="894335"/>
                </a:moveTo>
                <a:lnTo>
                  <a:pt x="3352506" y="890196"/>
                </a:lnTo>
                <a:lnTo>
                  <a:pt x="3349060" y="886019"/>
                </a:lnTo>
                <a:lnTo>
                  <a:pt x="3349645" y="879902"/>
                </a:lnTo>
                <a:lnTo>
                  <a:pt x="3357020" y="873817"/>
                </a:lnTo>
                <a:lnTo>
                  <a:pt x="3357948" y="873050"/>
                </a:lnTo>
                <a:lnTo>
                  <a:pt x="3364070" y="873641"/>
                </a:lnTo>
                <a:lnTo>
                  <a:pt x="3370865" y="881894"/>
                </a:lnTo>
                <a:lnTo>
                  <a:pt x="3370284" y="888016"/>
                </a:lnTo>
                <a:lnTo>
                  <a:pt x="3367069" y="890731"/>
                </a:lnTo>
                <a:lnTo>
                  <a:pt x="3366202" y="891464"/>
                </a:lnTo>
                <a:lnTo>
                  <a:pt x="3362941" y="894136"/>
                </a:lnTo>
                <a:lnTo>
                  <a:pt x="3362219" y="894727"/>
                </a:lnTo>
                <a:lnTo>
                  <a:pt x="3356374" y="894335"/>
                </a:lnTo>
                <a:close/>
              </a:path>
              <a:path w="5142230" h="2300604">
                <a:moveTo>
                  <a:pt x="3466568" y="1074561"/>
                </a:moveTo>
                <a:lnTo>
                  <a:pt x="3463101" y="1070850"/>
                </a:lnTo>
                <a:lnTo>
                  <a:pt x="3462475" y="1069984"/>
                </a:lnTo>
                <a:lnTo>
                  <a:pt x="3459842" y="1064134"/>
                </a:lnTo>
                <a:lnTo>
                  <a:pt x="3461926" y="1058352"/>
                </a:lnTo>
                <a:lnTo>
                  <a:pt x="3466817" y="1056157"/>
                </a:lnTo>
                <a:lnTo>
                  <a:pt x="3471710" y="1053869"/>
                </a:lnTo>
                <a:lnTo>
                  <a:pt x="3477489" y="1056050"/>
                </a:lnTo>
                <a:lnTo>
                  <a:pt x="3479731" y="1060894"/>
                </a:lnTo>
                <a:lnTo>
                  <a:pt x="3481922" y="1065778"/>
                </a:lnTo>
                <a:lnTo>
                  <a:pt x="3479838" y="1071561"/>
                </a:lnTo>
                <a:lnTo>
                  <a:pt x="3474951" y="1073760"/>
                </a:lnTo>
                <a:lnTo>
                  <a:pt x="3471012" y="1075605"/>
                </a:lnTo>
                <a:lnTo>
                  <a:pt x="3466568" y="1074561"/>
                </a:lnTo>
                <a:close/>
              </a:path>
              <a:path w="5142230" h="2300604">
                <a:moveTo>
                  <a:pt x="2938570" y="629383"/>
                </a:moveTo>
                <a:lnTo>
                  <a:pt x="2935154" y="625726"/>
                </a:lnTo>
                <a:lnTo>
                  <a:pt x="2934204" y="621875"/>
                </a:lnTo>
                <a:lnTo>
                  <a:pt x="2935552" y="618332"/>
                </a:lnTo>
                <a:lnTo>
                  <a:pt x="2937423" y="613298"/>
                </a:lnTo>
                <a:lnTo>
                  <a:pt x="2943035" y="610703"/>
                </a:lnTo>
                <a:lnTo>
                  <a:pt x="2953105" y="614445"/>
                </a:lnTo>
                <a:lnTo>
                  <a:pt x="2955649" y="620003"/>
                </a:lnTo>
                <a:lnTo>
                  <a:pt x="2951912" y="630078"/>
                </a:lnTo>
                <a:lnTo>
                  <a:pt x="2946300" y="632672"/>
                </a:lnTo>
                <a:lnTo>
                  <a:pt x="2941260" y="630797"/>
                </a:lnTo>
                <a:lnTo>
                  <a:pt x="2939816" y="630228"/>
                </a:lnTo>
                <a:lnTo>
                  <a:pt x="2938570" y="629383"/>
                </a:lnTo>
                <a:close/>
              </a:path>
              <a:path w="5142230" h="2300604">
                <a:moveTo>
                  <a:pt x="4212977" y="2238752"/>
                </a:moveTo>
                <a:lnTo>
                  <a:pt x="4208778" y="2234257"/>
                </a:lnTo>
                <a:lnTo>
                  <a:pt x="4208498" y="2228875"/>
                </a:lnTo>
                <a:lnTo>
                  <a:pt x="4214953" y="2220927"/>
                </a:lnTo>
                <a:lnTo>
                  <a:pt x="4221066" y="2220238"/>
                </a:lnTo>
                <a:lnTo>
                  <a:pt x="4229432" y="2227043"/>
                </a:lnTo>
                <a:lnTo>
                  <a:pt x="4230022" y="2233148"/>
                </a:lnTo>
                <a:lnTo>
                  <a:pt x="4226675" y="2237288"/>
                </a:lnTo>
                <a:lnTo>
                  <a:pt x="4223321" y="2241517"/>
                </a:lnTo>
                <a:lnTo>
                  <a:pt x="4217206" y="2242107"/>
                </a:lnTo>
                <a:lnTo>
                  <a:pt x="4212977" y="2238752"/>
                </a:lnTo>
                <a:close/>
              </a:path>
              <a:path w="5142230" h="2300604">
                <a:moveTo>
                  <a:pt x="3398509" y="950876"/>
                </a:moveTo>
                <a:lnTo>
                  <a:pt x="3394219" y="946284"/>
                </a:lnTo>
                <a:lnTo>
                  <a:pt x="3391256" y="941747"/>
                </a:lnTo>
                <a:lnTo>
                  <a:pt x="3392406" y="935742"/>
                </a:lnTo>
                <a:lnTo>
                  <a:pt x="3401342" y="929768"/>
                </a:lnTo>
                <a:lnTo>
                  <a:pt x="3407392" y="930965"/>
                </a:lnTo>
                <a:lnTo>
                  <a:pt x="3413368" y="939901"/>
                </a:lnTo>
                <a:lnTo>
                  <a:pt x="3412170" y="945950"/>
                </a:lnTo>
                <a:lnTo>
                  <a:pt x="3403667" y="951611"/>
                </a:lnTo>
                <a:lnTo>
                  <a:pt x="3398509" y="950876"/>
                </a:lnTo>
                <a:close/>
              </a:path>
              <a:path w="5142230" h="2300604">
                <a:moveTo>
                  <a:pt x="3583403" y="1409099"/>
                </a:moveTo>
                <a:lnTo>
                  <a:pt x="3579987" y="1405442"/>
                </a:lnTo>
                <a:lnTo>
                  <a:pt x="3579274" y="1404190"/>
                </a:lnTo>
                <a:lnTo>
                  <a:pt x="3577227" y="1397601"/>
                </a:lnTo>
                <a:lnTo>
                  <a:pt x="3580062" y="1392131"/>
                </a:lnTo>
                <a:lnTo>
                  <a:pt x="3590321" y="1388940"/>
                </a:lnTo>
                <a:lnTo>
                  <a:pt x="3595746" y="1391815"/>
                </a:lnTo>
                <a:lnTo>
                  <a:pt x="3597319" y="1396920"/>
                </a:lnTo>
                <a:lnTo>
                  <a:pt x="3598982" y="1402023"/>
                </a:lnTo>
                <a:lnTo>
                  <a:pt x="3596111" y="1407454"/>
                </a:lnTo>
                <a:lnTo>
                  <a:pt x="3590998" y="1409116"/>
                </a:lnTo>
                <a:lnTo>
                  <a:pt x="3587279" y="1410217"/>
                </a:lnTo>
                <a:lnTo>
                  <a:pt x="3583403" y="1409099"/>
                </a:lnTo>
                <a:close/>
              </a:path>
              <a:path w="5142230" h="2300604">
                <a:moveTo>
                  <a:pt x="2327615" y="380333"/>
                </a:moveTo>
                <a:lnTo>
                  <a:pt x="2324335" y="376823"/>
                </a:lnTo>
                <a:lnTo>
                  <a:pt x="2323397" y="373864"/>
                </a:lnTo>
                <a:lnTo>
                  <a:pt x="2323972" y="370862"/>
                </a:lnTo>
                <a:lnTo>
                  <a:pt x="2324899" y="365795"/>
                </a:lnTo>
                <a:lnTo>
                  <a:pt x="2329729" y="362461"/>
                </a:lnTo>
                <a:lnTo>
                  <a:pt x="2334801" y="363394"/>
                </a:lnTo>
                <a:lnTo>
                  <a:pt x="2339819" y="364367"/>
                </a:lnTo>
                <a:lnTo>
                  <a:pt x="2343148" y="369201"/>
                </a:lnTo>
                <a:lnTo>
                  <a:pt x="2341292" y="379335"/>
                </a:lnTo>
                <a:lnTo>
                  <a:pt x="2336413" y="382616"/>
                </a:lnTo>
                <a:lnTo>
                  <a:pt x="2331391" y="381737"/>
                </a:lnTo>
                <a:lnTo>
                  <a:pt x="2329375" y="381337"/>
                </a:lnTo>
                <a:lnTo>
                  <a:pt x="2327615" y="380333"/>
                </a:lnTo>
                <a:close/>
              </a:path>
              <a:path w="5142230" h="2300604">
                <a:moveTo>
                  <a:pt x="3545176" y="1120880"/>
                </a:moveTo>
                <a:lnTo>
                  <a:pt x="3541187" y="1116610"/>
                </a:lnTo>
                <a:lnTo>
                  <a:pt x="3538491" y="1111185"/>
                </a:lnTo>
                <a:lnTo>
                  <a:pt x="3540287" y="1105581"/>
                </a:lnTo>
                <a:lnTo>
                  <a:pt x="3544606" y="1103360"/>
                </a:lnTo>
                <a:lnTo>
                  <a:pt x="3549462" y="1100936"/>
                </a:lnTo>
                <a:lnTo>
                  <a:pt x="3555024" y="1102780"/>
                </a:lnTo>
                <a:lnTo>
                  <a:pt x="3559711" y="1111907"/>
                </a:lnTo>
                <a:lnTo>
                  <a:pt x="3557872" y="1117560"/>
                </a:lnTo>
                <a:lnTo>
                  <a:pt x="3553510" y="1119735"/>
                </a:lnTo>
                <a:lnTo>
                  <a:pt x="3549507" y="1121804"/>
                </a:lnTo>
                <a:lnTo>
                  <a:pt x="3545176" y="1120880"/>
                </a:lnTo>
                <a:close/>
              </a:path>
              <a:path w="5142230" h="2300604">
                <a:moveTo>
                  <a:pt x="4606170" y="2225368"/>
                </a:moveTo>
                <a:lnTo>
                  <a:pt x="4601863" y="2220757"/>
                </a:lnTo>
                <a:lnTo>
                  <a:pt x="4601437" y="2216001"/>
                </a:lnTo>
                <a:lnTo>
                  <a:pt x="4607090" y="2208173"/>
                </a:lnTo>
                <a:lnTo>
                  <a:pt x="4612877" y="2207232"/>
                </a:lnTo>
                <a:lnTo>
                  <a:pt x="4621266" y="2213283"/>
                </a:lnTo>
                <a:lnTo>
                  <a:pt x="4622149" y="2219115"/>
                </a:lnTo>
                <a:lnTo>
                  <a:pt x="4619180" y="2223268"/>
                </a:lnTo>
                <a:lnTo>
                  <a:pt x="4616109" y="2227406"/>
                </a:lnTo>
                <a:lnTo>
                  <a:pt x="4610317" y="2228342"/>
                </a:lnTo>
                <a:lnTo>
                  <a:pt x="4606170" y="2225368"/>
                </a:lnTo>
                <a:close/>
              </a:path>
              <a:path w="5142230" h="2300604">
                <a:moveTo>
                  <a:pt x="3007689" y="575133"/>
                </a:moveTo>
                <a:lnTo>
                  <a:pt x="3004368" y="571579"/>
                </a:lnTo>
                <a:lnTo>
                  <a:pt x="3003654" y="567488"/>
                </a:lnTo>
                <a:lnTo>
                  <a:pt x="3005290" y="563960"/>
                </a:lnTo>
                <a:lnTo>
                  <a:pt x="3007520" y="559312"/>
                </a:lnTo>
                <a:lnTo>
                  <a:pt x="3013068" y="557333"/>
                </a:lnTo>
                <a:lnTo>
                  <a:pt x="3017669" y="559519"/>
                </a:lnTo>
                <a:lnTo>
                  <a:pt x="3022317" y="561660"/>
                </a:lnTo>
                <a:lnTo>
                  <a:pt x="3024341" y="567248"/>
                </a:lnTo>
                <a:lnTo>
                  <a:pt x="3022105" y="571894"/>
                </a:lnTo>
                <a:lnTo>
                  <a:pt x="3019968" y="576546"/>
                </a:lnTo>
                <a:lnTo>
                  <a:pt x="3014424" y="578529"/>
                </a:lnTo>
                <a:lnTo>
                  <a:pt x="3009726" y="576335"/>
                </a:lnTo>
                <a:lnTo>
                  <a:pt x="3008659" y="575780"/>
                </a:lnTo>
                <a:lnTo>
                  <a:pt x="3007689" y="575133"/>
                </a:lnTo>
                <a:close/>
              </a:path>
              <a:path w="5142230" h="2300604">
                <a:moveTo>
                  <a:pt x="4033879" y="1804328"/>
                </a:moveTo>
                <a:lnTo>
                  <a:pt x="4029909" y="1800078"/>
                </a:lnTo>
                <a:lnTo>
                  <a:pt x="4029716" y="1794886"/>
                </a:lnTo>
                <a:lnTo>
                  <a:pt x="4032714" y="1791254"/>
                </a:lnTo>
                <a:lnTo>
                  <a:pt x="4036059" y="1787308"/>
                </a:lnTo>
                <a:lnTo>
                  <a:pt x="4041883" y="1786798"/>
                </a:lnTo>
                <a:lnTo>
                  <a:pt x="4045832" y="1790048"/>
                </a:lnTo>
                <a:lnTo>
                  <a:pt x="4049783" y="1793397"/>
                </a:lnTo>
                <a:lnTo>
                  <a:pt x="4050293" y="1799222"/>
                </a:lnTo>
                <a:lnTo>
                  <a:pt x="4046994" y="1803216"/>
                </a:lnTo>
                <a:lnTo>
                  <a:pt x="4043698" y="1807117"/>
                </a:lnTo>
                <a:lnTo>
                  <a:pt x="4037869" y="1807622"/>
                </a:lnTo>
                <a:lnTo>
                  <a:pt x="4033879" y="1804328"/>
                </a:lnTo>
                <a:close/>
              </a:path>
              <a:path w="5142230" h="2300604">
                <a:moveTo>
                  <a:pt x="2257753" y="367616"/>
                </a:moveTo>
                <a:lnTo>
                  <a:pt x="2254468" y="364101"/>
                </a:lnTo>
                <a:lnTo>
                  <a:pt x="2253486" y="361192"/>
                </a:lnTo>
                <a:lnTo>
                  <a:pt x="2254061" y="358190"/>
                </a:lnTo>
                <a:lnTo>
                  <a:pt x="2254988" y="353123"/>
                </a:lnTo>
                <a:lnTo>
                  <a:pt x="2259818" y="349790"/>
                </a:lnTo>
                <a:lnTo>
                  <a:pt x="2269907" y="351596"/>
                </a:lnTo>
                <a:lnTo>
                  <a:pt x="2273240" y="356436"/>
                </a:lnTo>
                <a:lnTo>
                  <a:pt x="2272361" y="361457"/>
                </a:lnTo>
                <a:lnTo>
                  <a:pt x="2271429" y="366519"/>
                </a:lnTo>
                <a:lnTo>
                  <a:pt x="2266599" y="369853"/>
                </a:lnTo>
                <a:lnTo>
                  <a:pt x="2259512" y="368621"/>
                </a:lnTo>
                <a:lnTo>
                  <a:pt x="2257753" y="367616"/>
                </a:lnTo>
                <a:close/>
              </a:path>
              <a:path w="5142230" h="2300604">
                <a:moveTo>
                  <a:pt x="4201973" y="1935104"/>
                </a:moveTo>
                <a:lnTo>
                  <a:pt x="4198193" y="1931057"/>
                </a:lnTo>
                <a:lnTo>
                  <a:pt x="4197752" y="1926090"/>
                </a:lnTo>
                <a:lnTo>
                  <a:pt x="4203541" y="1918308"/>
                </a:lnTo>
                <a:lnTo>
                  <a:pt x="4209283" y="1917419"/>
                </a:lnTo>
                <a:lnTo>
                  <a:pt x="4213478" y="1920440"/>
                </a:lnTo>
                <a:lnTo>
                  <a:pt x="4217621" y="1923509"/>
                </a:lnTo>
                <a:lnTo>
                  <a:pt x="4218458" y="1929292"/>
                </a:lnTo>
                <a:lnTo>
                  <a:pt x="4215489" y="1933445"/>
                </a:lnTo>
                <a:lnTo>
                  <a:pt x="4212417" y="1937584"/>
                </a:lnTo>
                <a:lnTo>
                  <a:pt x="4206580" y="1938471"/>
                </a:lnTo>
                <a:lnTo>
                  <a:pt x="4202481" y="1935452"/>
                </a:lnTo>
                <a:lnTo>
                  <a:pt x="4201973" y="1935104"/>
                </a:lnTo>
                <a:close/>
              </a:path>
              <a:path w="5142230" h="2300604">
                <a:moveTo>
                  <a:pt x="3788806" y="1553712"/>
                </a:moveTo>
                <a:lnTo>
                  <a:pt x="3784882" y="1549513"/>
                </a:lnTo>
                <a:lnTo>
                  <a:pt x="3781757" y="1545483"/>
                </a:lnTo>
                <a:lnTo>
                  <a:pt x="3782527" y="1539660"/>
                </a:lnTo>
                <a:lnTo>
                  <a:pt x="3786600" y="1536494"/>
                </a:lnTo>
                <a:lnTo>
                  <a:pt x="3790715" y="1533372"/>
                </a:lnTo>
                <a:lnTo>
                  <a:pt x="3796547" y="1534142"/>
                </a:lnTo>
                <a:lnTo>
                  <a:pt x="3799660" y="1538256"/>
                </a:lnTo>
                <a:lnTo>
                  <a:pt x="3802780" y="1542280"/>
                </a:lnTo>
                <a:lnTo>
                  <a:pt x="3801971" y="1548159"/>
                </a:lnTo>
                <a:lnTo>
                  <a:pt x="3794117" y="1554218"/>
                </a:lnTo>
                <a:lnTo>
                  <a:pt x="3788806" y="1553712"/>
                </a:lnTo>
                <a:close/>
              </a:path>
              <a:path w="5142230" h="2300604">
                <a:moveTo>
                  <a:pt x="2187779" y="355269"/>
                </a:moveTo>
                <a:lnTo>
                  <a:pt x="2184504" y="351763"/>
                </a:lnTo>
                <a:lnTo>
                  <a:pt x="2183517" y="348849"/>
                </a:lnTo>
                <a:lnTo>
                  <a:pt x="2184091" y="345848"/>
                </a:lnTo>
                <a:lnTo>
                  <a:pt x="2184970" y="340826"/>
                </a:lnTo>
                <a:lnTo>
                  <a:pt x="2189803" y="337398"/>
                </a:lnTo>
                <a:lnTo>
                  <a:pt x="2194875" y="338331"/>
                </a:lnTo>
                <a:lnTo>
                  <a:pt x="2199892" y="339205"/>
                </a:lnTo>
                <a:lnTo>
                  <a:pt x="2203274" y="343998"/>
                </a:lnTo>
                <a:lnTo>
                  <a:pt x="2202440" y="349069"/>
                </a:lnTo>
                <a:lnTo>
                  <a:pt x="2201513" y="354136"/>
                </a:lnTo>
                <a:lnTo>
                  <a:pt x="2196724" y="357513"/>
                </a:lnTo>
                <a:lnTo>
                  <a:pt x="2191604" y="356626"/>
                </a:lnTo>
                <a:lnTo>
                  <a:pt x="2189587" y="356227"/>
                </a:lnTo>
                <a:lnTo>
                  <a:pt x="2187779" y="355269"/>
                </a:lnTo>
                <a:close/>
              </a:path>
              <a:path w="5142230" h="2300604">
                <a:moveTo>
                  <a:pt x="4663216" y="2266594"/>
                </a:moveTo>
                <a:lnTo>
                  <a:pt x="4659375" y="2262482"/>
                </a:lnTo>
                <a:lnTo>
                  <a:pt x="4658943" y="2257619"/>
                </a:lnTo>
                <a:lnTo>
                  <a:pt x="4661618" y="2253934"/>
                </a:lnTo>
                <a:lnTo>
                  <a:pt x="4664591" y="2249786"/>
                </a:lnTo>
                <a:lnTo>
                  <a:pt x="4670428" y="2248899"/>
                </a:lnTo>
                <a:lnTo>
                  <a:pt x="4678764" y="2254891"/>
                </a:lnTo>
                <a:lnTo>
                  <a:pt x="4679705" y="2260687"/>
                </a:lnTo>
                <a:lnTo>
                  <a:pt x="4676677" y="2264876"/>
                </a:lnTo>
                <a:lnTo>
                  <a:pt x="4673708" y="2269028"/>
                </a:lnTo>
                <a:lnTo>
                  <a:pt x="4667871" y="2269916"/>
                </a:lnTo>
                <a:lnTo>
                  <a:pt x="4663216" y="2266594"/>
                </a:lnTo>
                <a:close/>
              </a:path>
              <a:path w="5142230" h="2300604">
                <a:moveTo>
                  <a:pt x="3980044" y="1757646"/>
                </a:moveTo>
                <a:lnTo>
                  <a:pt x="3976167" y="1753496"/>
                </a:lnTo>
                <a:lnTo>
                  <a:pt x="3976072" y="1748116"/>
                </a:lnTo>
                <a:lnTo>
                  <a:pt x="3979260" y="1744491"/>
                </a:lnTo>
                <a:lnTo>
                  <a:pt x="3982745" y="1740696"/>
                </a:lnTo>
                <a:lnTo>
                  <a:pt x="3988558" y="1740369"/>
                </a:lnTo>
                <a:lnTo>
                  <a:pt x="3996215" y="1747197"/>
                </a:lnTo>
                <a:lnTo>
                  <a:pt x="3996528" y="1753104"/>
                </a:lnTo>
                <a:lnTo>
                  <a:pt x="3989710" y="1760761"/>
                </a:lnTo>
                <a:lnTo>
                  <a:pt x="3983798" y="1761079"/>
                </a:lnTo>
                <a:lnTo>
                  <a:pt x="3980044" y="1757646"/>
                </a:lnTo>
                <a:close/>
              </a:path>
              <a:path w="5142230" h="2300604">
                <a:moveTo>
                  <a:pt x="2536438" y="422749"/>
                </a:moveTo>
                <a:lnTo>
                  <a:pt x="2533163" y="419244"/>
                </a:lnTo>
                <a:lnTo>
                  <a:pt x="2532183" y="416142"/>
                </a:lnTo>
                <a:lnTo>
                  <a:pt x="2534017" y="408037"/>
                </a:lnTo>
                <a:lnTo>
                  <a:pt x="2538987" y="404854"/>
                </a:lnTo>
                <a:lnTo>
                  <a:pt x="2549011" y="407178"/>
                </a:lnTo>
                <a:lnTo>
                  <a:pt x="2552144" y="412095"/>
                </a:lnTo>
                <a:lnTo>
                  <a:pt x="2549919" y="422127"/>
                </a:lnTo>
                <a:lnTo>
                  <a:pt x="2544902" y="425261"/>
                </a:lnTo>
                <a:lnTo>
                  <a:pt x="2539936" y="424148"/>
                </a:lnTo>
                <a:lnTo>
                  <a:pt x="2538062" y="423706"/>
                </a:lnTo>
                <a:lnTo>
                  <a:pt x="2536438" y="422749"/>
                </a:lnTo>
                <a:close/>
              </a:path>
              <a:path w="5142230" h="2300604">
                <a:moveTo>
                  <a:pt x="3708878" y="1435993"/>
                </a:moveTo>
                <a:lnTo>
                  <a:pt x="3704996" y="1431838"/>
                </a:lnTo>
                <a:lnTo>
                  <a:pt x="3702002" y="1426874"/>
                </a:lnTo>
                <a:lnTo>
                  <a:pt x="3703420" y="1421158"/>
                </a:lnTo>
                <a:lnTo>
                  <a:pt x="3712194" y="1415892"/>
                </a:lnTo>
                <a:lnTo>
                  <a:pt x="3717905" y="1417313"/>
                </a:lnTo>
                <a:lnTo>
                  <a:pt x="3723179" y="1426084"/>
                </a:lnTo>
                <a:lnTo>
                  <a:pt x="3721753" y="1431790"/>
                </a:lnTo>
                <a:lnTo>
                  <a:pt x="3717367" y="1434426"/>
                </a:lnTo>
                <a:lnTo>
                  <a:pt x="3713557" y="1436798"/>
                </a:lnTo>
                <a:lnTo>
                  <a:pt x="3708878" y="1435993"/>
                </a:lnTo>
                <a:close/>
              </a:path>
              <a:path w="5142230" h="2300604">
                <a:moveTo>
                  <a:pt x="2742400" y="475983"/>
                </a:moveTo>
                <a:lnTo>
                  <a:pt x="2739121" y="472472"/>
                </a:lnTo>
                <a:lnTo>
                  <a:pt x="2738196" y="469136"/>
                </a:lnTo>
                <a:lnTo>
                  <a:pt x="2739152" y="465859"/>
                </a:lnTo>
                <a:lnTo>
                  <a:pt x="2740647" y="460911"/>
                </a:lnTo>
                <a:lnTo>
                  <a:pt x="2745789" y="458107"/>
                </a:lnTo>
                <a:lnTo>
                  <a:pt x="2755655" y="461044"/>
                </a:lnTo>
                <a:lnTo>
                  <a:pt x="2758454" y="466191"/>
                </a:lnTo>
                <a:lnTo>
                  <a:pt x="2756964" y="471144"/>
                </a:lnTo>
                <a:lnTo>
                  <a:pt x="2755518" y="476047"/>
                </a:lnTo>
                <a:lnTo>
                  <a:pt x="2750327" y="478897"/>
                </a:lnTo>
                <a:lnTo>
                  <a:pt x="2745422" y="477361"/>
                </a:lnTo>
                <a:lnTo>
                  <a:pt x="2743786" y="476880"/>
                </a:lnTo>
                <a:lnTo>
                  <a:pt x="2742400" y="475983"/>
                </a:lnTo>
                <a:close/>
              </a:path>
              <a:path w="5142230" h="2300604">
                <a:moveTo>
                  <a:pt x="4375315" y="2059079"/>
                </a:moveTo>
                <a:lnTo>
                  <a:pt x="4371425" y="2054915"/>
                </a:lnTo>
                <a:lnTo>
                  <a:pt x="4371035" y="2050102"/>
                </a:lnTo>
                <a:lnTo>
                  <a:pt x="4373661" y="2046461"/>
                </a:lnTo>
                <a:lnTo>
                  <a:pt x="4376594" y="2042270"/>
                </a:lnTo>
                <a:lnTo>
                  <a:pt x="4382429" y="2041284"/>
                </a:lnTo>
                <a:lnTo>
                  <a:pt x="4386578" y="2044256"/>
                </a:lnTo>
                <a:lnTo>
                  <a:pt x="4390773" y="2047186"/>
                </a:lnTo>
                <a:lnTo>
                  <a:pt x="4391760" y="2053030"/>
                </a:lnTo>
                <a:lnTo>
                  <a:pt x="4388787" y="2057178"/>
                </a:lnTo>
                <a:lnTo>
                  <a:pt x="4385804" y="2061416"/>
                </a:lnTo>
                <a:lnTo>
                  <a:pt x="4380017" y="2062356"/>
                </a:lnTo>
                <a:lnTo>
                  <a:pt x="4375315" y="2059079"/>
                </a:lnTo>
                <a:close/>
              </a:path>
              <a:path w="5142230" h="2300604">
                <a:moveTo>
                  <a:pt x="2117806" y="343020"/>
                </a:moveTo>
                <a:lnTo>
                  <a:pt x="2114531" y="339514"/>
                </a:lnTo>
                <a:lnTo>
                  <a:pt x="2113639" y="336604"/>
                </a:lnTo>
                <a:lnTo>
                  <a:pt x="2114118" y="333599"/>
                </a:lnTo>
                <a:lnTo>
                  <a:pt x="2114998" y="328578"/>
                </a:lnTo>
                <a:lnTo>
                  <a:pt x="2119830" y="325149"/>
                </a:lnTo>
                <a:lnTo>
                  <a:pt x="2124902" y="326082"/>
                </a:lnTo>
                <a:lnTo>
                  <a:pt x="2129919" y="326956"/>
                </a:lnTo>
                <a:lnTo>
                  <a:pt x="2133347" y="331799"/>
                </a:lnTo>
                <a:lnTo>
                  <a:pt x="2132468" y="336820"/>
                </a:lnTo>
                <a:lnTo>
                  <a:pt x="2131540" y="341887"/>
                </a:lnTo>
                <a:lnTo>
                  <a:pt x="2126751" y="345265"/>
                </a:lnTo>
                <a:lnTo>
                  <a:pt x="2121730" y="344386"/>
                </a:lnTo>
                <a:lnTo>
                  <a:pt x="2119614" y="343979"/>
                </a:lnTo>
                <a:lnTo>
                  <a:pt x="2117806" y="343020"/>
                </a:lnTo>
                <a:close/>
              </a:path>
              <a:path w="5142230" h="2300604">
                <a:moveTo>
                  <a:pt x="2674177" y="456713"/>
                </a:moveTo>
                <a:lnTo>
                  <a:pt x="2670898" y="453202"/>
                </a:lnTo>
                <a:lnTo>
                  <a:pt x="2669973" y="449866"/>
                </a:lnTo>
                <a:lnTo>
                  <a:pt x="2670836" y="446685"/>
                </a:lnTo>
                <a:lnTo>
                  <a:pt x="2672233" y="441728"/>
                </a:lnTo>
                <a:lnTo>
                  <a:pt x="2677332" y="438781"/>
                </a:lnTo>
                <a:lnTo>
                  <a:pt x="2682248" y="440133"/>
                </a:lnTo>
                <a:lnTo>
                  <a:pt x="2687208" y="441435"/>
                </a:lnTo>
                <a:lnTo>
                  <a:pt x="2690150" y="446540"/>
                </a:lnTo>
                <a:lnTo>
                  <a:pt x="2687452" y="456456"/>
                </a:lnTo>
                <a:lnTo>
                  <a:pt x="2682581" y="459257"/>
                </a:lnTo>
                <a:lnTo>
                  <a:pt x="2682343" y="459393"/>
                </a:lnTo>
                <a:lnTo>
                  <a:pt x="2677383" y="458092"/>
                </a:lnTo>
                <a:lnTo>
                  <a:pt x="2675657" y="457613"/>
                </a:lnTo>
                <a:lnTo>
                  <a:pt x="2674177" y="456713"/>
                </a:lnTo>
                <a:close/>
              </a:path>
              <a:path w="5142230" h="2300604">
                <a:moveTo>
                  <a:pt x="4088773" y="1849016"/>
                </a:moveTo>
                <a:lnTo>
                  <a:pt x="4084980" y="1844955"/>
                </a:lnTo>
                <a:lnTo>
                  <a:pt x="4084740" y="1839909"/>
                </a:lnTo>
                <a:lnTo>
                  <a:pt x="4087649" y="1836278"/>
                </a:lnTo>
                <a:lnTo>
                  <a:pt x="4090808" y="1832231"/>
                </a:lnTo>
                <a:lnTo>
                  <a:pt x="4096634" y="1831528"/>
                </a:lnTo>
                <a:lnTo>
                  <a:pt x="4100683" y="1834786"/>
                </a:lnTo>
                <a:lnTo>
                  <a:pt x="4104729" y="1837945"/>
                </a:lnTo>
                <a:lnTo>
                  <a:pt x="4105379" y="1843821"/>
                </a:lnTo>
                <a:lnTo>
                  <a:pt x="4098965" y="1851813"/>
                </a:lnTo>
                <a:lnTo>
                  <a:pt x="4093139" y="1852516"/>
                </a:lnTo>
                <a:lnTo>
                  <a:pt x="4088773" y="1849016"/>
                </a:lnTo>
                <a:close/>
              </a:path>
              <a:path w="5142230" h="2300604">
                <a:moveTo>
                  <a:pt x="3673336" y="1374294"/>
                </a:moveTo>
                <a:lnTo>
                  <a:pt x="3670016" y="1370739"/>
                </a:lnTo>
                <a:lnTo>
                  <a:pt x="3669566" y="1370063"/>
                </a:lnTo>
                <a:lnTo>
                  <a:pt x="3666723" y="1364867"/>
                </a:lnTo>
                <a:lnTo>
                  <a:pt x="3668373" y="1359207"/>
                </a:lnTo>
                <a:lnTo>
                  <a:pt x="3672853" y="1356766"/>
                </a:lnTo>
                <a:lnTo>
                  <a:pt x="3677370" y="1354272"/>
                </a:lnTo>
                <a:lnTo>
                  <a:pt x="3683030" y="1355934"/>
                </a:lnTo>
                <a:lnTo>
                  <a:pt x="3687960" y="1364925"/>
                </a:lnTo>
                <a:lnTo>
                  <a:pt x="3686304" y="1370580"/>
                </a:lnTo>
                <a:lnTo>
                  <a:pt x="3677984" y="1375165"/>
                </a:lnTo>
                <a:lnTo>
                  <a:pt x="3673336" y="1374294"/>
                </a:lnTo>
                <a:close/>
              </a:path>
              <a:path w="5142230" h="2300604">
                <a:moveTo>
                  <a:pt x="2397364" y="393613"/>
                </a:moveTo>
                <a:lnTo>
                  <a:pt x="2394084" y="390102"/>
                </a:lnTo>
                <a:lnTo>
                  <a:pt x="2393141" y="387138"/>
                </a:lnTo>
                <a:lnTo>
                  <a:pt x="2394692" y="379024"/>
                </a:lnTo>
                <a:lnTo>
                  <a:pt x="2399577" y="375749"/>
                </a:lnTo>
                <a:lnTo>
                  <a:pt x="2409659" y="377744"/>
                </a:lnTo>
                <a:lnTo>
                  <a:pt x="2412939" y="382624"/>
                </a:lnTo>
                <a:lnTo>
                  <a:pt x="2410992" y="392661"/>
                </a:lnTo>
                <a:lnTo>
                  <a:pt x="2406108" y="395936"/>
                </a:lnTo>
                <a:lnTo>
                  <a:pt x="2401045" y="395013"/>
                </a:lnTo>
                <a:lnTo>
                  <a:pt x="2399078" y="394568"/>
                </a:lnTo>
                <a:lnTo>
                  <a:pt x="2397364" y="393613"/>
                </a:lnTo>
                <a:close/>
              </a:path>
              <a:path w="5142230" h="2300604">
                <a:moveTo>
                  <a:pt x="4259524" y="1976771"/>
                </a:moveTo>
                <a:lnTo>
                  <a:pt x="4255688" y="1972664"/>
                </a:lnTo>
                <a:lnTo>
                  <a:pt x="4255297" y="1967845"/>
                </a:lnTo>
                <a:lnTo>
                  <a:pt x="4257922" y="1964207"/>
                </a:lnTo>
                <a:lnTo>
                  <a:pt x="4260895" y="1959959"/>
                </a:lnTo>
                <a:lnTo>
                  <a:pt x="4266691" y="1959028"/>
                </a:lnTo>
                <a:lnTo>
                  <a:pt x="4275026" y="1965020"/>
                </a:lnTo>
                <a:lnTo>
                  <a:pt x="4276014" y="1970864"/>
                </a:lnTo>
                <a:lnTo>
                  <a:pt x="4270016" y="1979206"/>
                </a:lnTo>
                <a:lnTo>
                  <a:pt x="4264220" y="1980137"/>
                </a:lnTo>
                <a:lnTo>
                  <a:pt x="4260032" y="1977119"/>
                </a:lnTo>
                <a:lnTo>
                  <a:pt x="4259524" y="1976771"/>
                </a:lnTo>
                <a:close/>
              </a:path>
              <a:path w="5142230" h="2300604">
                <a:moveTo>
                  <a:pt x="4317412" y="2018015"/>
                </a:moveTo>
                <a:lnTo>
                  <a:pt x="4313526" y="2013855"/>
                </a:lnTo>
                <a:lnTo>
                  <a:pt x="4313089" y="2009087"/>
                </a:lnTo>
                <a:lnTo>
                  <a:pt x="4315674" y="2005402"/>
                </a:lnTo>
                <a:lnTo>
                  <a:pt x="4318691" y="2001205"/>
                </a:lnTo>
                <a:lnTo>
                  <a:pt x="4324483" y="2000269"/>
                </a:lnTo>
                <a:lnTo>
                  <a:pt x="4328680" y="2003197"/>
                </a:lnTo>
                <a:lnTo>
                  <a:pt x="4332827" y="2006171"/>
                </a:lnTo>
                <a:lnTo>
                  <a:pt x="4333862" y="2011970"/>
                </a:lnTo>
                <a:lnTo>
                  <a:pt x="4330841" y="2016162"/>
                </a:lnTo>
                <a:lnTo>
                  <a:pt x="4327908" y="2020354"/>
                </a:lnTo>
                <a:lnTo>
                  <a:pt x="4322071" y="2021341"/>
                </a:lnTo>
                <a:lnTo>
                  <a:pt x="4317412" y="2018015"/>
                </a:lnTo>
                <a:close/>
              </a:path>
              <a:path w="5142230" h="2300604">
                <a:moveTo>
                  <a:pt x="2466992" y="407644"/>
                </a:moveTo>
                <a:lnTo>
                  <a:pt x="2463758" y="404182"/>
                </a:lnTo>
                <a:lnTo>
                  <a:pt x="2462775" y="401174"/>
                </a:lnTo>
                <a:lnTo>
                  <a:pt x="2463447" y="398081"/>
                </a:lnTo>
                <a:lnTo>
                  <a:pt x="2464469" y="393017"/>
                </a:lnTo>
                <a:lnTo>
                  <a:pt x="2469440" y="389835"/>
                </a:lnTo>
                <a:lnTo>
                  <a:pt x="2479470" y="391970"/>
                </a:lnTo>
                <a:lnTo>
                  <a:pt x="2482656" y="396847"/>
                </a:lnTo>
                <a:lnTo>
                  <a:pt x="2481634" y="401910"/>
                </a:lnTo>
                <a:lnTo>
                  <a:pt x="2480566" y="406926"/>
                </a:lnTo>
                <a:lnTo>
                  <a:pt x="2475640" y="410157"/>
                </a:lnTo>
                <a:lnTo>
                  <a:pt x="2470625" y="409089"/>
                </a:lnTo>
                <a:lnTo>
                  <a:pt x="2468658" y="408645"/>
                </a:lnTo>
                <a:lnTo>
                  <a:pt x="2466992" y="407644"/>
                </a:lnTo>
                <a:close/>
              </a:path>
              <a:path w="5142230" h="2300604">
                <a:moveTo>
                  <a:pt x="3071058" y="606800"/>
                </a:moveTo>
                <a:lnTo>
                  <a:pt x="3067733" y="603241"/>
                </a:lnTo>
                <a:lnTo>
                  <a:pt x="3067077" y="598922"/>
                </a:lnTo>
                <a:lnTo>
                  <a:pt x="3068995" y="595304"/>
                </a:lnTo>
                <a:lnTo>
                  <a:pt x="3071411" y="590856"/>
                </a:lnTo>
                <a:lnTo>
                  <a:pt x="3077040" y="589058"/>
                </a:lnTo>
                <a:lnTo>
                  <a:pt x="3081539" y="591530"/>
                </a:lnTo>
                <a:lnTo>
                  <a:pt x="3086078" y="593946"/>
                </a:lnTo>
                <a:lnTo>
                  <a:pt x="3087774" y="599576"/>
                </a:lnTo>
                <a:lnTo>
                  <a:pt x="3082983" y="608617"/>
                </a:lnTo>
                <a:lnTo>
                  <a:pt x="3077309" y="610366"/>
                </a:lnTo>
                <a:lnTo>
                  <a:pt x="3071889" y="607393"/>
                </a:lnTo>
                <a:lnTo>
                  <a:pt x="3071058" y="606800"/>
                </a:lnTo>
                <a:close/>
              </a:path>
              <a:path w="5142230" h="2300604">
                <a:moveTo>
                  <a:pt x="3747211" y="1495990"/>
                </a:moveTo>
                <a:lnTo>
                  <a:pt x="3743041" y="1491527"/>
                </a:lnTo>
                <a:lnTo>
                  <a:pt x="3740164" y="1487274"/>
                </a:lnTo>
                <a:lnTo>
                  <a:pt x="3741262" y="1481510"/>
                </a:lnTo>
                <a:lnTo>
                  <a:pt x="3749762" y="1475751"/>
                </a:lnTo>
                <a:lnTo>
                  <a:pt x="3755532" y="1476845"/>
                </a:lnTo>
                <a:lnTo>
                  <a:pt x="3761290" y="1485354"/>
                </a:lnTo>
                <a:lnTo>
                  <a:pt x="3760192" y="1491119"/>
                </a:lnTo>
                <a:lnTo>
                  <a:pt x="3755944" y="1494001"/>
                </a:lnTo>
                <a:lnTo>
                  <a:pt x="3752120" y="1496651"/>
                </a:lnTo>
                <a:lnTo>
                  <a:pt x="3747211" y="1495990"/>
                </a:lnTo>
                <a:close/>
              </a:path>
              <a:path w="5142230" h="2300604">
                <a:moveTo>
                  <a:pt x="3133244" y="642384"/>
                </a:moveTo>
                <a:lnTo>
                  <a:pt x="3129269" y="638129"/>
                </a:lnTo>
                <a:lnTo>
                  <a:pt x="3128678" y="633683"/>
                </a:lnTo>
                <a:lnTo>
                  <a:pt x="3130928" y="630029"/>
                </a:lnTo>
                <a:lnTo>
                  <a:pt x="3133582" y="625641"/>
                </a:lnTo>
                <a:lnTo>
                  <a:pt x="3139095" y="624306"/>
                </a:lnTo>
                <a:lnTo>
                  <a:pt x="3139244" y="624270"/>
                </a:lnTo>
                <a:lnTo>
                  <a:pt x="3148078" y="629622"/>
                </a:lnTo>
                <a:lnTo>
                  <a:pt x="3149395" y="635332"/>
                </a:lnTo>
                <a:lnTo>
                  <a:pt x="3144092" y="644121"/>
                </a:lnTo>
                <a:lnTo>
                  <a:pt x="3138337" y="645488"/>
                </a:lnTo>
                <a:lnTo>
                  <a:pt x="3133986" y="642787"/>
                </a:lnTo>
                <a:lnTo>
                  <a:pt x="3133244" y="642384"/>
                </a:lnTo>
                <a:close/>
              </a:path>
              <a:path w="5142230" h="2300604">
                <a:moveTo>
                  <a:pt x="3640115" y="1311460"/>
                </a:moveTo>
                <a:lnTo>
                  <a:pt x="3636794" y="1307906"/>
                </a:lnTo>
                <a:lnTo>
                  <a:pt x="3636300" y="1307181"/>
                </a:lnTo>
                <a:lnTo>
                  <a:pt x="3635855" y="1306409"/>
                </a:lnTo>
                <a:lnTo>
                  <a:pt x="3633556" y="1301800"/>
                </a:lnTo>
                <a:lnTo>
                  <a:pt x="3635304" y="1296240"/>
                </a:lnTo>
                <a:lnTo>
                  <a:pt x="3644481" y="1291502"/>
                </a:lnTo>
                <a:lnTo>
                  <a:pt x="3650031" y="1293339"/>
                </a:lnTo>
                <a:lnTo>
                  <a:pt x="3654730" y="1302473"/>
                </a:lnTo>
                <a:lnTo>
                  <a:pt x="3652981" y="1307932"/>
                </a:lnTo>
                <a:lnTo>
                  <a:pt x="3652934" y="1308077"/>
                </a:lnTo>
                <a:lnTo>
                  <a:pt x="3644620" y="1312374"/>
                </a:lnTo>
                <a:lnTo>
                  <a:pt x="3640115" y="1311460"/>
                </a:lnTo>
                <a:close/>
              </a:path>
              <a:path w="5142230" h="2300604">
                <a:moveTo>
                  <a:pt x="3833509" y="1608995"/>
                </a:moveTo>
                <a:lnTo>
                  <a:pt x="3829869" y="1605099"/>
                </a:lnTo>
                <a:lnTo>
                  <a:pt x="3826508" y="1601208"/>
                </a:lnTo>
                <a:lnTo>
                  <a:pt x="3826989" y="1595271"/>
                </a:lnTo>
                <a:lnTo>
                  <a:pt x="3830263" y="1592520"/>
                </a:lnTo>
                <a:lnTo>
                  <a:pt x="3834166" y="1589171"/>
                </a:lnTo>
                <a:lnTo>
                  <a:pt x="3834773" y="1588648"/>
                </a:lnTo>
                <a:lnTo>
                  <a:pt x="3840655" y="1589080"/>
                </a:lnTo>
                <a:lnTo>
                  <a:pt x="3843971" y="1593021"/>
                </a:lnTo>
                <a:lnTo>
                  <a:pt x="3847328" y="1596908"/>
                </a:lnTo>
                <a:lnTo>
                  <a:pt x="3846896" y="1602799"/>
                </a:lnTo>
                <a:lnTo>
                  <a:pt x="3843573" y="1605595"/>
                </a:lnTo>
                <a:lnTo>
                  <a:pt x="3839718" y="1608897"/>
                </a:lnTo>
                <a:lnTo>
                  <a:pt x="3839161" y="1609376"/>
                </a:lnTo>
                <a:lnTo>
                  <a:pt x="3833509" y="1608995"/>
                </a:lnTo>
                <a:close/>
              </a:path>
              <a:path w="5142230" h="2300604">
                <a:moveTo>
                  <a:pt x="3440137" y="936203"/>
                </a:moveTo>
                <a:lnTo>
                  <a:pt x="3435930" y="931699"/>
                </a:lnTo>
                <a:lnTo>
                  <a:pt x="3433101" y="927402"/>
                </a:lnTo>
                <a:lnTo>
                  <a:pt x="3434283" y="921632"/>
                </a:lnTo>
                <a:lnTo>
                  <a:pt x="3442836" y="916025"/>
                </a:lnTo>
                <a:lnTo>
                  <a:pt x="3448556" y="917165"/>
                </a:lnTo>
                <a:lnTo>
                  <a:pt x="3451475" y="921460"/>
                </a:lnTo>
                <a:lnTo>
                  <a:pt x="3454256" y="925710"/>
                </a:lnTo>
                <a:lnTo>
                  <a:pt x="3453119" y="931530"/>
                </a:lnTo>
                <a:lnTo>
                  <a:pt x="3448821" y="934358"/>
                </a:lnTo>
                <a:lnTo>
                  <a:pt x="3444960" y="936869"/>
                </a:lnTo>
                <a:lnTo>
                  <a:pt x="3440137" y="936203"/>
                </a:lnTo>
                <a:close/>
              </a:path>
              <a:path w="5142230" h="2300604">
                <a:moveTo>
                  <a:pt x="3608191" y="1247962"/>
                </a:moveTo>
                <a:lnTo>
                  <a:pt x="3604870" y="1244408"/>
                </a:lnTo>
                <a:lnTo>
                  <a:pt x="3604371" y="1243678"/>
                </a:lnTo>
                <a:lnTo>
                  <a:pt x="3601682" y="1238255"/>
                </a:lnTo>
                <a:lnTo>
                  <a:pt x="3603523" y="1232700"/>
                </a:lnTo>
                <a:lnTo>
                  <a:pt x="3612555" y="1228198"/>
                </a:lnTo>
                <a:lnTo>
                  <a:pt x="3612744" y="1228104"/>
                </a:lnTo>
                <a:lnTo>
                  <a:pt x="3618294" y="1230041"/>
                </a:lnTo>
                <a:lnTo>
                  <a:pt x="3622845" y="1239213"/>
                </a:lnTo>
                <a:lnTo>
                  <a:pt x="3620999" y="1244763"/>
                </a:lnTo>
                <a:lnTo>
                  <a:pt x="3612648" y="1248921"/>
                </a:lnTo>
                <a:lnTo>
                  <a:pt x="3608191" y="1247962"/>
                </a:lnTo>
                <a:close/>
              </a:path>
              <a:path w="5142230" h="2300604">
                <a:moveTo>
                  <a:pt x="3927834" y="1708990"/>
                </a:moveTo>
                <a:lnTo>
                  <a:pt x="3924092" y="1704984"/>
                </a:lnTo>
                <a:lnTo>
                  <a:pt x="3924145" y="1699470"/>
                </a:lnTo>
                <a:lnTo>
                  <a:pt x="3931192" y="1692156"/>
                </a:lnTo>
                <a:lnTo>
                  <a:pt x="3937049" y="1692072"/>
                </a:lnTo>
                <a:lnTo>
                  <a:pt x="3944454" y="1699217"/>
                </a:lnTo>
                <a:lnTo>
                  <a:pt x="3944484" y="1705114"/>
                </a:lnTo>
                <a:lnTo>
                  <a:pt x="3937389" y="1712474"/>
                </a:lnTo>
                <a:lnTo>
                  <a:pt x="3931483" y="1712603"/>
                </a:lnTo>
                <a:lnTo>
                  <a:pt x="3927834" y="1708990"/>
                </a:lnTo>
                <a:close/>
              </a:path>
              <a:path w="5142230" h="2300604">
                <a:moveTo>
                  <a:pt x="2876889" y="520644"/>
                </a:moveTo>
                <a:lnTo>
                  <a:pt x="2873610" y="517133"/>
                </a:lnTo>
                <a:lnTo>
                  <a:pt x="2872744" y="513467"/>
                </a:lnTo>
                <a:lnTo>
                  <a:pt x="2873993" y="510017"/>
                </a:lnTo>
                <a:lnTo>
                  <a:pt x="2875807" y="505209"/>
                </a:lnTo>
                <a:lnTo>
                  <a:pt x="2881182" y="502754"/>
                </a:lnTo>
                <a:lnTo>
                  <a:pt x="2890739" y="506336"/>
                </a:lnTo>
                <a:lnTo>
                  <a:pt x="2893244" y="511657"/>
                </a:lnTo>
                <a:lnTo>
                  <a:pt x="2891430" y="516465"/>
                </a:lnTo>
                <a:lnTo>
                  <a:pt x="2889661" y="521314"/>
                </a:lnTo>
                <a:lnTo>
                  <a:pt x="2884286" y="523769"/>
                </a:lnTo>
                <a:lnTo>
                  <a:pt x="2878091" y="521438"/>
                </a:lnTo>
                <a:lnTo>
                  <a:pt x="2876889" y="520644"/>
                </a:lnTo>
                <a:close/>
              </a:path>
              <a:path w="5142230" h="2300604">
                <a:moveTo>
                  <a:pt x="3477503" y="996244"/>
                </a:moveTo>
                <a:lnTo>
                  <a:pt x="3473664" y="992134"/>
                </a:lnTo>
                <a:lnTo>
                  <a:pt x="3473265" y="991512"/>
                </a:lnTo>
                <a:lnTo>
                  <a:pt x="3470678" y="987080"/>
                </a:lnTo>
                <a:lnTo>
                  <a:pt x="3472142" y="981412"/>
                </a:lnTo>
                <a:lnTo>
                  <a:pt x="3476578" y="978830"/>
                </a:lnTo>
                <a:lnTo>
                  <a:pt x="3480959" y="976189"/>
                </a:lnTo>
                <a:lnTo>
                  <a:pt x="3486670" y="977610"/>
                </a:lnTo>
                <a:lnTo>
                  <a:pt x="3491939" y="986477"/>
                </a:lnTo>
                <a:lnTo>
                  <a:pt x="3490427" y="992190"/>
                </a:lnTo>
                <a:lnTo>
                  <a:pt x="3486041" y="994826"/>
                </a:lnTo>
                <a:lnTo>
                  <a:pt x="3482185" y="997050"/>
                </a:lnTo>
                <a:lnTo>
                  <a:pt x="3477503" y="996244"/>
                </a:lnTo>
                <a:close/>
              </a:path>
              <a:path w="5142230" h="2300604">
                <a:moveTo>
                  <a:pt x="3399071" y="878464"/>
                </a:moveTo>
                <a:lnTo>
                  <a:pt x="3395245" y="874368"/>
                </a:lnTo>
                <a:lnTo>
                  <a:pt x="3392133" y="870253"/>
                </a:lnTo>
                <a:lnTo>
                  <a:pt x="3392894" y="864420"/>
                </a:lnTo>
                <a:lnTo>
                  <a:pt x="3401082" y="858232"/>
                </a:lnTo>
                <a:lnTo>
                  <a:pt x="3406915" y="859001"/>
                </a:lnTo>
                <a:lnTo>
                  <a:pt x="3410031" y="863121"/>
                </a:lnTo>
                <a:lnTo>
                  <a:pt x="3413148" y="867139"/>
                </a:lnTo>
                <a:lnTo>
                  <a:pt x="3412339" y="873018"/>
                </a:lnTo>
                <a:lnTo>
                  <a:pt x="3408268" y="876090"/>
                </a:lnTo>
                <a:lnTo>
                  <a:pt x="3404435" y="879022"/>
                </a:lnTo>
                <a:lnTo>
                  <a:pt x="3399071" y="878464"/>
                </a:lnTo>
                <a:close/>
              </a:path>
              <a:path w="5142230" h="2300604">
                <a:moveTo>
                  <a:pt x="3301747" y="769784"/>
                </a:moveTo>
                <a:lnTo>
                  <a:pt x="3298004" y="765777"/>
                </a:lnTo>
                <a:lnTo>
                  <a:pt x="3297963" y="760260"/>
                </a:lnTo>
                <a:lnTo>
                  <a:pt x="3301390" y="756694"/>
                </a:lnTo>
                <a:lnTo>
                  <a:pt x="3304913" y="752937"/>
                </a:lnTo>
                <a:lnTo>
                  <a:pt x="3310771" y="752761"/>
                </a:lnTo>
                <a:lnTo>
                  <a:pt x="3318274" y="759814"/>
                </a:lnTo>
                <a:lnTo>
                  <a:pt x="3318409" y="765723"/>
                </a:lnTo>
                <a:lnTo>
                  <a:pt x="3311398" y="773177"/>
                </a:lnTo>
                <a:lnTo>
                  <a:pt x="3305444" y="773351"/>
                </a:lnTo>
                <a:lnTo>
                  <a:pt x="3301747" y="769784"/>
                </a:lnTo>
                <a:close/>
              </a:path>
              <a:path w="5142230" h="2300604">
                <a:moveTo>
                  <a:pt x="3354194" y="823971"/>
                </a:moveTo>
                <a:lnTo>
                  <a:pt x="3350637" y="820162"/>
                </a:lnTo>
                <a:lnTo>
                  <a:pt x="3347231" y="816322"/>
                </a:lnTo>
                <a:lnTo>
                  <a:pt x="3347569" y="810427"/>
                </a:lnTo>
                <a:lnTo>
                  <a:pt x="3351369" y="806968"/>
                </a:lnTo>
                <a:lnTo>
                  <a:pt x="3354868" y="803874"/>
                </a:lnTo>
                <a:lnTo>
                  <a:pt x="3355220" y="803563"/>
                </a:lnTo>
                <a:lnTo>
                  <a:pt x="3361104" y="803901"/>
                </a:lnTo>
                <a:lnTo>
                  <a:pt x="3367924" y="811592"/>
                </a:lnTo>
                <a:lnTo>
                  <a:pt x="3367585" y="817488"/>
                </a:lnTo>
                <a:lnTo>
                  <a:pt x="3360243" y="823993"/>
                </a:lnTo>
                <a:lnTo>
                  <a:pt x="3359992" y="824216"/>
                </a:lnTo>
                <a:lnTo>
                  <a:pt x="3354194" y="823971"/>
                </a:lnTo>
                <a:close/>
              </a:path>
              <a:path w="5142230" h="2300604">
                <a:moveTo>
                  <a:pt x="2942859" y="546493"/>
                </a:moveTo>
                <a:lnTo>
                  <a:pt x="2939574" y="542978"/>
                </a:lnTo>
                <a:lnTo>
                  <a:pt x="2938763" y="539079"/>
                </a:lnTo>
                <a:lnTo>
                  <a:pt x="2940208" y="535638"/>
                </a:lnTo>
                <a:lnTo>
                  <a:pt x="2942162" y="530891"/>
                </a:lnTo>
                <a:lnTo>
                  <a:pt x="2947617" y="528616"/>
                </a:lnTo>
                <a:lnTo>
                  <a:pt x="2957111" y="532622"/>
                </a:lnTo>
                <a:lnTo>
                  <a:pt x="2959339" y="538038"/>
                </a:lnTo>
                <a:lnTo>
                  <a:pt x="2955424" y="547530"/>
                </a:lnTo>
                <a:lnTo>
                  <a:pt x="2949969" y="549805"/>
                </a:lnTo>
                <a:lnTo>
                  <a:pt x="2945225" y="547752"/>
                </a:lnTo>
                <a:lnTo>
                  <a:pt x="2943965" y="547286"/>
                </a:lnTo>
                <a:lnTo>
                  <a:pt x="2942859" y="546493"/>
                </a:lnTo>
                <a:close/>
              </a:path>
              <a:path w="5142230" h="2300604">
                <a:moveTo>
                  <a:pt x="2605477" y="438984"/>
                </a:moveTo>
                <a:lnTo>
                  <a:pt x="2602243" y="435522"/>
                </a:lnTo>
                <a:lnTo>
                  <a:pt x="2601285" y="432248"/>
                </a:lnTo>
                <a:lnTo>
                  <a:pt x="2602035" y="429141"/>
                </a:lnTo>
                <a:lnTo>
                  <a:pt x="2603292" y="424133"/>
                </a:lnTo>
                <a:lnTo>
                  <a:pt x="2604645" y="423333"/>
                </a:lnTo>
                <a:lnTo>
                  <a:pt x="2608469" y="421171"/>
                </a:lnTo>
                <a:lnTo>
                  <a:pt x="2618272" y="423552"/>
                </a:lnTo>
                <a:lnTo>
                  <a:pt x="2621362" y="428619"/>
                </a:lnTo>
                <a:lnTo>
                  <a:pt x="2620101" y="433623"/>
                </a:lnTo>
                <a:lnTo>
                  <a:pt x="2618893" y="438586"/>
                </a:lnTo>
                <a:lnTo>
                  <a:pt x="2613885" y="441630"/>
                </a:lnTo>
                <a:lnTo>
                  <a:pt x="2608876" y="440374"/>
                </a:lnTo>
                <a:lnTo>
                  <a:pt x="2607048" y="439981"/>
                </a:lnTo>
                <a:lnTo>
                  <a:pt x="2605477" y="438984"/>
                </a:lnTo>
                <a:close/>
              </a:path>
              <a:path w="5142230" h="2300604">
                <a:moveTo>
                  <a:pt x="3192366" y="680940"/>
                </a:moveTo>
                <a:lnTo>
                  <a:pt x="3188479" y="676780"/>
                </a:lnTo>
                <a:lnTo>
                  <a:pt x="3188043" y="672012"/>
                </a:lnTo>
                <a:lnTo>
                  <a:pt x="3193545" y="664124"/>
                </a:lnTo>
                <a:lnTo>
                  <a:pt x="3199387" y="663141"/>
                </a:lnTo>
                <a:lnTo>
                  <a:pt x="3207779" y="668998"/>
                </a:lnTo>
                <a:lnTo>
                  <a:pt x="3208814" y="674798"/>
                </a:lnTo>
                <a:lnTo>
                  <a:pt x="3202909" y="683235"/>
                </a:lnTo>
                <a:lnTo>
                  <a:pt x="3197109" y="684261"/>
                </a:lnTo>
                <a:lnTo>
                  <a:pt x="3192366" y="680940"/>
                </a:lnTo>
                <a:close/>
              </a:path>
              <a:path w="5142230" h="2300604">
                <a:moveTo>
                  <a:pt x="3248611" y="723261"/>
                </a:moveTo>
                <a:lnTo>
                  <a:pt x="3244871" y="719257"/>
                </a:lnTo>
                <a:lnTo>
                  <a:pt x="3244627" y="714108"/>
                </a:lnTo>
                <a:lnTo>
                  <a:pt x="3247629" y="710482"/>
                </a:lnTo>
                <a:lnTo>
                  <a:pt x="3250834" y="706483"/>
                </a:lnTo>
                <a:lnTo>
                  <a:pt x="3256660" y="705880"/>
                </a:lnTo>
                <a:lnTo>
                  <a:pt x="3260708" y="709139"/>
                </a:lnTo>
                <a:lnTo>
                  <a:pt x="3264658" y="712389"/>
                </a:lnTo>
                <a:lnTo>
                  <a:pt x="3265263" y="718215"/>
                </a:lnTo>
                <a:lnTo>
                  <a:pt x="3262053" y="722210"/>
                </a:lnTo>
                <a:lnTo>
                  <a:pt x="3258808" y="726163"/>
                </a:lnTo>
                <a:lnTo>
                  <a:pt x="3252932" y="726813"/>
                </a:lnTo>
                <a:lnTo>
                  <a:pt x="3248611" y="723261"/>
                </a:lnTo>
                <a:close/>
              </a:path>
              <a:path w="5142230" h="2300604">
                <a:moveTo>
                  <a:pt x="4716557" y="2300034"/>
                </a:moveTo>
                <a:lnTo>
                  <a:pt x="4716488" y="2299183"/>
                </a:lnTo>
                <a:lnTo>
                  <a:pt x="4722140" y="2291355"/>
                </a:lnTo>
                <a:lnTo>
                  <a:pt x="4727977" y="2290468"/>
                </a:lnTo>
                <a:lnTo>
                  <a:pt x="4736320" y="2296463"/>
                </a:lnTo>
                <a:lnTo>
                  <a:pt x="4736850" y="2299965"/>
                </a:lnTo>
                <a:lnTo>
                  <a:pt x="4730248" y="2300034"/>
                </a:lnTo>
                <a:lnTo>
                  <a:pt x="4716557" y="2300034"/>
                </a:lnTo>
                <a:close/>
              </a:path>
              <a:path w="5142230" h="2300604">
                <a:moveTo>
                  <a:pt x="4491117" y="2142188"/>
                </a:moveTo>
                <a:lnTo>
                  <a:pt x="4486770" y="2137535"/>
                </a:lnTo>
                <a:lnTo>
                  <a:pt x="4486384" y="2132821"/>
                </a:lnTo>
                <a:lnTo>
                  <a:pt x="4492033" y="2124989"/>
                </a:lnTo>
                <a:lnTo>
                  <a:pt x="4497826" y="2124050"/>
                </a:lnTo>
                <a:lnTo>
                  <a:pt x="4506166" y="2130048"/>
                </a:lnTo>
                <a:lnTo>
                  <a:pt x="4507099" y="2135933"/>
                </a:lnTo>
                <a:lnTo>
                  <a:pt x="4504130" y="2140086"/>
                </a:lnTo>
                <a:lnTo>
                  <a:pt x="4501056" y="2144227"/>
                </a:lnTo>
                <a:lnTo>
                  <a:pt x="4495264" y="2145163"/>
                </a:lnTo>
                <a:lnTo>
                  <a:pt x="4491117" y="2142188"/>
                </a:lnTo>
                <a:close/>
              </a:path>
              <a:path w="5142230" h="2300604">
                <a:moveTo>
                  <a:pt x="1908191" y="304448"/>
                </a:moveTo>
                <a:lnTo>
                  <a:pt x="1904911" y="300938"/>
                </a:lnTo>
                <a:lnTo>
                  <a:pt x="1903977" y="297884"/>
                </a:lnTo>
                <a:lnTo>
                  <a:pt x="1904600" y="294837"/>
                </a:lnTo>
                <a:lnTo>
                  <a:pt x="1905573" y="289819"/>
                </a:lnTo>
                <a:lnTo>
                  <a:pt x="1910498" y="286587"/>
                </a:lnTo>
                <a:lnTo>
                  <a:pt x="1915512" y="287556"/>
                </a:lnTo>
                <a:lnTo>
                  <a:pt x="1920581" y="288583"/>
                </a:lnTo>
                <a:lnTo>
                  <a:pt x="1923856" y="293458"/>
                </a:lnTo>
                <a:lnTo>
                  <a:pt x="1921817" y="303590"/>
                </a:lnTo>
                <a:lnTo>
                  <a:pt x="1916887" y="306817"/>
                </a:lnTo>
                <a:lnTo>
                  <a:pt x="1911873" y="305848"/>
                </a:lnTo>
                <a:lnTo>
                  <a:pt x="1909905" y="305404"/>
                </a:lnTo>
                <a:lnTo>
                  <a:pt x="1908191" y="304448"/>
                </a:lnTo>
                <a:close/>
              </a:path>
              <a:path w="5142230" h="2300604">
                <a:moveTo>
                  <a:pt x="3576794" y="1184347"/>
                </a:moveTo>
                <a:lnTo>
                  <a:pt x="3573464" y="1180782"/>
                </a:lnTo>
                <a:lnTo>
                  <a:pt x="3572929" y="1180013"/>
                </a:lnTo>
                <a:lnTo>
                  <a:pt x="3570235" y="1174586"/>
                </a:lnTo>
                <a:lnTo>
                  <a:pt x="3572124" y="1168986"/>
                </a:lnTo>
                <a:lnTo>
                  <a:pt x="3581108" y="1164528"/>
                </a:lnTo>
                <a:lnTo>
                  <a:pt x="3581297" y="1164434"/>
                </a:lnTo>
                <a:lnTo>
                  <a:pt x="3586893" y="1166320"/>
                </a:lnTo>
                <a:lnTo>
                  <a:pt x="3589197" y="1170934"/>
                </a:lnTo>
                <a:lnTo>
                  <a:pt x="3591444" y="1175592"/>
                </a:lnTo>
                <a:lnTo>
                  <a:pt x="3589559" y="1181096"/>
                </a:lnTo>
                <a:lnTo>
                  <a:pt x="3581202" y="1185251"/>
                </a:lnTo>
                <a:lnTo>
                  <a:pt x="3576794" y="1184347"/>
                </a:lnTo>
                <a:close/>
              </a:path>
              <a:path w="5142230" h="2300604">
                <a:moveTo>
                  <a:pt x="3881135" y="1661933"/>
                </a:moveTo>
                <a:lnTo>
                  <a:pt x="3874075" y="1654375"/>
                </a:lnTo>
                <a:lnTo>
                  <a:pt x="3874276" y="1648627"/>
                </a:lnTo>
                <a:lnTo>
                  <a:pt x="3881735" y="1641559"/>
                </a:lnTo>
                <a:lnTo>
                  <a:pt x="3887724" y="1641715"/>
                </a:lnTo>
                <a:lnTo>
                  <a:pt x="3894694" y="1649176"/>
                </a:lnTo>
                <a:lnTo>
                  <a:pt x="3894541" y="1655072"/>
                </a:lnTo>
                <a:lnTo>
                  <a:pt x="3887031" y="1662086"/>
                </a:lnTo>
                <a:lnTo>
                  <a:pt x="3881135" y="1661933"/>
                </a:lnTo>
                <a:close/>
              </a:path>
              <a:path w="5142230" h="2300604">
                <a:moveTo>
                  <a:pt x="4548166" y="2183412"/>
                </a:moveTo>
                <a:lnTo>
                  <a:pt x="4544281" y="2179253"/>
                </a:lnTo>
                <a:lnTo>
                  <a:pt x="4543890" y="2174440"/>
                </a:lnTo>
                <a:lnTo>
                  <a:pt x="4546565" y="2170754"/>
                </a:lnTo>
                <a:lnTo>
                  <a:pt x="4549539" y="2166606"/>
                </a:lnTo>
                <a:lnTo>
                  <a:pt x="4555380" y="2165624"/>
                </a:lnTo>
                <a:lnTo>
                  <a:pt x="4559525" y="2168692"/>
                </a:lnTo>
                <a:lnTo>
                  <a:pt x="4563713" y="2171710"/>
                </a:lnTo>
                <a:lnTo>
                  <a:pt x="4564652" y="2177507"/>
                </a:lnTo>
                <a:lnTo>
                  <a:pt x="4561626" y="2181694"/>
                </a:lnTo>
                <a:lnTo>
                  <a:pt x="4558612" y="2185798"/>
                </a:lnTo>
                <a:lnTo>
                  <a:pt x="4552820" y="2186734"/>
                </a:lnTo>
                <a:lnTo>
                  <a:pt x="4548166" y="2183412"/>
                </a:lnTo>
                <a:close/>
              </a:path>
              <a:path w="5142230" h="2300604">
                <a:moveTo>
                  <a:pt x="3512285" y="1058008"/>
                </a:moveTo>
                <a:lnTo>
                  <a:pt x="3508348" y="1053794"/>
                </a:lnTo>
                <a:lnTo>
                  <a:pt x="3507996" y="1053026"/>
                </a:lnTo>
                <a:lnTo>
                  <a:pt x="3505552" y="1048553"/>
                </a:lnTo>
                <a:lnTo>
                  <a:pt x="3507202" y="1042893"/>
                </a:lnTo>
                <a:lnTo>
                  <a:pt x="3511775" y="1040457"/>
                </a:lnTo>
                <a:lnTo>
                  <a:pt x="3516250" y="1038011"/>
                </a:lnTo>
                <a:lnTo>
                  <a:pt x="3521904" y="1039669"/>
                </a:lnTo>
                <a:lnTo>
                  <a:pt x="3526791" y="1048709"/>
                </a:lnTo>
                <a:lnTo>
                  <a:pt x="3525130" y="1054361"/>
                </a:lnTo>
                <a:lnTo>
                  <a:pt x="3520566" y="1056807"/>
                </a:lnTo>
                <a:lnTo>
                  <a:pt x="3516766" y="1058896"/>
                </a:lnTo>
                <a:lnTo>
                  <a:pt x="3512285" y="1058008"/>
                </a:lnTo>
                <a:close/>
              </a:path>
              <a:path w="5142230" h="2300604">
                <a:moveTo>
                  <a:pt x="4144928" y="1892608"/>
                </a:moveTo>
                <a:lnTo>
                  <a:pt x="4141197" y="1888615"/>
                </a:lnTo>
                <a:lnTo>
                  <a:pt x="4140850" y="1883552"/>
                </a:lnTo>
                <a:lnTo>
                  <a:pt x="4143616" y="1879964"/>
                </a:lnTo>
                <a:lnTo>
                  <a:pt x="4146684" y="1875819"/>
                </a:lnTo>
                <a:lnTo>
                  <a:pt x="4152517" y="1875027"/>
                </a:lnTo>
                <a:lnTo>
                  <a:pt x="4156612" y="1878142"/>
                </a:lnTo>
                <a:lnTo>
                  <a:pt x="4160753" y="1881204"/>
                </a:lnTo>
                <a:lnTo>
                  <a:pt x="4161551" y="1887042"/>
                </a:lnTo>
                <a:lnTo>
                  <a:pt x="4155324" y="1895233"/>
                </a:lnTo>
                <a:lnTo>
                  <a:pt x="4149490" y="1896026"/>
                </a:lnTo>
                <a:lnTo>
                  <a:pt x="4145390" y="1892907"/>
                </a:lnTo>
                <a:lnTo>
                  <a:pt x="4144928" y="1892608"/>
                </a:lnTo>
                <a:close/>
              </a:path>
              <a:path w="5142230" h="2300604">
                <a:moveTo>
                  <a:pt x="1977933" y="317916"/>
                </a:moveTo>
                <a:lnTo>
                  <a:pt x="1974695" y="314450"/>
                </a:lnTo>
                <a:lnTo>
                  <a:pt x="1973757" y="311491"/>
                </a:lnTo>
                <a:lnTo>
                  <a:pt x="1974290" y="308445"/>
                </a:lnTo>
                <a:lnTo>
                  <a:pt x="1975218" y="303378"/>
                </a:lnTo>
                <a:lnTo>
                  <a:pt x="1980098" y="300098"/>
                </a:lnTo>
                <a:lnTo>
                  <a:pt x="1990232" y="301953"/>
                </a:lnTo>
                <a:lnTo>
                  <a:pt x="1993561" y="306788"/>
                </a:lnTo>
                <a:lnTo>
                  <a:pt x="1991606" y="316914"/>
                </a:lnTo>
                <a:lnTo>
                  <a:pt x="1986776" y="320247"/>
                </a:lnTo>
                <a:lnTo>
                  <a:pt x="1981754" y="319269"/>
                </a:lnTo>
                <a:lnTo>
                  <a:pt x="1979688" y="318916"/>
                </a:lnTo>
                <a:lnTo>
                  <a:pt x="1977933" y="317916"/>
                </a:lnTo>
                <a:close/>
              </a:path>
              <a:path w="5142230" h="2300604">
                <a:moveTo>
                  <a:pt x="2809941" y="497260"/>
                </a:moveTo>
                <a:lnTo>
                  <a:pt x="2806657" y="493745"/>
                </a:lnTo>
                <a:lnTo>
                  <a:pt x="2805787" y="490174"/>
                </a:lnTo>
                <a:lnTo>
                  <a:pt x="2808478" y="482107"/>
                </a:lnTo>
                <a:lnTo>
                  <a:pt x="2808526" y="481963"/>
                </a:lnTo>
                <a:lnTo>
                  <a:pt x="2813761" y="479356"/>
                </a:lnTo>
                <a:lnTo>
                  <a:pt x="2823514" y="482563"/>
                </a:lnTo>
                <a:lnTo>
                  <a:pt x="2826167" y="487847"/>
                </a:lnTo>
                <a:lnTo>
                  <a:pt x="2822957" y="497411"/>
                </a:lnTo>
                <a:lnTo>
                  <a:pt x="2822909" y="497555"/>
                </a:lnTo>
                <a:lnTo>
                  <a:pt x="2817626" y="500208"/>
                </a:lnTo>
                <a:lnTo>
                  <a:pt x="2812774" y="498631"/>
                </a:lnTo>
                <a:lnTo>
                  <a:pt x="2811281" y="498108"/>
                </a:lnTo>
                <a:lnTo>
                  <a:pt x="2809941" y="497260"/>
                </a:lnTo>
                <a:close/>
              </a:path>
              <a:path w="5142230" h="2300604">
                <a:moveTo>
                  <a:pt x="4433113" y="2100232"/>
                </a:moveTo>
                <a:lnTo>
                  <a:pt x="4429226" y="2096071"/>
                </a:lnTo>
                <a:lnTo>
                  <a:pt x="4428840" y="2091258"/>
                </a:lnTo>
                <a:lnTo>
                  <a:pt x="4434441" y="2083469"/>
                </a:lnTo>
                <a:lnTo>
                  <a:pt x="4440280" y="2082489"/>
                </a:lnTo>
                <a:lnTo>
                  <a:pt x="4448622" y="2088484"/>
                </a:lnTo>
                <a:lnTo>
                  <a:pt x="4449552" y="2094271"/>
                </a:lnTo>
                <a:lnTo>
                  <a:pt x="4443562" y="2102616"/>
                </a:lnTo>
                <a:lnTo>
                  <a:pt x="4437768" y="2103554"/>
                </a:lnTo>
                <a:lnTo>
                  <a:pt x="4433113" y="2100232"/>
                </a:lnTo>
                <a:close/>
              </a:path>
              <a:path w="5142230" h="2300604">
                <a:moveTo>
                  <a:pt x="2047841" y="330682"/>
                </a:moveTo>
                <a:lnTo>
                  <a:pt x="2044607" y="327220"/>
                </a:lnTo>
                <a:lnTo>
                  <a:pt x="2043669" y="324261"/>
                </a:lnTo>
                <a:lnTo>
                  <a:pt x="2044149" y="321256"/>
                </a:lnTo>
                <a:lnTo>
                  <a:pt x="2045077" y="316189"/>
                </a:lnTo>
                <a:lnTo>
                  <a:pt x="2049907" y="312855"/>
                </a:lnTo>
                <a:lnTo>
                  <a:pt x="2059995" y="314662"/>
                </a:lnTo>
                <a:lnTo>
                  <a:pt x="2063377" y="319456"/>
                </a:lnTo>
                <a:lnTo>
                  <a:pt x="2062445" y="324518"/>
                </a:lnTo>
                <a:lnTo>
                  <a:pt x="2061566" y="329539"/>
                </a:lnTo>
                <a:lnTo>
                  <a:pt x="2056733" y="332968"/>
                </a:lnTo>
                <a:lnTo>
                  <a:pt x="2051666" y="332040"/>
                </a:lnTo>
                <a:lnTo>
                  <a:pt x="2049601" y="331686"/>
                </a:lnTo>
                <a:lnTo>
                  <a:pt x="2047841" y="330682"/>
                </a:lnTo>
                <a:close/>
              </a:path>
              <a:path w="5142230" h="2300604">
                <a:moveTo>
                  <a:pt x="2688005" y="412476"/>
                </a:moveTo>
                <a:lnTo>
                  <a:pt x="2684907" y="409160"/>
                </a:lnTo>
                <a:lnTo>
                  <a:pt x="2683976" y="406012"/>
                </a:lnTo>
                <a:lnTo>
                  <a:pt x="2686129" y="398249"/>
                </a:lnTo>
                <a:lnTo>
                  <a:pt x="2690992" y="395440"/>
                </a:lnTo>
                <a:lnTo>
                  <a:pt x="2700441" y="398028"/>
                </a:lnTo>
                <a:lnTo>
                  <a:pt x="2703249" y="402892"/>
                </a:lnTo>
                <a:lnTo>
                  <a:pt x="2700662" y="412340"/>
                </a:lnTo>
                <a:lnTo>
                  <a:pt x="2695798" y="415149"/>
                </a:lnTo>
                <a:lnTo>
                  <a:pt x="2689436" y="413421"/>
                </a:lnTo>
                <a:lnTo>
                  <a:pt x="2688005" y="412476"/>
                </a:lnTo>
                <a:close/>
              </a:path>
              <a:path w="5142230" h="2300604">
                <a:moveTo>
                  <a:pt x="4947476" y="2166413"/>
                </a:moveTo>
                <a:lnTo>
                  <a:pt x="4943726" y="2162399"/>
                </a:lnTo>
                <a:lnTo>
                  <a:pt x="4943224" y="2158049"/>
                </a:lnTo>
                <a:lnTo>
                  <a:pt x="4945256" y="2154946"/>
                </a:lnTo>
                <a:lnTo>
                  <a:pt x="4947897" y="2150833"/>
                </a:lnTo>
                <a:lnTo>
                  <a:pt x="4948156" y="2150428"/>
                </a:lnTo>
                <a:lnTo>
                  <a:pt x="4953631" y="2149249"/>
                </a:lnTo>
                <a:lnTo>
                  <a:pt x="4961854" y="2154533"/>
                </a:lnTo>
                <a:lnTo>
                  <a:pt x="4963077" y="2160048"/>
                </a:lnTo>
                <a:lnTo>
                  <a:pt x="4960649" y="2163800"/>
                </a:lnTo>
                <a:lnTo>
                  <a:pt x="4957969" y="2167871"/>
                </a:lnTo>
                <a:lnTo>
                  <a:pt x="4957705" y="2168271"/>
                </a:lnTo>
                <a:lnTo>
                  <a:pt x="4952230" y="2169450"/>
                </a:lnTo>
                <a:lnTo>
                  <a:pt x="4948120" y="2166807"/>
                </a:lnTo>
                <a:lnTo>
                  <a:pt x="4947476" y="2166413"/>
                </a:lnTo>
                <a:close/>
              </a:path>
              <a:path w="5142230" h="2300604">
                <a:moveTo>
                  <a:pt x="4827703" y="2088829"/>
                </a:moveTo>
                <a:lnTo>
                  <a:pt x="4824515" y="2085416"/>
                </a:lnTo>
                <a:lnTo>
                  <a:pt x="4824052" y="2080917"/>
                </a:lnTo>
                <a:lnTo>
                  <a:pt x="4828677" y="2073744"/>
                </a:lnTo>
                <a:lnTo>
                  <a:pt x="4828937" y="2073341"/>
                </a:lnTo>
                <a:lnTo>
                  <a:pt x="4834403" y="2072152"/>
                </a:lnTo>
                <a:lnTo>
                  <a:pt x="4842626" y="2077437"/>
                </a:lnTo>
                <a:lnTo>
                  <a:pt x="4843858" y="2082961"/>
                </a:lnTo>
                <a:lnTo>
                  <a:pt x="4841430" y="2086713"/>
                </a:lnTo>
                <a:lnTo>
                  <a:pt x="4838477" y="2091175"/>
                </a:lnTo>
                <a:lnTo>
                  <a:pt x="4833011" y="2092363"/>
                </a:lnTo>
                <a:lnTo>
                  <a:pt x="4828898" y="2089722"/>
                </a:lnTo>
                <a:lnTo>
                  <a:pt x="4827703" y="2088829"/>
                </a:lnTo>
                <a:close/>
              </a:path>
              <a:path w="5142230" h="2300604">
                <a:moveTo>
                  <a:pt x="4170867" y="1668680"/>
                </a:moveTo>
                <a:lnTo>
                  <a:pt x="4166695" y="1664213"/>
                </a:lnTo>
                <a:lnTo>
                  <a:pt x="4166266" y="1659746"/>
                </a:lnTo>
                <a:lnTo>
                  <a:pt x="4168791" y="1656292"/>
                </a:lnTo>
                <a:lnTo>
                  <a:pt x="4171613" y="1652277"/>
                </a:lnTo>
                <a:lnTo>
                  <a:pt x="4177122" y="1651331"/>
                </a:lnTo>
                <a:lnTo>
                  <a:pt x="4185148" y="1656992"/>
                </a:lnTo>
                <a:lnTo>
                  <a:pt x="4186094" y="1662500"/>
                </a:lnTo>
                <a:lnTo>
                  <a:pt x="4180439" y="1670522"/>
                </a:lnTo>
                <a:lnTo>
                  <a:pt x="4174882" y="1671512"/>
                </a:lnTo>
                <a:lnTo>
                  <a:pt x="4170867" y="1668680"/>
                </a:lnTo>
                <a:close/>
              </a:path>
              <a:path w="5142230" h="2300604">
                <a:moveTo>
                  <a:pt x="4887888" y="2127845"/>
                </a:moveTo>
                <a:lnTo>
                  <a:pt x="4884133" y="2123826"/>
                </a:lnTo>
                <a:lnTo>
                  <a:pt x="4883636" y="2119481"/>
                </a:lnTo>
                <a:lnTo>
                  <a:pt x="4888312" y="2112267"/>
                </a:lnTo>
                <a:lnTo>
                  <a:pt x="4888573" y="2111865"/>
                </a:lnTo>
                <a:lnTo>
                  <a:pt x="4894043" y="2110681"/>
                </a:lnTo>
                <a:lnTo>
                  <a:pt x="4902266" y="2115965"/>
                </a:lnTo>
                <a:lnTo>
                  <a:pt x="4903442" y="2121524"/>
                </a:lnTo>
                <a:lnTo>
                  <a:pt x="4901063" y="2125236"/>
                </a:lnTo>
                <a:lnTo>
                  <a:pt x="4898117" y="2129703"/>
                </a:lnTo>
                <a:lnTo>
                  <a:pt x="4892599" y="2130931"/>
                </a:lnTo>
                <a:lnTo>
                  <a:pt x="4888532" y="2128238"/>
                </a:lnTo>
                <a:lnTo>
                  <a:pt x="4887888" y="2127845"/>
                </a:lnTo>
                <a:close/>
              </a:path>
              <a:path w="5142230" h="2300604">
                <a:moveTo>
                  <a:pt x="4648835" y="1974774"/>
                </a:moveTo>
                <a:lnTo>
                  <a:pt x="4645039" y="1970711"/>
                </a:lnTo>
                <a:lnTo>
                  <a:pt x="4644536" y="1966455"/>
                </a:lnTo>
                <a:lnTo>
                  <a:pt x="4646611" y="1963105"/>
                </a:lnTo>
                <a:lnTo>
                  <a:pt x="4649166" y="1958902"/>
                </a:lnTo>
                <a:lnTo>
                  <a:pt x="4654757" y="1957555"/>
                </a:lnTo>
                <a:lnTo>
                  <a:pt x="4663077" y="1962749"/>
                </a:lnTo>
                <a:lnTo>
                  <a:pt x="4664305" y="1968167"/>
                </a:lnTo>
                <a:lnTo>
                  <a:pt x="4661830" y="1972263"/>
                </a:lnTo>
                <a:lnTo>
                  <a:pt x="4659187" y="1976372"/>
                </a:lnTo>
                <a:lnTo>
                  <a:pt x="4653640" y="1977765"/>
                </a:lnTo>
                <a:lnTo>
                  <a:pt x="4648835" y="1974774"/>
                </a:lnTo>
                <a:close/>
              </a:path>
              <a:path w="5142230" h="2300604">
                <a:moveTo>
                  <a:pt x="2956107" y="503885"/>
                </a:moveTo>
                <a:lnTo>
                  <a:pt x="2952968" y="500525"/>
                </a:lnTo>
                <a:lnTo>
                  <a:pt x="2952242" y="496812"/>
                </a:lnTo>
                <a:lnTo>
                  <a:pt x="2953682" y="493466"/>
                </a:lnTo>
                <a:lnTo>
                  <a:pt x="2955582" y="488952"/>
                </a:lnTo>
                <a:lnTo>
                  <a:pt x="2960751" y="486863"/>
                </a:lnTo>
                <a:lnTo>
                  <a:pt x="2969822" y="490707"/>
                </a:lnTo>
                <a:lnTo>
                  <a:pt x="2971800" y="495756"/>
                </a:lnTo>
                <a:lnTo>
                  <a:pt x="2969963" y="500437"/>
                </a:lnTo>
                <a:lnTo>
                  <a:pt x="2968017" y="504903"/>
                </a:lnTo>
                <a:lnTo>
                  <a:pt x="2962851" y="506999"/>
                </a:lnTo>
                <a:lnTo>
                  <a:pt x="2958337" y="505097"/>
                </a:lnTo>
                <a:lnTo>
                  <a:pt x="2957172" y="504633"/>
                </a:lnTo>
                <a:lnTo>
                  <a:pt x="2956107" y="503885"/>
                </a:lnTo>
                <a:close/>
              </a:path>
              <a:path w="5142230" h="2300604">
                <a:moveTo>
                  <a:pt x="3083755" y="565262"/>
                </a:moveTo>
                <a:lnTo>
                  <a:pt x="3080562" y="561844"/>
                </a:lnTo>
                <a:lnTo>
                  <a:pt x="3079905" y="557719"/>
                </a:lnTo>
                <a:lnTo>
                  <a:pt x="3084180" y="549981"/>
                </a:lnTo>
                <a:lnTo>
                  <a:pt x="3089523" y="548369"/>
                </a:lnTo>
                <a:lnTo>
                  <a:pt x="3098138" y="553096"/>
                </a:lnTo>
                <a:lnTo>
                  <a:pt x="3099750" y="558438"/>
                </a:lnTo>
                <a:lnTo>
                  <a:pt x="3095019" y="567058"/>
                </a:lnTo>
                <a:lnTo>
                  <a:pt x="3089631" y="568622"/>
                </a:lnTo>
                <a:lnTo>
                  <a:pt x="3085371" y="566309"/>
                </a:lnTo>
                <a:lnTo>
                  <a:pt x="3084486" y="565849"/>
                </a:lnTo>
                <a:lnTo>
                  <a:pt x="3083755" y="565262"/>
                </a:lnTo>
                <a:close/>
              </a:path>
              <a:path w="5142230" h="2300604">
                <a:moveTo>
                  <a:pt x="4228795" y="1708798"/>
                </a:moveTo>
                <a:lnTo>
                  <a:pt x="4225098" y="1704840"/>
                </a:lnTo>
                <a:lnTo>
                  <a:pt x="4224651" y="1700352"/>
                </a:lnTo>
                <a:lnTo>
                  <a:pt x="4227032" y="1696840"/>
                </a:lnTo>
                <a:lnTo>
                  <a:pt x="4229767" y="1692733"/>
                </a:lnTo>
                <a:lnTo>
                  <a:pt x="4235327" y="1691739"/>
                </a:lnTo>
                <a:lnTo>
                  <a:pt x="4243404" y="1697260"/>
                </a:lnTo>
                <a:lnTo>
                  <a:pt x="4244443" y="1702773"/>
                </a:lnTo>
                <a:lnTo>
                  <a:pt x="4238925" y="1710841"/>
                </a:lnTo>
                <a:lnTo>
                  <a:pt x="4233463" y="1711934"/>
                </a:lnTo>
                <a:lnTo>
                  <a:pt x="4229403" y="1709153"/>
                </a:lnTo>
                <a:lnTo>
                  <a:pt x="4228795" y="1708798"/>
                </a:lnTo>
                <a:close/>
              </a:path>
              <a:path w="5142230" h="2300604">
                <a:moveTo>
                  <a:pt x="4768660" y="2050748"/>
                </a:moveTo>
                <a:lnTo>
                  <a:pt x="4764869" y="2046690"/>
                </a:lnTo>
                <a:lnTo>
                  <a:pt x="4764372" y="2042345"/>
                </a:lnTo>
                <a:lnTo>
                  <a:pt x="4766396" y="2039233"/>
                </a:lnTo>
                <a:lnTo>
                  <a:pt x="4769081" y="2035167"/>
                </a:lnTo>
                <a:lnTo>
                  <a:pt x="4769345" y="2034768"/>
                </a:lnTo>
                <a:lnTo>
                  <a:pt x="4774815" y="2033584"/>
                </a:lnTo>
                <a:lnTo>
                  <a:pt x="4783043" y="2038873"/>
                </a:lnTo>
                <a:lnTo>
                  <a:pt x="4784222" y="2044437"/>
                </a:lnTo>
                <a:lnTo>
                  <a:pt x="4781795" y="2048096"/>
                </a:lnTo>
                <a:lnTo>
                  <a:pt x="4779149" y="2052202"/>
                </a:lnTo>
                <a:lnTo>
                  <a:pt x="4778889" y="2052607"/>
                </a:lnTo>
                <a:lnTo>
                  <a:pt x="4773418" y="2053790"/>
                </a:lnTo>
                <a:lnTo>
                  <a:pt x="4769308" y="2051147"/>
                </a:lnTo>
                <a:lnTo>
                  <a:pt x="4768660" y="2050748"/>
                </a:lnTo>
                <a:close/>
              </a:path>
              <a:path w="5142230" h="2300604">
                <a:moveTo>
                  <a:pt x="5006515" y="2204489"/>
                </a:moveTo>
                <a:lnTo>
                  <a:pt x="5003327" y="2201076"/>
                </a:lnTo>
                <a:lnTo>
                  <a:pt x="5002864" y="2196577"/>
                </a:lnTo>
                <a:lnTo>
                  <a:pt x="5007525" y="2189348"/>
                </a:lnTo>
                <a:lnTo>
                  <a:pt x="5007749" y="2189001"/>
                </a:lnTo>
                <a:lnTo>
                  <a:pt x="5013263" y="2187767"/>
                </a:lnTo>
                <a:lnTo>
                  <a:pt x="5017325" y="2190456"/>
                </a:lnTo>
                <a:lnTo>
                  <a:pt x="5021438" y="2193097"/>
                </a:lnTo>
                <a:lnTo>
                  <a:pt x="5022670" y="2198621"/>
                </a:lnTo>
                <a:lnTo>
                  <a:pt x="5020247" y="2202380"/>
                </a:lnTo>
                <a:lnTo>
                  <a:pt x="5017336" y="2206790"/>
                </a:lnTo>
                <a:lnTo>
                  <a:pt x="5011822" y="2208023"/>
                </a:lnTo>
                <a:lnTo>
                  <a:pt x="5007710" y="2205382"/>
                </a:lnTo>
                <a:lnTo>
                  <a:pt x="5006515" y="2204489"/>
                </a:lnTo>
                <a:close/>
              </a:path>
              <a:path w="5142230" h="2300604">
                <a:moveTo>
                  <a:pt x="2890391" y="477524"/>
                </a:moveTo>
                <a:lnTo>
                  <a:pt x="2887248" y="474159"/>
                </a:lnTo>
                <a:lnTo>
                  <a:pt x="2886429" y="470642"/>
                </a:lnTo>
                <a:lnTo>
                  <a:pt x="2887674" y="467379"/>
                </a:lnTo>
                <a:lnTo>
                  <a:pt x="2889388" y="462765"/>
                </a:lnTo>
                <a:lnTo>
                  <a:pt x="2894520" y="460436"/>
                </a:lnTo>
                <a:lnTo>
                  <a:pt x="2899081" y="462192"/>
                </a:lnTo>
                <a:lnTo>
                  <a:pt x="2903701" y="463912"/>
                </a:lnTo>
                <a:lnTo>
                  <a:pt x="2906028" y="469043"/>
                </a:lnTo>
                <a:lnTo>
                  <a:pt x="2904308" y="473654"/>
                </a:lnTo>
                <a:lnTo>
                  <a:pt x="2902554" y="478224"/>
                </a:lnTo>
                <a:lnTo>
                  <a:pt x="2897421" y="480553"/>
                </a:lnTo>
                <a:lnTo>
                  <a:pt x="2892856" y="478791"/>
                </a:lnTo>
                <a:lnTo>
                  <a:pt x="2891502" y="478321"/>
                </a:lnTo>
                <a:lnTo>
                  <a:pt x="2890391" y="477524"/>
                </a:lnTo>
                <a:close/>
              </a:path>
              <a:path w="5142230" h="2300604">
                <a:moveTo>
                  <a:pt x="4287885" y="1748298"/>
                </a:moveTo>
                <a:lnTo>
                  <a:pt x="4284136" y="1744285"/>
                </a:lnTo>
                <a:lnTo>
                  <a:pt x="4283685" y="1739894"/>
                </a:lnTo>
                <a:lnTo>
                  <a:pt x="4285978" y="1736382"/>
                </a:lnTo>
                <a:lnTo>
                  <a:pt x="4288666" y="1732319"/>
                </a:lnTo>
                <a:lnTo>
                  <a:pt x="4294179" y="1731186"/>
                </a:lnTo>
                <a:lnTo>
                  <a:pt x="4302352" y="1736609"/>
                </a:lnTo>
                <a:lnTo>
                  <a:pt x="4303489" y="1742030"/>
                </a:lnTo>
                <a:lnTo>
                  <a:pt x="4300792" y="1746183"/>
                </a:lnTo>
                <a:lnTo>
                  <a:pt x="4298105" y="1750246"/>
                </a:lnTo>
                <a:lnTo>
                  <a:pt x="4292596" y="1751384"/>
                </a:lnTo>
                <a:lnTo>
                  <a:pt x="4288533" y="1748696"/>
                </a:lnTo>
                <a:lnTo>
                  <a:pt x="4287885" y="1748298"/>
                </a:lnTo>
                <a:close/>
              </a:path>
              <a:path w="5142230" h="2300604">
                <a:moveTo>
                  <a:pt x="3020695" y="533043"/>
                </a:moveTo>
                <a:lnTo>
                  <a:pt x="3017552" y="529678"/>
                </a:lnTo>
                <a:lnTo>
                  <a:pt x="3016788" y="525735"/>
                </a:lnTo>
                <a:lnTo>
                  <a:pt x="3018461" y="522346"/>
                </a:lnTo>
                <a:lnTo>
                  <a:pt x="3020543" y="517926"/>
                </a:lnTo>
                <a:lnTo>
                  <a:pt x="3025851" y="516082"/>
                </a:lnTo>
                <a:lnTo>
                  <a:pt x="3034719" y="520297"/>
                </a:lnTo>
                <a:lnTo>
                  <a:pt x="3036574" y="525605"/>
                </a:lnTo>
                <a:lnTo>
                  <a:pt x="3032308" y="534430"/>
                </a:lnTo>
                <a:lnTo>
                  <a:pt x="3027004" y="536280"/>
                </a:lnTo>
                <a:lnTo>
                  <a:pt x="3022586" y="534189"/>
                </a:lnTo>
                <a:lnTo>
                  <a:pt x="3021564" y="533682"/>
                </a:lnTo>
                <a:lnTo>
                  <a:pt x="3020695" y="533043"/>
                </a:lnTo>
                <a:close/>
              </a:path>
              <a:path w="5142230" h="2300604">
                <a:moveTo>
                  <a:pt x="4113181" y="1626965"/>
                </a:moveTo>
                <a:lnTo>
                  <a:pt x="4109105" y="1622601"/>
                </a:lnTo>
                <a:lnTo>
                  <a:pt x="4108767" y="1618040"/>
                </a:lnTo>
                <a:lnTo>
                  <a:pt x="4111342" y="1614539"/>
                </a:lnTo>
                <a:lnTo>
                  <a:pt x="4114214" y="1610578"/>
                </a:lnTo>
                <a:lnTo>
                  <a:pt x="4119762" y="1609769"/>
                </a:lnTo>
                <a:lnTo>
                  <a:pt x="4123723" y="1612643"/>
                </a:lnTo>
                <a:lnTo>
                  <a:pt x="4127688" y="1615613"/>
                </a:lnTo>
                <a:lnTo>
                  <a:pt x="4128491" y="1621164"/>
                </a:lnTo>
                <a:lnTo>
                  <a:pt x="4125571" y="1625079"/>
                </a:lnTo>
                <a:lnTo>
                  <a:pt x="4122697" y="1629042"/>
                </a:lnTo>
                <a:lnTo>
                  <a:pt x="4117094" y="1629884"/>
                </a:lnTo>
                <a:lnTo>
                  <a:pt x="4113181" y="1626965"/>
                </a:lnTo>
                <a:close/>
              </a:path>
              <a:path w="5142230" h="2300604">
                <a:moveTo>
                  <a:pt x="2756116" y="432115"/>
                </a:moveTo>
                <a:lnTo>
                  <a:pt x="2753023" y="428804"/>
                </a:lnTo>
                <a:lnTo>
                  <a:pt x="2752144" y="425517"/>
                </a:lnTo>
                <a:lnTo>
                  <a:pt x="2753102" y="422339"/>
                </a:lnTo>
                <a:lnTo>
                  <a:pt x="2754534" y="417714"/>
                </a:lnTo>
                <a:lnTo>
                  <a:pt x="2759489" y="415003"/>
                </a:lnTo>
                <a:lnTo>
                  <a:pt x="2764159" y="416484"/>
                </a:lnTo>
                <a:lnTo>
                  <a:pt x="2768833" y="417871"/>
                </a:lnTo>
                <a:lnTo>
                  <a:pt x="2771495" y="422871"/>
                </a:lnTo>
                <a:lnTo>
                  <a:pt x="2770109" y="427545"/>
                </a:lnTo>
                <a:lnTo>
                  <a:pt x="2768623" y="432211"/>
                </a:lnTo>
                <a:lnTo>
                  <a:pt x="2763722" y="434881"/>
                </a:lnTo>
                <a:lnTo>
                  <a:pt x="2757456" y="432963"/>
                </a:lnTo>
                <a:lnTo>
                  <a:pt x="2756116" y="432115"/>
                </a:lnTo>
                <a:close/>
              </a:path>
              <a:path w="5142230" h="2300604">
                <a:moveTo>
                  <a:pt x="2823645" y="453677"/>
                </a:moveTo>
                <a:lnTo>
                  <a:pt x="2820553" y="450366"/>
                </a:lnTo>
                <a:lnTo>
                  <a:pt x="2819676" y="446985"/>
                </a:lnTo>
                <a:lnTo>
                  <a:pt x="2822353" y="439097"/>
                </a:lnTo>
                <a:lnTo>
                  <a:pt x="2827348" y="436622"/>
                </a:lnTo>
                <a:lnTo>
                  <a:pt x="2836682" y="439774"/>
                </a:lnTo>
                <a:lnTo>
                  <a:pt x="2839157" y="444766"/>
                </a:lnTo>
                <a:lnTo>
                  <a:pt x="2836005" y="454102"/>
                </a:lnTo>
                <a:lnTo>
                  <a:pt x="2831012" y="456575"/>
                </a:lnTo>
                <a:lnTo>
                  <a:pt x="2826340" y="454996"/>
                </a:lnTo>
                <a:lnTo>
                  <a:pt x="2824897" y="454526"/>
                </a:lnTo>
                <a:lnTo>
                  <a:pt x="2823645" y="453677"/>
                </a:lnTo>
                <a:close/>
              </a:path>
              <a:path w="5142230" h="2300604">
                <a:moveTo>
                  <a:pt x="4708920" y="2012504"/>
                </a:moveTo>
                <a:lnTo>
                  <a:pt x="4705124" y="2008441"/>
                </a:lnTo>
                <a:lnTo>
                  <a:pt x="4704582" y="2004147"/>
                </a:lnTo>
                <a:lnTo>
                  <a:pt x="4706675" y="2000914"/>
                </a:lnTo>
                <a:lnTo>
                  <a:pt x="4709270" y="1996752"/>
                </a:lnTo>
                <a:lnTo>
                  <a:pt x="4709416" y="1996518"/>
                </a:lnTo>
                <a:lnTo>
                  <a:pt x="4714939" y="1995294"/>
                </a:lnTo>
                <a:lnTo>
                  <a:pt x="4719052" y="1997935"/>
                </a:lnTo>
                <a:lnTo>
                  <a:pt x="4723212" y="2000532"/>
                </a:lnTo>
                <a:lnTo>
                  <a:pt x="4724435" y="2006046"/>
                </a:lnTo>
                <a:lnTo>
                  <a:pt x="4721946" y="2009931"/>
                </a:lnTo>
                <a:lnTo>
                  <a:pt x="4719343" y="2014083"/>
                </a:lnTo>
                <a:lnTo>
                  <a:pt x="4719196" y="2014318"/>
                </a:lnTo>
                <a:lnTo>
                  <a:pt x="4713733" y="2015505"/>
                </a:lnTo>
                <a:lnTo>
                  <a:pt x="4708920" y="2012504"/>
                </a:lnTo>
                <a:close/>
              </a:path>
              <a:path w="5142230" h="2300604">
                <a:moveTo>
                  <a:pt x="3544145" y="1003751"/>
                </a:moveTo>
                <a:lnTo>
                  <a:pt x="3540311" y="999646"/>
                </a:lnTo>
                <a:lnTo>
                  <a:pt x="3537419" y="995672"/>
                </a:lnTo>
                <a:lnTo>
                  <a:pt x="3538367" y="990139"/>
                </a:lnTo>
                <a:lnTo>
                  <a:pt x="3546301" y="984362"/>
                </a:lnTo>
                <a:lnTo>
                  <a:pt x="3551841" y="985305"/>
                </a:lnTo>
                <a:lnTo>
                  <a:pt x="3557567" y="993196"/>
                </a:lnTo>
                <a:lnTo>
                  <a:pt x="3556674" y="998787"/>
                </a:lnTo>
                <a:lnTo>
                  <a:pt x="3552752" y="1001629"/>
                </a:lnTo>
                <a:lnTo>
                  <a:pt x="3549024" y="1004281"/>
                </a:lnTo>
                <a:lnTo>
                  <a:pt x="3544145" y="1003751"/>
                </a:lnTo>
                <a:close/>
              </a:path>
              <a:path w="5142230" h="2300604">
                <a:moveTo>
                  <a:pt x="4000883" y="1539303"/>
                </a:moveTo>
                <a:lnTo>
                  <a:pt x="3997044" y="1535193"/>
                </a:lnTo>
                <a:lnTo>
                  <a:pt x="3996842" y="1530285"/>
                </a:lnTo>
                <a:lnTo>
                  <a:pt x="3999649" y="1526842"/>
                </a:lnTo>
                <a:lnTo>
                  <a:pt x="4002798" y="1523078"/>
                </a:lnTo>
                <a:lnTo>
                  <a:pt x="4008390" y="1522511"/>
                </a:lnTo>
                <a:lnTo>
                  <a:pt x="4012206" y="1525622"/>
                </a:lnTo>
                <a:lnTo>
                  <a:pt x="4015967" y="1528765"/>
                </a:lnTo>
                <a:lnTo>
                  <a:pt x="4016437" y="1534352"/>
                </a:lnTo>
                <a:lnTo>
                  <a:pt x="4013386" y="1538125"/>
                </a:lnTo>
                <a:lnTo>
                  <a:pt x="4010236" y="1541889"/>
                </a:lnTo>
                <a:lnTo>
                  <a:pt x="4004646" y="1542453"/>
                </a:lnTo>
                <a:lnTo>
                  <a:pt x="4000883" y="1539303"/>
                </a:lnTo>
                <a:close/>
              </a:path>
              <a:path w="5142230" h="2300604">
                <a:moveTo>
                  <a:pt x="3946009" y="1492488"/>
                </a:moveTo>
                <a:lnTo>
                  <a:pt x="3942916" y="1489177"/>
                </a:lnTo>
                <a:lnTo>
                  <a:pt x="3942809" y="1483980"/>
                </a:lnTo>
                <a:lnTo>
                  <a:pt x="3945850" y="1480492"/>
                </a:lnTo>
                <a:lnTo>
                  <a:pt x="3949095" y="1476830"/>
                </a:lnTo>
                <a:lnTo>
                  <a:pt x="3954724" y="1476503"/>
                </a:lnTo>
                <a:lnTo>
                  <a:pt x="3962057" y="1482984"/>
                </a:lnTo>
                <a:lnTo>
                  <a:pt x="3962380" y="1488608"/>
                </a:lnTo>
                <a:lnTo>
                  <a:pt x="3955904" y="1495946"/>
                </a:lnTo>
                <a:lnTo>
                  <a:pt x="3950321" y="1496322"/>
                </a:lnTo>
                <a:lnTo>
                  <a:pt x="3946009" y="1492488"/>
                </a:lnTo>
                <a:close/>
              </a:path>
              <a:path w="5142230" h="2300604">
                <a:moveTo>
                  <a:pt x="4347509" y="1787005"/>
                </a:moveTo>
                <a:lnTo>
                  <a:pt x="4343764" y="1782997"/>
                </a:lnTo>
                <a:lnTo>
                  <a:pt x="4343267" y="1778650"/>
                </a:lnTo>
                <a:lnTo>
                  <a:pt x="4345244" y="1775488"/>
                </a:lnTo>
                <a:lnTo>
                  <a:pt x="4348106" y="1771025"/>
                </a:lnTo>
                <a:lnTo>
                  <a:pt x="4353624" y="1769797"/>
                </a:lnTo>
                <a:lnTo>
                  <a:pt x="4361847" y="1775081"/>
                </a:lnTo>
                <a:lnTo>
                  <a:pt x="4363077" y="1780598"/>
                </a:lnTo>
                <a:lnTo>
                  <a:pt x="4357963" y="1788516"/>
                </a:lnTo>
                <a:lnTo>
                  <a:pt x="4357739" y="1788863"/>
                </a:lnTo>
                <a:lnTo>
                  <a:pt x="4352275" y="1790050"/>
                </a:lnTo>
                <a:lnTo>
                  <a:pt x="4347509" y="1787005"/>
                </a:lnTo>
                <a:close/>
              </a:path>
              <a:path w="5142230" h="2300604">
                <a:moveTo>
                  <a:pt x="4056441" y="1583919"/>
                </a:moveTo>
                <a:lnTo>
                  <a:pt x="4052507" y="1579707"/>
                </a:lnTo>
                <a:lnTo>
                  <a:pt x="4052166" y="1574947"/>
                </a:lnTo>
                <a:lnTo>
                  <a:pt x="4054925" y="1571447"/>
                </a:lnTo>
                <a:lnTo>
                  <a:pt x="4057890" y="1567581"/>
                </a:lnTo>
                <a:lnTo>
                  <a:pt x="4063482" y="1566923"/>
                </a:lnTo>
                <a:lnTo>
                  <a:pt x="4067352" y="1569892"/>
                </a:lnTo>
                <a:lnTo>
                  <a:pt x="4071208" y="1572946"/>
                </a:lnTo>
                <a:lnTo>
                  <a:pt x="4071917" y="1578492"/>
                </a:lnTo>
                <a:lnTo>
                  <a:pt x="4068907" y="1582309"/>
                </a:lnTo>
                <a:lnTo>
                  <a:pt x="4065898" y="1586225"/>
                </a:lnTo>
                <a:lnTo>
                  <a:pt x="4060304" y="1586885"/>
                </a:lnTo>
                <a:lnTo>
                  <a:pt x="4056441" y="1583919"/>
                </a:lnTo>
                <a:close/>
              </a:path>
              <a:path w="5142230" h="2300604">
                <a:moveTo>
                  <a:pt x="3502127" y="946553"/>
                </a:moveTo>
                <a:lnTo>
                  <a:pt x="3498396" y="942559"/>
                </a:lnTo>
                <a:lnTo>
                  <a:pt x="3495505" y="938586"/>
                </a:lnTo>
                <a:lnTo>
                  <a:pt x="3496264" y="933046"/>
                </a:lnTo>
                <a:lnTo>
                  <a:pt x="3504107" y="927171"/>
                </a:lnTo>
                <a:lnTo>
                  <a:pt x="3509699" y="927974"/>
                </a:lnTo>
                <a:lnTo>
                  <a:pt x="3515568" y="935823"/>
                </a:lnTo>
                <a:lnTo>
                  <a:pt x="3514768" y="941419"/>
                </a:lnTo>
                <a:lnTo>
                  <a:pt x="3510844" y="944354"/>
                </a:lnTo>
                <a:lnTo>
                  <a:pt x="3507161" y="947055"/>
                </a:lnTo>
                <a:lnTo>
                  <a:pt x="3502127" y="946553"/>
                </a:lnTo>
                <a:close/>
              </a:path>
              <a:path w="5142230" h="2300604">
                <a:moveTo>
                  <a:pt x="3314468" y="728954"/>
                </a:moveTo>
                <a:lnTo>
                  <a:pt x="3310819" y="725048"/>
                </a:lnTo>
                <a:lnTo>
                  <a:pt x="3310811" y="719861"/>
                </a:lnTo>
                <a:lnTo>
                  <a:pt x="3313997" y="716428"/>
                </a:lnTo>
                <a:lnTo>
                  <a:pt x="3317279" y="712805"/>
                </a:lnTo>
                <a:lnTo>
                  <a:pt x="3322905" y="712571"/>
                </a:lnTo>
                <a:lnTo>
                  <a:pt x="3330091" y="719290"/>
                </a:lnTo>
                <a:lnTo>
                  <a:pt x="3330326" y="724915"/>
                </a:lnTo>
                <a:lnTo>
                  <a:pt x="3323658" y="732048"/>
                </a:lnTo>
                <a:lnTo>
                  <a:pt x="3318031" y="732282"/>
                </a:lnTo>
                <a:lnTo>
                  <a:pt x="3314468" y="728954"/>
                </a:lnTo>
                <a:close/>
              </a:path>
              <a:path w="5142230" h="2300604">
                <a:moveTo>
                  <a:pt x="3367657" y="782083"/>
                </a:moveTo>
                <a:lnTo>
                  <a:pt x="3360918" y="774869"/>
                </a:lnTo>
                <a:lnTo>
                  <a:pt x="3361152" y="769350"/>
                </a:lnTo>
                <a:lnTo>
                  <a:pt x="3368269" y="762601"/>
                </a:lnTo>
                <a:lnTo>
                  <a:pt x="3373932" y="762798"/>
                </a:lnTo>
                <a:lnTo>
                  <a:pt x="3380628" y="769966"/>
                </a:lnTo>
                <a:lnTo>
                  <a:pt x="3380430" y="775620"/>
                </a:lnTo>
                <a:lnTo>
                  <a:pt x="3373264" y="782315"/>
                </a:lnTo>
                <a:lnTo>
                  <a:pt x="3367657" y="782083"/>
                </a:lnTo>
                <a:close/>
              </a:path>
              <a:path w="5142230" h="2300604">
                <a:moveTo>
                  <a:pt x="3894051" y="1444883"/>
                </a:moveTo>
                <a:lnTo>
                  <a:pt x="3890449" y="1441026"/>
                </a:lnTo>
                <a:lnTo>
                  <a:pt x="3890444" y="1435743"/>
                </a:lnTo>
                <a:lnTo>
                  <a:pt x="3893769" y="1432363"/>
                </a:lnTo>
                <a:lnTo>
                  <a:pt x="3897147" y="1428843"/>
                </a:lnTo>
                <a:lnTo>
                  <a:pt x="3902764" y="1428699"/>
                </a:lnTo>
                <a:lnTo>
                  <a:pt x="3909805" y="1435453"/>
                </a:lnTo>
                <a:lnTo>
                  <a:pt x="3909948" y="1441081"/>
                </a:lnTo>
                <a:lnTo>
                  <a:pt x="3903144" y="1448168"/>
                </a:lnTo>
                <a:lnTo>
                  <a:pt x="3897572" y="1448260"/>
                </a:lnTo>
                <a:lnTo>
                  <a:pt x="3894051" y="1444883"/>
                </a:lnTo>
                <a:close/>
              </a:path>
              <a:path w="5142230" h="2300604">
                <a:moveTo>
                  <a:pt x="3459011" y="890232"/>
                </a:moveTo>
                <a:lnTo>
                  <a:pt x="3455412" y="886380"/>
                </a:lnTo>
                <a:lnTo>
                  <a:pt x="3452382" y="882454"/>
                </a:lnTo>
                <a:lnTo>
                  <a:pt x="3453044" y="876905"/>
                </a:lnTo>
                <a:lnTo>
                  <a:pt x="3455717" y="874784"/>
                </a:lnTo>
                <a:lnTo>
                  <a:pt x="3456872" y="873868"/>
                </a:lnTo>
                <a:lnTo>
                  <a:pt x="3460802" y="870844"/>
                </a:lnTo>
                <a:lnTo>
                  <a:pt x="3466346" y="871500"/>
                </a:lnTo>
                <a:lnTo>
                  <a:pt x="3469336" y="875382"/>
                </a:lnTo>
                <a:lnTo>
                  <a:pt x="3472363" y="879211"/>
                </a:lnTo>
                <a:lnTo>
                  <a:pt x="3471752" y="884813"/>
                </a:lnTo>
                <a:lnTo>
                  <a:pt x="3467874" y="887797"/>
                </a:lnTo>
                <a:lnTo>
                  <a:pt x="3465185" y="889902"/>
                </a:lnTo>
                <a:lnTo>
                  <a:pt x="3464184" y="890687"/>
                </a:lnTo>
                <a:lnTo>
                  <a:pt x="3459011" y="890232"/>
                </a:lnTo>
                <a:close/>
              </a:path>
              <a:path w="5142230" h="2300604">
                <a:moveTo>
                  <a:pt x="3414376" y="835221"/>
                </a:moveTo>
                <a:lnTo>
                  <a:pt x="3410873" y="831471"/>
                </a:lnTo>
                <a:lnTo>
                  <a:pt x="3407738" y="827725"/>
                </a:lnTo>
                <a:lnTo>
                  <a:pt x="3408218" y="822081"/>
                </a:lnTo>
                <a:lnTo>
                  <a:pt x="3414985" y="816420"/>
                </a:lnTo>
                <a:lnTo>
                  <a:pt x="3415701" y="815821"/>
                </a:lnTo>
                <a:lnTo>
                  <a:pt x="3421306" y="816246"/>
                </a:lnTo>
                <a:lnTo>
                  <a:pt x="3427612" y="823779"/>
                </a:lnTo>
                <a:lnTo>
                  <a:pt x="3427132" y="829422"/>
                </a:lnTo>
                <a:lnTo>
                  <a:pt x="3420364" y="835083"/>
                </a:lnTo>
                <a:lnTo>
                  <a:pt x="3419751" y="835596"/>
                </a:lnTo>
                <a:lnTo>
                  <a:pt x="3414376" y="835221"/>
                </a:lnTo>
                <a:close/>
              </a:path>
              <a:path w="5142230" h="2300604">
                <a:moveTo>
                  <a:pt x="3799496" y="1344737"/>
                </a:moveTo>
                <a:lnTo>
                  <a:pt x="3796039" y="1341037"/>
                </a:lnTo>
                <a:lnTo>
                  <a:pt x="3792809" y="1337288"/>
                </a:lnTo>
                <a:lnTo>
                  <a:pt x="3793241" y="1331689"/>
                </a:lnTo>
                <a:lnTo>
                  <a:pt x="3800125" y="1325765"/>
                </a:lnTo>
                <a:lnTo>
                  <a:pt x="3800681" y="1325287"/>
                </a:lnTo>
                <a:lnTo>
                  <a:pt x="3806285" y="1325712"/>
                </a:lnTo>
                <a:lnTo>
                  <a:pt x="3812684" y="1333148"/>
                </a:lnTo>
                <a:lnTo>
                  <a:pt x="3812261" y="1338757"/>
                </a:lnTo>
                <a:lnTo>
                  <a:pt x="3805370" y="1344673"/>
                </a:lnTo>
                <a:lnTo>
                  <a:pt x="3804912" y="1345065"/>
                </a:lnTo>
                <a:lnTo>
                  <a:pt x="3799496" y="1344737"/>
                </a:lnTo>
                <a:close/>
              </a:path>
              <a:path w="5142230" h="2300604">
                <a:moveTo>
                  <a:pt x="3710456" y="1233982"/>
                </a:moveTo>
                <a:lnTo>
                  <a:pt x="3706720" y="1229983"/>
                </a:lnTo>
                <a:lnTo>
                  <a:pt x="3703780" y="1226054"/>
                </a:lnTo>
                <a:lnTo>
                  <a:pt x="3704540" y="1220514"/>
                </a:lnTo>
                <a:lnTo>
                  <a:pt x="3708413" y="1217525"/>
                </a:lnTo>
                <a:lnTo>
                  <a:pt x="3712337" y="1214590"/>
                </a:lnTo>
                <a:lnTo>
                  <a:pt x="3717888" y="1215349"/>
                </a:lnTo>
                <a:lnTo>
                  <a:pt x="3720869" y="1219222"/>
                </a:lnTo>
                <a:lnTo>
                  <a:pt x="3723808" y="1223151"/>
                </a:lnTo>
                <a:lnTo>
                  <a:pt x="3723048" y="1228691"/>
                </a:lnTo>
                <a:lnTo>
                  <a:pt x="3719172" y="1231682"/>
                </a:lnTo>
                <a:lnTo>
                  <a:pt x="3715485" y="1234478"/>
                </a:lnTo>
                <a:lnTo>
                  <a:pt x="3710456" y="1233982"/>
                </a:lnTo>
                <a:close/>
              </a:path>
              <a:path w="5142230" h="2300604">
                <a:moveTo>
                  <a:pt x="4588501" y="1937360"/>
                </a:moveTo>
                <a:lnTo>
                  <a:pt x="4584698" y="1933288"/>
                </a:lnTo>
                <a:lnTo>
                  <a:pt x="4584204" y="1929047"/>
                </a:lnTo>
                <a:lnTo>
                  <a:pt x="4586354" y="1925578"/>
                </a:lnTo>
                <a:lnTo>
                  <a:pt x="4588905" y="1921369"/>
                </a:lnTo>
                <a:lnTo>
                  <a:pt x="4594146" y="1920140"/>
                </a:lnTo>
                <a:lnTo>
                  <a:pt x="4594372" y="1920087"/>
                </a:lnTo>
                <a:lnTo>
                  <a:pt x="4598533" y="1922683"/>
                </a:lnTo>
                <a:lnTo>
                  <a:pt x="4602741" y="1925236"/>
                </a:lnTo>
                <a:lnTo>
                  <a:pt x="4604023" y="1930713"/>
                </a:lnTo>
                <a:lnTo>
                  <a:pt x="4598868" y="1938973"/>
                </a:lnTo>
                <a:lnTo>
                  <a:pt x="4593403" y="1940359"/>
                </a:lnTo>
                <a:lnTo>
                  <a:pt x="4589243" y="1937763"/>
                </a:lnTo>
                <a:lnTo>
                  <a:pt x="4588501" y="1937360"/>
                </a:lnTo>
                <a:close/>
              </a:path>
              <a:path w="5142230" h="2300604">
                <a:moveTo>
                  <a:pt x="4406900" y="1824580"/>
                </a:moveTo>
                <a:lnTo>
                  <a:pt x="4403712" y="1821166"/>
                </a:lnTo>
                <a:lnTo>
                  <a:pt x="4403202" y="1816712"/>
                </a:lnTo>
                <a:lnTo>
                  <a:pt x="4407837" y="1809260"/>
                </a:lnTo>
                <a:lnTo>
                  <a:pt x="4407948" y="1809082"/>
                </a:lnTo>
                <a:lnTo>
                  <a:pt x="4413466" y="1807854"/>
                </a:lnTo>
                <a:lnTo>
                  <a:pt x="4421786" y="1813048"/>
                </a:lnTo>
                <a:lnTo>
                  <a:pt x="4423014" y="1818566"/>
                </a:lnTo>
                <a:lnTo>
                  <a:pt x="4420485" y="1822503"/>
                </a:lnTo>
                <a:lnTo>
                  <a:pt x="4417882" y="1826656"/>
                </a:lnTo>
                <a:lnTo>
                  <a:pt x="4417771" y="1826834"/>
                </a:lnTo>
                <a:lnTo>
                  <a:pt x="4412298" y="1828111"/>
                </a:lnTo>
                <a:lnTo>
                  <a:pt x="4408189" y="1825467"/>
                </a:lnTo>
                <a:lnTo>
                  <a:pt x="4407544" y="1825074"/>
                </a:lnTo>
                <a:lnTo>
                  <a:pt x="4406900" y="1824580"/>
                </a:lnTo>
                <a:close/>
              </a:path>
              <a:path w="5142230" h="2300604">
                <a:moveTo>
                  <a:pt x="3585570" y="1061487"/>
                </a:moveTo>
                <a:lnTo>
                  <a:pt x="3581640" y="1057280"/>
                </a:lnTo>
                <a:lnTo>
                  <a:pt x="3578748" y="1053307"/>
                </a:lnTo>
                <a:lnTo>
                  <a:pt x="3579696" y="1047773"/>
                </a:lnTo>
                <a:lnTo>
                  <a:pt x="3587726" y="1042098"/>
                </a:lnTo>
                <a:lnTo>
                  <a:pt x="3593220" y="1042992"/>
                </a:lnTo>
                <a:lnTo>
                  <a:pt x="3598895" y="1051023"/>
                </a:lnTo>
                <a:lnTo>
                  <a:pt x="3598001" y="1056515"/>
                </a:lnTo>
                <a:lnTo>
                  <a:pt x="3594031" y="1059401"/>
                </a:lnTo>
                <a:lnTo>
                  <a:pt x="3590303" y="1061962"/>
                </a:lnTo>
                <a:lnTo>
                  <a:pt x="3585570" y="1061487"/>
                </a:lnTo>
                <a:close/>
              </a:path>
              <a:path w="5142230" h="2300604">
                <a:moveTo>
                  <a:pt x="3626705" y="1119306"/>
                </a:moveTo>
                <a:lnTo>
                  <a:pt x="3622819" y="1115145"/>
                </a:lnTo>
                <a:lnTo>
                  <a:pt x="3619930" y="1111169"/>
                </a:lnTo>
                <a:lnTo>
                  <a:pt x="3620873" y="1105631"/>
                </a:lnTo>
                <a:lnTo>
                  <a:pt x="3624843" y="1102745"/>
                </a:lnTo>
                <a:lnTo>
                  <a:pt x="3628862" y="1099912"/>
                </a:lnTo>
                <a:lnTo>
                  <a:pt x="3634399" y="1100857"/>
                </a:lnTo>
                <a:lnTo>
                  <a:pt x="3637232" y="1104868"/>
                </a:lnTo>
                <a:lnTo>
                  <a:pt x="3640078" y="1108793"/>
                </a:lnTo>
                <a:lnTo>
                  <a:pt x="3639135" y="1114331"/>
                </a:lnTo>
                <a:lnTo>
                  <a:pt x="3635165" y="1117217"/>
                </a:lnTo>
                <a:lnTo>
                  <a:pt x="3631489" y="1119830"/>
                </a:lnTo>
                <a:lnTo>
                  <a:pt x="3626705" y="1119306"/>
                </a:lnTo>
                <a:close/>
              </a:path>
              <a:path w="5142230" h="2300604">
                <a:moveTo>
                  <a:pt x="3668119" y="1176930"/>
                </a:moveTo>
                <a:lnTo>
                  <a:pt x="3664285" y="1172825"/>
                </a:lnTo>
                <a:lnTo>
                  <a:pt x="3661402" y="1168861"/>
                </a:lnTo>
                <a:lnTo>
                  <a:pt x="3662295" y="1163270"/>
                </a:lnTo>
                <a:lnTo>
                  <a:pt x="3670191" y="1157547"/>
                </a:lnTo>
                <a:lnTo>
                  <a:pt x="3675779" y="1158444"/>
                </a:lnTo>
                <a:lnTo>
                  <a:pt x="3681505" y="1166335"/>
                </a:lnTo>
                <a:lnTo>
                  <a:pt x="3680657" y="1171876"/>
                </a:lnTo>
                <a:lnTo>
                  <a:pt x="3676728" y="1174806"/>
                </a:lnTo>
                <a:lnTo>
                  <a:pt x="3673054" y="1177426"/>
                </a:lnTo>
                <a:lnTo>
                  <a:pt x="3668119" y="1176930"/>
                </a:lnTo>
                <a:close/>
              </a:path>
              <a:path w="5142230" h="2300604">
                <a:moveTo>
                  <a:pt x="4467130" y="1862174"/>
                </a:moveTo>
                <a:lnTo>
                  <a:pt x="4463946" y="1858765"/>
                </a:lnTo>
                <a:lnTo>
                  <a:pt x="4463388" y="1854355"/>
                </a:lnTo>
                <a:lnTo>
                  <a:pt x="4468127" y="1846723"/>
                </a:lnTo>
                <a:lnTo>
                  <a:pt x="4473377" y="1845498"/>
                </a:lnTo>
                <a:lnTo>
                  <a:pt x="4473600" y="1845446"/>
                </a:lnTo>
                <a:lnTo>
                  <a:pt x="4477760" y="1848043"/>
                </a:lnTo>
                <a:lnTo>
                  <a:pt x="4481970" y="1850593"/>
                </a:lnTo>
                <a:lnTo>
                  <a:pt x="4483253" y="1856070"/>
                </a:lnTo>
                <a:lnTo>
                  <a:pt x="4478055" y="1864386"/>
                </a:lnTo>
                <a:lnTo>
                  <a:pt x="4472628" y="1865712"/>
                </a:lnTo>
                <a:lnTo>
                  <a:pt x="4467774" y="1862668"/>
                </a:lnTo>
                <a:lnTo>
                  <a:pt x="4467130" y="1862174"/>
                </a:lnTo>
                <a:close/>
              </a:path>
              <a:path w="5142230" h="2300604">
                <a:moveTo>
                  <a:pt x="3754057" y="1290039"/>
                </a:moveTo>
                <a:lnTo>
                  <a:pt x="3750458" y="1286187"/>
                </a:lnTo>
                <a:lnTo>
                  <a:pt x="3747422" y="1282349"/>
                </a:lnTo>
                <a:lnTo>
                  <a:pt x="3748038" y="1276752"/>
                </a:lnTo>
                <a:lnTo>
                  <a:pt x="3750786" y="1274515"/>
                </a:lnTo>
                <a:lnTo>
                  <a:pt x="3751825" y="1273670"/>
                </a:lnTo>
                <a:lnTo>
                  <a:pt x="3754610" y="1271473"/>
                </a:lnTo>
                <a:lnTo>
                  <a:pt x="3755662" y="1270643"/>
                </a:lnTo>
                <a:lnTo>
                  <a:pt x="3761254" y="1271254"/>
                </a:lnTo>
                <a:lnTo>
                  <a:pt x="3764341" y="1275045"/>
                </a:lnTo>
                <a:lnTo>
                  <a:pt x="3767368" y="1278874"/>
                </a:lnTo>
                <a:lnTo>
                  <a:pt x="3766752" y="1284471"/>
                </a:lnTo>
                <a:lnTo>
                  <a:pt x="3764004" y="1286707"/>
                </a:lnTo>
                <a:lnTo>
                  <a:pt x="3762965" y="1287552"/>
                </a:lnTo>
                <a:lnTo>
                  <a:pt x="3760178" y="1289748"/>
                </a:lnTo>
                <a:lnTo>
                  <a:pt x="3759285" y="1290452"/>
                </a:lnTo>
                <a:lnTo>
                  <a:pt x="3754057" y="1290039"/>
                </a:lnTo>
                <a:close/>
              </a:path>
              <a:path w="5142230" h="2300604">
                <a:moveTo>
                  <a:pt x="3847122" y="1397676"/>
                </a:moveTo>
                <a:lnTo>
                  <a:pt x="3840431" y="1390514"/>
                </a:lnTo>
                <a:lnTo>
                  <a:pt x="3840624" y="1384854"/>
                </a:lnTo>
                <a:lnTo>
                  <a:pt x="3847834" y="1378207"/>
                </a:lnTo>
                <a:lnTo>
                  <a:pt x="3853356" y="1378348"/>
                </a:lnTo>
                <a:lnTo>
                  <a:pt x="3860052" y="1385516"/>
                </a:lnTo>
                <a:lnTo>
                  <a:pt x="3859856" y="1391077"/>
                </a:lnTo>
                <a:lnTo>
                  <a:pt x="3852735" y="1397820"/>
                </a:lnTo>
                <a:lnTo>
                  <a:pt x="3847122" y="1397676"/>
                </a:lnTo>
                <a:close/>
              </a:path>
              <a:path w="5142230" h="2300604">
                <a:moveTo>
                  <a:pt x="4527518" y="1899547"/>
                </a:moveTo>
                <a:lnTo>
                  <a:pt x="4524325" y="1896129"/>
                </a:lnTo>
                <a:lnTo>
                  <a:pt x="4523768" y="1891718"/>
                </a:lnTo>
                <a:lnTo>
                  <a:pt x="4528516" y="1884096"/>
                </a:lnTo>
                <a:lnTo>
                  <a:pt x="4533766" y="1882871"/>
                </a:lnTo>
                <a:lnTo>
                  <a:pt x="4533988" y="1882819"/>
                </a:lnTo>
                <a:lnTo>
                  <a:pt x="4538149" y="1885416"/>
                </a:lnTo>
                <a:lnTo>
                  <a:pt x="4542359" y="1887966"/>
                </a:lnTo>
                <a:lnTo>
                  <a:pt x="4543632" y="1893433"/>
                </a:lnTo>
                <a:lnTo>
                  <a:pt x="4538444" y="1901759"/>
                </a:lnTo>
                <a:lnTo>
                  <a:pt x="4532972" y="1903036"/>
                </a:lnTo>
                <a:lnTo>
                  <a:pt x="4528854" y="1900490"/>
                </a:lnTo>
                <a:lnTo>
                  <a:pt x="4528162" y="1900041"/>
                </a:lnTo>
                <a:lnTo>
                  <a:pt x="4527518" y="1899547"/>
                </a:lnTo>
                <a:close/>
              </a:path>
              <a:path w="5142230" h="2300604">
                <a:moveTo>
                  <a:pt x="3260903" y="682659"/>
                </a:moveTo>
                <a:lnTo>
                  <a:pt x="3257295" y="678796"/>
                </a:lnTo>
                <a:lnTo>
                  <a:pt x="3257040" y="673932"/>
                </a:lnTo>
                <a:lnTo>
                  <a:pt x="3259901" y="670447"/>
                </a:lnTo>
                <a:lnTo>
                  <a:pt x="3262907" y="666625"/>
                </a:lnTo>
                <a:lnTo>
                  <a:pt x="3268549" y="666020"/>
                </a:lnTo>
                <a:lnTo>
                  <a:pt x="3276175" y="672227"/>
                </a:lnTo>
                <a:lnTo>
                  <a:pt x="3276789" y="677772"/>
                </a:lnTo>
                <a:lnTo>
                  <a:pt x="3270582" y="685397"/>
                </a:lnTo>
                <a:lnTo>
                  <a:pt x="3265037" y="686011"/>
                </a:lnTo>
                <a:lnTo>
                  <a:pt x="3260903" y="682659"/>
                </a:lnTo>
                <a:close/>
              </a:path>
              <a:path w="5142230" h="2300604">
                <a:moveTo>
                  <a:pt x="2271908" y="322069"/>
                </a:moveTo>
                <a:lnTo>
                  <a:pt x="2268765" y="318704"/>
                </a:lnTo>
                <a:lnTo>
                  <a:pt x="2267869" y="315889"/>
                </a:lnTo>
                <a:lnTo>
                  <a:pt x="2269264" y="308194"/>
                </a:lnTo>
                <a:lnTo>
                  <a:pt x="2273899" y="305042"/>
                </a:lnTo>
                <a:lnTo>
                  <a:pt x="2283569" y="306792"/>
                </a:lnTo>
                <a:lnTo>
                  <a:pt x="2286716" y="311431"/>
                </a:lnTo>
                <a:lnTo>
                  <a:pt x="2284971" y="321097"/>
                </a:lnTo>
                <a:lnTo>
                  <a:pt x="2280332" y="324244"/>
                </a:lnTo>
                <a:lnTo>
                  <a:pt x="2273528" y="323021"/>
                </a:lnTo>
                <a:lnTo>
                  <a:pt x="2271908" y="322069"/>
                </a:lnTo>
                <a:close/>
              </a:path>
              <a:path w="5142230" h="2300604">
                <a:moveTo>
                  <a:pt x="2411402" y="348722"/>
                </a:moveTo>
                <a:lnTo>
                  <a:pt x="2408300" y="345402"/>
                </a:lnTo>
                <a:lnTo>
                  <a:pt x="2407412" y="342496"/>
                </a:lnTo>
                <a:lnTo>
                  <a:pt x="2408902" y="334805"/>
                </a:lnTo>
                <a:lnTo>
                  <a:pt x="2413631" y="331656"/>
                </a:lnTo>
                <a:lnTo>
                  <a:pt x="2423200" y="333592"/>
                </a:lnTo>
                <a:lnTo>
                  <a:pt x="2426342" y="338226"/>
                </a:lnTo>
                <a:lnTo>
                  <a:pt x="2424413" y="347891"/>
                </a:lnTo>
                <a:lnTo>
                  <a:pt x="2419728" y="350989"/>
                </a:lnTo>
                <a:lnTo>
                  <a:pt x="2414899" y="350022"/>
                </a:lnTo>
                <a:lnTo>
                  <a:pt x="2413022" y="349674"/>
                </a:lnTo>
                <a:lnTo>
                  <a:pt x="2411402" y="348722"/>
                </a:lnTo>
                <a:close/>
              </a:path>
              <a:path w="5142230" h="2300604">
                <a:moveTo>
                  <a:pt x="2480976" y="362987"/>
                </a:moveTo>
                <a:lnTo>
                  <a:pt x="2477878" y="359672"/>
                </a:lnTo>
                <a:lnTo>
                  <a:pt x="2476940" y="356713"/>
                </a:lnTo>
                <a:lnTo>
                  <a:pt x="2477606" y="353808"/>
                </a:lnTo>
                <a:lnTo>
                  <a:pt x="2478568" y="348974"/>
                </a:lnTo>
                <a:lnTo>
                  <a:pt x="2483303" y="345929"/>
                </a:lnTo>
                <a:lnTo>
                  <a:pt x="2492865" y="347954"/>
                </a:lnTo>
                <a:lnTo>
                  <a:pt x="2495963" y="352639"/>
                </a:lnTo>
                <a:lnTo>
                  <a:pt x="2494902" y="357466"/>
                </a:lnTo>
                <a:lnTo>
                  <a:pt x="2493935" y="362295"/>
                </a:lnTo>
                <a:lnTo>
                  <a:pt x="2489204" y="365345"/>
                </a:lnTo>
                <a:lnTo>
                  <a:pt x="2484423" y="364332"/>
                </a:lnTo>
                <a:lnTo>
                  <a:pt x="2482550" y="363891"/>
                </a:lnTo>
                <a:lnTo>
                  <a:pt x="2480976" y="362987"/>
                </a:lnTo>
                <a:close/>
              </a:path>
              <a:path w="5142230" h="2300604">
                <a:moveTo>
                  <a:pt x="2550328" y="378189"/>
                </a:moveTo>
                <a:lnTo>
                  <a:pt x="2547231" y="374873"/>
                </a:lnTo>
                <a:lnTo>
                  <a:pt x="2546289" y="371909"/>
                </a:lnTo>
                <a:lnTo>
                  <a:pt x="2548069" y="364138"/>
                </a:lnTo>
                <a:lnTo>
                  <a:pt x="2552844" y="361138"/>
                </a:lnTo>
                <a:lnTo>
                  <a:pt x="2557622" y="362244"/>
                </a:lnTo>
                <a:lnTo>
                  <a:pt x="2562354" y="363302"/>
                </a:lnTo>
                <a:lnTo>
                  <a:pt x="2565355" y="368078"/>
                </a:lnTo>
                <a:lnTo>
                  <a:pt x="2564248" y="372856"/>
                </a:lnTo>
                <a:lnTo>
                  <a:pt x="2563190" y="377588"/>
                </a:lnTo>
                <a:lnTo>
                  <a:pt x="2558414" y="380589"/>
                </a:lnTo>
                <a:lnTo>
                  <a:pt x="2551854" y="379138"/>
                </a:lnTo>
                <a:lnTo>
                  <a:pt x="2550328" y="378189"/>
                </a:lnTo>
                <a:close/>
              </a:path>
              <a:path w="5142230" h="2300604">
                <a:moveTo>
                  <a:pt x="3204512" y="640182"/>
                </a:moveTo>
                <a:lnTo>
                  <a:pt x="3200810" y="636219"/>
                </a:lnTo>
                <a:lnTo>
                  <a:pt x="3200463" y="631647"/>
                </a:lnTo>
                <a:lnTo>
                  <a:pt x="3202849" y="628140"/>
                </a:lnTo>
                <a:lnTo>
                  <a:pt x="3205718" y="624172"/>
                </a:lnTo>
                <a:lnTo>
                  <a:pt x="3211275" y="623181"/>
                </a:lnTo>
                <a:lnTo>
                  <a:pt x="3219301" y="628842"/>
                </a:lnTo>
                <a:lnTo>
                  <a:pt x="3220199" y="634395"/>
                </a:lnTo>
                <a:lnTo>
                  <a:pt x="3217366" y="638402"/>
                </a:lnTo>
                <a:lnTo>
                  <a:pt x="3214592" y="642372"/>
                </a:lnTo>
                <a:lnTo>
                  <a:pt x="3209035" y="643363"/>
                </a:lnTo>
                <a:lnTo>
                  <a:pt x="3204512" y="640182"/>
                </a:lnTo>
                <a:close/>
              </a:path>
              <a:path w="5142230" h="2300604">
                <a:moveTo>
                  <a:pt x="2619357" y="394607"/>
                </a:moveTo>
                <a:lnTo>
                  <a:pt x="2616259" y="391291"/>
                </a:lnTo>
                <a:lnTo>
                  <a:pt x="2615324" y="388238"/>
                </a:lnTo>
                <a:lnTo>
                  <a:pt x="2617288" y="380468"/>
                </a:lnTo>
                <a:lnTo>
                  <a:pt x="2618569" y="379688"/>
                </a:lnTo>
                <a:lnTo>
                  <a:pt x="2622181" y="377592"/>
                </a:lnTo>
                <a:lnTo>
                  <a:pt x="2631610" y="379964"/>
                </a:lnTo>
                <a:lnTo>
                  <a:pt x="2634516" y="384737"/>
                </a:lnTo>
                <a:lnTo>
                  <a:pt x="2633315" y="389511"/>
                </a:lnTo>
                <a:lnTo>
                  <a:pt x="2632158" y="394236"/>
                </a:lnTo>
                <a:lnTo>
                  <a:pt x="2627296" y="397143"/>
                </a:lnTo>
                <a:lnTo>
                  <a:pt x="2622567" y="395991"/>
                </a:lnTo>
                <a:lnTo>
                  <a:pt x="2620837" y="395507"/>
                </a:lnTo>
                <a:lnTo>
                  <a:pt x="2619357" y="394607"/>
                </a:lnTo>
                <a:close/>
              </a:path>
              <a:path w="5142230" h="2300604">
                <a:moveTo>
                  <a:pt x="5125739" y="2281581"/>
                </a:moveTo>
                <a:lnTo>
                  <a:pt x="5122545" y="2278163"/>
                </a:lnTo>
                <a:lnTo>
                  <a:pt x="5122083" y="2273664"/>
                </a:lnTo>
                <a:lnTo>
                  <a:pt x="5126745" y="2266436"/>
                </a:lnTo>
                <a:lnTo>
                  <a:pt x="5126968" y="2266088"/>
                </a:lnTo>
                <a:lnTo>
                  <a:pt x="5132491" y="2264864"/>
                </a:lnTo>
                <a:lnTo>
                  <a:pt x="5136553" y="2267552"/>
                </a:lnTo>
                <a:lnTo>
                  <a:pt x="5140711" y="2270242"/>
                </a:lnTo>
                <a:lnTo>
                  <a:pt x="5131041" y="2285110"/>
                </a:lnTo>
                <a:lnTo>
                  <a:pt x="5126931" y="2282467"/>
                </a:lnTo>
                <a:lnTo>
                  <a:pt x="5125739" y="2281581"/>
                </a:lnTo>
                <a:close/>
              </a:path>
              <a:path w="5142230" h="2300604">
                <a:moveTo>
                  <a:pt x="3144957" y="600771"/>
                </a:moveTo>
                <a:lnTo>
                  <a:pt x="3141769" y="597357"/>
                </a:lnTo>
                <a:lnTo>
                  <a:pt x="3141211" y="592947"/>
                </a:lnTo>
                <a:lnTo>
                  <a:pt x="3146000" y="585268"/>
                </a:lnTo>
                <a:lnTo>
                  <a:pt x="3151477" y="583997"/>
                </a:lnTo>
                <a:lnTo>
                  <a:pt x="3159797" y="589190"/>
                </a:lnTo>
                <a:lnTo>
                  <a:pt x="3161071" y="594657"/>
                </a:lnTo>
                <a:lnTo>
                  <a:pt x="3155878" y="602978"/>
                </a:lnTo>
                <a:lnTo>
                  <a:pt x="3150406" y="604255"/>
                </a:lnTo>
                <a:lnTo>
                  <a:pt x="3145601" y="601265"/>
                </a:lnTo>
                <a:lnTo>
                  <a:pt x="3144957" y="600771"/>
                </a:lnTo>
                <a:close/>
              </a:path>
              <a:path w="5142230" h="2300604">
                <a:moveTo>
                  <a:pt x="5066699" y="2243505"/>
                </a:moveTo>
                <a:lnTo>
                  <a:pt x="5062945" y="2239486"/>
                </a:lnTo>
                <a:lnTo>
                  <a:pt x="5062448" y="2235141"/>
                </a:lnTo>
                <a:lnTo>
                  <a:pt x="5064480" y="2232038"/>
                </a:lnTo>
                <a:lnTo>
                  <a:pt x="5067125" y="2227929"/>
                </a:lnTo>
                <a:lnTo>
                  <a:pt x="5067384" y="2227525"/>
                </a:lnTo>
                <a:lnTo>
                  <a:pt x="5072855" y="2226341"/>
                </a:lnTo>
                <a:lnTo>
                  <a:pt x="5081119" y="2231669"/>
                </a:lnTo>
                <a:lnTo>
                  <a:pt x="5082303" y="2237137"/>
                </a:lnTo>
                <a:lnTo>
                  <a:pt x="5079876" y="2240897"/>
                </a:lnTo>
                <a:lnTo>
                  <a:pt x="5077193" y="2244963"/>
                </a:lnTo>
                <a:lnTo>
                  <a:pt x="5076928" y="2245363"/>
                </a:lnTo>
                <a:lnTo>
                  <a:pt x="5071458" y="2246547"/>
                </a:lnTo>
                <a:lnTo>
                  <a:pt x="5067348" y="2243904"/>
                </a:lnTo>
                <a:lnTo>
                  <a:pt x="5066699" y="2243505"/>
                </a:lnTo>
                <a:close/>
              </a:path>
              <a:path w="5142230" h="2300604">
                <a:moveTo>
                  <a:pt x="2341658" y="335155"/>
                </a:moveTo>
                <a:lnTo>
                  <a:pt x="2338566" y="331844"/>
                </a:lnTo>
                <a:lnTo>
                  <a:pt x="2337624" y="328980"/>
                </a:lnTo>
                <a:lnTo>
                  <a:pt x="2339114" y="321288"/>
                </a:lnTo>
                <a:lnTo>
                  <a:pt x="2343753" y="318141"/>
                </a:lnTo>
                <a:lnTo>
                  <a:pt x="2348581" y="319009"/>
                </a:lnTo>
                <a:lnTo>
                  <a:pt x="2353370" y="319932"/>
                </a:lnTo>
                <a:lnTo>
                  <a:pt x="2356562" y="324620"/>
                </a:lnTo>
                <a:lnTo>
                  <a:pt x="2354721" y="334183"/>
                </a:lnTo>
                <a:lnTo>
                  <a:pt x="2350038" y="337380"/>
                </a:lnTo>
                <a:lnTo>
                  <a:pt x="2345254" y="336462"/>
                </a:lnTo>
                <a:lnTo>
                  <a:pt x="2343327" y="336062"/>
                </a:lnTo>
                <a:lnTo>
                  <a:pt x="2341658" y="335155"/>
                </a:lnTo>
                <a:close/>
              </a:path>
              <a:path w="5142230" h="2300604">
                <a:moveTo>
                  <a:pt x="2132245" y="296212"/>
                </a:moveTo>
                <a:lnTo>
                  <a:pt x="2129148" y="292897"/>
                </a:lnTo>
                <a:lnTo>
                  <a:pt x="2128158" y="290078"/>
                </a:lnTo>
                <a:lnTo>
                  <a:pt x="2129647" y="282386"/>
                </a:lnTo>
                <a:lnTo>
                  <a:pt x="2134241" y="279190"/>
                </a:lnTo>
                <a:lnTo>
                  <a:pt x="2143903" y="281030"/>
                </a:lnTo>
                <a:lnTo>
                  <a:pt x="2147099" y="285624"/>
                </a:lnTo>
                <a:lnTo>
                  <a:pt x="2145259" y="295286"/>
                </a:lnTo>
                <a:lnTo>
                  <a:pt x="2140620" y="298433"/>
                </a:lnTo>
                <a:lnTo>
                  <a:pt x="2133910" y="297213"/>
                </a:lnTo>
                <a:lnTo>
                  <a:pt x="2132245" y="296212"/>
                </a:lnTo>
                <a:close/>
              </a:path>
              <a:path w="5142230" h="2300604">
                <a:moveTo>
                  <a:pt x="2202052" y="309163"/>
                </a:moveTo>
                <a:lnTo>
                  <a:pt x="2198950" y="305843"/>
                </a:lnTo>
                <a:lnTo>
                  <a:pt x="2198059" y="303032"/>
                </a:lnTo>
                <a:lnTo>
                  <a:pt x="2199454" y="295337"/>
                </a:lnTo>
                <a:lnTo>
                  <a:pt x="2204043" y="292137"/>
                </a:lnTo>
                <a:lnTo>
                  <a:pt x="2208881" y="293014"/>
                </a:lnTo>
                <a:lnTo>
                  <a:pt x="2213665" y="293932"/>
                </a:lnTo>
                <a:lnTo>
                  <a:pt x="2216901" y="298570"/>
                </a:lnTo>
                <a:lnTo>
                  <a:pt x="2215988" y="303359"/>
                </a:lnTo>
                <a:lnTo>
                  <a:pt x="2215115" y="308192"/>
                </a:lnTo>
                <a:lnTo>
                  <a:pt x="2210517" y="311382"/>
                </a:lnTo>
                <a:lnTo>
                  <a:pt x="2203717" y="310164"/>
                </a:lnTo>
                <a:lnTo>
                  <a:pt x="2202052" y="309163"/>
                </a:lnTo>
                <a:close/>
              </a:path>
            </a:pathLst>
          </a:custGeom>
          <a:solidFill>
            <a:srgbClr val="FABE04"/>
          </a:solidFill>
        </p:spPr>
        <p:txBody>
          <a:bodyPr wrap="square" lIns="0" tIns="0" rIns="0" bIns="0" rtlCol="0"/>
          <a:lstStyle/>
          <a:p>
            <a:endParaRPr/>
          </a:p>
        </p:txBody>
      </p:sp>
      <p:sp>
        <p:nvSpPr>
          <p:cNvPr id="14" name="object 14"/>
          <p:cNvSpPr txBox="1"/>
          <p:nvPr/>
        </p:nvSpPr>
        <p:spPr>
          <a:xfrm>
            <a:off x="13811310" y="2759095"/>
            <a:ext cx="1578610" cy="460375"/>
          </a:xfrm>
          <a:prstGeom prst="rect">
            <a:avLst/>
          </a:prstGeom>
        </p:spPr>
        <p:txBody>
          <a:bodyPr vert="horz" wrap="square" lIns="0" tIns="12700" rIns="0" bIns="0" rtlCol="0">
            <a:spAutoFit/>
          </a:bodyPr>
          <a:lstStyle/>
          <a:p>
            <a:pPr marL="12700">
              <a:lnSpc>
                <a:spcPct val="100000"/>
              </a:lnSpc>
              <a:spcBef>
                <a:spcPts val="100"/>
              </a:spcBef>
            </a:pPr>
            <a:r>
              <a:rPr sz="2850" spc="-40" dirty="0">
                <a:latin typeface="Verdana"/>
                <a:cs typeface="Verdana"/>
              </a:rPr>
              <a:t>About</a:t>
            </a:r>
            <a:r>
              <a:rPr sz="2850" spc="-225" dirty="0">
                <a:latin typeface="Verdana"/>
                <a:cs typeface="Verdana"/>
              </a:rPr>
              <a:t> </a:t>
            </a:r>
            <a:r>
              <a:rPr sz="2850" spc="-25" dirty="0">
                <a:latin typeface="Verdana"/>
                <a:cs typeface="Verdana"/>
              </a:rPr>
              <a:t>us</a:t>
            </a:r>
            <a:endParaRPr sz="2850" dirty="0">
              <a:latin typeface="Verdana"/>
              <a:cs typeface="Verdana"/>
            </a:endParaRPr>
          </a:p>
        </p:txBody>
      </p:sp>
      <p:sp>
        <p:nvSpPr>
          <p:cNvPr id="15" name="object 15"/>
          <p:cNvSpPr txBox="1"/>
          <p:nvPr/>
        </p:nvSpPr>
        <p:spPr>
          <a:xfrm>
            <a:off x="11838559" y="1322213"/>
            <a:ext cx="3111026" cy="451406"/>
          </a:xfrm>
          <a:prstGeom prst="rect">
            <a:avLst/>
          </a:prstGeom>
        </p:spPr>
        <p:txBody>
          <a:bodyPr vert="horz" wrap="square" lIns="0" tIns="12700" rIns="0" bIns="0" rtlCol="0">
            <a:spAutoFit/>
          </a:bodyPr>
          <a:lstStyle/>
          <a:p>
            <a:pPr marL="12700">
              <a:lnSpc>
                <a:spcPct val="100000"/>
              </a:lnSpc>
              <a:spcBef>
                <a:spcPts val="100"/>
              </a:spcBef>
            </a:pPr>
            <a:r>
              <a:rPr lang="en-IN" sz="2850" spc="-30" dirty="0" smtClean="0">
                <a:solidFill>
                  <a:srgbClr val="FFFFFF"/>
                </a:solidFill>
                <a:latin typeface="Verdana"/>
                <a:cs typeface="Verdana"/>
              </a:rPr>
              <a:t>Output:</a:t>
            </a:r>
            <a:endParaRPr sz="2850" dirty="0">
              <a:latin typeface="Verdana"/>
              <a:cs typeface="Verdana"/>
            </a:endParaRPr>
          </a:p>
        </p:txBody>
      </p:sp>
      <p:sp>
        <p:nvSpPr>
          <p:cNvPr id="16" name="object 16"/>
          <p:cNvSpPr txBox="1"/>
          <p:nvPr/>
        </p:nvSpPr>
        <p:spPr>
          <a:xfrm>
            <a:off x="703732" y="1322213"/>
            <a:ext cx="10287000" cy="997709"/>
          </a:xfrm>
          <a:prstGeom prst="rect">
            <a:avLst/>
          </a:prstGeom>
        </p:spPr>
        <p:txBody>
          <a:bodyPr vert="horz" wrap="square" lIns="0" tIns="12700" rIns="0" bIns="0" rtlCol="0">
            <a:spAutoFit/>
          </a:bodyPr>
          <a:lstStyle/>
          <a:p>
            <a:pPr marL="12700">
              <a:lnSpc>
                <a:spcPct val="100000"/>
              </a:lnSpc>
              <a:spcBef>
                <a:spcPts val="100"/>
              </a:spcBef>
            </a:pPr>
            <a:r>
              <a:rPr lang="en-IN" sz="3200" dirty="0" smtClean="0">
                <a:latin typeface="Trebuchet MS"/>
                <a:cs typeface="Trebuchet MS"/>
              </a:rPr>
              <a:t>9.</a:t>
            </a:r>
            <a:r>
              <a:rPr lang="en-US" sz="3200" dirty="0" smtClean="0">
                <a:latin typeface="Trebuchet MS"/>
                <a:cs typeface="Trebuchet MS"/>
              </a:rPr>
              <a:t>Get the top 5 customers by total spending on 'Accessories'.</a:t>
            </a:r>
            <a:endParaRPr sz="3200" dirty="0">
              <a:latin typeface="Trebuchet MS"/>
              <a:cs typeface="Trebuchet MS"/>
            </a:endParaRPr>
          </a:p>
        </p:txBody>
      </p:sp>
      <p:pic>
        <p:nvPicPr>
          <p:cNvPr id="819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1" y="3390899"/>
            <a:ext cx="9569824" cy="46790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566112" y="3226194"/>
            <a:ext cx="4785608" cy="42429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 name="object 16"/>
          <p:cNvSpPr txBox="1"/>
          <p:nvPr/>
        </p:nvSpPr>
        <p:spPr>
          <a:xfrm>
            <a:off x="769463" y="445412"/>
            <a:ext cx="10287000" cy="505267"/>
          </a:xfrm>
          <a:prstGeom prst="rect">
            <a:avLst/>
          </a:prstGeom>
        </p:spPr>
        <p:txBody>
          <a:bodyPr vert="horz" wrap="square" lIns="0" tIns="12700" rIns="0" bIns="0" rtlCol="0">
            <a:spAutoFit/>
          </a:bodyPr>
          <a:lstStyle/>
          <a:p>
            <a:pPr marL="12700">
              <a:lnSpc>
                <a:spcPct val="100000"/>
              </a:lnSpc>
              <a:spcBef>
                <a:spcPts val="100"/>
              </a:spcBef>
            </a:pPr>
            <a:r>
              <a:rPr lang="en-IN" sz="3200" dirty="0" smtClean="0">
                <a:solidFill>
                  <a:schemeClr val="tx2">
                    <a:lumMod val="50000"/>
                  </a:schemeClr>
                </a:solidFill>
                <a:latin typeface="Stencil" pitchFamily="82" charset="0"/>
                <a:cs typeface="Trebuchet MS"/>
              </a:rPr>
              <a:t>E-Commerce Database Management System</a:t>
            </a:r>
            <a:endParaRPr sz="3200" dirty="0">
              <a:solidFill>
                <a:schemeClr val="tx2">
                  <a:lumMod val="50000"/>
                </a:schemeClr>
              </a:solidFill>
              <a:latin typeface="Stencil" pitchFamily="82" charset="0"/>
              <a:cs typeface="Trebuchet MS"/>
            </a:endParaRPr>
          </a:p>
        </p:txBody>
      </p:sp>
    </p:spTree>
    <p:extLst>
      <p:ext uri="{BB962C8B-B14F-4D97-AF65-F5344CB8AC3E}">
        <p14:creationId xmlns:p14="http://schemas.microsoft.com/office/powerpoint/2010/main" val="37243314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6553200" cy="10287000"/>
          </a:xfrm>
          <a:custGeom>
            <a:avLst/>
            <a:gdLst/>
            <a:ahLst/>
            <a:cxnLst/>
            <a:rect l="l" t="t" r="r" b="b"/>
            <a:pathLst>
              <a:path w="9732010" h="10287000">
                <a:moveTo>
                  <a:pt x="9731471" y="10286999"/>
                </a:moveTo>
                <a:lnTo>
                  <a:pt x="0" y="10286999"/>
                </a:lnTo>
                <a:lnTo>
                  <a:pt x="0" y="0"/>
                </a:lnTo>
                <a:lnTo>
                  <a:pt x="9731471" y="0"/>
                </a:lnTo>
                <a:lnTo>
                  <a:pt x="9731471" y="10286999"/>
                </a:lnTo>
                <a:close/>
              </a:path>
            </a:pathLst>
          </a:custGeom>
          <a:solidFill>
            <a:srgbClr val="000000"/>
          </a:solidFill>
        </p:spPr>
        <p:txBody>
          <a:bodyPr wrap="square" lIns="0" tIns="0" rIns="0" bIns="0" rtlCol="0"/>
          <a:lstStyle/>
          <a:p>
            <a:endParaRPr/>
          </a:p>
        </p:txBody>
      </p:sp>
      <p:sp>
        <p:nvSpPr>
          <p:cNvPr id="9" name="object 9"/>
          <p:cNvSpPr txBox="1"/>
          <p:nvPr/>
        </p:nvSpPr>
        <p:spPr>
          <a:xfrm>
            <a:off x="7467600" y="266700"/>
            <a:ext cx="1423035" cy="460375"/>
          </a:xfrm>
          <a:prstGeom prst="rect">
            <a:avLst/>
          </a:prstGeom>
        </p:spPr>
        <p:txBody>
          <a:bodyPr vert="horz" wrap="square" lIns="0" tIns="12700" rIns="0" bIns="0" rtlCol="0">
            <a:spAutoFit/>
          </a:bodyPr>
          <a:lstStyle/>
          <a:p>
            <a:pPr marL="12700">
              <a:lnSpc>
                <a:spcPct val="100000"/>
              </a:lnSpc>
              <a:spcBef>
                <a:spcPts val="100"/>
              </a:spcBef>
            </a:pPr>
            <a:r>
              <a:rPr sz="2850" spc="-45" dirty="0">
                <a:solidFill>
                  <a:srgbClr val="FFFFFF"/>
                </a:solidFill>
                <a:latin typeface="Verdana"/>
                <a:cs typeface="Verdana"/>
              </a:rPr>
              <a:t>Borcelle</a:t>
            </a:r>
            <a:endParaRPr sz="2850" dirty="0">
              <a:latin typeface="Verdana"/>
              <a:cs typeface="Verdana"/>
            </a:endParaRPr>
          </a:p>
        </p:txBody>
      </p:sp>
      <p:sp>
        <p:nvSpPr>
          <p:cNvPr id="14" name="object 6"/>
          <p:cNvSpPr/>
          <p:nvPr/>
        </p:nvSpPr>
        <p:spPr>
          <a:xfrm>
            <a:off x="7167282" y="1091670"/>
            <a:ext cx="10282518" cy="1461030"/>
          </a:xfrm>
          <a:custGeom>
            <a:avLst/>
            <a:gdLst/>
            <a:ahLst/>
            <a:cxnLst/>
            <a:rect l="l" t="t" r="r" b="b"/>
            <a:pathLst>
              <a:path w="5956934" h="993775">
                <a:moveTo>
                  <a:pt x="5956567" y="993408"/>
                </a:moveTo>
                <a:lnTo>
                  <a:pt x="0" y="993408"/>
                </a:lnTo>
                <a:lnTo>
                  <a:pt x="0" y="0"/>
                </a:lnTo>
                <a:lnTo>
                  <a:pt x="5956567" y="0"/>
                </a:lnTo>
                <a:lnTo>
                  <a:pt x="5956567" y="993408"/>
                </a:lnTo>
                <a:close/>
              </a:path>
            </a:pathLst>
          </a:custGeom>
          <a:solidFill>
            <a:srgbClr val="FABE04"/>
          </a:solidFill>
        </p:spPr>
        <p:txBody>
          <a:bodyPr wrap="square" lIns="0" tIns="0" rIns="0" bIns="0" rtlCol="0"/>
          <a:lstStyle/>
          <a:p>
            <a:endParaRPr/>
          </a:p>
        </p:txBody>
      </p:sp>
      <p:sp>
        <p:nvSpPr>
          <p:cNvPr id="15" name="object 16"/>
          <p:cNvSpPr txBox="1"/>
          <p:nvPr/>
        </p:nvSpPr>
        <p:spPr>
          <a:xfrm>
            <a:off x="7162800" y="1091670"/>
            <a:ext cx="10287000" cy="1502976"/>
          </a:xfrm>
          <a:prstGeom prst="rect">
            <a:avLst/>
          </a:prstGeom>
        </p:spPr>
        <p:txBody>
          <a:bodyPr vert="horz" wrap="square" lIns="0" tIns="12700" rIns="0" bIns="0" rtlCol="0">
            <a:spAutoFit/>
          </a:bodyPr>
          <a:lstStyle/>
          <a:p>
            <a:pPr marL="12700">
              <a:lnSpc>
                <a:spcPct val="100000"/>
              </a:lnSpc>
              <a:spcBef>
                <a:spcPts val="100"/>
              </a:spcBef>
            </a:pPr>
            <a:r>
              <a:rPr lang="en-US" sz="3200" dirty="0" smtClean="0">
                <a:latin typeface="Trebuchet MS"/>
                <a:cs typeface="Trebuchet MS"/>
              </a:rPr>
              <a:t>10. List all customers and the products they have purchased, showing only those who have ordered more than two products.</a:t>
            </a:r>
            <a:endParaRPr sz="3200" dirty="0">
              <a:latin typeface="Trebuchet MS"/>
              <a:cs typeface="Trebuchet MS"/>
            </a:endParaRPr>
          </a:p>
        </p:txBody>
      </p:sp>
      <p:pic>
        <p:nvPicPr>
          <p:cNvPr id="16" name="object 4"/>
          <p:cNvPicPr/>
          <p:nvPr/>
        </p:nvPicPr>
        <p:blipFill>
          <a:blip r:embed="rId2" cstate="print"/>
          <a:stretch>
            <a:fillRect/>
          </a:stretch>
        </p:blipFill>
        <p:spPr>
          <a:xfrm>
            <a:off x="0" y="33618"/>
            <a:ext cx="6407534" cy="4488501"/>
          </a:xfrm>
          <a:prstGeom prst="rect">
            <a:avLst/>
          </a:prstGeom>
        </p:spPr>
      </p:pic>
      <p:sp>
        <p:nvSpPr>
          <p:cNvPr id="18" name="object 15"/>
          <p:cNvSpPr txBox="1"/>
          <p:nvPr/>
        </p:nvSpPr>
        <p:spPr>
          <a:xfrm>
            <a:off x="197960" y="1091670"/>
            <a:ext cx="3111026" cy="451406"/>
          </a:xfrm>
          <a:prstGeom prst="rect">
            <a:avLst/>
          </a:prstGeom>
        </p:spPr>
        <p:txBody>
          <a:bodyPr vert="horz" wrap="square" lIns="0" tIns="12700" rIns="0" bIns="0" rtlCol="0">
            <a:spAutoFit/>
          </a:bodyPr>
          <a:lstStyle/>
          <a:p>
            <a:pPr marL="12700">
              <a:lnSpc>
                <a:spcPct val="100000"/>
              </a:lnSpc>
              <a:spcBef>
                <a:spcPts val="100"/>
              </a:spcBef>
            </a:pPr>
            <a:r>
              <a:rPr lang="en-IN" sz="2850" spc="-30" dirty="0" smtClean="0">
                <a:solidFill>
                  <a:srgbClr val="FFFFFF"/>
                </a:solidFill>
                <a:latin typeface="Verdana"/>
                <a:cs typeface="Verdana"/>
              </a:rPr>
              <a:t> Output:</a:t>
            </a:r>
            <a:endParaRPr sz="2850" dirty="0">
              <a:latin typeface="Verdana"/>
              <a:cs typeface="Verdana"/>
            </a:endParaRPr>
          </a:p>
        </p:txBody>
      </p:sp>
      <p:sp>
        <p:nvSpPr>
          <p:cNvPr id="17" name="object 10"/>
          <p:cNvSpPr/>
          <p:nvPr/>
        </p:nvSpPr>
        <p:spPr>
          <a:xfrm>
            <a:off x="6557682" y="7857015"/>
            <a:ext cx="5142230" cy="2300605"/>
          </a:xfrm>
          <a:custGeom>
            <a:avLst/>
            <a:gdLst/>
            <a:ahLst/>
            <a:cxnLst/>
            <a:rect l="l" t="t" r="r" b="b"/>
            <a:pathLst>
              <a:path w="5142230" h="2300604">
                <a:moveTo>
                  <a:pt x="304967" y="2237500"/>
                </a:moveTo>
                <a:lnTo>
                  <a:pt x="298355" y="2230422"/>
                </a:lnTo>
                <a:lnTo>
                  <a:pt x="293162" y="2223494"/>
                </a:lnTo>
                <a:lnTo>
                  <a:pt x="294632" y="2213729"/>
                </a:lnTo>
                <a:lnTo>
                  <a:pt x="301555" y="2208540"/>
                </a:lnTo>
                <a:lnTo>
                  <a:pt x="308528" y="2203396"/>
                </a:lnTo>
                <a:lnTo>
                  <a:pt x="318303" y="2204857"/>
                </a:lnTo>
                <a:lnTo>
                  <a:pt x="328644" y="2218664"/>
                </a:lnTo>
                <a:lnTo>
                  <a:pt x="327174" y="2228428"/>
                </a:lnTo>
                <a:lnTo>
                  <a:pt x="313802" y="2238454"/>
                </a:lnTo>
                <a:lnTo>
                  <a:pt x="304967" y="2237500"/>
                </a:lnTo>
                <a:close/>
              </a:path>
              <a:path w="5142230" h="2300604">
                <a:moveTo>
                  <a:pt x="345873" y="2295168"/>
                </a:moveTo>
                <a:lnTo>
                  <a:pt x="339536" y="2288385"/>
                </a:lnTo>
                <a:lnTo>
                  <a:pt x="334232" y="2280557"/>
                </a:lnTo>
                <a:lnTo>
                  <a:pt x="336075" y="2270800"/>
                </a:lnTo>
                <a:lnTo>
                  <a:pt x="343273" y="2265994"/>
                </a:lnTo>
                <a:lnTo>
                  <a:pt x="350420" y="2261133"/>
                </a:lnTo>
                <a:lnTo>
                  <a:pt x="360133" y="2263027"/>
                </a:lnTo>
                <a:lnTo>
                  <a:pt x="369795" y="2277377"/>
                </a:lnTo>
                <a:lnTo>
                  <a:pt x="367906" y="2287085"/>
                </a:lnTo>
                <a:lnTo>
                  <a:pt x="360754" y="2291940"/>
                </a:lnTo>
                <a:lnTo>
                  <a:pt x="354281" y="2296252"/>
                </a:lnTo>
                <a:lnTo>
                  <a:pt x="345873" y="2295168"/>
                </a:lnTo>
                <a:close/>
              </a:path>
              <a:path w="5142230" h="2300604">
                <a:moveTo>
                  <a:pt x="216674" y="2126857"/>
                </a:moveTo>
                <a:lnTo>
                  <a:pt x="210431" y="2120173"/>
                </a:lnTo>
                <a:lnTo>
                  <a:pt x="204897" y="2113565"/>
                </a:lnTo>
                <a:lnTo>
                  <a:pt x="205751" y="2103727"/>
                </a:lnTo>
                <a:lnTo>
                  <a:pt x="211089" y="2099178"/>
                </a:lnTo>
                <a:lnTo>
                  <a:pt x="217693" y="2093638"/>
                </a:lnTo>
                <a:lnTo>
                  <a:pt x="218923" y="2092609"/>
                </a:lnTo>
                <a:lnTo>
                  <a:pt x="228810" y="2093417"/>
                </a:lnTo>
                <a:lnTo>
                  <a:pt x="239874" y="2106630"/>
                </a:lnTo>
                <a:lnTo>
                  <a:pt x="239066" y="2116517"/>
                </a:lnTo>
                <a:lnTo>
                  <a:pt x="233690" y="2121026"/>
                </a:lnTo>
                <a:lnTo>
                  <a:pt x="227112" y="2126593"/>
                </a:lnTo>
                <a:lnTo>
                  <a:pt x="226093" y="2127458"/>
                </a:lnTo>
                <a:lnTo>
                  <a:pt x="216674" y="2126857"/>
                </a:lnTo>
                <a:close/>
              </a:path>
              <a:path w="5142230" h="2300604">
                <a:moveTo>
                  <a:pt x="170491" y="2072921"/>
                </a:moveTo>
                <a:lnTo>
                  <a:pt x="164391" y="2066392"/>
                </a:lnTo>
                <a:lnTo>
                  <a:pt x="158759" y="2059875"/>
                </a:lnTo>
                <a:lnTo>
                  <a:pt x="159474" y="2049985"/>
                </a:lnTo>
                <a:lnTo>
                  <a:pt x="171650" y="2039463"/>
                </a:lnTo>
                <a:lnTo>
                  <a:pt x="172509" y="2038721"/>
                </a:lnTo>
                <a:lnTo>
                  <a:pt x="182344" y="2039386"/>
                </a:lnTo>
                <a:lnTo>
                  <a:pt x="193712" y="2052425"/>
                </a:lnTo>
                <a:lnTo>
                  <a:pt x="192998" y="2062315"/>
                </a:lnTo>
                <a:lnTo>
                  <a:pt x="180813" y="2072829"/>
                </a:lnTo>
                <a:lnTo>
                  <a:pt x="180055" y="2073483"/>
                </a:lnTo>
                <a:lnTo>
                  <a:pt x="170491" y="2072921"/>
                </a:lnTo>
                <a:close/>
              </a:path>
              <a:path w="5142230" h="2300604">
                <a:moveTo>
                  <a:pt x="123927" y="2019460"/>
                </a:moveTo>
                <a:lnTo>
                  <a:pt x="117817" y="2012919"/>
                </a:lnTo>
                <a:lnTo>
                  <a:pt x="112095" y="2006403"/>
                </a:lnTo>
                <a:lnTo>
                  <a:pt x="112761" y="1996559"/>
                </a:lnTo>
                <a:lnTo>
                  <a:pt x="124997" y="1985807"/>
                </a:lnTo>
                <a:lnTo>
                  <a:pt x="125749" y="1985147"/>
                </a:lnTo>
                <a:lnTo>
                  <a:pt x="135644" y="1985866"/>
                </a:lnTo>
                <a:lnTo>
                  <a:pt x="147005" y="1998810"/>
                </a:lnTo>
                <a:lnTo>
                  <a:pt x="146381" y="2008698"/>
                </a:lnTo>
                <a:lnTo>
                  <a:pt x="139819" y="2014381"/>
                </a:lnTo>
                <a:lnTo>
                  <a:pt x="134097" y="2019398"/>
                </a:lnTo>
                <a:lnTo>
                  <a:pt x="133444" y="2019971"/>
                </a:lnTo>
                <a:lnTo>
                  <a:pt x="123927" y="2019460"/>
                </a:lnTo>
                <a:close/>
              </a:path>
              <a:path w="5142230" h="2300604">
                <a:moveTo>
                  <a:pt x="261646" y="2181547"/>
                </a:moveTo>
                <a:lnTo>
                  <a:pt x="255265" y="2174716"/>
                </a:lnTo>
                <a:lnTo>
                  <a:pt x="249877" y="2167970"/>
                </a:lnTo>
                <a:lnTo>
                  <a:pt x="250964" y="2158089"/>
                </a:lnTo>
                <a:lnTo>
                  <a:pt x="264459" y="2147317"/>
                </a:lnTo>
                <a:lnTo>
                  <a:pt x="274288" y="2148454"/>
                </a:lnTo>
                <a:lnTo>
                  <a:pt x="285113" y="2161899"/>
                </a:lnTo>
                <a:lnTo>
                  <a:pt x="283976" y="2171728"/>
                </a:lnTo>
                <a:lnTo>
                  <a:pt x="277226" y="2177111"/>
                </a:lnTo>
                <a:lnTo>
                  <a:pt x="270823" y="2182280"/>
                </a:lnTo>
                <a:lnTo>
                  <a:pt x="261646" y="2181547"/>
                </a:lnTo>
                <a:close/>
              </a:path>
              <a:path w="5142230" h="2300604">
                <a:moveTo>
                  <a:pt x="31141" y="1911631"/>
                </a:moveTo>
                <a:lnTo>
                  <a:pt x="24906" y="1904956"/>
                </a:lnTo>
                <a:lnTo>
                  <a:pt x="19366" y="1898351"/>
                </a:lnTo>
                <a:lnTo>
                  <a:pt x="20274" y="1888464"/>
                </a:lnTo>
                <a:lnTo>
                  <a:pt x="26878" y="1882924"/>
                </a:lnTo>
                <a:lnTo>
                  <a:pt x="32189" y="1878542"/>
                </a:lnTo>
                <a:lnTo>
                  <a:pt x="33582" y="1877393"/>
                </a:lnTo>
                <a:lnTo>
                  <a:pt x="43375" y="1878297"/>
                </a:lnTo>
                <a:lnTo>
                  <a:pt x="54485" y="1891559"/>
                </a:lnTo>
                <a:lnTo>
                  <a:pt x="53587" y="1901447"/>
                </a:lnTo>
                <a:lnTo>
                  <a:pt x="41692" y="1911391"/>
                </a:lnTo>
                <a:lnTo>
                  <a:pt x="40564" y="1912334"/>
                </a:lnTo>
                <a:lnTo>
                  <a:pt x="31141" y="1911631"/>
                </a:lnTo>
                <a:close/>
              </a:path>
              <a:path w="5142230" h="2300604">
                <a:moveTo>
                  <a:pt x="77219" y="1965843"/>
                </a:moveTo>
                <a:lnTo>
                  <a:pt x="71069" y="1959260"/>
                </a:lnTo>
                <a:lnTo>
                  <a:pt x="65437" y="1952743"/>
                </a:lnTo>
                <a:lnTo>
                  <a:pt x="66147" y="1942848"/>
                </a:lnTo>
                <a:lnTo>
                  <a:pt x="78326" y="1932329"/>
                </a:lnTo>
                <a:lnTo>
                  <a:pt x="79236" y="1931543"/>
                </a:lnTo>
                <a:lnTo>
                  <a:pt x="89116" y="1932257"/>
                </a:lnTo>
                <a:lnTo>
                  <a:pt x="100435" y="1945342"/>
                </a:lnTo>
                <a:lnTo>
                  <a:pt x="99721" y="1955231"/>
                </a:lnTo>
                <a:lnTo>
                  <a:pt x="87537" y="1965745"/>
                </a:lnTo>
                <a:lnTo>
                  <a:pt x="86774" y="1966404"/>
                </a:lnTo>
                <a:lnTo>
                  <a:pt x="77219" y="1965843"/>
                </a:lnTo>
                <a:close/>
              </a:path>
              <a:path w="5142230" h="2300604">
                <a:moveTo>
                  <a:pt x="0" y="1853578"/>
                </a:moveTo>
                <a:lnTo>
                  <a:pt x="0" y="1823852"/>
                </a:lnTo>
                <a:lnTo>
                  <a:pt x="10126" y="1836938"/>
                </a:lnTo>
                <a:lnTo>
                  <a:pt x="8854" y="1846719"/>
                </a:lnTo>
                <a:lnTo>
                  <a:pt x="0" y="1853578"/>
                </a:lnTo>
                <a:close/>
              </a:path>
              <a:path w="5142230" h="2300604">
                <a:moveTo>
                  <a:pt x="799057" y="2223919"/>
                </a:moveTo>
                <a:lnTo>
                  <a:pt x="792856" y="2217280"/>
                </a:lnTo>
                <a:lnTo>
                  <a:pt x="792316" y="2216507"/>
                </a:lnTo>
                <a:lnTo>
                  <a:pt x="787736" y="2209453"/>
                </a:lnTo>
                <a:lnTo>
                  <a:pt x="789704" y="2200036"/>
                </a:lnTo>
                <a:lnTo>
                  <a:pt x="803810" y="2190885"/>
                </a:lnTo>
                <a:lnTo>
                  <a:pt x="813232" y="2192858"/>
                </a:lnTo>
                <a:lnTo>
                  <a:pt x="822378" y="2206950"/>
                </a:lnTo>
                <a:lnTo>
                  <a:pt x="820410" y="2216377"/>
                </a:lnTo>
                <a:lnTo>
                  <a:pt x="813361" y="2220953"/>
                </a:lnTo>
                <a:lnTo>
                  <a:pt x="807079" y="2225077"/>
                </a:lnTo>
                <a:lnTo>
                  <a:pt x="799057" y="2223919"/>
                </a:lnTo>
                <a:close/>
              </a:path>
              <a:path w="5142230" h="2300604">
                <a:moveTo>
                  <a:pt x="249425" y="1662529"/>
                </a:moveTo>
                <a:lnTo>
                  <a:pt x="243458" y="1656141"/>
                </a:lnTo>
                <a:lnTo>
                  <a:pt x="243485" y="1646884"/>
                </a:lnTo>
                <a:lnTo>
                  <a:pt x="249160" y="1641035"/>
                </a:lnTo>
                <a:lnTo>
                  <a:pt x="255076" y="1635061"/>
                </a:lnTo>
                <a:lnTo>
                  <a:pt x="264717" y="1634912"/>
                </a:lnTo>
                <a:lnTo>
                  <a:pt x="276686" y="1646650"/>
                </a:lnTo>
                <a:lnTo>
                  <a:pt x="276821" y="1656285"/>
                </a:lnTo>
                <a:lnTo>
                  <a:pt x="270955" y="1662313"/>
                </a:lnTo>
                <a:lnTo>
                  <a:pt x="265044" y="1668301"/>
                </a:lnTo>
                <a:lnTo>
                  <a:pt x="255457" y="1668399"/>
                </a:lnTo>
                <a:lnTo>
                  <a:pt x="249425" y="1662529"/>
                </a:lnTo>
                <a:close/>
              </a:path>
              <a:path w="5142230" h="2300604">
                <a:moveTo>
                  <a:pt x="352928" y="1760424"/>
                </a:moveTo>
                <a:lnTo>
                  <a:pt x="346729" y="1753788"/>
                </a:lnTo>
                <a:lnTo>
                  <a:pt x="346611" y="1744767"/>
                </a:lnTo>
                <a:lnTo>
                  <a:pt x="357737" y="1732739"/>
                </a:lnTo>
                <a:lnTo>
                  <a:pt x="367387" y="1732307"/>
                </a:lnTo>
                <a:lnTo>
                  <a:pt x="379698" y="1743726"/>
                </a:lnTo>
                <a:lnTo>
                  <a:pt x="380125" y="1753371"/>
                </a:lnTo>
                <a:lnTo>
                  <a:pt x="368706" y="1765682"/>
                </a:lnTo>
                <a:lnTo>
                  <a:pt x="359109" y="1766063"/>
                </a:lnTo>
                <a:lnTo>
                  <a:pt x="352928" y="1760424"/>
                </a:lnTo>
                <a:close/>
              </a:path>
              <a:path w="5142230" h="2300604">
                <a:moveTo>
                  <a:pt x="457968" y="1856152"/>
                </a:moveTo>
                <a:lnTo>
                  <a:pt x="451677" y="1849418"/>
                </a:lnTo>
                <a:lnTo>
                  <a:pt x="451513" y="1840542"/>
                </a:lnTo>
                <a:lnTo>
                  <a:pt x="456954" y="1834638"/>
                </a:lnTo>
                <a:lnTo>
                  <a:pt x="462548" y="1828407"/>
                </a:lnTo>
                <a:lnTo>
                  <a:pt x="472148" y="1827932"/>
                </a:lnTo>
                <a:lnTo>
                  <a:pt x="484595" y="1839214"/>
                </a:lnTo>
                <a:lnTo>
                  <a:pt x="485081" y="1848814"/>
                </a:lnTo>
                <a:lnTo>
                  <a:pt x="479433" y="1855084"/>
                </a:lnTo>
                <a:lnTo>
                  <a:pt x="473798" y="1861271"/>
                </a:lnTo>
                <a:lnTo>
                  <a:pt x="464194" y="1861751"/>
                </a:lnTo>
                <a:lnTo>
                  <a:pt x="457968" y="1856152"/>
                </a:lnTo>
                <a:close/>
              </a:path>
              <a:path w="5142230" h="2300604">
                <a:moveTo>
                  <a:pt x="300855" y="1711914"/>
                </a:moveTo>
                <a:lnTo>
                  <a:pt x="294751" y="1705380"/>
                </a:lnTo>
                <a:lnTo>
                  <a:pt x="294636" y="1696265"/>
                </a:lnTo>
                <a:lnTo>
                  <a:pt x="300217" y="1690412"/>
                </a:lnTo>
                <a:lnTo>
                  <a:pt x="305997" y="1684282"/>
                </a:lnTo>
                <a:lnTo>
                  <a:pt x="315586" y="1683990"/>
                </a:lnTo>
                <a:lnTo>
                  <a:pt x="327844" y="1695549"/>
                </a:lnTo>
                <a:lnTo>
                  <a:pt x="328136" y="1705147"/>
                </a:lnTo>
                <a:lnTo>
                  <a:pt x="316577" y="1717406"/>
                </a:lnTo>
                <a:lnTo>
                  <a:pt x="306938" y="1717644"/>
                </a:lnTo>
                <a:lnTo>
                  <a:pt x="300855" y="1711914"/>
                </a:lnTo>
                <a:close/>
              </a:path>
              <a:path w="5142230" h="2300604">
                <a:moveTo>
                  <a:pt x="405345" y="1808421"/>
                </a:moveTo>
                <a:lnTo>
                  <a:pt x="399154" y="1801795"/>
                </a:lnTo>
                <a:lnTo>
                  <a:pt x="398988" y="1792820"/>
                </a:lnTo>
                <a:lnTo>
                  <a:pt x="404335" y="1786911"/>
                </a:lnTo>
                <a:lnTo>
                  <a:pt x="410018" y="1780680"/>
                </a:lnTo>
                <a:lnTo>
                  <a:pt x="419663" y="1780262"/>
                </a:lnTo>
                <a:lnTo>
                  <a:pt x="432031" y="1791537"/>
                </a:lnTo>
                <a:lnTo>
                  <a:pt x="432552" y="1801185"/>
                </a:lnTo>
                <a:lnTo>
                  <a:pt x="421220" y="1813588"/>
                </a:lnTo>
                <a:lnTo>
                  <a:pt x="411575" y="1814015"/>
                </a:lnTo>
                <a:lnTo>
                  <a:pt x="405345" y="1808421"/>
                </a:lnTo>
                <a:close/>
              </a:path>
              <a:path w="5142230" h="2300604">
                <a:moveTo>
                  <a:pt x="64137" y="1457145"/>
                </a:moveTo>
                <a:lnTo>
                  <a:pt x="57795" y="1450356"/>
                </a:lnTo>
                <a:lnTo>
                  <a:pt x="52646" y="1443671"/>
                </a:lnTo>
                <a:lnTo>
                  <a:pt x="53962" y="1434132"/>
                </a:lnTo>
                <a:lnTo>
                  <a:pt x="67245" y="1423915"/>
                </a:lnTo>
                <a:lnTo>
                  <a:pt x="76832" y="1425185"/>
                </a:lnTo>
                <a:lnTo>
                  <a:pt x="87001" y="1438514"/>
                </a:lnTo>
                <a:lnTo>
                  <a:pt x="85779" y="1448056"/>
                </a:lnTo>
                <a:lnTo>
                  <a:pt x="79089" y="1453210"/>
                </a:lnTo>
                <a:lnTo>
                  <a:pt x="72837" y="1457954"/>
                </a:lnTo>
                <a:lnTo>
                  <a:pt x="64137" y="1457145"/>
                </a:lnTo>
                <a:close/>
              </a:path>
              <a:path w="5142230" h="2300604">
                <a:moveTo>
                  <a:pt x="22348" y="1399411"/>
                </a:moveTo>
                <a:lnTo>
                  <a:pt x="15637" y="1392227"/>
                </a:lnTo>
                <a:lnTo>
                  <a:pt x="10870" y="1385267"/>
                </a:lnTo>
                <a:lnTo>
                  <a:pt x="12703" y="1375793"/>
                </a:lnTo>
                <a:lnTo>
                  <a:pt x="26576" y="1366304"/>
                </a:lnTo>
                <a:lnTo>
                  <a:pt x="36004" y="1368088"/>
                </a:lnTo>
                <a:lnTo>
                  <a:pt x="45488" y="1381955"/>
                </a:lnTo>
                <a:lnTo>
                  <a:pt x="43754" y="1391437"/>
                </a:lnTo>
                <a:lnTo>
                  <a:pt x="36794" y="1396205"/>
                </a:lnTo>
                <a:lnTo>
                  <a:pt x="30464" y="1400474"/>
                </a:lnTo>
                <a:lnTo>
                  <a:pt x="22348" y="1399411"/>
                </a:lnTo>
                <a:close/>
              </a:path>
              <a:path w="5142230" h="2300604">
                <a:moveTo>
                  <a:pt x="108783" y="1512669"/>
                </a:moveTo>
                <a:lnTo>
                  <a:pt x="102722" y="1506181"/>
                </a:lnTo>
                <a:lnTo>
                  <a:pt x="97326" y="1499808"/>
                </a:lnTo>
                <a:lnTo>
                  <a:pt x="98129" y="1490210"/>
                </a:lnTo>
                <a:lnTo>
                  <a:pt x="103375" y="1485757"/>
                </a:lnTo>
                <a:lnTo>
                  <a:pt x="109778" y="1480393"/>
                </a:lnTo>
                <a:lnTo>
                  <a:pt x="111009" y="1479365"/>
                </a:lnTo>
                <a:lnTo>
                  <a:pt x="120564" y="1480209"/>
                </a:lnTo>
                <a:lnTo>
                  <a:pt x="131412" y="1492995"/>
                </a:lnTo>
                <a:lnTo>
                  <a:pt x="130564" y="1502644"/>
                </a:lnTo>
                <a:lnTo>
                  <a:pt x="125368" y="1507051"/>
                </a:lnTo>
                <a:lnTo>
                  <a:pt x="124196" y="1508045"/>
                </a:lnTo>
                <a:lnTo>
                  <a:pt x="118900" y="1512444"/>
                </a:lnTo>
                <a:lnTo>
                  <a:pt x="117924" y="1513256"/>
                </a:lnTo>
                <a:lnTo>
                  <a:pt x="108783" y="1512669"/>
                </a:lnTo>
                <a:close/>
              </a:path>
              <a:path w="5142230" h="2300604">
                <a:moveTo>
                  <a:pt x="834899" y="2284474"/>
                </a:moveTo>
                <a:lnTo>
                  <a:pt x="829433" y="2278623"/>
                </a:lnTo>
                <a:lnTo>
                  <a:pt x="828660" y="2277601"/>
                </a:lnTo>
                <a:lnTo>
                  <a:pt x="827997" y="2276403"/>
                </a:lnTo>
                <a:lnTo>
                  <a:pt x="824046" y="2269045"/>
                </a:lnTo>
                <a:lnTo>
                  <a:pt x="826767" y="2259838"/>
                </a:lnTo>
                <a:lnTo>
                  <a:pt x="834128" y="2255792"/>
                </a:lnTo>
                <a:lnTo>
                  <a:pt x="841534" y="2251795"/>
                </a:lnTo>
                <a:lnTo>
                  <a:pt x="850788" y="2254565"/>
                </a:lnTo>
                <a:lnTo>
                  <a:pt x="858736" y="2269329"/>
                </a:lnTo>
                <a:lnTo>
                  <a:pt x="856014" y="2278537"/>
                </a:lnTo>
                <a:lnTo>
                  <a:pt x="848654" y="2282582"/>
                </a:lnTo>
                <a:lnTo>
                  <a:pt x="842402" y="2285957"/>
                </a:lnTo>
                <a:lnTo>
                  <a:pt x="834899" y="2284474"/>
                </a:lnTo>
                <a:close/>
              </a:path>
              <a:path w="5142230" h="2300604">
                <a:moveTo>
                  <a:pt x="0" y="1335562"/>
                </a:moveTo>
                <a:lnTo>
                  <a:pt x="0" y="1310932"/>
                </a:lnTo>
                <a:lnTo>
                  <a:pt x="7363" y="1323255"/>
                </a:lnTo>
                <a:lnTo>
                  <a:pt x="4967" y="1332616"/>
                </a:lnTo>
                <a:lnTo>
                  <a:pt x="0" y="1335562"/>
                </a:lnTo>
                <a:close/>
              </a:path>
              <a:path w="5142230" h="2300604">
                <a:moveTo>
                  <a:pt x="667404" y="2058257"/>
                </a:moveTo>
                <a:lnTo>
                  <a:pt x="655880" y="2045921"/>
                </a:lnTo>
                <a:lnTo>
                  <a:pt x="656207" y="2036301"/>
                </a:lnTo>
                <a:lnTo>
                  <a:pt x="668540" y="2024871"/>
                </a:lnTo>
                <a:lnTo>
                  <a:pt x="678155" y="2025203"/>
                </a:lnTo>
                <a:lnTo>
                  <a:pt x="689592" y="2037447"/>
                </a:lnTo>
                <a:lnTo>
                  <a:pt x="689261" y="2047052"/>
                </a:lnTo>
                <a:lnTo>
                  <a:pt x="676978" y="2058536"/>
                </a:lnTo>
                <a:lnTo>
                  <a:pt x="667404" y="2058257"/>
                </a:lnTo>
                <a:close/>
              </a:path>
              <a:path w="5142230" h="2300604">
                <a:moveTo>
                  <a:pt x="562052" y="1952127"/>
                </a:moveTo>
                <a:lnTo>
                  <a:pt x="555993" y="1945642"/>
                </a:lnTo>
                <a:lnTo>
                  <a:pt x="555932" y="1936486"/>
                </a:lnTo>
                <a:lnTo>
                  <a:pt x="567338" y="1924552"/>
                </a:lnTo>
                <a:lnTo>
                  <a:pt x="576973" y="1924309"/>
                </a:lnTo>
                <a:lnTo>
                  <a:pt x="589093" y="1935915"/>
                </a:lnTo>
                <a:lnTo>
                  <a:pt x="589380" y="1945508"/>
                </a:lnTo>
                <a:lnTo>
                  <a:pt x="583555" y="1951589"/>
                </a:lnTo>
                <a:lnTo>
                  <a:pt x="577776" y="1957718"/>
                </a:lnTo>
                <a:lnTo>
                  <a:pt x="568132" y="1957961"/>
                </a:lnTo>
                <a:lnTo>
                  <a:pt x="562052" y="1952127"/>
                </a:lnTo>
                <a:close/>
              </a:path>
              <a:path w="5142230" h="2300604">
                <a:moveTo>
                  <a:pt x="612549" y="2001296"/>
                </a:moveTo>
                <a:lnTo>
                  <a:pt x="606719" y="1995055"/>
                </a:lnTo>
                <a:lnTo>
                  <a:pt x="606848" y="1985712"/>
                </a:lnTo>
                <a:lnTo>
                  <a:pt x="618625" y="1973980"/>
                </a:lnTo>
                <a:lnTo>
                  <a:pt x="628209" y="1973976"/>
                </a:lnTo>
                <a:lnTo>
                  <a:pt x="640126" y="1985853"/>
                </a:lnTo>
                <a:lnTo>
                  <a:pt x="640077" y="1995478"/>
                </a:lnTo>
                <a:lnTo>
                  <a:pt x="634214" y="2001420"/>
                </a:lnTo>
                <a:lnTo>
                  <a:pt x="628253" y="2007354"/>
                </a:lnTo>
                <a:lnTo>
                  <a:pt x="618575" y="2007355"/>
                </a:lnTo>
                <a:lnTo>
                  <a:pt x="612549" y="2001296"/>
                </a:lnTo>
                <a:close/>
              </a:path>
              <a:path w="5142230" h="2300604">
                <a:moveTo>
                  <a:pt x="155878" y="1566201"/>
                </a:moveTo>
                <a:lnTo>
                  <a:pt x="144307" y="1553815"/>
                </a:lnTo>
                <a:lnTo>
                  <a:pt x="144724" y="1544203"/>
                </a:lnTo>
                <a:lnTo>
                  <a:pt x="150918" y="1538508"/>
                </a:lnTo>
                <a:lnTo>
                  <a:pt x="156906" y="1533090"/>
                </a:lnTo>
                <a:lnTo>
                  <a:pt x="157153" y="1532866"/>
                </a:lnTo>
                <a:lnTo>
                  <a:pt x="166765" y="1533283"/>
                </a:lnTo>
                <a:lnTo>
                  <a:pt x="172411" y="1539523"/>
                </a:lnTo>
                <a:lnTo>
                  <a:pt x="178097" y="1545609"/>
                </a:lnTo>
                <a:lnTo>
                  <a:pt x="177680" y="1555328"/>
                </a:lnTo>
                <a:lnTo>
                  <a:pt x="171481" y="1561019"/>
                </a:lnTo>
                <a:lnTo>
                  <a:pt x="165493" y="1566436"/>
                </a:lnTo>
                <a:lnTo>
                  <a:pt x="165295" y="1566615"/>
                </a:lnTo>
                <a:lnTo>
                  <a:pt x="155878" y="1566201"/>
                </a:lnTo>
                <a:close/>
              </a:path>
              <a:path w="5142230" h="2300604">
                <a:moveTo>
                  <a:pt x="714323" y="2111025"/>
                </a:moveTo>
                <a:lnTo>
                  <a:pt x="708315" y="2104593"/>
                </a:lnTo>
                <a:lnTo>
                  <a:pt x="702868" y="2098176"/>
                </a:lnTo>
                <a:lnTo>
                  <a:pt x="703667" y="2088573"/>
                </a:lnTo>
                <a:lnTo>
                  <a:pt x="715383" y="2078632"/>
                </a:lnTo>
                <a:lnTo>
                  <a:pt x="716453" y="2077725"/>
                </a:lnTo>
                <a:lnTo>
                  <a:pt x="726105" y="2078478"/>
                </a:lnTo>
                <a:lnTo>
                  <a:pt x="736950" y="2091358"/>
                </a:lnTo>
                <a:lnTo>
                  <a:pt x="736200" y="2100916"/>
                </a:lnTo>
                <a:lnTo>
                  <a:pt x="724478" y="2110850"/>
                </a:lnTo>
                <a:lnTo>
                  <a:pt x="723560" y="2111627"/>
                </a:lnTo>
                <a:lnTo>
                  <a:pt x="714323" y="2111025"/>
                </a:lnTo>
                <a:close/>
              </a:path>
              <a:path w="5142230" h="2300604">
                <a:moveTo>
                  <a:pt x="198744" y="1611805"/>
                </a:moveTo>
                <a:lnTo>
                  <a:pt x="193096" y="1605758"/>
                </a:lnTo>
                <a:lnTo>
                  <a:pt x="193327" y="1596320"/>
                </a:lnTo>
                <a:lnTo>
                  <a:pt x="199286" y="1590480"/>
                </a:lnTo>
                <a:lnTo>
                  <a:pt x="199718" y="1590063"/>
                </a:lnTo>
                <a:lnTo>
                  <a:pt x="205333" y="1584647"/>
                </a:lnTo>
                <a:lnTo>
                  <a:pt x="214960" y="1584786"/>
                </a:lnTo>
                <a:lnTo>
                  <a:pt x="226687" y="1596841"/>
                </a:lnTo>
                <a:lnTo>
                  <a:pt x="226548" y="1606468"/>
                </a:lnTo>
                <a:lnTo>
                  <a:pt x="226111" y="1606889"/>
                </a:lnTo>
                <a:lnTo>
                  <a:pt x="220495" y="1612304"/>
                </a:lnTo>
                <a:lnTo>
                  <a:pt x="214488" y="1618190"/>
                </a:lnTo>
                <a:lnTo>
                  <a:pt x="204862" y="1618051"/>
                </a:lnTo>
                <a:lnTo>
                  <a:pt x="198744" y="1611805"/>
                </a:lnTo>
                <a:close/>
              </a:path>
              <a:path w="5142230" h="2300604">
                <a:moveTo>
                  <a:pt x="758534" y="2166171"/>
                </a:moveTo>
                <a:lnTo>
                  <a:pt x="752151" y="2159338"/>
                </a:lnTo>
                <a:lnTo>
                  <a:pt x="747045" y="2152602"/>
                </a:lnTo>
                <a:lnTo>
                  <a:pt x="748451" y="2143061"/>
                </a:lnTo>
                <a:lnTo>
                  <a:pt x="761830" y="2132947"/>
                </a:lnTo>
                <a:lnTo>
                  <a:pt x="771369" y="2134263"/>
                </a:lnTo>
                <a:lnTo>
                  <a:pt x="781485" y="2147731"/>
                </a:lnTo>
                <a:lnTo>
                  <a:pt x="780169" y="2157270"/>
                </a:lnTo>
                <a:lnTo>
                  <a:pt x="773436" y="2162281"/>
                </a:lnTo>
                <a:lnTo>
                  <a:pt x="767185" y="2167025"/>
                </a:lnTo>
                <a:lnTo>
                  <a:pt x="758534" y="2166171"/>
                </a:lnTo>
                <a:close/>
              </a:path>
              <a:path w="5142230" h="2300604">
                <a:moveTo>
                  <a:pt x="510350" y="1903918"/>
                </a:moveTo>
                <a:lnTo>
                  <a:pt x="504156" y="1897286"/>
                </a:lnTo>
                <a:lnTo>
                  <a:pt x="504038" y="1888265"/>
                </a:lnTo>
                <a:lnTo>
                  <a:pt x="515119" y="1876179"/>
                </a:lnTo>
                <a:lnTo>
                  <a:pt x="524764" y="1875752"/>
                </a:lnTo>
                <a:lnTo>
                  <a:pt x="537169" y="1887174"/>
                </a:lnTo>
                <a:lnTo>
                  <a:pt x="537550" y="1896771"/>
                </a:lnTo>
                <a:lnTo>
                  <a:pt x="531862" y="1902997"/>
                </a:lnTo>
                <a:lnTo>
                  <a:pt x="526177" y="1909130"/>
                </a:lnTo>
                <a:lnTo>
                  <a:pt x="516532" y="1909557"/>
                </a:lnTo>
                <a:lnTo>
                  <a:pt x="510350" y="1903918"/>
                </a:lnTo>
                <a:close/>
              </a:path>
              <a:path w="5142230" h="2300604">
                <a:moveTo>
                  <a:pt x="311083" y="1372452"/>
                </a:moveTo>
                <a:lnTo>
                  <a:pt x="305205" y="1366160"/>
                </a:lnTo>
                <a:lnTo>
                  <a:pt x="304883" y="1357790"/>
                </a:lnTo>
                <a:lnTo>
                  <a:pt x="309702" y="1352001"/>
                </a:lnTo>
                <a:lnTo>
                  <a:pt x="314972" y="1345717"/>
                </a:lnTo>
                <a:lnTo>
                  <a:pt x="324248" y="1344895"/>
                </a:lnTo>
                <a:lnTo>
                  <a:pt x="336830" y="1355431"/>
                </a:lnTo>
                <a:lnTo>
                  <a:pt x="337642" y="1364707"/>
                </a:lnTo>
                <a:lnTo>
                  <a:pt x="327165" y="1377243"/>
                </a:lnTo>
                <a:lnTo>
                  <a:pt x="317835" y="1378106"/>
                </a:lnTo>
                <a:lnTo>
                  <a:pt x="311083" y="1372452"/>
                </a:lnTo>
                <a:close/>
              </a:path>
              <a:path w="5142230" h="2300604">
                <a:moveTo>
                  <a:pt x="121095" y="1170824"/>
                </a:moveTo>
                <a:lnTo>
                  <a:pt x="115120" y="1164428"/>
                </a:lnTo>
                <a:lnTo>
                  <a:pt x="114716" y="1163800"/>
                </a:lnTo>
                <a:lnTo>
                  <a:pt x="110029" y="1157121"/>
                </a:lnTo>
                <a:lnTo>
                  <a:pt x="111717" y="1147883"/>
                </a:lnTo>
                <a:lnTo>
                  <a:pt x="125152" y="1138610"/>
                </a:lnTo>
                <a:lnTo>
                  <a:pt x="134354" y="1140250"/>
                </a:lnTo>
                <a:lnTo>
                  <a:pt x="143668" y="1153739"/>
                </a:lnTo>
                <a:lnTo>
                  <a:pt x="141982" y="1162892"/>
                </a:lnTo>
                <a:lnTo>
                  <a:pt x="135303" y="1167570"/>
                </a:lnTo>
                <a:lnTo>
                  <a:pt x="129170" y="1171747"/>
                </a:lnTo>
                <a:lnTo>
                  <a:pt x="121095" y="1170824"/>
                </a:lnTo>
                <a:close/>
              </a:path>
              <a:path w="5142230" h="2300604">
                <a:moveTo>
                  <a:pt x="0" y="842644"/>
                </a:moveTo>
                <a:lnTo>
                  <a:pt x="0" y="818485"/>
                </a:lnTo>
                <a:lnTo>
                  <a:pt x="505" y="818776"/>
                </a:lnTo>
                <a:lnTo>
                  <a:pt x="4736" y="834546"/>
                </a:lnTo>
                <a:lnTo>
                  <a:pt x="0" y="842644"/>
                </a:lnTo>
                <a:close/>
              </a:path>
              <a:path w="5142230" h="2300604">
                <a:moveTo>
                  <a:pt x="1280867" y="2283698"/>
                </a:moveTo>
                <a:lnTo>
                  <a:pt x="1275624" y="2278085"/>
                </a:lnTo>
                <a:lnTo>
                  <a:pt x="1274467" y="2276162"/>
                </a:lnTo>
                <a:lnTo>
                  <a:pt x="1273827" y="2274011"/>
                </a:lnTo>
                <a:lnTo>
                  <a:pt x="1271360" y="2266190"/>
                </a:lnTo>
                <a:lnTo>
                  <a:pt x="1275651" y="2257881"/>
                </a:lnTo>
                <a:lnTo>
                  <a:pt x="1283478" y="2255409"/>
                </a:lnTo>
                <a:lnTo>
                  <a:pt x="1291260" y="2252987"/>
                </a:lnTo>
                <a:lnTo>
                  <a:pt x="1299564" y="2257283"/>
                </a:lnTo>
                <a:lnTo>
                  <a:pt x="1304511" y="2272842"/>
                </a:lnTo>
                <a:lnTo>
                  <a:pt x="1300215" y="2281146"/>
                </a:lnTo>
                <a:lnTo>
                  <a:pt x="1286757" y="2285409"/>
                </a:lnTo>
                <a:lnTo>
                  <a:pt x="1280867" y="2283698"/>
                </a:lnTo>
                <a:close/>
              </a:path>
              <a:path w="5142230" h="2300604">
                <a:moveTo>
                  <a:pt x="24468" y="980109"/>
                </a:moveTo>
                <a:lnTo>
                  <a:pt x="19184" y="974453"/>
                </a:lnTo>
                <a:lnTo>
                  <a:pt x="18157" y="972855"/>
                </a:lnTo>
                <a:lnTo>
                  <a:pt x="14611" y="963293"/>
                </a:lnTo>
                <a:lnTo>
                  <a:pt x="18490" y="954738"/>
                </a:lnTo>
                <a:lnTo>
                  <a:pt x="26187" y="951931"/>
                </a:lnTo>
                <a:lnTo>
                  <a:pt x="33837" y="949076"/>
                </a:lnTo>
                <a:lnTo>
                  <a:pt x="42343" y="953001"/>
                </a:lnTo>
                <a:lnTo>
                  <a:pt x="48049" y="968297"/>
                </a:lnTo>
                <a:lnTo>
                  <a:pt x="44129" y="976808"/>
                </a:lnTo>
                <a:lnTo>
                  <a:pt x="36474" y="979658"/>
                </a:lnTo>
                <a:lnTo>
                  <a:pt x="30694" y="981780"/>
                </a:lnTo>
                <a:lnTo>
                  <a:pt x="24468" y="980109"/>
                </a:lnTo>
                <a:close/>
              </a:path>
              <a:path w="5142230" h="2300604">
                <a:moveTo>
                  <a:pt x="539860" y="1540417"/>
                </a:moveTo>
                <a:lnTo>
                  <a:pt x="534531" y="1534712"/>
                </a:lnTo>
                <a:lnTo>
                  <a:pt x="533754" y="1527037"/>
                </a:lnTo>
                <a:lnTo>
                  <a:pt x="537728" y="1521224"/>
                </a:lnTo>
                <a:lnTo>
                  <a:pt x="542255" y="1514438"/>
                </a:lnTo>
                <a:lnTo>
                  <a:pt x="551474" y="1512675"/>
                </a:lnTo>
                <a:lnTo>
                  <a:pt x="564992" y="1521770"/>
                </a:lnTo>
                <a:lnTo>
                  <a:pt x="566760" y="1530993"/>
                </a:lnTo>
                <a:lnTo>
                  <a:pt x="562233" y="1537779"/>
                </a:lnTo>
                <a:lnTo>
                  <a:pt x="557661" y="1544516"/>
                </a:lnTo>
                <a:lnTo>
                  <a:pt x="548478" y="1546328"/>
                </a:lnTo>
                <a:lnTo>
                  <a:pt x="541656" y="1541752"/>
                </a:lnTo>
                <a:lnTo>
                  <a:pt x="540732" y="1541154"/>
                </a:lnTo>
                <a:lnTo>
                  <a:pt x="539860" y="1540417"/>
                </a:lnTo>
                <a:close/>
              </a:path>
              <a:path w="5142230" h="2300604">
                <a:moveTo>
                  <a:pt x="82975" y="1110176"/>
                </a:moveTo>
                <a:lnTo>
                  <a:pt x="77646" y="1104471"/>
                </a:lnTo>
                <a:lnTo>
                  <a:pt x="76924" y="1103502"/>
                </a:lnTo>
                <a:lnTo>
                  <a:pt x="72338" y="1095367"/>
                </a:lnTo>
                <a:lnTo>
                  <a:pt x="74864" y="1086342"/>
                </a:lnTo>
                <a:lnTo>
                  <a:pt x="81987" y="1082335"/>
                </a:lnTo>
                <a:lnTo>
                  <a:pt x="89156" y="1078378"/>
                </a:lnTo>
                <a:lnTo>
                  <a:pt x="98182" y="1080904"/>
                </a:lnTo>
                <a:lnTo>
                  <a:pt x="106141" y="1095201"/>
                </a:lnTo>
                <a:lnTo>
                  <a:pt x="103570" y="1104168"/>
                </a:lnTo>
                <a:lnTo>
                  <a:pt x="96446" y="1108174"/>
                </a:lnTo>
                <a:lnTo>
                  <a:pt x="90383" y="1111556"/>
                </a:lnTo>
                <a:lnTo>
                  <a:pt x="82975" y="1110176"/>
                </a:lnTo>
                <a:close/>
              </a:path>
              <a:path w="5142230" h="2300604">
                <a:moveTo>
                  <a:pt x="51162" y="1046209"/>
                </a:moveTo>
                <a:lnTo>
                  <a:pt x="45878" y="1040553"/>
                </a:lnTo>
                <a:lnTo>
                  <a:pt x="44978" y="1039111"/>
                </a:lnTo>
                <a:lnTo>
                  <a:pt x="44234" y="1037523"/>
                </a:lnTo>
                <a:lnTo>
                  <a:pt x="40991" y="1030043"/>
                </a:lnTo>
                <a:lnTo>
                  <a:pt x="44455" y="1021338"/>
                </a:lnTo>
                <a:lnTo>
                  <a:pt x="51884" y="1018050"/>
                </a:lnTo>
                <a:lnTo>
                  <a:pt x="59403" y="1014760"/>
                </a:lnTo>
                <a:lnTo>
                  <a:pt x="68114" y="1018220"/>
                </a:lnTo>
                <a:lnTo>
                  <a:pt x="74638" y="1033219"/>
                </a:lnTo>
                <a:lnTo>
                  <a:pt x="71231" y="1041888"/>
                </a:lnTo>
                <a:lnTo>
                  <a:pt x="57813" y="1047758"/>
                </a:lnTo>
                <a:lnTo>
                  <a:pt x="51162" y="1046209"/>
                </a:lnTo>
                <a:close/>
              </a:path>
              <a:path w="5142230" h="2300604">
                <a:moveTo>
                  <a:pt x="423871" y="1459847"/>
                </a:moveTo>
                <a:lnTo>
                  <a:pt x="417800" y="1453349"/>
                </a:lnTo>
                <a:lnTo>
                  <a:pt x="417133" y="1445597"/>
                </a:lnTo>
                <a:lnTo>
                  <a:pt x="421386" y="1439788"/>
                </a:lnTo>
                <a:lnTo>
                  <a:pt x="426148" y="1433157"/>
                </a:lnTo>
                <a:lnTo>
                  <a:pt x="435452" y="1431680"/>
                </a:lnTo>
                <a:lnTo>
                  <a:pt x="448627" y="1441287"/>
                </a:lnTo>
                <a:lnTo>
                  <a:pt x="450107" y="1450496"/>
                </a:lnTo>
                <a:lnTo>
                  <a:pt x="445349" y="1457132"/>
                </a:lnTo>
                <a:lnTo>
                  <a:pt x="440546" y="1463719"/>
                </a:lnTo>
                <a:lnTo>
                  <a:pt x="431283" y="1465250"/>
                </a:lnTo>
                <a:lnTo>
                  <a:pt x="423871" y="1459847"/>
                </a:lnTo>
                <a:close/>
              </a:path>
              <a:path w="5142230" h="2300604">
                <a:moveTo>
                  <a:pt x="1223" y="912795"/>
                </a:moveTo>
                <a:lnTo>
                  <a:pt x="0" y="911485"/>
                </a:lnTo>
                <a:lnTo>
                  <a:pt x="0" y="885735"/>
                </a:lnTo>
                <a:lnTo>
                  <a:pt x="3789" y="884556"/>
                </a:lnTo>
                <a:lnTo>
                  <a:pt x="11611" y="882080"/>
                </a:lnTo>
                <a:lnTo>
                  <a:pt x="19920" y="886380"/>
                </a:lnTo>
                <a:lnTo>
                  <a:pt x="24818" y="901984"/>
                </a:lnTo>
                <a:lnTo>
                  <a:pt x="20513" y="910288"/>
                </a:lnTo>
                <a:lnTo>
                  <a:pt x="7113" y="914506"/>
                </a:lnTo>
                <a:lnTo>
                  <a:pt x="1223" y="912795"/>
                </a:lnTo>
                <a:close/>
              </a:path>
              <a:path w="5142230" h="2300604">
                <a:moveTo>
                  <a:pt x="481954" y="1501008"/>
                </a:moveTo>
                <a:lnTo>
                  <a:pt x="475837" y="1494460"/>
                </a:lnTo>
                <a:lnTo>
                  <a:pt x="475118" y="1486849"/>
                </a:lnTo>
                <a:lnTo>
                  <a:pt x="479187" y="1481039"/>
                </a:lnTo>
                <a:lnTo>
                  <a:pt x="483801" y="1474346"/>
                </a:lnTo>
                <a:lnTo>
                  <a:pt x="493016" y="1472686"/>
                </a:lnTo>
                <a:lnTo>
                  <a:pt x="506443" y="1481967"/>
                </a:lnTo>
                <a:lnTo>
                  <a:pt x="508107" y="1491177"/>
                </a:lnTo>
                <a:lnTo>
                  <a:pt x="498827" y="1504604"/>
                </a:lnTo>
                <a:lnTo>
                  <a:pt x="489611" y="1506273"/>
                </a:lnTo>
                <a:lnTo>
                  <a:pt x="482878" y="1501606"/>
                </a:lnTo>
                <a:lnTo>
                  <a:pt x="481954" y="1501008"/>
                </a:lnTo>
                <a:close/>
              </a:path>
              <a:path w="5142230" h="2300604">
                <a:moveTo>
                  <a:pt x="831444" y="1743660"/>
                </a:moveTo>
                <a:lnTo>
                  <a:pt x="825416" y="1737207"/>
                </a:lnTo>
                <a:lnTo>
                  <a:pt x="824901" y="1729227"/>
                </a:lnTo>
                <a:lnTo>
                  <a:pt x="829352" y="1723435"/>
                </a:lnTo>
                <a:lnTo>
                  <a:pt x="834247" y="1716945"/>
                </a:lnTo>
                <a:lnTo>
                  <a:pt x="843589" y="1715705"/>
                </a:lnTo>
                <a:lnTo>
                  <a:pt x="856566" y="1725589"/>
                </a:lnTo>
                <a:lnTo>
                  <a:pt x="857756" y="1734878"/>
                </a:lnTo>
                <a:lnTo>
                  <a:pt x="852861" y="1741368"/>
                </a:lnTo>
                <a:lnTo>
                  <a:pt x="847877" y="1747859"/>
                </a:lnTo>
                <a:lnTo>
                  <a:pt x="838628" y="1749103"/>
                </a:lnTo>
                <a:lnTo>
                  <a:pt x="831444" y="1743660"/>
                </a:lnTo>
                <a:close/>
              </a:path>
              <a:path w="5142230" h="2300604">
                <a:moveTo>
                  <a:pt x="657791" y="1619447"/>
                </a:moveTo>
                <a:lnTo>
                  <a:pt x="652416" y="1613693"/>
                </a:lnTo>
                <a:lnTo>
                  <a:pt x="651684" y="1606067"/>
                </a:lnTo>
                <a:lnTo>
                  <a:pt x="655560" y="1600256"/>
                </a:lnTo>
                <a:lnTo>
                  <a:pt x="660186" y="1593469"/>
                </a:lnTo>
                <a:lnTo>
                  <a:pt x="669355" y="1591652"/>
                </a:lnTo>
                <a:lnTo>
                  <a:pt x="682879" y="1600850"/>
                </a:lnTo>
                <a:lnTo>
                  <a:pt x="684691" y="1610024"/>
                </a:lnTo>
                <a:lnTo>
                  <a:pt x="680113" y="1616765"/>
                </a:lnTo>
                <a:lnTo>
                  <a:pt x="675542" y="1623592"/>
                </a:lnTo>
                <a:lnTo>
                  <a:pt x="666324" y="1625355"/>
                </a:lnTo>
                <a:lnTo>
                  <a:pt x="658617" y="1620136"/>
                </a:lnTo>
                <a:lnTo>
                  <a:pt x="657791" y="1619447"/>
                </a:lnTo>
                <a:close/>
              </a:path>
              <a:path w="5142230" h="2300604">
                <a:moveTo>
                  <a:pt x="716334" y="1659439"/>
                </a:moveTo>
                <a:lnTo>
                  <a:pt x="710964" y="1653690"/>
                </a:lnTo>
                <a:lnTo>
                  <a:pt x="710235" y="1645970"/>
                </a:lnTo>
                <a:lnTo>
                  <a:pt x="714304" y="1640160"/>
                </a:lnTo>
                <a:lnTo>
                  <a:pt x="718971" y="1633426"/>
                </a:lnTo>
                <a:lnTo>
                  <a:pt x="728186" y="1631757"/>
                </a:lnTo>
                <a:lnTo>
                  <a:pt x="741649" y="1641095"/>
                </a:lnTo>
                <a:lnTo>
                  <a:pt x="743274" y="1650352"/>
                </a:lnTo>
                <a:lnTo>
                  <a:pt x="738606" y="1656996"/>
                </a:lnTo>
                <a:lnTo>
                  <a:pt x="733939" y="1663720"/>
                </a:lnTo>
                <a:lnTo>
                  <a:pt x="724728" y="1665394"/>
                </a:lnTo>
                <a:lnTo>
                  <a:pt x="717994" y="1660727"/>
                </a:lnTo>
                <a:lnTo>
                  <a:pt x="717165" y="1660132"/>
                </a:lnTo>
                <a:lnTo>
                  <a:pt x="716334" y="1659439"/>
                </a:lnTo>
                <a:close/>
              </a:path>
              <a:path w="5142230" h="2300604">
                <a:moveTo>
                  <a:pt x="598846" y="1579904"/>
                </a:moveTo>
                <a:lnTo>
                  <a:pt x="593521" y="1574204"/>
                </a:lnTo>
                <a:lnTo>
                  <a:pt x="592736" y="1566619"/>
                </a:lnTo>
                <a:lnTo>
                  <a:pt x="601148" y="1554022"/>
                </a:lnTo>
                <a:lnTo>
                  <a:pt x="610369" y="1552164"/>
                </a:lnTo>
                <a:lnTo>
                  <a:pt x="623892" y="1561264"/>
                </a:lnTo>
                <a:lnTo>
                  <a:pt x="625794" y="1570445"/>
                </a:lnTo>
                <a:lnTo>
                  <a:pt x="621177" y="1577223"/>
                </a:lnTo>
                <a:lnTo>
                  <a:pt x="616650" y="1584008"/>
                </a:lnTo>
                <a:lnTo>
                  <a:pt x="607477" y="1585820"/>
                </a:lnTo>
                <a:lnTo>
                  <a:pt x="599717" y="1580642"/>
                </a:lnTo>
                <a:lnTo>
                  <a:pt x="598846" y="1579904"/>
                </a:lnTo>
                <a:close/>
              </a:path>
              <a:path w="5142230" h="2300604">
                <a:moveTo>
                  <a:pt x="774780" y="1701183"/>
                </a:moveTo>
                <a:lnTo>
                  <a:pt x="768705" y="1694681"/>
                </a:lnTo>
                <a:lnTo>
                  <a:pt x="768090" y="1686887"/>
                </a:lnTo>
                <a:lnTo>
                  <a:pt x="777200" y="1674450"/>
                </a:lnTo>
                <a:lnTo>
                  <a:pt x="786455" y="1673019"/>
                </a:lnTo>
                <a:lnTo>
                  <a:pt x="799627" y="1682720"/>
                </a:lnTo>
                <a:lnTo>
                  <a:pt x="801054" y="1691970"/>
                </a:lnTo>
                <a:lnTo>
                  <a:pt x="796161" y="1698559"/>
                </a:lnTo>
                <a:lnTo>
                  <a:pt x="791357" y="1705147"/>
                </a:lnTo>
                <a:lnTo>
                  <a:pt x="782102" y="1706578"/>
                </a:lnTo>
                <a:lnTo>
                  <a:pt x="775559" y="1701724"/>
                </a:lnTo>
                <a:lnTo>
                  <a:pt x="774780" y="1701183"/>
                </a:lnTo>
                <a:close/>
              </a:path>
              <a:path w="5142230" h="2300604">
                <a:moveTo>
                  <a:pt x="1100575" y="1984059"/>
                </a:moveTo>
                <a:lnTo>
                  <a:pt x="1094882" y="1977964"/>
                </a:lnTo>
                <a:lnTo>
                  <a:pt x="1089422" y="1971924"/>
                </a:lnTo>
                <a:lnTo>
                  <a:pt x="1089878" y="1962549"/>
                </a:lnTo>
                <a:lnTo>
                  <a:pt x="1101615" y="1951938"/>
                </a:lnTo>
                <a:lnTo>
                  <a:pt x="1102011" y="1951580"/>
                </a:lnTo>
                <a:lnTo>
                  <a:pt x="1111337" y="1952082"/>
                </a:lnTo>
                <a:lnTo>
                  <a:pt x="1122306" y="1964215"/>
                </a:lnTo>
                <a:lnTo>
                  <a:pt x="1121800" y="1973545"/>
                </a:lnTo>
                <a:lnTo>
                  <a:pt x="1115806" y="1979053"/>
                </a:lnTo>
                <a:lnTo>
                  <a:pt x="1110063" y="1984157"/>
                </a:lnTo>
                <a:lnTo>
                  <a:pt x="1109769" y="1984419"/>
                </a:lnTo>
                <a:lnTo>
                  <a:pt x="1100575" y="1984059"/>
                </a:lnTo>
                <a:close/>
              </a:path>
              <a:path w="5142230" h="2300604">
                <a:moveTo>
                  <a:pt x="941977" y="1831975"/>
                </a:moveTo>
                <a:lnTo>
                  <a:pt x="936099" y="1825682"/>
                </a:lnTo>
                <a:lnTo>
                  <a:pt x="935777" y="1817323"/>
                </a:lnTo>
                <a:lnTo>
                  <a:pt x="940695" y="1811542"/>
                </a:lnTo>
                <a:lnTo>
                  <a:pt x="945951" y="1805253"/>
                </a:lnTo>
                <a:lnTo>
                  <a:pt x="955287" y="1804485"/>
                </a:lnTo>
                <a:lnTo>
                  <a:pt x="967769" y="1815012"/>
                </a:lnTo>
                <a:lnTo>
                  <a:pt x="968534" y="1824433"/>
                </a:lnTo>
                <a:lnTo>
                  <a:pt x="957961" y="1836867"/>
                </a:lnTo>
                <a:lnTo>
                  <a:pt x="948635" y="1837636"/>
                </a:lnTo>
                <a:lnTo>
                  <a:pt x="941977" y="1831975"/>
                </a:lnTo>
                <a:close/>
              </a:path>
              <a:path w="5142230" h="2300604">
                <a:moveTo>
                  <a:pt x="995388" y="1878789"/>
                </a:moveTo>
                <a:lnTo>
                  <a:pt x="989371" y="1872347"/>
                </a:lnTo>
                <a:lnTo>
                  <a:pt x="989199" y="1863660"/>
                </a:lnTo>
                <a:lnTo>
                  <a:pt x="994395" y="1857893"/>
                </a:lnTo>
                <a:lnTo>
                  <a:pt x="999893" y="1851844"/>
                </a:lnTo>
                <a:lnTo>
                  <a:pt x="1009250" y="1851411"/>
                </a:lnTo>
                <a:lnTo>
                  <a:pt x="1021345" y="1862393"/>
                </a:lnTo>
                <a:lnTo>
                  <a:pt x="1021772" y="1871755"/>
                </a:lnTo>
                <a:lnTo>
                  <a:pt x="1010795" y="1883845"/>
                </a:lnTo>
                <a:lnTo>
                  <a:pt x="1001432" y="1884282"/>
                </a:lnTo>
                <a:lnTo>
                  <a:pt x="995388" y="1878789"/>
                </a:lnTo>
                <a:close/>
              </a:path>
              <a:path w="5142230" h="2300604">
                <a:moveTo>
                  <a:pt x="887832" y="1787601"/>
                </a:moveTo>
                <a:lnTo>
                  <a:pt x="881340" y="1780651"/>
                </a:lnTo>
                <a:lnTo>
                  <a:pt x="880873" y="1772635"/>
                </a:lnTo>
                <a:lnTo>
                  <a:pt x="885517" y="1766844"/>
                </a:lnTo>
                <a:lnTo>
                  <a:pt x="890597" y="1760455"/>
                </a:lnTo>
                <a:lnTo>
                  <a:pt x="899929" y="1759399"/>
                </a:lnTo>
                <a:lnTo>
                  <a:pt x="912712" y="1769564"/>
                </a:lnTo>
                <a:lnTo>
                  <a:pt x="913708" y="1778851"/>
                </a:lnTo>
                <a:lnTo>
                  <a:pt x="903553" y="1791634"/>
                </a:lnTo>
                <a:lnTo>
                  <a:pt x="894221" y="1792681"/>
                </a:lnTo>
                <a:lnTo>
                  <a:pt x="887832" y="1787601"/>
                </a:lnTo>
                <a:close/>
              </a:path>
              <a:path w="5142230" h="2300604">
                <a:moveTo>
                  <a:pt x="366737" y="1417161"/>
                </a:moveTo>
                <a:lnTo>
                  <a:pt x="360760" y="1410763"/>
                </a:lnTo>
                <a:lnTo>
                  <a:pt x="360283" y="1402726"/>
                </a:lnTo>
                <a:lnTo>
                  <a:pt x="369723" y="1390447"/>
                </a:lnTo>
                <a:lnTo>
                  <a:pt x="379017" y="1389253"/>
                </a:lnTo>
                <a:lnTo>
                  <a:pt x="391990" y="1399231"/>
                </a:lnTo>
                <a:lnTo>
                  <a:pt x="393180" y="1408520"/>
                </a:lnTo>
                <a:lnTo>
                  <a:pt x="388150" y="1414962"/>
                </a:lnTo>
                <a:lnTo>
                  <a:pt x="383161" y="1421449"/>
                </a:lnTo>
                <a:lnTo>
                  <a:pt x="373867" y="1422644"/>
                </a:lnTo>
                <a:lnTo>
                  <a:pt x="366737" y="1417161"/>
                </a:lnTo>
                <a:close/>
              </a:path>
              <a:path w="5142230" h="2300604">
                <a:moveTo>
                  <a:pt x="211981" y="1281028"/>
                </a:moveTo>
                <a:lnTo>
                  <a:pt x="200688" y="1268939"/>
                </a:lnTo>
                <a:lnTo>
                  <a:pt x="200952" y="1259838"/>
                </a:lnTo>
                <a:lnTo>
                  <a:pt x="206761" y="1254229"/>
                </a:lnTo>
                <a:lnTo>
                  <a:pt x="212713" y="1248568"/>
                </a:lnTo>
                <a:lnTo>
                  <a:pt x="222146" y="1248794"/>
                </a:lnTo>
                <a:lnTo>
                  <a:pt x="227663" y="1254699"/>
                </a:lnTo>
                <a:lnTo>
                  <a:pt x="233318" y="1260557"/>
                </a:lnTo>
                <a:lnTo>
                  <a:pt x="233140" y="1269946"/>
                </a:lnTo>
                <a:lnTo>
                  <a:pt x="226944" y="1275834"/>
                </a:lnTo>
                <a:lnTo>
                  <a:pt x="221321" y="1281251"/>
                </a:lnTo>
                <a:lnTo>
                  <a:pt x="211981" y="1281028"/>
                </a:lnTo>
                <a:close/>
              </a:path>
              <a:path w="5142230" h="2300604">
                <a:moveTo>
                  <a:pt x="1188171" y="2094649"/>
                </a:moveTo>
                <a:lnTo>
                  <a:pt x="1181639" y="2087658"/>
                </a:lnTo>
                <a:lnTo>
                  <a:pt x="1177059" y="2080888"/>
                </a:lnTo>
                <a:lnTo>
                  <a:pt x="1178832" y="2071652"/>
                </a:lnTo>
                <a:lnTo>
                  <a:pt x="1192368" y="2062487"/>
                </a:lnTo>
                <a:lnTo>
                  <a:pt x="1201518" y="2064257"/>
                </a:lnTo>
                <a:lnTo>
                  <a:pt x="1210688" y="2077788"/>
                </a:lnTo>
                <a:lnTo>
                  <a:pt x="1208954" y="2086977"/>
                </a:lnTo>
                <a:lnTo>
                  <a:pt x="1202194" y="2091567"/>
                </a:lnTo>
                <a:lnTo>
                  <a:pt x="1196059" y="2095655"/>
                </a:lnTo>
                <a:lnTo>
                  <a:pt x="1188171" y="2094649"/>
                </a:lnTo>
                <a:close/>
              </a:path>
              <a:path w="5142230" h="2300604">
                <a:moveTo>
                  <a:pt x="1256204" y="2217709"/>
                </a:moveTo>
                <a:lnTo>
                  <a:pt x="1250915" y="2212048"/>
                </a:lnTo>
                <a:lnTo>
                  <a:pt x="1250066" y="2210650"/>
                </a:lnTo>
                <a:lnTo>
                  <a:pt x="1249317" y="2209066"/>
                </a:lnTo>
                <a:lnTo>
                  <a:pt x="1246083" y="2201596"/>
                </a:lnTo>
                <a:lnTo>
                  <a:pt x="1249444" y="2192878"/>
                </a:lnTo>
                <a:lnTo>
                  <a:pt x="1256972" y="2189598"/>
                </a:lnTo>
                <a:lnTo>
                  <a:pt x="1264401" y="2186310"/>
                </a:lnTo>
                <a:lnTo>
                  <a:pt x="1273151" y="2189724"/>
                </a:lnTo>
                <a:lnTo>
                  <a:pt x="1279733" y="2204677"/>
                </a:lnTo>
                <a:lnTo>
                  <a:pt x="1276309" y="2213436"/>
                </a:lnTo>
                <a:lnTo>
                  <a:pt x="1268839" y="2216671"/>
                </a:lnTo>
                <a:lnTo>
                  <a:pt x="1262900" y="2219306"/>
                </a:lnTo>
                <a:lnTo>
                  <a:pt x="1256204" y="2217709"/>
                </a:lnTo>
                <a:close/>
              </a:path>
              <a:path w="5142230" h="2300604">
                <a:moveTo>
                  <a:pt x="164380" y="1227717"/>
                </a:moveTo>
                <a:lnTo>
                  <a:pt x="158405" y="1221320"/>
                </a:lnTo>
                <a:lnTo>
                  <a:pt x="153194" y="1215058"/>
                </a:lnTo>
                <a:lnTo>
                  <a:pt x="154078" y="1205740"/>
                </a:lnTo>
                <a:lnTo>
                  <a:pt x="160345" y="1200525"/>
                </a:lnTo>
                <a:lnTo>
                  <a:pt x="165258" y="1196497"/>
                </a:lnTo>
                <a:lnTo>
                  <a:pt x="166654" y="1195353"/>
                </a:lnTo>
                <a:lnTo>
                  <a:pt x="175976" y="1196241"/>
                </a:lnTo>
                <a:lnTo>
                  <a:pt x="186407" y="1208776"/>
                </a:lnTo>
                <a:lnTo>
                  <a:pt x="185475" y="1218139"/>
                </a:lnTo>
                <a:lnTo>
                  <a:pt x="174315" y="1227404"/>
                </a:lnTo>
                <a:lnTo>
                  <a:pt x="173184" y="1228343"/>
                </a:lnTo>
                <a:lnTo>
                  <a:pt x="164380" y="1227717"/>
                </a:lnTo>
                <a:close/>
              </a:path>
              <a:path w="5142230" h="2300604">
                <a:moveTo>
                  <a:pt x="1224923" y="2154606"/>
                </a:moveTo>
                <a:lnTo>
                  <a:pt x="1219593" y="2148901"/>
                </a:lnTo>
                <a:lnTo>
                  <a:pt x="1218924" y="2147892"/>
                </a:lnTo>
                <a:lnTo>
                  <a:pt x="1214329" y="2139757"/>
                </a:lnTo>
                <a:lnTo>
                  <a:pt x="1216865" y="2130732"/>
                </a:lnTo>
                <a:lnTo>
                  <a:pt x="1223988" y="2126725"/>
                </a:lnTo>
                <a:lnTo>
                  <a:pt x="1231152" y="2122772"/>
                </a:lnTo>
                <a:lnTo>
                  <a:pt x="1240182" y="2125294"/>
                </a:lnTo>
                <a:lnTo>
                  <a:pt x="1248101" y="2139537"/>
                </a:lnTo>
                <a:lnTo>
                  <a:pt x="1245570" y="2148558"/>
                </a:lnTo>
                <a:lnTo>
                  <a:pt x="1238442" y="2152569"/>
                </a:lnTo>
                <a:lnTo>
                  <a:pt x="1232383" y="2155946"/>
                </a:lnTo>
                <a:lnTo>
                  <a:pt x="1224923" y="2154606"/>
                </a:lnTo>
                <a:close/>
              </a:path>
              <a:path w="5142230" h="2300604">
                <a:moveTo>
                  <a:pt x="1146238" y="2037827"/>
                </a:moveTo>
                <a:lnTo>
                  <a:pt x="1140226" y="2031390"/>
                </a:lnTo>
                <a:lnTo>
                  <a:pt x="1135156" y="2024986"/>
                </a:lnTo>
                <a:lnTo>
                  <a:pt x="1136228" y="2015675"/>
                </a:lnTo>
                <a:lnTo>
                  <a:pt x="1142633" y="2010606"/>
                </a:lnTo>
                <a:lnTo>
                  <a:pt x="1148986" y="2005492"/>
                </a:lnTo>
                <a:lnTo>
                  <a:pt x="1158298" y="2006555"/>
                </a:lnTo>
                <a:lnTo>
                  <a:pt x="1168436" y="2019373"/>
                </a:lnTo>
                <a:lnTo>
                  <a:pt x="1167369" y="2028679"/>
                </a:lnTo>
                <a:lnTo>
                  <a:pt x="1160955" y="2033748"/>
                </a:lnTo>
                <a:lnTo>
                  <a:pt x="1154899" y="2038594"/>
                </a:lnTo>
                <a:lnTo>
                  <a:pt x="1146238" y="2037827"/>
                </a:lnTo>
                <a:close/>
              </a:path>
              <a:path w="5142230" h="2300604">
                <a:moveTo>
                  <a:pt x="1046378" y="1927215"/>
                </a:moveTo>
                <a:lnTo>
                  <a:pt x="1040639" y="1921071"/>
                </a:lnTo>
                <a:lnTo>
                  <a:pt x="1040708" y="1911966"/>
                </a:lnTo>
                <a:lnTo>
                  <a:pt x="1046382" y="1906301"/>
                </a:lnTo>
                <a:lnTo>
                  <a:pt x="1052098" y="1900495"/>
                </a:lnTo>
                <a:lnTo>
                  <a:pt x="1061493" y="1900484"/>
                </a:lnTo>
                <a:lnTo>
                  <a:pt x="1073046" y="1911981"/>
                </a:lnTo>
                <a:lnTo>
                  <a:pt x="1073110" y="1921326"/>
                </a:lnTo>
                <a:lnTo>
                  <a:pt x="1067336" y="1927168"/>
                </a:lnTo>
                <a:lnTo>
                  <a:pt x="1061570" y="1932920"/>
                </a:lnTo>
                <a:lnTo>
                  <a:pt x="1052225" y="1932984"/>
                </a:lnTo>
                <a:lnTo>
                  <a:pt x="1046378" y="1927215"/>
                </a:lnTo>
                <a:close/>
              </a:path>
              <a:path w="5142230" h="2300604">
                <a:moveTo>
                  <a:pt x="256862" y="1324761"/>
                </a:moveTo>
                <a:lnTo>
                  <a:pt x="251619" y="1319149"/>
                </a:lnTo>
                <a:lnTo>
                  <a:pt x="251495" y="1310316"/>
                </a:lnTo>
                <a:lnTo>
                  <a:pt x="256835" y="1304606"/>
                </a:lnTo>
                <a:lnTo>
                  <a:pt x="262379" y="1298606"/>
                </a:lnTo>
                <a:lnTo>
                  <a:pt x="271733" y="1298258"/>
                </a:lnTo>
                <a:lnTo>
                  <a:pt x="283725" y="1309345"/>
                </a:lnTo>
                <a:lnTo>
                  <a:pt x="284067" y="1318695"/>
                </a:lnTo>
                <a:lnTo>
                  <a:pt x="272994" y="1330692"/>
                </a:lnTo>
                <a:lnTo>
                  <a:pt x="263635" y="1331034"/>
                </a:lnTo>
                <a:lnTo>
                  <a:pt x="256862" y="1324761"/>
                </a:lnTo>
                <a:close/>
              </a:path>
              <a:path w="5142230" h="2300604">
                <a:moveTo>
                  <a:pt x="79106" y="659234"/>
                </a:moveTo>
                <a:lnTo>
                  <a:pt x="74054" y="653827"/>
                </a:lnTo>
                <a:lnTo>
                  <a:pt x="72850" y="651756"/>
                </a:lnTo>
                <a:lnTo>
                  <a:pt x="70262" y="641655"/>
                </a:lnTo>
                <a:lnTo>
                  <a:pt x="74829" y="633836"/>
                </a:lnTo>
                <a:lnTo>
                  <a:pt x="82545" y="631833"/>
                </a:lnTo>
                <a:lnTo>
                  <a:pt x="90208" y="629870"/>
                </a:lnTo>
                <a:lnTo>
                  <a:pt x="98036" y="634437"/>
                </a:lnTo>
                <a:lnTo>
                  <a:pt x="101997" y="649821"/>
                </a:lnTo>
                <a:lnTo>
                  <a:pt x="97435" y="657644"/>
                </a:lnTo>
                <a:lnTo>
                  <a:pt x="84431" y="661025"/>
                </a:lnTo>
                <a:lnTo>
                  <a:pt x="79106" y="659234"/>
                </a:lnTo>
                <a:close/>
              </a:path>
              <a:path w="5142230" h="2300604">
                <a:moveTo>
                  <a:pt x="349840" y="1143662"/>
                </a:moveTo>
                <a:lnTo>
                  <a:pt x="343964" y="1137371"/>
                </a:lnTo>
                <a:lnTo>
                  <a:pt x="343827" y="1128926"/>
                </a:lnTo>
                <a:lnTo>
                  <a:pt x="348883" y="1123381"/>
                </a:lnTo>
                <a:lnTo>
                  <a:pt x="354275" y="1117522"/>
                </a:lnTo>
                <a:lnTo>
                  <a:pt x="363355" y="1117075"/>
                </a:lnTo>
                <a:lnTo>
                  <a:pt x="375076" y="1127766"/>
                </a:lnTo>
                <a:lnTo>
                  <a:pt x="375523" y="1136846"/>
                </a:lnTo>
                <a:lnTo>
                  <a:pt x="370130" y="1142705"/>
                </a:lnTo>
                <a:lnTo>
                  <a:pt x="364832" y="1148567"/>
                </a:lnTo>
                <a:lnTo>
                  <a:pt x="355743" y="1149013"/>
                </a:lnTo>
                <a:lnTo>
                  <a:pt x="349840" y="1143662"/>
                </a:lnTo>
                <a:close/>
              </a:path>
              <a:path w="5142230" h="2300604">
                <a:moveTo>
                  <a:pt x="404434" y="1190374"/>
                </a:moveTo>
                <a:lnTo>
                  <a:pt x="398132" y="1183627"/>
                </a:lnTo>
                <a:lnTo>
                  <a:pt x="397750" y="1175790"/>
                </a:lnTo>
                <a:lnTo>
                  <a:pt x="402243" y="1170141"/>
                </a:lnTo>
                <a:lnTo>
                  <a:pt x="407268" y="1163986"/>
                </a:lnTo>
                <a:lnTo>
                  <a:pt x="416313" y="1163014"/>
                </a:lnTo>
                <a:lnTo>
                  <a:pt x="428680" y="1172929"/>
                </a:lnTo>
                <a:lnTo>
                  <a:pt x="429647" y="1181979"/>
                </a:lnTo>
                <a:lnTo>
                  <a:pt x="424667" y="1188183"/>
                </a:lnTo>
                <a:lnTo>
                  <a:pt x="419638" y="1194333"/>
                </a:lnTo>
                <a:lnTo>
                  <a:pt x="410638" y="1195353"/>
                </a:lnTo>
                <a:lnTo>
                  <a:pt x="404434" y="1190374"/>
                </a:lnTo>
                <a:close/>
              </a:path>
              <a:path w="5142230" h="2300604">
                <a:moveTo>
                  <a:pt x="1610909" y="2133801"/>
                </a:moveTo>
                <a:lnTo>
                  <a:pt x="1605811" y="2128344"/>
                </a:lnTo>
                <a:lnTo>
                  <a:pt x="1604733" y="2126603"/>
                </a:lnTo>
                <a:lnTo>
                  <a:pt x="1601516" y="2117099"/>
                </a:lnTo>
                <a:lnTo>
                  <a:pt x="1605575" y="2108933"/>
                </a:lnTo>
                <a:lnTo>
                  <a:pt x="1613073" y="2106403"/>
                </a:lnTo>
                <a:lnTo>
                  <a:pt x="1620615" y="2103822"/>
                </a:lnTo>
                <a:lnTo>
                  <a:pt x="1628786" y="2107877"/>
                </a:lnTo>
                <a:lnTo>
                  <a:pt x="1633851" y="2122878"/>
                </a:lnTo>
                <a:lnTo>
                  <a:pt x="1629796" y="2131049"/>
                </a:lnTo>
                <a:lnTo>
                  <a:pt x="1616753" y="2135463"/>
                </a:lnTo>
                <a:lnTo>
                  <a:pt x="1610909" y="2133801"/>
                </a:lnTo>
                <a:close/>
              </a:path>
              <a:path w="5142230" h="2300604">
                <a:moveTo>
                  <a:pt x="303766" y="1099326"/>
                </a:moveTo>
                <a:lnTo>
                  <a:pt x="292788" y="1087574"/>
                </a:lnTo>
                <a:lnTo>
                  <a:pt x="292996" y="1078707"/>
                </a:lnTo>
                <a:lnTo>
                  <a:pt x="298654" y="1073239"/>
                </a:lnTo>
                <a:lnTo>
                  <a:pt x="304416" y="1067765"/>
                </a:lnTo>
                <a:lnTo>
                  <a:pt x="313619" y="1067940"/>
                </a:lnTo>
                <a:lnTo>
                  <a:pt x="318991" y="1073690"/>
                </a:lnTo>
                <a:lnTo>
                  <a:pt x="324463" y="1079353"/>
                </a:lnTo>
                <a:lnTo>
                  <a:pt x="324290" y="1088463"/>
                </a:lnTo>
                <a:lnTo>
                  <a:pt x="318291" y="1094260"/>
                </a:lnTo>
                <a:lnTo>
                  <a:pt x="312872" y="1099495"/>
                </a:lnTo>
                <a:lnTo>
                  <a:pt x="303766" y="1099326"/>
                </a:lnTo>
                <a:close/>
              </a:path>
              <a:path w="5142230" h="2300604">
                <a:moveTo>
                  <a:pt x="1552720" y="2005728"/>
                </a:moveTo>
                <a:lnTo>
                  <a:pt x="1547527" y="2000169"/>
                </a:lnTo>
                <a:lnTo>
                  <a:pt x="1546896" y="1999298"/>
                </a:lnTo>
                <a:lnTo>
                  <a:pt x="1546313" y="1998381"/>
                </a:lnTo>
                <a:lnTo>
                  <a:pt x="1542346" y="1991495"/>
                </a:lnTo>
                <a:lnTo>
                  <a:pt x="1544628" y="1982697"/>
                </a:lnTo>
                <a:lnTo>
                  <a:pt x="1551514" y="1978730"/>
                </a:lnTo>
                <a:lnTo>
                  <a:pt x="1558350" y="1974709"/>
                </a:lnTo>
                <a:lnTo>
                  <a:pt x="1567153" y="1976996"/>
                </a:lnTo>
                <a:lnTo>
                  <a:pt x="1575136" y="1990723"/>
                </a:lnTo>
                <a:lnTo>
                  <a:pt x="1572854" y="1999520"/>
                </a:lnTo>
                <a:lnTo>
                  <a:pt x="1566013" y="2003536"/>
                </a:lnTo>
                <a:lnTo>
                  <a:pt x="1560085" y="2006965"/>
                </a:lnTo>
                <a:lnTo>
                  <a:pt x="1552720" y="2005728"/>
                </a:lnTo>
                <a:close/>
              </a:path>
              <a:path w="5142230" h="2300604">
                <a:moveTo>
                  <a:pt x="121260" y="795264"/>
                </a:moveTo>
                <a:lnTo>
                  <a:pt x="116163" y="789808"/>
                </a:lnTo>
                <a:lnTo>
                  <a:pt x="115132" y="788215"/>
                </a:lnTo>
                <a:lnTo>
                  <a:pt x="114487" y="786351"/>
                </a:lnTo>
                <a:lnTo>
                  <a:pt x="111715" y="778888"/>
                </a:lnTo>
                <a:lnTo>
                  <a:pt x="115589" y="770621"/>
                </a:lnTo>
                <a:lnTo>
                  <a:pt x="122999" y="767899"/>
                </a:lnTo>
                <a:lnTo>
                  <a:pt x="130503" y="765180"/>
                </a:lnTo>
                <a:lnTo>
                  <a:pt x="138729" y="769001"/>
                </a:lnTo>
                <a:lnTo>
                  <a:pt x="144170" y="783916"/>
                </a:lnTo>
                <a:lnTo>
                  <a:pt x="140345" y="792146"/>
                </a:lnTo>
                <a:lnTo>
                  <a:pt x="132891" y="794909"/>
                </a:lnTo>
                <a:lnTo>
                  <a:pt x="127293" y="796942"/>
                </a:lnTo>
                <a:lnTo>
                  <a:pt x="121260" y="795264"/>
                </a:lnTo>
                <a:close/>
              </a:path>
              <a:path w="5142230" h="2300604">
                <a:moveTo>
                  <a:pt x="1585102" y="2068250"/>
                </a:moveTo>
                <a:lnTo>
                  <a:pt x="1579955" y="2062740"/>
                </a:lnTo>
                <a:lnTo>
                  <a:pt x="1579094" y="2061526"/>
                </a:lnTo>
                <a:lnTo>
                  <a:pt x="1578441" y="2060044"/>
                </a:lnTo>
                <a:lnTo>
                  <a:pt x="1575098" y="2052849"/>
                </a:lnTo>
                <a:lnTo>
                  <a:pt x="1578269" y="2044318"/>
                </a:lnTo>
                <a:lnTo>
                  <a:pt x="1585505" y="2041019"/>
                </a:lnTo>
                <a:lnTo>
                  <a:pt x="1592705" y="2037681"/>
                </a:lnTo>
                <a:lnTo>
                  <a:pt x="1601232" y="2040846"/>
                </a:lnTo>
                <a:lnTo>
                  <a:pt x="1607873" y="2055287"/>
                </a:lnTo>
                <a:lnTo>
                  <a:pt x="1604699" y="2063813"/>
                </a:lnTo>
                <a:lnTo>
                  <a:pt x="1597458" y="2067108"/>
                </a:lnTo>
                <a:lnTo>
                  <a:pt x="1591707" y="2069749"/>
                </a:lnTo>
                <a:lnTo>
                  <a:pt x="1585102" y="2068250"/>
                </a:lnTo>
                <a:close/>
              </a:path>
              <a:path w="5142230" h="2300604">
                <a:moveTo>
                  <a:pt x="460023" y="1232678"/>
                </a:moveTo>
                <a:lnTo>
                  <a:pt x="454785" y="1227070"/>
                </a:lnTo>
                <a:lnTo>
                  <a:pt x="454196" y="1219402"/>
                </a:lnTo>
                <a:lnTo>
                  <a:pt x="462916" y="1207330"/>
                </a:lnTo>
                <a:lnTo>
                  <a:pt x="471888" y="1205889"/>
                </a:lnTo>
                <a:lnTo>
                  <a:pt x="484790" y="1215203"/>
                </a:lnTo>
                <a:lnTo>
                  <a:pt x="486231" y="1224175"/>
                </a:lnTo>
                <a:lnTo>
                  <a:pt x="481569" y="1230621"/>
                </a:lnTo>
                <a:lnTo>
                  <a:pt x="476871" y="1237028"/>
                </a:lnTo>
                <a:lnTo>
                  <a:pt x="467895" y="1238464"/>
                </a:lnTo>
                <a:lnTo>
                  <a:pt x="461494" y="1233861"/>
                </a:lnTo>
                <a:lnTo>
                  <a:pt x="460023" y="1232678"/>
                </a:lnTo>
                <a:close/>
              </a:path>
              <a:path w="5142230" h="2300604">
                <a:moveTo>
                  <a:pt x="1471413" y="1890833"/>
                </a:moveTo>
                <a:lnTo>
                  <a:pt x="1465719" y="1884738"/>
                </a:lnTo>
                <a:lnTo>
                  <a:pt x="1460641" y="1878715"/>
                </a:lnTo>
                <a:lnTo>
                  <a:pt x="1461375" y="1869629"/>
                </a:lnTo>
                <a:lnTo>
                  <a:pt x="1472404" y="1860321"/>
                </a:lnTo>
                <a:lnTo>
                  <a:pt x="1473527" y="1859373"/>
                </a:lnTo>
                <a:lnTo>
                  <a:pt x="1482564" y="1860153"/>
                </a:lnTo>
                <a:lnTo>
                  <a:pt x="1492816" y="1872300"/>
                </a:lnTo>
                <a:lnTo>
                  <a:pt x="1492041" y="1881342"/>
                </a:lnTo>
                <a:lnTo>
                  <a:pt x="1481001" y="1890637"/>
                </a:lnTo>
                <a:lnTo>
                  <a:pt x="1480079" y="1891411"/>
                </a:lnTo>
                <a:lnTo>
                  <a:pt x="1471413" y="1890833"/>
                </a:lnTo>
                <a:close/>
              </a:path>
              <a:path w="5142230" h="2300604">
                <a:moveTo>
                  <a:pt x="764923" y="1415182"/>
                </a:moveTo>
                <a:lnTo>
                  <a:pt x="759776" y="1409672"/>
                </a:lnTo>
                <a:lnTo>
                  <a:pt x="758725" y="1403074"/>
                </a:lnTo>
                <a:lnTo>
                  <a:pt x="761604" y="1397554"/>
                </a:lnTo>
                <a:lnTo>
                  <a:pt x="765338" y="1390506"/>
                </a:lnTo>
                <a:lnTo>
                  <a:pt x="773974" y="1387825"/>
                </a:lnTo>
                <a:lnTo>
                  <a:pt x="788029" y="1395149"/>
                </a:lnTo>
                <a:lnTo>
                  <a:pt x="790755" y="1403834"/>
                </a:lnTo>
                <a:lnTo>
                  <a:pt x="787111" y="1410881"/>
                </a:lnTo>
                <a:lnTo>
                  <a:pt x="783382" y="1417935"/>
                </a:lnTo>
                <a:lnTo>
                  <a:pt x="774746" y="1420615"/>
                </a:lnTo>
                <a:lnTo>
                  <a:pt x="767694" y="1416976"/>
                </a:lnTo>
                <a:lnTo>
                  <a:pt x="766206" y="1416165"/>
                </a:lnTo>
                <a:lnTo>
                  <a:pt x="764923" y="1415182"/>
                </a:lnTo>
                <a:close/>
              </a:path>
              <a:path w="5142230" h="2300604">
                <a:moveTo>
                  <a:pt x="256492" y="1045602"/>
                </a:moveTo>
                <a:lnTo>
                  <a:pt x="250571" y="1039264"/>
                </a:lnTo>
                <a:lnTo>
                  <a:pt x="245684" y="1033045"/>
                </a:lnTo>
                <a:lnTo>
                  <a:pt x="246751" y="1024022"/>
                </a:lnTo>
                <a:lnTo>
                  <a:pt x="252910" y="1019081"/>
                </a:lnTo>
                <a:lnTo>
                  <a:pt x="259173" y="1014153"/>
                </a:lnTo>
                <a:lnTo>
                  <a:pt x="268201" y="1015216"/>
                </a:lnTo>
                <a:lnTo>
                  <a:pt x="278021" y="1027683"/>
                </a:lnTo>
                <a:lnTo>
                  <a:pt x="276958" y="1036711"/>
                </a:lnTo>
                <a:lnTo>
                  <a:pt x="270795" y="1041647"/>
                </a:lnTo>
                <a:lnTo>
                  <a:pt x="264829" y="1046306"/>
                </a:lnTo>
                <a:lnTo>
                  <a:pt x="256492" y="1045602"/>
                </a:lnTo>
                <a:close/>
              </a:path>
              <a:path w="5142230" h="2300604">
                <a:moveTo>
                  <a:pt x="640049" y="1347194"/>
                </a:moveTo>
                <a:lnTo>
                  <a:pt x="634907" y="1341689"/>
                </a:lnTo>
                <a:lnTo>
                  <a:pt x="633907" y="1334852"/>
                </a:lnTo>
                <a:lnTo>
                  <a:pt x="637122" y="1329301"/>
                </a:lnTo>
                <a:lnTo>
                  <a:pt x="641041" y="1322353"/>
                </a:lnTo>
                <a:lnTo>
                  <a:pt x="649803" y="1320003"/>
                </a:lnTo>
                <a:lnTo>
                  <a:pt x="656710" y="1323878"/>
                </a:lnTo>
                <a:lnTo>
                  <a:pt x="663610" y="1327842"/>
                </a:lnTo>
                <a:lnTo>
                  <a:pt x="666004" y="1336563"/>
                </a:lnTo>
                <a:lnTo>
                  <a:pt x="662085" y="1343511"/>
                </a:lnTo>
                <a:lnTo>
                  <a:pt x="658169" y="1350365"/>
                </a:lnTo>
                <a:lnTo>
                  <a:pt x="649400" y="1352804"/>
                </a:lnTo>
                <a:lnTo>
                  <a:pt x="642495" y="1348845"/>
                </a:lnTo>
                <a:lnTo>
                  <a:pt x="641202" y="1348135"/>
                </a:lnTo>
                <a:lnTo>
                  <a:pt x="640049" y="1347194"/>
                </a:lnTo>
                <a:close/>
              </a:path>
              <a:path w="5142230" h="2300604">
                <a:moveTo>
                  <a:pt x="1200231" y="1655473"/>
                </a:moveTo>
                <a:lnTo>
                  <a:pt x="1194203" y="1649020"/>
                </a:lnTo>
                <a:lnTo>
                  <a:pt x="1193425" y="1641833"/>
                </a:lnTo>
                <a:lnTo>
                  <a:pt x="1197204" y="1636202"/>
                </a:lnTo>
                <a:lnTo>
                  <a:pt x="1201585" y="1629553"/>
                </a:lnTo>
                <a:lnTo>
                  <a:pt x="1210521" y="1627780"/>
                </a:lnTo>
                <a:lnTo>
                  <a:pt x="1223725" y="1636539"/>
                </a:lnTo>
                <a:lnTo>
                  <a:pt x="1225498" y="1645474"/>
                </a:lnTo>
                <a:lnTo>
                  <a:pt x="1221166" y="1652078"/>
                </a:lnTo>
                <a:lnTo>
                  <a:pt x="1216740" y="1658678"/>
                </a:lnTo>
                <a:lnTo>
                  <a:pt x="1207849" y="1660500"/>
                </a:lnTo>
                <a:lnTo>
                  <a:pt x="1200231" y="1655473"/>
                </a:lnTo>
                <a:close/>
              </a:path>
              <a:path w="5142230" h="2300604">
                <a:moveTo>
                  <a:pt x="578728" y="1311168"/>
                </a:moveTo>
                <a:lnTo>
                  <a:pt x="573581" y="1305658"/>
                </a:lnTo>
                <a:lnTo>
                  <a:pt x="572685" y="1298551"/>
                </a:lnTo>
                <a:lnTo>
                  <a:pt x="576165" y="1292892"/>
                </a:lnTo>
                <a:lnTo>
                  <a:pt x="580188" y="1286144"/>
                </a:lnTo>
                <a:lnTo>
                  <a:pt x="588817" y="1284052"/>
                </a:lnTo>
                <a:lnTo>
                  <a:pt x="589047" y="1283996"/>
                </a:lnTo>
                <a:lnTo>
                  <a:pt x="602599" y="1292247"/>
                </a:lnTo>
                <a:lnTo>
                  <a:pt x="604747" y="1301105"/>
                </a:lnTo>
                <a:lnTo>
                  <a:pt x="600651" y="1307854"/>
                </a:lnTo>
                <a:lnTo>
                  <a:pt x="596492" y="1314652"/>
                </a:lnTo>
                <a:lnTo>
                  <a:pt x="587742" y="1316809"/>
                </a:lnTo>
                <a:lnTo>
                  <a:pt x="580894" y="1312705"/>
                </a:lnTo>
                <a:lnTo>
                  <a:pt x="579780" y="1312001"/>
                </a:lnTo>
                <a:lnTo>
                  <a:pt x="578728" y="1311168"/>
                </a:lnTo>
                <a:close/>
              </a:path>
              <a:path w="5142230" h="2300604">
                <a:moveTo>
                  <a:pt x="1139703" y="1616778"/>
                </a:moveTo>
                <a:lnTo>
                  <a:pt x="1134506" y="1611214"/>
                </a:lnTo>
                <a:lnTo>
                  <a:pt x="1133665" y="1604156"/>
                </a:lnTo>
                <a:lnTo>
                  <a:pt x="1137104" y="1598453"/>
                </a:lnTo>
                <a:lnTo>
                  <a:pt x="1141289" y="1591790"/>
                </a:lnTo>
                <a:lnTo>
                  <a:pt x="1149841" y="1589704"/>
                </a:lnTo>
                <a:lnTo>
                  <a:pt x="1150064" y="1589650"/>
                </a:lnTo>
                <a:lnTo>
                  <a:pt x="1163616" y="1597900"/>
                </a:lnTo>
                <a:lnTo>
                  <a:pt x="1165769" y="1606755"/>
                </a:lnTo>
                <a:lnTo>
                  <a:pt x="1161574" y="1613504"/>
                </a:lnTo>
                <a:lnTo>
                  <a:pt x="1157477" y="1620262"/>
                </a:lnTo>
                <a:lnTo>
                  <a:pt x="1148623" y="1622416"/>
                </a:lnTo>
                <a:lnTo>
                  <a:pt x="1141870" y="1618315"/>
                </a:lnTo>
                <a:lnTo>
                  <a:pt x="1140715" y="1617567"/>
                </a:lnTo>
                <a:lnTo>
                  <a:pt x="1139703" y="1616778"/>
                </a:lnTo>
                <a:close/>
              </a:path>
              <a:path w="5142230" h="2300604">
                <a:moveTo>
                  <a:pt x="1078660" y="1580756"/>
                </a:moveTo>
                <a:lnTo>
                  <a:pt x="1073558" y="1575295"/>
                </a:lnTo>
                <a:lnTo>
                  <a:pt x="1072518" y="1568414"/>
                </a:lnTo>
                <a:lnTo>
                  <a:pt x="1079693" y="1555959"/>
                </a:lnTo>
                <a:lnTo>
                  <a:pt x="1088462" y="1553519"/>
                </a:lnTo>
                <a:lnTo>
                  <a:pt x="1102216" y="1561399"/>
                </a:lnTo>
                <a:lnTo>
                  <a:pt x="1104655" y="1570169"/>
                </a:lnTo>
                <a:lnTo>
                  <a:pt x="1096726" y="1583968"/>
                </a:lnTo>
                <a:lnTo>
                  <a:pt x="1088001" y="1586357"/>
                </a:lnTo>
                <a:lnTo>
                  <a:pt x="1081057" y="1582443"/>
                </a:lnTo>
                <a:lnTo>
                  <a:pt x="1079808" y="1581692"/>
                </a:lnTo>
                <a:lnTo>
                  <a:pt x="1078660" y="1580756"/>
                </a:lnTo>
                <a:close/>
              </a:path>
              <a:path w="5142230" h="2300604">
                <a:moveTo>
                  <a:pt x="1257512" y="1695091"/>
                </a:moveTo>
                <a:lnTo>
                  <a:pt x="1252278" y="1689488"/>
                </a:lnTo>
                <a:lnTo>
                  <a:pt x="1251689" y="1681820"/>
                </a:lnTo>
                <a:lnTo>
                  <a:pt x="1255846" y="1676202"/>
                </a:lnTo>
                <a:lnTo>
                  <a:pt x="1260504" y="1669751"/>
                </a:lnTo>
                <a:lnTo>
                  <a:pt x="1269475" y="1668310"/>
                </a:lnTo>
                <a:lnTo>
                  <a:pt x="1282328" y="1677670"/>
                </a:lnTo>
                <a:lnTo>
                  <a:pt x="1283721" y="1686687"/>
                </a:lnTo>
                <a:lnTo>
                  <a:pt x="1279013" y="1693085"/>
                </a:lnTo>
                <a:lnTo>
                  <a:pt x="1274405" y="1699490"/>
                </a:lnTo>
                <a:lnTo>
                  <a:pt x="1265438" y="1700936"/>
                </a:lnTo>
                <a:lnTo>
                  <a:pt x="1258987" y="1696279"/>
                </a:lnTo>
                <a:lnTo>
                  <a:pt x="1257512" y="1695091"/>
                </a:lnTo>
                <a:close/>
              </a:path>
              <a:path w="5142230" h="2300604">
                <a:moveTo>
                  <a:pt x="1629704" y="2201719"/>
                </a:moveTo>
                <a:lnTo>
                  <a:pt x="1624644" y="2196301"/>
                </a:lnTo>
                <a:lnTo>
                  <a:pt x="1623351" y="2194039"/>
                </a:lnTo>
                <a:lnTo>
                  <a:pt x="1622778" y="2191470"/>
                </a:lnTo>
                <a:lnTo>
                  <a:pt x="1621111" y="2183723"/>
                </a:lnTo>
                <a:lnTo>
                  <a:pt x="1625948" y="2175999"/>
                </a:lnTo>
                <a:lnTo>
                  <a:pt x="1633705" y="2174332"/>
                </a:lnTo>
                <a:lnTo>
                  <a:pt x="1641456" y="2172561"/>
                </a:lnTo>
                <a:lnTo>
                  <a:pt x="1649131" y="2177453"/>
                </a:lnTo>
                <a:lnTo>
                  <a:pt x="1652613" y="2192910"/>
                </a:lnTo>
                <a:lnTo>
                  <a:pt x="1647725" y="2200581"/>
                </a:lnTo>
                <a:lnTo>
                  <a:pt x="1639974" y="2202352"/>
                </a:lnTo>
                <a:lnTo>
                  <a:pt x="1634832" y="2203494"/>
                </a:lnTo>
                <a:lnTo>
                  <a:pt x="1629704" y="2201719"/>
                </a:lnTo>
                <a:close/>
              </a:path>
              <a:path w="5142230" h="2300604">
                <a:moveTo>
                  <a:pt x="1368203" y="1784454"/>
                </a:moveTo>
                <a:lnTo>
                  <a:pt x="1362277" y="1778110"/>
                </a:lnTo>
                <a:lnTo>
                  <a:pt x="1362141" y="1769755"/>
                </a:lnTo>
                <a:lnTo>
                  <a:pt x="1367147" y="1764165"/>
                </a:lnTo>
                <a:lnTo>
                  <a:pt x="1372494" y="1758257"/>
                </a:lnTo>
                <a:lnTo>
                  <a:pt x="1381573" y="1757811"/>
                </a:lnTo>
                <a:lnTo>
                  <a:pt x="1393344" y="1768456"/>
                </a:lnTo>
                <a:lnTo>
                  <a:pt x="1393839" y="1777490"/>
                </a:lnTo>
                <a:lnTo>
                  <a:pt x="1383189" y="1789256"/>
                </a:lnTo>
                <a:lnTo>
                  <a:pt x="1374111" y="1789801"/>
                </a:lnTo>
                <a:lnTo>
                  <a:pt x="1368203" y="1784454"/>
                </a:lnTo>
                <a:close/>
              </a:path>
              <a:path w="5142230" h="2300604">
                <a:moveTo>
                  <a:pt x="215010" y="987404"/>
                </a:moveTo>
                <a:lnTo>
                  <a:pt x="209122" y="981102"/>
                </a:lnTo>
                <a:lnTo>
                  <a:pt x="208623" y="980372"/>
                </a:lnTo>
                <a:lnTo>
                  <a:pt x="204367" y="973665"/>
                </a:lnTo>
                <a:lnTo>
                  <a:pt x="206279" y="964765"/>
                </a:lnTo>
                <a:lnTo>
                  <a:pt x="212982" y="960504"/>
                </a:lnTo>
                <a:lnTo>
                  <a:pt x="219648" y="956203"/>
                </a:lnTo>
                <a:lnTo>
                  <a:pt x="228504" y="958157"/>
                </a:lnTo>
                <a:lnTo>
                  <a:pt x="237110" y="971485"/>
                </a:lnTo>
                <a:lnTo>
                  <a:pt x="235158" y="980430"/>
                </a:lnTo>
                <a:lnTo>
                  <a:pt x="228446" y="984682"/>
                </a:lnTo>
                <a:lnTo>
                  <a:pt x="222609" y="988501"/>
                </a:lnTo>
                <a:lnTo>
                  <a:pt x="215010" y="987404"/>
                </a:lnTo>
                <a:close/>
              </a:path>
              <a:path w="5142230" h="2300604">
                <a:moveTo>
                  <a:pt x="1314248" y="1738524"/>
                </a:moveTo>
                <a:lnTo>
                  <a:pt x="1308508" y="1732380"/>
                </a:lnTo>
                <a:lnTo>
                  <a:pt x="1308072" y="1724387"/>
                </a:lnTo>
                <a:lnTo>
                  <a:pt x="1312651" y="1718731"/>
                </a:lnTo>
                <a:lnTo>
                  <a:pt x="1317586" y="1712578"/>
                </a:lnTo>
                <a:lnTo>
                  <a:pt x="1326636" y="1711611"/>
                </a:lnTo>
                <a:lnTo>
                  <a:pt x="1338993" y="1721516"/>
                </a:lnTo>
                <a:lnTo>
                  <a:pt x="1339964" y="1730571"/>
                </a:lnTo>
                <a:lnTo>
                  <a:pt x="1330055" y="1742933"/>
                </a:lnTo>
                <a:lnTo>
                  <a:pt x="1321005" y="1743900"/>
                </a:lnTo>
                <a:lnTo>
                  <a:pt x="1314801" y="1738921"/>
                </a:lnTo>
                <a:lnTo>
                  <a:pt x="1314248" y="1738524"/>
                </a:lnTo>
                <a:close/>
              </a:path>
              <a:path w="5142230" h="2300604">
                <a:moveTo>
                  <a:pt x="178857" y="925734"/>
                </a:moveTo>
                <a:lnTo>
                  <a:pt x="173660" y="920170"/>
                </a:lnTo>
                <a:lnTo>
                  <a:pt x="172941" y="919117"/>
                </a:lnTo>
                <a:lnTo>
                  <a:pt x="168638" y="910982"/>
                </a:lnTo>
                <a:lnTo>
                  <a:pt x="171348" y="902251"/>
                </a:lnTo>
                <a:lnTo>
                  <a:pt x="185333" y="894838"/>
                </a:lnTo>
                <a:lnTo>
                  <a:pt x="194074" y="897548"/>
                </a:lnTo>
                <a:lnTo>
                  <a:pt x="201433" y="911584"/>
                </a:lnTo>
                <a:lnTo>
                  <a:pt x="198772" y="920279"/>
                </a:lnTo>
                <a:lnTo>
                  <a:pt x="185892" y="927106"/>
                </a:lnTo>
                <a:lnTo>
                  <a:pt x="178857" y="925734"/>
                </a:lnTo>
                <a:close/>
              </a:path>
              <a:path w="5142230" h="2300604">
                <a:moveTo>
                  <a:pt x="827963" y="1447868"/>
                </a:moveTo>
                <a:lnTo>
                  <a:pt x="822866" y="1442412"/>
                </a:lnTo>
                <a:lnTo>
                  <a:pt x="821767" y="1435859"/>
                </a:lnTo>
                <a:lnTo>
                  <a:pt x="824646" y="1430339"/>
                </a:lnTo>
                <a:lnTo>
                  <a:pt x="828240" y="1423239"/>
                </a:lnTo>
                <a:lnTo>
                  <a:pt x="836925" y="1420513"/>
                </a:lnTo>
                <a:lnTo>
                  <a:pt x="851029" y="1427791"/>
                </a:lnTo>
                <a:lnTo>
                  <a:pt x="853803" y="1436430"/>
                </a:lnTo>
                <a:lnTo>
                  <a:pt x="846520" y="1450530"/>
                </a:lnTo>
                <a:lnTo>
                  <a:pt x="838047" y="1453286"/>
                </a:lnTo>
                <a:lnTo>
                  <a:pt x="837837" y="1453355"/>
                </a:lnTo>
                <a:lnTo>
                  <a:pt x="830785" y="1449715"/>
                </a:lnTo>
                <a:lnTo>
                  <a:pt x="829297" y="1448905"/>
                </a:lnTo>
                <a:lnTo>
                  <a:pt x="827963" y="1447868"/>
                </a:lnTo>
                <a:close/>
              </a:path>
              <a:path w="5142230" h="2300604">
                <a:moveTo>
                  <a:pt x="1514708" y="1946563"/>
                </a:moveTo>
                <a:lnTo>
                  <a:pt x="1508501" y="1939918"/>
                </a:lnTo>
                <a:lnTo>
                  <a:pt x="1503911" y="1933441"/>
                </a:lnTo>
                <a:lnTo>
                  <a:pt x="1505440" y="1924424"/>
                </a:lnTo>
                <a:lnTo>
                  <a:pt x="1511879" y="1919879"/>
                </a:lnTo>
                <a:lnTo>
                  <a:pt x="1518316" y="1915236"/>
                </a:lnTo>
                <a:lnTo>
                  <a:pt x="1527328" y="1916770"/>
                </a:lnTo>
                <a:lnTo>
                  <a:pt x="1536561" y="1929685"/>
                </a:lnTo>
                <a:lnTo>
                  <a:pt x="1534986" y="1938653"/>
                </a:lnTo>
                <a:lnTo>
                  <a:pt x="1528499" y="1943243"/>
                </a:lnTo>
                <a:lnTo>
                  <a:pt x="1522600" y="1947484"/>
                </a:lnTo>
                <a:lnTo>
                  <a:pt x="1514708" y="1946563"/>
                </a:lnTo>
                <a:close/>
              </a:path>
              <a:path w="5142230" h="2300604">
                <a:moveTo>
                  <a:pt x="62488" y="590031"/>
                </a:moveTo>
                <a:lnTo>
                  <a:pt x="57432" y="584618"/>
                </a:lnTo>
                <a:lnTo>
                  <a:pt x="56185" y="582404"/>
                </a:lnTo>
                <a:lnTo>
                  <a:pt x="55615" y="579741"/>
                </a:lnTo>
                <a:lnTo>
                  <a:pt x="53894" y="572034"/>
                </a:lnTo>
                <a:lnTo>
                  <a:pt x="58782" y="564364"/>
                </a:lnTo>
                <a:lnTo>
                  <a:pt x="74289" y="560926"/>
                </a:lnTo>
                <a:lnTo>
                  <a:pt x="81960" y="565814"/>
                </a:lnTo>
                <a:lnTo>
                  <a:pt x="83632" y="573566"/>
                </a:lnTo>
                <a:lnTo>
                  <a:pt x="85398" y="581321"/>
                </a:lnTo>
                <a:lnTo>
                  <a:pt x="80510" y="588992"/>
                </a:lnTo>
                <a:lnTo>
                  <a:pt x="67567" y="591851"/>
                </a:lnTo>
                <a:lnTo>
                  <a:pt x="62488" y="590031"/>
                </a:lnTo>
                <a:close/>
              </a:path>
              <a:path w="5142230" h="2300604">
                <a:moveTo>
                  <a:pt x="891109" y="1480373"/>
                </a:moveTo>
                <a:lnTo>
                  <a:pt x="885967" y="1474868"/>
                </a:lnTo>
                <a:lnTo>
                  <a:pt x="884913" y="1468364"/>
                </a:lnTo>
                <a:lnTo>
                  <a:pt x="887742" y="1462791"/>
                </a:lnTo>
                <a:lnTo>
                  <a:pt x="891386" y="1455744"/>
                </a:lnTo>
                <a:lnTo>
                  <a:pt x="900066" y="1453013"/>
                </a:lnTo>
                <a:lnTo>
                  <a:pt x="914129" y="1460247"/>
                </a:lnTo>
                <a:lnTo>
                  <a:pt x="916949" y="1468936"/>
                </a:lnTo>
                <a:lnTo>
                  <a:pt x="909666" y="1483035"/>
                </a:lnTo>
                <a:lnTo>
                  <a:pt x="901127" y="1485721"/>
                </a:lnTo>
                <a:lnTo>
                  <a:pt x="900986" y="1485765"/>
                </a:lnTo>
                <a:lnTo>
                  <a:pt x="893881" y="1482167"/>
                </a:lnTo>
                <a:lnTo>
                  <a:pt x="892402" y="1481366"/>
                </a:lnTo>
                <a:lnTo>
                  <a:pt x="891109" y="1480373"/>
                </a:lnTo>
                <a:close/>
              </a:path>
              <a:path w="5142230" h="2300604">
                <a:moveTo>
                  <a:pt x="147857" y="861465"/>
                </a:moveTo>
                <a:lnTo>
                  <a:pt x="142709" y="855955"/>
                </a:lnTo>
                <a:lnTo>
                  <a:pt x="141811" y="854602"/>
                </a:lnTo>
                <a:lnTo>
                  <a:pt x="137952" y="845789"/>
                </a:lnTo>
                <a:lnTo>
                  <a:pt x="141267" y="837305"/>
                </a:lnTo>
                <a:lnTo>
                  <a:pt x="155833" y="831003"/>
                </a:lnTo>
                <a:lnTo>
                  <a:pt x="164313" y="834313"/>
                </a:lnTo>
                <a:lnTo>
                  <a:pt x="170664" y="848834"/>
                </a:lnTo>
                <a:lnTo>
                  <a:pt x="167349" y="857318"/>
                </a:lnTo>
                <a:lnTo>
                  <a:pt x="160071" y="860464"/>
                </a:lnTo>
                <a:lnTo>
                  <a:pt x="154363" y="862966"/>
                </a:lnTo>
                <a:lnTo>
                  <a:pt x="147857" y="861465"/>
                </a:lnTo>
                <a:close/>
              </a:path>
              <a:path w="5142230" h="2300604">
                <a:moveTo>
                  <a:pt x="1641169" y="2271271"/>
                </a:moveTo>
                <a:lnTo>
                  <a:pt x="1636159" y="2265907"/>
                </a:lnTo>
                <a:lnTo>
                  <a:pt x="1634791" y="2263076"/>
                </a:lnTo>
                <a:lnTo>
                  <a:pt x="1633466" y="2252078"/>
                </a:lnTo>
                <a:lnTo>
                  <a:pt x="1639138" y="2244953"/>
                </a:lnTo>
                <a:lnTo>
                  <a:pt x="1647007" y="2243994"/>
                </a:lnTo>
                <a:lnTo>
                  <a:pt x="1654922" y="2243083"/>
                </a:lnTo>
                <a:lnTo>
                  <a:pt x="1662042" y="2248750"/>
                </a:lnTo>
                <a:lnTo>
                  <a:pt x="1662912" y="2256621"/>
                </a:lnTo>
                <a:lnTo>
                  <a:pt x="1663872" y="2264490"/>
                </a:lnTo>
                <a:lnTo>
                  <a:pt x="1658200" y="2271615"/>
                </a:lnTo>
                <a:lnTo>
                  <a:pt x="1650331" y="2272574"/>
                </a:lnTo>
                <a:lnTo>
                  <a:pt x="1645593" y="2273074"/>
                </a:lnTo>
                <a:lnTo>
                  <a:pt x="1641169" y="2271271"/>
                </a:lnTo>
                <a:close/>
              </a:path>
              <a:path w="5142230" h="2300604">
                <a:moveTo>
                  <a:pt x="1418673" y="1832910"/>
                </a:moveTo>
                <a:lnTo>
                  <a:pt x="1413207" y="1827059"/>
                </a:lnTo>
                <a:lnTo>
                  <a:pt x="1413364" y="1818137"/>
                </a:lnTo>
                <a:lnTo>
                  <a:pt x="1418937" y="1812666"/>
                </a:lnTo>
                <a:lnTo>
                  <a:pt x="1419417" y="1812202"/>
                </a:lnTo>
                <a:lnTo>
                  <a:pt x="1424648" y="1807148"/>
                </a:lnTo>
                <a:lnTo>
                  <a:pt x="1433757" y="1807222"/>
                </a:lnTo>
                <a:lnTo>
                  <a:pt x="1444838" y="1818594"/>
                </a:lnTo>
                <a:lnTo>
                  <a:pt x="1444768" y="1827708"/>
                </a:lnTo>
                <a:lnTo>
                  <a:pt x="1444288" y="1828172"/>
                </a:lnTo>
                <a:lnTo>
                  <a:pt x="1439057" y="1833226"/>
                </a:lnTo>
                <a:lnTo>
                  <a:pt x="1433386" y="1838788"/>
                </a:lnTo>
                <a:lnTo>
                  <a:pt x="1424236" y="1838670"/>
                </a:lnTo>
                <a:lnTo>
                  <a:pt x="1418673" y="1832910"/>
                </a:lnTo>
                <a:close/>
              </a:path>
              <a:path w="5142230" h="2300604">
                <a:moveTo>
                  <a:pt x="1016710" y="1546403"/>
                </a:moveTo>
                <a:lnTo>
                  <a:pt x="1011563" y="1540893"/>
                </a:lnTo>
                <a:lnTo>
                  <a:pt x="1010516" y="1534201"/>
                </a:lnTo>
                <a:lnTo>
                  <a:pt x="1017317" y="1521639"/>
                </a:lnTo>
                <a:lnTo>
                  <a:pt x="1026044" y="1519056"/>
                </a:lnTo>
                <a:lnTo>
                  <a:pt x="1040044" y="1526614"/>
                </a:lnTo>
                <a:lnTo>
                  <a:pt x="1042627" y="1535341"/>
                </a:lnTo>
                <a:lnTo>
                  <a:pt x="1038802" y="1542293"/>
                </a:lnTo>
                <a:lnTo>
                  <a:pt x="1035023" y="1549293"/>
                </a:lnTo>
                <a:lnTo>
                  <a:pt x="1026296" y="1551875"/>
                </a:lnTo>
                <a:lnTo>
                  <a:pt x="1019296" y="1548096"/>
                </a:lnTo>
                <a:lnTo>
                  <a:pt x="1017953" y="1547342"/>
                </a:lnTo>
                <a:lnTo>
                  <a:pt x="1016710" y="1546403"/>
                </a:lnTo>
                <a:close/>
              </a:path>
              <a:path w="5142230" h="2300604">
                <a:moveTo>
                  <a:pt x="954065" y="1513065"/>
                </a:moveTo>
                <a:lnTo>
                  <a:pt x="948963" y="1507604"/>
                </a:lnTo>
                <a:lnTo>
                  <a:pt x="947867" y="1500958"/>
                </a:lnTo>
                <a:lnTo>
                  <a:pt x="950742" y="1495433"/>
                </a:lnTo>
                <a:lnTo>
                  <a:pt x="954480" y="1488389"/>
                </a:lnTo>
                <a:lnTo>
                  <a:pt x="963165" y="1485663"/>
                </a:lnTo>
                <a:lnTo>
                  <a:pt x="977217" y="1493081"/>
                </a:lnTo>
                <a:lnTo>
                  <a:pt x="979942" y="1501766"/>
                </a:lnTo>
                <a:lnTo>
                  <a:pt x="972568" y="1515768"/>
                </a:lnTo>
                <a:lnTo>
                  <a:pt x="963888" y="1518498"/>
                </a:lnTo>
                <a:lnTo>
                  <a:pt x="956832" y="1514854"/>
                </a:lnTo>
                <a:lnTo>
                  <a:pt x="955353" y="1514053"/>
                </a:lnTo>
                <a:lnTo>
                  <a:pt x="954065" y="1513065"/>
                </a:lnTo>
                <a:close/>
              </a:path>
              <a:path w="5142230" h="2300604">
                <a:moveTo>
                  <a:pt x="98542" y="727741"/>
                </a:moveTo>
                <a:lnTo>
                  <a:pt x="93486" y="722329"/>
                </a:lnTo>
                <a:lnTo>
                  <a:pt x="92370" y="720449"/>
                </a:lnTo>
                <a:lnTo>
                  <a:pt x="91636" y="718295"/>
                </a:lnTo>
                <a:lnTo>
                  <a:pt x="89351" y="710669"/>
                </a:lnTo>
                <a:lnTo>
                  <a:pt x="93637" y="702647"/>
                </a:lnTo>
                <a:lnTo>
                  <a:pt x="101174" y="700354"/>
                </a:lnTo>
                <a:lnTo>
                  <a:pt x="108760" y="698016"/>
                </a:lnTo>
                <a:lnTo>
                  <a:pt x="116781" y="702302"/>
                </a:lnTo>
                <a:lnTo>
                  <a:pt x="121453" y="717469"/>
                </a:lnTo>
                <a:lnTo>
                  <a:pt x="117172" y="725495"/>
                </a:lnTo>
                <a:lnTo>
                  <a:pt x="109635" y="727788"/>
                </a:lnTo>
                <a:lnTo>
                  <a:pt x="104195" y="729491"/>
                </a:lnTo>
                <a:lnTo>
                  <a:pt x="98542" y="727741"/>
                </a:lnTo>
                <a:close/>
              </a:path>
              <a:path w="5142230" h="2300604">
                <a:moveTo>
                  <a:pt x="0" y="168350"/>
                </a:moveTo>
                <a:lnTo>
                  <a:pt x="0" y="141614"/>
                </a:lnTo>
                <a:lnTo>
                  <a:pt x="5778" y="140978"/>
                </a:lnTo>
                <a:lnTo>
                  <a:pt x="13685" y="140157"/>
                </a:lnTo>
                <a:lnTo>
                  <a:pt x="20766" y="145879"/>
                </a:lnTo>
                <a:lnTo>
                  <a:pt x="22443" y="161652"/>
                </a:lnTo>
                <a:lnTo>
                  <a:pt x="16730" y="168732"/>
                </a:lnTo>
                <a:lnTo>
                  <a:pt x="8818" y="169549"/>
                </a:lnTo>
                <a:lnTo>
                  <a:pt x="4175" y="170052"/>
                </a:lnTo>
                <a:lnTo>
                  <a:pt x="0" y="168350"/>
                </a:lnTo>
                <a:close/>
              </a:path>
              <a:path w="5142230" h="2300604">
                <a:moveTo>
                  <a:pt x="518599" y="1273095"/>
                </a:moveTo>
                <a:lnTo>
                  <a:pt x="513411" y="1267542"/>
                </a:lnTo>
                <a:lnTo>
                  <a:pt x="512616" y="1260239"/>
                </a:lnTo>
                <a:lnTo>
                  <a:pt x="520736" y="1247916"/>
                </a:lnTo>
                <a:lnTo>
                  <a:pt x="529626" y="1246094"/>
                </a:lnTo>
                <a:lnTo>
                  <a:pt x="542869" y="1254806"/>
                </a:lnTo>
                <a:lnTo>
                  <a:pt x="544741" y="1263750"/>
                </a:lnTo>
                <a:lnTo>
                  <a:pt x="536033" y="1276998"/>
                </a:lnTo>
                <a:lnTo>
                  <a:pt x="527089" y="1278861"/>
                </a:lnTo>
                <a:lnTo>
                  <a:pt x="519476" y="1273838"/>
                </a:lnTo>
                <a:lnTo>
                  <a:pt x="518599" y="1273095"/>
                </a:lnTo>
                <a:close/>
              </a:path>
              <a:path w="5142230" h="2300604">
                <a:moveTo>
                  <a:pt x="35944" y="450284"/>
                </a:moveTo>
                <a:lnTo>
                  <a:pt x="30934" y="444920"/>
                </a:lnTo>
                <a:lnTo>
                  <a:pt x="29606" y="442325"/>
                </a:lnTo>
                <a:lnTo>
                  <a:pt x="29091" y="439428"/>
                </a:lnTo>
                <a:lnTo>
                  <a:pt x="27894" y="431598"/>
                </a:lnTo>
                <a:lnTo>
                  <a:pt x="33198" y="424178"/>
                </a:lnTo>
                <a:lnTo>
                  <a:pt x="48862" y="421689"/>
                </a:lnTo>
                <a:lnTo>
                  <a:pt x="56229" y="427034"/>
                </a:lnTo>
                <a:lnTo>
                  <a:pt x="58770" y="442657"/>
                </a:lnTo>
                <a:lnTo>
                  <a:pt x="53416" y="450024"/>
                </a:lnTo>
                <a:lnTo>
                  <a:pt x="45587" y="451320"/>
                </a:lnTo>
                <a:lnTo>
                  <a:pt x="40651" y="452096"/>
                </a:lnTo>
                <a:lnTo>
                  <a:pt x="35944" y="450284"/>
                </a:lnTo>
                <a:close/>
              </a:path>
              <a:path w="5142230" h="2300604">
                <a:moveTo>
                  <a:pt x="48242" y="520336"/>
                </a:moveTo>
                <a:lnTo>
                  <a:pt x="43186" y="514924"/>
                </a:lnTo>
                <a:lnTo>
                  <a:pt x="41852" y="512518"/>
                </a:lnTo>
                <a:lnTo>
                  <a:pt x="41379" y="509764"/>
                </a:lnTo>
                <a:lnTo>
                  <a:pt x="39899" y="501924"/>
                </a:lnTo>
                <a:lnTo>
                  <a:pt x="45063" y="494452"/>
                </a:lnTo>
                <a:lnTo>
                  <a:pt x="60649" y="491489"/>
                </a:lnTo>
                <a:lnTo>
                  <a:pt x="68121" y="496653"/>
                </a:lnTo>
                <a:lnTo>
                  <a:pt x="69650" y="504447"/>
                </a:lnTo>
                <a:lnTo>
                  <a:pt x="71084" y="512238"/>
                </a:lnTo>
                <a:lnTo>
                  <a:pt x="65965" y="519759"/>
                </a:lnTo>
                <a:lnTo>
                  <a:pt x="58174" y="521194"/>
                </a:lnTo>
                <a:lnTo>
                  <a:pt x="53137" y="522155"/>
                </a:lnTo>
                <a:lnTo>
                  <a:pt x="48242" y="520336"/>
                </a:lnTo>
                <a:close/>
              </a:path>
              <a:path w="5142230" h="2300604">
                <a:moveTo>
                  <a:pt x="0" y="99052"/>
                </a:moveTo>
                <a:lnTo>
                  <a:pt x="0" y="70198"/>
                </a:lnTo>
                <a:lnTo>
                  <a:pt x="6223" y="69513"/>
                </a:lnTo>
                <a:lnTo>
                  <a:pt x="13303" y="75235"/>
                </a:lnTo>
                <a:lnTo>
                  <a:pt x="14981" y="91008"/>
                </a:lnTo>
                <a:lnTo>
                  <a:pt x="9268" y="98089"/>
                </a:lnTo>
                <a:lnTo>
                  <a:pt x="0" y="99052"/>
                </a:lnTo>
                <a:close/>
              </a:path>
              <a:path w="5142230" h="2300604">
                <a:moveTo>
                  <a:pt x="0" y="27599"/>
                </a:moveTo>
                <a:lnTo>
                  <a:pt x="0" y="0"/>
                </a:lnTo>
                <a:lnTo>
                  <a:pt x="5701" y="4539"/>
                </a:lnTo>
                <a:lnTo>
                  <a:pt x="7477" y="20321"/>
                </a:lnTo>
                <a:lnTo>
                  <a:pt x="1760" y="27396"/>
                </a:lnTo>
                <a:lnTo>
                  <a:pt x="0" y="27599"/>
                </a:lnTo>
                <a:close/>
              </a:path>
              <a:path w="5142230" h="2300604">
                <a:moveTo>
                  <a:pt x="25308" y="379957"/>
                </a:moveTo>
                <a:lnTo>
                  <a:pt x="20298" y="374593"/>
                </a:lnTo>
                <a:lnTo>
                  <a:pt x="18924" y="371950"/>
                </a:lnTo>
                <a:lnTo>
                  <a:pt x="17407" y="361040"/>
                </a:lnTo>
                <a:lnTo>
                  <a:pt x="22848" y="353766"/>
                </a:lnTo>
                <a:lnTo>
                  <a:pt x="30724" y="352618"/>
                </a:lnTo>
                <a:lnTo>
                  <a:pt x="38597" y="351564"/>
                </a:lnTo>
                <a:lnTo>
                  <a:pt x="45866" y="357000"/>
                </a:lnTo>
                <a:lnTo>
                  <a:pt x="46924" y="364877"/>
                </a:lnTo>
                <a:lnTo>
                  <a:pt x="48073" y="372753"/>
                </a:lnTo>
                <a:lnTo>
                  <a:pt x="42586" y="379978"/>
                </a:lnTo>
                <a:lnTo>
                  <a:pt x="34706" y="381122"/>
                </a:lnTo>
                <a:lnTo>
                  <a:pt x="29921" y="381766"/>
                </a:lnTo>
                <a:lnTo>
                  <a:pt x="25308" y="379957"/>
                </a:lnTo>
                <a:close/>
              </a:path>
              <a:path w="5142230" h="2300604">
                <a:moveTo>
                  <a:pt x="702186" y="1381747"/>
                </a:moveTo>
                <a:lnTo>
                  <a:pt x="697080" y="1376281"/>
                </a:lnTo>
                <a:lnTo>
                  <a:pt x="696038" y="1369593"/>
                </a:lnTo>
                <a:lnTo>
                  <a:pt x="702834" y="1357026"/>
                </a:lnTo>
                <a:lnTo>
                  <a:pt x="711566" y="1354448"/>
                </a:lnTo>
                <a:lnTo>
                  <a:pt x="718516" y="1358174"/>
                </a:lnTo>
                <a:lnTo>
                  <a:pt x="725472" y="1362003"/>
                </a:lnTo>
                <a:lnTo>
                  <a:pt x="728103" y="1370685"/>
                </a:lnTo>
                <a:lnTo>
                  <a:pt x="720545" y="1384685"/>
                </a:lnTo>
                <a:lnTo>
                  <a:pt x="711813" y="1387263"/>
                </a:lnTo>
                <a:lnTo>
                  <a:pt x="704818" y="1383489"/>
                </a:lnTo>
                <a:lnTo>
                  <a:pt x="703429" y="1382686"/>
                </a:lnTo>
                <a:lnTo>
                  <a:pt x="702186" y="1381747"/>
                </a:lnTo>
                <a:close/>
              </a:path>
              <a:path w="5142230" h="2300604">
                <a:moveTo>
                  <a:pt x="15900" y="309478"/>
                </a:moveTo>
                <a:lnTo>
                  <a:pt x="10894" y="304120"/>
                </a:lnTo>
                <a:lnTo>
                  <a:pt x="9568" y="301332"/>
                </a:lnTo>
                <a:lnTo>
                  <a:pt x="9113" y="298205"/>
                </a:lnTo>
                <a:lnTo>
                  <a:pt x="8153" y="290336"/>
                </a:lnTo>
                <a:lnTo>
                  <a:pt x="13779" y="283162"/>
                </a:lnTo>
                <a:lnTo>
                  <a:pt x="21649" y="282203"/>
                </a:lnTo>
                <a:lnTo>
                  <a:pt x="29473" y="281194"/>
                </a:lnTo>
                <a:lnTo>
                  <a:pt x="36695" y="286775"/>
                </a:lnTo>
                <a:lnTo>
                  <a:pt x="38659" y="302563"/>
                </a:lnTo>
                <a:lnTo>
                  <a:pt x="33082" y="309690"/>
                </a:lnTo>
                <a:lnTo>
                  <a:pt x="20423" y="311289"/>
                </a:lnTo>
                <a:lnTo>
                  <a:pt x="15900" y="309478"/>
                </a:lnTo>
                <a:close/>
              </a:path>
              <a:path w="5142230" h="2300604">
                <a:moveTo>
                  <a:pt x="7542" y="238951"/>
                </a:moveTo>
                <a:lnTo>
                  <a:pt x="2486" y="233538"/>
                </a:lnTo>
                <a:lnTo>
                  <a:pt x="1119" y="230706"/>
                </a:lnTo>
                <a:lnTo>
                  <a:pt x="0" y="219613"/>
                </a:lnTo>
                <a:lnTo>
                  <a:pt x="5563" y="212493"/>
                </a:lnTo>
                <a:lnTo>
                  <a:pt x="13429" y="211628"/>
                </a:lnTo>
                <a:lnTo>
                  <a:pt x="21344" y="210717"/>
                </a:lnTo>
                <a:lnTo>
                  <a:pt x="28468" y="216389"/>
                </a:lnTo>
                <a:lnTo>
                  <a:pt x="30240" y="232165"/>
                </a:lnTo>
                <a:lnTo>
                  <a:pt x="24573" y="239294"/>
                </a:lnTo>
                <a:lnTo>
                  <a:pt x="16658" y="240205"/>
                </a:lnTo>
                <a:lnTo>
                  <a:pt x="12014" y="240708"/>
                </a:lnTo>
                <a:lnTo>
                  <a:pt x="7542" y="238951"/>
                </a:lnTo>
                <a:close/>
              </a:path>
              <a:path w="5142230" h="2300604">
                <a:moveTo>
                  <a:pt x="1599470" y="1622560"/>
                </a:moveTo>
                <a:lnTo>
                  <a:pt x="1593714" y="1616399"/>
                </a:lnTo>
                <a:lnTo>
                  <a:pt x="1593124" y="1609121"/>
                </a:lnTo>
                <a:lnTo>
                  <a:pt x="1597045" y="1603641"/>
                </a:lnTo>
                <a:lnTo>
                  <a:pt x="1601549" y="1597417"/>
                </a:lnTo>
                <a:lnTo>
                  <a:pt x="1610286" y="1595920"/>
                </a:lnTo>
                <a:lnTo>
                  <a:pt x="1622820" y="1604939"/>
                </a:lnTo>
                <a:lnTo>
                  <a:pt x="1624227" y="1613678"/>
                </a:lnTo>
                <a:lnTo>
                  <a:pt x="1619719" y="1619898"/>
                </a:lnTo>
                <a:lnTo>
                  <a:pt x="1615257" y="1626166"/>
                </a:lnTo>
                <a:lnTo>
                  <a:pt x="1606523" y="1627569"/>
                </a:lnTo>
                <a:lnTo>
                  <a:pt x="1599470" y="1622560"/>
                </a:lnTo>
                <a:close/>
              </a:path>
              <a:path w="5142230" h="2300604">
                <a:moveTo>
                  <a:pt x="964734" y="1307783"/>
                </a:moveTo>
                <a:lnTo>
                  <a:pt x="959815" y="1302517"/>
                </a:lnTo>
                <a:lnTo>
                  <a:pt x="958599" y="1296622"/>
                </a:lnTo>
                <a:lnTo>
                  <a:pt x="963971" y="1284289"/>
                </a:lnTo>
                <a:lnTo>
                  <a:pt x="972205" y="1281081"/>
                </a:lnTo>
                <a:lnTo>
                  <a:pt x="986254" y="1287224"/>
                </a:lnTo>
                <a:lnTo>
                  <a:pt x="989561" y="1295457"/>
                </a:lnTo>
                <a:lnTo>
                  <a:pt x="986443" y="1302479"/>
                </a:lnTo>
                <a:lnTo>
                  <a:pt x="983365" y="1309546"/>
                </a:lnTo>
                <a:lnTo>
                  <a:pt x="975140" y="1312764"/>
                </a:lnTo>
                <a:lnTo>
                  <a:pt x="968069" y="1309691"/>
                </a:lnTo>
                <a:lnTo>
                  <a:pt x="966254" y="1308921"/>
                </a:lnTo>
                <a:lnTo>
                  <a:pt x="964734" y="1307783"/>
                </a:lnTo>
                <a:close/>
              </a:path>
              <a:path w="5142230" h="2300604">
                <a:moveTo>
                  <a:pt x="1095201" y="1363872"/>
                </a:moveTo>
                <a:lnTo>
                  <a:pt x="1090282" y="1358605"/>
                </a:lnTo>
                <a:lnTo>
                  <a:pt x="1089017" y="1352756"/>
                </a:lnTo>
                <a:lnTo>
                  <a:pt x="1091272" y="1347545"/>
                </a:lnTo>
                <a:lnTo>
                  <a:pt x="1094295" y="1340420"/>
                </a:lnTo>
                <a:lnTo>
                  <a:pt x="1102528" y="1337112"/>
                </a:lnTo>
                <a:lnTo>
                  <a:pt x="1109599" y="1340186"/>
                </a:lnTo>
                <a:lnTo>
                  <a:pt x="1116678" y="1343169"/>
                </a:lnTo>
                <a:lnTo>
                  <a:pt x="1119917" y="1351231"/>
                </a:lnTo>
                <a:lnTo>
                  <a:pt x="1116908" y="1358468"/>
                </a:lnTo>
                <a:lnTo>
                  <a:pt x="1113933" y="1365548"/>
                </a:lnTo>
                <a:lnTo>
                  <a:pt x="1105701" y="1368855"/>
                </a:lnTo>
                <a:lnTo>
                  <a:pt x="1098630" y="1365782"/>
                </a:lnTo>
                <a:lnTo>
                  <a:pt x="1096815" y="1365012"/>
                </a:lnTo>
                <a:lnTo>
                  <a:pt x="1095201" y="1363872"/>
                </a:lnTo>
                <a:close/>
              </a:path>
              <a:path w="5142230" h="2300604">
                <a:moveTo>
                  <a:pt x="1891611" y="2016224"/>
                </a:moveTo>
                <a:lnTo>
                  <a:pt x="1886692" y="2010958"/>
                </a:lnTo>
                <a:lnTo>
                  <a:pt x="1885579" y="2008985"/>
                </a:lnTo>
                <a:lnTo>
                  <a:pt x="1882836" y="1999402"/>
                </a:lnTo>
                <a:lnTo>
                  <a:pt x="1887153" y="1991708"/>
                </a:lnTo>
                <a:lnTo>
                  <a:pt x="1894549" y="1989557"/>
                </a:lnTo>
                <a:lnTo>
                  <a:pt x="1901981" y="1987444"/>
                </a:lnTo>
                <a:lnTo>
                  <a:pt x="1909675" y="1991771"/>
                </a:lnTo>
                <a:lnTo>
                  <a:pt x="1913885" y="2006639"/>
                </a:lnTo>
                <a:lnTo>
                  <a:pt x="1909568" y="2014333"/>
                </a:lnTo>
                <a:lnTo>
                  <a:pt x="1896931" y="2017911"/>
                </a:lnTo>
                <a:lnTo>
                  <a:pt x="1891611" y="2016224"/>
                </a:lnTo>
                <a:close/>
              </a:path>
              <a:path w="5142230" h="2300604">
                <a:moveTo>
                  <a:pt x="1655175" y="1665477"/>
                </a:moveTo>
                <a:lnTo>
                  <a:pt x="1649611" y="1659521"/>
                </a:lnTo>
                <a:lnTo>
                  <a:pt x="1649323" y="1651686"/>
                </a:lnTo>
                <a:lnTo>
                  <a:pt x="1653851" y="1646270"/>
                </a:lnTo>
                <a:lnTo>
                  <a:pt x="1658775" y="1640300"/>
                </a:lnTo>
                <a:lnTo>
                  <a:pt x="1667536" y="1639512"/>
                </a:lnTo>
                <a:lnTo>
                  <a:pt x="1679376" y="1649353"/>
                </a:lnTo>
                <a:lnTo>
                  <a:pt x="1680209" y="1658162"/>
                </a:lnTo>
                <a:lnTo>
                  <a:pt x="1675244" y="1664088"/>
                </a:lnTo>
                <a:lnTo>
                  <a:pt x="1670364" y="1670007"/>
                </a:lnTo>
                <a:lnTo>
                  <a:pt x="1661514" y="1670796"/>
                </a:lnTo>
                <a:lnTo>
                  <a:pt x="1655175" y="1665477"/>
                </a:lnTo>
                <a:close/>
              </a:path>
              <a:path w="5142230" h="2300604">
                <a:moveTo>
                  <a:pt x="1869100" y="1949412"/>
                </a:moveTo>
                <a:lnTo>
                  <a:pt x="1864135" y="1944097"/>
                </a:lnTo>
                <a:lnTo>
                  <a:pt x="1863191" y="1942696"/>
                </a:lnTo>
                <a:lnTo>
                  <a:pt x="1862540" y="1941021"/>
                </a:lnTo>
                <a:lnTo>
                  <a:pt x="1859669" y="1933842"/>
                </a:lnTo>
                <a:lnTo>
                  <a:pt x="1863155" y="1925746"/>
                </a:lnTo>
                <a:lnTo>
                  <a:pt x="1870285" y="1922920"/>
                </a:lnTo>
                <a:lnTo>
                  <a:pt x="1877419" y="1920000"/>
                </a:lnTo>
                <a:lnTo>
                  <a:pt x="1885515" y="1923486"/>
                </a:lnTo>
                <a:lnTo>
                  <a:pt x="1888435" y="1930620"/>
                </a:lnTo>
                <a:lnTo>
                  <a:pt x="1891256" y="1937745"/>
                </a:lnTo>
                <a:lnTo>
                  <a:pt x="1887816" y="1945890"/>
                </a:lnTo>
                <a:lnTo>
                  <a:pt x="1880685" y="1948716"/>
                </a:lnTo>
                <a:lnTo>
                  <a:pt x="1875185" y="1950941"/>
                </a:lnTo>
                <a:lnTo>
                  <a:pt x="1869100" y="1949412"/>
                </a:lnTo>
                <a:close/>
              </a:path>
              <a:path w="5142230" h="2300604">
                <a:moveTo>
                  <a:pt x="336437" y="872143"/>
                </a:moveTo>
                <a:lnTo>
                  <a:pt x="330733" y="866037"/>
                </a:lnTo>
                <a:lnTo>
                  <a:pt x="326063" y="858986"/>
                </a:lnTo>
                <a:lnTo>
                  <a:pt x="327822" y="850312"/>
                </a:lnTo>
                <a:lnTo>
                  <a:pt x="340665" y="841774"/>
                </a:lnTo>
                <a:lnTo>
                  <a:pt x="349344" y="843538"/>
                </a:lnTo>
                <a:lnTo>
                  <a:pt x="357828" y="856432"/>
                </a:lnTo>
                <a:lnTo>
                  <a:pt x="356069" y="865106"/>
                </a:lnTo>
                <a:lnTo>
                  <a:pt x="349599" y="869323"/>
                </a:lnTo>
                <a:lnTo>
                  <a:pt x="343851" y="873140"/>
                </a:lnTo>
                <a:lnTo>
                  <a:pt x="336437" y="872143"/>
                </a:lnTo>
                <a:close/>
              </a:path>
              <a:path w="5142230" h="2300604">
                <a:moveTo>
                  <a:pt x="586213" y="1112056"/>
                </a:moveTo>
                <a:lnTo>
                  <a:pt x="581203" y="1106693"/>
                </a:lnTo>
                <a:lnTo>
                  <a:pt x="580357" y="1099630"/>
                </a:lnTo>
                <a:lnTo>
                  <a:pt x="583942" y="1094181"/>
                </a:lnTo>
                <a:lnTo>
                  <a:pt x="588172" y="1087664"/>
                </a:lnTo>
                <a:lnTo>
                  <a:pt x="596784" y="1085837"/>
                </a:lnTo>
                <a:lnTo>
                  <a:pt x="603251" y="1090023"/>
                </a:lnTo>
                <a:lnTo>
                  <a:pt x="609714" y="1094303"/>
                </a:lnTo>
                <a:lnTo>
                  <a:pt x="611546" y="1102910"/>
                </a:lnTo>
                <a:lnTo>
                  <a:pt x="607360" y="1109377"/>
                </a:lnTo>
                <a:lnTo>
                  <a:pt x="603129" y="1115795"/>
                </a:lnTo>
                <a:lnTo>
                  <a:pt x="594521" y="1117626"/>
                </a:lnTo>
                <a:lnTo>
                  <a:pt x="588055" y="1113441"/>
                </a:lnTo>
                <a:lnTo>
                  <a:pt x="587085" y="1112794"/>
                </a:lnTo>
                <a:lnTo>
                  <a:pt x="586213" y="1112056"/>
                </a:lnTo>
                <a:close/>
              </a:path>
              <a:path w="5142230" h="2300604">
                <a:moveTo>
                  <a:pt x="1540119" y="1582584"/>
                </a:moveTo>
                <a:lnTo>
                  <a:pt x="1535109" y="1577220"/>
                </a:lnTo>
                <a:lnTo>
                  <a:pt x="1534260" y="1570251"/>
                </a:lnTo>
                <a:lnTo>
                  <a:pt x="1537473" y="1565090"/>
                </a:lnTo>
                <a:lnTo>
                  <a:pt x="1541611" y="1558572"/>
                </a:lnTo>
                <a:lnTo>
                  <a:pt x="1541796" y="1558281"/>
                </a:lnTo>
                <a:lnTo>
                  <a:pt x="1550361" y="1556306"/>
                </a:lnTo>
                <a:lnTo>
                  <a:pt x="1563396" y="1564492"/>
                </a:lnTo>
                <a:lnTo>
                  <a:pt x="1565416" y="1573106"/>
                </a:lnTo>
                <a:lnTo>
                  <a:pt x="1561460" y="1579331"/>
                </a:lnTo>
                <a:lnTo>
                  <a:pt x="1557359" y="1585888"/>
                </a:lnTo>
                <a:lnTo>
                  <a:pt x="1557176" y="1586181"/>
                </a:lnTo>
                <a:lnTo>
                  <a:pt x="1548570" y="1588112"/>
                </a:lnTo>
                <a:lnTo>
                  <a:pt x="1542100" y="1584020"/>
                </a:lnTo>
                <a:lnTo>
                  <a:pt x="1541032" y="1583365"/>
                </a:lnTo>
                <a:lnTo>
                  <a:pt x="1540119" y="1582584"/>
                </a:lnTo>
                <a:close/>
              </a:path>
              <a:path w="5142230" h="2300604">
                <a:moveTo>
                  <a:pt x="708462" y="1184761"/>
                </a:moveTo>
                <a:lnTo>
                  <a:pt x="703501" y="1179451"/>
                </a:lnTo>
                <a:lnTo>
                  <a:pt x="702497" y="1172902"/>
                </a:lnTo>
                <a:lnTo>
                  <a:pt x="705418" y="1167525"/>
                </a:lnTo>
                <a:lnTo>
                  <a:pt x="709142" y="1160759"/>
                </a:lnTo>
                <a:lnTo>
                  <a:pt x="717583" y="1158261"/>
                </a:lnTo>
                <a:lnTo>
                  <a:pt x="731118" y="1165614"/>
                </a:lnTo>
                <a:lnTo>
                  <a:pt x="733616" y="1174056"/>
                </a:lnTo>
                <a:lnTo>
                  <a:pt x="729933" y="1180865"/>
                </a:lnTo>
                <a:lnTo>
                  <a:pt x="726262" y="1187590"/>
                </a:lnTo>
                <a:lnTo>
                  <a:pt x="717768" y="1190129"/>
                </a:lnTo>
                <a:lnTo>
                  <a:pt x="711052" y="1186459"/>
                </a:lnTo>
                <a:lnTo>
                  <a:pt x="709704" y="1185700"/>
                </a:lnTo>
                <a:lnTo>
                  <a:pt x="708462" y="1184761"/>
                </a:lnTo>
                <a:close/>
              </a:path>
              <a:path w="5142230" h="2300604">
                <a:moveTo>
                  <a:pt x="1479274" y="1546286"/>
                </a:moveTo>
                <a:lnTo>
                  <a:pt x="1474309" y="1540971"/>
                </a:lnTo>
                <a:lnTo>
                  <a:pt x="1473356" y="1534282"/>
                </a:lnTo>
                <a:lnTo>
                  <a:pt x="1476416" y="1528858"/>
                </a:lnTo>
                <a:lnTo>
                  <a:pt x="1480284" y="1522149"/>
                </a:lnTo>
                <a:lnTo>
                  <a:pt x="1488813" y="1519843"/>
                </a:lnTo>
                <a:lnTo>
                  <a:pt x="1502146" y="1527467"/>
                </a:lnTo>
                <a:lnTo>
                  <a:pt x="1504502" y="1536050"/>
                </a:lnTo>
                <a:lnTo>
                  <a:pt x="1496872" y="1549387"/>
                </a:lnTo>
                <a:lnTo>
                  <a:pt x="1488343" y="1551693"/>
                </a:lnTo>
                <a:lnTo>
                  <a:pt x="1481626" y="1547924"/>
                </a:lnTo>
                <a:lnTo>
                  <a:pt x="1480377" y="1547173"/>
                </a:lnTo>
                <a:lnTo>
                  <a:pt x="1479274" y="1546286"/>
                </a:lnTo>
                <a:close/>
              </a:path>
              <a:path w="5142230" h="2300604">
                <a:moveTo>
                  <a:pt x="107330" y="129752"/>
                </a:moveTo>
                <a:lnTo>
                  <a:pt x="102411" y="124486"/>
                </a:lnTo>
                <a:lnTo>
                  <a:pt x="101170" y="121984"/>
                </a:lnTo>
                <a:lnTo>
                  <a:pt x="100656" y="119186"/>
                </a:lnTo>
                <a:lnTo>
                  <a:pt x="99452" y="111545"/>
                </a:lnTo>
                <a:lnTo>
                  <a:pt x="104604" y="104450"/>
                </a:lnTo>
                <a:lnTo>
                  <a:pt x="119796" y="101945"/>
                </a:lnTo>
                <a:lnTo>
                  <a:pt x="126985" y="107100"/>
                </a:lnTo>
                <a:lnTo>
                  <a:pt x="129490" y="122292"/>
                </a:lnTo>
                <a:lnTo>
                  <a:pt x="124290" y="129433"/>
                </a:lnTo>
                <a:lnTo>
                  <a:pt x="112104" y="131441"/>
                </a:lnTo>
                <a:lnTo>
                  <a:pt x="111946" y="131467"/>
                </a:lnTo>
                <a:lnTo>
                  <a:pt x="107330" y="129752"/>
                </a:lnTo>
                <a:close/>
              </a:path>
              <a:path w="5142230" h="2300604">
                <a:moveTo>
                  <a:pt x="1417171" y="1512258"/>
                </a:moveTo>
                <a:lnTo>
                  <a:pt x="1412206" y="1506943"/>
                </a:lnTo>
                <a:lnTo>
                  <a:pt x="1411150" y="1500534"/>
                </a:lnTo>
                <a:lnTo>
                  <a:pt x="1417556" y="1488331"/>
                </a:lnTo>
                <a:lnTo>
                  <a:pt x="1426005" y="1485744"/>
                </a:lnTo>
                <a:lnTo>
                  <a:pt x="1439641" y="1492912"/>
                </a:lnTo>
                <a:lnTo>
                  <a:pt x="1442233" y="1501356"/>
                </a:lnTo>
                <a:lnTo>
                  <a:pt x="1435061" y="1514987"/>
                </a:lnTo>
                <a:lnTo>
                  <a:pt x="1426621" y="1517584"/>
                </a:lnTo>
                <a:lnTo>
                  <a:pt x="1418365" y="1513243"/>
                </a:lnTo>
                <a:lnTo>
                  <a:pt x="1417171" y="1512258"/>
                </a:lnTo>
                <a:close/>
              </a:path>
              <a:path w="5142230" h="2300604">
                <a:moveTo>
                  <a:pt x="528120" y="1072448"/>
                </a:moveTo>
                <a:lnTo>
                  <a:pt x="522369" y="1066292"/>
                </a:lnTo>
                <a:lnTo>
                  <a:pt x="521783" y="1059018"/>
                </a:lnTo>
                <a:lnTo>
                  <a:pt x="525748" y="1053488"/>
                </a:lnTo>
                <a:lnTo>
                  <a:pt x="530256" y="1047268"/>
                </a:lnTo>
                <a:lnTo>
                  <a:pt x="538991" y="1045866"/>
                </a:lnTo>
                <a:lnTo>
                  <a:pt x="551479" y="1054836"/>
                </a:lnTo>
                <a:lnTo>
                  <a:pt x="552877" y="1063566"/>
                </a:lnTo>
                <a:lnTo>
                  <a:pt x="548414" y="1069834"/>
                </a:lnTo>
                <a:lnTo>
                  <a:pt x="543911" y="1076059"/>
                </a:lnTo>
                <a:lnTo>
                  <a:pt x="535172" y="1077456"/>
                </a:lnTo>
                <a:lnTo>
                  <a:pt x="528120" y="1072448"/>
                </a:lnTo>
                <a:close/>
              </a:path>
              <a:path w="5142230" h="2300604">
                <a:moveTo>
                  <a:pt x="1225417" y="1420376"/>
                </a:moveTo>
                <a:lnTo>
                  <a:pt x="1220453" y="1415061"/>
                </a:lnTo>
                <a:lnTo>
                  <a:pt x="1219286" y="1409120"/>
                </a:lnTo>
                <a:lnTo>
                  <a:pt x="1224752" y="1396791"/>
                </a:lnTo>
                <a:lnTo>
                  <a:pt x="1232986" y="1393583"/>
                </a:lnTo>
                <a:lnTo>
                  <a:pt x="1247077" y="1399869"/>
                </a:lnTo>
                <a:lnTo>
                  <a:pt x="1250241" y="1408144"/>
                </a:lnTo>
                <a:lnTo>
                  <a:pt x="1243999" y="1422184"/>
                </a:lnTo>
                <a:lnTo>
                  <a:pt x="1235724" y="1425349"/>
                </a:lnTo>
                <a:lnTo>
                  <a:pt x="1228702" y="1422230"/>
                </a:lnTo>
                <a:lnTo>
                  <a:pt x="1226940" y="1421419"/>
                </a:lnTo>
                <a:lnTo>
                  <a:pt x="1225417" y="1420376"/>
                </a:lnTo>
                <a:close/>
              </a:path>
              <a:path w="5142230" h="2300604">
                <a:moveTo>
                  <a:pt x="425246" y="983927"/>
                </a:moveTo>
                <a:lnTo>
                  <a:pt x="414633" y="972565"/>
                </a:lnTo>
                <a:lnTo>
                  <a:pt x="414929" y="963889"/>
                </a:lnTo>
                <a:lnTo>
                  <a:pt x="420396" y="958599"/>
                </a:lnTo>
                <a:lnTo>
                  <a:pt x="425954" y="953307"/>
                </a:lnTo>
                <a:lnTo>
                  <a:pt x="435013" y="953524"/>
                </a:lnTo>
                <a:lnTo>
                  <a:pt x="445446" y="964692"/>
                </a:lnTo>
                <a:lnTo>
                  <a:pt x="445242" y="973466"/>
                </a:lnTo>
                <a:lnTo>
                  <a:pt x="439438" y="978982"/>
                </a:lnTo>
                <a:lnTo>
                  <a:pt x="434069" y="984085"/>
                </a:lnTo>
                <a:lnTo>
                  <a:pt x="425246" y="983927"/>
                </a:lnTo>
                <a:close/>
              </a:path>
              <a:path w="5142230" h="2300604">
                <a:moveTo>
                  <a:pt x="130983" y="269826"/>
                </a:moveTo>
                <a:lnTo>
                  <a:pt x="126063" y="264560"/>
                </a:lnTo>
                <a:lnTo>
                  <a:pt x="124770" y="262198"/>
                </a:lnTo>
                <a:lnTo>
                  <a:pt x="122955" y="251849"/>
                </a:lnTo>
                <a:lnTo>
                  <a:pt x="128015" y="244657"/>
                </a:lnTo>
                <a:lnTo>
                  <a:pt x="135569" y="243261"/>
                </a:lnTo>
                <a:lnTo>
                  <a:pt x="143169" y="241915"/>
                </a:lnTo>
                <a:lnTo>
                  <a:pt x="150455" y="246978"/>
                </a:lnTo>
                <a:lnTo>
                  <a:pt x="153082" y="262008"/>
                </a:lnTo>
                <a:lnTo>
                  <a:pt x="149371" y="267517"/>
                </a:lnTo>
                <a:lnTo>
                  <a:pt x="148088" y="269370"/>
                </a:lnTo>
                <a:lnTo>
                  <a:pt x="140563" y="270697"/>
                </a:lnTo>
                <a:lnTo>
                  <a:pt x="135644" y="271590"/>
                </a:lnTo>
                <a:lnTo>
                  <a:pt x="130983" y="269826"/>
                </a:lnTo>
                <a:close/>
              </a:path>
              <a:path w="5142230" h="2300604">
                <a:moveTo>
                  <a:pt x="143947" y="339713"/>
                </a:moveTo>
                <a:lnTo>
                  <a:pt x="139073" y="334495"/>
                </a:lnTo>
                <a:lnTo>
                  <a:pt x="137825" y="332182"/>
                </a:lnTo>
                <a:lnTo>
                  <a:pt x="135819" y="321921"/>
                </a:lnTo>
                <a:lnTo>
                  <a:pt x="140788" y="314631"/>
                </a:lnTo>
                <a:lnTo>
                  <a:pt x="155902" y="311652"/>
                </a:lnTo>
                <a:lnTo>
                  <a:pt x="163241" y="316576"/>
                </a:lnTo>
                <a:lnTo>
                  <a:pt x="164681" y="324178"/>
                </a:lnTo>
                <a:lnTo>
                  <a:pt x="166171" y="331735"/>
                </a:lnTo>
                <a:lnTo>
                  <a:pt x="161202" y="339025"/>
                </a:lnTo>
                <a:lnTo>
                  <a:pt x="153645" y="340515"/>
                </a:lnTo>
                <a:lnTo>
                  <a:pt x="148751" y="341434"/>
                </a:lnTo>
                <a:lnTo>
                  <a:pt x="143947" y="339713"/>
                </a:lnTo>
                <a:close/>
              </a:path>
              <a:path w="5142230" h="2300604">
                <a:moveTo>
                  <a:pt x="646636" y="1149662"/>
                </a:moveTo>
                <a:lnTo>
                  <a:pt x="641621" y="1144293"/>
                </a:lnTo>
                <a:lnTo>
                  <a:pt x="640771" y="1137518"/>
                </a:lnTo>
                <a:lnTo>
                  <a:pt x="647838" y="1125437"/>
                </a:lnTo>
                <a:lnTo>
                  <a:pt x="656532" y="1123209"/>
                </a:lnTo>
                <a:lnTo>
                  <a:pt x="656665" y="1123352"/>
                </a:lnTo>
                <a:lnTo>
                  <a:pt x="669691" y="1131138"/>
                </a:lnTo>
                <a:lnTo>
                  <a:pt x="671903" y="1139664"/>
                </a:lnTo>
                <a:lnTo>
                  <a:pt x="663994" y="1152896"/>
                </a:lnTo>
                <a:lnTo>
                  <a:pt x="655468" y="1155108"/>
                </a:lnTo>
                <a:lnTo>
                  <a:pt x="648851" y="1151153"/>
                </a:lnTo>
                <a:lnTo>
                  <a:pt x="647693" y="1150500"/>
                </a:lnTo>
                <a:lnTo>
                  <a:pt x="646636" y="1149662"/>
                </a:lnTo>
                <a:close/>
              </a:path>
              <a:path w="5142230" h="2300604">
                <a:moveTo>
                  <a:pt x="1160436" y="1391868"/>
                </a:moveTo>
                <a:lnTo>
                  <a:pt x="1155471" y="1386554"/>
                </a:lnTo>
                <a:lnTo>
                  <a:pt x="1154301" y="1380707"/>
                </a:lnTo>
                <a:lnTo>
                  <a:pt x="1156510" y="1375448"/>
                </a:lnTo>
                <a:lnTo>
                  <a:pt x="1159583" y="1368376"/>
                </a:lnTo>
                <a:lnTo>
                  <a:pt x="1167808" y="1365158"/>
                </a:lnTo>
                <a:lnTo>
                  <a:pt x="1181958" y="1371215"/>
                </a:lnTo>
                <a:lnTo>
                  <a:pt x="1185172" y="1379445"/>
                </a:lnTo>
                <a:lnTo>
                  <a:pt x="1182140" y="1386560"/>
                </a:lnTo>
                <a:lnTo>
                  <a:pt x="1179115" y="1393585"/>
                </a:lnTo>
                <a:lnTo>
                  <a:pt x="1170890" y="1396804"/>
                </a:lnTo>
                <a:lnTo>
                  <a:pt x="1163811" y="1393820"/>
                </a:lnTo>
                <a:lnTo>
                  <a:pt x="1161955" y="1393006"/>
                </a:lnTo>
                <a:lnTo>
                  <a:pt x="1160436" y="1391868"/>
                </a:lnTo>
                <a:close/>
              </a:path>
              <a:path w="5142230" h="2300604">
                <a:moveTo>
                  <a:pt x="118869" y="199775"/>
                </a:moveTo>
                <a:lnTo>
                  <a:pt x="114000" y="194562"/>
                </a:lnTo>
                <a:lnTo>
                  <a:pt x="112714" y="192111"/>
                </a:lnTo>
                <a:lnTo>
                  <a:pt x="110939" y="181707"/>
                </a:lnTo>
                <a:lnTo>
                  <a:pt x="116098" y="174522"/>
                </a:lnTo>
                <a:lnTo>
                  <a:pt x="131286" y="172013"/>
                </a:lnTo>
                <a:lnTo>
                  <a:pt x="138483" y="177078"/>
                </a:lnTo>
                <a:lnTo>
                  <a:pt x="141033" y="192319"/>
                </a:lnTo>
                <a:lnTo>
                  <a:pt x="135923" y="199458"/>
                </a:lnTo>
                <a:lnTo>
                  <a:pt x="128282" y="200761"/>
                </a:lnTo>
                <a:lnTo>
                  <a:pt x="123688" y="201512"/>
                </a:lnTo>
                <a:lnTo>
                  <a:pt x="123530" y="201538"/>
                </a:lnTo>
                <a:lnTo>
                  <a:pt x="118869" y="199775"/>
                </a:lnTo>
                <a:close/>
              </a:path>
              <a:path w="5142230" h="2300604">
                <a:moveTo>
                  <a:pt x="1353964" y="1480176"/>
                </a:moveTo>
                <a:lnTo>
                  <a:pt x="1348999" y="1474861"/>
                </a:lnTo>
                <a:lnTo>
                  <a:pt x="1347936" y="1468640"/>
                </a:lnTo>
                <a:lnTo>
                  <a:pt x="1350525" y="1463299"/>
                </a:lnTo>
                <a:lnTo>
                  <a:pt x="1353924" y="1456381"/>
                </a:lnTo>
                <a:lnTo>
                  <a:pt x="1362329" y="1453551"/>
                </a:lnTo>
                <a:lnTo>
                  <a:pt x="1376166" y="1460348"/>
                </a:lnTo>
                <a:lnTo>
                  <a:pt x="1378950" y="1468705"/>
                </a:lnTo>
                <a:lnTo>
                  <a:pt x="1372202" y="1482496"/>
                </a:lnTo>
                <a:lnTo>
                  <a:pt x="1363842" y="1485375"/>
                </a:lnTo>
                <a:lnTo>
                  <a:pt x="1356924" y="1481976"/>
                </a:lnTo>
                <a:lnTo>
                  <a:pt x="1355346" y="1481167"/>
                </a:lnTo>
                <a:lnTo>
                  <a:pt x="1353964" y="1480176"/>
                </a:lnTo>
                <a:close/>
              </a:path>
              <a:path w="5142230" h="2300604">
                <a:moveTo>
                  <a:pt x="1289991" y="1449621"/>
                </a:moveTo>
                <a:lnTo>
                  <a:pt x="1285077" y="1444359"/>
                </a:lnTo>
                <a:lnTo>
                  <a:pt x="1283867" y="1438275"/>
                </a:lnTo>
                <a:lnTo>
                  <a:pt x="1289573" y="1426006"/>
                </a:lnTo>
                <a:lnTo>
                  <a:pt x="1297890" y="1422985"/>
                </a:lnTo>
                <a:lnTo>
                  <a:pt x="1311880" y="1429456"/>
                </a:lnTo>
                <a:lnTo>
                  <a:pt x="1314897" y="1437769"/>
                </a:lnTo>
                <a:lnTo>
                  <a:pt x="1308384" y="1451715"/>
                </a:lnTo>
                <a:lnTo>
                  <a:pt x="1300112" y="1454785"/>
                </a:lnTo>
                <a:lnTo>
                  <a:pt x="1293142" y="1451526"/>
                </a:lnTo>
                <a:lnTo>
                  <a:pt x="1291465" y="1450709"/>
                </a:lnTo>
                <a:lnTo>
                  <a:pt x="1289991" y="1449621"/>
                </a:lnTo>
                <a:close/>
              </a:path>
              <a:path w="5142230" h="2300604">
                <a:moveTo>
                  <a:pt x="95836" y="59680"/>
                </a:moveTo>
                <a:lnTo>
                  <a:pt x="90917" y="54414"/>
                </a:lnTo>
                <a:lnTo>
                  <a:pt x="89631" y="51962"/>
                </a:lnTo>
                <a:lnTo>
                  <a:pt x="89207" y="49162"/>
                </a:lnTo>
                <a:lnTo>
                  <a:pt x="87955" y="41566"/>
                </a:lnTo>
                <a:lnTo>
                  <a:pt x="93064" y="34328"/>
                </a:lnTo>
                <a:lnTo>
                  <a:pt x="108256" y="31824"/>
                </a:lnTo>
                <a:lnTo>
                  <a:pt x="115445" y="36978"/>
                </a:lnTo>
                <a:lnTo>
                  <a:pt x="117950" y="52171"/>
                </a:lnTo>
                <a:lnTo>
                  <a:pt x="112790" y="59355"/>
                </a:lnTo>
                <a:lnTo>
                  <a:pt x="100605" y="61364"/>
                </a:lnTo>
                <a:lnTo>
                  <a:pt x="100447" y="61390"/>
                </a:lnTo>
                <a:lnTo>
                  <a:pt x="95836" y="59680"/>
                </a:lnTo>
                <a:close/>
              </a:path>
              <a:path w="5142230" h="2300604">
                <a:moveTo>
                  <a:pt x="1839448" y="1885609"/>
                </a:moveTo>
                <a:lnTo>
                  <a:pt x="1834442" y="1880250"/>
                </a:lnTo>
                <a:lnTo>
                  <a:pt x="1833720" y="1879282"/>
                </a:lnTo>
                <a:lnTo>
                  <a:pt x="1829550" y="1871397"/>
                </a:lnTo>
                <a:lnTo>
                  <a:pt x="1832052" y="1862933"/>
                </a:lnTo>
                <a:lnTo>
                  <a:pt x="1838885" y="1859299"/>
                </a:lnTo>
                <a:lnTo>
                  <a:pt x="1845618" y="1855657"/>
                </a:lnTo>
                <a:lnTo>
                  <a:pt x="1854119" y="1858207"/>
                </a:lnTo>
                <a:lnTo>
                  <a:pt x="1857716" y="1864991"/>
                </a:lnTo>
                <a:lnTo>
                  <a:pt x="1861404" y="1871773"/>
                </a:lnTo>
                <a:lnTo>
                  <a:pt x="1858803" y="1880230"/>
                </a:lnTo>
                <a:lnTo>
                  <a:pt x="1852069" y="1883872"/>
                </a:lnTo>
                <a:lnTo>
                  <a:pt x="1846347" y="1886934"/>
                </a:lnTo>
                <a:lnTo>
                  <a:pt x="1839448" y="1885609"/>
                </a:lnTo>
                <a:close/>
              </a:path>
              <a:path w="5142230" h="2300604">
                <a:moveTo>
                  <a:pt x="1803230" y="1825530"/>
                </a:moveTo>
                <a:lnTo>
                  <a:pt x="1797062" y="1818927"/>
                </a:lnTo>
                <a:lnTo>
                  <a:pt x="1792747" y="1812549"/>
                </a:lnTo>
                <a:lnTo>
                  <a:pt x="1794317" y="1803868"/>
                </a:lnTo>
                <a:lnTo>
                  <a:pt x="1800696" y="1799553"/>
                </a:lnTo>
                <a:lnTo>
                  <a:pt x="1807029" y="1795190"/>
                </a:lnTo>
                <a:lnTo>
                  <a:pt x="1815755" y="1796809"/>
                </a:lnTo>
                <a:lnTo>
                  <a:pt x="1824429" y="1809515"/>
                </a:lnTo>
                <a:lnTo>
                  <a:pt x="1822818" y="1818152"/>
                </a:lnTo>
                <a:lnTo>
                  <a:pt x="1816485" y="1822515"/>
                </a:lnTo>
                <a:lnTo>
                  <a:pt x="1810680" y="1826468"/>
                </a:lnTo>
                <a:lnTo>
                  <a:pt x="1803230" y="1825530"/>
                </a:lnTo>
                <a:close/>
              </a:path>
              <a:path w="5142230" h="2300604">
                <a:moveTo>
                  <a:pt x="1918610" y="2225664"/>
                </a:moveTo>
                <a:lnTo>
                  <a:pt x="1913741" y="2220451"/>
                </a:lnTo>
                <a:lnTo>
                  <a:pt x="1912339" y="2217094"/>
                </a:lnTo>
                <a:lnTo>
                  <a:pt x="1912326" y="2213463"/>
                </a:lnTo>
                <a:lnTo>
                  <a:pt x="1912253" y="2205761"/>
                </a:lnTo>
                <a:lnTo>
                  <a:pt x="1918510" y="2199459"/>
                </a:lnTo>
                <a:lnTo>
                  <a:pt x="1926205" y="2199485"/>
                </a:lnTo>
                <a:lnTo>
                  <a:pt x="1933907" y="2199421"/>
                </a:lnTo>
                <a:lnTo>
                  <a:pt x="1940163" y="2205630"/>
                </a:lnTo>
                <a:lnTo>
                  <a:pt x="1940232" y="2213327"/>
                </a:lnTo>
                <a:lnTo>
                  <a:pt x="1940247" y="2221065"/>
                </a:lnTo>
                <a:lnTo>
                  <a:pt x="1934043" y="2227327"/>
                </a:lnTo>
                <a:lnTo>
                  <a:pt x="1922287" y="2227351"/>
                </a:lnTo>
                <a:lnTo>
                  <a:pt x="1918610" y="2225664"/>
                </a:lnTo>
                <a:close/>
              </a:path>
              <a:path w="5142230" h="2300604">
                <a:moveTo>
                  <a:pt x="266879" y="747539"/>
                </a:moveTo>
                <a:lnTo>
                  <a:pt x="261914" y="742224"/>
                </a:lnTo>
                <a:lnTo>
                  <a:pt x="261058" y="741015"/>
                </a:lnTo>
                <a:lnTo>
                  <a:pt x="257188" y="732669"/>
                </a:lnTo>
                <a:lnTo>
                  <a:pt x="260208" y="724368"/>
                </a:lnTo>
                <a:lnTo>
                  <a:pt x="267163" y="721159"/>
                </a:lnTo>
                <a:lnTo>
                  <a:pt x="274121" y="717855"/>
                </a:lnTo>
                <a:lnTo>
                  <a:pt x="282421" y="720876"/>
                </a:lnTo>
                <a:lnTo>
                  <a:pt x="288976" y="734832"/>
                </a:lnTo>
                <a:lnTo>
                  <a:pt x="285960" y="743137"/>
                </a:lnTo>
                <a:lnTo>
                  <a:pt x="273344" y="748987"/>
                </a:lnTo>
                <a:lnTo>
                  <a:pt x="266879" y="747539"/>
                </a:lnTo>
                <a:close/>
              </a:path>
              <a:path w="5142230" h="2300604">
                <a:moveTo>
                  <a:pt x="174528" y="478601"/>
                </a:moveTo>
                <a:lnTo>
                  <a:pt x="169613" y="473340"/>
                </a:lnTo>
                <a:lnTo>
                  <a:pt x="168503" y="471272"/>
                </a:lnTo>
                <a:lnTo>
                  <a:pt x="167873" y="468838"/>
                </a:lnTo>
                <a:lnTo>
                  <a:pt x="166007" y="461367"/>
                </a:lnTo>
                <a:lnTo>
                  <a:pt x="170488" y="453946"/>
                </a:lnTo>
                <a:lnTo>
                  <a:pt x="185507" y="450082"/>
                </a:lnTo>
                <a:lnTo>
                  <a:pt x="193097" y="454689"/>
                </a:lnTo>
                <a:lnTo>
                  <a:pt x="196791" y="469591"/>
                </a:lnTo>
                <a:lnTo>
                  <a:pt x="192307" y="477106"/>
                </a:lnTo>
                <a:lnTo>
                  <a:pt x="184809" y="479050"/>
                </a:lnTo>
                <a:lnTo>
                  <a:pt x="179663" y="480286"/>
                </a:lnTo>
                <a:lnTo>
                  <a:pt x="174528" y="478601"/>
                </a:lnTo>
                <a:close/>
              </a:path>
              <a:path w="5142230" h="2300604">
                <a:moveTo>
                  <a:pt x="1915825" y="2155042"/>
                </a:moveTo>
                <a:lnTo>
                  <a:pt x="1910947" y="2149820"/>
                </a:lnTo>
                <a:lnTo>
                  <a:pt x="1909583" y="2146894"/>
                </a:lnTo>
                <a:lnTo>
                  <a:pt x="1909320" y="2143679"/>
                </a:lnTo>
                <a:lnTo>
                  <a:pt x="1908632" y="2136003"/>
                </a:lnTo>
                <a:lnTo>
                  <a:pt x="1914390" y="2129264"/>
                </a:lnTo>
                <a:lnTo>
                  <a:pt x="1929729" y="2127992"/>
                </a:lnTo>
                <a:lnTo>
                  <a:pt x="1936471" y="2133646"/>
                </a:lnTo>
                <a:lnTo>
                  <a:pt x="1937748" y="2148990"/>
                </a:lnTo>
                <a:lnTo>
                  <a:pt x="1932040" y="2155783"/>
                </a:lnTo>
                <a:lnTo>
                  <a:pt x="1919920" y="2156787"/>
                </a:lnTo>
                <a:lnTo>
                  <a:pt x="1915825" y="2155042"/>
                </a:lnTo>
                <a:close/>
              </a:path>
              <a:path w="5142230" h="2300604">
                <a:moveTo>
                  <a:pt x="835296" y="1249082"/>
                </a:moveTo>
                <a:lnTo>
                  <a:pt x="830336" y="1243772"/>
                </a:lnTo>
                <a:lnTo>
                  <a:pt x="829221" y="1237691"/>
                </a:lnTo>
                <a:lnTo>
                  <a:pt x="831716" y="1232347"/>
                </a:lnTo>
                <a:lnTo>
                  <a:pt x="835069" y="1225379"/>
                </a:lnTo>
                <a:lnTo>
                  <a:pt x="843338" y="1222403"/>
                </a:lnTo>
                <a:lnTo>
                  <a:pt x="857275" y="1229015"/>
                </a:lnTo>
                <a:lnTo>
                  <a:pt x="860203" y="1237329"/>
                </a:lnTo>
                <a:lnTo>
                  <a:pt x="856944" y="1244300"/>
                </a:lnTo>
                <a:lnTo>
                  <a:pt x="853640" y="1251221"/>
                </a:lnTo>
                <a:lnTo>
                  <a:pt x="845322" y="1254243"/>
                </a:lnTo>
                <a:lnTo>
                  <a:pt x="838355" y="1250890"/>
                </a:lnTo>
                <a:lnTo>
                  <a:pt x="836729" y="1250127"/>
                </a:lnTo>
                <a:lnTo>
                  <a:pt x="835296" y="1249082"/>
                </a:lnTo>
                <a:close/>
              </a:path>
              <a:path w="5142230" h="2300604">
                <a:moveTo>
                  <a:pt x="193011" y="547358"/>
                </a:moveTo>
                <a:lnTo>
                  <a:pt x="188092" y="542092"/>
                </a:lnTo>
                <a:lnTo>
                  <a:pt x="186979" y="540119"/>
                </a:lnTo>
                <a:lnTo>
                  <a:pt x="186339" y="537968"/>
                </a:lnTo>
                <a:lnTo>
                  <a:pt x="184236" y="530536"/>
                </a:lnTo>
                <a:lnTo>
                  <a:pt x="188459" y="522838"/>
                </a:lnTo>
                <a:lnTo>
                  <a:pt x="195900" y="520736"/>
                </a:lnTo>
                <a:lnTo>
                  <a:pt x="203291" y="518580"/>
                </a:lnTo>
                <a:lnTo>
                  <a:pt x="211030" y="522856"/>
                </a:lnTo>
                <a:lnTo>
                  <a:pt x="213186" y="530247"/>
                </a:lnTo>
                <a:lnTo>
                  <a:pt x="215248" y="537635"/>
                </a:lnTo>
                <a:lnTo>
                  <a:pt x="210971" y="545373"/>
                </a:lnTo>
                <a:lnTo>
                  <a:pt x="203576" y="547524"/>
                </a:lnTo>
                <a:lnTo>
                  <a:pt x="198384" y="549005"/>
                </a:lnTo>
                <a:lnTo>
                  <a:pt x="193011" y="547358"/>
                </a:lnTo>
                <a:close/>
              </a:path>
              <a:path w="5142230" h="2300604">
                <a:moveTo>
                  <a:pt x="1760498" y="1769621"/>
                </a:moveTo>
                <a:lnTo>
                  <a:pt x="1754898" y="1763626"/>
                </a:lnTo>
                <a:lnTo>
                  <a:pt x="1749899" y="1757786"/>
                </a:lnTo>
                <a:lnTo>
                  <a:pt x="1750628" y="1748987"/>
                </a:lnTo>
                <a:lnTo>
                  <a:pt x="1755480" y="1744896"/>
                </a:lnTo>
                <a:lnTo>
                  <a:pt x="1761326" y="1739913"/>
                </a:lnTo>
                <a:lnTo>
                  <a:pt x="1762392" y="1739002"/>
                </a:lnTo>
                <a:lnTo>
                  <a:pt x="1771191" y="1739721"/>
                </a:lnTo>
                <a:lnTo>
                  <a:pt x="1781133" y="1751536"/>
                </a:lnTo>
                <a:lnTo>
                  <a:pt x="1780408" y="1760340"/>
                </a:lnTo>
                <a:lnTo>
                  <a:pt x="1775602" y="1764382"/>
                </a:lnTo>
                <a:lnTo>
                  <a:pt x="1769698" y="1769402"/>
                </a:lnTo>
                <a:lnTo>
                  <a:pt x="1768834" y="1770138"/>
                </a:lnTo>
                <a:lnTo>
                  <a:pt x="1760498" y="1769621"/>
                </a:lnTo>
                <a:close/>
              </a:path>
              <a:path w="5142230" h="2300604">
                <a:moveTo>
                  <a:pt x="238655" y="682137"/>
                </a:moveTo>
                <a:lnTo>
                  <a:pt x="233690" y="676823"/>
                </a:lnTo>
                <a:lnTo>
                  <a:pt x="232795" y="675376"/>
                </a:lnTo>
                <a:lnTo>
                  <a:pt x="229272" y="666522"/>
                </a:lnTo>
                <a:lnTo>
                  <a:pt x="232807" y="658381"/>
                </a:lnTo>
                <a:lnTo>
                  <a:pt x="239983" y="655604"/>
                </a:lnTo>
                <a:lnTo>
                  <a:pt x="247109" y="652773"/>
                </a:lnTo>
                <a:lnTo>
                  <a:pt x="255204" y="656259"/>
                </a:lnTo>
                <a:lnTo>
                  <a:pt x="260858" y="670619"/>
                </a:lnTo>
                <a:lnTo>
                  <a:pt x="257372" y="678714"/>
                </a:lnTo>
                <a:lnTo>
                  <a:pt x="250191" y="681487"/>
                </a:lnTo>
                <a:lnTo>
                  <a:pt x="244691" y="683712"/>
                </a:lnTo>
                <a:lnTo>
                  <a:pt x="238655" y="682137"/>
                </a:lnTo>
                <a:close/>
              </a:path>
              <a:path w="5142230" h="2300604">
                <a:moveTo>
                  <a:pt x="1707437" y="1712624"/>
                </a:moveTo>
                <a:lnTo>
                  <a:pt x="1701975" y="1706778"/>
                </a:lnTo>
                <a:lnTo>
                  <a:pt x="1701977" y="1698276"/>
                </a:lnTo>
                <a:lnTo>
                  <a:pt x="1707304" y="1692933"/>
                </a:lnTo>
                <a:lnTo>
                  <a:pt x="1712684" y="1687451"/>
                </a:lnTo>
                <a:lnTo>
                  <a:pt x="1721472" y="1687378"/>
                </a:lnTo>
                <a:lnTo>
                  <a:pt x="1732482" y="1698186"/>
                </a:lnTo>
                <a:lnTo>
                  <a:pt x="1732556" y="1706964"/>
                </a:lnTo>
                <a:lnTo>
                  <a:pt x="1721752" y="1717979"/>
                </a:lnTo>
                <a:lnTo>
                  <a:pt x="1712964" y="1718053"/>
                </a:lnTo>
                <a:lnTo>
                  <a:pt x="1707437" y="1712624"/>
                </a:lnTo>
                <a:close/>
              </a:path>
              <a:path w="5142230" h="2300604">
                <a:moveTo>
                  <a:pt x="771448" y="1217780"/>
                </a:moveTo>
                <a:lnTo>
                  <a:pt x="766488" y="1212470"/>
                </a:lnTo>
                <a:lnTo>
                  <a:pt x="765412" y="1206137"/>
                </a:lnTo>
                <a:lnTo>
                  <a:pt x="768112" y="1200817"/>
                </a:lnTo>
                <a:lnTo>
                  <a:pt x="771556" y="1193948"/>
                </a:lnTo>
                <a:lnTo>
                  <a:pt x="779954" y="1191207"/>
                </a:lnTo>
                <a:lnTo>
                  <a:pt x="793743" y="1198149"/>
                </a:lnTo>
                <a:lnTo>
                  <a:pt x="796479" y="1206551"/>
                </a:lnTo>
                <a:lnTo>
                  <a:pt x="793030" y="1213416"/>
                </a:lnTo>
                <a:lnTo>
                  <a:pt x="789545" y="1220242"/>
                </a:lnTo>
                <a:lnTo>
                  <a:pt x="781189" y="1223026"/>
                </a:lnTo>
                <a:lnTo>
                  <a:pt x="772782" y="1218817"/>
                </a:lnTo>
                <a:lnTo>
                  <a:pt x="771448" y="1217780"/>
                </a:lnTo>
                <a:close/>
              </a:path>
              <a:path w="5142230" h="2300604">
                <a:moveTo>
                  <a:pt x="1916157" y="2296347"/>
                </a:moveTo>
                <a:lnTo>
                  <a:pt x="1911283" y="2291130"/>
                </a:lnTo>
                <a:lnTo>
                  <a:pt x="1909850" y="2287446"/>
                </a:lnTo>
                <a:lnTo>
                  <a:pt x="1910083" y="2283394"/>
                </a:lnTo>
                <a:lnTo>
                  <a:pt x="1910580" y="2275716"/>
                </a:lnTo>
                <a:lnTo>
                  <a:pt x="1916495" y="2270514"/>
                </a:lnTo>
                <a:lnTo>
                  <a:pt x="1917247" y="2269853"/>
                </a:lnTo>
                <a:lnTo>
                  <a:pt x="1924927" y="2270449"/>
                </a:lnTo>
                <a:lnTo>
                  <a:pt x="1932605" y="2270947"/>
                </a:lnTo>
                <a:lnTo>
                  <a:pt x="1938418" y="2277560"/>
                </a:lnTo>
                <a:lnTo>
                  <a:pt x="1937423" y="2292917"/>
                </a:lnTo>
                <a:lnTo>
                  <a:pt x="1931507" y="2298117"/>
                </a:lnTo>
                <a:lnTo>
                  <a:pt x="1930805" y="2298734"/>
                </a:lnTo>
                <a:lnTo>
                  <a:pt x="1923127" y="2298237"/>
                </a:lnTo>
                <a:lnTo>
                  <a:pt x="1919406" y="2297969"/>
                </a:lnTo>
                <a:lnTo>
                  <a:pt x="1916157" y="2296347"/>
                </a:lnTo>
                <a:close/>
              </a:path>
              <a:path w="5142230" h="2300604">
                <a:moveTo>
                  <a:pt x="158336" y="409364"/>
                </a:moveTo>
                <a:lnTo>
                  <a:pt x="153457" y="404142"/>
                </a:lnTo>
                <a:lnTo>
                  <a:pt x="152264" y="401887"/>
                </a:lnTo>
                <a:lnTo>
                  <a:pt x="151686" y="399314"/>
                </a:lnTo>
                <a:lnTo>
                  <a:pt x="150058" y="391804"/>
                </a:lnTo>
                <a:lnTo>
                  <a:pt x="154842" y="384413"/>
                </a:lnTo>
                <a:lnTo>
                  <a:pt x="162356" y="382781"/>
                </a:lnTo>
                <a:lnTo>
                  <a:pt x="169825" y="381099"/>
                </a:lnTo>
                <a:lnTo>
                  <a:pt x="177310" y="385886"/>
                </a:lnTo>
                <a:lnTo>
                  <a:pt x="180576" y="400916"/>
                </a:lnTo>
                <a:lnTo>
                  <a:pt x="175784" y="408396"/>
                </a:lnTo>
                <a:lnTo>
                  <a:pt x="168274" y="410033"/>
                </a:lnTo>
                <a:lnTo>
                  <a:pt x="163324" y="411087"/>
                </a:lnTo>
                <a:lnTo>
                  <a:pt x="158336" y="409364"/>
                </a:lnTo>
                <a:close/>
              </a:path>
              <a:path w="5142230" h="2300604">
                <a:moveTo>
                  <a:pt x="214258" y="615261"/>
                </a:moveTo>
                <a:lnTo>
                  <a:pt x="209288" y="609941"/>
                </a:lnTo>
                <a:lnTo>
                  <a:pt x="208264" y="608259"/>
                </a:lnTo>
                <a:lnTo>
                  <a:pt x="207574" y="606347"/>
                </a:lnTo>
                <a:lnTo>
                  <a:pt x="205132" y="599040"/>
                </a:lnTo>
                <a:lnTo>
                  <a:pt x="209037" y="591101"/>
                </a:lnTo>
                <a:lnTo>
                  <a:pt x="223650" y="586216"/>
                </a:lnTo>
                <a:lnTo>
                  <a:pt x="231590" y="590121"/>
                </a:lnTo>
                <a:lnTo>
                  <a:pt x="236474" y="604734"/>
                </a:lnTo>
                <a:lnTo>
                  <a:pt x="232523" y="612625"/>
                </a:lnTo>
                <a:lnTo>
                  <a:pt x="225262" y="615116"/>
                </a:lnTo>
                <a:lnTo>
                  <a:pt x="219868" y="616868"/>
                </a:lnTo>
                <a:lnTo>
                  <a:pt x="214258" y="615261"/>
                </a:lnTo>
                <a:close/>
              </a:path>
              <a:path w="5142230" h="2300604">
                <a:moveTo>
                  <a:pt x="378265" y="929920"/>
                </a:moveTo>
                <a:lnTo>
                  <a:pt x="372572" y="923825"/>
                </a:lnTo>
                <a:lnTo>
                  <a:pt x="367825" y="917767"/>
                </a:lnTo>
                <a:lnTo>
                  <a:pt x="368833" y="908973"/>
                </a:lnTo>
                <a:lnTo>
                  <a:pt x="374896" y="904222"/>
                </a:lnTo>
                <a:lnTo>
                  <a:pt x="380913" y="899423"/>
                </a:lnTo>
                <a:lnTo>
                  <a:pt x="389654" y="900471"/>
                </a:lnTo>
                <a:lnTo>
                  <a:pt x="399257" y="912511"/>
                </a:lnTo>
                <a:lnTo>
                  <a:pt x="398250" y="921305"/>
                </a:lnTo>
                <a:lnTo>
                  <a:pt x="392232" y="926104"/>
                </a:lnTo>
                <a:lnTo>
                  <a:pt x="386413" y="930627"/>
                </a:lnTo>
                <a:lnTo>
                  <a:pt x="378265" y="929920"/>
                </a:lnTo>
                <a:close/>
              </a:path>
              <a:path w="5142230" h="2300604">
                <a:moveTo>
                  <a:pt x="899811" y="1278947"/>
                </a:moveTo>
                <a:lnTo>
                  <a:pt x="894846" y="1273632"/>
                </a:lnTo>
                <a:lnTo>
                  <a:pt x="893679" y="1267691"/>
                </a:lnTo>
                <a:lnTo>
                  <a:pt x="896032" y="1262390"/>
                </a:lnTo>
                <a:lnTo>
                  <a:pt x="899240" y="1255365"/>
                </a:lnTo>
                <a:lnTo>
                  <a:pt x="907466" y="1252246"/>
                </a:lnTo>
                <a:lnTo>
                  <a:pt x="921513" y="1258583"/>
                </a:lnTo>
                <a:lnTo>
                  <a:pt x="924677" y="1266858"/>
                </a:lnTo>
                <a:lnTo>
                  <a:pt x="921464" y="1273877"/>
                </a:lnTo>
                <a:lnTo>
                  <a:pt x="918341" y="1280895"/>
                </a:lnTo>
                <a:lnTo>
                  <a:pt x="910025" y="1284016"/>
                </a:lnTo>
                <a:lnTo>
                  <a:pt x="901285" y="1280036"/>
                </a:lnTo>
                <a:lnTo>
                  <a:pt x="899811" y="1278947"/>
                </a:lnTo>
                <a:close/>
              </a:path>
              <a:path w="5142230" h="2300604">
                <a:moveTo>
                  <a:pt x="1029914" y="1336014"/>
                </a:moveTo>
                <a:lnTo>
                  <a:pt x="1024949" y="1330700"/>
                </a:lnTo>
                <a:lnTo>
                  <a:pt x="1023779" y="1324853"/>
                </a:lnTo>
                <a:lnTo>
                  <a:pt x="1025984" y="1319589"/>
                </a:lnTo>
                <a:lnTo>
                  <a:pt x="1029057" y="1312517"/>
                </a:lnTo>
                <a:lnTo>
                  <a:pt x="1037241" y="1309255"/>
                </a:lnTo>
                <a:lnTo>
                  <a:pt x="1044320" y="1312239"/>
                </a:lnTo>
                <a:lnTo>
                  <a:pt x="1051391" y="1315312"/>
                </a:lnTo>
                <a:lnTo>
                  <a:pt x="1054653" y="1323496"/>
                </a:lnTo>
                <a:lnTo>
                  <a:pt x="1051674" y="1330571"/>
                </a:lnTo>
                <a:lnTo>
                  <a:pt x="1048596" y="1337637"/>
                </a:lnTo>
                <a:lnTo>
                  <a:pt x="1040413" y="1340899"/>
                </a:lnTo>
                <a:lnTo>
                  <a:pt x="1033343" y="1337925"/>
                </a:lnTo>
                <a:lnTo>
                  <a:pt x="1031478" y="1337102"/>
                </a:lnTo>
                <a:lnTo>
                  <a:pt x="1029914" y="1336014"/>
                </a:lnTo>
                <a:close/>
              </a:path>
              <a:path w="5142230" h="2300604">
                <a:moveTo>
                  <a:pt x="1907016" y="2085009"/>
                </a:moveTo>
                <a:lnTo>
                  <a:pt x="1902146" y="2079797"/>
                </a:lnTo>
                <a:lnTo>
                  <a:pt x="1900861" y="2077345"/>
                </a:lnTo>
                <a:lnTo>
                  <a:pt x="1899037" y="2066987"/>
                </a:lnTo>
                <a:lnTo>
                  <a:pt x="1904151" y="2059754"/>
                </a:lnTo>
                <a:lnTo>
                  <a:pt x="1911701" y="2058453"/>
                </a:lnTo>
                <a:lnTo>
                  <a:pt x="1919301" y="2057106"/>
                </a:lnTo>
                <a:lnTo>
                  <a:pt x="1926542" y="2062121"/>
                </a:lnTo>
                <a:lnTo>
                  <a:pt x="1929164" y="2077146"/>
                </a:lnTo>
                <a:lnTo>
                  <a:pt x="1925488" y="2082594"/>
                </a:lnTo>
                <a:lnTo>
                  <a:pt x="1924126" y="2084558"/>
                </a:lnTo>
                <a:lnTo>
                  <a:pt x="1916683" y="2085876"/>
                </a:lnTo>
                <a:lnTo>
                  <a:pt x="1911725" y="2086727"/>
                </a:lnTo>
                <a:lnTo>
                  <a:pt x="1907016" y="2085009"/>
                </a:lnTo>
                <a:close/>
              </a:path>
              <a:path w="5142230" h="2300604">
                <a:moveTo>
                  <a:pt x="299320" y="811102"/>
                </a:moveTo>
                <a:lnTo>
                  <a:pt x="294264" y="805689"/>
                </a:lnTo>
                <a:lnTo>
                  <a:pt x="293587" y="804769"/>
                </a:lnTo>
                <a:lnTo>
                  <a:pt x="293003" y="803753"/>
                </a:lnTo>
                <a:lnTo>
                  <a:pt x="289271" y="797022"/>
                </a:lnTo>
                <a:lnTo>
                  <a:pt x="291733" y="788513"/>
                </a:lnTo>
                <a:lnTo>
                  <a:pt x="305206" y="781041"/>
                </a:lnTo>
                <a:lnTo>
                  <a:pt x="313714" y="783502"/>
                </a:lnTo>
                <a:lnTo>
                  <a:pt x="321138" y="797021"/>
                </a:lnTo>
                <a:lnTo>
                  <a:pt x="318725" y="805483"/>
                </a:lnTo>
                <a:lnTo>
                  <a:pt x="306263" y="812377"/>
                </a:lnTo>
                <a:lnTo>
                  <a:pt x="299320" y="811102"/>
                </a:lnTo>
                <a:close/>
              </a:path>
              <a:path w="5142230" h="2300604">
                <a:moveTo>
                  <a:pt x="472222" y="1028250"/>
                </a:moveTo>
                <a:lnTo>
                  <a:pt x="466385" y="1022002"/>
                </a:lnTo>
                <a:lnTo>
                  <a:pt x="466094" y="1013968"/>
                </a:lnTo>
                <a:lnTo>
                  <a:pt x="475871" y="1002735"/>
                </a:lnTo>
                <a:lnTo>
                  <a:pt x="484724" y="1002144"/>
                </a:lnTo>
                <a:lnTo>
                  <a:pt x="496325" y="1012217"/>
                </a:lnTo>
                <a:lnTo>
                  <a:pt x="496921" y="1021065"/>
                </a:lnTo>
                <a:lnTo>
                  <a:pt x="486848" y="1032666"/>
                </a:lnTo>
                <a:lnTo>
                  <a:pt x="478045" y="1033311"/>
                </a:lnTo>
                <a:lnTo>
                  <a:pt x="472222" y="1028250"/>
                </a:lnTo>
                <a:close/>
              </a:path>
              <a:path w="5142230" h="2300604">
                <a:moveTo>
                  <a:pt x="1630612" y="1403907"/>
                </a:moveTo>
                <a:lnTo>
                  <a:pt x="1625783" y="1398738"/>
                </a:lnTo>
                <a:lnTo>
                  <a:pt x="1624658" y="1392841"/>
                </a:lnTo>
                <a:lnTo>
                  <a:pt x="1627008" y="1387733"/>
                </a:lnTo>
                <a:lnTo>
                  <a:pt x="1630166" y="1380948"/>
                </a:lnTo>
                <a:lnTo>
                  <a:pt x="1638197" y="1378011"/>
                </a:lnTo>
                <a:lnTo>
                  <a:pt x="1651816" y="1384281"/>
                </a:lnTo>
                <a:lnTo>
                  <a:pt x="1654748" y="1392308"/>
                </a:lnTo>
                <a:lnTo>
                  <a:pt x="1648437" y="1405883"/>
                </a:lnTo>
                <a:lnTo>
                  <a:pt x="1640406" y="1408820"/>
                </a:lnTo>
                <a:lnTo>
                  <a:pt x="1631994" y="1404898"/>
                </a:lnTo>
                <a:lnTo>
                  <a:pt x="1630612" y="1403907"/>
                </a:lnTo>
                <a:close/>
              </a:path>
              <a:path w="5142230" h="2300604">
                <a:moveTo>
                  <a:pt x="1757282" y="1467367"/>
                </a:moveTo>
                <a:lnTo>
                  <a:pt x="1752413" y="1462155"/>
                </a:lnTo>
                <a:lnTo>
                  <a:pt x="1751447" y="1455843"/>
                </a:lnTo>
                <a:lnTo>
                  <a:pt x="1757891" y="1444071"/>
                </a:lnTo>
                <a:lnTo>
                  <a:pt x="1766140" y="1441661"/>
                </a:lnTo>
                <a:lnTo>
                  <a:pt x="1779210" y="1448810"/>
                </a:lnTo>
                <a:lnTo>
                  <a:pt x="1781620" y="1457059"/>
                </a:lnTo>
                <a:lnTo>
                  <a:pt x="1774467" y="1470124"/>
                </a:lnTo>
                <a:lnTo>
                  <a:pt x="1766218" y="1472534"/>
                </a:lnTo>
                <a:lnTo>
                  <a:pt x="1758389" y="1468260"/>
                </a:lnTo>
                <a:lnTo>
                  <a:pt x="1757282" y="1467367"/>
                </a:lnTo>
                <a:close/>
              </a:path>
              <a:path w="5142230" h="2300604">
                <a:moveTo>
                  <a:pt x="1936726" y="1582629"/>
                </a:moveTo>
                <a:lnTo>
                  <a:pt x="1930785" y="1576270"/>
                </a:lnTo>
                <a:lnTo>
                  <a:pt x="1930341" y="1568952"/>
                </a:lnTo>
                <a:lnTo>
                  <a:pt x="1939271" y="1557789"/>
                </a:lnTo>
                <a:lnTo>
                  <a:pt x="1947755" y="1556803"/>
                </a:lnTo>
                <a:lnTo>
                  <a:pt x="1959423" y="1566165"/>
                </a:lnTo>
                <a:lnTo>
                  <a:pt x="1960413" y="1574654"/>
                </a:lnTo>
                <a:lnTo>
                  <a:pt x="1951046" y="1586327"/>
                </a:lnTo>
                <a:lnTo>
                  <a:pt x="1942557" y="1587308"/>
                </a:lnTo>
                <a:lnTo>
                  <a:pt x="1936726" y="1582629"/>
                </a:lnTo>
                <a:close/>
              </a:path>
              <a:path w="5142230" h="2300604">
                <a:moveTo>
                  <a:pt x="1818691" y="1502509"/>
                </a:moveTo>
                <a:lnTo>
                  <a:pt x="1813862" y="1497341"/>
                </a:lnTo>
                <a:lnTo>
                  <a:pt x="1813001" y="1490749"/>
                </a:lnTo>
                <a:lnTo>
                  <a:pt x="1816152" y="1485423"/>
                </a:lnTo>
                <a:lnTo>
                  <a:pt x="1820056" y="1479045"/>
                </a:lnTo>
                <a:lnTo>
                  <a:pt x="1828193" y="1477004"/>
                </a:lnTo>
                <a:lnTo>
                  <a:pt x="1828341" y="1476967"/>
                </a:lnTo>
                <a:lnTo>
                  <a:pt x="1841109" y="1484672"/>
                </a:lnTo>
                <a:lnTo>
                  <a:pt x="1843134" y="1492998"/>
                </a:lnTo>
                <a:lnTo>
                  <a:pt x="1839333" y="1499388"/>
                </a:lnTo>
                <a:lnTo>
                  <a:pt x="1835474" y="1505814"/>
                </a:lnTo>
                <a:lnTo>
                  <a:pt x="1827144" y="1507844"/>
                </a:lnTo>
                <a:lnTo>
                  <a:pt x="1820812" y="1503998"/>
                </a:lnTo>
                <a:lnTo>
                  <a:pt x="1819654" y="1503345"/>
                </a:lnTo>
                <a:lnTo>
                  <a:pt x="1818691" y="1502509"/>
                </a:lnTo>
                <a:close/>
              </a:path>
              <a:path w="5142230" h="2300604">
                <a:moveTo>
                  <a:pt x="1878538" y="1540378"/>
                </a:moveTo>
                <a:lnTo>
                  <a:pt x="1873619" y="1535112"/>
                </a:lnTo>
                <a:lnTo>
                  <a:pt x="1872910" y="1528196"/>
                </a:lnTo>
                <a:lnTo>
                  <a:pt x="1880568" y="1516649"/>
                </a:lnTo>
                <a:lnTo>
                  <a:pt x="1888985" y="1515005"/>
                </a:lnTo>
                <a:lnTo>
                  <a:pt x="1901402" y="1523311"/>
                </a:lnTo>
                <a:lnTo>
                  <a:pt x="1903095" y="1531673"/>
                </a:lnTo>
                <a:lnTo>
                  <a:pt x="1898965" y="1537906"/>
                </a:lnTo>
                <a:lnTo>
                  <a:pt x="1894789" y="1544090"/>
                </a:lnTo>
                <a:lnTo>
                  <a:pt x="1886422" y="1545788"/>
                </a:lnTo>
                <a:lnTo>
                  <a:pt x="1880189" y="1541657"/>
                </a:lnTo>
                <a:lnTo>
                  <a:pt x="1879314" y="1541014"/>
                </a:lnTo>
                <a:lnTo>
                  <a:pt x="1878538" y="1540378"/>
                </a:lnTo>
                <a:close/>
              </a:path>
              <a:path w="5142230" h="2300604">
                <a:moveTo>
                  <a:pt x="1036159" y="1170568"/>
                </a:moveTo>
                <a:lnTo>
                  <a:pt x="1031377" y="1165449"/>
                </a:lnTo>
                <a:lnTo>
                  <a:pt x="1030197" y="1159885"/>
                </a:lnTo>
                <a:lnTo>
                  <a:pt x="1032162" y="1154853"/>
                </a:lnTo>
                <a:lnTo>
                  <a:pt x="1034995" y="1147915"/>
                </a:lnTo>
                <a:lnTo>
                  <a:pt x="1042846" y="1144590"/>
                </a:lnTo>
                <a:lnTo>
                  <a:pt x="1056684" y="1150117"/>
                </a:lnTo>
                <a:lnTo>
                  <a:pt x="1060045" y="1158016"/>
                </a:lnTo>
                <a:lnTo>
                  <a:pt x="1057266" y="1164914"/>
                </a:lnTo>
                <a:lnTo>
                  <a:pt x="1054527" y="1171855"/>
                </a:lnTo>
                <a:lnTo>
                  <a:pt x="1046623" y="1175221"/>
                </a:lnTo>
                <a:lnTo>
                  <a:pt x="1037822" y="1171664"/>
                </a:lnTo>
                <a:lnTo>
                  <a:pt x="1036159" y="1170568"/>
                </a:lnTo>
                <a:close/>
              </a:path>
              <a:path w="5142230" h="2300604">
                <a:moveTo>
                  <a:pt x="1694477" y="1434543"/>
                </a:moveTo>
                <a:lnTo>
                  <a:pt x="1689654" y="1429380"/>
                </a:lnTo>
                <a:lnTo>
                  <a:pt x="1688616" y="1423284"/>
                </a:lnTo>
                <a:lnTo>
                  <a:pt x="1691216" y="1418150"/>
                </a:lnTo>
                <a:lnTo>
                  <a:pt x="1694560" y="1411465"/>
                </a:lnTo>
                <a:lnTo>
                  <a:pt x="1702679" y="1408720"/>
                </a:lnTo>
                <a:lnTo>
                  <a:pt x="1715999" y="1415453"/>
                </a:lnTo>
                <a:lnTo>
                  <a:pt x="1718744" y="1423572"/>
                </a:lnTo>
                <a:lnTo>
                  <a:pt x="1712052" y="1436936"/>
                </a:lnTo>
                <a:lnTo>
                  <a:pt x="1703888" y="1439632"/>
                </a:lnTo>
                <a:lnTo>
                  <a:pt x="1697208" y="1436293"/>
                </a:lnTo>
                <a:lnTo>
                  <a:pt x="1695770" y="1435536"/>
                </a:lnTo>
                <a:lnTo>
                  <a:pt x="1694477" y="1434543"/>
                </a:lnTo>
                <a:close/>
              </a:path>
              <a:path w="5142230" h="2300604">
                <a:moveTo>
                  <a:pt x="1168679" y="1221817"/>
                </a:moveTo>
                <a:lnTo>
                  <a:pt x="1163896" y="1216697"/>
                </a:lnTo>
                <a:lnTo>
                  <a:pt x="1162665" y="1211273"/>
                </a:lnTo>
                <a:lnTo>
                  <a:pt x="1164528" y="1206328"/>
                </a:lnTo>
                <a:lnTo>
                  <a:pt x="1167126" y="1199335"/>
                </a:lnTo>
                <a:lnTo>
                  <a:pt x="1174947" y="1195782"/>
                </a:lnTo>
                <a:lnTo>
                  <a:pt x="1188930" y="1201073"/>
                </a:lnTo>
                <a:lnTo>
                  <a:pt x="1192442" y="1208840"/>
                </a:lnTo>
                <a:lnTo>
                  <a:pt x="1187245" y="1222826"/>
                </a:lnTo>
                <a:lnTo>
                  <a:pt x="1179429" y="1226384"/>
                </a:lnTo>
                <a:lnTo>
                  <a:pt x="1172436" y="1223786"/>
                </a:lnTo>
                <a:lnTo>
                  <a:pt x="1170387" y="1222961"/>
                </a:lnTo>
                <a:lnTo>
                  <a:pt x="1168679" y="1221817"/>
                </a:lnTo>
                <a:close/>
              </a:path>
              <a:path w="5142230" h="2300604">
                <a:moveTo>
                  <a:pt x="1368256" y="1296073"/>
                </a:moveTo>
                <a:lnTo>
                  <a:pt x="1363473" y="1290953"/>
                </a:lnTo>
                <a:lnTo>
                  <a:pt x="1362287" y="1285578"/>
                </a:lnTo>
                <a:lnTo>
                  <a:pt x="1364109" y="1280588"/>
                </a:lnTo>
                <a:lnTo>
                  <a:pt x="1366802" y="1273599"/>
                </a:lnTo>
                <a:lnTo>
                  <a:pt x="1374570" y="1270086"/>
                </a:lnTo>
                <a:lnTo>
                  <a:pt x="1381563" y="1272685"/>
                </a:lnTo>
                <a:lnTo>
                  <a:pt x="1388548" y="1275373"/>
                </a:lnTo>
                <a:lnTo>
                  <a:pt x="1392065" y="1283145"/>
                </a:lnTo>
                <a:lnTo>
                  <a:pt x="1389466" y="1290138"/>
                </a:lnTo>
                <a:lnTo>
                  <a:pt x="1386773" y="1297128"/>
                </a:lnTo>
                <a:lnTo>
                  <a:pt x="1379001" y="1300635"/>
                </a:lnTo>
                <a:lnTo>
                  <a:pt x="1372008" y="1298037"/>
                </a:lnTo>
                <a:lnTo>
                  <a:pt x="1370005" y="1297260"/>
                </a:lnTo>
                <a:lnTo>
                  <a:pt x="1368256" y="1296073"/>
                </a:lnTo>
                <a:close/>
              </a:path>
              <a:path w="5142230" h="2300604">
                <a:moveTo>
                  <a:pt x="1102265" y="1196565"/>
                </a:moveTo>
                <a:lnTo>
                  <a:pt x="1097482" y="1191445"/>
                </a:lnTo>
                <a:lnTo>
                  <a:pt x="1096246" y="1186017"/>
                </a:lnTo>
                <a:lnTo>
                  <a:pt x="1098216" y="1180990"/>
                </a:lnTo>
                <a:lnTo>
                  <a:pt x="1100860" y="1174045"/>
                </a:lnTo>
                <a:lnTo>
                  <a:pt x="1108722" y="1170536"/>
                </a:lnTo>
                <a:lnTo>
                  <a:pt x="1122652" y="1175967"/>
                </a:lnTo>
                <a:lnTo>
                  <a:pt x="1126116" y="1183780"/>
                </a:lnTo>
                <a:lnTo>
                  <a:pt x="1123423" y="1190770"/>
                </a:lnTo>
                <a:lnTo>
                  <a:pt x="1120734" y="1197666"/>
                </a:lnTo>
                <a:lnTo>
                  <a:pt x="1112921" y="1201129"/>
                </a:lnTo>
                <a:lnTo>
                  <a:pt x="1103973" y="1197709"/>
                </a:lnTo>
                <a:lnTo>
                  <a:pt x="1102265" y="1196565"/>
                </a:lnTo>
                <a:close/>
              </a:path>
              <a:path w="5142230" h="2300604">
                <a:moveTo>
                  <a:pt x="1565832" y="1375028"/>
                </a:moveTo>
                <a:lnTo>
                  <a:pt x="1561044" y="1369904"/>
                </a:lnTo>
                <a:lnTo>
                  <a:pt x="1559921" y="1364205"/>
                </a:lnTo>
                <a:lnTo>
                  <a:pt x="1562078" y="1359085"/>
                </a:lnTo>
                <a:lnTo>
                  <a:pt x="1565092" y="1352244"/>
                </a:lnTo>
                <a:lnTo>
                  <a:pt x="1572994" y="1349071"/>
                </a:lnTo>
                <a:lnTo>
                  <a:pt x="1586720" y="1354967"/>
                </a:lnTo>
                <a:lnTo>
                  <a:pt x="1589895" y="1362959"/>
                </a:lnTo>
                <a:lnTo>
                  <a:pt x="1586922" y="1369845"/>
                </a:lnTo>
                <a:lnTo>
                  <a:pt x="1583998" y="1376685"/>
                </a:lnTo>
                <a:lnTo>
                  <a:pt x="1576006" y="1379860"/>
                </a:lnTo>
                <a:lnTo>
                  <a:pt x="1569120" y="1376887"/>
                </a:lnTo>
                <a:lnTo>
                  <a:pt x="1567400" y="1376120"/>
                </a:lnTo>
                <a:lnTo>
                  <a:pt x="1565832" y="1375028"/>
                </a:lnTo>
                <a:close/>
              </a:path>
              <a:path w="5142230" h="2300604">
                <a:moveTo>
                  <a:pt x="1235252" y="1246555"/>
                </a:moveTo>
                <a:lnTo>
                  <a:pt x="1230470" y="1241435"/>
                </a:lnTo>
                <a:lnTo>
                  <a:pt x="1229186" y="1236151"/>
                </a:lnTo>
                <a:lnTo>
                  <a:pt x="1231004" y="1231157"/>
                </a:lnTo>
                <a:lnTo>
                  <a:pt x="1233602" y="1224164"/>
                </a:lnTo>
                <a:lnTo>
                  <a:pt x="1241377" y="1220562"/>
                </a:lnTo>
                <a:lnTo>
                  <a:pt x="1248416" y="1223209"/>
                </a:lnTo>
                <a:lnTo>
                  <a:pt x="1255458" y="1225762"/>
                </a:lnTo>
                <a:lnTo>
                  <a:pt x="1258970" y="1233529"/>
                </a:lnTo>
                <a:lnTo>
                  <a:pt x="1256417" y="1240571"/>
                </a:lnTo>
                <a:lnTo>
                  <a:pt x="1253819" y="1247564"/>
                </a:lnTo>
                <a:lnTo>
                  <a:pt x="1246002" y="1251122"/>
                </a:lnTo>
                <a:lnTo>
                  <a:pt x="1239009" y="1248524"/>
                </a:lnTo>
                <a:lnTo>
                  <a:pt x="1236957" y="1247793"/>
                </a:lnTo>
                <a:lnTo>
                  <a:pt x="1235252" y="1246555"/>
                </a:lnTo>
                <a:close/>
              </a:path>
              <a:path w="5142230" h="2300604">
                <a:moveTo>
                  <a:pt x="1301780" y="1271244"/>
                </a:moveTo>
                <a:lnTo>
                  <a:pt x="1296997" y="1266124"/>
                </a:lnTo>
                <a:lnTo>
                  <a:pt x="1295763" y="1260794"/>
                </a:lnTo>
                <a:lnTo>
                  <a:pt x="1297585" y="1255805"/>
                </a:lnTo>
                <a:lnTo>
                  <a:pt x="1300232" y="1248766"/>
                </a:lnTo>
                <a:lnTo>
                  <a:pt x="1308000" y="1245254"/>
                </a:lnTo>
                <a:lnTo>
                  <a:pt x="1322034" y="1250405"/>
                </a:lnTo>
                <a:lnTo>
                  <a:pt x="1325592" y="1258222"/>
                </a:lnTo>
                <a:lnTo>
                  <a:pt x="1320395" y="1272208"/>
                </a:lnTo>
                <a:lnTo>
                  <a:pt x="1312574" y="1275761"/>
                </a:lnTo>
                <a:lnTo>
                  <a:pt x="1305581" y="1273162"/>
                </a:lnTo>
                <a:lnTo>
                  <a:pt x="1303529" y="1272431"/>
                </a:lnTo>
                <a:lnTo>
                  <a:pt x="1301780" y="1271244"/>
                </a:lnTo>
                <a:close/>
              </a:path>
              <a:path w="5142230" h="2300604">
                <a:moveTo>
                  <a:pt x="1434568" y="1321411"/>
                </a:moveTo>
                <a:lnTo>
                  <a:pt x="1429790" y="1316296"/>
                </a:lnTo>
                <a:lnTo>
                  <a:pt x="1428554" y="1310867"/>
                </a:lnTo>
                <a:lnTo>
                  <a:pt x="1430524" y="1305840"/>
                </a:lnTo>
                <a:lnTo>
                  <a:pt x="1433216" y="1298850"/>
                </a:lnTo>
                <a:lnTo>
                  <a:pt x="1441075" y="1295435"/>
                </a:lnTo>
                <a:lnTo>
                  <a:pt x="1455006" y="1300867"/>
                </a:lnTo>
                <a:lnTo>
                  <a:pt x="1458421" y="1308725"/>
                </a:lnTo>
                <a:lnTo>
                  <a:pt x="1455682" y="1315666"/>
                </a:lnTo>
                <a:lnTo>
                  <a:pt x="1452985" y="1322651"/>
                </a:lnTo>
                <a:lnTo>
                  <a:pt x="1445131" y="1326071"/>
                </a:lnTo>
                <a:lnTo>
                  <a:pt x="1438190" y="1323332"/>
                </a:lnTo>
                <a:lnTo>
                  <a:pt x="1436232" y="1322605"/>
                </a:lnTo>
                <a:lnTo>
                  <a:pt x="1434568" y="1321411"/>
                </a:lnTo>
                <a:close/>
              </a:path>
              <a:path w="5142230" h="2300604">
                <a:moveTo>
                  <a:pt x="1500434" y="1347640"/>
                </a:moveTo>
                <a:lnTo>
                  <a:pt x="1495647" y="1342515"/>
                </a:lnTo>
                <a:lnTo>
                  <a:pt x="1494472" y="1336956"/>
                </a:lnTo>
                <a:lnTo>
                  <a:pt x="1499360" y="1324985"/>
                </a:lnTo>
                <a:lnTo>
                  <a:pt x="1507220" y="1321669"/>
                </a:lnTo>
                <a:lnTo>
                  <a:pt x="1521091" y="1327330"/>
                </a:lnTo>
                <a:lnTo>
                  <a:pt x="1524367" y="1335236"/>
                </a:lnTo>
                <a:lnTo>
                  <a:pt x="1521583" y="1342128"/>
                </a:lnTo>
                <a:lnTo>
                  <a:pt x="1518750" y="1349066"/>
                </a:lnTo>
                <a:lnTo>
                  <a:pt x="1510850" y="1352338"/>
                </a:lnTo>
                <a:lnTo>
                  <a:pt x="1502048" y="1348780"/>
                </a:lnTo>
                <a:lnTo>
                  <a:pt x="1500434" y="1347640"/>
                </a:lnTo>
                <a:close/>
              </a:path>
              <a:path w="5142230" h="2300604">
                <a:moveTo>
                  <a:pt x="2167440" y="2080518"/>
                </a:moveTo>
                <a:lnTo>
                  <a:pt x="2162703" y="2075447"/>
                </a:lnTo>
                <a:lnTo>
                  <a:pt x="2161344" y="2072233"/>
                </a:lnTo>
                <a:lnTo>
                  <a:pt x="2161298" y="2061236"/>
                </a:lnTo>
                <a:lnTo>
                  <a:pt x="2167312" y="2055162"/>
                </a:lnTo>
                <a:lnTo>
                  <a:pt x="2182227" y="2055098"/>
                </a:lnTo>
                <a:lnTo>
                  <a:pt x="2188306" y="2061117"/>
                </a:lnTo>
                <a:lnTo>
                  <a:pt x="2188360" y="2076032"/>
                </a:lnTo>
                <a:lnTo>
                  <a:pt x="2182351" y="2082111"/>
                </a:lnTo>
                <a:lnTo>
                  <a:pt x="2170972" y="2082149"/>
                </a:lnTo>
                <a:lnTo>
                  <a:pt x="2167440" y="2080518"/>
                </a:lnTo>
                <a:close/>
              </a:path>
              <a:path w="5142230" h="2300604">
                <a:moveTo>
                  <a:pt x="2147217" y="2291702"/>
                </a:moveTo>
                <a:lnTo>
                  <a:pt x="2142530" y="2286684"/>
                </a:lnTo>
                <a:lnTo>
                  <a:pt x="2141117" y="2282435"/>
                </a:lnTo>
                <a:lnTo>
                  <a:pt x="2141826" y="2278111"/>
                </a:lnTo>
                <a:lnTo>
                  <a:pt x="2143162" y="2270744"/>
                </a:lnTo>
                <a:lnTo>
                  <a:pt x="2150129" y="2265788"/>
                </a:lnTo>
                <a:lnTo>
                  <a:pt x="2157500" y="2267130"/>
                </a:lnTo>
                <a:lnTo>
                  <a:pt x="2164865" y="2268367"/>
                </a:lnTo>
                <a:lnTo>
                  <a:pt x="2169777" y="2275384"/>
                </a:lnTo>
                <a:lnTo>
                  <a:pt x="2168535" y="2282754"/>
                </a:lnTo>
                <a:lnTo>
                  <a:pt x="2167242" y="2290070"/>
                </a:lnTo>
                <a:lnTo>
                  <a:pt x="2160231" y="2295076"/>
                </a:lnTo>
                <a:lnTo>
                  <a:pt x="2152860" y="2293735"/>
                </a:lnTo>
                <a:lnTo>
                  <a:pt x="2149860" y="2293260"/>
                </a:lnTo>
                <a:lnTo>
                  <a:pt x="2147217" y="2291702"/>
                </a:lnTo>
                <a:close/>
              </a:path>
              <a:path w="5142230" h="2300604">
                <a:moveTo>
                  <a:pt x="841046" y="1084473"/>
                </a:moveTo>
                <a:lnTo>
                  <a:pt x="836263" y="1079353"/>
                </a:lnTo>
                <a:lnTo>
                  <a:pt x="835193" y="1073321"/>
                </a:lnTo>
                <a:lnTo>
                  <a:pt x="841029" y="1061387"/>
                </a:lnTo>
                <a:lnTo>
                  <a:pt x="849102" y="1058593"/>
                </a:lnTo>
                <a:lnTo>
                  <a:pt x="862520" y="1065235"/>
                </a:lnTo>
                <a:lnTo>
                  <a:pt x="865314" y="1073308"/>
                </a:lnTo>
                <a:lnTo>
                  <a:pt x="862016" y="1080041"/>
                </a:lnTo>
                <a:lnTo>
                  <a:pt x="858721" y="1086680"/>
                </a:lnTo>
                <a:lnTo>
                  <a:pt x="850648" y="1089474"/>
                </a:lnTo>
                <a:lnTo>
                  <a:pt x="843910" y="1086171"/>
                </a:lnTo>
                <a:lnTo>
                  <a:pt x="842428" y="1085465"/>
                </a:lnTo>
                <a:lnTo>
                  <a:pt x="841046" y="1084473"/>
                </a:lnTo>
                <a:close/>
              </a:path>
              <a:path w="5142230" h="2300604">
                <a:moveTo>
                  <a:pt x="2113868" y="1805587"/>
                </a:moveTo>
                <a:lnTo>
                  <a:pt x="2109035" y="1800413"/>
                </a:lnTo>
                <a:lnTo>
                  <a:pt x="2108232" y="1799163"/>
                </a:lnTo>
                <a:lnTo>
                  <a:pt x="2104494" y="1790958"/>
                </a:lnTo>
                <a:lnTo>
                  <a:pt x="2107555" y="1782994"/>
                </a:lnTo>
                <a:lnTo>
                  <a:pt x="2121172" y="1776849"/>
                </a:lnTo>
                <a:lnTo>
                  <a:pt x="2129190" y="1779860"/>
                </a:lnTo>
                <a:lnTo>
                  <a:pt x="2135336" y="1793476"/>
                </a:lnTo>
                <a:lnTo>
                  <a:pt x="2132271" y="1801535"/>
                </a:lnTo>
                <a:lnTo>
                  <a:pt x="2125417" y="1804559"/>
                </a:lnTo>
                <a:lnTo>
                  <a:pt x="2120051" y="1807025"/>
                </a:lnTo>
                <a:lnTo>
                  <a:pt x="2113868" y="1805587"/>
                </a:lnTo>
                <a:close/>
              </a:path>
              <a:path w="5142230" h="2300604">
                <a:moveTo>
                  <a:pt x="2081297" y="1743449"/>
                </a:moveTo>
                <a:lnTo>
                  <a:pt x="2075727" y="1737487"/>
                </a:lnTo>
                <a:lnTo>
                  <a:pt x="2071293" y="1730297"/>
                </a:lnTo>
                <a:lnTo>
                  <a:pt x="2073277" y="1721961"/>
                </a:lnTo>
                <a:lnTo>
                  <a:pt x="2079693" y="1718077"/>
                </a:lnTo>
                <a:lnTo>
                  <a:pt x="2086009" y="1714185"/>
                </a:lnTo>
                <a:lnTo>
                  <a:pt x="2094345" y="1716168"/>
                </a:lnTo>
                <a:lnTo>
                  <a:pt x="2102171" y="1728846"/>
                </a:lnTo>
                <a:lnTo>
                  <a:pt x="2100187" y="1737182"/>
                </a:lnTo>
                <a:lnTo>
                  <a:pt x="2093826" y="1741124"/>
                </a:lnTo>
                <a:lnTo>
                  <a:pt x="2088230" y="1744517"/>
                </a:lnTo>
                <a:lnTo>
                  <a:pt x="2081297" y="1743449"/>
                </a:lnTo>
                <a:close/>
              </a:path>
              <a:path w="5142230" h="2300604">
                <a:moveTo>
                  <a:pt x="409304" y="735690"/>
                </a:moveTo>
                <a:lnTo>
                  <a:pt x="403641" y="729628"/>
                </a:lnTo>
                <a:lnTo>
                  <a:pt x="403153" y="728715"/>
                </a:lnTo>
                <a:lnTo>
                  <a:pt x="399354" y="722302"/>
                </a:lnTo>
                <a:lnTo>
                  <a:pt x="401576" y="714026"/>
                </a:lnTo>
                <a:lnTo>
                  <a:pt x="407979" y="710226"/>
                </a:lnTo>
                <a:lnTo>
                  <a:pt x="414433" y="706480"/>
                </a:lnTo>
                <a:lnTo>
                  <a:pt x="422767" y="708657"/>
                </a:lnTo>
                <a:lnTo>
                  <a:pt x="430254" y="721560"/>
                </a:lnTo>
                <a:lnTo>
                  <a:pt x="428090" y="729799"/>
                </a:lnTo>
                <a:lnTo>
                  <a:pt x="421628" y="733635"/>
                </a:lnTo>
                <a:lnTo>
                  <a:pt x="416047" y="736849"/>
                </a:lnTo>
                <a:lnTo>
                  <a:pt x="409304" y="735690"/>
                </a:lnTo>
                <a:close/>
              </a:path>
              <a:path w="5142230" h="2300604">
                <a:moveTo>
                  <a:pt x="301553" y="472260"/>
                </a:moveTo>
                <a:lnTo>
                  <a:pt x="296766" y="467135"/>
                </a:lnTo>
                <a:lnTo>
                  <a:pt x="295696" y="465404"/>
                </a:lnTo>
                <a:lnTo>
                  <a:pt x="295104" y="463401"/>
                </a:lnTo>
                <a:lnTo>
                  <a:pt x="292892" y="456244"/>
                </a:lnTo>
                <a:lnTo>
                  <a:pt x="296928" y="448639"/>
                </a:lnTo>
                <a:lnTo>
                  <a:pt x="311193" y="444262"/>
                </a:lnTo>
                <a:lnTo>
                  <a:pt x="318752" y="448249"/>
                </a:lnTo>
                <a:lnTo>
                  <a:pt x="323175" y="462563"/>
                </a:lnTo>
                <a:lnTo>
                  <a:pt x="319188" y="470122"/>
                </a:lnTo>
                <a:lnTo>
                  <a:pt x="306926" y="473906"/>
                </a:lnTo>
                <a:lnTo>
                  <a:pt x="301553" y="472260"/>
                </a:lnTo>
                <a:close/>
              </a:path>
              <a:path w="5142230" h="2300604">
                <a:moveTo>
                  <a:pt x="2157961" y="2221683"/>
                </a:moveTo>
                <a:lnTo>
                  <a:pt x="2153224" y="2216612"/>
                </a:lnTo>
                <a:lnTo>
                  <a:pt x="2151752" y="2212690"/>
                </a:lnTo>
                <a:lnTo>
                  <a:pt x="2153185" y="2201125"/>
                </a:lnTo>
                <a:lnTo>
                  <a:pt x="2159973" y="2195880"/>
                </a:lnTo>
                <a:lnTo>
                  <a:pt x="2167396" y="2196789"/>
                </a:lnTo>
                <a:lnTo>
                  <a:pt x="2174780" y="2197753"/>
                </a:lnTo>
                <a:lnTo>
                  <a:pt x="2180074" y="2204496"/>
                </a:lnTo>
                <a:lnTo>
                  <a:pt x="2179115" y="2211875"/>
                </a:lnTo>
                <a:lnTo>
                  <a:pt x="2178201" y="2219303"/>
                </a:lnTo>
                <a:lnTo>
                  <a:pt x="2171408" y="2224543"/>
                </a:lnTo>
                <a:lnTo>
                  <a:pt x="2164030" y="2223683"/>
                </a:lnTo>
                <a:lnTo>
                  <a:pt x="2160788" y="2223242"/>
                </a:lnTo>
                <a:lnTo>
                  <a:pt x="2157961" y="2221683"/>
                </a:lnTo>
                <a:close/>
              </a:path>
              <a:path w="5142230" h="2300604">
                <a:moveTo>
                  <a:pt x="2155178" y="1939930"/>
                </a:moveTo>
                <a:lnTo>
                  <a:pt x="2150400" y="1934816"/>
                </a:lnTo>
                <a:lnTo>
                  <a:pt x="2149198" y="1932551"/>
                </a:lnTo>
                <a:lnTo>
                  <a:pt x="2148677" y="1929942"/>
                </a:lnTo>
                <a:lnTo>
                  <a:pt x="2147317" y="1922620"/>
                </a:lnTo>
                <a:lnTo>
                  <a:pt x="2152141" y="1915566"/>
                </a:lnTo>
                <a:lnTo>
                  <a:pt x="2159461" y="1914116"/>
                </a:lnTo>
                <a:lnTo>
                  <a:pt x="2166772" y="1912755"/>
                </a:lnTo>
                <a:lnTo>
                  <a:pt x="2173880" y="1917529"/>
                </a:lnTo>
                <a:lnTo>
                  <a:pt x="2176688" y="1932264"/>
                </a:lnTo>
                <a:lnTo>
                  <a:pt x="2171868" y="1939323"/>
                </a:lnTo>
                <a:lnTo>
                  <a:pt x="2159752" y="1941602"/>
                </a:lnTo>
                <a:lnTo>
                  <a:pt x="2155178" y="1939930"/>
                </a:lnTo>
                <a:close/>
              </a:path>
              <a:path w="5142230" h="2300604">
                <a:moveTo>
                  <a:pt x="2138484" y="1871428"/>
                </a:moveTo>
                <a:lnTo>
                  <a:pt x="2133747" y="1866357"/>
                </a:lnTo>
                <a:lnTo>
                  <a:pt x="2132632" y="1864577"/>
                </a:lnTo>
                <a:lnTo>
                  <a:pt x="2132039" y="1862574"/>
                </a:lnTo>
                <a:lnTo>
                  <a:pt x="2129828" y="1855417"/>
                </a:lnTo>
                <a:lnTo>
                  <a:pt x="2133815" y="1847857"/>
                </a:lnTo>
                <a:lnTo>
                  <a:pt x="2148075" y="1843475"/>
                </a:lnTo>
                <a:lnTo>
                  <a:pt x="2155683" y="1847417"/>
                </a:lnTo>
                <a:lnTo>
                  <a:pt x="2160065" y="1861686"/>
                </a:lnTo>
                <a:lnTo>
                  <a:pt x="2156078" y="1869246"/>
                </a:lnTo>
                <a:lnTo>
                  <a:pt x="2148962" y="1871501"/>
                </a:lnTo>
                <a:lnTo>
                  <a:pt x="2143862" y="1873079"/>
                </a:lnTo>
                <a:lnTo>
                  <a:pt x="2138484" y="1871428"/>
                </a:lnTo>
                <a:close/>
              </a:path>
              <a:path w="5142230" h="2300604">
                <a:moveTo>
                  <a:pt x="263301" y="335325"/>
                </a:moveTo>
                <a:lnTo>
                  <a:pt x="258518" y="330205"/>
                </a:lnTo>
                <a:lnTo>
                  <a:pt x="257405" y="328231"/>
                </a:lnTo>
                <a:lnTo>
                  <a:pt x="254991" y="318707"/>
                </a:lnTo>
                <a:lnTo>
                  <a:pt x="259422" y="311331"/>
                </a:lnTo>
                <a:lnTo>
                  <a:pt x="273820" y="307683"/>
                </a:lnTo>
                <a:lnTo>
                  <a:pt x="281183" y="312045"/>
                </a:lnTo>
                <a:lnTo>
                  <a:pt x="284845" y="326522"/>
                </a:lnTo>
                <a:lnTo>
                  <a:pt x="280487" y="333880"/>
                </a:lnTo>
                <a:lnTo>
                  <a:pt x="268296" y="336958"/>
                </a:lnTo>
                <a:lnTo>
                  <a:pt x="263301" y="335325"/>
                </a:lnTo>
                <a:close/>
              </a:path>
              <a:path w="5142230" h="2300604">
                <a:moveTo>
                  <a:pt x="970518" y="1143407"/>
                </a:moveTo>
                <a:lnTo>
                  <a:pt x="965690" y="1138239"/>
                </a:lnTo>
                <a:lnTo>
                  <a:pt x="964509" y="1132576"/>
                </a:lnTo>
                <a:lnTo>
                  <a:pt x="966622" y="1127507"/>
                </a:lnTo>
                <a:lnTo>
                  <a:pt x="969546" y="1120667"/>
                </a:lnTo>
                <a:lnTo>
                  <a:pt x="977492" y="1117443"/>
                </a:lnTo>
                <a:lnTo>
                  <a:pt x="991267" y="1123294"/>
                </a:lnTo>
                <a:lnTo>
                  <a:pt x="994420" y="1131068"/>
                </a:lnTo>
                <a:lnTo>
                  <a:pt x="988642" y="1144921"/>
                </a:lnTo>
                <a:lnTo>
                  <a:pt x="980696" y="1148144"/>
                </a:lnTo>
                <a:lnTo>
                  <a:pt x="971992" y="1144496"/>
                </a:lnTo>
                <a:lnTo>
                  <a:pt x="970518" y="1143407"/>
                </a:lnTo>
                <a:close/>
              </a:path>
              <a:path w="5142230" h="2300604">
                <a:moveTo>
                  <a:pt x="495291" y="849828"/>
                </a:moveTo>
                <a:lnTo>
                  <a:pt x="484997" y="838808"/>
                </a:lnTo>
                <a:lnTo>
                  <a:pt x="485380" y="830323"/>
                </a:lnTo>
                <a:lnTo>
                  <a:pt x="496159" y="820162"/>
                </a:lnTo>
                <a:lnTo>
                  <a:pt x="504835" y="820458"/>
                </a:lnTo>
                <a:lnTo>
                  <a:pt x="514988" y="831326"/>
                </a:lnTo>
                <a:lnTo>
                  <a:pt x="514704" y="839819"/>
                </a:lnTo>
                <a:lnTo>
                  <a:pt x="503827" y="850071"/>
                </a:lnTo>
                <a:lnTo>
                  <a:pt x="495291" y="849828"/>
                </a:lnTo>
                <a:close/>
              </a:path>
              <a:path w="5142230" h="2300604">
                <a:moveTo>
                  <a:pt x="715579" y="1017414"/>
                </a:moveTo>
                <a:lnTo>
                  <a:pt x="710751" y="1012245"/>
                </a:lnTo>
                <a:lnTo>
                  <a:pt x="709840" y="1005699"/>
                </a:lnTo>
                <a:lnTo>
                  <a:pt x="716707" y="993989"/>
                </a:lnTo>
                <a:lnTo>
                  <a:pt x="724991" y="991811"/>
                </a:lnTo>
                <a:lnTo>
                  <a:pt x="737863" y="999336"/>
                </a:lnTo>
                <a:lnTo>
                  <a:pt x="740036" y="1007624"/>
                </a:lnTo>
                <a:lnTo>
                  <a:pt x="732517" y="1020492"/>
                </a:lnTo>
                <a:lnTo>
                  <a:pt x="724274" y="1022714"/>
                </a:lnTo>
                <a:lnTo>
                  <a:pt x="717790" y="1018901"/>
                </a:lnTo>
                <a:lnTo>
                  <a:pt x="716636" y="1018252"/>
                </a:lnTo>
                <a:lnTo>
                  <a:pt x="715579" y="1017414"/>
                </a:lnTo>
                <a:close/>
              </a:path>
              <a:path w="5142230" h="2300604">
                <a:moveTo>
                  <a:pt x="281546" y="404022"/>
                </a:moveTo>
                <a:lnTo>
                  <a:pt x="276809" y="398951"/>
                </a:lnTo>
                <a:lnTo>
                  <a:pt x="275692" y="397072"/>
                </a:lnTo>
                <a:lnTo>
                  <a:pt x="275106" y="394880"/>
                </a:lnTo>
                <a:lnTo>
                  <a:pt x="273086" y="387635"/>
                </a:lnTo>
                <a:lnTo>
                  <a:pt x="277304" y="380226"/>
                </a:lnTo>
                <a:lnTo>
                  <a:pt x="284500" y="378252"/>
                </a:lnTo>
                <a:lnTo>
                  <a:pt x="291646" y="376224"/>
                </a:lnTo>
                <a:lnTo>
                  <a:pt x="299150" y="380445"/>
                </a:lnTo>
                <a:lnTo>
                  <a:pt x="303098" y="394837"/>
                </a:lnTo>
                <a:lnTo>
                  <a:pt x="298930" y="402300"/>
                </a:lnTo>
                <a:lnTo>
                  <a:pt x="291734" y="404274"/>
                </a:lnTo>
                <a:lnTo>
                  <a:pt x="286681" y="405707"/>
                </a:lnTo>
                <a:lnTo>
                  <a:pt x="281546" y="404022"/>
                </a:lnTo>
                <a:close/>
              </a:path>
              <a:path w="5142230" h="2300604">
                <a:moveTo>
                  <a:pt x="542062" y="894617"/>
                </a:moveTo>
                <a:lnTo>
                  <a:pt x="536408" y="888565"/>
                </a:lnTo>
                <a:lnTo>
                  <a:pt x="536254" y="880775"/>
                </a:lnTo>
                <a:lnTo>
                  <a:pt x="540918" y="875505"/>
                </a:lnTo>
                <a:lnTo>
                  <a:pt x="545830" y="869912"/>
                </a:lnTo>
                <a:lnTo>
                  <a:pt x="554346" y="869353"/>
                </a:lnTo>
                <a:lnTo>
                  <a:pt x="565528" y="879270"/>
                </a:lnTo>
                <a:lnTo>
                  <a:pt x="566088" y="887786"/>
                </a:lnTo>
                <a:lnTo>
                  <a:pt x="556216" y="899017"/>
                </a:lnTo>
                <a:lnTo>
                  <a:pt x="547649" y="899523"/>
                </a:lnTo>
                <a:lnTo>
                  <a:pt x="542062" y="894617"/>
                </a:lnTo>
                <a:close/>
              </a:path>
              <a:path w="5142230" h="2300604">
                <a:moveTo>
                  <a:pt x="323796" y="539861"/>
                </a:moveTo>
                <a:lnTo>
                  <a:pt x="319018" y="534746"/>
                </a:lnTo>
                <a:lnTo>
                  <a:pt x="317987" y="533153"/>
                </a:lnTo>
                <a:lnTo>
                  <a:pt x="314890" y="524267"/>
                </a:lnTo>
                <a:lnTo>
                  <a:pt x="318646" y="516558"/>
                </a:lnTo>
                <a:lnTo>
                  <a:pt x="325669" y="514106"/>
                </a:lnTo>
                <a:lnTo>
                  <a:pt x="332810" y="511584"/>
                </a:lnTo>
                <a:lnTo>
                  <a:pt x="340446" y="515360"/>
                </a:lnTo>
                <a:lnTo>
                  <a:pt x="345354" y="529411"/>
                </a:lnTo>
                <a:lnTo>
                  <a:pt x="341644" y="537169"/>
                </a:lnTo>
                <a:lnTo>
                  <a:pt x="334575" y="539572"/>
                </a:lnTo>
                <a:lnTo>
                  <a:pt x="329366" y="541425"/>
                </a:lnTo>
                <a:lnTo>
                  <a:pt x="323796" y="539861"/>
                </a:lnTo>
                <a:close/>
              </a:path>
              <a:path w="5142230" h="2300604">
                <a:moveTo>
                  <a:pt x="214700" y="127784"/>
                </a:moveTo>
                <a:lnTo>
                  <a:pt x="209967" y="122718"/>
                </a:lnTo>
                <a:lnTo>
                  <a:pt x="208812" y="120602"/>
                </a:lnTo>
                <a:lnTo>
                  <a:pt x="208235" y="118127"/>
                </a:lnTo>
                <a:lnTo>
                  <a:pt x="206642" y="110850"/>
                </a:lnTo>
                <a:lnTo>
                  <a:pt x="211226" y="103636"/>
                </a:lnTo>
                <a:lnTo>
                  <a:pt x="218458" y="101994"/>
                </a:lnTo>
                <a:lnTo>
                  <a:pt x="225788" y="100360"/>
                </a:lnTo>
                <a:lnTo>
                  <a:pt x="232997" y="104949"/>
                </a:lnTo>
                <a:lnTo>
                  <a:pt x="236278" y="119507"/>
                </a:lnTo>
                <a:lnTo>
                  <a:pt x="231686" y="126809"/>
                </a:lnTo>
                <a:lnTo>
                  <a:pt x="219557" y="129465"/>
                </a:lnTo>
                <a:lnTo>
                  <a:pt x="214700" y="127784"/>
                </a:lnTo>
                <a:close/>
              </a:path>
              <a:path w="5142230" h="2300604">
                <a:moveTo>
                  <a:pt x="655055" y="979994"/>
                </a:moveTo>
                <a:lnTo>
                  <a:pt x="650136" y="974728"/>
                </a:lnTo>
                <a:lnTo>
                  <a:pt x="649424" y="967905"/>
                </a:lnTo>
                <a:lnTo>
                  <a:pt x="656996" y="956266"/>
                </a:lnTo>
                <a:lnTo>
                  <a:pt x="665363" y="954568"/>
                </a:lnTo>
                <a:lnTo>
                  <a:pt x="677872" y="962779"/>
                </a:lnTo>
                <a:lnTo>
                  <a:pt x="679623" y="971105"/>
                </a:lnTo>
                <a:lnTo>
                  <a:pt x="675538" y="977386"/>
                </a:lnTo>
                <a:lnTo>
                  <a:pt x="671408" y="983619"/>
                </a:lnTo>
                <a:lnTo>
                  <a:pt x="663033" y="985406"/>
                </a:lnTo>
                <a:lnTo>
                  <a:pt x="655877" y="980678"/>
                </a:lnTo>
                <a:lnTo>
                  <a:pt x="655055" y="979994"/>
                </a:lnTo>
                <a:close/>
              </a:path>
              <a:path w="5142230" h="2300604">
                <a:moveTo>
                  <a:pt x="2164938" y="2151247"/>
                </a:moveTo>
                <a:lnTo>
                  <a:pt x="2160201" y="2146176"/>
                </a:lnTo>
                <a:lnTo>
                  <a:pt x="2158814" y="2142541"/>
                </a:lnTo>
                <a:lnTo>
                  <a:pt x="2159040" y="2138678"/>
                </a:lnTo>
                <a:lnTo>
                  <a:pt x="2159531" y="2131188"/>
                </a:lnTo>
                <a:lnTo>
                  <a:pt x="2165292" y="2126212"/>
                </a:lnTo>
                <a:lnTo>
                  <a:pt x="2166000" y="2125601"/>
                </a:lnTo>
                <a:lnTo>
                  <a:pt x="2173439" y="2126039"/>
                </a:lnTo>
                <a:lnTo>
                  <a:pt x="2180885" y="2126580"/>
                </a:lnTo>
                <a:lnTo>
                  <a:pt x="2186520" y="2133004"/>
                </a:lnTo>
                <a:lnTo>
                  <a:pt x="2185537" y="2147884"/>
                </a:lnTo>
                <a:lnTo>
                  <a:pt x="2179817" y="2152904"/>
                </a:lnTo>
                <a:lnTo>
                  <a:pt x="2179065" y="2153565"/>
                </a:lnTo>
                <a:lnTo>
                  <a:pt x="2171674" y="2153082"/>
                </a:lnTo>
                <a:lnTo>
                  <a:pt x="2168043" y="2152812"/>
                </a:lnTo>
                <a:lnTo>
                  <a:pt x="2164938" y="2151247"/>
                </a:lnTo>
                <a:close/>
              </a:path>
              <a:path w="5142230" h="2300604">
                <a:moveTo>
                  <a:pt x="2040896" y="1686028"/>
                </a:moveTo>
                <a:lnTo>
                  <a:pt x="2035334" y="1680074"/>
                </a:lnTo>
                <a:lnTo>
                  <a:pt x="2030664" y="1674292"/>
                </a:lnTo>
                <a:lnTo>
                  <a:pt x="2031567" y="1665778"/>
                </a:lnTo>
                <a:lnTo>
                  <a:pt x="2037438" y="1661116"/>
                </a:lnTo>
                <a:lnTo>
                  <a:pt x="2043215" y="1656450"/>
                </a:lnTo>
                <a:lnTo>
                  <a:pt x="2051734" y="1657358"/>
                </a:lnTo>
                <a:lnTo>
                  <a:pt x="2061063" y="1669006"/>
                </a:lnTo>
                <a:lnTo>
                  <a:pt x="2060155" y="1677515"/>
                </a:lnTo>
                <a:lnTo>
                  <a:pt x="2050101" y="1685618"/>
                </a:lnTo>
                <a:lnTo>
                  <a:pt x="2048796" y="1686665"/>
                </a:lnTo>
                <a:lnTo>
                  <a:pt x="2040896" y="1686028"/>
                </a:lnTo>
                <a:close/>
              </a:path>
              <a:path w="5142230" h="2300604">
                <a:moveTo>
                  <a:pt x="230283" y="197151"/>
                </a:moveTo>
                <a:lnTo>
                  <a:pt x="225501" y="192031"/>
                </a:lnTo>
                <a:lnTo>
                  <a:pt x="224341" y="189910"/>
                </a:lnTo>
                <a:lnTo>
                  <a:pt x="222170" y="180158"/>
                </a:lnTo>
                <a:lnTo>
                  <a:pt x="226764" y="172954"/>
                </a:lnTo>
                <a:lnTo>
                  <a:pt x="233995" y="171312"/>
                </a:lnTo>
                <a:lnTo>
                  <a:pt x="241276" y="169624"/>
                </a:lnTo>
                <a:lnTo>
                  <a:pt x="248529" y="174163"/>
                </a:lnTo>
                <a:lnTo>
                  <a:pt x="251860" y="188774"/>
                </a:lnTo>
                <a:lnTo>
                  <a:pt x="247271" y="195983"/>
                </a:lnTo>
                <a:lnTo>
                  <a:pt x="239991" y="197670"/>
                </a:lnTo>
                <a:lnTo>
                  <a:pt x="235139" y="198733"/>
                </a:lnTo>
                <a:lnTo>
                  <a:pt x="230283" y="197151"/>
                </a:lnTo>
                <a:close/>
              </a:path>
              <a:path w="5142230" h="2300604">
                <a:moveTo>
                  <a:pt x="905347" y="1114794"/>
                </a:moveTo>
                <a:lnTo>
                  <a:pt x="900569" y="1109679"/>
                </a:lnTo>
                <a:lnTo>
                  <a:pt x="899444" y="1103881"/>
                </a:lnTo>
                <a:lnTo>
                  <a:pt x="901744" y="1098719"/>
                </a:lnTo>
                <a:lnTo>
                  <a:pt x="904857" y="1091886"/>
                </a:lnTo>
                <a:lnTo>
                  <a:pt x="912842" y="1088900"/>
                </a:lnTo>
                <a:lnTo>
                  <a:pt x="926460" y="1095071"/>
                </a:lnTo>
                <a:lnTo>
                  <a:pt x="929496" y="1103110"/>
                </a:lnTo>
                <a:lnTo>
                  <a:pt x="926432" y="1109899"/>
                </a:lnTo>
                <a:lnTo>
                  <a:pt x="923320" y="1116733"/>
                </a:lnTo>
                <a:lnTo>
                  <a:pt x="915329" y="1119713"/>
                </a:lnTo>
                <a:lnTo>
                  <a:pt x="908496" y="1116601"/>
                </a:lnTo>
                <a:lnTo>
                  <a:pt x="906820" y="1115883"/>
                </a:lnTo>
                <a:lnTo>
                  <a:pt x="905347" y="1114794"/>
                </a:lnTo>
                <a:close/>
              </a:path>
              <a:path w="5142230" h="2300604">
                <a:moveTo>
                  <a:pt x="376614" y="672057"/>
                </a:moveTo>
                <a:lnTo>
                  <a:pt x="371786" y="666888"/>
                </a:lnTo>
                <a:lnTo>
                  <a:pt x="370930" y="665679"/>
                </a:lnTo>
                <a:lnTo>
                  <a:pt x="370363" y="664290"/>
                </a:lnTo>
                <a:lnTo>
                  <a:pt x="367242" y="657528"/>
                </a:lnTo>
                <a:lnTo>
                  <a:pt x="370253" y="649510"/>
                </a:lnTo>
                <a:lnTo>
                  <a:pt x="377016" y="646388"/>
                </a:lnTo>
                <a:lnTo>
                  <a:pt x="383824" y="643315"/>
                </a:lnTo>
                <a:lnTo>
                  <a:pt x="391796" y="646278"/>
                </a:lnTo>
                <a:lnTo>
                  <a:pt x="394963" y="653089"/>
                </a:lnTo>
                <a:lnTo>
                  <a:pt x="398036" y="659898"/>
                </a:lnTo>
                <a:lnTo>
                  <a:pt x="395025" y="667915"/>
                </a:lnTo>
                <a:lnTo>
                  <a:pt x="388217" y="670988"/>
                </a:lnTo>
                <a:lnTo>
                  <a:pt x="382845" y="673449"/>
                </a:lnTo>
                <a:lnTo>
                  <a:pt x="376614" y="672057"/>
                </a:lnTo>
                <a:close/>
              </a:path>
              <a:path w="5142230" h="2300604">
                <a:moveTo>
                  <a:pt x="246340" y="266341"/>
                </a:moveTo>
                <a:lnTo>
                  <a:pt x="241557" y="261221"/>
                </a:lnTo>
                <a:lnTo>
                  <a:pt x="240443" y="259148"/>
                </a:lnTo>
                <a:lnTo>
                  <a:pt x="238131" y="249538"/>
                </a:lnTo>
                <a:lnTo>
                  <a:pt x="242411" y="242585"/>
                </a:lnTo>
                <a:lnTo>
                  <a:pt x="242629" y="242232"/>
                </a:lnTo>
                <a:lnTo>
                  <a:pt x="249909" y="240544"/>
                </a:lnTo>
                <a:lnTo>
                  <a:pt x="257139" y="238803"/>
                </a:lnTo>
                <a:lnTo>
                  <a:pt x="264450" y="243305"/>
                </a:lnTo>
                <a:lnTo>
                  <a:pt x="266187" y="250540"/>
                </a:lnTo>
                <a:lnTo>
                  <a:pt x="267874" y="257820"/>
                </a:lnTo>
                <a:lnTo>
                  <a:pt x="263638" y="264722"/>
                </a:lnTo>
                <a:lnTo>
                  <a:pt x="263421" y="265076"/>
                </a:lnTo>
                <a:lnTo>
                  <a:pt x="256142" y="266863"/>
                </a:lnTo>
                <a:lnTo>
                  <a:pt x="251242" y="267971"/>
                </a:lnTo>
                <a:lnTo>
                  <a:pt x="246340" y="266341"/>
                </a:lnTo>
                <a:close/>
              </a:path>
              <a:path w="5142230" h="2300604">
                <a:moveTo>
                  <a:pt x="449092" y="795193"/>
                </a:moveTo>
                <a:lnTo>
                  <a:pt x="443397" y="789097"/>
                </a:lnTo>
                <a:lnTo>
                  <a:pt x="438926" y="783138"/>
                </a:lnTo>
                <a:lnTo>
                  <a:pt x="440113" y="774633"/>
                </a:lnTo>
                <a:lnTo>
                  <a:pt x="446026" y="770113"/>
                </a:lnTo>
                <a:lnTo>
                  <a:pt x="451985" y="765642"/>
                </a:lnTo>
                <a:lnTo>
                  <a:pt x="460490" y="766829"/>
                </a:lnTo>
                <a:lnTo>
                  <a:pt x="469480" y="778701"/>
                </a:lnTo>
                <a:lnTo>
                  <a:pt x="468294" y="787206"/>
                </a:lnTo>
                <a:lnTo>
                  <a:pt x="462381" y="791725"/>
                </a:lnTo>
                <a:lnTo>
                  <a:pt x="456808" y="795926"/>
                </a:lnTo>
                <a:lnTo>
                  <a:pt x="449092" y="795193"/>
                </a:lnTo>
                <a:close/>
              </a:path>
              <a:path w="5142230" h="2300604">
                <a:moveTo>
                  <a:pt x="777749" y="1052100"/>
                </a:moveTo>
                <a:lnTo>
                  <a:pt x="772921" y="1046931"/>
                </a:lnTo>
                <a:lnTo>
                  <a:pt x="771911" y="1040670"/>
                </a:lnTo>
                <a:lnTo>
                  <a:pt x="774686" y="1035430"/>
                </a:lnTo>
                <a:lnTo>
                  <a:pt x="778210" y="1028841"/>
                </a:lnTo>
                <a:lnTo>
                  <a:pt x="786373" y="1026338"/>
                </a:lnTo>
                <a:lnTo>
                  <a:pt x="799589" y="1033350"/>
                </a:lnTo>
                <a:lnTo>
                  <a:pt x="802097" y="1041509"/>
                </a:lnTo>
                <a:lnTo>
                  <a:pt x="798613" y="1048141"/>
                </a:lnTo>
                <a:lnTo>
                  <a:pt x="795085" y="1054725"/>
                </a:lnTo>
                <a:lnTo>
                  <a:pt x="786881" y="1057184"/>
                </a:lnTo>
                <a:lnTo>
                  <a:pt x="780289" y="1053744"/>
                </a:lnTo>
                <a:lnTo>
                  <a:pt x="778950" y="1052995"/>
                </a:lnTo>
                <a:lnTo>
                  <a:pt x="777749" y="1052100"/>
                </a:lnTo>
                <a:close/>
              </a:path>
              <a:path w="5142230" h="2300604">
                <a:moveTo>
                  <a:pt x="348676" y="606570"/>
                </a:moveTo>
                <a:lnTo>
                  <a:pt x="343843" y="601397"/>
                </a:lnTo>
                <a:lnTo>
                  <a:pt x="342899" y="599996"/>
                </a:lnTo>
                <a:lnTo>
                  <a:pt x="342298" y="598375"/>
                </a:lnTo>
                <a:lnTo>
                  <a:pt x="339560" y="591436"/>
                </a:lnTo>
                <a:lnTo>
                  <a:pt x="342897" y="583571"/>
                </a:lnTo>
                <a:lnTo>
                  <a:pt x="356823" y="578050"/>
                </a:lnTo>
                <a:lnTo>
                  <a:pt x="364684" y="581480"/>
                </a:lnTo>
                <a:lnTo>
                  <a:pt x="370160" y="595357"/>
                </a:lnTo>
                <a:lnTo>
                  <a:pt x="366778" y="603174"/>
                </a:lnTo>
                <a:lnTo>
                  <a:pt x="359840" y="605912"/>
                </a:lnTo>
                <a:lnTo>
                  <a:pt x="354527" y="608044"/>
                </a:lnTo>
                <a:lnTo>
                  <a:pt x="348676" y="606570"/>
                </a:lnTo>
                <a:close/>
              </a:path>
              <a:path w="5142230" h="2300604">
                <a:moveTo>
                  <a:pt x="2164503" y="2009929"/>
                </a:moveTo>
                <a:lnTo>
                  <a:pt x="2159766" y="2004858"/>
                </a:lnTo>
                <a:lnTo>
                  <a:pt x="2158449" y="2002080"/>
                </a:lnTo>
                <a:lnTo>
                  <a:pt x="2157534" y="1991521"/>
                </a:lnTo>
                <a:lnTo>
                  <a:pt x="2162998" y="1984956"/>
                </a:lnTo>
                <a:lnTo>
                  <a:pt x="2170476" y="1984262"/>
                </a:lnTo>
                <a:lnTo>
                  <a:pt x="2177914" y="1983623"/>
                </a:lnTo>
                <a:lnTo>
                  <a:pt x="2184426" y="1989127"/>
                </a:lnTo>
                <a:lnTo>
                  <a:pt x="2185812" y="2004003"/>
                </a:lnTo>
                <a:lnTo>
                  <a:pt x="2180250" y="2010560"/>
                </a:lnTo>
                <a:lnTo>
                  <a:pt x="2168507" y="2011576"/>
                </a:lnTo>
                <a:lnTo>
                  <a:pt x="2164503" y="2009929"/>
                </a:lnTo>
                <a:close/>
              </a:path>
              <a:path w="5142230" h="2300604">
                <a:moveTo>
                  <a:pt x="597274" y="939546"/>
                </a:moveTo>
                <a:lnTo>
                  <a:pt x="591757" y="933641"/>
                </a:lnTo>
                <a:lnTo>
                  <a:pt x="591305" y="926412"/>
                </a:lnTo>
                <a:lnTo>
                  <a:pt x="595309" y="921120"/>
                </a:lnTo>
                <a:lnTo>
                  <a:pt x="599762" y="915134"/>
                </a:lnTo>
                <a:lnTo>
                  <a:pt x="608252" y="913959"/>
                </a:lnTo>
                <a:lnTo>
                  <a:pt x="620170" y="922905"/>
                </a:lnTo>
                <a:lnTo>
                  <a:pt x="621398" y="931355"/>
                </a:lnTo>
                <a:lnTo>
                  <a:pt x="616892" y="937381"/>
                </a:lnTo>
                <a:lnTo>
                  <a:pt x="612394" y="943318"/>
                </a:lnTo>
                <a:lnTo>
                  <a:pt x="603949" y="944542"/>
                </a:lnTo>
                <a:lnTo>
                  <a:pt x="597971" y="940000"/>
                </a:lnTo>
                <a:lnTo>
                  <a:pt x="597274" y="939546"/>
                </a:lnTo>
                <a:close/>
              </a:path>
              <a:path w="5142230" h="2300604">
                <a:moveTo>
                  <a:pt x="1988788" y="1628684"/>
                </a:moveTo>
                <a:lnTo>
                  <a:pt x="1983504" y="1623027"/>
                </a:lnTo>
                <a:lnTo>
                  <a:pt x="1983545" y="1614762"/>
                </a:lnTo>
                <a:lnTo>
                  <a:pt x="1988637" y="1609559"/>
                </a:lnTo>
                <a:lnTo>
                  <a:pt x="1993916" y="1604262"/>
                </a:lnTo>
                <a:lnTo>
                  <a:pt x="2002462" y="1604222"/>
                </a:lnTo>
                <a:lnTo>
                  <a:pt x="2013102" y="1614635"/>
                </a:lnTo>
                <a:lnTo>
                  <a:pt x="2013188" y="1623231"/>
                </a:lnTo>
                <a:lnTo>
                  <a:pt x="2007909" y="1628527"/>
                </a:lnTo>
                <a:lnTo>
                  <a:pt x="2002675" y="1633873"/>
                </a:lnTo>
                <a:lnTo>
                  <a:pt x="1994129" y="1633912"/>
                </a:lnTo>
                <a:lnTo>
                  <a:pt x="1988788" y="1628684"/>
                </a:lnTo>
                <a:close/>
              </a:path>
              <a:path w="5142230" h="2300604">
                <a:moveTo>
                  <a:pt x="1200954" y="1087754"/>
                </a:moveTo>
                <a:lnTo>
                  <a:pt x="1196308" y="1082781"/>
                </a:lnTo>
                <a:lnTo>
                  <a:pt x="1195067" y="1077640"/>
                </a:lnTo>
                <a:lnTo>
                  <a:pt x="1199286" y="1066028"/>
                </a:lnTo>
                <a:lnTo>
                  <a:pt x="1206865" y="1062509"/>
                </a:lnTo>
                <a:lnTo>
                  <a:pt x="1220476" y="1067500"/>
                </a:lnTo>
                <a:lnTo>
                  <a:pt x="1223954" y="1075035"/>
                </a:lnTo>
                <a:lnTo>
                  <a:pt x="1218958" y="1088650"/>
                </a:lnTo>
                <a:lnTo>
                  <a:pt x="1211423" y="1092119"/>
                </a:lnTo>
                <a:lnTo>
                  <a:pt x="1202658" y="1088893"/>
                </a:lnTo>
                <a:lnTo>
                  <a:pt x="1200954" y="1087754"/>
                </a:lnTo>
                <a:close/>
              </a:path>
              <a:path w="5142230" h="2300604">
                <a:moveTo>
                  <a:pt x="2407019" y="2061239"/>
                </a:moveTo>
                <a:lnTo>
                  <a:pt x="2402419" y="2056315"/>
                </a:lnTo>
                <a:lnTo>
                  <a:pt x="2401032" y="2052679"/>
                </a:lnTo>
                <a:lnTo>
                  <a:pt x="2402121" y="2041627"/>
                </a:lnTo>
                <a:lnTo>
                  <a:pt x="2407100" y="2037476"/>
                </a:lnTo>
                <a:lnTo>
                  <a:pt x="2408486" y="2036320"/>
                </a:lnTo>
                <a:lnTo>
                  <a:pt x="2422932" y="2037709"/>
                </a:lnTo>
                <a:lnTo>
                  <a:pt x="2428186" y="2044115"/>
                </a:lnTo>
                <a:lnTo>
                  <a:pt x="2427520" y="2051320"/>
                </a:lnTo>
                <a:lnTo>
                  <a:pt x="2426756" y="2058517"/>
                </a:lnTo>
                <a:lnTo>
                  <a:pt x="2421777" y="2062668"/>
                </a:lnTo>
                <a:lnTo>
                  <a:pt x="2420391" y="2063824"/>
                </a:lnTo>
                <a:lnTo>
                  <a:pt x="2413189" y="2063054"/>
                </a:lnTo>
                <a:lnTo>
                  <a:pt x="2409895" y="2062753"/>
                </a:lnTo>
                <a:lnTo>
                  <a:pt x="2407019" y="2061239"/>
                </a:lnTo>
                <a:close/>
              </a:path>
              <a:path w="5142230" h="2300604">
                <a:moveTo>
                  <a:pt x="331900" y="168791"/>
                </a:moveTo>
                <a:lnTo>
                  <a:pt x="327299" y="163866"/>
                </a:lnTo>
                <a:lnTo>
                  <a:pt x="326228" y="162036"/>
                </a:lnTo>
                <a:lnTo>
                  <a:pt x="323607" y="153071"/>
                </a:lnTo>
                <a:lnTo>
                  <a:pt x="327629" y="145843"/>
                </a:lnTo>
                <a:lnTo>
                  <a:pt x="341553" y="141785"/>
                </a:lnTo>
                <a:lnTo>
                  <a:pt x="348780" y="145808"/>
                </a:lnTo>
                <a:lnTo>
                  <a:pt x="352839" y="159731"/>
                </a:lnTo>
                <a:lnTo>
                  <a:pt x="348816" y="166959"/>
                </a:lnTo>
                <a:lnTo>
                  <a:pt x="341850" y="168983"/>
                </a:lnTo>
                <a:lnTo>
                  <a:pt x="336944" y="170379"/>
                </a:lnTo>
                <a:lnTo>
                  <a:pt x="331900" y="168791"/>
                </a:lnTo>
                <a:close/>
              </a:path>
              <a:path w="5142230" h="2300604">
                <a:moveTo>
                  <a:pt x="1335238" y="1134342"/>
                </a:moveTo>
                <a:lnTo>
                  <a:pt x="1330592" y="1129368"/>
                </a:lnTo>
                <a:lnTo>
                  <a:pt x="1329344" y="1124416"/>
                </a:lnTo>
                <a:lnTo>
                  <a:pt x="1330874" y="1119700"/>
                </a:lnTo>
                <a:lnTo>
                  <a:pt x="1333066" y="1113054"/>
                </a:lnTo>
                <a:lnTo>
                  <a:pt x="1333137" y="1112837"/>
                </a:lnTo>
                <a:lnTo>
                  <a:pt x="1340580" y="1109172"/>
                </a:lnTo>
                <a:lnTo>
                  <a:pt x="1354301" y="1113694"/>
                </a:lnTo>
                <a:lnTo>
                  <a:pt x="1358014" y="1121091"/>
                </a:lnTo>
                <a:lnTo>
                  <a:pt x="1355751" y="1127954"/>
                </a:lnTo>
                <a:lnTo>
                  <a:pt x="1353511" y="1134646"/>
                </a:lnTo>
                <a:lnTo>
                  <a:pt x="1353439" y="1134862"/>
                </a:lnTo>
                <a:lnTo>
                  <a:pt x="1346046" y="1138581"/>
                </a:lnTo>
                <a:lnTo>
                  <a:pt x="1339184" y="1136317"/>
                </a:lnTo>
                <a:lnTo>
                  <a:pt x="1337037" y="1135583"/>
                </a:lnTo>
                <a:lnTo>
                  <a:pt x="1335238" y="1134342"/>
                </a:lnTo>
                <a:close/>
              </a:path>
              <a:path w="5142230" h="2300604">
                <a:moveTo>
                  <a:pt x="543604" y="694324"/>
                </a:moveTo>
                <a:lnTo>
                  <a:pt x="538035" y="688362"/>
                </a:lnTo>
                <a:lnTo>
                  <a:pt x="533701" y="682550"/>
                </a:lnTo>
                <a:lnTo>
                  <a:pt x="534878" y="674328"/>
                </a:lnTo>
                <a:lnTo>
                  <a:pt x="546454" y="665705"/>
                </a:lnTo>
                <a:lnTo>
                  <a:pt x="554676" y="666882"/>
                </a:lnTo>
                <a:lnTo>
                  <a:pt x="563344" y="678507"/>
                </a:lnTo>
                <a:lnTo>
                  <a:pt x="562118" y="686675"/>
                </a:lnTo>
                <a:lnTo>
                  <a:pt x="556355" y="691063"/>
                </a:lnTo>
                <a:lnTo>
                  <a:pt x="550928" y="695028"/>
                </a:lnTo>
                <a:lnTo>
                  <a:pt x="543604" y="694324"/>
                </a:lnTo>
                <a:close/>
              </a:path>
              <a:path w="5142230" h="2300604">
                <a:moveTo>
                  <a:pt x="937934" y="979892"/>
                </a:moveTo>
                <a:lnTo>
                  <a:pt x="933288" y="974919"/>
                </a:lnTo>
                <a:lnTo>
                  <a:pt x="932213" y="969175"/>
                </a:lnTo>
                <a:lnTo>
                  <a:pt x="934548" y="964245"/>
                </a:lnTo>
                <a:lnTo>
                  <a:pt x="937511" y="957642"/>
                </a:lnTo>
                <a:lnTo>
                  <a:pt x="945355" y="954798"/>
                </a:lnTo>
                <a:lnTo>
                  <a:pt x="958463" y="960815"/>
                </a:lnTo>
                <a:lnTo>
                  <a:pt x="961361" y="968609"/>
                </a:lnTo>
                <a:lnTo>
                  <a:pt x="955291" y="981758"/>
                </a:lnTo>
                <a:lnTo>
                  <a:pt x="947497" y="984656"/>
                </a:lnTo>
                <a:lnTo>
                  <a:pt x="939317" y="980884"/>
                </a:lnTo>
                <a:lnTo>
                  <a:pt x="937934" y="979892"/>
                </a:lnTo>
                <a:close/>
              </a:path>
              <a:path w="5142230" h="2300604">
                <a:moveTo>
                  <a:pt x="2286217" y="1597924"/>
                </a:moveTo>
                <a:lnTo>
                  <a:pt x="2281070" y="1592414"/>
                </a:lnTo>
                <a:lnTo>
                  <a:pt x="2276346" y="1586966"/>
                </a:lnTo>
                <a:lnTo>
                  <a:pt x="2276911" y="1578676"/>
                </a:lnTo>
                <a:lnTo>
                  <a:pt x="2287101" y="1569840"/>
                </a:lnTo>
                <a:lnTo>
                  <a:pt x="2287808" y="1569228"/>
                </a:lnTo>
                <a:lnTo>
                  <a:pt x="2296093" y="1569788"/>
                </a:lnTo>
                <a:lnTo>
                  <a:pt x="2305587" y="1580733"/>
                </a:lnTo>
                <a:lnTo>
                  <a:pt x="2304981" y="1588979"/>
                </a:lnTo>
                <a:lnTo>
                  <a:pt x="2299578" y="1593752"/>
                </a:lnTo>
                <a:lnTo>
                  <a:pt x="2294833" y="1597861"/>
                </a:lnTo>
                <a:lnTo>
                  <a:pt x="2294227" y="1598386"/>
                </a:lnTo>
                <a:lnTo>
                  <a:pt x="2286217" y="1597924"/>
                </a:lnTo>
                <a:close/>
              </a:path>
              <a:path w="5142230" h="2300604">
                <a:moveTo>
                  <a:pt x="589551" y="749081"/>
                </a:moveTo>
                <a:lnTo>
                  <a:pt x="579667" y="738500"/>
                </a:lnTo>
                <a:lnTo>
                  <a:pt x="579901" y="730246"/>
                </a:lnTo>
                <a:lnTo>
                  <a:pt x="590432" y="720308"/>
                </a:lnTo>
                <a:lnTo>
                  <a:pt x="598830" y="720599"/>
                </a:lnTo>
                <a:lnTo>
                  <a:pt x="608623" y="731082"/>
                </a:lnTo>
                <a:lnTo>
                  <a:pt x="608435" y="739384"/>
                </a:lnTo>
                <a:lnTo>
                  <a:pt x="597854" y="749269"/>
                </a:lnTo>
                <a:lnTo>
                  <a:pt x="589551" y="749081"/>
                </a:lnTo>
                <a:close/>
              </a:path>
              <a:path w="5142230" h="2300604">
                <a:moveTo>
                  <a:pt x="1267892" y="1111513"/>
                </a:moveTo>
                <a:lnTo>
                  <a:pt x="1263291" y="1106588"/>
                </a:lnTo>
                <a:lnTo>
                  <a:pt x="1262042" y="1101537"/>
                </a:lnTo>
                <a:lnTo>
                  <a:pt x="1266028" y="1089969"/>
                </a:lnTo>
                <a:lnTo>
                  <a:pt x="1273516" y="1086353"/>
                </a:lnTo>
                <a:lnTo>
                  <a:pt x="1280326" y="1088657"/>
                </a:lnTo>
                <a:lnTo>
                  <a:pt x="1287141" y="1091065"/>
                </a:lnTo>
                <a:lnTo>
                  <a:pt x="1290806" y="1098508"/>
                </a:lnTo>
                <a:lnTo>
                  <a:pt x="1288448" y="1105367"/>
                </a:lnTo>
                <a:lnTo>
                  <a:pt x="1286045" y="1112178"/>
                </a:lnTo>
                <a:lnTo>
                  <a:pt x="1278651" y="1115798"/>
                </a:lnTo>
                <a:lnTo>
                  <a:pt x="1271792" y="1113440"/>
                </a:lnTo>
                <a:lnTo>
                  <a:pt x="1269690" y="1112754"/>
                </a:lnTo>
                <a:lnTo>
                  <a:pt x="1267892" y="1111513"/>
                </a:lnTo>
                <a:close/>
              </a:path>
              <a:path w="5142230" h="2300604">
                <a:moveTo>
                  <a:pt x="2411552" y="1990631"/>
                </a:moveTo>
                <a:lnTo>
                  <a:pt x="2406997" y="1985755"/>
                </a:lnTo>
                <a:lnTo>
                  <a:pt x="2405648" y="1982356"/>
                </a:lnTo>
                <a:lnTo>
                  <a:pt x="2405867" y="1971643"/>
                </a:lnTo>
                <a:lnTo>
                  <a:pt x="2411873" y="1965951"/>
                </a:lnTo>
                <a:lnTo>
                  <a:pt x="2419133" y="1966099"/>
                </a:lnTo>
                <a:lnTo>
                  <a:pt x="2426350" y="1966298"/>
                </a:lnTo>
                <a:lnTo>
                  <a:pt x="2432095" y="1972253"/>
                </a:lnTo>
                <a:lnTo>
                  <a:pt x="2431947" y="1979523"/>
                </a:lnTo>
                <a:lnTo>
                  <a:pt x="2431744" y="1986734"/>
                </a:lnTo>
                <a:lnTo>
                  <a:pt x="2425748" y="1992436"/>
                </a:lnTo>
                <a:lnTo>
                  <a:pt x="2414846" y="1992202"/>
                </a:lnTo>
                <a:lnTo>
                  <a:pt x="2411552" y="1990631"/>
                </a:lnTo>
                <a:close/>
              </a:path>
              <a:path w="5142230" h="2300604">
                <a:moveTo>
                  <a:pt x="1402652" y="1156559"/>
                </a:moveTo>
                <a:lnTo>
                  <a:pt x="1398052" y="1151634"/>
                </a:lnTo>
                <a:lnTo>
                  <a:pt x="1396800" y="1146677"/>
                </a:lnTo>
                <a:lnTo>
                  <a:pt x="1400597" y="1135103"/>
                </a:lnTo>
                <a:lnTo>
                  <a:pt x="1407949" y="1131340"/>
                </a:lnTo>
                <a:lnTo>
                  <a:pt x="1414860" y="1133558"/>
                </a:lnTo>
                <a:lnTo>
                  <a:pt x="1421723" y="1135822"/>
                </a:lnTo>
                <a:lnTo>
                  <a:pt x="1425485" y="1143173"/>
                </a:lnTo>
                <a:lnTo>
                  <a:pt x="1423267" y="1150085"/>
                </a:lnTo>
                <a:lnTo>
                  <a:pt x="1421004" y="1156947"/>
                </a:lnTo>
                <a:lnTo>
                  <a:pt x="1413604" y="1160755"/>
                </a:lnTo>
                <a:lnTo>
                  <a:pt x="1406737" y="1158487"/>
                </a:lnTo>
                <a:lnTo>
                  <a:pt x="1404546" y="1157803"/>
                </a:lnTo>
                <a:lnTo>
                  <a:pt x="1402652" y="1156559"/>
                </a:lnTo>
                <a:close/>
              </a:path>
              <a:path w="5142230" h="2300604">
                <a:moveTo>
                  <a:pt x="414605" y="440795"/>
                </a:moveTo>
                <a:lnTo>
                  <a:pt x="409959" y="435822"/>
                </a:lnTo>
                <a:lnTo>
                  <a:pt x="409019" y="434326"/>
                </a:lnTo>
                <a:lnTo>
                  <a:pt x="405958" y="425771"/>
                </a:lnTo>
                <a:lnTo>
                  <a:pt x="409519" y="418245"/>
                </a:lnTo>
                <a:lnTo>
                  <a:pt x="416305" y="415832"/>
                </a:lnTo>
                <a:lnTo>
                  <a:pt x="423140" y="413374"/>
                </a:lnTo>
                <a:lnTo>
                  <a:pt x="430616" y="416881"/>
                </a:lnTo>
                <a:lnTo>
                  <a:pt x="435533" y="430550"/>
                </a:lnTo>
                <a:lnTo>
                  <a:pt x="431931" y="438033"/>
                </a:lnTo>
                <a:lnTo>
                  <a:pt x="425141" y="440441"/>
                </a:lnTo>
                <a:lnTo>
                  <a:pt x="420030" y="442302"/>
                </a:lnTo>
                <a:lnTo>
                  <a:pt x="414605" y="440795"/>
                </a:lnTo>
                <a:close/>
              </a:path>
              <a:path w="5142230" h="2300604">
                <a:moveTo>
                  <a:pt x="440245" y="507242"/>
                </a:moveTo>
                <a:lnTo>
                  <a:pt x="435598" y="502269"/>
                </a:lnTo>
                <a:lnTo>
                  <a:pt x="434700" y="500916"/>
                </a:lnTo>
                <a:lnTo>
                  <a:pt x="434137" y="499433"/>
                </a:lnTo>
                <a:lnTo>
                  <a:pt x="431344" y="492729"/>
                </a:lnTo>
                <a:lnTo>
                  <a:pt x="434531" y="485095"/>
                </a:lnTo>
                <a:lnTo>
                  <a:pt x="447891" y="479554"/>
                </a:lnTo>
                <a:lnTo>
                  <a:pt x="455573" y="482696"/>
                </a:lnTo>
                <a:lnTo>
                  <a:pt x="461061" y="496096"/>
                </a:lnTo>
                <a:lnTo>
                  <a:pt x="457879" y="503735"/>
                </a:lnTo>
                <a:lnTo>
                  <a:pt x="451223" y="506483"/>
                </a:lnTo>
                <a:lnTo>
                  <a:pt x="446181" y="508612"/>
                </a:lnTo>
                <a:lnTo>
                  <a:pt x="446050" y="508667"/>
                </a:lnTo>
                <a:lnTo>
                  <a:pt x="440245" y="507242"/>
                </a:lnTo>
                <a:close/>
              </a:path>
              <a:path w="5142230" h="2300604">
                <a:moveTo>
                  <a:pt x="2361954" y="1715457"/>
                </a:moveTo>
                <a:lnTo>
                  <a:pt x="2357257" y="1710430"/>
                </a:lnTo>
                <a:lnTo>
                  <a:pt x="2356493" y="1709318"/>
                </a:lnTo>
                <a:lnTo>
                  <a:pt x="2352848" y="1701410"/>
                </a:lnTo>
                <a:lnTo>
                  <a:pt x="2355751" y="1693667"/>
                </a:lnTo>
                <a:lnTo>
                  <a:pt x="2362276" y="1690584"/>
                </a:lnTo>
                <a:lnTo>
                  <a:pt x="2368852" y="1687555"/>
                </a:lnTo>
                <a:lnTo>
                  <a:pt x="2376679" y="1690461"/>
                </a:lnTo>
                <a:lnTo>
                  <a:pt x="2382752" y="1703608"/>
                </a:lnTo>
                <a:lnTo>
                  <a:pt x="2379844" y="1711345"/>
                </a:lnTo>
                <a:lnTo>
                  <a:pt x="2367992" y="1716839"/>
                </a:lnTo>
                <a:lnTo>
                  <a:pt x="2361954" y="1715457"/>
                </a:lnTo>
                <a:close/>
              </a:path>
              <a:path w="5142230" h="2300604">
                <a:moveTo>
                  <a:pt x="1002956" y="1008737"/>
                </a:moveTo>
                <a:lnTo>
                  <a:pt x="998310" y="1003763"/>
                </a:lnTo>
                <a:lnTo>
                  <a:pt x="997176" y="998248"/>
                </a:lnTo>
                <a:lnTo>
                  <a:pt x="1002101" y="986708"/>
                </a:lnTo>
                <a:lnTo>
                  <a:pt x="1009807" y="983618"/>
                </a:lnTo>
                <a:lnTo>
                  <a:pt x="1023116" y="989264"/>
                </a:lnTo>
                <a:lnTo>
                  <a:pt x="1026157" y="997016"/>
                </a:lnTo>
                <a:lnTo>
                  <a:pt x="1020511" y="1010326"/>
                </a:lnTo>
                <a:lnTo>
                  <a:pt x="1012805" y="1013415"/>
                </a:lnTo>
                <a:lnTo>
                  <a:pt x="1004430" y="1009825"/>
                </a:lnTo>
                <a:lnTo>
                  <a:pt x="1002956" y="1008737"/>
                </a:lnTo>
                <a:close/>
              </a:path>
              <a:path w="5142230" h="2300604">
                <a:moveTo>
                  <a:pt x="469661" y="572161"/>
                </a:moveTo>
                <a:lnTo>
                  <a:pt x="464973" y="567143"/>
                </a:lnTo>
                <a:lnTo>
                  <a:pt x="464206" y="566126"/>
                </a:lnTo>
                <a:lnTo>
                  <a:pt x="460456" y="558397"/>
                </a:lnTo>
                <a:lnTo>
                  <a:pt x="463083" y="550555"/>
                </a:lnTo>
                <a:lnTo>
                  <a:pt x="469612" y="547379"/>
                </a:lnTo>
                <a:lnTo>
                  <a:pt x="475783" y="544308"/>
                </a:lnTo>
                <a:lnTo>
                  <a:pt x="476095" y="544153"/>
                </a:lnTo>
                <a:lnTo>
                  <a:pt x="483934" y="546875"/>
                </a:lnTo>
                <a:lnTo>
                  <a:pt x="487159" y="553358"/>
                </a:lnTo>
                <a:lnTo>
                  <a:pt x="490290" y="559838"/>
                </a:lnTo>
                <a:lnTo>
                  <a:pt x="487663" y="567679"/>
                </a:lnTo>
                <a:lnTo>
                  <a:pt x="481134" y="570856"/>
                </a:lnTo>
                <a:lnTo>
                  <a:pt x="475851" y="573509"/>
                </a:lnTo>
                <a:lnTo>
                  <a:pt x="469661" y="572161"/>
                </a:lnTo>
                <a:close/>
              </a:path>
              <a:path w="5142230" h="2300604">
                <a:moveTo>
                  <a:pt x="2386619" y="1781253"/>
                </a:moveTo>
                <a:lnTo>
                  <a:pt x="2382018" y="1776328"/>
                </a:lnTo>
                <a:lnTo>
                  <a:pt x="2380998" y="1774551"/>
                </a:lnTo>
                <a:lnTo>
                  <a:pt x="2380400" y="1772543"/>
                </a:lnTo>
                <a:lnTo>
                  <a:pt x="2378278" y="1765678"/>
                </a:lnTo>
                <a:lnTo>
                  <a:pt x="2382205" y="1758347"/>
                </a:lnTo>
                <a:lnTo>
                  <a:pt x="2389126" y="1756274"/>
                </a:lnTo>
                <a:lnTo>
                  <a:pt x="2396041" y="1754097"/>
                </a:lnTo>
                <a:lnTo>
                  <a:pt x="2403371" y="1758034"/>
                </a:lnTo>
                <a:lnTo>
                  <a:pt x="2407567" y="1771910"/>
                </a:lnTo>
                <a:lnTo>
                  <a:pt x="2403640" y="1779240"/>
                </a:lnTo>
                <a:lnTo>
                  <a:pt x="2391806" y="1782798"/>
                </a:lnTo>
                <a:lnTo>
                  <a:pt x="2386619" y="1781253"/>
                </a:lnTo>
                <a:close/>
              </a:path>
              <a:path w="5142230" h="2300604">
                <a:moveTo>
                  <a:pt x="2369447" y="2270468"/>
                </a:moveTo>
                <a:lnTo>
                  <a:pt x="2364851" y="2265548"/>
                </a:lnTo>
                <a:lnTo>
                  <a:pt x="2363539" y="2261113"/>
                </a:lnTo>
                <a:lnTo>
                  <a:pt x="2366287" y="2249588"/>
                </a:lnTo>
                <a:lnTo>
                  <a:pt x="2373374" y="2245250"/>
                </a:lnTo>
                <a:lnTo>
                  <a:pt x="2380396" y="2247000"/>
                </a:lnTo>
                <a:lnTo>
                  <a:pt x="2387426" y="2248660"/>
                </a:lnTo>
                <a:lnTo>
                  <a:pt x="2391760" y="2255743"/>
                </a:lnTo>
                <a:lnTo>
                  <a:pt x="2388359" y="2269795"/>
                </a:lnTo>
                <a:lnTo>
                  <a:pt x="2381271" y="2274133"/>
                </a:lnTo>
                <a:lnTo>
                  <a:pt x="2371666" y="2271866"/>
                </a:lnTo>
                <a:lnTo>
                  <a:pt x="2369447" y="2270468"/>
                </a:lnTo>
                <a:close/>
              </a:path>
              <a:path w="5142230" h="2300604">
                <a:moveTo>
                  <a:pt x="2385073" y="2201276"/>
                </a:moveTo>
                <a:lnTo>
                  <a:pt x="2380468" y="2196346"/>
                </a:lnTo>
                <a:lnTo>
                  <a:pt x="2379108" y="2192056"/>
                </a:lnTo>
                <a:lnTo>
                  <a:pt x="2379978" y="2187709"/>
                </a:lnTo>
                <a:lnTo>
                  <a:pt x="2381427" y="2180658"/>
                </a:lnTo>
                <a:lnTo>
                  <a:pt x="2388386" y="2176085"/>
                </a:lnTo>
                <a:lnTo>
                  <a:pt x="2402543" y="2179021"/>
                </a:lnTo>
                <a:lnTo>
                  <a:pt x="2407120" y="2185876"/>
                </a:lnTo>
                <a:lnTo>
                  <a:pt x="2405650" y="2193002"/>
                </a:lnTo>
                <a:lnTo>
                  <a:pt x="2404234" y="2200087"/>
                </a:lnTo>
                <a:lnTo>
                  <a:pt x="2397275" y="2204661"/>
                </a:lnTo>
                <a:lnTo>
                  <a:pt x="2390195" y="2203240"/>
                </a:lnTo>
                <a:lnTo>
                  <a:pt x="2387435" y="2202631"/>
                </a:lnTo>
                <a:lnTo>
                  <a:pt x="2385073" y="2201276"/>
                </a:lnTo>
                <a:close/>
              </a:path>
              <a:path w="5142230" h="2300604">
                <a:moveTo>
                  <a:pt x="503693" y="634885"/>
                </a:moveTo>
                <a:lnTo>
                  <a:pt x="498951" y="629809"/>
                </a:lnTo>
                <a:lnTo>
                  <a:pt x="498415" y="629040"/>
                </a:lnTo>
                <a:lnTo>
                  <a:pt x="494217" y="622005"/>
                </a:lnTo>
                <a:lnTo>
                  <a:pt x="496236" y="614001"/>
                </a:lnTo>
                <a:lnTo>
                  <a:pt x="502403" y="610240"/>
                </a:lnTo>
                <a:lnTo>
                  <a:pt x="508619" y="606533"/>
                </a:lnTo>
                <a:lnTo>
                  <a:pt x="516673" y="608606"/>
                </a:lnTo>
                <a:lnTo>
                  <a:pt x="524135" y="620993"/>
                </a:lnTo>
                <a:lnTo>
                  <a:pt x="522067" y="629043"/>
                </a:lnTo>
                <a:lnTo>
                  <a:pt x="515851" y="632750"/>
                </a:lnTo>
                <a:lnTo>
                  <a:pt x="510500" y="636014"/>
                </a:lnTo>
                <a:lnTo>
                  <a:pt x="503693" y="634885"/>
                </a:lnTo>
                <a:close/>
              </a:path>
              <a:path w="5142230" h="2300604">
                <a:moveTo>
                  <a:pt x="2328416" y="1653947"/>
                </a:moveTo>
                <a:lnTo>
                  <a:pt x="2323075" y="1648229"/>
                </a:lnTo>
                <a:lnTo>
                  <a:pt x="2318674" y="1641466"/>
                </a:lnTo>
                <a:lnTo>
                  <a:pt x="2320414" y="1633358"/>
                </a:lnTo>
                <a:lnTo>
                  <a:pt x="2332530" y="1625508"/>
                </a:lnTo>
                <a:lnTo>
                  <a:pt x="2340643" y="1627253"/>
                </a:lnTo>
                <a:lnTo>
                  <a:pt x="2348492" y="1639369"/>
                </a:lnTo>
                <a:lnTo>
                  <a:pt x="2346794" y="1647521"/>
                </a:lnTo>
                <a:lnTo>
                  <a:pt x="2335309" y="1654972"/>
                </a:lnTo>
                <a:lnTo>
                  <a:pt x="2328416" y="1653947"/>
                </a:lnTo>
                <a:close/>
              </a:path>
              <a:path w="5142230" h="2300604">
                <a:moveTo>
                  <a:pt x="1134446" y="1062499"/>
                </a:moveTo>
                <a:lnTo>
                  <a:pt x="1129800" y="1057526"/>
                </a:lnTo>
                <a:lnTo>
                  <a:pt x="1128611" y="1052245"/>
                </a:lnTo>
                <a:lnTo>
                  <a:pt x="1130569" y="1047402"/>
                </a:lnTo>
                <a:lnTo>
                  <a:pt x="1133207" y="1040646"/>
                </a:lnTo>
                <a:lnTo>
                  <a:pt x="1140779" y="1037316"/>
                </a:lnTo>
                <a:lnTo>
                  <a:pt x="1147531" y="1039949"/>
                </a:lnTo>
                <a:lnTo>
                  <a:pt x="1154237" y="1042632"/>
                </a:lnTo>
                <a:lnTo>
                  <a:pt x="1157572" y="1050209"/>
                </a:lnTo>
                <a:lnTo>
                  <a:pt x="1152297" y="1063721"/>
                </a:lnTo>
                <a:lnTo>
                  <a:pt x="1144674" y="1066997"/>
                </a:lnTo>
                <a:lnTo>
                  <a:pt x="1136055" y="1063635"/>
                </a:lnTo>
                <a:lnTo>
                  <a:pt x="1134446" y="1062499"/>
                </a:lnTo>
                <a:close/>
              </a:path>
              <a:path w="5142230" h="2300604">
                <a:moveTo>
                  <a:pt x="351338" y="237104"/>
                </a:moveTo>
                <a:lnTo>
                  <a:pt x="346692" y="232130"/>
                </a:lnTo>
                <a:lnTo>
                  <a:pt x="345621" y="230300"/>
                </a:lnTo>
                <a:lnTo>
                  <a:pt x="345028" y="228297"/>
                </a:lnTo>
                <a:lnTo>
                  <a:pt x="343048" y="221290"/>
                </a:lnTo>
                <a:lnTo>
                  <a:pt x="347071" y="214062"/>
                </a:lnTo>
                <a:lnTo>
                  <a:pt x="354078" y="212082"/>
                </a:lnTo>
                <a:lnTo>
                  <a:pt x="361037" y="210147"/>
                </a:lnTo>
                <a:lnTo>
                  <a:pt x="368264" y="214170"/>
                </a:lnTo>
                <a:lnTo>
                  <a:pt x="372228" y="228090"/>
                </a:lnTo>
                <a:lnTo>
                  <a:pt x="368205" y="235317"/>
                </a:lnTo>
                <a:lnTo>
                  <a:pt x="361198" y="237298"/>
                </a:lnTo>
                <a:lnTo>
                  <a:pt x="356337" y="238643"/>
                </a:lnTo>
                <a:lnTo>
                  <a:pt x="351338" y="237104"/>
                </a:lnTo>
                <a:close/>
              </a:path>
              <a:path w="5142230" h="2300604">
                <a:moveTo>
                  <a:pt x="2410464" y="1919968"/>
                </a:moveTo>
                <a:lnTo>
                  <a:pt x="2405859" y="1915039"/>
                </a:lnTo>
                <a:lnTo>
                  <a:pt x="2404590" y="1912215"/>
                </a:lnTo>
                <a:lnTo>
                  <a:pt x="2404409" y="1909088"/>
                </a:lnTo>
                <a:lnTo>
                  <a:pt x="2403903" y="1901900"/>
                </a:lnTo>
                <a:lnTo>
                  <a:pt x="2409403" y="1895667"/>
                </a:lnTo>
                <a:lnTo>
                  <a:pt x="2416641" y="1895205"/>
                </a:lnTo>
                <a:lnTo>
                  <a:pt x="2423835" y="1894694"/>
                </a:lnTo>
                <a:lnTo>
                  <a:pt x="2430068" y="1900194"/>
                </a:lnTo>
                <a:lnTo>
                  <a:pt x="2430530" y="1907433"/>
                </a:lnTo>
                <a:lnTo>
                  <a:pt x="2431040" y="1914626"/>
                </a:lnTo>
                <a:lnTo>
                  <a:pt x="2425540" y="1920859"/>
                </a:lnTo>
                <a:lnTo>
                  <a:pt x="2414234" y="1921560"/>
                </a:lnTo>
                <a:lnTo>
                  <a:pt x="2410464" y="1919968"/>
                </a:lnTo>
                <a:close/>
              </a:path>
              <a:path w="5142230" h="2300604">
                <a:moveTo>
                  <a:pt x="391826" y="373402"/>
                </a:moveTo>
                <a:lnTo>
                  <a:pt x="387180" y="368429"/>
                </a:lnTo>
                <a:lnTo>
                  <a:pt x="386156" y="366746"/>
                </a:lnTo>
                <a:lnTo>
                  <a:pt x="385560" y="364838"/>
                </a:lnTo>
                <a:lnTo>
                  <a:pt x="383340" y="357964"/>
                </a:lnTo>
                <a:lnTo>
                  <a:pt x="387127" y="350582"/>
                </a:lnTo>
                <a:lnTo>
                  <a:pt x="394051" y="348414"/>
                </a:lnTo>
                <a:lnTo>
                  <a:pt x="400644" y="346284"/>
                </a:lnTo>
                <a:lnTo>
                  <a:pt x="400924" y="346194"/>
                </a:lnTo>
                <a:lnTo>
                  <a:pt x="408302" y="349985"/>
                </a:lnTo>
                <a:lnTo>
                  <a:pt x="410523" y="356859"/>
                </a:lnTo>
                <a:lnTo>
                  <a:pt x="412695" y="363779"/>
                </a:lnTo>
                <a:lnTo>
                  <a:pt x="408898" y="371151"/>
                </a:lnTo>
                <a:lnTo>
                  <a:pt x="402025" y="373372"/>
                </a:lnTo>
                <a:lnTo>
                  <a:pt x="397019" y="374953"/>
                </a:lnTo>
                <a:lnTo>
                  <a:pt x="391826" y="373402"/>
                </a:lnTo>
                <a:close/>
              </a:path>
              <a:path w="5142230" h="2300604">
                <a:moveTo>
                  <a:pt x="1068496" y="1036083"/>
                </a:moveTo>
                <a:lnTo>
                  <a:pt x="1063850" y="1031110"/>
                </a:lnTo>
                <a:lnTo>
                  <a:pt x="1062664" y="1025734"/>
                </a:lnTo>
                <a:lnTo>
                  <a:pt x="1067445" y="1014137"/>
                </a:lnTo>
                <a:lnTo>
                  <a:pt x="1075064" y="1010955"/>
                </a:lnTo>
                <a:lnTo>
                  <a:pt x="1081771" y="1013638"/>
                </a:lnTo>
                <a:lnTo>
                  <a:pt x="1088429" y="1016367"/>
                </a:lnTo>
                <a:lnTo>
                  <a:pt x="1091662" y="1024031"/>
                </a:lnTo>
                <a:lnTo>
                  <a:pt x="1088974" y="1030733"/>
                </a:lnTo>
                <a:lnTo>
                  <a:pt x="1086250" y="1037396"/>
                </a:lnTo>
                <a:lnTo>
                  <a:pt x="1078586" y="1040628"/>
                </a:lnTo>
                <a:lnTo>
                  <a:pt x="1071879" y="1037945"/>
                </a:lnTo>
                <a:lnTo>
                  <a:pt x="1070064" y="1037175"/>
                </a:lnTo>
                <a:lnTo>
                  <a:pt x="1068496" y="1036083"/>
                </a:lnTo>
                <a:close/>
              </a:path>
              <a:path w="5142230" h="2300604">
                <a:moveTo>
                  <a:pt x="2402559" y="1849829"/>
                </a:moveTo>
                <a:lnTo>
                  <a:pt x="2397959" y="1844904"/>
                </a:lnTo>
                <a:lnTo>
                  <a:pt x="2396711" y="1842591"/>
                </a:lnTo>
                <a:lnTo>
                  <a:pt x="2396285" y="1839985"/>
                </a:lnTo>
                <a:lnTo>
                  <a:pt x="2395063" y="1832909"/>
                </a:lnTo>
                <a:lnTo>
                  <a:pt x="2399827" y="1826084"/>
                </a:lnTo>
                <a:lnTo>
                  <a:pt x="2406997" y="1824865"/>
                </a:lnTo>
                <a:lnTo>
                  <a:pt x="2414117" y="1823592"/>
                </a:lnTo>
                <a:lnTo>
                  <a:pt x="2420898" y="1828406"/>
                </a:lnTo>
                <a:lnTo>
                  <a:pt x="2423340" y="1842652"/>
                </a:lnTo>
                <a:lnTo>
                  <a:pt x="2418571" y="1849472"/>
                </a:lnTo>
                <a:lnTo>
                  <a:pt x="2411612" y="1850625"/>
                </a:lnTo>
                <a:lnTo>
                  <a:pt x="2406974" y="1851427"/>
                </a:lnTo>
                <a:lnTo>
                  <a:pt x="2403958" y="1850349"/>
                </a:lnTo>
                <a:lnTo>
                  <a:pt x="2402559" y="1849829"/>
                </a:lnTo>
                <a:close/>
              </a:path>
              <a:path w="5142230" h="2300604">
                <a:moveTo>
                  <a:pt x="370968" y="305329"/>
                </a:moveTo>
                <a:lnTo>
                  <a:pt x="366368" y="300404"/>
                </a:lnTo>
                <a:lnTo>
                  <a:pt x="365294" y="298668"/>
                </a:lnTo>
                <a:lnTo>
                  <a:pt x="364750" y="296620"/>
                </a:lnTo>
                <a:lnTo>
                  <a:pt x="362672" y="289703"/>
                </a:lnTo>
                <a:lnTo>
                  <a:pt x="366649" y="282427"/>
                </a:lnTo>
                <a:lnTo>
                  <a:pt x="373565" y="280349"/>
                </a:lnTo>
                <a:lnTo>
                  <a:pt x="380527" y="278320"/>
                </a:lnTo>
                <a:lnTo>
                  <a:pt x="387803" y="282297"/>
                </a:lnTo>
                <a:lnTo>
                  <a:pt x="389881" y="289213"/>
                </a:lnTo>
                <a:lnTo>
                  <a:pt x="391910" y="296175"/>
                </a:lnTo>
                <a:lnTo>
                  <a:pt x="387933" y="303452"/>
                </a:lnTo>
                <a:lnTo>
                  <a:pt x="380972" y="305481"/>
                </a:lnTo>
                <a:lnTo>
                  <a:pt x="376058" y="306966"/>
                </a:lnTo>
                <a:lnTo>
                  <a:pt x="370968" y="305329"/>
                </a:lnTo>
                <a:close/>
              </a:path>
              <a:path w="5142230" h="2300604">
                <a:moveTo>
                  <a:pt x="2397831" y="2131458"/>
                </a:moveTo>
                <a:lnTo>
                  <a:pt x="2393276" y="2126582"/>
                </a:lnTo>
                <a:lnTo>
                  <a:pt x="2391907" y="2122574"/>
                </a:lnTo>
                <a:lnTo>
                  <a:pt x="2392515" y="2118436"/>
                </a:lnTo>
                <a:lnTo>
                  <a:pt x="2393653" y="2111346"/>
                </a:lnTo>
                <a:lnTo>
                  <a:pt x="2400387" y="2106434"/>
                </a:lnTo>
                <a:lnTo>
                  <a:pt x="2414665" y="2108619"/>
                </a:lnTo>
                <a:lnTo>
                  <a:pt x="2419528" y="2115390"/>
                </a:lnTo>
                <a:lnTo>
                  <a:pt x="2418390" y="2122480"/>
                </a:lnTo>
                <a:lnTo>
                  <a:pt x="2417297" y="2129618"/>
                </a:lnTo>
                <a:lnTo>
                  <a:pt x="2410621" y="2134494"/>
                </a:lnTo>
                <a:lnTo>
                  <a:pt x="2403478" y="2133397"/>
                </a:lnTo>
                <a:lnTo>
                  <a:pt x="2400428" y="2132967"/>
                </a:lnTo>
                <a:lnTo>
                  <a:pt x="2397831" y="2131458"/>
                </a:lnTo>
                <a:close/>
              </a:path>
              <a:path w="5142230" h="2300604">
                <a:moveTo>
                  <a:pt x="1870302" y="1323264"/>
                </a:moveTo>
                <a:lnTo>
                  <a:pt x="1865656" y="1318291"/>
                </a:lnTo>
                <a:lnTo>
                  <a:pt x="1864566" y="1312725"/>
                </a:lnTo>
                <a:lnTo>
                  <a:pt x="1869585" y="1301188"/>
                </a:lnTo>
                <a:lnTo>
                  <a:pt x="1877337" y="1298147"/>
                </a:lnTo>
                <a:lnTo>
                  <a:pt x="1890599" y="1303938"/>
                </a:lnTo>
                <a:lnTo>
                  <a:pt x="1893594" y="1311641"/>
                </a:lnTo>
                <a:lnTo>
                  <a:pt x="1890726" y="1318247"/>
                </a:lnTo>
                <a:lnTo>
                  <a:pt x="1887804" y="1324894"/>
                </a:lnTo>
                <a:lnTo>
                  <a:pt x="1880101" y="1327889"/>
                </a:lnTo>
                <a:lnTo>
                  <a:pt x="1873451" y="1325071"/>
                </a:lnTo>
                <a:lnTo>
                  <a:pt x="1871725" y="1324299"/>
                </a:lnTo>
                <a:lnTo>
                  <a:pt x="1870302" y="1323264"/>
                </a:lnTo>
                <a:close/>
              </a:path>
              <a:path w="5142230" h="2300604">
                <a:moveTo>
                  <a:pt x="2232372" y="1543216"/>
                </a:moveTo>
                <a:lnTo>
                  <a:pt x="2226896" y="1537355"/>
                </a:lnTo>
                <a:lnTo>
                  <a:pt x="2226737" y="1529853"/>
                </a:lnTo>
                <a:lnTo>
                  <a:pt x="2231255" y="1524719"/>
                </a:lnTo>
                <a:lnTo>
                  <a:pt x="2236061" y="1519308"/>
                </a:lnTo>
                <a:lnTo>
                  <a:pt x="2244386" y="1518836"/>
                </a:lnTo>
                <a:lnTo>
                  <a:pt x="2255200" y="1528457"/>
                </a:lnTo>
                <a:lnTo>
                  <a:pt x="2255626" y="1536733"/>
                </a:lnTo>
                <a:lnTo>
                  <a:pt x="2246010" y="1547552"/>
                </a:lnTo>
                <a:lnTo>
                  <a:pt x="2237779" y="1548027"/>
                </a:lnTo>
                <a:lnTo>
                  <a:pt x="2232372" y="1543216"/>
                </a:lnTo>
                <a:close/>
              </a:path>
              <a:path w="5142230" h="2300604">
                <a:moveTo>
                  <a:pt x="1738832" y="1270305"/>
                </a:moveTo>
                <a:lnTo>
                  <a:pt x="1734186" y="1265331"/>
                </a:lnTo>
                <a:lnTo>
                  <a:pt x="1732993" y="1260145"/>
                </a:lnTo>
                <a:lnTo>
                  <a:pt x="1737348" y="1248580"/>
                </a:lnTo>
                <a:lnTo>
                  <a:pt x="1744882" y="1245112"/>
                </a:lnTo>
                <a:lnTo>
                  <a:pt x="1758400" y="1250199"/>
                </a:lnTo>
                <a:lnTo>
                  <a:pt x="1761873" y="1257729"/>
                </a:lnTo>
                <a:lnTo>
                  <a:pt x="1759281" y="1264533"/>
                </a:lnTo>
                <a:lnTo>
                  <a:pt x="1756779" y="1271336"/>
                </a:lnTo>
                <a:lnTo>
                  <a:pt x="1749256" y="1274720"/>
                </a:lnTo>
                <a:lnTo>
                  <a:pt x="1740491" y="1271494"/>
                </a:lnTo>
                <a:lnTo>
                  <a:pt x="1738832" y="1270305"/>
                </a:lnTo>
                <a:close/>
              </a:path>
              <a:path w="5142230" h="2300604">
                <a:moveTo>
                  <a:pt x="1934734" y="1352650"/>
                </a:moveTo>
                <a:lnTo>
                  <a:pt x="1930088" y="1347677"/>
                </a:lnTo>
                <a:lnTo>
                  <a:pt x="1929053" y="1341877"/>
                </a:lnTo>
                <a:lnTo>
                  <a:pt x="1931446" y="1336912"/>
                </a:lnTo>
                <a:lnTo>
                  <a:pt x="1934549" y="1330361"/>
                </a:lnTo>
                <a:lnTo>
                  <a:pt x="1942385" y="1327606"/>
                </a:lnTo>
                <a:lnTo>
                  <a:pt x="1955438" y="1333857"/>
                </a:lnTo>
                <a:lnTo>
                  <a:pt x="1958188" y="1341689"/>
                </a:lnTo>
                <a:lnTo>
                  <a:pt x="1955044" y="1348196"/>
                </a:lnTo>
                <a:lnTo>
                  <a:pt x="1951937" y="1354742"/>
                </a:lnTo>
                <a:lnTo>
                  <a:pt x="1944101" y="1357496"/>
                </a:lnTo>
                <a:lnTo>
                  <a:pt x="1936117" y="1353641"/>
                </a:lnTo>
                <a:lnTo>
                  <a:pt x="1934734" y="1352650"/>
                </a:lnTo>
                <a:close/>
              </a:path>
              <a:path w="5142230" h="2300604">
                <a:moveTo>
                  <a:pt x="1804946" y="1295919"/>
                </a:moveTo>
                <a:lnTo>
                  <a:pt x="1800299" y="1290946"/>
                </a:lnTo>
                <a:lnTo>
                  <a:pt x="1799118" y="1285576"/>
                </a:lnTo>
                <a:lnTo>
                  <a:pt x="1803755" y="1274021"/>
                </a:lnTo>
                <a:lnTo>
                  <a:pt x="1811424" y="1270793"/>
                </a:lnTo>
                <a:lnTo>
                  <a:pt x="1824837" y="1276159"/>
                </a:lnTo>
                <a:lnTo>
                  <a:pt x="1828119" y="1283777"/>
                </a:lnTo>
                <a:lnTo>
                  <a:pt x="1825382" y="1290525"/>
                </a:lnTo>
                <a:lnTo>
                  <a:pt x="1822699" y="1297232"/>
                </a:lnTo>
                <a:lnTo>
                  <a:pt x="1815040" y="1300469"/>
                </a:lnTo>
                <a:lnTo>
                  <a:pt x="1808333" y="1297786"/>
                </a:lnTo>
                <a:lnTo>
                  <a:pt x="1806518" y="1297016"/>
                </a:lnTo>
                <a:lnTo>
                  <a:pt x="1804946" y="1295919"/>
                </a:lnTo>
                <a:close/>
              </a:path>
              <a:path w="5142230" h="2300604">
                <a:moveTo>
                  <a:pt x="750088" y="878607"/>
                </a:moveTo>
                <a:lnTo>
                  <a:pt x="745356" y="873541"/>
                </a:lnTo>
                <a:lnTo>
                  <a:pt x="744634" y="867002"/>
                </a:lnTo>
                <a:lnTo>
                  <a:pt x="751816" y="855727"/>
                </a:lnTo>
                <a:lnTo>
                  <a:pt x="759944" y="853969"/>
                </a:lnTo>
                <a:lnTo>
                  <a:pt x="772098" y="861799"/>
                </a:lnTo>
                <a:lnTo>
                  <a:pt x="773900" y="869886"/>
                </a:lnTo>
                <a:lnTo>
                  <a:pt x="770006" y="875980"/>
                </a:lnTo>
                <a:lnTo>
                  <a:pt x="766026" y="882081"/>
                </a:lnTo>
                <a:lnTo>
                  <a:pt x="757988" y="883838"/>
                </a:lnTo>
                <a:lnTo>
                  <a:pt x="751884" y="879943"/>
                </a:lnTo>
                <a:lnTo>
                  <a:pt x="750919" y="879301"/>
                </a:lnTo>
                <a:lnTo>
                  <a:pt x="750088" y="878607"/>
                </a:lnTo>
                <a:close/>
              </a:path>
              <a:path w="5142230" h="2300604">
                <a:moveTo>
                  <a:pt x="692017" y="838631"/>
                </a:moveTo>
                <a:lnTo>
                  <a:pt x="686672" y="832910"/>
                </a:lnTo>
                <a:lnTo>
                  <a:pt x="686170" y="825922"/>
                </a:lnTo>
                <a:lnTo>
                  <a:pt x="689975" y="820806"/>
                </a:lnTo>
                <a:lnTo>
                  <a:pt x="694286" y="814962"/>
                </a:lnTo>
                <a:lnTo>
                  <a:pt x="702493" y="813778"/>
                </a:lnTo>
                <a:lnTo>
                  <a:pt x="714097" y="822388"/>
                </a:lnTo>
                <a:lnTo>
                  <a:pt x="715327" y="830644"/>
                </a:lnTo>
                <a:lnTo>
                  <a:pt x="711024" y="836399"/>
                </a:lnTo>
                <a:lnTo>
                  <a:pt x="706713" y="842243"/>
                </a:lnTo>
                <a:lnTo>
                  <a:pt x="698510" y="843432"/>
                </a:lnTo>
                <a:lnTo>
                  <a:pt x="692661" y="839125"/>
                </a:lnTo>
                <a:lnTo>
                  <a:pt x="692017" y="838631"/>
                </a:lnTo>
                <a:close/>
              </a:path>
              <a:path w="5142230" h="2300604">
                <a:moveTo>
                  <a:pt x="2059749" y="1419128"/>
                </a:moveTo>
                <a:lnTo>
                  <a:pt x="2055011" y="1414057"/>
                </a:lnTo>
                <a:lnTo>
                  <a:pt x="2054184" y="1407698"/>
                </a:lnTo>
                <a:lnTo>
                  <a:pt x="2060944" y="1396361"/>
                </a:lnTo>
                <a:lnTo>
                  <a:pt x="2069070" y="1394308"/>
                </a:lnTo>
                <a:lnTo>
                  <a:pt x="2069203" y="1394450"/>
                </a:lnTo>
                <a:lnTo>
                  <a:pt x="2081391" y="1401731"/>
                </a:lnTo>
                <a:lnTo>
                  <a:pt x="2083484" y="1409738"/>
                </a:lnTo>
                <a:lnTo>
                  <a:pt x="2079731" y="1415984"/>
                </a:lnTo>
                <a:lnTo>
                  <a:pt x="2076075" y="1422138"/>
                </a:lnTo>
                <a:lnTo>
                  <a:pt x="2067978" y="1424223"/>
                </a:lnTo>
                <a:lnTo>
                  <a:pt x="2060710" y="1419864"/>
                </a:lnTo>
                <a:lnTo>
                  <a:pt x="2059749" y="1419128"/>
                </a:lnTo>
                <a:close/>
              </a:path>
              <a:path w="5142230" h="2300604">
                <a:moveTo>
                  <a:pt x="636605" y="793879"/>
                </a:moveTo>
                <a:lnTo>
                  <a:pt x="631132" y="788021"/>
                </a:lnTo>
                <a:lnTo>
                  <a:pt x="630871" y="780508"/>
                </a:lnTo>
                <a:lnTo>
                  <a:pt x="635394" y="775379"/>
                </a:lnTo>
                <a:lnTo>
                  <a:pt x="640204" y="769972"/>
                </a:lnTo>
                <a:lnTo>
                  <a:pt x="648438" y="769402"/>
                </a:lnTo>
                <a:lnTo>
                  <a:pt x="659301" y="778978"/>
                </a:lnTo>
                <a:lnTo>
                  <a:pt x="659822" y="787257"/>
                </a:lnTo>
                <a:lnTo>
                  <a:pt x="650340" y="798123"/>
                </a:lnTo>
                <a:lnTo>
                  <a:pt x="642061" y="798644"/>
                </a:lnTo>
                <a:lnTo>
                  <a:pt x="636605" y="793879"/>
                </a:lnTo>
                <a:close/>
              </a:path>
              <a:path w="5142230" h="2300604">
                <a:moveTo>
                  <a:pt x="2177624" y="1498392"/>
                </a:moveTo>
                <a:lnTo>
                  <a:pt x="2172284" y="1492676"/>
                </a:lnTo>
                <a:lnTo>
                  <a:pt x="2171826" y="1485637"/>
                </a:lnTo>
                <a:lnTo>
                  <a:pt x="2180176" y="1474733"/>
                </a:lnTo>
                <a:lnTo>
                  <a:pt x="2188376" y="1473638"/>
                </a:lnTo>
                <a:lnTo>
                  <a:pt x="2199883" y="1482438"/>
                </a:lnTo>
                <a:lnTo>
                  <a:pt x="2200973" y="1490642"/>
                </a:lnTo>
                <a:lnTo>
                  <a:pt x="2192174" y="1502140"/>
                </a:lnTo>
                <a:lnTo>
                  <a:pt x="2183969" y="1503230"/>
                </a:lnTo>
                <a:lnTo>
                  <a:pt x="2177624" y="1498392"/>
                </a:lnTo>
                <a:close/>
              </a:path>
              <a:path w="5142230" h="2300604">
                <a:moveTo>
                  <a:pt x="1997992" y="1384494"/>
                </a:moveTo>
                <a:lnTo>
                  <a:pt x="1993305" y="1379476"/>
                </a:lnTo>
                <a:lnTo>
                  <a:pt x="1992326" y="1373442"/>
                </a:lnTo>
                <a:lnTo>
                  <a:pt x="1998428" y="1361989"/>
                </a:lnTo>
                <a:lnTo>
                  <a:pt x="2006349" y="1359521"/>
                </a:lnTo>
                <a:lnTo>
                  <a:pt x="2012751" y="1362954"/>
                </a:lnTo>
                <a:lnTo>
                  <a:pt x="2019198" y="1366336"/>
                </a:lnTo>
                <a:lnTo>
                  <a:pt x="2021568" y="1374249"/>
                </a:lnTo>
                <a:lnTo>
                  <a:pt x="2018190" y="1380701"/>
                </a:lnTo>
                <a:lnTo>
                  <a:pt x="2014806" y="1387049"/>
                </a:lnTo>
                <a:lnTo>
                  <a:pt x="2006840" y="1389468"/>
                </a:lnTo>
                <a:lnTo>
                  <a:pt x="2000492" y="1386094"/>
                </a:lnTo>
                <a:lnTo>
                  <a:pt x="1999144" y="1385335"/>
                </a:lnTo>
                <a:lnTo>
                  <a:pt x="1997992" y="1384494"/>
                </a:lnTo>
                <a:close/>
              </a:path>
              <a:path w="5142230" h="2300604">
                <a:moveTo>
                  <a:pt x="2119602" y="1456808"/>
                </a:moveTo>
                <a:lnTo>
                  <a:pt x="2114865" y="1451737"/>
                </a:lnTo>
                <a:lnTo>
                  <a:pt x="2114150" y="1445009"/>
                </a:lnTo>
                <a:lnTo>
                  <a:pt x="2117631" y="1439840"/>
                </a:lnTo>
                <a:lnTo>
                  <a:pt x="2121660" y="1433793"/>
                </a:lnTo>
                <a:lnTo>
                  <a:pt x="2129782" y="1432223"/>
                </a:lnTo>
                <a:lnTo>
                  <a:pt x="2135785" y="1436304"/>
                </a:lnTo>
                <a:lnTo>
                  <a:pt x="2141787" y="1440285"/>
                </a:lnTo>
                <a:lnTo>
                  <a:pt x="2143397" y="1448460"/>
                </a:lnTo>
                <a:lnTo>
                  <a:pt x="2139366" y="1454408"/>
                </a:lnTo>
                <a:lnTo>
                  <a:pt x="2135336" y="1460455"/>
                </a:lnTo>
                <a:lnTo>
                  <a:pt x="2127210" y="1462020"/>
                </a:lnTo>
                <a:lnTo>
                  <a:pt x="2121208" y="1458039"/>
                </a:lnTo>
                <a:lnTo>
                  <a:pt x="2120383" y="1457449"/>
                </a:lnTo>
                <a:lnTo>
                  <a:pt x="2119602" y="1456808"/>
                </a:lnTo>
                <a:close/>
              </a:path>
              <a:path w="5142230" h="2300604">
                <a:moveTo>
                  <a:pt x="873889" y="948967"/>
                </a:moveTo>
                <a:lnTo>
                  <a:pt x="869198" y="943944"/>
                </a:lnTo>
                <a:lnTo>
                  <a:pt x="868219" y="938010"/>
                </a:lnTo>
                <a:lnTo>
                  <a:pt x="874039" y="926547"/>
                </a:lnTo>
                <a:lnTo>
                  <a:pt x="881917" y="923935"/>
                </a:lnTo>
                <a:lnTo>
                  <a:pt x="894772" y="930463"/>
                </a:lnTo>
                <a:lnTo>
                  <a:pt x="897384" y="938342"/>
                </a:lnTo>
                <a:lnTo>
                  <a:pt x="894141" y="944841"/>
                </a:lnTo>
                <a:lnTo>
                  <a:pt x="890902" y="951245"/>
                </a:lnTo>
                <a:lnTo>
                  <a:pt x="883023" y="953857"/>
                </a:lnTo>
                <a:lnTo>
                  <a:pt x="875132" y="949906"/>
                </a:lnTo>
                <a:lnTo>
                  <a:pt x="873889" y="948967"/>
                </a:lnTo>
                <a:close/>
              </a:path>
              <a:path w="5142230" h="2300604">
                <a:moveTo>
                  <a:pt x="1537730" y="1200477"/>
                </a:moveTo>
                <a:lnTo>
                  <a:pt x="1533134" y="1195558"/>
                </a:lnTo>
                <a:lnTo>
                  <a:pt x="1531887" y="1190605"/>
                </a:lnTo>
                <a:lnTo>
                  <a:pt x="1533412" y="1185884"/>
                </a:lnTo>
                <a:lnTo>
                  <a:pt x="1535675" y="1179021"/>
                </a:lnTo>
                <a:lnTo>
                  <a:pt x="1543077" y="1175313"/>
                </a:lnTo>
                <a:lnTo>
                  <a:pt x="1549939" y="1177576"/>
                </a:lnTo>
                <a:lnTo>
                  <a:pt x="1556846" y="1179789"/>
                </a:lnTo>
                <a:lnTo>
                  <a:pt x="1560565" y="1187191"/>
                </a:lnTo>
                <a:lnTo>
                  <a:pt x="1558347" y="1194102"/>
                </a:lnTo>
                <a:lnTo>
                  <a:pt x="1556107" y="1200893"/>
                </a:lnTo>
                <a:lnTo>
                  <a:pt x="1548638" y="1204725"/>
                </a:lnTo>
                <a:lnTo>
                  <a:pt x="1541775" y="1202461"/>
                </a:lnTo>
                <a:lnTo>
                  <a:pt x="1539628" y="1201727"/>
                </a:lnTo>
                <a:lnTo>
                  <a:pt x="1537730" y="1200477"/>
                </a:lnTo>
                <a:close/>
              </a:path>
              <a:path w="5142230" h="2300604">
                <a:moveTo>
                  <a:pt x="1605094" y="1222934"/>
                </a:moveTo>
                <a:lnTo>
                  <a:pt x="1600494" y="1218009"/>
                </a:lnTo>
                <a:lnTo>
                  <a:pt x="1599200" y="1213008"/>
                </a:lnTo>
                <a:lnTo>
                  <a:pt x="1600779" y="1208246"/>
                </a:lnTo>
                <a:lnTo>
                  <a:pt x="1603137" y="1201387"/>
                </a:lnTo>
                <a:lnTo>
                  <a:pt x="1610579" y="1197721"/>
                </a:lnTo>
                <a:lnTo>
                  <a:pt x="1617438" y="1200079"/>
                </a:lnTo>
                <a:lnTo>
                  <a:pt x="1624301" y="1202343"/>
                </a:lnTo>
                <a:lnTo>
                  <a:pt x="1627962" y="1209780"/>
                </a:lnTo>
                <a:lnTo>
                  <a:pt x="1625608" y="1216645"/>
                </a:lnTo>
                <a:lnTo>
                  <a:pt x="1623345" y="1223508"/>
                </a:lnTo>
                <a:lnTo>
                  <a:pt x="1615898" y="1227168"/>
                </a:lnTo>
                <a:lnTo>
                  <a:pt x="1608990" y="1224855"/>
                </a:lnTo>
                <a:lnTo>
                  <a:pt x="1606889" y="1224170"/>
                </a:lnTo>
                <a:lnTo>
                  <a:pt x="1605094" y="1222934"/>
                </a:lnTo>
                <a:close/>
              </a:path>
              <a:path w="5142230" h="2300604">
                <a:moveTo>
                  <a:pt x="1672140" y="1246125"/>
                </a:moveTo>
                <a:lnTo>
                  <a:pt x="1667494" y="1241151"/>
                </a:lnTo>
                <a:lnTo>
                  <a:pt x="1666303" y="1236064"/>
                </a:lnTo>
                <a:lnTo>
                  <a:pt x="1670379" y="1224495"/>
                </a:lnTo>
                <a:lnTo>
                  <a:pt x="1677867" y="1220879"/>
                </a:lnTo>
                <a:lnTo>
                  <a:pt x="1691530" y="1225729"/>
                </a:lnTo>
                <a:lnTo>
                  <a:pt x="1695105" y="1233173"/>
                </a:lnTo>
                <a:lnTo>
                  <a:pt x="1692653" y="1240030"/>
                </a:lnTo>
                <a:lnTo>
                  <a:pt x="1690249" y="1246840"/>
                </a:lnTo>
                <a:lnTo>
                  <a:pt x="1682810" y="1250411"/>
                </a:lnTo>
                <a:lnTo>
                  <a:pt x="1675951" y="1248053"/>
                </a:lnTo>
                <a:lnTo>
                  <a:pt x="1673898" y="1247322"/>
                </a:lnTo>
                <a:lnTo>
                  <a:pt x="1672140" y="1246125"/>
                </a:lnTo>
                <a:close/>
              </a:path>
              <a:path w="5142230" h="2300604">
                <a:moveTo>
                  <a:pt x="811106" y="915383"/>
                </a:moveTo>
                <a:lnTo>
                  <a:pt x="806419" y="910366"/>
                </a:lnTo>
                <a:lnTo>
                  <a:pt x="805499" y="904103"/>
                </a:lnTo>
                <a:lnTo>
                  <a:pt x="808362" y="899054"/>
                </a:lnTo>
                <a:lnTo>
                  <a:pt x="811975" y="892757"/>
                </a:lnTo>
                <a:lnTo>
                  <a:pt x="819935" y="890526"/>
                </a:lnTo>
                <a:lnTo>
                  <a:pt x="826236" y="894045"/>
                </a:lnTo>
                <a:lnTo>
                  <a:pt x="832529" y="897653"/>
                </a:lnTo>
                <a:lnTo>
                  <a:pt x="834765" y="905618"/>
                </a:lnTo>
                <a:lnTo>
                  <a:pt x="831245" y="911919"/>
                </a:lnTo>
                <a:lnTo>
                  <a:pt x="827627" y="918212"/>
                </a:lnTo>
                <a:lnTo>
                  <a:pt x="819672" y="920448"/>
                </a:lnTo>
                <a:lnTo>
                  <a:pt x="812168" y="916227"/>
                </a:lnTo>
                <a:lnTo>
                  <a:pt x="811106" y="915383"/>
                </a:lnTo>
                <a:close/>
              </a:path>
              <a:path w="5142230" h="2300604">
                <a:moveTo>
                  <a:pt x="1470261" y="1178494"/>
                </a:moveTo>
                <a:lnTo>
                  <a:pt x="1465615" y="1173521"/>
                </a:lnTo>
                <a:lnTo>
                  <a:pt x="1464318" y="1168614"/>
                </a:lnTo>
                <a:lnTo>
                  <a:pt x="1465898" y="1163952"/>
                </a:lnTo>
                <a:lnTo>
                  <a:pt x="1468116" y="1157040"/>
                </a:lnTo>
                <a:lnTo>
                  <a:pt x="1475511" y="1153227"/>
                </a:lnTo>
                <a:lnTo>
                  <a:pt x="1482379" y="1155496"/>
                </a:lnTo>
                <a:lnTo>
                  <a:pt x="1489290" y="1157714"/>
                </a:lnTo>
                <a:lnTo>
                  <a:pt x="1493049" y="1165159"/>
                </a:lnTo>
                <a:lnTo>
                  <a:pt x="1490786" y="1172022"/>
                </a:lnTo>
                <a:lnTo>
                  <a:pt x="1488568" y="1178933"/>
                </a:lnTo>
                <a:lnTo>
                  <a:pt x="1481171" y="1182647"/>
                </a:lnTo>
                <a:lnTo>
                  <a:pt x="1474260" y="1180429"/>
                </a:lnTo>
                <a:lnTo>
                  <a:pt x="1472113" y="1179695"/>
                </a:lnTo>
                <a:lnTo>
                  <a:pt x="1470261" y="1178494"/>
                </a:lnTo>
                <a:close/>
              </a:path>
              <a:path w="5142230" h="2300604">
                <a:moveTo>
                  <a:pt x="2633656" y="1760769"/>
                </a:moveTo>
                <a:lnTo>
                  <a:pt x="2629197" y="1755996"/>
                </a:lnTo>
                <a:lnTo>
                  <a:pt x="2628085" y="1753829"/>
                </a:lnTo>
                <a:lnTo>
                  <a:pt x="2627629" y="1751288"/>
                </a:lnTo>
                <a:lnTo>
                  <a:pt x="2626325" y="1744516"/>
                </a:lnTo>
                <a:lnTo>
                  <a:pt x="2630846" y="1737918"/>
                </a:lnTo>
                <a:lnTo>
                  <a:pt x="2644631" y="1735277"/>
                </a:lnTo>
                <a:lnTo>
                  <a:pt x="2651269" y="1739841"/>
                </a:lnTo>
                <a:lnTo>
                  <a:pt x="2652503" y="1746733"/>
                </a:lnTo>
                <a:lnTo>
                  <a:pt x="2653826" y="1753624"/>
                </a:lnTo>
                <a:lnTo>
                  <a:pt x="2649301" y="1760216"/>
                </a:lnTo>
                <a:lnTo>
                  <a:pt x="2637996" y="1762385"/>
                </a:lnTo>
                <a:lnTo>
                  <a:pt x="2633656" y="1760769"/>
                </a:lnTo>
                <a:close/>
              </a:path>
              <a:path w="5142230" h="2300604">
                <a:moveTo>
                  <a:pt x="1688207" y="1108494"/>
                </a:moveTo>
                <a:lnTo>
                  <a:pt x="1683743" y="1103715"/>
                </a:lnTo>
                <a:lnTo>
                  <a:pt x="1682478" y="1099136"/>
                </a:lnTo>
                <a:lnTo>
                  <a:pt x="1683814" y="1094701"/>
                </a:lnTo>
                <a:lnTo>
                  <a:pt x="1685743" y="1087968"/>
                </a:lnTo>
                <a:lnTo>
                  <a:pt x="1692814" y="1084102"/>
                </a:lnTo>
                <a:lnTo>
                  <a:pt x="1699544" y="1086125"/>
                </a:lnTo>
                <a:lnTo>
                  <a:pt x="1706276" y="1088053"/>
                </a:lnTo>
                <a:lnTo>
                  <a:pt x="1710097" y="1095076"/>
                </a:lnTo>
                <a:lnTo>
                  <a:pt x="1706145" y="1108538"/>
                </a:lnTo>
                <a:lnTo>
                  <a:pt x="1699123" y="1112359"/>
                </a:lnTo>
                <a:lnTo>
                  <a:pt x="1690146" y="1109787"/>
                </a:lnTo>
                <a:lnTo>
                  <a:pt x="1688207" y="1108494"/>
                </a:lnTo>
                <a:close/>
              </a:path>
              <a:path w="5142230" h="2300604">
                <a:moveTo>
                  <a:pt x="2402603" y="1413047"/>
                </a:moveTo>
                <a:lnTo>
                  <a:pt x="2396934" y="1406979"/>
                </a:lnTo>
                <a:lnTo>
                  <a:pt x="2396472" y="1400229"/>
                </a:lnTo>
                <a:lnTo>
                  <a:pt x="2400328" y="1395266"/>
                </a:lnTo>
                <a:lnTo>
                  <a:pt x="2404572" y="1389741"/>
                </a:lnTo>
                <a:lnTo>
                  <a:pt x="2412539" y="1388690"/>
                </a:lnTo>
                <a:lnTo>
                  <a:pt x="2423630" y="1397239"/>
                </a:lnTo>
                <a:lnTo>
                  <a:pt x="2424676" y="1405202"/>
                </a:lnTo>
                <a:lnTo>
                  <a:pt x="2416136" y="1416293"/>
                </a:lnTo>
                <a:lnTo>
                  <a:pt x="2408169" y="1417344"/>
                </a:lnTo>
                <a:lnTo>
                  <a:pt x="2402603" y="1413047"/>
                </a:lnTo>
                <a:close/>
              </a:path>
              <a:path w="5142230" h="2300604">
                <a:moveTo>
                  <a:pt x="2598730" y="2180737"/>
                </a:moveTo>
                <a:lnTo>
                  <a:pt x="2594316" y="2176013"/>
                </a:lnTo>
                <a:lnTo>
                  <a:pt x="2593004" y="2171577"/>
                </a:lnTo>
                <a:lnTo>
                  <a:pt x="2595887" y="2160392"/>
                </a:lnTo>
                <a:lnTo>
                  <a:pt x="2602699" y="2156443"/>
                </a:lnTo>
                <a:lnTo>
                  <a:pt x="2616394" y="2159863"/>
                </a:lnTo>
                <a:lnTo>
                  <a:pt x="2620455" y="2166752"/>
                </a:lnTo>
                <a:lnTo>
                  <a:pt x="2618702" y="2173380"/>
                </a:lnTo>
                <a:lnTo>
                  <a:pt x="2616923" y="2180370"/>
                </a:lnTo>
                <a:lnTo>
                  <a:pt x="2610034" y="2184432"/>
                </a:lnTo>
                <a:lnTo>
                  <a:pt x="2600817" y="2181993"/>
                </a:lnTo>
                <a:lnTo>
                  <a:pt x="2598730" y="2180737"/>
                </a:lnTo>
                <a:close/>
              </a:path>
              <a:path w="5142230" h="2300604">
                <a:moveTo>
                  <a:pt x="1018746" y="872177"/>
                </a:moveTo>
                <a:lnTo>
                  <a:pt x="1014232" y="867345"/>
                </a:lnTo>
                <a:lnTo>
                  <a:pt x="1013192" y="861834"/>
                </a:lnTo>
                <a:lnTo>
                  <a:pt x="1015438" y="857005"/>
                </a:lnTo>
                <a:lnTo>
                  <a:pt x="1018440" y="850639"/>
                </a:lnTo>
                <a:lnTo>
                  <a:pt x="1025945" y="847921"/>
                </a:lnTo>
                <a:lnTo>
                  <a:pt x="1038626" y="853871"/>
                </a:lnTo>
                <a:lnTo>
                  <a:pt x="1041394" y="861429"/>
                </a:lnTo>
                <a:lnTo>
                  <a:pt x="1035439" y="874115"/>
                </a:lnTo>
                <a:lnTo>
                  <a:pt x="1027935" y="876833"/>
                </a:lnTo>
                <a:lnTo>
                  <a:pt x="1021565" y="873827"/>
                </a:lnTo>
                <a:lnTo>
                  <a:pt x="1020029" y="873161"/>
                </a:lnTo>
                <a:lnTo>
                  <a:pt x="1018746" y="872177"/>
                </a:lnTo>
                <a:close/>
              </a:path>
              <a:path w="5142230" h="2300604">
                <a:moveTo>
                  <a:pt x="2615387" y="2111769"/>
                </a:moveTo>
                <a:lnTo>
                  <a:pt x="2610969" y="2107040"/>
                </a:lnTo>
                <a:lnTo>
                  <a:pt x="2609691" y="2102837"/>
                </a:lnTo>
                <a:lnTo>
                  <a:pt x="2612050" y="2091776"/>
                </a:lnTo>
                <a:lnTo>
                  <a:pt x="2618855" y="2087428"/>
                </a:lnTo>
                <a:lnTo>
                  <a:pt x="2625653" y="2088939"/>
                </a:lnTo>
                <a:lnTo>
                  <a:pt x="2632496" y="2090399"/>
                </a:lnTo>
                <a:lnTo>
                  <a:pt x="2636839" y="2097199"/>
                </a:lnTo>
                <a:lnTo>
                  <a:pt x="2635333" y="2103993"/>
                </a:lnTo>
                <a:lnTo>
                  <a:pt x="2633878" y="2110841"/>
                </a:lnTo>
                <a:lnTo>
                  <a:pt x="2627073" y="2115189"/>
                </a:lnTo>
                <a:lnTo>
                  <a:pt x="2620279" y="2113683"/>
                </a:lnTo>
                <a:lnTo>
                  <a:pt x="2617654" y="2113121"/>
                </a:lnTo>
                <a:lnTo>
                  <a:pt x="2615387" y="2111769"/>
                </a:lnTo>
                <a:close/>
              </a:path>
              <a:path w="5142230" h="2300604">
                <a:moveTo>
                  <a:pt x="2638792" y="1972023"/>
                </a:moveTo>
                <a:lnTo>
                  <a:pt x="2634373" y="1967293"/>
                </a:lnTo>
                <a:lnTo>
                  <a:pt x="2633032" y="1963707"/>
                </a:lnTo>
                <a:lnTo>
                  <a:pt x="2634102" y="1952928"/>
                </a:lnTo>
                <a:lnTo>
                  <a:pt x="2640363" y="1947900"/>
                </a:lnTo>
                <a:lnTo>
                  <a:pt x="2654289" y="1949319"/>
                </a:lnTo>
                <a:lnTo>
                  <a:pt x="2659365" y="1955534"/>
                </a:lnTo>
                <a:lnTo>
                  <a:pt x="2657947" y="1969460"/>
                </a:lnTo>
                <a:lnTo>
                  <a:pt x="2653182" y="1973352"/>
                </a:lnTo>
                <a:lnTo>
                  <a:pt x="2651731" y="1974536"/>
                </a:lnTo>
                <a:lnTo>
                  <a:pt x="2644723" y="1973778"/>
                </a:lnTo>
                <a:lnTo>
                  <a:pt x="2641527" y="1973485"/>
                </a:lnTo>
                <a:lnTo>
                  <a:pt x="2638792" y="1972023"/>
                </a:lnTo>
                <a:close/>
              </a:path>
              <a:path w="5142230" h="2300604">
                <a:moveTo>
                  <a:pt x="2642321" y="1830746"/>
                </a:moveTo>
                <a:lnTo>
                  <a:pt x="2637907" y="1826021"/>
                </a:lnTo>
                <a:lnTo>
                  <a:pt x="2636677" y="1823335"/>
                </a:lnTo>
                <a:lnTo>
                  <a:pt x="2635931" y="1813348"/>
                </a:lnTo>
                <a:lnTo>
                  <a:pt x="2641190" y="1807249"/>
                </a:lnTo>
                <a:lnTo>
                  <a:pt x="2648146" y="1806777"/>
                </a:lnTo>
                <a:lnTo>
                  <a:pt x="2655146" y="1806255"/>
                </a:lnTo>
                <a:lnTo>
                  <a:pt x="2661197" y="1811560"/>
                </a:lnTo>
                <a:lnTo>
                  <a:pt x="2661719" y="1818570"/>
                </a:lnTo>
                <a:lnTo>
                  <a:pt x="2662185" y="1825520"/>
                </a:lnTo>
                <a:lnTo>
                  <a:pt x="2656980" y="1831580"/>
                </a:lnTo>
                <a:lnTo>
                  <a:pt x="2649975" y="1832097"/>
                </a:lnTo>
                <a:lnTo>
                  <a:pt x="2646001" y="1832339"/>
                </a:lnTo>
                <a:lnTo>
                  <a:pt x="2642321" y="1830746"/>
                </a:lnTo>
                <a:close/>
              </a:path>
              <a:path w="5142230" h="2300604">
                <a:moveTo>
                  <a:pt x="1756348" y="1128654"/>
                </a:moveTo>
                <a:lnTo>
                  <a:pt x="1751889" y="1123880"/>
                </a:lnTo>
                <a:lnTo>
                  <a:pt x="1750583" y="1119256"/>
                </a:lnTo>
                <a:lnTo>
                  <a:pt x="1751963" y="1114771"/>
                </a:lnTo>
                <a:lnTo>
                  <a:pt x="1753932" y="1108083"/>
                </a:lnTo>
                <a:lnTo>
                  <a:pt x="1760960" y="1104267"/>
                </a:lnTo>
                <a:lnTo>
                  <a:pt x="1774373" y="1108264"/>
                </a:lnTo>
                <a:lnTo>
                  <a:pt x="1778239" y="1115335"/>
                </a:lnTo>
                <a:lnTo>
                  <a:pt x="1776216" y="1122065"/>
                </a:lnTo>
                <a:lnTo>
                  <a:pt x="1774242" y="1128748"/>
                </a:lnTo>
                <a:lnTo>
                  <a:pt x="1767174" y="1132521"/>
                </a:lnTo>
                <a:lnTo>
                  <a:pt x="1760441" y="1130592"/>
                </a:lnTo>
                <a:lnTo>
                  <a:pt x="1758246" y="1129903"/>
                </a:lnTo>
                <a:lnTo>
                  <a:pt x="1756348" y="1128654"/>
                </a:lnTo>
                <a:close/>
              </a:path>
              <a:path w="5142230" h="2300604">
                <a:moveTo>
                  <a:pt x="1484194" y="1046692"/>
                </a:moveTo>
                <a:lnTo>
                  <a:pt x="1479730" y="1041914"/>
                </a:lnTo>
                <a:lnTo>
                  <a:pt x="1478476" y="1037150"/>
                </a:lnTo>
                <a:lnTo>
                  <a:pt x="1479994" y="1032618"/>
                </a:lnTo>
                <a:lnTo>
                  <a:pt x="1482162" y="1025945"/>
                </a:lnTo>
                <a:lnTo>
                  <a:pt x="1489272" y="1022316"/>
                </a:lnTo>
                <a:lnTo>
                  <a:pt x="1502581" y="1026593"/>
                </a:lnTo>
                <a:lnTo>
                  <a:pt x="1506256" y="1033752"/>
                </a:lnTo>
                <a:lnTo>
                  <a:pt x="1501930" y="1047107"/>
                </a:lnTo>
                <a:lnTo>
                  <a:pt x="1494815" y="1050731"/>
                </a:lnTo>
                <a:lnTo>
                  <a:pt x="1486037" y="1047883"/>
                </a:lnTo>
                <a:lnTo>
                  <a:pt x="1484194" y="1046692"/>
                </a:lnTo>
                <a:close/>
              </a:path>
              <a:path w="5142230" h="2300604">
                <a:moveTo>
                  <a:pt x="2629037" y="2042222"/>
                </a:moveTo>
                <a:lnTo>
                  <a:pt x="2624574" y="2037444"/>
                </a:lnTo>
                <a:lnTo>
                  <a:pt x="2623291" y="2033529"/>
                </a:lnTo>
                <a:lnTo>
                  <a:pt x="2623944" y="2029439"/>
                </a:lnTo>
                <a:lnTo>
                  <a:pt x="2625122" y="2022587"/>
                </a:lnTo>
                <a:lnTo>
                  <a:pt x="2631612" y="2017902"/>
                </a:lnTo>
                <a:lnTo>
                  <a:pt x="2645460" y="2020215"/>
                </a:lnTo>
                <a:lnTo>
                  <a:pt x="2650100" y="2026746"/>
                </a:lnTo>
                <a:lnTo>
                  <a:pt x="2647832" y="2040544"/>
                </a:lnTo>
                <a:lnTo>
                  <a:pt x="2641301" y="2045184"/>
                </a:lnTo>
                <a:lnTo>
                  <a:pt x="2631489" y="2043576"/>
                </a:lnTo>
                <a:lnTo>
                  <a:pt x="2629037" y="2042222"/>
                </a:lnTo>
                <a:close/>
              </a:path>
              <a:path w="5142230" h="2300604">
                <a:moveTo>
                  <a:pt x="2589992" y="1627620"/>
                </a:moveTo>
                <a:lnTo>
                  <a:pt x="2585437" y="1622744"/>
                </a:lnTo>
                <a:lnTo>
                  <a:pt x="2584763" y="1621730"/>
                </a:lnTo>
                <a:lnTo>
                  <a:pt x="2584183" y="1620619"/>
                </a:lnTo>
                <a:lnTo>
                  <a:pt x="2581049" y="1614333"/>
                </a:lnTo>
                <a:lnTo>
                  <a:pt x="2583617" y="1606720"/>
                </a:lnTo>
                <a:lnTo>
                  <a:pt x="2589814" y="1603580"/>
                </a:lnTo>
                <a:lnTo>
                  <a:pt x="2595985" y="1600509"/>
                </a:lnTo>
                <a:lnTo>
                  <a:pt x="2603717" y="1603019"/>
                </a:lnTo>
                <a:lnTo>
                  <a:pt x="2606810" y="1609261"/>
                </a:lnTo>
                <a:lnTo>
                  <a:pt x="2609992" y="1615502"/>
                </a:lnTo>
                <a:lnTo>
                  <a:pt x="2607424" y="1623115"/>
                </a:lnTo>
                <a:lnTo>
                  <a:pt x="2601227" y="1626256"/>
                </a:lnTo>
                <a:lnTo>
                  <a:pt x="2596041" y="1628817"/>
                </a:lnTo>
                <a:lnTo>
                  <a:pt x="2589992" y="1627620"/>
                </a:lnTo>
                <a:close/>
              </a:path>
              <a:path w="5142230" h="2300604">
                <a:moveTo>
                  <a:pt x="2157295" y="1270386"/>
                </a:moveTo>
                <a:lnTo>
                  <a:pt x="2152786" y="1265559"/>
                </a:lnTo>
                <a:lnTo>
                  <a:pt x="2151743" y="1260141"/>
                </a:lnTo>
                <a:lnTo>
                  <a:pt x="2153890" y="1255304"/>
                </a:lnTo>
                <a:lnTo>
                  <a:pt x="2156798" y="1248936"/>
                </a:lnTo>
                <a:lnTo>
                  <a:pt x="2164260" y="1246074"/>
                </a:lnTo>
                <a:lnTo>
                  <a:pt x="2170629" y="1248982"/>
                </a:lnTo>
                <a:lnTo>
                  <a:pt x="2177042" y="1251839"/>
                </a:lnTo>
                <a:lnTo>
                  <a:pt x="2179859" y="1259351"/>
                </a:lnTo>
                <a:lnTo>
                  <a:pt x="2176997" y="1265769"/>
                </a:lnTo>
                <a:lnTo>
                  <a:pt x="2174085" y="1272133"/>
                </a:lnTo>
                <a:lnTo>
                  <a:pt x="2166577" y="1274946"/>
                </a:lnTo>
                <a:lnTo>
                  <a:pt x="2158678" y="1271377"/>
                </a:lnTo>
                <a:lnTo>
                  <a:pt x="2157295" y="1270386"/>
                </a:lnTo>
                <a:close/>
              </a:path>
              <a:path w="5142230" h="2300604">
                <a:moveTo>
                  <a:pt x="1149398" y="928366"/>
                </a:moveTo>
                <a:lnTo>
                  <a:pt x="1144934" y="923588"/>
                </a:lnTo>
                <a:lnTo>
                  <a:pt x="1143741" y="918401"/>
                </a:lnTo>
                <a:lnTo>
                  <a:pt x="1145644" y="913693"/>
                </a:lnTo>
                <a:lnTo>
                  <a:pt x="1148182" y="907222"/>
                </a:lnTo>
                <a:lnTo>
                  <a:pt x="1155563" y="903980"/>
                </a:lnTo>
                <a:lnTo>
                  <a:pt x="1168605" y="909145"/>
                </a:lnTo>
                <a:lnTo>
                  <a:pt x="1171749" y="916517"/>
                </a:lnTo>
                <a:lnTo>
                  <a:pt x="1166588" y="929565"/>
                </a:lnTo>
                <a:lnTo>
                  <a:pt x="1159252" y="932757"/>
                </a:lnTo>
                <a:lnTo>
                  <a:pt x="1152735" y="930179"/>
                </a:lnTo>
                <a:lnTo>
                  <a:pt x="1150961" y="929453"/>
                </a:lnTo>
                <a:lnTo>
                  <a:pt x="1149398" y="928366"/>
                </a:lnTo>
                <a:close/>
              </a:path>
              <a:path w="5142230" h="2300604">
                <a:moveTo>
                  <a:pt x="1620059" y="1088423"/>
                </a:moveTo>
                <a:lnTo>
                  <a:pt x="1615640" y="1083694"/>
                </a:lnTo>
                <a:lnTo>
                  <a:pt x="1614334" y="1079070"/>
                </a:lnTo>
                <a:lnTo>
                  <a:pt x="1615710" y="1074580"/>
                </a:lnTo>
                <a:lnTo>
                  <a:pt x="1617643" y="1067852"/>
                </a:lnTo>
                <a:lnTo>
                  <a:pt x="1624707" y="1064075"/>
                </a:lnTo>
                <a:lnTo>
                  <a:pt x="1631444" y="1066009"/>
                </a:lnTo>
                <a:lnTo>
                  <a:pt x="1638173" y="1068032"/>
                </a:lnTo>
                <a:lnTo>
                  <a:pt x="1641994" y="1075054"/>
                </a:lnTo>
                <a:lnTo>
                  <a:pt x="1639967" y="1081779"/>
                </a:lnTo>
                <a:lnTo>
                  <a:pt x="1637997" y="1088467"/>
                </a:lnTo>
                <a:lnTo>
                  <a:pt x="1630921" y="1092329"/>
                </a:lnTo>
                <a:lnTo>
                  <a:pt x="1624242" y="1090360"/>
                </a:lnTo>
                <a:lnTo>
                  <a:pt x="1621998" y="1089717"/>
                </a:lnTo>
                <a:lnTo>
                  <a:pt x="1620059" y="1088423"/>
                </a:lnTo>
                <a:close/>
              </a:path>
              <a:path w="5142230" h="2300604">
                <a:moveTo>
                  <a:pt x="1083659" y="901296"/>
                </a:moveTo>
                <a:lnTo>
                  <a:pt x="1079150" y="896469"/>
                </a:lnTo>
                <a:lnTo>
                  <a:pt x="1078055" y="891192"/>
                </a:lnTo>
                <a:lnTo>
                  <a:pt x="1080108" y="886352"/>
                </a:lnTo>
                <a:lnTo>
                  <a:pt x="1082876" y="879931"/>
                </a:lnTo>
                <a:lnTo>
                  <a:pt x="1090295" y="876926"/>
                </a:lnTo>
                <a:lnTo>
                  <a:pt x="1103132" y="882457"/>
                </a:lnTo>
                <a:lnTo>
                  <a:pt x="1106116" y="889757"/>
                </a:lnTo>
                <a:lnTo>
                  <a:pt x="1100652" y="902772"/>
                </a:lnTo>
                <a:lnTo>
                  <a:pt x="1093227" y="905772"/>
                </a:lnTo>
                <a:lnTo>
                  <a:pt x="1085087" y="902336"/>
                </a:lnTo>
                <a:lnTo>
                  <a:pt x="1083659" y="901296"/>
                </a:lnTo>
                <a:close/>
              </a:path>
              <a:path w="5142230" h="2300604">
                <a:moveTo>
                  <a:pt x="2283625" y="1334264"/>
                </a:moveTo>
                <a:lnTo>
                  <a:pt x="2279116" y="1329437"/>
                </a:lnTo>
                <a:lnTo>
                  <a:pt x="2278190" y="1323363"/>
                </a:lnTo>
                <a:lnTo>
                  <a:pt x="2281049" y="1318409"/>
                </a:lnTo>
                <a:lnTo>
                  <a:pt x="2284509" y="1312337"/>
                </a:lnTo>
                <a:lnTo>
                  <a:pt x="2292281" y="1310199"/>
                </a:lnTo>
                <a:lnTo>
                  <a:pt x="2298345" y="1313757"/>
                </a:lnTo>
                <a:lnTo>
                  <a:pt x="2304411" y="1317221"/>
                </a:lnTo>
                <a:lnTo>
                  <a:pt x="2306504" y="1324936"/>
                </a:lnTo>
                <a:lnTo>
                  <a:pt x="2299576" y="1337069"/>
                </a:lnTo>
                <a:lnTo>
                  <a:pt x="2291813" y="1339217"/>
                </a:lnTo>
                <a:lnTo>
                  <a:pt x="2285746" y="1335753"/>
                </a:lnTo>
                <a:lnTo>
                  <a:pt x="2284633" y="1335049"/>
                </a:lnTo>
                <a:lnTo>
                  <a:pt x="2283625" y="1334264"/>
                </a:lnTo>
                <a:close/>
              </a:path>
              <a:path w="5142230" h="2300604">
                <a:moveTo>
                  <a:pt x="1416883" y="1024195"/>
                </a:moveTo>
                <a:lnTo>
                  <a:pt x="1412374" y="1019368"/>
                </a:lnTo>
                <a:lnTo>
                  <a:pt x="1411164" y="1014554"/>
                </a:lnTo>
                <a:lnTo>
                  <a:pt x="1412740" y="1009986"/>
                </a:lnTo>
                <a:lnTo>
                  <a:pt x="1414949" y="1003357"/>
                </a:lnTo>
                <a:lnTo>
                  <a:pt x="1422100" y="999772"/>
                </a:lnTo>
                <a:lnTo>
                  <a:pt x="1435408" y="1004242"/>
                </a:lnTo>
                <a:lnTo>
                  <a:pt x="1438935" y="1011439"/>
                </a:lnTo>
                <a:lnTo>
                  <a:pt x="1436726" y="1018068"/>
                </a:lnTo>
                <a:lnTo>
                  <a:pt x="1434469" y="1024742"/>
                </a:lnTo>
                <a:lnTo>
                  <a:pt x="1427272" y="1028278"/>
                </a:lnTo>
                <a:lnTo>
                  <a:pt x="1420639" y="1026065"/>
                </a:lnTo>
                <a:lnTo>
                  <a:pt x="1418591" y="1025339"/>
                </a:lnTo>
                <a:lnTo>
                  <a:pt x="1416883" y="1024195"/>
                </a:lnTo>
                <a:close/>
              </a:path>
              <a:path w="5142230" h="2300604">
                <a:moveTo>
                  <a:pt x="2616482" y="1692632"/>
                </a:moveTo>
                <a:lnTo>
                  <a:pt x="2611968" y="1687800"/>
                </a:lnTo>
                <a:lnTo>
                  <a:pt x="2611036" y="1686215"/>
                </a:lnTo>
                <a:lnTo>
                  <a:pt x="2610482" y="1684450"/>
                </a:lnTo>
                <a:lnTo>
                  <a:pt x="2608255" y="1677765"/>
                </a:lnTo>
                <a:lnTo>
                  <a:pt x="2611897" y="1670618"/>
                </a:lnTo>
                <a:lnTo>
                  <a:pt x="2625170" y="1666255"/>
                </a:lnTo>
                <a:lnTo>
                  <a:pt x="2632365" y="1669851"/>
                </a:lnTo>
                <a:lnTo>
                  <a:pt x="2636728" y="1683124"/>
                </a:lnTo>
                <a:lnTo>
                  <a:pt x="2633082" y="1690266"/>
                </a:lnTo>
                <a:lnTo>
                  <a:pt x="2621574" y="1694076"/>
                </a:lnTo>
                <a:lnTo>
                  <a:pt x="2616482" y="1692632"/>
                </a:lnTo>
                <a:close/>
              </a:path>
              <a:path w="5142230" h="2300604">
                <a:moveTo>
                  <a:pt x="2510154" y="1512539"/>
                </a:moveTo>
                <a:lnTo>
                  <a:pt x="2505285" y="1507326"/>
                </a:lnTo>
                <a:lnTo>
                  <a:pt x="2500600" y="1502115"/>
                </a:lnTo>
                <a:lnTo>
                  <a:pt x="2501061" y="1494106"/>
                </a:lnTo>
                <a:lnTo>
                  <a:pt x="2511087" y="1485093"/>
                </a:lnTo>
                <a:lnTo>
                  <a:pt x="2511434" y="1484781"/>
                </a:lnTo>
                <a:lnTo>
                  <a:pt x="2519443" y="1485143"/>
                </a:lnTo>
                <a:lnTo>
                  <a:pt x="2528818" y="1495570"/>
                </a:lnTo>
                <a:lnTo>
                  <a:pt x="2528402" y="1503628"/>
                </a:lnTo>
                <a:lnTo>
                  <a:pt x="2518376" y="1512640"/>
                </a:lnTo>
                <a:lnTo>
                  <a:pt x="2518078" y="1512908"/>
                </a:lnTo>
                <a:lnTo>
                  <a:pt x="2510154" y="1512539"/>
                </a:lnTo>
                <a:close/>
              </a:path>
              <a:path w="5142230" h="2300604">
                <a:moveTo>
                  <a:pt x="1891972" y="1170519"/>
                </a:moveTo>
                <a:lnTo>
                  <a:pt x="1887509" y="1165740"/>
                </a:lnTo>
                <a:lnTo>
                  <a:pt x="1886259" y="1160981"/>
                </a:lnTo>
                <a:lnTo>
                  <a:pt x="1889954" y="1149786"/>
                </a:lnTo>
                <a:lnTo>
                  <a:pt x="1897056" y="1146147"/>
                </a:lnTo>
                <a:lnTo>
                  <a:pt x="1910365" y="1150424"/>
                </a:lnTo>
                <a:lnTo>
                  <a:pt x="1913991" y="1157629"/>
                </a:lnTo>
                <a:lnTo>
                  <a:pt x="1911877" y="1164261"/>
                </a:lnTo>
                <a:lnTo>
                  <a:pt x="1909714" y="1170938"/>
                </a:lnTo>
                <a:lnTo>
                  <a:pt x="1902554" y="1174613"/>
                </a:lnTo>
                <a:lnTo>
                  <a:pt x="1893776" y="1171765"/>
                </a:lnTo>
                <a:lnTo>
                  <a:pt x="1891972" y="1170519"/>
                </a:lnTo>
                <a:close/>
              </a:path>
              <a:path w="5142230" h="2300604">
                <a:moveTo>
                  <a:pt x="1959288" y="1193020"/>
                </a:moveTo>
                <a:lnTo>
                  <a:pt x="1954824" y="1188242"/>
                </a:lnTo>
                <a:lnTo>
                  <a:pt x="1953617" y="1183334"/>
                </a:lnTo>
                <a:lnTo>
                  <a:pt x="1957496" y="1172140"/>
                </a:lnTo>
                <a:lnTo>
                  <a:pt x="1964693" y="1168603"/>
                </a:lnTo>
                <a:lnTo>
                  <a:pt x="1977899" y="1173160"/>
                </a:lnTo>
                <a:lnTo>
                  <a:pt x="1981430" y="1180362"/>
                </a:lnTo>
                <a:lnTo>
                  <a:pt x="1976873" y="1193567"/>
                </a:lnTo>
                <a:lnTo>
                  <a:pt x="1969676" y="1197104"/>
                </a:lnTo>
                <a:lnTo>
                  <a:pt x="1960995" y="1194164"/>
                </a:lnTo>
                <a:lnTo>
                  <a:pt x="1959288" y="1193020"/>
                </a:lnTo>
                <a:close/>
              </a:path>
              <a:path w="5142230" h="2300604">
                <a:moveTo>
                  <a:pt x="2343928" y="1371252"/>
                </a:moveTo>
                <a:lnTo>
                  <a:pt x="2339327" y="1366327"/>
                </a:lnTo>
                <a:lnTo>
                  <a:pt x="2338692" y="1359881"/>
                </a:lnTo>
                <a:lnTo>
                  <a:pt x="2345813" y="1349029"/>
                </a:lnTo>
                <a:lnTo>
                  <a:pt x="2353704" y="1347409"/>
                </a:lnTo>
                <a:lnTo>
                  <a:pt x="2359525" y="1351294"/>
                </a:lnTo>
                <a:lnTo>
                  <a:pt x="2365386" y="1355124"/>
                </a:lnTo>
                <a:lnTo>
                  <a:pt x="2366965" y="1362972"/>
                </a:lnTo>
                <a:lnTo>
                  <a:pt x="2359295" y="1374702"/>
                </a:lnTo>
                <a:lnTo>
                  <a:pt x="2351403" y="1376322"/>
                </a:lnTo>
                <a:lnTo>
                  <a:pt x="2345582" y="1372437"/>
                </a:lnTo>
                <a:lnTo>
                  <a:pt x="2344709" y="1371893"/>
                </a:lnTo>
                <a:lnTo>
                  <a:pt x="2343928" y="1371252"/>
                </a:lnTo>
                <a:close/>
              </a:path>
              <a:path w="5142230" h="2300604">
                <a:moveTo>
                  <a:pt x="2643598" y="1901415"/>
                </a:moveTo>
                <a:lnTo>
                  <a:pt x="2639184" y="1896690"/>
                </a:lnTo>
                <a:lnTo>
                  <a:pt x="2637873" y="1893429"/>
                </a:lnTo>
                <a:lnTo>
                  <a:pt x="2637945" y="1890085"/>
                </a:lnTo>
                <a:lnTo>
                  <a:pt x="2638137" y="1883058"/>
                </a:lnTo>
                <a:lnTo>
                  <a:pt x="2643939" y="1877538"/>
                </a:lnTo>
                <a:lnTo>
                  <a:pt x="2650971" y="1877735"/>
                </a:lnTo>
                <a:lnTo>
                  <a:pt x="2658046" y="1877880"/>
                </a:lnTo>
                <a:lnTo>
                  <a:pt x="2663463" y="1883679"/>
                </a:lnTo>
                <a:lnTo>
                  <a:pt x="2663320" y="1890661"/>
                </a:lnTo>
                <a:lnTo>
                  <a:pt x="2663128" y="1897689"/>
                </a:lnTo>
                <a:lnTo>
                  <a:pt x="2657327" y="1903209"/>
                </a:lnTo>
                <a:lnTo>
                  <a:pt x="2646802" y="1902987"/>
                </a:lnTo>
                <a:lnTo>
                  <a:pt x="2643598" y="1901415"/>
                </a:lnTo>
                <a:close/>
              </a:path>
              <a:path w="5142230" h="2300604">
                <a:moveTo>
                  <a:pt x="1824248" y="1149240"/>
                </a:moveTo>
                <a:lnTo>
                  <a:pt x="1819784" y="1144461"/>
                </a:lnTo>
                <a:lnTo>
                  <a:pt x="1818575" y="1139746"/>
                </a:lnTo>
                <a:lnTo>
                  <a:pt x="1822019" y="1128576"/>
                </a:lnTo>
                <a:lnTo>
                  <a:pt x="1829092" y="1124809"/>
                </a:lnTo>
                <a:lnTo>
                  <a:pt x="1842453" y="1128946"/>
                </a:lnTo>
                <a:lnTo>
                  <a:pt x="1846221" y="1136009"/>
                </a:lnTo>
                <a:lnTo>
                  <a:pt x="1844157" y="1142694"/>
                </a:lnTo>
                <a:lnTo>
                  <a:pt x="1842134" y="1149424"/>
                </a:lnTo>
                <a:lnTo>
                  <a:pt x="1835015" y="1153142"/>
                </a:lnTo>
                <a:lnTo>
                  <a:pt x="1828339" y="1151079"/>
                </a:lnTo>
                <a:lnTo>
                  <a:pt x="1826095" y="1150436"/>
                </a:lnTo>
                <a:lnTo>
                  <a:pt x="1824248" y="1149240"/>
                </a:lnTo>
                <a:close/>
              </a:path>
              <a:path w="5142230" h="2300604">
                <a:moveTo>
                  <a:pt x="1215757" y="953852"/>
                </a:moveTo>
                <a:lnTo>
                  <a:pt x="1211293" y="949074"/>
                </a:lnTo>
                <a:lnTo>
                  <a:pt x="1210094" y="944076"/>
                </a:lnTo>
                <a:lnTo>
                  <a:pt x="1211812" y="939366"/>
                </a:lnTo>
                <a:lnTo>
                  <a:pt x="1214255" y="932793"/>
                </a:lnTo>
                <a:lnTo>
                  <a:pt x="1221544" y="929453"/>
                </a:lnTo>
                <a:lnTo>
                  <a:pt x="1234691" y="934338"/>
                </a:lnTo>
                <a:lnTo>
                  <a:pt x="1238031" y="941628"/>
                </a:lnTo>
                <a:lnTo>
                  <a:pt x="1233146" y="954775"/>
                </a:lnTo>
                <a:lnTo>
                  <a:pt x="1225856" y="958114"/>
                </a:lnTo>
                <a:lnTo>
                  <a:pt x="1219283" y="955672"/>
                </a:lnTo>
                <a:lnTo>
                  <a:pt x="1217370" y="954993"/>
                </a:lnTo>
                <a:lnTo>
                  <a:pt x="1215757" y="953852"/>
                </a:lnTo>
                <a:close/>
              </a:path>
              <a:path w="5142230" h="2300604">
                <a:moveTo>
                  <a:pt x="1282538" y="978031"/>
                </a:moveTo>
                <a:lnTo>
                  <a:pt x="1278074" y="973252"/>
                </a:lnTo>
                <a:lnTo>
                  <a:pt x="1276872" y="968349"/>
                </a:lnTo>
                <a:lnTo>
                  <a:pt x="1278493" y="963730"/>
                </a:lnTo>
                <a:lnTo>
                  <a:pt x="1280841" y="957153"/>
                </a:lnTo>
                <a:lnTo>
                  <a:pt x="1288088" y="953671"/>
                </a:lnTo>
                <a:lnTo>
                  <a:pt x="1294665" y="956019"/>
                </a:lnTo>
                <a:lnTo>
                  <a:pt x="1301290" y="958322"/>
                </a:lnTo>
                <a:lnTo>
                  <a:pt x="1304720" y="965609"/>
                </a:lnTo>
                <a:lnTo>
                  <a:pt x="1302371" y="972186"/>
                </a:lnTo>
                <a:lnTo>
                  <a:pt x="1300073" y="978816"/>
                </a:lnTo>
                <a:lnTo>
                  <a:pt x="1292829" y="982205"/>
                </a:lnTo>
                <a:lnTo>
                  <a:pt x="1286204" y="979902"/>
                </a:lnTo>
                <a:lnTo>
                  <a:pt x="1284246" y="979175"/>
                </a:lnTo>
                <a:lnTo>
                  <a:pt x="1282538" y="978031"/>
                </a:lnTo>
                <a:close/>
              </a:path>
              <a:path w="5142230" h="2300604">
                <a:moveTo>
                  <a:pt x="2555982" y="2300034"/>
                </a:moveTo>
                <a:lnTo>
                  <a:pt x="2557125" y="2296406"/>
                </a:lnTo>
                <a:lnTo>
                  <a:pt x="2564193" y="2292634"/>
                </a:lnTo>
                <a:lnTo>
                  <a:pt x="2577595" y="2296815"/>
                </a:lnTo>
                <a:lnTo>
                  <a:pt x="2579280" y="2300034"/>
                </a:lnTo>
                <a:lnTo>
                  <a:pt x="2555982" y="2300034"/>
                </a:lnTo>
                <a:close/>
              </a:path>
              <a:path w="5142230" h="2300604">
                <a:moveTo>
                  <a:pt x="2456212" y="1457922"/>
                </a:moveTo>
                <a:lnTo>
                  <a:pt x="2450969" y="1452310"/>
                </a:lnTo>
                <a:lnTo>
                  <a:pt x="2450895" y="1444900"/>
                </a:lnTo>
                <a:lnTo>
                  <a:pt x="2455358" y="1440001"/>
                </a:lnTo>
                <a:lnTo>
                  <a:pt x="2460114" y="1434828"/>
                </a:lnTo>
                <a:lnTo>
                  <a:pt x="2468108" y="1434491"/>
                </a:lnTo>
                <a:lnTo>
                  <a:pt x="2478452" y="1443903"/>
                </a:lnTo>
                <a:lnTo>
                  <a:pt x="2478840" y="1451942"/>
                </a:lnTo>
                <a:lnTo>
                  <a:pt x="2469378" y="1462242"/>
                </a:lnTo>
                <a:lnTo>
                  <a:pt x="2461339" y="1462629"/>
                </a:lnTo>
                <a:lnTo>
                  <a:pt x="2456212" y="1457922"/>
                </a:lnTo>
                <a:close/>
              </a:path>
              <a:path w="5142230" h="2300604">
                <a:moveTo>
                  <a:pt x="2092103" y="1242532"/>
                </a:moveTo>
                <a:lnTo>
                  <a:pt x="2087639" y="1237753"/>
                </a:lnTo>
                <a:lnTo>
                  <a:pt x="2086495" y="1232521"/>
                </a:lnTo>
                <a:lnTo>
                  <a:pt x="2088450" y="1227773"/>
                </a:lnTo>
                <a:lnTo>
                  <a:pt x="2091078" y="1221300"/>
                </a:lnTo>
                <a:lnTo>
                  <a:pt x="2098501" y="1218201"/>
                </a:lnTo>
                <a:lnTo>
                  <a:pt x="2111442" y="1223452"/>
                </a:lnTo>
                <a:lnTo>
                  <a:pt x="2114546" y="1230880"/>
                </a:lnTo>
                <a:lnTo>
                  <a:pt x="2109290" y="1243825"/>
                </a:lnTo>
                <a:lnTo>
                  <a:pt x="2101867" y="1246924"/>
                </a:lnTo>
                <a:lnTo>
                  <a:pt x="2095394" y="1244296"/>
                </a:lnTo>
                <a:lnTo>
                  <a:pt x="2093670" y="1243624"/>
                </a:lnTo>
                <a:lnTo>
                  <a:pt x="2092103" y="1242532"/>
                </a:lnTo>
                <a:close/>
              </a:path>
              <a:path w="5142230" h="2300604">
                <a:moveTo>
                  <a:pt x="2221266" y="1300842"/>
                </a:moveTo>
                <a:lnTo>
                  <a:pt x="2216711" y="1295966"/>
                </a:lnTo>
                <a:lnTo>
                  <a:pt x="2215767" y="1290264"/>
                </a:lnTo>
                <a:lnTo>
                  <a:pt x="2218201" y="1285342"/>
                </a:lnTo>
                <a:lnTo>
                  <a:pt x="2221344" y="1279128"/>
                </a:lnTo>
                <a:lnTo>
                  <a:pt x="2228982" y="1276650"/>
                </a:lnTo>
                <a:lnTo>
                  <a:pt x="2235250" y="1279743"/>
                </a:lnTo>
                <a:lnTo>
                  <a:pt x="2241510" y="1282926"/>
                </a:lnTo>
                <a:lnTo>
                  <a:pt x="2243993" y="1290568"/>
                </a:lnTo>
                <a:lnTo>
                  <a:pt x="2240801" y="1296828"/>
                </a:lnTo>
                <a:lnTo>
                  <a:pt x="2237667" y="1303052"/>
                </a:lnTo>
                <a:lnTo>
                  <a:pt x="2230075" y="1305579"/>
                </a:lnTo>
                <a:lnTo>
                  <a:pt x="2223810" y="1302392"/>
                </a:lnTo>
                <a:lnTo>
                  <a:pt x="2222463" y="1301732"/>
                </a:lnTo>
                <a:lnTo>
                  <a:pt x="2221266" y="1300842"/>
                </a:lnTo>
                <a:close/>
              </a:path>
              <a:path w="5142230" h="2300604">
                <a:moveTo>
                  <a:pt x="2026028" y="1216862"/>
                </a:moveTo>
                <a:lnTo>
                  <a:pt x="2021564" y="1212084"/>
                </a:lnTo>
                <a:lnTo>
                  <a:pt x="2020419" y="1207045"/>
                </a:lnTo>
                <a:lnTo>
                  <a:pt x="2022178" y="1202379"/>
                </a:lnTo>
                <a:lnTo>
                  <a:pt x="2024576" y="1195856"/>
                </a:lnTo>
                <a:lnTo>
                  <a:pt x="2031915" y="1192471"/>
                </a:lnTo>
                <a:lnTo>
                  <a:pt x="2038439" y="1194959"/>
                </a:lnTo>
                <a:lnTo>
                  <a:pt x="2045013" y="1197402"/>
                </a:lnTo>
                <a:lnTo>
                  <a:pt x="2048353" y="1204691"/>
                </a:lnTo>
                <a:lnTo>
                  <a:pt x="2043467" y="1217838"/>
                </a:lnTo>
                <a:lnTo>
                  <a:pt x="2036128" y="1221124"/>
                </a:lnTo>
                <a:lnTo>
                  <a:pt x="2029604" y="1218735"/>
                </a:lnTo>
                <a:lnTo>
                  <a:pt x="2027695" y="1217962"/>
                </a:lnTo>
                <a:lnTo>
                  <a:pt x="2026028" y="1216862"/>
                </a:lnTo>
                <a:close/>
              </a:path>
              <a:path w="5142230" h="2300604">
                <a:moveTo>
                  <a:pt x="1349631" y="1001370"/>
                </a:moveTo>
                <a:lnTo>
                  <a:pt x="1345167" y="996591"/>
                </a:lnTo>
                <a:lnTo>
                  <a:pt x="1343916" y="991733"/>
                </a:lnTo>
                <a:lnTo>
                  <a:pt x="1347786" y="980530"/>
                </a:lnTo>
                <a:lnTo>
                  <a:pt x="1354992" y="977003"/>
                </a:lnTo>
                <a:lnTo>
                  <a:pt x="1368246" y="981514"/>
                </a:lnTo>
                <a:lnTo>
                  <a:pt x="1371778" y="988716"/>
                </a:lnTo>
                <a:lnTo>
                  <a:pt x="1369475" y="995342"/>
                </a:lnTo>
                <a:lnTo>
                  <a:pt x="1367267" y="1001970"/>
                </a:lnTo>
                <a:lnTo>
                  <a:pt x="1360017" y="1005547"/>
                </a:lnTo>
                <a:lnTo>
                  <a:pt x="1351384" y="1002563"/>
                </a:lnTo>
                <a:lnTo>
                  <a:pt x="1349631" y="1001370"/>
                </a:lnTo>
                <a:close/>
              </a:path>
              <a:path w="5142230" h="2300604">
                <a:moveTo>
                  <a:pt x="1552017" y="1067979"/>
                </a:moveTo>
                <a:lnTo>
                  <a:pt x="1547554" y="1063200"/>
                </a:lnTo>
                <a:lnTo>
                  <a:pt x="1546296" y="1058531"/>
                </a:lnTo>
                <a:lnTo>
                  <a:pt x="1549740" y="1047360"/>
                </a:lnTo>
                <a:lnTo>
                  <a:pt x="1556813" y="1043593"/>
                </a:lnTo>
                <a:lnTo>
                  <a:pt x="1563494" y="1045662"/>
                </a:lnTo>
                <a:lnTo>
                  <a:pt x="1570223" y="1047685"/>
                </a:lnTo>
                <a:lnTo>
                  <a:pt x="1573942" y="1054794"/>
                </a:lnTo>
                <a:lnTo>
                  <a:pt x="1571923" y="1061528"/>
                </a:lnTo>
                <a:lnTo>
                  <a:pt x="1569904" y="1068163"/>
                </a:lnTo>
                <a:lnTo>
                  <a:pt x="1562787" y="1071981"/>
                </a:lnTo>
                <a:lnTo>
                  <a:pt x="1553911" y="1069224"/>
                </a:lnTo>
                <a:lnTo>
                  <a:pt x="1552017" y="1067979"/>
                </a:lnTo>
                <a:close/>
              </a:path>
              <a:path w="5142230" h="2300604">
                <a:moveTo>
                  <a:pt x="2554282" y="1567303"/>
                </a:moveTo>
                <a:lnTo>
                  <a:pt x="2548811" y="1561447"/>
                </a:lnTo>
                <a:lnTo>
                  <a:pt x="2544806" y="1555692"/>
                </a:lnTo>
                <a:lnTo>
                  <a:pt x="2546157" y="1547755"/>
                </a:lnTo>
                <a:lnTo>
                  <a:pt x="2551916" y="1543754"/>
                </a:lnTo>
                <a:lnTo>
                  <a:pt x="2557620" y="1539695"/>
                </a:lnTo>
                <a:lnTo>
                  <a:pt x="2565503" y="1541096"/>
                </a:lnTo>
                <a:lnTo>
                  <a:pt x="2573564" y="1552559"/>
                </a:lnTo>
                <a:lnTo>
                  <a:pt x="2572167" y="1560448"/>
                </a:lnTo>
                <a:lnTo>
                  <a:pt x="2561229" y="1568191"/>
                </a:lnTo>
                <a:lnTo>
                  <a:pt x="2554282" y="1567303"/>
                </a:lnTo>
                <a:close/>
              </a:path>
              <a:path w="5142230" h="2300604">
                <a:moveTo>
                  <a:pt x="2579785" y="2249113"/>
                </a:moveTo>
                <a:lnTo>
                  <a:pt x="2575367" y="2244383"/>
                </a:lnTo>
                <a:lnTo>
                  <a:pt x="2574111" y="2239813"/>
                </a:lnTo>
                <a:lnTo>
                  <a:pt x="2577321" y="2228587"/>
                </a:lnTo>
                <a:lnTo>
                  <a:pt x="2584397" y="2224726"/>
                </a:lnTo>
                <a:lnTo>
                  <a:pt x="2597813" y="2228629"/>
                </a:lnTo>
                <a:lnTo>
                  <a:pt x="2601680" y="2235700"/>
                </a:lnTo>
                <a:lnTo>
                  <a:pt x="2599751" y="2242433"/>
                </a:lnTo>
                <a:lnTo>
                  <a:pt x="2597777" y="2249116"/>
                </a:lnTo>
                <a:lnTo>
                  <a:pt x="2590799" y="2252986"/>
                </a:lnTo>
                <a:lnTo>
                  <a:pt x="2584067" y="2251058"/>
                </a:lnTo>
                <a:lnTo>
                  <a:pt x="2581777" y="2250366"/>
                </a:lnTo>
                <a:lnTo>
                  <a:pt x="2579785" y="2249113"/>
                </a:lnTo>
                <a:close/>
              </a:path>
              <a:path w="5142230" h="2300604">
                <a:moveTo>
                  <a:pt x="773880" y="729012"/>
                </a:moveTo>
                <a:lnTo>
                  <a:pt x="768723" y="723492"/>
                </a:lnTo>
                <a:lnTo>
                  <a:pt x="768304" y="716689"/>
                </a:lnTo>
                <a:lnTo>
                  <a:pt x="772015" y="711670"/>
                </a:lnTo>
                <a:lnTo>
                  <a:pt x="776218" y="706100"/>
                </a:lnTo>
                <a:lnTo>
                  <a:pt x="784233" y="705004"/>
                </a:lnTo>
                <a:lnTo>
                  <a:pt x="795367" y="713404"/>
                </a:lnTo>
                <a:lnTo>
                  <a:pt x="796517" y="721379"/>
                </a:lnTo>
                <a:lnTo>
                  <a:pt x="788064" y="732563"/>
                </a:lnTo>
                <a:lnTo>
                  <a:pt x="780093" y="733708"/>
                </a:lnTo>
                <a:lnTo>
                  <a:pt x="773880" y="729012"/>
                </a:lnTo>
                <a:close/>
              </a:path>
              <a:path w="5142230" h="2300604">
                <a:moveTo>
                  <a:pt x="719177" y="682867"/>
                </a:moveTo>
                <a:lnTo>
                  <a:pt x="714075" y="677406"/>
                </a:lnTo>
                <a:lnTo>
                  <a:pt x="714049" y="669852"/>
                </a:lnTo>
                <a:lnTo>
                  <a:pt x="723403" y="659826"/>
                </a:lnTo>
                <a:lnTo>
                  <a:pt x="731394" y="659584"/>
                </a:lnTo>
                <a:lnTo>
                  <a:pt x="741642" y="669186"/>
                </a:lnTo>
                <a:lnTo>
                  <a:pt x="741890" y="677173"/>
                </a:lnTo>
                <a:lnTo>
                  <a:pt x="732336" y="687375"/>
                </a:lnTo>
                <a:lnTo>
                  <a:pt x="724301" y="687668"/>
                </a:lnTo>
                <a:lnTo>
                  <a:pt x="719177" y="682867"/>
                </a:lnTo>
                <a:close/>
              </a:path>
              <a:path w="5142230" h="2300604">
                <a:moveTo>
                  <a:pt x="630266" y="579773"/>
                </a:moveTo>
                <a:lnTo>
                  <a:pt x="624688" y="573802"/>
                </a:lnTo>
                <a:lnTo>
                  <a:pt x="620634" y="568094"/>
                </a:lnTo>
                <a:lnTo>
                  <a:pt x="621990" y="560161"/>
                </a:lnTo>
                <a:lnTo>
                  <a:pt x="627700" y="556206"/>
                </a:lnTo>
                <a:lnTo>
                  <a:pt x="633453" y="552101"/>
                </a:lnTo>
                <a:lnTo>
                  <a:pt x="641336" y="553502"/>
                </a:lnTo>
                <a:lnTo>
                  <a:pt x="649404" y="564876"/>
                </a:lnTo>
                <a:lnTo>
                  <a:pt x="648048" y="572808"/>
                </a:lnTo>
                <a:lnTo>
                  <a:pt x="637115" y="580556"/>
                </a:lnTo>
                <a:lnTo>
                  <a:pt x="630266" y="579773"/>
                </a:lnTo>
                <a:close/>
              </a:path>
              <a:path w="5142230" h="2300604">
                <a:moveTo>
                  <a:pt x="591372" y="519860"/>
                </a:moveTo>
                <a:lnTo>
                  <a:pt x="586070" y="514184"/>
                </a:lnTo>
                <a:lnTo>
                  <a:pt x="582059" y="507348"/>
                </a:lnTo>
                <a:lnTo>
                  <a:pt x="584067" y="499528"/>
                </a:lnTo>
                <a:lnTo>
                  <a:pt x="596163" y="492438"/>
                </a:lnTo>
                <a:lnTo>
                  <a:pt x="603884" y="494448"/>
                </a:lnTo>
                <a:lnTo>
                  <a:pt x="607408" y="500469"/>
                </a:lnTo>
                <a:lnTo>
                  <a:pt x="611023" y="506488"/>
                </a:lnTo>
                <a:lnTo>
                  <a:pt x="609063" y="514263"/>
                </a:lnTo>
                <a:lnTo>
                  <a:pt x="597743" y="520912"/>
                </a:lnTo>
                <a:lnTo>
                  <a:pt x="591372" y="519860"/>
                </a:lnTo>
                <a:close/>
              </a:path>
              <a:path w="5142230" h="2300604">
                <a:moveTo>
                  <a:pt x="674128" y="636013"/>
                </a:moveTo>
                <a:lnTo>
                  <a:pt x="669163" y="630698"/>
                </a:lnTo>
                <a:lnTo>
                  <a:pt x="664571" y="625391"/>
                </a:lnTo>
                <a:lnTo>
                  <a:pt x="665132" y="617389"/>
                </a:lnTo>
                <a:lnTo>
                  <a:pt x="674978" y="608869"/>
                </a:lnTo>
                <a:lnTo>
                  <a:pt x="675736" y="608214"/>
                </a:lnTo>
                <a:lnTo>
                  <a:pt x="683788" y="608818"/>
                </a:lnTo>
                <a:lnTo>
                  <a:pt x="692910" y="619463"/>
                </a:lnTo>
                <a:lnTo>
                  <a:pt x="692309" y="627421"/>
                </a:lnTo>
                <a:lnTo>
                  <a:pt x="682457" y="635936"/>
                </a:lnTo>
                <a:lnTo>
                  <a:pt x="681851" y="636460"/>
                </a:lnTo>
                <a:lnTo>
                  <a:pt x="674128" y="636013"/>
                </a:lnTo>
                <a:close/>
              </a:path>
              <a:path w="5142230" h="2300604">
                <a:moveTo>
                  <a:pt x="557090" y="457259"/>
                </a:moveTo>
                <a:lnTo>
                  <a:pt x="552535" y="452383"/>
                </a:lnTo>
                <a:lnTo>
                  <a:pt x="551813" y="451414"/>
                </a:lnTo>
                <a:lnTo>
                  <a:pt x="551232" y="450304"/>
                </a:lnTo>
                <a:lnTo>
                  <a:pt x="548140" y="444061"/>
                </a:lnTo>
                <a:lnTo>
                  <a:pt x="550622" y="436455"/>
                </a:lnTo>
                <a:lnTo>
                  <a:pt x="556497" y="433458"/>
                </a:lnTo>
                <a:lnTo>
                  <a:pt x="563159" y="430131"/>
                </a:lnTo>
                <a:lnTo>
                  <a:pt x="570766" y="432604"/>
                </a:lnTo>
                <a:lnTo>
                  <a:pt x="576980" y="444926"/>
                </a:lnTo>
                <a:lnTo>
                  <a:pt x="577114" y="445069"/>
                </a:lnTo>
                <a:lnTo>
                  <a:pt x="574522" y="452753"/>
                </a:lnTo>
                <a:lnTo>
                  <a:pt x="563185" y="458505"/>
                </a:lnTo>
                <a:lnTo>
                  <a:pt x="557090" y="457259"/>
                </a:lnTo>
                <a:close/>
              </a:path>
              <a:path w="5142230" h="2300604">
                <a:moveTo>
                  <a:pt x="526659" y="392915"/>
                </a:moveTo>
                <a:lnTo>
                  <a:pt x="522149" y="388088"/>
                </a:lnTo>
                <a:lnTo>
                  <a:pt x="521342" y="386833"/>
                </a:lnTo>
                <a:lnTo>
                  <a:pt x="517969" y="379117"/>
                </a:lnTo>
                <a:lnTo>
                  <a:pt x="520817" y="371609"/>
                </a:lnTo>
                <a:lnTo>
                  <a:pt x="527243" y="368811"/>
                </a:lnTo>
                <a:lnTo>
                  <a:pt x="533619" y="365959"/>
                </a:lnTo>
                <a:lnTo>
                  <a:pt x="541119" y="368905"/>
                </a:lnTo>
                <a:lnTo>
                  <a:pt x="546774" y="381703"/>
                </a:lnTo>
                <a:lnTo>
                  <a:pt x="543876" y="389158"/>
                </a:lnTo>
                <a:lnTo>
                  <a:pt x="537500" y="392009"/>
                </a:lnTo>
                <a:lnTo>
                  <a:pt x="532422" y="394197"/>
                </a:lnTo>
                <a:lnTo>
                  <a:pt x="526659" y="392915"/>
                </a:lnTo>
                <a:close/>
              </a:path>
              <a:path w="5142230" h="2300604">
                <a:moveTo>
                  <a:pt x="892476" y="806507"/>
                </a:moveTo>
                <a:lnTo>
                  <a:pt x="887967" y="801680"/>
                </a:lnTo>
                <a:lnTo>
                  <a:pt x="887089" y="795560"/>
                </a:lnTo>
                <a:lnTo>
                  <a:pt x="889949" y="790606"/>
                </a:lnTo>
                <a:lnTo>
                  <a:pt x="893459" y="784588"/>
                </a:lnTo>
                <a:lnTo>
                  <a:pt x="901178" y="782490"/>
                </a:lnTo>
                <a:lnTo>
                  <a:pt x="913308" y="789512"/>
                </a:lnTo>
                <a:lnTo>
                  <a:pt x="915401" y="797227"/>
                </a:lnTo>
                <a:lnTo>
                  <a:pt x="911888" y="803339"/>
                </a:lnTo>
                <a:lnTo>
                  <a:pt x="908383" y="809362"/>
                </a:lnTo>
                <a:lnTo>
                  <a:pt x="900664" y="811459"/>
                </a:lnTo>
                <a:lnTo>
                  <a:pt x="894547" y="807942"/>
                </a:lnTo>
                <a:lnTo>
                  <a:pt x="893488" y="807297"/>
                </a:lnTo>
                <a:lnTo>
                  <a:pt x="892476" y="806507"/>
                </a:lnTo>
                <a:close/>
              </a:path>
              <a:path w="5142230" h="2300604">
                <a:moveTo>
                  <a:pt x="954945" y="840731"/>
                </a:moveTo>
                <a:lnTo>
                  <a:pt x="950390" y="835855"/>
                </a:lnTo>
                <a:lnTo>
                  <a:pt x="949406" y="830109"/>
                </a:lnTo>
                <a:lnTo>
                  <a:pt x="951979" y="825240"/>
                </a:lnTo>
                <a:lnTo>
                  <a:pt x="955171" y="818980"/>
                </a:lnTo>
                <a:lnTo>
                  <a:pt x="962855" y="816550"/>
                </a:lnTo>
                <a:lnTo>
                  <a:pt x="975287" y="823016"/>
                </a:lnTo>
                <a:lnTo>
                  <a:pt x="977671" y="830651"/>
                </a:lnTo>
                <a:lnTo>
                  <a:pt x="971253" y="843038"/>
                </a:lnTo>
                <a:lnTo>
                  <a:pt x="963756" y="845470"/>
                </a:lnTo>
                <a:lnTo>
                  <a:pt x="963615" y="845516"/>
                </a:lnTo>
                <a:lnTo>
                  <a:pt x="957399" y="842283"/>
                </a:lnTo>
                <a:lnTo>
                  <a:pt x="956048" y="841618"/>
                </a:lnTo>
                <a:lnTo>
                  <a:pt x="954945" y="840731"/>
                </a:lnTo>
                <a:close/>
              </a:path>
              <a:path w="5142230" h="2300604">
                <a:moveTo>
                  <a:pt x="499007" y="327344"/>
                </a:moveTo>
                <a:lnTo>
                  <a:pt x="494543" y="322565"/>
                </a:lnTo>
                <a:lnTo>
                  <a:pt x="493645" y="321213"/>
                </a:lnTo>
                <a:lnTo>
                  <a:pt x="493077" y="319725"/>
                </a:lnTo>
                <a:lnTo>
                  <a:pt x="490466" y="313216"/>
                </a:lnTo>
                <a:lnTo>
                  <a:pt x="493602" y="305821"/>
                </a:lnTo>
                <a:lnTo>
                  <a:pt x="506616" y="300594"/>
                </a:lnTo>
                <a:lnTo>
                  <a:pt x="513972" y="303776"/>
                </a:lnTo>
                <a:lnTo>
                  <a:pt x="516583" y="310285"/>
                </a:lnTo>
                <a:lnTo>
                  <a:pt x="519243" y="316749"/>
                </a:lnTo>
                <a:lnTo>
                  <a:pt x="516061" y="324095"/>
                </a:lnTo>
                <a:lnTo>
                  <a:pt x="509602" y="326760"/>
                </a:lnTo>
                <a:lnTo>
                  <a:pt x="504846" y="328609"/>
                </a:lnTo>
                <a:lnTo>
                  <a:pt x="504578" y="328713"/>
                </a:lnTo>
                <a:lnTo>
                  <a:pt x="499007" y="327344"/>
                </a:lnTo>
                <a:close/>
              </a:path>
              <a:path w="5142230" h="2300604">
                <a:moveTo>
                  <a:pt x="831852" y="769272"/>
                </a:moveTo>
                <a:lnTo>
                  <a:pt x="827251" y="764347"/>
                </a:lnTo>
                <a:lnTo>
                  <a:pt x="826572" y="757951"/>
                </a:lnTo>
                <a:lnTo>
                  <a:pt x="829763" y="752961"/>
                </a:lnTo>
                <a:lnTo>
                  <a:pt x="833598" y="747096"/>
                </a:lnTo>
                <a:lnTo>
                  <a:pt x="841445" y="745427"/>
                </a:lnTo>
                <a:lnTo>
                  <a:pt x="853224" y="753051"/>
                </a:lnTo>
                <a:lnTo>
                  <a:pt x="854839" y="760938"/>
                </a:lnTo>
                <a:lnTo>
                  <a:pt x="847169" y="772669"/>
                </a:lnTo>
                <a:lnTo>
                  <a:pt x="839376" y="774296"/>
                </a:lnTo>
                <a:lnTo>
                  <a:pt x="833511" y="770462"/>
                </a:lnTo>
                <a:lnTo>
                  <a:pt x="832628" y="769908"/>
                </a:lnTo>
                <a:lnTo>
                  <a:pt x="831852" y="769272"/>
                </a:lnTo>
                <a:close/>
              </a:path>
              <a:path w="5142230" h="2300604">
                <a:moveTo>
                  <a:pt x="473169" y="261173"/>
                </a:moveTo>
                <a:lnTo>
                  <a:pt x="468655" y="256341"/>
                </a:lnTo>
                <a:lnTo>
                  <a:pt x="467811" y="254948"/>
                </a:lnTo>
                <a:lnTo>
                  <a:pt x="467250" y="253371"/>
                </a:lnTo>
                <a:lnTo>
                  <a:pt x="464688" y="246816"/>
                </a:lnTo>
                <a:lnTo>
                  <a:pt x="468005" y="239517"/>
                </a:lnTo>
                <a:lnTo>
                  <a:pt x="474557" y="237049"/>
                </a:lnTo>
                <a:lnTo>
                  <a:pt x="481112" y="234487"/>
                </a:lnTo>
                <a:lnTo>
                  <a:pt x="488411" y="237804"/>
                </a:lnTo>
                <a:lnTo>
                  <a:pt x="490874" y="244351"/>
                </a:lnTo>
                <a:lnTo>
                  <a:pt x="493396" y="250862"/>
                </a:lnTo>
                <a:lnTo>
                  <a:pt x="490124" y="258210"/>
                </a:lnTo>
                <a:lnTo>
                  <a:pt x="483568" y="260673"/>
                </a:lnTo>
                <a:lnTo>
                  <a:pt x="478598" y="262585"/>
                </a:lnTo>
                <a:lnTo>
                  <a:pt x="473169" y="261173"/>
                </a:lnTo>
                <a:close/>
              </a:path>
              <a:path w="5142230" h="2300604">
                <a:moveTo>
                  <a:pt x="2790634" y="2174056"/>
                </a:moveTo>
                <a:lnTo>
                  <a:pt x="2786347" y="2169467"/>
                </a:lnTo>
                <a:lnTo>
                  <a:pt x="2785132" y="2164941"/>
                </a:lnTo>
                <a:lnTo>
                  <a:pt x="2786412" y="2160641"/>
                </a:lnTo>
                <a:lnTo>
                  <a:pt x="2788384" y="2154151"/>
                </a:lnTo>
                <a:lnTo>
                  <a:pt x="2795207" y="2150507"/>
                </a:lnTo>
                <a:lnTo>
                  <a:pt x="2808201" y="2154349"/>
                </a:lnTo>
                <a:lnTo>
                  <a:pt x="2811844" y="2161181"/>
                </a:lnTo>
                <a:lnTo>
                  <a:pt x="2808003" y="2174175"/>
                </a:lnTo>
                <a:lnTo>
                  <a:pt x="2801175" y="2177813"/>
                </a:lnTo>
                <a:lnTo>
                  <a:pt x="2792481" y="2175252"/>
                </a:lnTo>
                <a:lnTo>
                  <a:pt x="2790634" y="2174056"/>
                </a:lnTo>
                <a:close/>
              </a:path>
              <a:path w="5142230" h="2300604">
                <a:moveTo>
                  <a:pt x="1972510" y="1056841"/>
                </a:moveTo>
                <a:lnTo>
                  <a:pt x="1968233" y="1052263"/>
                </a:lnTo>
                <a:lnTo>
                  <a:pt x="1967015" y="1047831"/>
                </a:lnTo>
                <a:lnTo>
                  <a:pt x="1968200" y="1043528"/>
                </a:lnTo>
                <a:lnTo>
                  <a:pt x="1970074" y="1037029"/>
                </a:lnTo>
                <a:lnTo>
                  <a:pt x="1976904" y="1033296"/>
                </a:lnTo>
                <a:lnTo>
                  <a:pt x="1989901" y="1037043"/>
                </a:lnTo>
                <a:lnTo>
                  <a:pt x="1993633" y="1043775"/>
                </a:lnTo>
                <a:lnTo>
                  <a:pt x="1991759" y="1050273"/>
                </a:lnTo>
                <a:lnTo>
                  <a:pt x="1989936" y="1056825"/>
                </a:lnTo>
                <a:lnTo>
                  <a:pt x="1983105" y="1060558"/>
                </a:lnTo>
                <a:lnTo>
                  <a:pt x="1976607" y="1058685"/>
                </a:lnTo>
                <a:lnTo>
                  <a:pt x="1974408" y="1058091"/>
                </a:lnTo>
                <a:lnTo>
                  <a:pt x="1972510" y="1056841"/>
                </a:lnTo>
                <a:close/>
              </a:path>
              <a:path w="5142230" h="2300604">
                <a:moveTo>
                  <a:pt x="2769579" y="2241835"/>
                </a:moveTo>
                <a:lnTo>
                  <a:pt x="2765257" y="2237208"/>
                </a:lnTo>
                <a:lnTo>
                  <a:pt x="2764091" y="2232636"/>
                </a:lnTo>
                <a:lnTo>
                  <a:pt x="2765463" y="2228241"/>
                </a:lnTo>
                <a:lnTo>
                  <a:pt x="2767526" y="2221848"/>
                </a:lnTo>
                <a:lnTo>
                  <a:pt x="2774395" y="2218253"/>
                </a:lnTo>
                <a:lnTo>
                  <a:pt x="2787338" y="2222333"/>
                </a:lnTo>
                <a:lnTo>
                  <a:pt x="2790879" y="2229252"/>
                </a:lnTo>
                <a:lnTo>
                  <a:pt x="2788817" y="2235744"/>
                </a:lnTo>
                <a:lnTo>
                  <a:pt x="2786754" y="2242137"/>
                </a:lnTo>
                <a:lnTo>
                  <a:pt x="2779885" y="2245732"/>
                </a:lnTo>
                <a:lnTo>
                  <a:pt x="2773437" y="2243619"/>
                </a:lnTo>
                <a:lnTo>
                  <a:pt x="2771386" y="2242987"/>
                </a:lnTo>
                <a:lnTo>
                  <a:pt x="2769579" y="2241835"/>
                </a:lnTo>
                <a:close/>
              </a:path>
              <a:path w="5142230" h="2300604">
                <a:moveTo>
                  <a:pt x="2620878" y="1334503"/>
                </a:moveTo>
                <a:lnTo>
                  <a:pt x="2615858" y="1329129"/>
                </a:lnTo>
                <a:lnTo>
                  <a:pt x="2615437" y="1322521"/>
                </a:lnTo>
                <a:lnTo>
                  <a:pt x="2619183" y="1317733"/>
                </a:lnTo>
                <a:lnTo>
                  <a:pt x="2623289" y="1312354"/>
                </a:lnTo>
                <a:lnTo>
                  <a:pt x="2631014" y="1311338"/>
                </a:lnTo>
                <a:lnTo>
                  <a:pt x="2641733" y="1319587"/>
                </a:lnTo>
                <a:lnTo>
                  <a:pt x="2642745" y="1327316"/>
                </a:lnTo>
                <a:lnTo>
                  <a:pt x="2634455" y="1337992"/>
                </a:lnTo>
                <a:lnTo>
                  <a:pt x="2626771" y="1339052"/>
                </a:lnTo>
                <a:lnTo>
                  <a:pt x="2621436" y="1334905"/>
                </a:lnTo>
                <a:lnTo>
                  <a:pt x="2620878" y="1334503"/>
                </a:lnTo>
                <a:close/>
              </a:path>
              <a:path w="5142230" h="2300604">
                <a:moveTo>
                  <a:pt x="1835947" y="1017588"/>
                </a:moveTo>
                <a:lnTo>
                  <a:pt x="1831670" y="1013009"/>
                </a:lnTo>
                <a:lnTo>
                  <a:pt x="1830452" y="1008578"/>
                </a:lnTo>
                <a:lnTo>
                  <a:pt x="1831731" y="1004278"/>
                </a:lnTo>
                <a:lnTo>
                  <a:pt x="1833605" y="997779"/>
                </a:lnTo>
                <a:lnTo>
                  <a:pt x="1840436" y="994046"/>
                </a:lnTo>
                <a:lnTo>
                  <a:pt x="1846929" y="995915"/>
                </a:lnTo>
                <a:lnTo>
                  <a:pt x="1853383" y="997839"/>
                </a:lnTo>
                <a:lnTo>
                  <a:pt x="1857112" y="1004665"/>
                </a:lnTo>
                <a:lnTo>
                  <a:pt x="1855238" y="1011163"/>
                </a:lnTo>
                <a:lnTo>
                  <a:pt x="1853324" y="1017618"/>
                </a:lnTo>
                <a:lnTo>
                  <a:pt x="1846493" y="1021351"/>
                </a:lnTo>
                <a:lnTo>
                  <a:pt x="1839995" y="1019477"/>
                </a:lnTo>
                <a:lnTo>
                  <a:pt x="1837845" y="1018838"/>
                </a:lnTo>
                <a:lnTo>
                  <a:pt x="1835947" y="1017588"/>
                </a:lnTo>
                <a:close/>
              </a:path>
              <a:path w="5142230" h="2300604">
                <a:moveTo>
                  <a:pt x="2562614" y="1293247"/>
                </a:moveTo>
                <a:lnTo>
                  <a:pt x="2558196" y="1288517"/>
                </a:lnTo>
                <a:lnTo>
                  <a:pt x="2557559" y="1282263"/>
                </a:lnTo>
                <a:lnTo>
                  <a:pt x="2560695" y="1277508"/>
                </a:lnTo>
                <a:lnTo>
                  <a:pt x="2564384" y="1271779"/>
                </a:lnTo>
                <a:lnTo>
                  <a:pt x="2571985" y="1270239"/>
                </a:lnTo>
                <a:lnTo>
                  <a:pt x="2583352" y="1277618"/>
                </a:lnTo>
                <a:lnTo>
                  <a:pt x="2584931" y="1285173"/>
                </a:lnTo>
                <a:lnTo>
                  <a:pt x="2581197" y="1290853"/>
                </a:lnTo>
                <a:lnTo>
                  <a:pt x="2577557" y="1296536"/>
                </a:lnTo>
                <a:lnTo>
                  <a:pt x="2569907" y="1298121"/>
                </a:lnTo>
                <a:lnTo>
                  <a:pt x="2564273" y="1294436"/>
                </a:lnTo>
                <a:lnTo>
                  <a:pt x="2563390" y="1293882"/>
                </a:lnTo>
                <a:lnTo>
                  <a:pt x="2562614" y="1293247"/>
                </a:lnTo>
                <a:close/>
              </a:path>
              <a:path w="5142230" h="2300604">
                <a:moveTo>
                  <a:pt x="2851833" y="1897456"/>
                </a:moveTo>
                <a:lnTo>
                  <a:pt x="2847556" y="1892877"/>
                </a:lnTo>
                <a:lnTo>
                  <a:pt x="2846252" y="1889429"/>
                </a:lnTo>
                <a:lnTo>
                  <a:pt x="2846615" y="1885712"/>
                </a:lnTo>
                <a:lnTo>
                  <a:pt x="2847367" y="1878991"/>
                </a:lnTo>
                <a:lnTo>
                  <a:pt x="2853433" y="1874146"/>
                </a:lnTo>
                <a:lnTo>
                  <a:pt x="2866883" y="1875543"/>
                </a:lnTo>
                <a:lnTo>
                  <a:pt x="2871728" y="1881609"/>
                </a:lnTo>
                <a:lnTo>
                  <a:pt x="2870980" y="1888335"/>
                </a:lnTo>
                <a:lnTo>
                  <a:pt x="2870277" y="1895109"/>
                </a:lnTo>
                <a:lnTo>
                  <a:pt x="2864216" y="1899959"/>
                </a:lnTo>
                <a:lnTo>
                  <a:pt x="2857490" y="1899211"/>
                </a:lnTo>
                <a:lnTo>
                  <a:pt x="2854474" y="1898915"/>
                </a:lnTo>
                <a:lnTo>
                  <a:pt x="2851833" y="1897456"/>
                </a:lnTo>
                <a:close/>
              </a:path>
              <a:path w="5142230" h="2300604">
                <a:moveTo>
                  <a:pt x="1767959" y="997103"/>
                </a:moveTo>
                <a:lnTo>
                  <a:pt x="1763632" y="992471"/>
                </a:lnTo>
                <a:lnTo>
                  <a:pt x="1762462" y="987993"/>
                </a:lnTo>
                <a:lnTo>
                  <a:pt x="1763745" y="983599"/>
                </a:lnTo>
                <a:lnTo>
                  <a:pt x="1765758" y="977153"/>
                </a:lnTo>
                <a:lnTo>
                  <a:pt x="1772581" y="973509"/>
                </a:lnTo>
                <a:lnTo>
                  <a:pt x="1779081" y="975482"/>
                </a:lnTo>
                <a:lnTo>
                  <a:pt x="1785528" y="977495"/>
                </a:lnTo>
                <a:lnTo>
                  <a:pt x="1789166" y="984323"/>
                </a:lnTo>
                <a:lnTo>
                  <a:pt x="1787199" y="990818"/>
                </a:lnTo>
                <a:lnTo>
                  <a:pt x="1785185" y="997264"/>
                </a:lnTo>
                <a:lnTo>
                  <a:pt x="1778357" y="1000903"/>
                </a:lnTo>
                <a:lnTo>
                  <a:pt x="1771862" y="998935"/>
                </a:lnTo>
                <a:lnTo>
                  <a:pt x="1769761" y="998250"/>
                </a:lnTo>
                <a:lnTo>
                  <a:pt x="1767959" y="997103"/>
                </a:lnTo>
                <a:close/>
              </a:path>
              <a:path w="5142230" h="2300604">
                <a:moveTo>
                  <a:pt x="2742156" y="2300034"/>
                </a:moveTo>
                <a:lnTo>
                  <a:pt x="2743628" y="2295673"/>
                </a:lnTo>
                <a:lnTo>
                  <a:pt x="2745731" y="2289225"/>
                </a:lnTo>
                <a:lnTo>
                  <a:pt x="2752605" y="2285734"/>
                </a:lnTo>
                <a:lnTo>
                  <a:pt x="2765492" y="2289949"/>
                </a:lnTo>
                <a:lnTo>
                  <a:pt x="2768984" y="2296913"/>
                </a:lnTo>
                <a:lnTo>
                  <a:pt x="2767960" y="2300034"/>
                </a:lnTo>
                <a:lnTo>
                  <a:pt x="2742156" y="2300034"/>
                </a:lnTo>
                <a:close/>
              </a:path>
              <a:path w="5142230" h="2300604">
                <a:moveTo>
                  <a:pt x="1904253" y="1037338"/>
                </a:moveTo>
                <a:lnTo>
                  <a:pt x="1899926" y="1032706"/>
                </a:lnTo>
                <a:lnTo>
                  <a:pt x="1898659" y="1028320"/>
                </a:lnTo>
                <a:lnTo>
                  <a:pt x="1899933" y="1024015"/>
                </a:lnTo>
                <a:lnTo>
                  <a:pt x="1901807" y="1017517"/>
                </a:lnTo>
                <a:lnTo>
                  <a:pt x="1908597" y="1013740"/>
                </a:lnTo>
                <a:lnTo>
                  <a:pt x="1921589" y="1017482"/>
                </a:lnTo>
                <a:lnTo>
                  <a:pt x="1925375" y="1024272"/>
                </a:lnTo>
                <a:lnTo>
                  <a:pt x="1921628" y="1037269"/>
                </a:lnTo>
                <a:lnTo>
                  <a:pt x="1914843" y="1041050"/>
                </a:lnTo>
                <a:lnTo>
                  <a:pt x="1906101" y="1038534"/>
                </a:lnTo>
                <a:lnTo>
                  <a:pt x="1904253" y="1037338"/>
                </a:lnTo>
                <a:close/>
              </a:path>
              <a:path w="5142230" h="2300604">
                <a:moveTo>
                  <a:pt x="2841610" y="1967544"/>
                </a:moveTo>
                <a:lnTo>
                  <a:pt x="2837333" y="1962966"/>
                </a:lnTo>
                <a:lnTo>
                  <a:pt x="2836042" y="1959140"/>
                </a:lnTo>
                <a:lnTo>
                  <a:pt x="2837914" y="1948535"/>
                </a:lnTo>
                <a:lnTo>
                  <a:pt x="2844255" y="1944081"/>
                </a:lnTo>
                <a:lnTo>
                  <a:pt x="2850914" y="1945248"/>
                </a:lnTo>
                <a:lnTo>
                  <a:pt x="2857631" y="1946378"/>
                </a:lnTo>
                <a:lnTo>
                  <a:pt x="2862041" y="1952760"/>
                </a:lnTo>
                <a:lnTo>
                  <a:pt x="2859699" y="1966088"/>
                </a:lnTo>
                <a:lnTo>
                  <a:pt x="2853362" y="1970546"/>
                </a:lnTo>
                <a:lnTo>
                  <a:pt x="2843976" y="1968904"/>
                </a:lnTo>
                <a:lnTo>
                  <a:pt x="2841610" y="1967544"/>
                </a:lnTo>
                <a:close/>
              </a:path>
              <a:path w="5142230" h="2300604">
                <a:moveTo>
                  <a:pt x="2502103" y="1256719"/>
                </a:moveTo>
                <a:lnTo>
                  <a:pt x="2497689" y="1251994"/>
                </a:lnTo>
                <a:lnTo>
                  <a:pt x="2496847" y="1246206"/>
                </a:lnTo>
                <a:lnTo>
                  <a:pt x="2502825" y="1235499"/>
                </a:lnTo>
                <a:lnTo>
                  <a:pt x="2510307" y="1233441"/>
                </a:lnTo>
                <a:lnTo>
                  <a:pt x="2522126" y="1240032"/>
                </a:lnTo>
                <a:lnTo>
                  <a:pt x="2524230" y="1247563"/>
                </a:lnTo>
                <a:lnTo>
                  <a:pt x="2520867" y="1253444"/>
                </a:lnTo>
                <a:lnTo>
                  <a:pt x="2517593" y="1259324"/>
                </a:lnTo>
                <a:lnTo>
                  <a:pt x="2510111" y="1261382"/>
                </a:lnTo>
                <a:lnTo>
                  <a:pt x="2503073" y="1257465"/>
                </a:lnTo>
                <a:lnTo>
                  <a:pt x="2502103" y="1256719"/>
                </a:lnTo>
                <a:close/>
              </a:path>
              <a:path w="5142230" h="2300604">
                <a:moveTo>
                  <a:pt x="2309717" y="1166897"/>
                </a:moveTo>
                <a:lnTo>
                  <a:pt x="2305390" y="1162265"/>
                </a:lnTo>
                <a:lnTo>
                  <a:pt x="2304232" y="1157311"/>
                </a:lnTo>
                <a:lnTo>
                  <a:pt x="2305997" y="1152750"/>
                </a:lnTo>
                <a:lnTo>
                  <a:pt x="2308519" y="1146457"/>
                </a:lnTo>
                <a:lnTo>
                  <a:pt x="2315615" y="1143399"/>
                </a:lnTo>
                <a:lnTo>
                  <a:pt x="2328237" y="1148309"/>
                </a:lnTo>
                <a:lnTo>
                  <a:pt x="2331305" y="1155405"/>
                </a:lnTo>
                <a:lnTo>
                  <a:pt x="2326345" y="1167983"/>
                </a:lnTo>
                <a:lnTo>
                  <a:pt x="2319246" y="1171136"/>
                </a:lnTo>
                <a:lnTo>
                  <a:pt x="2312910" y="1168654"/>
                </a:lnTo>
                <a:lnTo>
                  <a:pt x="2311145" y="1167937"/>
                </a:lnTo>
                <a:lnTo>
                  <a:pt x="2309717" y="1166897"/>
                </a:lnTo>
                <a:close/>
              </a:path>
              <a:path w="5142230" h="2300604">
                <a:moveTo>
                  <a:pt x="854234" y="619341"/>
                </a:moveTo>
                <a:lnTo>
                  <a:pt x="848841" y="613568"/>
                </a:lnTo>
                <a:lnTo>
                  <a:pt x="848468" y="606913"/>
                </a:lnTo>
                <a:lnTo>
                  <a:pt x="856600" y="596850"/>
                </a:lnTo>
                <a:lnTo>
                  <a:pt x="864328" y="596032"/>
                </a:lnTo>
                <a:lnTo>
                  <a:pt x="874893" y="604507"/>
                </a:lnTo>
                <a:lnTo>
                  <a:pt x="875720" y="612235"/>
                </a:lnTo>
                <a:lnTo>
                  <a:pt x="867195" y="622756"/>
                </a:lnTo>
                <a:lnTo>
                  <a:pt x="859472" y="623579"/>
                </a:lnTo>
                <a:lnTo>
                  <a:pt x="854234" y="619341"/>
                </a:lnTo>
                <a:close/>
              </a:path>
              <a:path w="5142230" h="2300604">
                <a:moveTo>
                  <a:pt x="1162563" y="792615"/>
                </a:moveTo>
                <a:lnTo>
                  <a:pt x="1158232" y="787978"/>
                </a:lnTo>
                <a:lnTo>
                  <a:pt x="1157184" y="782848"/>
                </a:lnTo>
                <a:lnTo>
                  <a:pt x="1161754" y="772004"/>
                </a:lnTo>
                <a:lnTo>
                  <a:pt x="1168982" y="769087"/>
                </a:lnTo>
                <a:lnTo>
                  <a:pt x="1181407" y="774372"/>
                </a:lnTo>
                <a:lnTo>
                  <a:pt x="1184324" y="781600"/>
                </a:lnTo>
                <a:lnTo>
                  <a:pt x="1181657" y="787835"/>
                </a:lnTo>
                <a:lnTo>
                  <a:pt x="1179039" y="794025"/>
                </a:lnTo>
                <a:lnTo>
                  <a:pt x="1171811" y="796942"/>
                </a:lnTo>
                <a:lnTo>
                  <a:pt x="1165621" y="794324"/>
                </a:lnTo>
                <a:lnTo>
                  <a:pt x="1163995" y="793560"/>
                </a:lnTo>
                <a:lnTo>
                  <a:pt x="1162563" y="792615"/>
                </a:lnTo>
                <a:close/>
              </a:path>
              <a:path w="5142230" h="2300604">
                <a:moveTo>
                  <a:pt x="800140" y="571796"/>
                </a:moveTo>
                <a:lnTo>
                  <a:pt x="795271" y="566583"/>
                </a:lnTo>
                <a:lnTo>
                  <a:pt x="795242" y="559123"/>
                </a:lnTo>
                <a:lnTo>
                  <a:pt x="804490" y="549571"/>
                </a:lnTo>
                <a:lnTo>
                  <a:pt x="812239" y="549363"/>
                </a:lnTo>
                <a:lnTo>
                  <a:pt x="821969" y="558801"/>
                </a:lnTo>
                <a:lnTo>
                  <a:pt x="822182" y="566555"/>
                </a:lnTo>
                <a:lnTo>
                  <a:pt x="812739" y="576290"/>
                </a:lnTo>
                <a:lnTo>
                  <a:pt x="805038" y="576452"/>
                </a:lnTo>
                <a:lnTo>
                  <a:pt x="800140" y="571796"/>
                </a:lnTo>
                <a:close/>
              </a:path>
              <a:path w="5142230" h="2300604">
                <a:moveTo>
                  <a:pt x="2243285" y="1142018"/>
                </a:moveTo>
                <a:lnTo>
                  <a:pt x="2238963" y="1137391"/>
                </a:lnTo>
                <a:lnTo>
                  <a:pt x="2237806" y="1132536"/>
                </a:lnTo>
                <a:lnTo>
                  <a:pt x="2239416" y="1128101"/>
                </a:lnTo>
                <a:lnTo>
                  <a:pt x="2241668" y="1121715"/>
                </a:lnTo>
                <a:lnTo>
                  <a:pt x="2248720" y="1118414"/>
                </a:lnTo>
                <a:lnTo>
                  <a:pt x="2261454" y="1122955"/>
                </a:lnTo>
                <a:lnTo>
                  <a:pt x="2264750" y="1130002"/>
                </a:lnTo>
                <a:lnTo>
                  <a:pt x="2262461" y="1136349"/>
                </a:lnTo>
                <a:lnTo>
                  <a:pt x="2260214" y="1142741"/>
                </a:lnTo>
                <a:lnTo>
                  <a:pt x="2253157" y="1146036"/>
                </a:lnTo>
                <a:lnTo>
                  <a:pt x="2244907" y="1143069"/>
                </a:lnTo>
                <a:lnTo>
                  <a:pt x="2243285" y="1142018"/>
                </a:lnTo>
                <a:close/>
              </a:path>
              <a:path w="5142230" h="2300604">
                <a:moveTo>
                  <a:pt x="911287" y="661647"/>
                </a:moveTo>
                <a:lnTo>
                  <a:pt x="906171" y="656171"/>
                </a:lnTo>
                <a:lnTo>
                  <a:pt x="905548" y="649933"/>
                </a:lnTo>
                <a:lnTo>
                  <a:pt x="912653" y="639552"/>
                </a:lnTo>
                <a:lnTo>
                  <a:pt x="920255" y="638111"/>
                </a:lnTo>
                <a:lnTo>
                  <a:pt x="925882" y="641886"/>
                </a:lnTo>
                <a:lnTo>
                  <a:pt x="931468" y="645716"/>
                </a:lnTo>
                <a:lnTo>
                  <a:pt x="932909" y="653319"/>
                </a:lnTo>
                <a:lnTo>
                  <a:pt x="929079" y="658896"/>
                </a:lnTo>
                <a:lnTo>
                  <a:pt x="925304" y="664532"/>
                </a:lnTo>
                <a:lnTo>
                  <a:pt x="917702" y="665973"/>
                </a:lnTo>
                <a:lnTo>
                  <a:pt x="912071" y="662193"/>
                </a:lnTo>
                <a:lnTo>
                  <a:pt x="911287" y="661647"/>
                </a:lnTo>
                <a:close/>
              </a:path>
              <a:path w="5142230" h="2300604">
                <a:moveTo>
                  <a:pt x="970916" y="698990"/>
                </a:moveTo>
                <a:lnTo>
                  <a:pt x="966543" y="694309"/>
                </a:lnTo>
                <a:lnTo>
                  <a:pt x="965705" y="688426"/>
                </a:lnTo>
                <a:lnTo>
                  <a:pt x="968513" y="683612"/>
                </a:lnTo>
                <a:lnTo>
                  <a:pt x="971876" y="677731"/>
                </a:lnTo>
                <a:lnTo>
                  <a:pt x="979355" y="675766"/>
                </a:lnTo>
                <a:lnTo>
                  <a:pt x="985236" y="679130"/>
                </a:lnTo>
                <a:lnTo>
                  <a:pt x="991068" y="682538"/>
                </a:lnTo>
                <a:lnTo>
                  <a:pt x="993078" y="690066"/>
                </a:lnTo>
                <a:lnTo>
                  <a:pt x="989665" y="695893"/>
                </a:lnTo>
                <a:lnTo>
                  <a:pt x="986306" y="701779"/>
                </a:lnTo>
                <a:lnTo>
                  <a:pt x="978774" y="703784"/>
                </a:lnTo>
                <a:lnTo>
                  <a:pt x="971882" y="699731"/>
                </a:lnTo>
                <a:lnTo>
                  <a:pt x="970916" y="698990"/>
                </a:lnTo>
                <a:close/>
              </a:path>
              <a:path w="5142230" h="2300604">
                <a:moveTo>
                  <a:pt x="1228351" y="819639"/>
                </a:moveTo>
                <a:lnTo>
                  <a:pt x="1224019" y="815002"/>
                </a:lnTo>
                <a:lnTo>
                  <a:pt x="1222919" y="810012"/>
                </a:lnTo>
                <a:lnTo>
                  <a:pt x="1224675" y="805441"/>
                </a:lnTo>
                <a:lnTo>
                  <a:pt x="1227207" y="799158"/>
                </a:lnTo>
                <a:lnTo>
                  <a:pt x="1234293" y="796090"/>
                </a:lnTo>
                <a:lnTo>
                  <a:pt x="1246920" y="801005"/>
                </a:lnTo>
                <a:lnTo>
                  <a:pt x="1249985" y="808195"/>
                </a:lnTo>
                <a:lnTo>
                  <a:pt x="1247506" y="814437"/>
                </a:lnTo>
                <a:lnTo>
                  <a:pt x="1244974" y="820719"/>
                </a:lnTo>
                <a:lnTo>
                  <a:pt x="1237888" y="823788"/>
                </a:lnTo>
                <a:lnTo>
                  <a:pt x="1231597" y="821355"/>
                </a:lnTo>
                <a:lnTo>
                  <a:pt x="1229828" y="820633"/>
                </a:lnTo>
                <a:lnTo>
                  <a:pt x="1228351" y="819639"/>
                </a:lnTo>
                <a:close/>
              </a:path>
              <a:path w="5142230" h="2300604">
                <a:moveTo>
                  <a:pt x="1033538" y="732888"/>
                </a:moveTo>
                <a:lnTo>
                  <a:pt x="1029165" y="728207"/>
                </a:lnTo>
                <a:lnTo>
                  <a:pt x="1028256" y="722640"/>
                </a:lnTo>
                <a:lnTo>
                  <a:pt x="1033639" y="711884"/>
                </a:lnTo>
                <a:lnTo>
                  <a:pt x="1041044" y="709449"/>
                </a:lnTo>
                <a:lnTo>
                  <a:pt x="1053112" y="715525"/>
                </a:lnTo>
                <a:lnTo>
                  <a:pt x="1055551" y="722926"/>
                </a:lnTo>
                <a:lnTo>
                  <a:pt x="1049426" y="735039"/>
                </a:lnTo>
                <a:lnTo>
                  <a:pt x="1042074" y="737433"/>
                </a:lnTo>
                <a:lnTo>
                  <a:pt x="1034689" y="733730"/>
                </a:lnTo>
                <a:lnTo>
                  <a:pt x="1033538" y="732888"/>
                </a:lnTo>
                <a:close/>
              </a:path>
              <a:path w="5142230" h="2300604">
                <a:moveTo>
                  <a:pt x="1097595" y="763730"/>
                </a:moveTo>
                <a:lnTo>
                  <a:pt x="1093263" y="759093"/>
                </a:lnTo>
                <a:lnTo>
                  <a:pt x="1092217" y="753770"/>
                </a:lnTo>
                <a:lnTo>
                  <a:pt x="1094358" y="749122"/>
                </a:lnTo>
                <a:lnTo>
                  <a:pt x="1097215" y="742992"/>
                </a:lnTo>
                <a:lnTo>
                  <a:pt x="1104482" y="740312"/>
                </a:lnTo>
                <a:lnTo>
                  <a:pt x="1110617" y="743165"/>
                </a:lnTo>
                <a:lnTo>
                  <a:pt x="1116800" y="745972"/>
                </a:lnTo>
                <a:lnTo>
                  <a:pt x="1119475" y="753234"/>
                </a:lnTo>
                <a:lnTo>
                  <a:pt x="1113774" y="765508"/>
                </a:lnTo>
                <a:lnTo>
                  <a:pt x="1106553" y="768236"/>
                </a:lnTo>
                <a:lnTo>
                  <a:pt x="1100370" y="765429"/>
                </a:lnTo>
                <a:lnTo>
                  <a:pt x="1098883" y="764718"/>
                </a:lnTo>
                <a:lnTo>
                  <a:pt x="1097595" y="763730"/>
                </a:lnTo>
                <a:close/>
              </a:path>
              <a:path w="5142230" h="2300604">
                <a:moveTo>
                  <a:pt x="2439400" y="1223809"/>
                </a:moveTo>
                <a:lnTo>
                  <a:pt x="2435027" y="1219128"/>
                </a:lnTo>
                <a:lnTo>
                  <a:pt x="2434123" y="1213663"/>
                </a:lnTo>
                <a:lnTo>
                  <a:pt x="2439404" y="1202895"/>
                </a:lnTo>
                <a:lnTo>
                  <a:pt x="2446754" y="1200402"/>
                </a:lnTo>
                <a:lnTo>
                  <a:pt x="2458878" y="1206343"/>
                </a:lnTo>
                <a:lnTo>
                  <a:pt x="2461362" y="1213693"/>
                </a:lnTo>
                <a:lnTo>
                  <a:pt x="2455377" y="1225859"/>
                </a:lnTo>
                <a:lnTo>
                  <a:pt x="2448026" y="1228351"/>
                </a:lnTo>
                <a:lnTo>
                  <a:pt x="2441985" y="1225403"/>
                </a:lnTo>
                <a:lnTo>
                  <a:pt x="2440593" y="1224694"/>
                </a:lnTo>
                <a:lnTo>
                  <a:pt x="2439400" y="1223809"/>
                </a:lnTo>
                <a:close/>
              </a:path>
              <a:path w="5142230" h="2300604">
                <a:moveTo>
                  <a:pt x="1361644" y="868978"/>
                </a:moveTo>
                <a:lnTo>
                  <a:pt x="1357312" y="864341"/>
                </a:lnTo>
                <a:lnTo>
                  <a:pt x="1356108" y="859631"/>
                </a:lnTo>
                <a:lnTo>
                  <a:pt x="1357722" y="855201"/>
                </a:lnTo>
                <a:lnTo>
                  <a:pt x="1359924" y="848761"/>
                </a:lnTo>
                <a:lnTo>
                  <a:pt x="1366931" y="845412"/>
                </a:lnTo>
                <a:lnTo>
                  <a:pt x="1379668" y="849858"/>
                </a:lnTo>
                <a:lnTo>
                  <a:pt x="1383066" y="856819"/>
                </a:lnTo>
                <a:lnTo>
                  <a:pt x="1380864" y="863259"/>
                </a:lnTo>
                <a:lnTo>
                  <a:pt x="1378616" y="869650"/>
                </a:lnTo>
                <a:lnTo>
                  <a:pt x="1371610" y="873000"/>
                </a:lnTo>
                <a:lnTo>
                  <a:pt x="1363257" y="870119"/>
                </a:lnTo>
                <a:lnTo>
                  <a:pt x="1361644" y="868978"/>
                </a:lnTo>
                <a:close/>
              </a:path>
              <a:path w="5142230" h="2300604">
                <a:moveTo>
                  <a:pt x="2827447" y="2037032"/>
                </a:moveTo>
                <a:lnTo>
                  <a:pt x="2823166" y="2032448"/>
                </a:lnTo>
                <a:lnTo>
                  <a:pt x="2821938" y="2028299"/>
                </a:lnTo>
                <a:lnTo>
                  <a:pt x="2822834" y="2024175"/>
                </a:lnTo>
                <a:lnTo>
                  <a:pt x="2824328" y="2017565"/>
                </a:lnTo>
                <a:lnTo>
                  <a:pt x="2830894" y="2013450"/>
                </a:lnTo>
                <a:lnTo>
                  <a:pt x="2844105" y="2016449"/>
                </a:lnTo>
                <a:lnTo>
                  <a:pt x="2848220" y="2023005"/>
                </a:lnTo>
                <a:lnTo>
                  <a:pt x="2845226" y="2036221"/>
                </a:lnTo>
                <a:lnTo>
                  <a:pt x="2838660" y="2040336"/>
                </a:lnTo>
                <a:lnTo>
                  <a:pt x="2829623" y="2038286"/>
                </a:lnTo>
                <a:lnTo>
                  <a:pt x="2827447" y="2037032"/>
                </a:lnTo>
                <a:close/>
              </a:path>
              <a:path w="5142230" h="2300604">
                <a:moveTo>
                  <a:pt x="2810187" y="2105842"/>
                </a:moveTo>
                <a:lnTo>
                  <a:pt x="2805905" y="2101259"/>
                </a:lnTo>
                <a:lnTo>
                  <a:pt x="2804684" y="2096921"/>
                </a:lnTo>
                <a:lnTo>
                  <a:pt x="2807549" y="2086109"/>
                </a:lnTo>
                <a:lnTo>
                  <a:pt x="2813995" y="2082452"/>
                </a:lnTo>
                <a:lnTo>
                  <a:pt x="2814293" y="2082283"/>
                </a:lnTo>
                <a:lnTo>
                  <a:pt x="2820839" y="2084012"/>
                </a:lnTo>
                <a:lnTo>
                  <a:pt x="2827345" y="2085796"/>
                </a:lnTo>
                <a:lnTo>
                  <a:pt x="2831220" y="2092485"/>
                </a:lnTo>
                <a:lnTo>
                  <a:pt x="2829491" y="2099040"/>
                </a:lnTo>
                <a:lnTo>
                  <a:pt x="2827712" y="2105542"/>
                </a:lnTo>
                <a:lnTo>
                  <a:pt x="2821314" y="2109250"/>
                </a:lnTo>
                <a:lnTo>
                  <a:pt x="2821018" y="2109421"/>
                </a:lnTo>
                <a:lnTo>
                  <a:pt x="2812174" y="2107090"/>
                </a:lnTo>
                <a:lnTo>
                  <a:pt x="2810187" y="2105842"/>
                </a:lnTo>
                <a:close/>
              </a:path>
              <a:path w="5142230" h="2300604">
                <a:moveTo>
                  <a:pt x="633675" y="349222"/>
                </a:moveTo>
                <a:lnTo>
                  <a:pt x="628513" y="343696"/>
                </a:lnTo>
                <a:lnTo>
                  <a:pt x="628020" y="342777"/>
                </a:lnTo>
                <a:lnTo>
                  <a:pt x="624731" y="336911"/>
                </a:lnTo>
                <a:lnTo>
                  <a:pt x="626828" y="329381"/>
                </a:lnTo>
                <a:lnTo>
                  <a:pt x="632746" y="326136"/>
                </a:lnTo>
                <a:lnTo>
                  <a:pt x="638666" y="322797"/>
                </a:lnTo>
                <a:lnTo>
                  <a:pt x="646101" y="324891"/>
                </a:lnTo>
                <a:lnTo>
                  <a:pt x="649440" y="330812"/>
                </a:lnTo>
                <a:lnTo>
                  <a:pt x="652685" y="336729"/>
                </a:lnTo>
                <a:lnTo>
                  <a:pt x="650636" y="344213"/>
                </a:lnTo>
                <a:lnTo>
                  <a:pt x="644670" y="347503"/>
                </a:lnTo>
                <a:lnTo>
                  <a:pt x="639712" y="350309"/>
                </a:lnTo>
                <a:lnTo>
                  <a:pt x="633675" y="349222"/>
                </a:lnTo>
                <a:close/>
              </a:path>
              <a:path w="5142230" h="2300604">
                <a:moveTo>
                  <a:pt x="2040719" y="1076682"/>
                </a:moveTo>
                <a:lnTo>
                  <a:pt x="2036391" y="1072050"/>
                </a:lnTo>
                <a:lnTo>
                  <a:pt x="2035173" y="1067618"/>
                </a:lnTo>
                <a:lnTo>
                  <a:pt x="2038370" y="1056770"/>
                </a:lnTo>
                <a:lnTo>
                  <a:pt x="2045202" y="1053136"/>
                </a:lnTo>
                <a:lnTo>
                  <a:pt x="2051652" y="1055055"/>
                </a:lnTo>
                <a:lnTo>
                  <a:pt x="2058146" y="1056923"/>
                </a:lnTo>
                <a:lnTo>
                  <a:pt x="2061883" y="1063759"/>
                </a:lnTo>
                <a:lnTo>
                  <a:pt x="2059916" y="1070254"/>
                </a:lnTo>
                <a:lnTo>
                  <a:pt x="2058042" y="1076753"/>
                </a:lnTo>
                <a:lnTo>
                  <a:pt x="2051260" y="1080440"/>
                </a:lnTo>
                <a:lnTo>
                  <a:pt x="2042566" y="1077878"/>
                </a:lnTo>
                <a:lnTo>
                  <a:pt x="2040719" y="1076682"/>
                </a:lnTo>
                <a:close/>
              </a:path>
              <a:path w="5142230" h="2300604">
                <a:moveTo>
                  <a:pt x="1294757" y="844980"/>
                </a:moveTo>
                <a:lnTo>
                  <a:pt x="1290435" y="840353"/>
                </a:lnTo>
                <a:lnTo>
                  <a:pt x="1289278" y="835498"/>
                </a:lnTo>
                <a:lnTo>
                  <a:pt x="1293283" y="824635"/>
                </a:lnTo>
                <a:lnTo>
                  <a:pt x="1300332" y="821428"/>
                </a:lnTo>
                <a:lnTo>
                  <a:pt x="1306674" y="823721"/>
                </a:lnTo>
                <a:lnTo>
                  <a:pt x="1313013" y="826109"/>
                </a:lnTo>
                <a:lnTo>
                  <a:pt x="1316269" y="833112"/>
                </a:lnTo>
                <a:lnTo>
                  <a:pt x="1311585" y="845888"/>
                </a:lnTo>
                <a:lnTo>
                  <a:pt x="1304536" y="849095"/>
                </a:lnTo>
                <a:lnTo>
                  <a:pt x="1296330" y="846077"/>
                </a:lnTo>
                <a:lnTo>
                  <a:pt x="1294757" y="844980"/>
                </a:lnTo>
                <a:close/>
              </a:path>
              <a:path w="5142230" h="2300604">
                <a:moveTo>
                  <a:pt x="670161" y="410370"/>
                </a:moveTo>
                <a:lnTo>
                  <a:pt x="665138" y="404993"/>
                </a:lnTo>
                <a:lnTo>
                  <a:pt x="661053" y="398665"/>
                </a:lnTo>
                <a:lnTo>
                  <a:pt x="662732" y="391079"/>
                </a:lnTo>
                <a:lnTo>
                  <a:pt x="668473" y="387450"/>
                </a:lnTo>
                <a:lnTo>
                  <a:pt x="674165" y="383768"/>
                </a:lnTo>
                <a:lnTo>
                  <a:pt x="681756" y="385443"/>
                </a:lnTo>
                <a:lnTo>
                  <a:pt x="689013" y="396926"/>
                </a:lnTo>
                <a:lnTo>
                  <a:pt x="687297" y="404473"/>
                </a:lnTo>
                <a:lnTo>
                  <a:pt x="676577" y="411373"/>
                </a:lnTo>
                <a:lnTo>
                  <a:pt x="670161" y="410370"/>
                </a:lnTo>
                <a:close/>
              </a:path>
              <a:path w="5142230" h="2300604">
                <a:moveTo>
                  <a:pt x="600253" y="286271"/>
                </a:moveTo>
                <a:lnTo>
                  <a:pt x="595830" y="281537"/>
                </a:lnTo>
                <a:lnTo>
                  <a:pt x="595158" y="280621"/>
                </a:lnTo>
                <a:lnTo>
                  <a:pt x="591578" y="273465"/>
                </a:lnTo>
                <a:lnTo>
                  <a:pt x="594046" y="266137"/>
                </a:lnTo>
                <a:lnTo>
                  <a:pt x="599680" y="263273"/>
                </a:lnTo>
                <a:lnTo>
                  <a:pt x="606026" y="260097"/>
                </a:lnTo>
                <a:lnTo>
                  <a:pt x="613478" y="262503"/>
                </a:lnTo>
                <a:lnTo>
                  <a:pt x="619577" y="274602"/>
                </a:lnTo>
                <a:lnTo>
                  <a:pt x="617113" y="281935"/>
                </a:lnTo>
                <a:lnTo>
                  <a:pt x="611475" y="284795"/>
                </a:lnTo>
                <a:lnTo>
                  <a:pt x="606114" y="287462"/>
                </a:lnTo>
                <a:lnTo>
                  <a:pt x="600253" y="286271"/>
                </a:lnTo>
                <a:close/>
              </a:path>
              <a:path w="5142230" h="2300604">
                <a:moveTo>
                  <a:pt x="2176190" y="1118872"/>
                </a:moveTo>
                <a:lnTo>
                  <a:pt x="2171904" y="1114284"/>
                </a:lnTo>
                <a:lnTo>
                  <a:pt x="2170746" y="1109623"/>
                </a:lnTo>
                <a:lnTo>
                  <a:pt x="2172171" y="1105186"/>
                </a:lnTo>
                <a:lnTo>
                  <a:pt x="2174252" y="1099008"/>
                </a:lnTo>
                <a:lnTo>
                  <a:pt x="2174325" y="1098792"/>
                </a:lnTo>
                <a:lnTo>
                  <a:pt x="2181289" y="1095299"/>
                </a:lnTo>
                <a:lnTo>
                  <a:pt x="2187679" y="1097448"/>
                </a:lnTo>
                <a:lnTo>
                  <a:pt x="2194126" y="1099560"/>
                </a:lnTo>
                <a:lnTo>
                  <a:pt x="2197569" y="1106471"/>
                </a:lnTo>
                <a:lnTo>
                  <a:pt x="2195466" y="1112919"/>
                </a:lnTo>
                <a:lnTo>
                  <a:pt x="2193337" y="1119144"/>
                </a:lnTo>
                <a:lnTo>
                  <a:pt x="2193264" y="1119359"/>
                </a:lnTo>
                <a:lnTo>
                  <a:pt x="2186348" y="1122806"/>
                </a:lnTo>
                <a:lnTo>
                  <a:pt x="2179900" y="1120693"/>
                </a:lnTo>
                <a:lnTo>
                  <a:pt x="2177898" y="1120016"/>
                </a:lnTo>
                <a:lnTo>
                  <a:pt x="2176190" y="1118872"/>
                </a:lnTo>
                <a:close/>
              </a:path>
              <a:path w="5142230" h="2300604">
                <a:moveTo>
                  <a:pt x="710549" y="469146"/>
                </a:moveTo>
                <a:lnTo>
                  <a:pt x="705349" y="463580"/>
                </a:lnTo>
                <a:lnTo>
                  <a:pt x="701285" y="458154"/>
                </a:lnTo>
                <a:lnTo>
                  <a:pt x="702491" y="450453"/>
                </a:lnTo>
                <a:lnTo>
                  <a:pt x="707914" y="446483"/>
                </a:lnTo>
                <a:lnTo>
                  <a:pt x="713340" y="442419"/>
                </a:lnTo>
                <a:lnTo>
                  <a:pt x="720996" y="443576"/>
                </a:lnTo>
                <a:lnTo>
                  <a:pt x="729075" y="454473"/>
                </a:lnTo>
                <a:lnTo>
                  <a:pt x="727918" y="462129"/>
                </a:lnTo>
                <a:lnTo>
                  <a:pt x="722492" y="466193"/>
                </a:lnTo>
                <a:lnTo>
                  <a:pt x="717456" y="469893"/>
                </a:lnTo>
                <a:lnTo>
                  <a:pt x="710549" y="469146"/>
                </a:lnTo>
                <a:close/>
              </a:path>
              <a:path w="5142230" h="2300604">
                <a:moveTo>
                  <a:pt x="2108614" y="1097263"/>
                </a:moveTo>
                <a:lnTo>
                  <a:pt x="2104286" y="1092631"/>
                </a:lnTo>
                <a:lnTo>
                  <a:pt x="2103120" y="1088059"/>
                </a:lnTo>
                <a:lnTo>
                  <a:pt x="2104444" y="1083709"/>
                </a:lnTo>
                <a:lnTo>
                  <a:pt x="2106457" y="1077263"/>
                </a:lnTo>
                <a:lnTo>
                  <a:pt x="2113330" y="1073673"/>
                </a:lnTo>
                <a:lnTo>
                  <a:pt x="2119830" y="1075646"/>
                </a:lnTo>
                <a:lnTo>
                  <a:pt x="2126276" y="1077659"/>
                </a:lnTo>
                <a:lnTo>
                  <a:pt x="2129866" y="1084532"/>
                </a:lnTo>
                <a:lnTo>
                  <a:pt x="2127899" y="1091027"/>
                </a:lnTo>
                <a:lnTo>
                  <a:pt x="2125885" y="1097474"/>
                </a:lnTo>
                <a:lnTo>
                  <a:pt x="2119012" y="1101064"/>
                </a:lnTo>
                <a:lnTo>
                  <a:pt x="2112517" y="1099096"/>
                </a:lnTo>
                <a:lnTo>
                  <a:pt x="2110416" y="1098411"/>
                </a:lnTo>
                <a:lnTo>
                  <a:pt x="2108614" y="1097263"/>
                </a:lnTo>
                <a:close/>
              </a:path>
              <a:path w="5142230" h="2300604">
                <a:moveTo>
                  <a:pt x="755193" y="524756"/>
                </a:moveTo>
                <a:lnTo>
                  <a:pt x="750415" y="519641"/>
                </a:lnTo>
                <a:lnTo>
                  <a:pt x="745960" y="514580"/>
                </a:lnTo>
                <a:lnTo>
                  <a:pt x="746461" y="506807"/>
                </a:lnTo>
                <a:lnTo>
                  <a:pt x="751617" y="502356"/>
                </a:lnTo>
                <a:lnTo>
                  <a:pt x="756077" y="498431"/>
                </a:lnTo>
                <a:lnTo>
                  <a:pt x="756678" y="497902"/>
                </a:lnTo>
                <a:lnTo>
                  <a:pt x="764397" y="498443"/>
                </a:lnTo>
                <a:lnTo>
                  <a:pt x="773356" y="508619"/>
                </a:lnTo>
                <a:lnTo>
                  <a:pt x="772810" y="516343"/>
                </a:lnTo>
                <a:lnTo>
                  <a:pt x="763237" y="524765"/>
                </a:lnTo>
                <a:lnTo>
                  <a:pt x="762736" y="525206"/>
                </a:lnTo>
                <a:lnTo>
                  <a:pt x="755193" y="524756"/>
                </a:lnTo>
                <a:close/>
              </a:path>
              <a:path w="5142230" h="2300604">
                <a:moveTo>
                  <a:pt x="2855843" y="1756204"/>
                </a:moveTo>
                <a:lnTo>
                  <a:pt x="2851557" y="1751616"/>
                </a:lnTo>
                <a:lnTo>
                  <a:pt x="2850323" y="1749024"/>
                </a:lnTo>
                <a:lnTo>
                  <a:pt x="2849707" y="1739373"/>
                </a:lnTo>
                <a:lnTo>
                  <a:pt x="2854821" y="1733509"/>
                </a:lnTo>
                <a:lnTo>
                  <a:pt x="2861540" y="1733076"/>
                </a:lnTo>
                <a:lnTo>
                  <a:pt x="2868303" y="1732594"/>
                </a:lnTo>
                <a:lnTo>
                  <a:pt x="2874131" y="1737659"/>
                </a:lnTo>
                <a:lnTo>
                  <a:pt x="2875086" y="1751194"/>
                </a:lnTo>
                <a:lnTo>
                  <a:pt x="2870025" y="1757017"/>
                </a:lnTo>
                <a:lnTo>
                  <a:pt x="2863254" y="1757490"/>
                </a:lnTo>
                <a:lnTo>
                  <a:pt x="2859374" y="1757736"/>
                </a:lnTo>
                <a:lnTo>
                  <a:pt x="2855843" y="1756204"/>
                </a:lnTo>
                <a:close/>
              </a:path>
              <a:path w="5142230" h="2300604">
                <a:moveTo>
                  <a:pt x="2727878" y="1435262"/>
                </a:moveTo>
                <a:lnTo>
                  <a:pt x="2722998" y="1430038"/>
                </a:lnTo>
                <a:lnTo>
                  <a:pt x="2718597" y="1424936"/>
                </a:lnTo>
                <a:lnTo>
                  <a:pt x="2719143" y="1417212"/>
                </a:lnTo>
                <a:lnTo>
                  <a:pt x="2728648" y="1409010"/>
                </a:lnTo>
                <a:lnTo>
                  <a:pt x="2729406" y="1408356"/>
                </a:lnTo>
                <a:lnTo>
                  <a:pt x="2737175" y="1408951"/>
                </a:lnTo>
                <a:lnTo>
                  <a:pt x="2745979" y="1419254"/>
                </a:lnTo>
                <a:lnTo>
                  <a:pt x="2745391" y="1426934"/>
                </a:lnTo>
                <a:lnTo>
                  <a:pt x="2735878" y="1435126"/>
                </a:lnTo>
                <a:lnTo>
                  <a:pt x="2735271" y="1435649"/>
                </a:lnTo>
                <a:lnTo>
                  <a:pt x="2727878" y="1435262"/>
                </a:lnTo>
                <a:close/>
              </a:path>
              <a:path w="5142230" h="2300604">
                <a:moveTo>
                  <a:pt x="2674706" y="1380005"/>
                </a:moveTo>
                <a:lnTo>
                  <a:pt x="2669746" y="1374695"/>
                </a:lnTo>
                <a:lnTo>
                  <a:pt x="2669665" y="1367374"/>
                </a:lnTo>
                <a:lnTo>
                  <a:pt x="2674116" y="1362659"/>
                </a:lnTo>
                <a:lnTo>
                  <a:pt x="2678677" y="1357668"/>
                </a:lnTo>
                <a:lnTo>
                  <a:pt x="2686480" y="1357419"/>
                </a:lnTo>
                <a:lnTo>
                  <a:pt x="2696359" y="1366626"/>
                </a:lnTo>
                <a:lnTo>
                  <a:pt x="2696613" y="1374424"/>
                </a:lnTo>
                <a:lnTo>
                  <a:pt x="2687405" y="1384313"/>
                </a:lnTo>
                <a:lnTo>
                  <a:pt x="2679648" y="1384610"/>
                </a:lnTo>
                <a:lnTo>
                  <a:pt x="2674706" y="1380005"/>
                </a:lnTo>
                <a:close/>
              </a:path>
              <a:path w="5142230" h="2300604">
                <a:moveTo>
                  <a:pt x="2830526" y="1617868"/>
                </a:moveTo>
                <a:lnTo>
                  <a:pt x="2826195" y="1613231"/>
                </a:lnTo>
                <a:lnTo>
                  <a:pt x="2825262" y="1611646"/>
                </a:lnTo>
                <a:lnTo>
                  <a:pt x="2824708" y="1609880"/>
                </a:lnTo>
                <a:lnTo>
                  <a:pt x="2822614" y="1603436"/>
                </a:lnTo>
                <a:lnTo>
                  <a:pt x="2826148" y="1596564"/>
                </a:lnTo>
                <a:lnTo>
                  <a:pt x="2832597" y="1594475"/>
                </a:lnTo>
                <a:lnTo>
                  <a:pt x="2839087" y="1592430"/>
                </a:lnTo>
                <a:lnTo>
                  <a:pt x="2845949" y="1595963"/>
                </a:lnTo>
                <a:lnTo>
                  <a:pt x="2848043" y="1602408"/>
                </a:lnTo>
                <a:lnTo>
                  <a:pt x="2850088" y="1608898"/>
                </a:lnTo>
                <a:lnTo>
                  <a:pt x="2846555" y="1615770"/>
                </a:lnTo>
                <a:lnTo>
                  <a:pt x="2840060" y="1617810"/>
                </a:lnTo>
                <a:lnTo>
                  <a:pt x="2835434" y="1619309"/>
                </a:lnTo>
                <a:lnTo>
                  <a:pt x="2830526" y="1617868"/>
                </a:lnTo>
                <a:close/>
              </a:path>
              <a:path w="5142230" h="2300604">
                <a:moveTo>
                  <a:pt x="1496460" y="913790"/>
                </a:moveTo>
                <a:lnTo>
                  <a:pt x="1492133" y="909157"/>
                </a:lnTo>
                <a:lnTo>
                  <a:pt x="1490966" y="904586"/>
                </a:lnTo>
                <a:lnTo>
                  <a:pt x="1494405" y="893703"/>
                </a:lnTo>
                <a:lnTo>
                  <a:pt x="1501275" y="890207"/>
                </a:lnTo>
                <a:lnTo>
                  <a:pt x="1514214" y="894283"/>
                </a:lnTo>
                <a:lnTo>
                  <a:pt x="1517755" y="901201"/>
                </a:lnTo>
                <a:lnTo>
                  <a:pt x="1515691" y="907594"/>
                </a:lnTo>
                <a:lnTo>
                  <a:pt x="1513629" y="914086"/>
                </a:lnTo>
                <a:lnTo>
                  <a:pt x="1506761" y="917681"/>
                </a:lnTo>
                <a:lnTo>
                  <a:pt x="1500317" y="915573"/>
                </a:lnTo>
                <a:lnTo>
                  <a:pt x="1498257" y="914932"/>
                </a:lnTo>
                <a:lnTo>
                  <a:pt x="1496460" y="913790"/>
                </a:lnTo>
                <a:close/>
              </a:path>
              <a:path w="5142230" h="2300604">
                <a:moveTo>
                  <a:pt x="1632078" y="955843"/>
                </a:moveTo>
                <a:lnTo>
                  <a:pt x="1627792" y="951255"/>
                </a:lnTo>
                <a:lnTo>
                  <a:pt x="1626581" y="946733"/>
                </a:lnTo>
                <a:lnTo>
                  <a:pt x="1629877" y="935893"/>
                </a:lnTo>
                <a:lnTo>
                  <a:pt x="1636700" y="932249"/>
                </a:lnTo>
                <a:lnTo>
                  <a:pt x="1649695" y="936190"/>
                </a:lnTo>
                <a:lnTo>
                  <a:pt x="1653334" y="943017"/>
                </a:lnTo>
                <a:lnTo>
                  <a:pt x="1649398" y="956008"/>
                </a:lnTo>
                <a:lnTo>
                  <a:pt x="1642571" y="959646"/>
                </a:lnTo>
                <a:lnTo>
                  <a:pt x="1633926" y="957039"/>
                </a:lnTo>
                <a:lnTo>
                  <a:pt x="1632078" y="955843"/>
                </a:lnTo>
                <a:close/>
              </a:path>
              <a:path w="5142230" h="2300604">
                <a:moveTo>
                  <a:pt x="2375124" y="1194003"/>
                </a:moveTo>
                <a:lnTo>
                  <a:pt x="2370796" y="1189371"/>
                </a:lnTo>
                <a:lnTo>
                  <a:pt x="2369747" y="1184142"/>
                </a:lnTo>
                <a:lnTo>
                  <a:pt x="2371740" y="1179532"/>
                </a:lnTo>
                <a:lnTo>
                  <a:pt x="2374458" y="1173350"/>
                </a:lnTo>
                <a:lnTo>
                  <a:pt x="2381682" y="1170527"/>
                </a:lnTo>
                <a:lnTo>
                  <a:pt x="2387914" y="1173289"/>
                </a:lnTo>
                <a:lnTo>
                  <a:pt x="2394150" y="1175956"/>
                </a:lnTo>
                <a:lnTo>
                  <a:pt x="2396973" y="1183181"/>
                </a:lnTo>
                <a:lnTo>
                  <a:pt x="2394207" y="1189408"/>
                </a:lnTo>
                <a:lnTo>
                  <a:pt x="2391498" y="1195599"/>
                </a:lnTo>
                <a:lnTo>
                  <a:pt x="2384274" y="1198422"/>
                </a:lnTo>
                <a:lnTo>
                  <a:pt x="2378083" y="1195704"/>
                </a:lnTo>
                <a:lnTo>
                  <a:pt x="2376506" y="1194995"/>
                </a:lnTo>
                <a:lnTo>
                  <a:pt x="2375124" y="1194003"/>
                </a:lnTo>
                <a:close/>
              </a:path>
              <a:path w="5142230" h="2300604">
                <a:moveTo>
                  <a:pt x="1564238" y="935028"/>
                </a:moveTo>
                <a:lnTo>
                  <a:pt x="1559906" y="930391"/>
                </a:lnTo>
                <a:lnTo>
                  <a:pt x="1558696" y="925869"/>
                </a:lnTo>
                <a:lnTo>
                  <a:pt x="1560019" y="921519"/>
                </a:lnTo>
                <a:lnTo>
                  <a:pt x="1562033" y="915073"/>
                </a:lnTo>
                <a:lnTo>
                  <a:pt x="1568959" y="911442"/>
                </a:lnTo>
                <a:lnTo>
                  <a:pt x="1581852" y="915469"/>
                </a:lnTo>
                <a:lnTo>
                  <a:pt x="1585486" y="922291"/>
                </a:lnTo>
                <a:lnTo>
                  <a:pt x="1583473" y="928738"/>
                </a:lnTo>
                <a:lnTo>
                  <a:pt x="1581510" y="935238"/>
                </a:lnTo>
                <a:lnTo>
                  <a:pt x="1574588" y="938873"/>
                </a:lnTo>
                <a:lnTo>
                  <a:pt x="1568141" y="936860"/>
                </a:lnTo>
                <a:lnTo>
                  <a:pt x="1566040" y="936175"/>
                </a:lnTo>
                <a:lnTo>
                  <a:pt x="1564238" y="935028"/>
                </a:lnTo>
                <a:close/>
              </a:path>
              <a:path w="5142230" h="2300604">
                <a:moveTo>
                  <a:pt x="2770303" y="1491331"/>
                </a:moveTo>
                <a:lnTo>
                  <a:pt x="2765288" y="1485962"/>
                </a:lnTo>
                <a:lnTo>
                  <a:pt x="2764930" y="1485384"/>
                </a:lnTo>
                <a:lnTo>
                  <a:pt x="2761203" y="1479733"/>
                </a:lnTo>
                <a:lnTo>
                  <a:pt x="2762734" y="1472085"/>
                </a:lnTo>
                <a:lnTo>
                  <a:pt x="2774034" y="1464633"/>
                </a:lnTo>
                <a:lnTo>
                  <a:pt x="2781629" y="1466214"/>
                </a:lnTo>
                <a:lnTo>
                  <a:pt x="2789081" y="1477514"/>
                </a:lnTo>
                <a:lnTo>
                  <a:pt x="2787549" y="1485063"/>
                </a:lnTo>
                <a:lnTo>
                  <a:pt x="2781899" y="1488789"/>
                </a:lnTo>
                <a:lnTo>
                  <a:pt x="2776832" y="1492162"/>
                </a:lnTo>
                <a:lnTo>
                  <a:pt x="2770303" y="1491331"/>
                </a:lnTo>
                <a:close/>
              </a:path>
              <a:path w="5142230" h="2300604">
                <a:moveTo>
                  <a:pt x="2804758" y="1552455"/>
                </a:moveTo>
                <a:lnTo>
                  <a:pt x="2800385" y="1547774"/>
                </a:lnTo>
                <a:lnTo>
                  <a:pt x="2799707" y="1546755"/>
                </a:lnTo>
                <a:lnTo>
                  <a:pt x="2796228" y="1539513"/>
                </a:lnTo>
                <a:lnTo>
                  <a:pt x="2798791" y="1532188"/>
                </a:lnTo>
                <a:lnTo>
                  <a:pt x="2810979" y="1526272"/>
                </a:lnTo>
                <a:lnTo>
                  <a:pt x="2818300" y="1528929"/>
                </a:lnTo>
                <a:lnTo>
                  <a:pt x="2824166" y="1541073"/>
                </a:lnTo>
                <a:lnTo>
                  <a:pt x="2821603" y="1548397"/>
                </a:lnTo>
                <a:lnTo>
                  <a:pt x="2815507" y="1551353"/>
                </a:lnTo>
                <a:lnTo>
                  <a:pt x="2810516" y="1553732"/>
                </a:lnTo>
                <a:lnTo>
                  <a:pt x="2804758" y="1552455"/>
                </a:lnTo>
                <a:close/>
              </a:path>
              <a:path w="5142230" h="2300604">
                <a:moveTo>
                  <a:pt x="1428896" y="891803"/>
                </a:moveTo>
                <a:lnTo>
                  <a:pt x="1424614" y="887220"/>
                </a:lnTo>
                <a:lnTo>
                  <a:pt x="1423402" y="882599"/>
                </a:lnTo>
                <a:lnTo>
                  <a:pt x="1424828" y="878163"/>
                </a:lnTo>
                <a:lnTo>
                  <a:pt x="1426928" y="871907"/>
                </a:lnTo>
                <a:lnTo>
                  <a:pt x="1426977" y="871764"/>
                </a:lnTo>
                <a:lnTo>
                  <a:pt x="1433900" y="868227"/>
                </a:lnTo>
                <a:lnTo>
                  <a:pt x="1446783" y="872537"/>
                </a:lnTo>
                <a:lnTo>
                  <a:pt x="1450230" y="879452"/>
                </a:lnTo>
                <a:lnTo>
                  <a:pt x="1448122" y="885896"/>
                </a:lnTo>
                <a:lnTo>
                  <a:pt x="1446018" y="892146"/>
                </a:lnTo>
                <a:lnTo>
                  <a:pt x="1445969" y="892290"/>
                </a:lnTo>
                <a:lnTo>
                  <a:pt x="1439099" y="895786"/>
                </a:lnTo>
                <a:lnTo>
                  <a:pt x="1432656" y="893678"/>
                </a:lnTo>
                <a:lnTo>
                  <a:pt x="1430649" y="892996"/>
                </a:lnTo>
                <a:lnTo>
                  <a:pt x="1428896" y="891803"/>
                </a:lnTo>
                <a:close/>
              </a:path>
              <a:path w="5142230" h="2300604">
                <a:moveTo>
                  <a:pt x="1700019" y="976473"/>
                </a:moveTo>
                <a:lnTo>
                  <a:pt x="1695691" y="971841"/>
                </a:lnTo>
                <a:lnTo>
                  <a:pt x="1694522" y="967363"/>
                </a:lnTo>
                <a:lnTo>
                  <a:pt x="1697818" y="956523"/>
                </a:lnTo>
                <a:lnTo>
                  <a:pt x="1704641" y="952879"/>
                </a:lnTo>
                <a:lnTo>
                  <a:pt x="1717586" y="956766"/>
                </a:lnTo>
                <a:lnTo>
                  <a:pt x="1721275" y="963647"/>
                </a:lnTo>
                <a:lnTo>
                  <a:pt x="1719307" y="970142"/>
                </a:lnTo>
                <a:lnTo>
                  <a:pt x="1717293" y="976589"/>
                </a:lnTo>
                <a:lnTo>
                  <a:pt x="1710466" y="980228"/>
                </a:lnTo>
                <a:lnTo>
                  <a:pt x="1701866" y="977669"/>
                </a:lnTo>
                <a:lnTo>
                  <a:pt x="1700019" y="976473"/>
                </a:lnTo>
                <a:close/>
              </a:path>
              <a:path w="5142230" h="2300604">
                <a:moveTo>
                  <a:pt x="2847366" y="1686234"/>
                </a:moveTo>
                <a:lnTo>
                  <a:pt x="2843080" y="1681646"/>
                </a:lnTo>
                <a:lnTo>
                  <a:pt x="2841978" y="1679488"/>
                </a:lnTo>
                <a:lnTo>
                  <a:pt x="2841524" y="1677047"/>
                </a:lnTo>
                <a:lnTo>
                  <a:pt x="2840337" y="1670400"/>
                </a:lnTo>
                <a:lnTo>
                  <a:pt x="2844669" y="1664091"/>
                </a:lnTo>
                <a:lnTo>
                  <a:pt x="2857972" y="1661616"/>
                </a:lnTo>
                <a:lnTo>
                  <a:pt x="2864388" y="1666041"/>
                </a:lnTo>
                <a:lnTo>
                  <a:pt x="2865668" y="1672689"/>
                </a:lnTo>
                <a:lnTo>
                  <a:pt x="2866862" y="1679344"/>
                </a:lnTo>
                <a:lnTo>
                  <a:pt x="2862442" y="1685756"/>
                </a:lnTo>
                <a:lnTo>
                  <a:pt x="2855793" y="1686946"/>
                </a:lnTo>
                <a:lnTo>
                  <a:pt x="2851512" y="1687739"/>
                </a:lnTo>
                <a:lnTo>
                  <a:pt x="2847366" y="1686234"/>
                </a:lnTo>
                <a:close/>
              </a:path>
              <a:path w="5142230" h="2300604">
                <a:moveTo>
                  <a:pt x="2856931" y="1826867"/>
                </a:moveTo>
                <a:lnTo>
                  <a:pt x="2852649" y="1822283"/>
                </a:lnTo>
                <a:lnTo>
                  <a:pt x="2851382" y="1819167"/>
                </a:lnTo>
                <a:lnTo>
                  <a:pt x="2851499" y="1815871"/>
                </a:lnTo>
                <a:lnTo>
                  <a:pt x="2851681" y="1809126"/>
                </a:lnTo>
                <a:lnTo>
                  <a:pt x="2857287" y="1803788"/>
                </a:lnTo>
                <a:lnTo>
                  <a:pt x="2870876" y="1804161"/>
                </a:lnTo>
                <a:lnTo>
                  <a:pt x="2876155" y="1809813"/>
                </a:lnTo>
                <a:lnTo>
                  <a:pt x="2875795" y="1823307"/>
                </a:lnTo>
                <a:lnTo>
                  <a:pt x="2870131" y="1828680"/>
                </a:lnTo>
                <a:lnTo>
                  <a:pt x="2859995" y="1828387"/>
                </a:lnTo>
                <a:lnTo>
                  <a:pt x="2856931" y="1826867"/>
                </a:lnTo>
                <a:close/>
              </a:path>
              <a:path w="5142230" h="2300604">
                <a:moveTo>
                  <a:pt x="1571334" y="812425"/>
                </a:moveTo>
                <a:lnTo>
                  <a:pt x="1567193" y="807993"/>
                </a:lnTo>
                <a:lnTo>
                  <a:pt x="1566013" y="803699"/>
                </a:lnTo>
                <a:lnTo>
                  <a:pt x="1567196" y="799590"/>
                </a:lnTo>
                <a:lnTo>
                  <a:pt x="1568969" y="793277"/>
                </a:lnTo>
                <a:lnTo>
                  <a:pt x="1575513" y="789628"/>
                </a:lnTo>
                <a:lnTo>
                  <a:pt x="1588090" y="793219"/>
                </a:lnTo>
                <a:lnTo>
                  <a:pt x="1591739" y="799764"/>
                </a:lnTo>
                <a:lnTo>
                  <a:pt x="1589966" y="806077"/>
                </a:lnTo>
                <a:lnTo>
                  <a:pt x="1588148" y="812341"/>
                </a:lnTo>
                <a:lnTo>
                  <a:pt x="1581603" y="815990"/>
                </a:lnTo>
                <a:lnTo>
                  <a:pt x="1575339" y="814171"/>
                </a:lnTo>
                <a:lnTo>
                  <a:pt x="1573136" y="813572"/>
                </a:lnTo>
                <a:lnTo>
                  <a:pt x="1571334" y="812425"/>
                </a:lnTo>
                <a:close/>
              </a:path>
              <a:path w="5142230" h="2300604">
                <a:moveTo>
                  <a:pt x="3050528" y="1761981"/>
                </a:moveTo>
                <a:lnTo>
                  <a:pt x="3046383" y="1757544"/>
                </a:lnTo>
                <a:lnTo>
                  <a:pt x="3045119" y="1754432"/>
                </a:lnTo>
                <a:lnTo>
                  <a:pt x="3045326" y="1751134"/>
                </a:lnTo>
                <a:lnTo>
                  <a:pt x="3045686" y="1744580"/>
                </a:lnTo>
                <a:lnTo>
                  <a:pt x="3050896" y="1739893"/>
                </a:lnTo>
                <a:lnTo>
                  <a:pt x="3051243" y="1739581"/>
                </a:lnTo>
                <a:lnTo>
                  <a:pt x="3057747" y="1739896"/>
                </a:lnTo>
                <a:lnTo>
                  <a:pt x="3064297" y="1740261"/>
                </a:lnTo>
                <a:lnTo>
                  <a:pt x="3069296" y="1745808"/>
                </a:lnTo>
                <a:lnTo>
                  <a:pt x="3068936" y="1752363"/>
                </a:lnTo>
                <a:lnTo>
                  <a:pt x="3068616" y="1758862"/>
                </a:lnTo>
                <a:lnTo>
                  <a:pt x="3063019" y="1763917"/>
                </a:lnTo>
                <a:lnTo>
                  <a:pt x="3056515" y="1763601"/>
                </a:lnTo>
                <a:lnTo>
                  <a:pt x="3053307" y="1763393"/>
                </a:lnTo>
                <a:lnTo>
                  <a:pt x="3050528" y="1761981"/>
                </a:lnTo>
                <a:close/>
              </a:path>
              <a:path w="5142230" h="2300604">
                <a:moveTo>
                  <a:pt x="738191" y="316243"/>
                </a:moveTo>
                <a:lnTo>
                  <a:pt x="732888" y="310567"/>
                </a:lnTo>
                <a:lnTo>
                  <a:pt x="729245" y="305103"/>
                </a:lnTo>
                <a:lnTo>
                  <a:pt x="730680" y="297745"/>
                </a:lnTo>
                <a:lnTo>
                  <a:pt x="741549" y="290514"/>
                </a:lnTo>
                <a:lnTo>
                  <a:pt x="748912" y="291945"/>
                </a:lnTo>
                <a:lnTo>
                  <a:pt x="756187" y="302763"/>
                </a:lnTo>
                <a:lnTo>
                  <a:pt x="754761" y="310131"/>
                </a:lnTo>
                <a:lnTo>
                  <a:pt x="749298" y="313764"/>
                </a:lnTo>
                <a:lnTo>
                  <a:pt x="744422" y="317049"/>
                </a:lnTo>
                <a:lnTo>
                  <a:pt x="738191" y="316243"/>
                </a:lnTo>
                <a:close/>
              </a:path>
              <a:path w="5142230" h="2300604">
                <a:moveTo>
                  <a:pt x="1503193" y="792265"/>
                </a:moveTo>
                <a:lnTo>
                  <a:pt x="1499048" y="787828"/>
                </a:lnTo>
                <a:lnTo>
                  <a:pt x="1497871" y="783440"/>
                </a:lnTo>
                <a:lnTo>
                  <a:pt x="1501064" y="772978"/>
                </a:lnTo>
                <a:lnTo>
                  <a:pt x="1507651" y="769473"/>
                </a:lnTo>
                <a:lnTo>
                  <a:pt x="1520168" y="773293"/>
                </a:lnTo>
                <a:lnTo>
                  <a:pt x="1523674" y="779880"/>
                </a:lnTo>
                <a:lnTo>
                  <a:pt x="1519848" y="792402"/>
                </a:lnTo>
                <a:lnTo>
                  <a:pt x="1513261" y="795908"/>
                </a:lnTo>
                <a:lnTo>
                  <a:pt x="1507005" y="794000"/>
                </a:lnTo>
                <a:lnTo>
                  <a:pt x="1504995" y="793412"/>
                </a:lnTo>
                <a:lnTo>
                  <a:pt x="1503193" y="792265"/>
                </a:lnTo>
                <a:close/>
              </a:path>
              <a:path w="5142230" h="2300604">
                <a:moveTo>
                  <a:pt x="1435375" y="770790"/>
                </a:moveTo>
                <a:lnTo>
                  <a:pt x="1431230" y="766352"/>
                </a:lnTo>
                <a:lnTo>
                  <a:pt x="1430061" y="761875"/>
                </a:lnTo>
                <a:lnTo>
                  <a:pt x="1431480" y="757627"/>
                </a:lnTo>
                <a:lnTo>
                  <a:pt x="1433484" y="751464"/>
                </a:lnTo>
                <a:lnTo>
                  <a:pt x="1440162" y="748056"/>
                </a:lnTo>
                <a:lnTo>
                  <a:pt x="1446371" y="750108"/>
                </a:lnTo>
                <a:lnTo>
                  <a:pt x="1452624" y="752110"/>
                </a:lnTo>
                <a:lnTo>
                  <a:pt x="1456037" y="758793"/>
                </a:lnTo>
                <a:lnTo>
                  <a:pt x="1451927" y="771207"/>
                </a:lnTo>
                <a:lnTo>
                  <a:pt x="1445254" y="774619"/>
                </a:lnTo>
                <a:lnTo>
                  <a:pt x="1437083" y="771934"/>
                </a:lnTo>
                <a:lnTo>
                  <a:pt x="1435375" y="770790"/>
                </a:lnTo>
                <a:close/>
              </a:path>
              <a:path w="5142230" h="2300604">
                <a:moveTo>
                  <a:pt x="2525213" y="1089680"/>
                </a:moveTo>
                <a:lnTo>
                  <a:pt x="2521023" y="1085194"/>
                </a:lnTo>
                <a:lnTo>
                  <a:pt x="2519912" y="1080388"/>
                </a:lnTo>
                <a:lnTo>
                  <a:pt x="2521710" y="1075960"/>
                </a:lnTo>
                <a:lnTo>
                  <a:pt x="2524088" y="1069904"/>
                </a:lnTo>
                <a:lnTo>
                  <a:pt x="2530987" y="1066928"/>
                </a:lnTo>
                <a:lnTo>
                  <a:pt x="2543101" y="1071783"/>
                </a:lnTo>
                <a:lnTo>
                  <a:pt x="2546072" y="1078677"/>
                </a:lnTo>
                <a:lnTo>
                  <a:pt x="2543694" y="1084734"/>
                </a:lnTo>
                <a:lnTo>
                  <a:pt x="2541222" y="1090787"/>
                </a:lnTo>
                <a:lnTo>
                  <a:pt x="2534323" y="1093762"/>
                </a:lnTo>
                <a:lnTo>
                  <a:pt x="2528320" y="1091344"/>
                </a:lnTo>
                <a:lnTo>
                  <a:pt x="2526596" y="1090671"/>
                </a:lnTo>
                <a:lnTo>
                  <a:pt x="2525213" y="1089680"/>
                </a:lnTo>
                <a:close/>
              </a:path>
              <a:path w="5142230" h="2300604">
                <a:moveTo>
                  <a:pt x="2977733" y="1422389"/>
                </a:moveTo>
                <a:lnTo>
                  <a:pt x="2972804" y="1417113"/>
                </a:lnTo>
                <a:lnTo>
                  <a:pt x="2972404" y="1416391"/>
                </a:lnTo>
                <a:lnTo>
                  <a:pt x="2969055" y="1410753"/>
                </a:lnTo>
                <a:lnTo>
                  <a:pt x="2970860" y="1403497"/>
                </a:lnTo>
                <a:lnTo>
                  <a:pt x="2976497" y="1400149"/>
                </a:lnTo>
                <a:lnTo>
                  <a:pt x="2982089" y="1396751"/>
                </a:lnTo>
                <a:lnTo>
                  <a:pt x="2989341" y="1398551"/>
                </a:lnTo>
                <a:lnTo>
                  <a:pt x="2992690" y="1404188"/>
                </a:lnTo>
                <a:lnTo>
                  <a:pt x="2996092" y="1409785"/>
                </a:lnTo>
                <a:lnTo>
                  <a:pt x="2994234" y="1417082"/>
                </a:lnTo>
                <a:lnTo>
                  <a:pt x="2983779" y="1423387"/>
                </a:lnTo>
                <a:lnTo>
                  <a:pt x="2977733" y="1422389"/>
                </a:lnTo>
                <a:close/>
              </a:path>
              <a:path w="5142230" h="2300604">
                <a:moveTo>
                  <a:pt x="3032434" y="1902427"/>
                </a:moveTo>
                <a:lnTo>
                  <a:pt x="3028289" y="1897990"/>
                </a:lnTo>
                <a:lnTo>
                  <a:pt x="3027048" y="1894218"/>
                </a:lnTo>
                <a:lnTo>
                  <a:pt x="3027790" y="1890321"/>
                </a:lnTo>
                <a:lnTo>
                  <a:pt x="3029050" y="1883948"/>
                </a:lnTo>
                <a:lnTo>
                  <a:pt x="3035237" y="1879721"/>
                </a:lnTo>
                <a:lnTo>
                  <a:pt x="3048090" y="1882141"/>
                </a:lnTo>
                <a:lnTo>
                  <a:pt x="3052264" y="1888368"/>
                </a:lnTo>
                <a:lnTo>
                  <a:pt x="3049843" y="1901221"/>
                </a:lnTo>
                <a:lnTo>
                  <a:pt x="3043616" y="1905405"/>
                </a:lnTo>
                <a:lnTo>
                  <a:pt x="3037238" y="1904149"/>
                </a:lnTo>
                <a:lnTo>
                  <a:pt x="3034651" y="1903726"/>
                </a:lnTo>
                <a:lnTo>
                  <a:pt x="3032434" y="1902427"/>
                </a:lnTo>
                <a:close/>
              </a:path>
              <a:path w="5142230" h="2300604">
                <a:moveTo>
                  <a:pt x="3031908" y="1551736"/>
                </a:moveTo>
                <a:lnTo>
                  <a:pt x="3027762" y="1547299"/>
                </a:lnTo>
                <a:lnTo>
                  <a:pt x="3026783" y="1545566"/>
                </a:lnTo>
                <a:lnTo>
                  <a:pt x="3026231" y="1543607"/>
                </a:lnTo>
                <a:lnTo>
                  <a:pt x="3024561" y="1537323"/>
                </a:lnTo>
                <a:lnTo>
                  <a:pt x="3028370" y="1530844"/>
                </a:lnTo>
                <a:lnTo>
                  <a:pt x="3040947" y="1527495"/>
                </a:lnTo>
                <a:lnTo>
                  <a:pt x="3047476" y="1531258"/>
                </a:lnTo>
                <a:lnTo>
                  <a:pt x="3049101" y="1537592"/>
                </a:lnTo>
                <a:lnTo>
                  <a:pt x="3050771" y="1543876"/>
                </a:lnTo>
                <a:lnTo>
                  <a:pt x="3047057" y="1550359"/>
                </a:lnTo>
                <a:lnTo>
                  <a:pt x="3036339" y="1553157"/>
                </a:lnTo>
                <a:lnTo>
                  <a:pt x="3031908" y="1551736"/>
                </a:lnTo>
                <a:close/>
              </a:path>
              <a:path w="5142230" h="2300604">
                <a:moveTo>
                  <a:pt x="2458842" y="1064572"/>
                </a:moveTo>
                <a:lnTo>
                  <a:pt x="2454651" y="1060086"/>
                </a:lnTo>
                <a:lnTo>
                  <a:pt x="2453533" y="1055468"/>
                </a:lnTo>
                <a:lnTo>
                  <a:pt x="2455145" y="1051133"/>
                </a:lnTo>
                <a:lnTo>
                  <a:pt x="2457337" y="1044976"/>
                </a:lnTo>
                <a:lnTo>
                  <a:pt x="2464144" y="1041803"/>
                </a:lnTo>
                <a:lnTo>
                  <a:pt x="2470301" y="1043996"/>
                </a:lnTo>
                <a:lnTo>
                  <a:pt x="2476414" y="1046239"/>
                </a:lnTo>
                <a:lnTo>
                  <a:pt x="2479581" y="1053050"/>
                </a:lnTo>
                <a:lnTo>
                  <a:pt x="2477339" y="1059154"/>
                </a:lnTo>
                <a:lnTo>
                  <a:pt x="2475151" y="1065316"/>
                </a:lnTo>
                <a:lnTo>
                  <a:pt x="2468339" y="1068483"/>
                </a:lnTo>
                <a:lnTo>
                  <a:pt x="2462231" y="1066245"/>
                </a:lnTo>
                <a:lnTo>
                  <a:pt x="2460364" y="1065615"/>
                </a:lnTo>
                <a:lnTo>
                  <a:pt x="2458842" y="1064572"/>
                </a:lnTo>
                <a:close/>
              </a:path>
              <a:path w="5142230" h="2300604">
                <a:moveTo>
                  <a:pt x="2324266" y="1019627"/>
                </a:moveTo>
                <a:lnTo>
                  <a:pt x="2320116" y="1015185"/>
                </a:lnTo>
                <a:lnTo>
                  <a:pt x="2318948" y="1010806"/>
                </a:lnTo>
                <a:lnTo>
                  <a:pt x="2322231" y="1000343"/>
                </a:lnTo>
                <a:lnTo>
                  <a:pt x="2328819" y="996838"/>
                </a:lnTo>
                <a:lnTo>
                  <a:pt x="2341337" y="1000757"/>
                </a:lnTo>
                <a:lnTo>
                  <a:pt x="2344789" y="1007385"/>
                </a:lnTo>
                <a:lnTo>
                  <a:pt x="2342836" y="1013602"/>
                </a:lnTo>
                <a:lnTo>
                  <a:pt x="2340923" y="1019863"/>
                </a:lnTo>
                <a:lnTo>
                  <a:pt x="2334290" y="1023320"/>
                </a:lnTo>
                <a:lnTo>
                  <a:pt x="2325969" y="1020766"/>
                </a:lnTo>
                <a:lnTo>
                  <a:pt x="2324266" y="1019627"/>
                </a:lnTo>
                <a:close/>
              </a:path>
              <a:path w="5142230" h="2300604">
                <a:moveTo>
                  <a:pt x="1639756" y="831518"/>
                </a:moveTo>
                <a:lnTo>
                  <a:pt x="1635611" y="827081"/>
                </a:lnTo>
                <a:lnTo>
                  <a:pt x="1634432" y="822886"/>
                </a:lnTo>
                <a:lnTo>
                  <a:pt x="1635557" y="818813"/>
                </a:lnTo>
                <a:lnTo>
                  <a:pt x="1637236" y="812497"/>
                </a:lnTo>
                <a:lnTo>
                  <a:pt x="1643788" y="808759"/>
                </a:lnTo>
                <a:lnTo>
                  <a:pt x="1650056" y="810483"/>
                </a:lnTo>
                <a:lnTo>
                  <a:pt x="1656372" y="812161"/>
                </a:lnTo>
                <a:lnTo>
                  <a:pt x="1660110" y="818704"/>
                </a:lnTo>
                <a:lnTo>
                  <a:pt x="1656663" y="831338"/>
                </a:lnTo>
                <a:lnTo>
                  <a:pt x="1650518" y="834827"/>
                </a:lnTo>
                <a:lnTo>
                  <a:pt x="1650160" y="835031"/>
                </a:lnTo>
                <a:lnTo>
                  <a:pt x="1641649" y="832763"/>
                </a:lnTo>
                <a:lnTo>
                  <a:pt x="1639756" y="831518"/>
                </a:lnTo>
                <a:close/>
              </a:path>
              <a:path w="5142230" h="2300604">
                <a:moveTo>
                  <a:pt x="1107235" y="634468"/>
                </a:moveTo>
                <a:lnTo>
                  <a:pt x="1102999" y="629933"/>
                </a:lnTo>
                <a:lnTo>
                  <a:pt x="1102099" y="624473"/>
                </a:lnTo>
                <a:lnTo>
                  <a:pt x="1104568" y="619883"/>
                </a:lnTo>
                <a:lnTo>
                  <a:pt x="1107645" y="614087"/>
                </a:lnTo>
                <a:lnTo>
                  <a:pt x="1114848" y="611924"/>
                </a:lnTo>
                <a:lnTo>
                  <a:pt x="1120591" y="615042"/>
                </a:lnTo>
                <a:lnTo>
                  <a:pt x="1126346" y="618075"/>
                </a:lnTo>
                <a:lnTo>
                  <a:pt x="1128509" y="625278"/>
                </a:lnTo>
                <a:lnTo>
                  <a:pt x="1125476" y="631024"/>
                </a:lnTo>
                <a:lnTo>
                  <a:pt x="1122358" y="636776"/>
                </a:lnTo>
                <a:lnTo>
                  <a:pt x="1115201" y="638988"/>
                </a:lnTo>
                <a:lnTo>
                  <a:pt x="1109453" y="635865"/>
                </a:lnTo>
                <a:lnTo>
                  <a:pt x="1108247" y="635257"/>
                </a:lnTo>
                <a:lnTo>
                  <a:pt x="1107235" y="634468"/>
                </a:lnTo>
                <a:close/>
              </a:path>
              <a:path w="5142230" h="2300604">
                <a:moveTo>
                  <a:pt x="2391786" y="1041370"/>
                </a:moveTo>
                <a:lnTo>
                  <a:pt x="2387646" y="1036938"/>
                </a:lnTo>
                <a:lnTo>
                  <a:pt x="2386525" y="1032415"/>
                </a:lnTo>
                <a:lnTo>
                  <a:pt x="2387899" y="1028119"/>
                </a:lnTo>
                <a:lnTo>
                  <a:pt x="2389948" y="1022102"/>
                </a:lnTo>
                <a:lnTo>
                  <a:pt x="2389997" y="1021958"/>
                </a:lnTo>
                <a:lnTo>
                  <a:pt x="2396670" y="1018546"/>
                </a:lnTo>
                <a:lnTo>
                  <a:pt x="2409090" y="1022750"/>
                </a:lnTo>
                <a:lnTo>
                  <a:pt x="2412452" y="1029379"/>
                </a:lnTo>
                <a:lnTo>
                  <a:pt x="2408390" y="1041648"/>
                </a:lnTo>
                <a:lnTo>
                  <a:pt x="2408343" y="1041792"/>
                </a:lnTo>
                <a:lnTo>
                  <a:pt x="2401623" y="1045156"/>
                </a:lnTo>
                <a:lnTo>
                  <a:pt x="2393449" y="1042466"/>
                </a:lnTo>
                <a:lnTo>
                  <a:pt x="2391786" y="1041370"/>
                </a:lnTo>
                <a:close/>
              </a:path>
              <a:path w="5142230" h="2300604">
                <a:moveTo>
                  <a:pt x="1301371" y="722937"/>
                </a:moveTo>
                <a:lnTo>
                  <a:pt x="1297226" y="718500"/>
                </a:lnTo>
                <a:lnTo>
                  <a:pt x="1296115" y="713694"/>
                </a:lnTo>
                <a:lnTo>
                  <a:pt x="1300201" y="703211"/>
                </a:lnTo>
                <a:lnTo>
                  <a:pt x="1307055" y="700187"/>
                </a:lnTo>
                <a:lnTo>
                  <a:pt x="1319213" y="704991"/>
                </a:lnTo>
                <a:lnTo>
                  <a:pt x="1322233" y="711840"/>
                </a:lnTo>
                <a:lnTo>
                  <a:pt x="1319860" y="717901"/>
                </a:lnTo>
                <a:lnTo>
                  <a:pt x="1317527" y="724006"/>
                </a:lnTo>
                <a:lnTo>
                  <a:pt x="1310628" y="726982"/>
                </a:lnTo>
                <a:lnTo>
                  <a:pt x="1302799" y="723977"/>
                </a:lnTo>
                <a:lnTo>
                  <a:pt x="1301371" y="722937"/>
                </a:lnTo>
                <a:close/>
              </a:path>
              <a:path w="5142230" h="2300604">
                <a:moveTo>
                  <a:pt x="1045408" y="599269"/>
                </a:moveTo>
                <a:lnTo>
                  <a:pt x="1041126" y="594686"/>
                </a:lnTo>
                <a:lnTo>
                  <a:pt x="1040330" y="588946"/>
                </a:lnTo>
                <a:lnTo>
                  <a:pt x="1046534" y="578677"/>
                </a:lnTo>
                <a:lnTo>
                  <a:pt x="1053818" y="576895"/>
                </a:lnTo>
                <a:lnTo>
                  <a:pt x="1059367" y="580294"/>
                </a:lnTo>
                <a:lnTo>
                  <a:pt x="1064965" y="583647"/>
                </a:lnTo>
                <a:lnTo>
                  <a:pt x="1066807" y="590799"/>
                </a:lnTo>
                <a:lnTo>
                  <a:pt x="1060040" y="602128"/>
                </a:lnTo>
                <a:lnTo>
                  <a:pt x="1052757" y="603910"/>
                </a:lnTo>
                <a:lnTo>
                  <a:pt x="1047158" y="600556"/>
                </a:lnTo>
                <a:lnTo>
                  <a:pt x="1046235" y="599958"/>
                </a:lnTo>
                <a:lnTo>
                  <a:pt x="1045408" y="599269"/>
                </a:lnTo>
                <a:close/>
              </a:path>
              <a:path w="5142230" h="2300604">
                <a:moveTo>
                  <a:pt x="827245" y="427506"/>
                </a:moveTo>
                <a:lnTo>
                  <a:pt x="818317" y="417949"/>
                </a:lnTo>
                <a:lnTo>
                  <a:pt x="818522" y="410545"/>
                </a:lnTo>
                <a:lnTo>
                  <a:pt x="828033" y="401568"/>
                </a:lnTo>
                <a:lnTo>
                  <a:pt x="835622" y="401774"/>
                </a:lnTo>
                <a:lnTo>
                  <a:pt x="844464" y="411239"/>
                </a:lnTo>
                <a:lnTo>
                  <a:pt x="844251" y="418733"/>
                </a:lnTo>
                <a:lnTo>
                  <a:pt x="834744" y="427714"/>
                </a:lnTo>
                <a:lnTo>
                  <a:pt x="827245" y="427506"/>
                </a:lnTo>
                <a:close/>
              </a:path>
              <a:path w="5142230" h="2300604">
                <a:moveTo>
                  <a:pt x="3009386" y="1485108"/>
                </a:moveTo>
                <a:lnTo>
                  <a:pt x="3005154" y="1480578"/>
                </a:lnTo>
                <a:lnTo>
                  <a:pt x="3004438" y="1479420"/>
                </a:lnTo>
                <a:lnTo>
                  <a:pt x="3003864" y="1478121"/>
                </a:lnTo>
                <a:lnTo>
                  <a:pt x="3001331" y="1472087"/>
                </a:lnTo>
                <a:lnTo>
                  <a:pt x="3004123" y="1465105"/>
                </a:lnTo>
                <a:lnTo>
                  <a:pt x="3016143" y="1460085"/>
                </a:lnTo>
                <a:lnTo>
                  <a:pt x="3023125" y="1462867"/>
                </a:lnTo>
                <a:lnTo>
                  <a:pt x="3028195" y="1474942"/>
                </a:lnTo>
                <a:lnTo>
                  <a:pt x="3025363" y="1481879"/>
                </a:lnTo>
                <a:lnTo>
                  <a:pt x="3019377" y="1484367"/>
                </a:lnTo>
                <a:lnTo>
                  <a:pt x="3014677" y="1486374"/>
                </a:lnTo>
                <a:lnTo>
                  <a:pt x="3009386" y="1485108"/>
                </a:lnTo>
                <a:close/>
              </a:path>
              <a:path w="5142230" h="2300604">
                <a:moveTo>
                  <a:pt x="780306" y="373643"/>
                </a:moveTo>
                <a:lnTo>
                  <a:pt x="775528" y="368528"/>
                </a:lnTo>
                <a:lnTo>
                  <a:pt x="771495" y="363429"/>
                </a:lnTo>
                <a:lnTo>
                  <a:pt x="772274" y="355954"/>
                </a:lnTo>
                <a:lnTo>
                  <a:pt x="777368" y="351926"/>
                </a:lnTo>
                <a:lnTo>
                  <a:pt x="782465" y="347803"/>
                </a:lnTo>
                <a:lnTo>
                  <a:pt x="789896" y="348623"/>
                </a:lnTo>
                <a:lnTo>
                  <a:pt x="794019" y="353720"/>
                </a:lnTo>
                <a:lnTo>
                  <a:pt x="798047" y="358814"/>
                </a:lnTo>
                <a:lnTo>
                  <a:pt x="797273" y="366294"/>
                </a:lnTo>
                <a:lnTo>
                  <a:pt x="792130" y="370368"/>
                </a:lnTo>
                <a:lnTo>
                  <a:pt x="788477" y="373299"/>
                </a:lnTo>
                <a:lnTo>
                  <a:pt x="787277" y="374263"/>
                </a:lnTo>
                <a:lnTo>
                  <a:pt x="780306" y="373643"/>
                </a:lnTo>
                <a:close/>
              </a:path>
              <a:path w="5142230" h="2300604">
                <a:moveTo>
                  <a:pt x="928466" y="518951"/>
                </a:moveTo>
                <a:lnTo>
                  <a:pt x="923728" y="513880"/>
                </a:lnTo>
                <a:lnTo>
                  <a:pt x="923335" y="507398"/>
                </a:lnTo>
                <a:lnTo>
                  <a:pt x="926989" y="502707"/>
                </a:lnTo>
                <a:lnTo>
                  <a:pt x="931035" y="497558"/>
                </a:lnTo>
                <a:lnTo>
                  <a:pt x="938430" y="496676"/>
                </a:lnTo>
                <a:lnTo>
                  <a:pt x="948729" y="504769"/>
                </a:lnTo>
                <a:lnTo>
                  <a:pt x="949652" y="512208"/>
                </a:lnTo>
                <a:lnTo>
                  <a:pt x="945610" y="517362"/>
                </a:lnTo>
                <a:lnTo>
                  <a:pt x="941513" y="522459"/>
                </a:lnTo>
                <a:lnTo>
                  <a:pt x="934123" y="523345"/>
                </a:lnTo>
                <a:lnTo>
                  <a:pt x="928973" y="519298"/>
                </a:lnTo>
                <a:lnTo>
                  <a:pt x="928466" y="518951"/>
                </a:lnTo>
                <a:close/>
              </a:path>
              <a:path w="5142230" h="2300604">
                <a:moveTo>
                  <a:pt x="2256374" y="998951"/>
                </a:moveTo>
                <a:lnTo>
                  <a:pt x="2252229" y="994514"/>
                </a:lnTo>
                <a:lnTo>
                  <a:pt x="2251003" y="990171"/>
                </a:lnTo>
                <a:lnTo>
                  <a:pt x="2254148" y="979755"/>
                </a:lnTo>
                <a:lnTo>
                  <a:pt x="2260738" y="976156"/>
                </a:lnTo>
                <a:lnTo>
                  <a:pt x="2266995" y="978064"/>
                </a:lnTo>
                <a:lnTo>
                  <a:pt x="2273263" y="979887"/>
                </a:lnTo>
                <a:lnTo>
                  <a:pt x="2276814" y="986523"/>
                </a:lnTo>
                <a:lnTo>
                  <a:pt x="2274946" y="992733"/>
                </a:lnTo>
                <a:lnTo>
                  <a:pt x="2273079" y="999043"/>
                </a:lnTo>
                <a:lnTo>
                  <a:pt x="2266496" y="1002553"/>
                </a:lnTo>
                <a:lnTo>
                  <a:pt x="2260232" y="1000735"/>
                </a:lnTo>
                <a:lnTo>
                  <a:pt x="2258176" y="1000098"/>
                </a:lnTo>
                <a:lnTo>
                  <a:pt x="2256374" y="998951"/>
                </a:lnTo>
                <a:close/>
              </a:path>
              <a:path w="5142230" h="2300604">
                <a:moveTo>
                  <a:pt x="986084" y="561276"/>
                </a:moveTo>
                <a:lnTo>
                  <a:pt x="981151" y="555995"/>
                </a:lnTo>
                <a:lnTo>
                  <a:pt x="980567" y="549994"/>
                </a:lnTo>
                <a:lnTo>
                  <a:pt x="983794" y="545336"/>
                </a:lnTo>
                <a:lnTo>
                  <a:pt x="987473" y="539890"/>
                </a:lnTo>
                <a:lnTo>
                  <a:pt x="994835" y="538583"/>
                </a:lnTo>
                <a:lnTo>
                  <a:pt x="1000231" y="542208"/>
                </a:lnTo>
                <a:lnTo>
                  <a:pt x="1005632" y="545937"/>
                </a:lnTo>
                <a:lnTo>
                  <a:pt x="1006985" y="553348"/>
                </a:lnTo>
                <a:lnTo>
                  <a:pt x="999580" y="564091"/>
                </a:lnTo>
                <a:lnTo>
                  <a:pt x="992268" y="565452"/>
                </a:lnTo>
                <a:lnTo>
                  <a:pt x="986084" y="561276"/>
                </a:lnTo>
                <a:close/>
              </a:path>
              <a:path w="5142230" h="2300604">
                <a:moveTo>
                  <a:pt x="874129" y="473003"/>
                </a:moveTo>
                <a:lnTo>
                  <a:pt x="869254" y="467784"/>
                </a:lnTo>
                <a:lnTo>
                  <a:pt x="869117" y="460893"/>
                </a:lnTo>
                <a:lnTo>
                  <a:pt x="873332" y="456315"/>
                </a:lnTo>
                <a:lnTo>
                  <a:pt x="877698" y="451507"/>
                </a:lnTo>
                <a:lnTo>
                  <a:pt x="885166" y="451095"/>
                </a:lnTo>
                <a:lnTo>
                  <a:pt x="894833" y="459880"/>
                </a:lnTo>
                <a:lnTo>
                  <a:pt x="895186" y="467393"/>
                </a:lnTo>
                <a:lnTo>
                  <a:pt x="886411" y="477060"/>
                </a:lnTo>
                <a:lnTo>
                  <a:pt x="878983" y="477417"/>
                </a:lnTo>
                <a:lnTo>
                  <a:pt x="874129" y="473003"/>
                </a:lnTo>
                <a:close/>
              </a:path>
              <a:path w="5142230" h="2300604">
                <a:moveTo>
                  <a:pt x="1368081" y="747821"/>
                </a:moveTo>
                <a:lnTo>
                  <a:pt x="1363890" y="743335"/>
                </a:lnTo>
                <a:lnTo>
                  <a:pt x="1362773" y="738718"/>
                </a:lnTo>
                <a:lnTo>
                  <a:pt x="1364335" y="734428"/>
                </a:lnTo>
                <a:lnTo>
                  <a:pt x="1366528" y="728271"/>
                </a:lnTo>
                <a:lnTo>
                  <a:pt x="1373294" y="725055"/>
                </a:lnTo>
                <a:lnTo>
                  <a:pt x="1385608" y="729439"/>
                </a:lnTo>
                <a:lnTo>
                  <a:pt x="1388778" y="736157"/>
                </a:lnTo>
                <a:lnTo>
                  <a:pt x="1386631" y="742363"/>
                </a:lnTo>
                <a:lnTo>
                  <a:pt x="1384439" y="748520"/>
                </a:lnTo>
                <a:lnTo>
                  <a:pt x="1377668" y="751731"/>
                </a:lnTo>
                <a:lnTo>
                  <a:pt x="1371516" y="749543"/>
                </a:lnTo>
                <a:lnTo>
                  <a:pt x="1369698" y="748868"/>
                </a:lnTo>
                <a:lnTo>
                  <a:pt x="1368081" y="747821"/>
                </a:lnTo>
                <a:close/>
              </a:path>
              <a:path w="5142230" h="2300604">
                <a:moveTo>
                  <a:pt x="2051913" y="939211"/>
                </a:moveTo>
                <a:lnTo>
                  <a:pt x="2047768" y="934774"/>
                </a:lnTo>
                <a:lnTo>
                  <a:pt x="2046584" y="930575"/>
                </a:lnTo>
                <a:lnTo>
                  <a:pt x="2049446" y="920149"/>
                </a:lnTo>
                <a:lnTo>
                  <a:pt x="2055945" y="916452"/>
                </a:lnTo>
                <a:lnTo>
                  <a:pt x="2068571" y="919997"/>
                </a:lnTo>
                <a:lnTo>
                  <a:pt x="2072268" y="926497"/>
                </a:lnTo>
                <a:lnTo>
                  <a:pt x="2068771" y="939077"/>
                </a:lnTo>
                <a:lnTo>
                  <a:pt x="2062267" y="942769"/>
                </a:lnTo>
                <a:lnTo>
                  <a:pt x="2055959" y="941001"/>
                </a:lnTo>
                <a:lnTo>
                  <a:pt x="2053760" y="940407"/>
                </a:lnTo>
                <a:lnTo>
                  <a:pt x="2051913" y="939211"/>
                </a:lnTo>
                <a:close/>
              </a:path>
              <a:path w="5142230" h="2300604">
                <a:moveTo>
                  <a:pt x="3045460" y="1620982"/>
                </a:moveTo>
                <a:lnTo>
                  <a:pt x="3041315" y="1616545"/>
                </a:lnTo>
                <a:lnTo>
                  <a:pt x="3040207" y="1614284"/>
                </a:lnTo>
                <a:lnTo>
                  <a:pt x="3039824" y="1611820"/>
                </a:lnTo>
                <a:lnTo>
                  <a:pt x="3038910" y="1605369"/>
                </a:lnTo>
                <a:lnTo>
                  <a:pt x="3043412" y="1599338"/>
                </a:lnTo>
                <a:lnTo>
                  <a:pt x="3049909" y="1598473"/>
                </a:lnTo>
                <a:lnTo>
                  <a:pt x="3056409" y="1597514"/>
                </a:lnTo>
                <a:lnTo>
                  <a:pt x="3062341" y="1602007"/>
                </a:lnTo>
                <a:lnTo>
                  <a:pt x="3064218" y="1614964"/>
                </a:lnTo>
                <a:lnTo>
                  <a:pt x="3059671" y="1620947"/>
                </a:lnTo>
                <a:lnTo>
                  <a:pt x="3053215" y="1621855"/>
                </a:lnTo>
                <a:lnTo>
                  <a:pt x="3049233" y="1622480"/>
                </a:lnTo>
                <a:lnTo>
                  <a:pt x="3045460" y="1620982"/>
                </a:lnTo>
                <a:close/>
              </a:path>
              <a:path w="5142230" h="2300604">
                <a:moveTo>
                  <a:pt x="2913101" y="2300034"/>
                </a:moveTo>
                <a:lnTo>
                  <a:pt x="2915179" y="2293010"/>
                </a:lnTo>
                <a:lnTo>
                  <a:pt x="2921766" y="2289504"/>
                </a:lnTo>
                <a:lnTo>
                  <a:pt x="2934299" y="2293146"/>
                </a:lnTo>
                <a:lnTo>
                  <a:pt x="2937850" y="2299782"/>
                </a:lnTo>
                <a:lnTo>
                  <a:pt x="2937776" y="2300034"/>
                </a:lnTo>
                <a:lnTo>
                  <a:pt x="2913101" y="2300034"/>
                </a:lnTo>
                <a:close/>
              </a:path>
              <a:path w="5142230" h="2300604">
                <a:moveTo>
                  <a:pt x="2833945" y="1260843"/>
                </a:moveTo>
                <a:lnTo>
                  <a:pt x="2829208" y="1255772"/>
                </a:lnTo>
                <a:lnTo>
                  <a:pt x="2828912" y="1249200"/>
                </a:lnTo>
                <a:lnTo>
                  <a:pt x="2832660" y="1244512"/>
                </a:lnTo>
                <a:lnTo>
                  <a:pt x="2836797" y="1239460"/>
                </a:lnTo>
                <a:lnTo>
                  <a:pt x="2844189" y="1238673"/>
                </a:lnTo>
                <a:lnTo>
                  <a:pt x="2854388" y="1246951"/>
                </a:lnTo>
                <a:lnTo>
                  <a:pt x="2855126" y="1254388"/>
                </a:lnTo>
                <a:lnTo>
                  <a:pt x="2851029" y="1259484"/>
                </a:lnTo>
                <a:lnTo>
                  <a:pt x="2846892" y="1264537"/>
                </a:lnTo>
                <a:lnTo>
                  <a:pt x="2839455" y="1265275"/>
                </a:lnTo>
                <a:lnTo>
                  <a:pt x="2834407" y="1261142"/>
                </a:lnTo>
                <a:lnTo>
                  <a:pt x="2833945" y="1260843"/>
                </a:lnTo>
                <a:close/>
              </a:path>
              <a:path w="5142230" h="2300604">
                <a:moveTo>
                  <a:pt x="2938035" y="2244265"/>
                </a:moveTo>
                <a:lnTo>
                  <a:pt x="2933890" y="2239827"/>
                </a:lnTo>
                <a:lnTo>
                  <a:pt x="2932722" y="2235449"/>
                </a:lnTo>
                <a:lnTo>
                  <a:pt x="2933994" y="2231239"/>
                </a:lnTo>
                <a:lnTo>
                  <a:pt x="2935956" y="2225032"/>
                </a:lnTo>
                <a:lnTo>
                  <a:pt x="2942543" y="2221526"/>
                </a:lnTo>
                <a:lnTo>
                  <a:pt x="2955061" y="2225347"/>
                </a:lnTo>
                <a:lnTo>
                  <a:pt x="2958517" y="2231979"/>
                </a:lnTo>
                <a:lnTo>
                  <a:pt x="2954697" y="2244506"/>
                </a:lnTo>
                <a:lnTo>
                  <a:pt x="2948064" y="2247963"/>
                </a:lnTo>
                <a:lnTo>
                  <a:pt x="2939748" y="2245413"/>
                </a:lnTo>
                <a:lnTo>
                  <a:pt x="2938035" y="2244265"/>
                </a:lnTo>
                <a:close/>
              </a:path>
              <a:path w="5142230" h="2300604">
                <a:moveTo>
                  <a:pt x="3051370" y="1691332"/>
                </a:moveTo>
                <a:lnTo>
                  <a:pt x="3047225" y="1686895"/>
                </a:lnTo>
                <a:lnTo>
                  <a:pt x="3046043" y="1684164"/>
                </a:lnTo>
                <a:lnTo>
                  <a:pt x="3045954" y="1681234"/>
                </a:lnTo>
                <a:lnTo>
                  <a:pt x="3045708" y="1674715"/>
                </a:lnTo>
                <a:lnTo>
                  <a:pt x="3050805" y="1669223"/>
                </a:lnTo>
                <a:lnTo>
                  <a:pt x="3063847" y="1668718"/>
                </a:lnTo>
                <a:lnTo>
                  <a:pt x="3069339" y="1673815"/>
                </a:lnTo>
                <a:lnTo>
                  <a:pt x="3069844" y="1686867"/>
                </a:lnTo>
                <a:lnTo>
                  <a:pt x="3064747" y="1692359"/>
                </a:lnTo>
                <a:lnTo>
                  <a:pt x="3058219" y="1692604"/>
                </a:lnTo>
                <a:lnTo>
                  <a:pt x="3054630" y="1692770"/>
                </a:lnTo>
                <a:lnTo>
                  <a:pt x="3051370" y="1691332"/>
                </a:lnTo>
                <a:close/>
              </a:path>
              <a:path w="5142230" h="2300604">
                <a:moveTo>
                  <a:pt x="1777085" y="867681"/>
                </a:moveTo>
                <a:lnTo>
                  <a:pt x="1772940" y="863244"/>
                </a:lnTo>
                <a:lnTo>
                  <a:pt x="1771712" y="859095"/>
                </a:lnTo>
                <a:lnTo>
                  <a:pt x="1772695" y="855064"/>
                </a:lnTo>
                <a:lnTo>
                  <a:pt x="1774373" y="848748"/>
                </a:lnTo>
                <a:lnTo>
                  <a:pt x="1780835" y="844912"/>
                </a:lnTo>
                <a:lnTo>
                  <a:pt x="1793470" y="848175"/>
                </a:lnTo>
                <a:lnTo>
                  <a:pt x="1797260" y="854578"/>
                </a:lnTo>
                <a:lnTo>
                  <a:pt x="1794043" y="867263"/>
                </a:lnTo>
                <a:lnTo>
                  <a:pt x="1787650" y="871073"/>
                </a:lnTo>
                <a:lnTo>
                  <a:pt x="1781226" y="869475"/>
                </a:lnTo>
                <a:lnTo>
                  <a:pt x="1779027" y="868881"/>
                </a:lnTo>
                <a:lnTo>
                  <a:pt x="1777085" y="867681"/>
                </a:lnTo>
                <a:close/>
              </a:path>
              <a:path w="5142230" h="2300604">
                <a:moveTo>
                  <a:pt x="2959089" y="2176485"/>
                </a:moveTo>
                <a:lnTo>
                  <a:pt x="2954944" y="2172048"/>
                </a:lnTo>
                <a:lnTo>
                  <a:pt x="2953771" y="2167664"/>
                </a:lnTo>
                <a:lnTo>
                  <a:pt x="2955048" y="2163459"/>
                </a:lnTo>
                <a:lnTo>
                  <a:pt x="2957001" y="2157242"/>
                </a:lnTo>
                <a:lnTo>
                  <a:pt x="2963637" y="2153691"/>
                </a:lnTo>
                <a:lnTo>
                  <a:pt x="2969854" y="2155654"/>
                </a:lnTo>
                <a:lnTo>
                  <a:pt x="2976115" y="2157567"/>
                </a:lnTo>
                <a:lnTo>
                  <a:pt x="2979617" y="2164248"/>
                </a:lnTo>
                <a:lnTo>
                  <a:pt x="2977659" y="2170460"/>
                </a:lnTo>
                <a:lnTo>
                  <a:pt x="2975742" y="2176716"/>
                </a:lnTo>
                <a:lnTo>
                  <a:pt x="2969109" y="2180173"/>
                </a:lnTo>
                <a:lnTo>
                  <a:pt x="2960797" y="2177629"/>
                </a:lnTo>
                <a:lnTo>
                  <a:pt x="2959089" y="2176485"/>
                </a:lnTo>
                <a:close/>
              </a:path>
              <a:path w="5142230" h="2300604">
                <a:moveTo>
                  <a:pt x="1983381" y="920686"/>
                </a:moveTo>
                <a:lnTo>
                  <a:pt x="1979236" y="916248"/>
                </a:lnTo>
                <a:lnTo>
                  <a:pt x="1978054" y="912148"/>
                </a:lnTo>
                <a:lnTo>
                  <a:pt x="1980817" y="901714"/>
                </a:lnTo>
                <a:lnTo>
                  <a:pt x="1987270" y="897969"/>
                </a:lnTo>
                <a:lnTo>
                  <a:pt x="1999903" y="901325"/>
                </a:lnTo>
                <a:lnTo>
                  <a:pt x="2003649" y="907779"/>
                </a:lnTo>
                <a:lnTo>
                  <a:pt x="2000292" y="920411"/>
                </a:lnTo>
                <a:lnTo>
                  <a:pt x="1994075" y="924020"/>
                </a:lnTo>
                <a:lnTo>
                  <a:pt x="1993838" y="924157"/>
                </a:lnTo>
                <a:lnTo>
                  <a:pt x="1985323" y="921885"/>
                </a:lnTo>
                <a:lnTo>
                  <a:pt x="1983381" y="920686"/>
                </a:lnTo>
                <a:close/>
              </a:path>
              <a:path w="5142230" h="2300604">
                <a:moveTo>
                  <a:pt x="1914684" y="902862"/>
                </a:moveTo>
                <a:lnTo>
                  <a:pt x="1910494" y="898377"/>
                </a:lnTo>
                <a:lnTo>
                  <a:pt x="1909307" y="894271"/>
                </a:lnTo>
                <a:lnTo>
                  <a:pt x="1911980" y="883839"/>
                </a:lnTo>
                <a:lnTo>
                  <a:pt x="1918433" y="880093"/>
                </a:lnTo>
                <a:lnTo>
                  <a:pt x="1931118" y="883311"/>
                </a:lnTo>
                <a:lnTo>
                  <a:pt x="1934958" y="889767"/>
                </a:lnTo>
                <a:lnTo>
                  <a:pt x="1933300" y="896007"/>
                </a:lnTo>
                <a:lnTo>
                  <a:pt x="1931647" y="902448"/>
                </a:lnTo>
                <a:lnTo>
                  <a:pt x="1925234" y="906238"/>
                </a:lnTo>
                <a:lnTo>
                  <a:pt x="1918994" y="904641"/>
                </a:lnTo>
                <a:lnTo>
                  <a:pt x="1916626" y="904062"/>
                </a:lnTo>
                <a:lnTo>
                  <a:pt x="1914684" y="902862"/>
                </a:lnTo>
                <a:close/>
              </a:path>
              <a:path w="5142230" h="2300604">
                <a:moveTo>
                  <a:pt x="1845882" y="885220"/>
                </a:moveTo>
                <a:lnTo>
                  <a:pt x="1841741" y="880788"/>
                </a:lnTo>
                <a:lnTo>
                  <a:pt x="1840510" y="876733"/>
                </a:lnTo>
                <a:lnTo>
                  <a:pt x="1843179" y="866296"/>
                </a:lnTo>
                <a:lnTo>
                  <a:pt x="1849587" y="862501"/>
                </a:lnTo>
                <a:lnTo>
                  <a:pt x="1862271" y="865718"/>
                </a:lnTo>
                <a:lnTo>
                  <a:pt x="1866111" y="872175"/>
                </a:lnTo>
                <a:lnTo>
                  <a:pt x="1862844" y="884806"/>
                </a:lnTo>
                <a:lnTo>
                  <a:pt x="1856441" y="888605"/>
                </a:lnTo>
                <a:lnTo>
                  <a:pt x="1850121" y="887021"/>
                </a:lnTo>
                <a:lnTo>
                  <a:pt x="1847828" y="886424"/>
                </a:lnTo>
                <a:lnTo>
                  <a:pt x="1845882" y="885220"/>
                </a:lnTo>
                <a:close/>
              </a:path>
              <a:path w="5142230" h="2300604">
                <a:moveTo>
                  <a:pt x="2716842" y="1180939"/>
                </a:moveTo>
                <a:lnTo>
                  <a:pt x="2712611" y="1176410"/>
                </a:lnTo>
                <a:lnTo>
                  <a:pt x="2711766" y="1170716"/>
                </a:lnTo>
                <a:lnTo>
                  <a:pt x="2714424" y="1166132"/>
                </a:lnTo>
                <a:lnTo>
                  <a:pt x="2717732" y="1160486"/>
                </a:lnTo>
                <a:lnTo>
                  <a:pt x="2724973" y="1158560"/>
                </a:lnTo>
                <a:lnTo>
                  <a:pt x="2736266" y="1165077"/>
                </a:lnTo>
                <a:lnTo>
                  <a:pt x="2738191" y="1172319"/>
                </a:lnTo>
                <a:lnTo>
                  <a:pt x="2734888" y="1177970"/>
                </a:lnTo>
                <a:lnTo>
                  <a:pt x="2731625" y="1183666"/>
                </a:lnTo>
                <a:lnTo>
                  <a:pt x="2724428" y="1185541"/>
                </a:lnTo>
                <a:lnTo>
                  <a:pt x="2718737" y="1182283"/>
                </a:lnTo>
                <a:lnTo>
                  <a:pt x="2717714" y="1181677"/>
                </a:lnTo>
                <a:lnTo>
                  <a:pt x="2716842" y="1180939"/>
                </a:lnTo>
                <a:close/>
              </a:path>
              <a:path w="5142230" h="2300604">
                <a:moveTo>
                  <a:pt x="2654535" y="1147377"/>
                </a:moveTo>
                <a:lnTo>
                  <a:pt x="2650303" y="1142847"/>
                </a:lnTo>
                <a:lnTo>
                  <a:pt x="2649446" y="1137531"/>
                </a:lnTo>
                <a:lnTo>
                  <a:pt x="2651673" y="1132975"/>
                </a:lnTo>
                <a:lnTo>
                  <a:pt x="2654705" y="1127130"/>
                </a:lnTo>
                <a:lnTo>
                  <a:pt x="2661775" y="1124826"/>
                </a:lnTo>
                <a:lnTo>
                  <a:pt x="2673472" y="1130700"/>
                </a:lnTo>
                <a:lnTo>
                  <a:pt x="2675780" y="1137766"/>
                </a:lnTo>
                <a:lnTo>
                  <a:pt x="2669901" y="1149458"/>
                </a:lnTo>
                <a:lnTo>
                  <a:pt x="2662787" y="1151812"/>
                </a:lnTo>
                <a:lnTo>
                  <a:pt x="2656943" y="1148880"/>
                </a:lnTo>
                <a:lnTo>
                  <a:pt x="2655686" y="1148219"/>
                </a:lnTo>
                <a:lnTo>
                  <a:pt x="2654535" y="1147377"/>
                </a:lnTo>
                <a:close/>
              </a:path>
              <a:path w="5142230" h="2300604">
                <a:moveTo>
                  <a:pt x="3043834" y="1832426"/>
                </a:moveTo>
                <a:lnTo>
                  <a:pt x="3039734" y="1828037"/>
                </a:lnTo>
                <a:lnTo>
                  <a:pt x="3038484" y="1824549"/>
                </a:lnTo>
                <a:lnTo>
                  <a:pt x="3039720" y="1814436"/>
                </a:lnTo>
                <a:lnTo>
                  <a:pt x="3045687" y="1809876"/>
                </a:lnTo>
                <a:lnTo>
                  <a:pt x="3052175" y="1810663"/>
                </a:lnTo>
                <a:lnTo>
                  <a:pt x="3058656" y="1811540"/>
                </a:lnTo>
                <a:lnTo>
                  <a:pt x="3063274" y="1817461"/>
                </a:lnTo>
                <a:lnTo>
                  <a:pt x="3062392" y="1823946"/>
                </a:lnTo>
                <a:lnTo>
                  <a:pt x="3061605" y="1830434"/>
                </a:lnTo>
                <a:lnTo>
                  <a:pt x="3055638" y="1834995"/>
                </a:lnTo>
                <a:lnTo>
                  <a:pt x="3049105" y="1834158"/>
                </a:lnTo>
                <a:lnTo>
                  <a:pt x="3046285" y="1833779"/>
                </a:lnTo>
                <a:lnTo>
                  <a:pt x="3043834" y="1832426"/>
                </a:lnTo>
                <a:close/>
              </a:path>
              <a:path w="5142230" h="2300604">
                <a:moveTo>
                  <a:pt x="2776748" y="1218480"/>
                </a:moveTo>
                <a:lnTo>
                  <a:pt x="2772471" y="1213902"/>
                </a:lnTo>
                <a:lnTo>
                  <a:pt x="2771876" y="1207791"/>
                </a:lnTo>
                <a:lnTo>
                  <a:pt x="2778683" y="1197679"/>
                </a:lnTo>
                <a:lnTo>
                  <a:pt x="2786053" y="1196283"/>
                </a:lnTo>
                <a:lnTo>
                  <a:pt x="2796845" y="1203632"/>
                </a:lnTo>
                <a:lnTo>
                  <a:pt x="2798247" y="1210998"/>
                </a:lnTo>
                <a:lnTo>
                  <a:pt x="2794621" y="1216402"/>
                </a:lnTo>
                <a:lnTo>
                  <a:pt x="2790897" y="1221799"/>
                </a:lnTo>
                <a:lnTo>
                  <a:pt x="2783573" y="1223245"/>
                </a:lnTo>
                <a:lnTo>
                  <a:pt x="2777438" y="1219023"/>
                </a:lnTo>
                <a:lnTo>
                  <a:pt x="2776748" y="1218480"/>
                </a:lnTo>
                <a:close/>
              </a:path>
              <a:path w="5142230" h="2300604">
                <a:moveTo>
                  <a:pt x="2886405" y="1307714"/>
                </a:moveTo>
                <a:lnTo>
                  <a:pt x="2881754" y="1302736"/>
                </a:lnTo>
                <a:lnTo>
                  <a:pt x="2881813" y="1295467"/>
                </a:lnTo>
                <a:lnTo>
                  <a:pt x="2886313" y="1290999"/>
                </a:lnTo>
                <a:lnTo>
                  <a:pt x="2890909" y="1286340"/>
                </a:lnTo>
                <a:lnTo>
                  <a:pt x="2898369" y="1286311"/>
                </a:lnTo>
                <a:lnTo>
                  <a:pt x="2907687" y="1295503"/>
                </a:lnTo>
                <a:lnTo>
                  <a:pt x="2907668" y="1303009"/>
                </a:lnTo>
                <a:lnTo>
                  <a:pt x="2898524" y="1312281"/>
                </a:lnTo>
                <a:lnTo>
                  <a:pt x="2890965" y="1312302"/>
                </a:lnTo>
                <a:lnTo>
                  <a:pt x="2886405" y="1307714"/>
                </a:lnTo>
                <a:close/>
              </a:path>
              <a:path w="5142230" h="2300604">
                <a:moveTo>
                  <a:pt x="1170721" y="666555"/>
                </a:moveTo>
                <a:lnTo>
                  <a:pt x="1166535" y="662074"/>
                </a:lnTo>
                <a:lnTo>
                  <a:pt x="1165531" y="656894"/>
                </a:lnTo>
                <a:lnTo>
                  <a:pt x="1167669" y="652340"/>
                </a:lnTo>
                <a:lnTo>
                  <a:pt x="1170512" y="646488"/>
                </a:lnTo>
                <a:lnTo>
                  <a:pt x="1177538" y="643942"/>
                </a:lnTo>
                <a:lnTo>
                  <a:pt x="1189384" y="649585"/>
                </a:lnTo>
                <a:lnTo>
                  <a:pt x="1191882" y="656657"/>
                </a:lnTo>
                <a:lnTo>
                  <a:pt x="1189080" y="662553"/>
                </a:lnTo>
                <a:lnTo>
                  <a:pt x="1186242" y="668410"/>
                </a:lnTo>
                <a:lnTo>
                  <a:pt x="1179170" y="670907"/>
                </a:lnTo>
                <a:lnTo>
                  <a:pt x="1173269" y="668110"/>
                </a:lnTo>
                <a:lnTo>
                  <a:pt x="1171922" y="667450"/>
                </a:lnTo>
                <a:lnTo>
                  <a:pt x="1170721" y="666555"/>
                </a:lnTo>
                <a:close/>
              </a:path>
              <a:path w="5142230" h="2300604">
                <a:moveTo>
                  <a:pt x="2188275" y="978835"/>
                </a:moveTo>
                <a:lnTo>
                  <a:pt x="2184129" y="974398"/>
                </a:lnTo>
                <a:lnTo>
                  <a:pt x="2182954" y="970109"/>
                </a:lnTo>
                <a:lnTo>
                  <a:pt x="2184131" y="965895"/>
                </a:lnTo>
                <a:lnTo>
                  <a:pt x="2185999" y="959685"/>
                </a:lnTo>
                <a:lnTo>
                  <a:pt x="2192585" y="956080"/>
                </a:lnTo>
                <a:lnTo>
                  <a:pt x="2205118" y="959722"/>
                </a:lnTo>
                <a:lnTo>
                  <a:pt x="2208713" y="966307"/>
                </a:lnTo>
                <a:lnTo>
                  <a:pt x="2206846" y="972617"/>
                </a:lnTo>
                <a:lnTo>
                  <a:pt x="2205028" y="978881"/>
                </a:lnTo>
                <a:lnTo>
                  <a:pt x="2198442" y="982486"/>
                </a:lnTo>
                <a:lnTo>
                  <a:pt x="2192132" y="980619"/>
                </a:lnTo>
                <a:lnTo>
                  <a:pt x="2190077" y="979982"/>
                </a:lnTo>
                <a:lnTo>
                  <a:pt x="2188275" y="978835"/>
                </a:lnTo>
                <a:close/>
              </a:path>
              <a:path w="5142230" h="2300604">
                <a:moveTo>
                  <a:pt x="1235486" y="696004"/>
                </a:moveTo>
                <a:lnTo>
                  <a:pt x="1231296" y="691518"/>
                </a:lnTo>
                <a:lnTo>
                  <a:pt x="1230285" y="686526"/>
                </a:lnTo>
                <a:lnTo>
                  <a:pt x="1232231" y="682061"/>
                </a:lnTo>
                <a:lnTo>
                  <a:pt x="1234749" y="676056"/>
                </a:lnTo>
                <a:lnTo>
                  <a:pt x="1241732" y="673268"/>
                </a:lnTo>
                <a:lnTo>
                  <a:pt x="1247737" y="675885"/>
                </a:lnTo>
                <a:lnTo>
                  <a:pt x="1253742" y="678402"/>
                </a:lnTo>
                <a:lnTo>
                  <a:pt x="1256457" y="685219"/>
                </a:lnTo>
                <a:lnTo>
                  <a:pt x="1253909" y="691386"/>
                </a:lnTo>
                <a:lnTo>
                  <a:pt x="1251347" y="697441"/>
                </a:lnTo>
                <a:lnTo>
                  <a:pt x="1244408" y="700179"/>
                </a:lnTo>
                <a:lnTo>
                  <a:pt x="1236823" y="696946"/>
                </a:lnTo>
                <a:lnTo>
                  <a:pt x="1235486" y="696004"/>
                </a:lnTo>
                <a:close/>
              </a:path>
              <a:path w="5142230" h="2300604">
                <a:moveTo>
                  <a:pt x="3017375" y="1971738"/>
                </a:moveTo>
                <a:lnTo>
                  <a:pt x="3013185" y="1967252"/>
                </a:lnTo>
                <a:lnTo>
                  <a:pt x="3011995" y="1963241"/>
                </a:lnTo>
                <a:lnTo>
                  <a:pt x="3012933" y="1959260"/>
                </a:lnTo>
                <a:lnTo>
                  <a:pt x="3014471" y="1952892"/>
                </a:lnTo>
                <a:lnTo>
                  <a:pt x="3020837" y="1948954"/>
                </a:lnTo>
                <a:lnTo>
                  <a:pt x="3033578" y="1952036"/>
                </a:lnTo>
                <a:lnTo>
                  <a:pt x="3037511" y="1958397"/>
                </a:lnTo>
                <a:lnTo>
                  <a:pt x="3035972" y="1964765"/>
                </a:lnTo>
                <a:lnTo>
                  <a:pt x="3034483" y="1971088"/>
                </a:lnTo>
                <a:lnTo>
                  <a:pt x="3028121" y="1975031"/>
                </a:lnTo>
                <a:lnTo>
                  <a:pt x="3021749" y="1973487"/>
                </a:lnTo>
                <a:lnTo>
                  <a:pt x="3019412" y="1972940"/>
                </a:lnTo>
                <a:lnTo>
                  <a:pt x="3017375" y="1971738"/>
                </a:lnTo>
                <a:close/>
              </a:path>
              <a:path w="5142230" h="2300604">
                <a:moveTo>
                  <a:pt x="2590562" y="1117114"/>
                </a:moveTo>
                <a:lnTo>
                  <a:pt x="2586367" y="1112624"/>
                </a:lnTo>
                <a:lnTo>
                  <a:pt x="2585315" y="1107588"/>
                </a:lnTo>
                <a:lnTo>
                  <a:pt x="2589968" y="1097125"/>
                </a:lnTo>
                <a:lnTo>
                  <a:pt x="2596952" y="1094435"/>
                </a:lnTo>
                <a:lnTo>
                  <a:pt x="2608902" y="1099799"/>
                </a:lnTo>
                <a:lnTo>
                  <a:pt x="2611591" y="1106783"/>
                </a:lnTo>
                <a:lnTo>
                  <a:pt x="2606272" y="1118683"/>
                </a:lnTo>
                <a:lnTo>
                  <a:pt x="2599288" y="1121372"/>
                </a:lnTo>
                <a:lnTo>
                  <a:pt x="2593340" y="1118720"/>
                </a:lnTo>
                <a:lnTo>
                  <a:pt x="2591805" y="1118054"/>
                </a:lnTo>
                <a:lnTo>
                  <a:pt x="2590562" y="1117114"/>
                </a:lnTo>
                <a:close/>
              </a:path>
              <a:path w="5142230" h="2300604">
                <a:moveTo>
                  <a:pt x="1708388" y="849858"/>
                </a:moveTo>
                <a:lnTo>
                  <a:pt x="1704243" y="845421"/>
                </a:lnTo>
                <a:lnTo>
                  <a:pt x="1703015" y="841272"/>
                </a:lnTo>
                <a:lnTo>
                  <a:pt x="1704046" y="837195"/>
                </a:lnTo>
                <a:lnTo>
                  <a:pt x="1705725" y="830879"/>
                </a:lnTo>
                <a:lnTo>
                  <a:pt x="1712050" y="827191"/>
                </a:lnTo>
                <a:lnTo>
                  <a:pt x="1712227" y="827088"/>
                </a:lnTo>
                <a:lnTo>
                  <a:pt x="1724819" y="830401"/>
                </a:lnTo>
                <a:lnTo>
                  <a:pt x="1728606" y="836898"/>
                </a:lnTo>
                <a:lnTo>
                  <a:pt x="1725347" y="849539"/>
                </a:lnTo>
                <a:lnTo>
                  <a:pt x="1719022" y="853227"/>
                </a:lnTo>
                <a:lnTo>
                  <a:pt x="1718845" y="853330"/>
                </a:lnTo>
                <a:lnTo>
                  <a:pt x="1712529" y="851652"/>
                </a:lnTo>
                <a:lnTo>
                  <a:pt x="1710282" y="851103"/>
                </a:lnTo>
                <a:lnTo>
                  <a:pt x="1708388" y="849858"/>
                </a:lnTo>
                <a:close/>
              </a:path>
              <a:path w="5142230" h="2300604">
                <a:moveTo>
                  <a:pt x="2979854" y="2108591"/>
                </a:moveTo>
                <a:lnTo>
                  <a:pt x="2975714" y="2104159"/>
                </a:lnTo>
                <a:lnTo>
                  <a:pt x="2974488" y="2099817"/>
                </a:lnTo>
                <a:lnTo>
                  <a:pt x="2977628" y="2089396"/>
                </a:lnTo>
                <a:lnTo>
                  <a:pt x="2984218" y="2085796"/>
                </a:lnTo>
                <a:lnTo>
                  <a:pt x="2990484" y="2087714"/>
                </a:lnTo>
                <a:lnTo>
                  <a:pt x="2996748" y="2089532"/>
                </a:lnTo>
                <a:lnTo>
                  <a:pt x="3000299" y="2096168"/>
                </a:lnTo>
                <a:lnTo>
                  <a:pt x="2998481" y="2102432"/>
                </a:lnTo>
                <a:lnTo>
                  <a:pt x="2996568" y="2108693"/>
                </a:lnTo>
                <a:lnTo>
                  <a:pt x="2990026" y="2112247"/>
                </a:lnTo>
                <a:lnTo>
                  <a:pt x="2983717" y="2110380"/>
                </a:lnTo>
                <a:lnTo>
                  <a:pt x="2981661" y="2109743"/>
                </a:lnTo>
                <a:lnTo>
                  <a:pt x="2979854" y="2108591"/>
                </a:lnTo>
                <a:close/>
              </a:path>
              <a:path w="5142230" h="2300604">
                <a:moveTo>
                  <a:pt x="2999552" y="2040435"/>
                </a:moveTo>
                <a:lnTo>
                  <a:pt x="2995362" y="2035949"/>
                </a:lnTo>
                <a:lnTo>
                  <a:pt x="2994183" y="2031754"/>
                </a:lnTo>
                <a:lnTo>
                  <a:pt x="2995361" y="2027640"/>
                </a:lnTo>
                <a:lnTo>
                  <a:pt x="2997035" y="2021319"/>
                </a:lnTo>
                <a:lnTo>
                  <a:pt x="3003117" y="2017859"/>
                </a:lnTo>
                <a:lnTo>
                  <a:pt x="3003534" y="2017622"/>
                </a:lnTo>
                <a:lnTo>
                  <a:pt x="3016168" y="2021078"/>
                </a:lnTo>
                <a:lnTo>
                  <a:pt x="3019911" y="2027626"/>
                </a:lnTo>
                <a:lnTo>
                  <a:pt x="3018133" y="2033934"/>
                </a:lnTo>
                <a:lnTo>
                  <a:pt x="3016409" y="2040201"/>
                </a:lnTo>
                <a:lnTo>
                  <a:pt x="3010328" y="2043661"/>
                </a:lnTo>
                <a:lnTo>
                  <a:pt x="3009910" y="2043899"/>
                </a:lnTo>
                <a:lnTo>
                  <a:pt x="3001444" y="2041580"/>
                </a:lnTo>
                <a:lnTo>
                  <a:pt x="2999552" y="2040435"/>
                </a:lnTo>
                <a:close/>
              </a:path>
              <a:path w="5142230" h="2300604">
                <a:moveTo>
                  <a:pt x="2120126" y="958765"/>
                </a:moveTo>
                <a:lnTo>
                  <a:pt x="2115981" y="954327"/>
                </a:lnTo>
                <a:lnTo>
                  <a:pt x="2114760" y="949990"/>
                </a:lnTo>
                <a:lnTo>
                  <a:pt x="2117900" y="939569"/>
                </a:lnTo>
                <a:lnTo>
                  <a:pt x="2124490" y="935969"/>
                </a:lnTo>
                <a:lnTo>
                  <a:pt x="2130751" y="937882"/>
                </a:lnTo>
                <a:lnTo>
                  <a:pt x="2137011" y="939695"/>
                </a:lnTo>
                <a:lnTo>
                  <a:pt x="2140615" y="946290"/>
                </a:lnTo>
                <a:lnTo>
                  <a:pt x="2138702" y="952551"/>
                </a:lnTo>
                <a:lnTo>
                  <a:pt x="2136884" y="958816"/>
                </a:lnTo>
                <a:lnTo>
                  <a:pt x="2130293" y="962415"/>
                </a:lnTo>
                <a:lnTo>
                  <a:pt x="2123984" y="960548"/>
                </a:lnTo>
                <a:lnTo>
                  <a:pt x="2121924" y="959907"/>
                </a:lnTo>
                <a:lnTo>
                  <a:pt x="2120126" y="958765"/>
                </a:lnTo>
                <a:close/>
              </a:path>
              <a:path w="5142230" h="2300604">
                <a:moveTo>
                  <a:pt x="2937622" y="1364594"/>
                </a:moveTo>
                <a:lnTo>
                  <a:pt x="2932798" y="1359430"/>
                </a:lnTo>
                <a:lnTo>
                  <a:pt x="2928720" y="1354282"/>
                </a:lnTo>
                <a:lnTo>
                  <a:pt x="2929593" y="1346810"/>
                </a:lnTo>
                <a:lnTo>
                  <a:pt x="2939830" y="1338708"/>
                </a:lnTo>
                <a:lnTo>
                  <a:pt x="2947261" y="1339528"/>
                </a:lnTo>
                <a:lnTo>
                  <a:pt x="2955408" y="1349813"/>
                </a:lnTo>
                <a:lnTo>
                  <a:pt x="2954539" y="1357191"/>
                </a:lnTo>
                <a:lnTo>
                  <a:pt x="2949446" y="1361318"/>
                </a:lnTo>
                <a:lnTo>
                  <a:pt x="2944547" y="1365164"/>
                </a:lnTo>
                <a:lnTo>
                  <a:pt x="2937622" y="1364594"/>
                </a:lnTo>
                <a:close/>
              </a:path>
              <a:path w="5142230" h="2300604">
                <a:moveTo>
                  <a:pt x="1125074" y="498733"/>
                </a:moveTo>
                <a:lnTo>
                  <a:pt x="1121020" y="494394"/>
                </a:lnTo>
                <a:lnTo>
                  <a:pt x="1120211" y="489031"/>
                </a:lnTo>
                <a:lnTo>
                  <a:pt x="1122580" y="484627"/>
                </a:lnTo>
                <a:lnTo>
                  <a:pt x="1125647" y="479114"/>
                </a:lnTo>
                <a:lnTo>
                  <a:pt x="1132563" y="477036"/>
                </a:lnTo>
                <a:lnTo>
                  <a:pt x="1138077" y="480103"/>
                </a:lnTo>
                <a:lnTo>
                  <a:pt x="1143639" y="483125"/>
                </a:lnTo>
                <a:lnTo>
                  <a:pt x="1145623" y="490038"/>
                </a:lnTo>
                <a:lnTo>
                  <a:pt x="1142601" y="495600"/>
                </a:lnTo>
                <a:lnTo>
                  <a:pt x="1139578" y="501063"/>
                </a:lnTo>
                <a:lnTo>
                  <a:pt x="1132661" y="503141"/>
                </a:lnTo>
                <a:lnTo>
                  <a:pt x="1126040" y="499474"/>
                </a:lnTo>
                <a:lnTo>
                  <a:pt x="1125074" y="498733"/>
                </a:lnTo>
                <a:close/>
              </a:path>
              <a:path w="5142230" h="2300604">
                <a:moveTo>
                  <a:pt x="1518493" y="663002"/>
                </a:moveTo>
                <a:lnTo>
                  <a:pt x="1514490" y="658716"/>
                </a:lnTo>
                <a:lnTo>
                  <a:pt x="1513355" y="654471"/>
                </a:lnTo>
                <a:lnTo>
                  <a:pt x="1516625" y="644385"/>
                </a:lnTo>
                <a:lnTo>
                  <a:pt x="1523017" y="641062"/>
                </a:lnTo>
                <a:lnTo>
                  <a:pt x="1535023" y="644921"/>
                </a:lnTo>
                <a:lnTo>
                  <a:pt x="1538342" y="651309"/>
                </a:lnTo>
                <a:lnTo>
                  <a:pt x="1536395" y="657337"/>
                </a:lnTo>
                <a:lnTo>
                  <a:pt x="1534492" y="663315"/>
                </a:lnTo>
                <a:lnTo>
                  <a:pt x="1528100" y="666638"/>
                </a:lnTo>
                <a:lnTo>
                  <a:pt x="1522076" y="664687"/>
                </a:lnTo>
                <a:lnTo>
                  <a:pt x="1520156" y="664097"/>
                </a:lnTo>
                <a:lnTo>
                  <a:pt x="1518493" y="663002"/>
                </a:lnTo>
                <a:close/>
              </a:path>
              <a:path w="5142230" h="2300604">
                <a:moveTo>
                  <a:pt x="1586471" y="684063"/>
                </a:moveTo>
                <a:lnTo>
                  <a:pt x="1582463" y="679772"/>
                </a:lnTo>
                <a:lnTo>
                  <a:pt x="1581325" y="675621"/>
                </a:lnTo>
                <a:lnTo>
                  <a:pt x="1584317" y="665530"/>
                </a:lnTo>
                <a:lnTo>
                  <a:pt x="1590666" y="662064"/>
                </a:lnTo>
                <a:lnTo>
                  <a:pt x="1596693" y="663922"/>
                </a:lnTo>
                <a:lnTo>
                  <a:pt x="1602723" y="665685"/>
                </a:lnTo>
                <a:lnTo>
                  <a:pt x="1606189" y="672035"/>
                </a:lnTo>
                <a:lnTo>
                  <a:pt x="1602569" y="684091"/>
                </a:lnTo>
                <a:lnTo>
                  <a:pt x="1596219" y="687558"/>
                </a:lnTo>
                <a:lnTo>
                  <a:pt x="1588175" y="685202"/>
                </a:lnTo>
                <a:lnTo>
                  <a:pt x="1586471" y="684063"/>
                </a:lnTo>
                <a:close/>
              </a:path>
              <a:path w="5142230" h="2300604">
                <a:moveTo>
                  <a:pt x="3092527" y="2261656"/>
                </a:moveTo>
                <a:lnTo>
                  <a:pt x="3088518" y="2257365"/>
                </a:lnTo>
                <a:lnTo>
                  <a:pt x="3087373" y="2253696"/>
                </a:lnTo>
                <a:lnTo>
                  <a:pt x="3089361" y="2243703"/>
                </a:lnTo>
                <a:lnTo>
                  <a:pt x="3095403" y="2239712"/>
                </a:lnTo>
                <a:lnTo>
                  <a:pt x="3101539" y="2241002"/>
                </a:lnTo>
                <a:lnTo>
                  <a:pt x="3107732" y="2242256"/>
                </a:lnTo>
                <a:lnTo>
                  <a:pt x="3111724" y="2248288"/>
                </a:lnTo>
                <a:lnTo>
                  <a:pt x="3109233" y="2260577"/>
                </a:lnTo>
                <a:lnTo>
                  <a:pt x="3103191" y="2264569"/>
                </a:lnTo>
                <a:lnTo>
                  <a:pt x="3097052" y="2263373"/>
                </a:lnTo>
                <a:lnTo>
                  <a:pt x="3094662" y="2262867"/>
                </a:lnTo>
                <a:lnTo>
                  <a:pt x="3092527" y="2261656"/>
                </a:lnTo>
                <a:close/>
              </a:path>
              <a:path w="5142230" h="2300604">
                <a:moveTo>
                  <a:pt x="1188158" y="531661"/>
                </a:moveTo>
                <a:lnTo>
                  <a:pt x="1184104" y="527322"/>
                </a:lnTo>
                <a:lnTo>
                  <a:pt x="1183191" y="522239"/>
                </a:lnTo>
                <a:lnTo>
                  <a:pt x="1188159" y="512211"/>
                </a:lnTo>
                <a:lnTo>
                  <a:pt x="1194987" y="509941"/>
                </a:lnTo>
                <a:lnTo>
                  <a:pt x="1200649" y="512679"/>
                </a:lnTo>
                <a:lnTo>
                  <a:pt x="1206317" y="515520"/>
                </a:lnTo>
                <a:lnTo>
                  <a:pt x="1208586" y="522348"/>
                </a:lnTo>
                <a:lnTo>
                  <a:pt x="1205844" y="528014"/>
                </a:lnTo>
                <a:lnTo>
                  <a:pt x="1203003" y="533673"/>
                </a:lnTo>
                <a:lnTo>
                  <a:pt x="1196179" y="535947"/>
                </a:lnTo>
                <a:lnTo>
                  <a:pt x="1190513" y="533205"/>
                </a:lnTo>
                <a:lnTo>
                  <a:pt x="1189261" y="532549"/>
                </a:lnTo>
                <a:lnTo>
                  <a:pt x="1188158" y="531661"/>
                </a:lnTo>
                <a:close/>
              </a:path>
              <a:path w="5142230" h="2300604">
                <a:moveTo>
                  <a:pt x="3101466" y="1247430"/>
                </a:moveTo>
                <a:lnTo>
                  <a:pt x="3097003" y="1242652"/>
                </a:lnTo>
                <a:lnTo>
                  <a:pt x="3092817" y="1237878"/>
                </a:lnTo>
                <a:lnTo>
                  <a:pt x="3093397" y="1230679"/>
                </a:lnTo>
                <a:lnTo>
                  <a:pt x="3097504" y="1227158"/>
                </a:lnTo>
                <a:lnTo>
                  <a:pt x="3102225" y="1223024"/>
                </a:lnTo>
                <a:lnTo>
                  <a:pt x="3102927" y="1222407"/>
                </a:lnTo>
                <a:lnTo>
                  <a:pt x="3110135" y="1222987"/>
                </a:lnTo>
                <a:lnTo>
                  <a:pt x="3114263" y="1227797"/>
                </a:lnTo>
                <a:lnTo>
                  <a:pt x="3118403" y="1232522"/>
                </a:lnTo>
                <a:lnTo>
                  <a:pt x="3117823" y="1239721"/>
                </a:lnTo>
                <a:lnTo>
                  <a:pt x="3113716" y="1243242"/>
                </a:lnTo>
                <a:lnTo>
                  <a:pt x="3108991" y="1247372"/>
                </a:lnTo>
                <a:lnTo>
                  <a:pt x="3108439" y="1247856"/>
                </a:lnTo>
                <a:lnTo>
                  <a:pt x="3101466" y="1247430"/>
                </a:lnTo>
                <a:close/>
              </a:path>
              <a:path w="5142230" h="2300604">
                <a:moveTo>
                  <a:pt x="1451044" y="640552"/>
                </a:moveTo>
                <a:lnTo>
                  <a:pt x="1446986" y="636208"/>
                </a:lnTo>
                <a:lnTo>
                  <a:pt x="1445912" y="631833"/>
                </a:lnTo>
                <a:lnTo>
                  <a:pt x="1449371" y="621753"/>
                </a:lnTo>
                <a:lnTo>
                  <a:pt x="1455900" y="618576"/>
                </a:lnTo>
                <a:lnTo>
                  <a:pt x="1467797" y="622711"/>
                </a:lnTo>
                <a:lnTo>
                  <a:pt x="1470929" y="629191"/>
                </a:lnTo>
                <a:lnTo>
                  <a:pt x="1468886" y="635117"/>
                </a:lnTo>
                <a:lnTo>
                  <a:pt x="1466840" y="641137"/>
                </a:lnTo>
                <a:lnTo>
                  <a:pt x="1460355" y="644264"/>
                </a:lnTo>
                <a:lnTo>
                  <a:pt x="1454388" y="642177"/>
                </a:lnTo>
                <a:lnTo>
                  <a:pt x="1452567" y="641595"/>
                </a:lnTo>
                <a:lnTo>
                  <a:pt x="1451044" y="640552"/>
                </a:lnTo>
                <a:close/>
              </a:path>
              <a:path w="5142230" h="2300604">
                <a:moveTo>
                  <a:pt x="3107970" y="2192269"/>
                </a:moveTo>
                <a:lnTo>
                  <a:pt x="3103962" y="2187978"/>
                </a:lnTo>
                <a:lnTo>
                  <a:pt x="3102819" y="2184115"/>
                </a:lnTo>
                <a:lnTo>
                  <a:pt x="3105233" y="2174090"/>
                </a:lnTo>
                <a:lnTo>
                  <a:pt x="3111408" y="2170339"/>
                </a:lnTo>
                <a:lnTo>
                  <a:pt x="3123676" y="2173306"/>
                </a:lnTo>
                <a:lnTo>
                  <a:pt x="3127431" y="2179477"/>
                </a:lnTo>
                <a:lnTo>
                  <a:pt x="3125899" y="2185656"/>
                </a:lnTo>
                <a:lnTo>
                  <a:pt x="3124416" y="2191790"/>
                </a:lnTo>
                <a:lnTo>
                  <a:pt x="3118245" y="2195546"/>
                </a:lnTo>
                <a:lnTo>
                  <a:pt x="3109912" y="2193468"/>
                </a:lnTo>
                <a:lnTo>
                  <a:pt x="3107970" y="2192269"/>
                </a:lnTo>
                <a:close/>
              </a:path>
              <a:path w="5142230" h="2300604">
                <a:moveTo>
                  <a:pt x="891050" y="339413"/>
                </a:moveTo>
                <a:lnTo>
                  <a:pt x="886165" y="334184"/>
                </a:lnTo>
                <a:lnTo>
                  <a:pt x="885963" y="327811"/>
                </a:lnTo>
                <a:lnTo>
                  <a:pt x="889709" y="323317"/>
                </a:lnTo>
                <a:lnTo>
                  <a:pt x="893791" y="318498"/>
                </a:lnTo>
                <a:lnTo>
                  <a:pt x="900939" y="317939"/>
                </a:lnTo>
                <a:lnTo>
                  <a:pt x="905757" y="322022"/>
                </a:lnTo>
                <a:lnTo>
                  <a:pt x="910624" y="326058"/>
                </a:lnTo>
                <a:lnTo>
                  <a:pt x="911180" y="333300"/>
                </a:lnTo>
                <a:lnTo>
                  <a:pt x="903064" y="342891"/>
                </a:lnTo>
                <a:lnTo>
                  <a:pt x="895863" y="343491"/>
                </a:lnTo>
                <a:lnTo>
                  <a:pt x="891050" y="339413"/>
                </a:lnTo>
                <a:close/>
              </a:path>
              <a:path w="5142230" h="2300604">
                <a:moveTo>
                  <a:pt x="3178484" y="1364771"/>
                </a:moveTo>
                <a:lnTo>
                  <a:pt x="3174380" y="1360378"/>
                </a:lnTo>
                <a:lnTo>
                  <a:pt x="3173703" y="1359458"/>
                </a:lnTo>
                <a:lnTo>
                  <a:pt x="3173173" y="1358401"/>
                </a:lnTo>
                <a:lnTo>
                  <a:pt x="3170492" y="1352697"/>
                </a:lnTo>
                <a:lnTo>
                  <a:pt x="3172796" y="1345878"/>
                </a:lnTo>
                <a:lnTo>
                  <a:pt x="3178555" y="1343147"/>
                </a:lnTo>
                <a:lnTo>
                  <a:pt x="3184218" y="1340413"/>
                </a:lnTo>
                <a:lnTo>
                  <a:pt x="3191029" y="1342816"/>
                </a:lnTo>
                <a:lnTo>
                  <a:pt x="3193768" y="1348485"/>
                </a:lnTo>
                <a:lnTo>
                  <a:pt x="3196449" y="1354189"/>
                </a:lnTo>
                <a:lnTo>
                  <a:pt x="3194045" y="1361000"/>
                </a:lnTo>
                <a:lnTo>
                  <a:pt x="3188386" y="1363739"/>
                </a:lnTo>
                <a:lnTo>
                  <a:pt x="3183774" y="1365938"/>
                </a:lnTo>
                <a:lnTo>
                  <a:pt x="3178484" y="1364771"/>
                </a:lnTo>
                <a:close/>
              </a:path>
              <a:path w="5142230" h="2300604">
                <a:moveTo>
                  <a:pt x="1063493" y="463114"/>
                </a:moveTo>
                <a:lnTo>
                  <a:pt x="1059398" y="458730"/>
                </a:lnTo>
                <a:lnTo>
                  <a:pt x="1058644" y="453134"/>
                </a:lnTo>
                <a:lnTo>
                  <a:pt x="1061433" y="448592"/>
                </a:lnTo>
                <a:lnTo>
                  <a:pt x="1064766" y="443266"/>
                </a:lnTo>
                <a:lnTo>
                  <a:pt x="1071536" y="441618"/>
                </a:lnTo>
                <a:lnTo>
                  <a:pt x="1071685" y="441582"/>
                </a:lnTo>
                <a:lnTo>
                  <a:pt x="1077102" y="444839"/>
                </a:lnTo>
                <a:lnTo>
                  <a:pt x="1082466" y="448138"/>
                </a:lnTo>
                <a:lnTo>
                  <a:pt x="1084164" y="455135"/>
                </a:lnTo>
                <a:lnTo>
                  <a:pt x="1080865" y="460499"/>
                </a:lnTo>
                <a:lnTo>
                  <a:pt x="1077608" y="465907"/>
                </a:lnTo>
                <a:lnTo>
                  <a:pt x="1070615" y="467610"/>
                </a:lnTo>
                <a:lnTo>
                  <a:pt x="1065202" y="464357"/>
                </a:lnTo>
                <a:lnTo>
                  <a:pt x="1064278" y="463759"/>
                </a:lnTo>
                <a:lnTo>
                  <a:pt x="1063493" y="463114"/>
                </a:lnTo>
                <a:close/>
              </a:path>
              <a:path w="5142230" h="2300604">
                <a:moveTo>
                  <a:pt x="1003624" y="424635"/>
                </a:moveTo>
                <a:lnTo>
                  <a:pt x="999524" y="420246"/>
                </a:lnTo>
                <a:lnTo>
                  <a:pt x="998923" y="414325"/>
                </a:lnTo>
                <a:lnTo>
                  <a:pt x="1005485" y="404634"/>
                </a:lnTo>
                <a:lnTo>
                  <a:pt x="1012612" y="403271"/>
                </a:lnTo>
                <a:lnTo>
                  <a:pt x="1023041" y="410330"/>
                </a:lnTo>
                <a:lnTo>
                  <a:pt x="1024399" y="417453"/>
                </a:lnTo>
                <a:lnTo>
                  <a:pt x="1017345" y="427887"/>
                </a:lnTo>
                <a:lnTo>
                  <a:pt x="1010266" y="429204"/>
                </a:lnTo>
                <a:lnTo>
                  <a:pt x="1004313" y="425177"/>
                </a:lnTo>
                <a:lnTo>
                  <a:pt x="1003624" y="424635"/>
                </a:lnTo>
                <a:close/>
              </a:path>
              <a:path w="5142230" h="2300604">
                <a:moveTo>
                  <a:pt x="946842" y="384084"/>
                </a:moveTo>
                <a:lnTo>
                  <a:pt x="941674" y="378553"/>
                </a:lnTo>
                <a:lnTo>
                  <a:pt x="941285" y="372565"/>
                </a:lnTo>
                <a:lnTo>
                  <a:pt x="948500" y="363085"/>
                </a:lnTo>
                <a:lnTo>
                  <a:pt x="955615" y="362100"/>
                </a:lnTo>
                <a:lnTo>
                  <a:pt x="960632" y="365906"/>
                </a:lnTo>
                <a:lnTo>
                  <a:pt x="965697" y="369666"/>
                </a:lnTo>
                <a:lnTo>
                  <a:pt x="966679" y="376876"/>
                </a:lnTo>
                <a:lnTo>
                  <a:pt x="959067" y="386908"/>
                </a:lnTo>
                <a:lnTo>
                  <a:pt x="951907" y="387845"/>
                </a:lnTo>
                <a:lnTo>
                  <a:pt x="946842" y="384084"/>
                </a:lnTo>
                <a:close/>
              </a:path>
              <a:path w="5142230" h="2300604">
                <a:moveTo>
                  <a:pt x="3143943" y="1303555"/>
                </a:moveTo>
                <a:lnTo>
                  <a:pt x="3139287" y="1298571"/>
                </a:lnTo>
                <a:lnTo>
                  <a:pt x="3138975" y="1298041"/>
                </a:lnTo>
                <a:lnTo>
                  <a:pt x="3135425" y="1292774"/>
                </a:lnTo>
                <a:lnTo>
                  <a:pt x="3136936" y="1285692"/>
                </a:lnTo>
                <a:lnTo>
                  <a:pt x="3142158" y="1282193"/>
                </a:lnTo>
                <a:lnTo>
                  <a:pt x="3147422" y="1278737"/>
                </a:lnTo>
                <a:lnTo>
                  <a:pt x="3154502" y="1280158"/>
                </a:lnTo>
                <a:lnTo>
                  <a:pt x="3161459" y="1290734"/>
                </a:lnTo>
                <a:lnTo>
                  <a:pt x="3159993" y="1297765"/>
                </a:lnTo>
                <a:lnTo>
                  <a:pt x="3154775" y="1301270"/>
                </a:lnTo>
                <a:lnTo>
                  <a:pt x="3149991" y="1304360"/>
                </a:lnTo>
                <a:lnTo>
                  <a:pt x="3143943" y="1303555"/>
                </a:lnTo>
                <a:close/>
              </a:path>
              <a:path w="5142230" h="2300604">
                <a:moveTo>
                  <a:pt x="1654724" y="703853"/>
                </a:moveTo>
                <a:lnTo>
                  <a:pt x="1650715" y="699563"/>
                </a:lnTo>
                <a:lnTo>
                  <a:pt x="1649627" y="695466"/>
                </a:lnTo>
                <a:lnTo>
                  <a:pt x="1650708" y="691442"/>
                </a:lnTo>
                <a:lnTo>
                  <a:pt x="1652377" y="685409"/>
                </a:lnTo>
                <a:lnTo>
                  <a:pt x="1658681" y="681894"/>
                </a:lnTo>
                <a:lnTo>
                  <a:pt x="1664760" y="683612"/>
                </a:lnTo>
                <a:lnTo>
                  <a:pt x="1670838" y="685230"/>
                </a:lnTo>
                <a:lnTo>
                  <a:pt x="1674398" y="691583"/>
                </a:lnTo>
                <a:lnTo>
                  <a:pt x="1671012" y="703695"/>
                </a:lnTo>
                <a:lnTo>
                  <a:pt x="1664663" y="707260"/>
                </a:lnTo>
                <a:lnTo>
                  <a:pt x="1658585" y="705543"/>
                </a:lnTo>
                <a:lnTo>
                  <a:pt x="1656526" y="705001"/>
                </a:lnTo>
                <a:lnTo>
                  <a:pt x="1654724" y="703853"/>
                </a:lnTo>
                <a:close/>
              </a:path>
              <a:path w="5142230" h="2300604">
                <a:moveTo>
                  <a:pt x="3125748" y="2123523"/>
                </a:moveTo>
                <a:lnTo>
                  <a:pt x="3121740" y="2119232"/>
                </a:lnTo>
                <a:lnTo>
                  <a:pt x="3120598" y="2115176"/>
                </a:lnTo>
                <a:lnTo>
                  <a:pt x="3123353" y="2105124"/>
                </a:lnTo>
                <a:lnTo>
                  <a:pt x="3129254" y="2101764"/>
                </a:lnTo>
                <a:lnTo>
                  <a:pt x="3129611" y="2101561"/>
                </a:lnTo>
                <a:lnTo>
                  <a:pt x="3135693" y="2103184"/>
                </a:lnTo>
                <a:lnTo>
                  <a:pt x="3141768" y="2104897"/>
                </a:lnTo>
                <a:lnTo>
                  <a:pt x="3145331" y="2111155"/>
                </a:lnTo>
                <a:lnTo>
                  <a:pt x="3143708" y="2117237"/>
                </a:lnTo>
                <a:lnTo>
                  <a:pt x="3142039" y="2123271"/>
                </a:lnTo>
                <a:lnTo>
                  <a:pt x="3135732" y="2126880"/>
                </a:lnTo>
                <a:lnTo>
                  <a:pt x="3129703" y="2125216"/>
                </a:lnTo>
                <a:lnTo>
                  <a:pt x="3127546" y="2124666"/>
                </a:lnTo>
                <a:lnTo>
                  <a:pt x="3125748" y="2123523"/>
                </a:lnTo>
                <a:close/>
              </a:path>
              <a:path w="5142230" h="2300604">
                <a:moveTo>
                  <a:pt x="1929960" y="774453"/>
                </a:moveTo>
                <a:lnTo>
                  <a:pt x="1925952" y="770162"/>
                </a:lnTo>
                <a:lnTo>
                  <a:pt x="1924763" y="766250"/>
                </a:lnTo>
                <a:lnTo>
                  <a:pt x="1925744" y="762413"/>
                </a:lnTo>
                <a:lnTo>
                  <a:pt x="1927177" y="756225"/>
                </a:lnTo>
                <a:lnTo>
                  <a:pt x="1933352" y="752474"/>
                </a:lnTo>
                <a:lnTo>
                  <a:pt x="1945620" y="755441"/>
                </a:lnTo>
                <a:lnTo>
                  <a:pt x="1949376" y="761612"/>
                </a:lnTo>
                <a:lnTo>
                  <a:pt x="1947892" y="767746"/>
                </a:lnTo>
                <a:lnTo>
                  <a:pt x="1946458" y="773834"/>
                </a:lnTo>
                <a:lnTo>
                  <a:pt x="1940287" y="777590"/>
                </a:lnTo>
                <a:lnTo>
                  <a:pt x="1934153" y="776106"/>
                </a:lnTo>
                <a:lnTo>
                  <a:pt x="1931857" y="775603"/>
                </a:lnTo>
                <a:lnTo>
                  <a:pt x="1929960" y="774453"/>
                </a:lnTo>
                <a:close/>
              </a:path>
              <a:path w="5142230" h="2300604">
                <a:moveTo>
                  <a:pt x="3164245" y="1986835"/>
                </a:moveTo>
                <a:lnTo>
                  <a:pt x="3160241" y="1982549"/>
                </a:lnTo>
                <a:lnTo>
                  <a:pt x="3159103" y="1978399"/>
                </a:lnTo>
                <a:lnTo>
                  <a:pt x="3161944" y="1968440"/>
                </a:lnTo>
                <a:lnTo>
                  <a:pt x="3168252" y="1964830"/>
                </a:lnTo>
                <a:lnTo>
                  <a:pt x="3174286" y="1966598"/>
                </a:lnTo>
                <a:lnTo>
                  <a:pt x="3180368" y="1968222"/>
                </a:lnTo>
                <a:lnTo>
                  <a:pt x="3183924" y="1974570"/>
                </a:lnTo>
                <a:lnTo>
                  <a:pt x="3180494" y="1986732"/>
                </a:lnTo>
                <a:lnTo>
                  <a:pt x="3174185" y="1990242"/>
                </a:lnTo>
                <a:lnTo>
                  <a:pt x="3168111" y="1988529"/>
                </a:lnTo>
                <a:lnTo>
                  <a:pt x="3166052" y="1987987"/>
                </a:lnTo>
                <a:lnTo>
                  <a:pt x="3164245" y="1986835"/>
                </a:lnTo>
                <a:close/>
              </a:path>
              <a:path w="5142230" h="2300604">
                <a:moveTo>
                  <a:pt x="3183005" y="1918359"/>
                </a:moveTo>
                <a:lnTo>
                  <a:pt x="3179001" y="1914073"/>
                </a:lnTo>
                <a:lnTo>
                  <a:pt x="3177816" y="1910067"/>
                </a:lnTo>
                <a:lnTo>
                  <a:pt x="3178831" y="1906365"/>
                </a:lnTo>
                <a:lnTo>
                  <a:pt x="3180423" y="1900053"/>
                </a:lnTo>
                <a:lnTo>
                  <a:pt x="3186680" y="1896390"/>
                </a:lnTo>
                <a:lnTo>
                  <a:pt x="3192766" y="1898018"/>
                </a:lnTo>
                <a:lnTo>
                  <a:pt x="3198897" y="1899596"/>
                </a:lnTo>
                <a:lnTo>
                  <a:pt x="3202510" y="1905809"/>
                </a:lnTo>
                <a:lnTo>
                  <a:pt x="3199353" y="1917971"/>
                </a:lnTo>
                <a:lnTo>
                  <a:pt x="3193273" y="1921530"/>
                </a:lnTo>
                <a:lnTo>
                  <a:pt x="3193095" y="1921634"/>
                </a:lnTo>
                <a:lnTo>
                  <a:pt x="3184812" y="1919511"/>
                </a:lnTo>
                <a:lnTo>
                  <a:pt x="3183005" y="1918359"/>
                </a:lnTo>
                <a:close/>
              </a:path>
              <a:path w="5142230" h="2300604">
                <a:moveTo>
                  <a:pt x="3144836" y="2055105"/>
                </a:moveTo>
                <a:lnTo>
                  <a:pt x="3140828" y="2050814"/>
                </a:lnTo>
                <a:lnTo>
                  <a:pt x="3139735" y="2046713"/>
                </a:lnTo>
                <a:lnTo>
                  <a:pt x="3142584" y="2036664"/>
                </a:lnTo>
                <a:lnTo>
                  <a:pt x="3148884" y="2033144"/>
                </a:lnTo>
                <a:lnTo>
                  <a:pt x="3154967" y="2034867"/>
                </a:lnTo>
                <a:lnTo>
                  <a:pt x="3160997" y="2036630"/>
                </a:lnTo>
                <a:lnTo>
                  <a:pt x="3164507" y="2042929"/>
                </a:lnTo>
                <a:lnTo>
                  <a:pt x="3162794" y="2049013"/>
                </a:lnTo>
                <a:lnTo>
                  <a:pt x="3161027" y="2055038"/>
                </a:lnTo>
                <a:lnTo>
                  <a:pt x="3154723" y="2058553"/>
                </a:lnTo>
                <a:lnTo>
                  <a:pt x="3148697" y="2056795"/>
                </a:lnTo>
                <a:lnTo>
                  <a:pt x="3146634" y="2056248"/>
                </a:lnTo>
                <a:lnTo>
                  <a:pt x="3144836" y="2055105"/>
                </a:lnTo>
                <a:close/>
              </a:path>
              <a:path w="5142230" h="2300604">
                <a:moveTo>
                  <a:pt x="1998985" y="790965"/>
                </a:moveTo>
                <a:lnTo>
                  <a:pt x="1994972" y="786670"/>
                </a:lnTo>
                <a:lnTo>
                  <a:pt x="1993788" y="782763"/>
                </a:lnTo>
                <a:lnTo>
                  <a:pt x="1996207" y="772742"/>
                </a:lnTo>
                <a:lnTo>
                  <a:pt x="2002377" y="768987"/>
                </a:lnTo>
                <a:lnTo>
                  <a:pt x="2014600" y="771905"/>
                </a:lnTo>
                <a:lnTo>
                  <a:pt x="2018355" y="778076"/>
                </a:lnTo>
                <a:lnTo>
                  <a:pt x="2016920" y="784164"/>
                </a:lnTo>
                <a:lnTo>
                  <a:pt x="2015437" y="790298"/>
                </a:lnTo>
                <a:lnTo>
                  <a:pt x="2009312" y="794102"/>
                </a:lnTo>
                <a:lnTo>
                  <a:pt x="2003219" y="792663"/>
                </a:lnTo>
                <a:lnTo>
                  <a:pt x="2000931" y="792070"/>
                </a:lnTo>
                <a:lnTo>
                  <a:pt x="1998985" y="790965"/>
                </a:lnTo>
                <a:close/>
              </a:path>
              <a:path w="5142230" h="2300604">
                <a:moveTo>
                  <a:pt x="2067963" y="807330"/>
                </a:moveTo>
                <a:lnTo>
                  <a:pt x="2064005" y="803093"/>
                </a:lnTo>
                <a:lnTo>
                  <a:pt x="2063609" y="801789"/>
                </a:lnTo>
                <a:lnTo>
                  <a:pt x="2062834" y="799102"/>
                </a:lnTo>
                <a:lnTo>
                  <a:pt x="2063698" y="795335"/>
                </a:lnTo>
                <a:lnTo>
                  <a:pt x="2065181" y="789201"/>
                </a:lnTo>
                <a:lnTo>
                  <a:pt x="2071357" y="785450"/>
                </a:lnTo>
                <a:lnTo>
                  <a:pt x="2077489" y="786835"/>
                </a:lnTo>
                <a:lnTo>
                  <a:pt x="2083623" y="788318"/>
                </a:lnTo>
                <a:lnTo>
                  <a:pt x="2087383" y="794494"/>
                </a:lnTo>
                <a:lnTo>
                  <a:pt x="2085900" y="800628"/>
                </a:lnTo>
                <a:lnTo>
                  <a:pt x="2084511" y="806765"/>
                </a:lnTo>
                <a:lnTo>
                  <a:pt x="2078340" y="810520"/>
                </a:lnTo>
                <a:lnTo>
                  <a:pt x="2072157" y="809082"/>
                </a:lnTo>
                <a:lnTo>
                  <a:pt x="2069910" y="808534"/>
                </a:lnTo>
                <a:lnTo>
                  <a:pt x="2067963" y="807330"/>
                </a:lnTo>
                <a:close/>
              </a:path>
              <a:path w="5142230" h="2300604">
                <a:moveTo>
                  <a:pt x="3214199" y="1780011"/>
                </a:moveTo>
                <a:lnTo>
                  <a:pt x="3210236" y="1775768"/>
                </a:lnTo>
                <a:lnTo>
                  <a:pt x="3208993" y="1772190"/>
                </a:lnTo>
                <a:lnTo>
                  <a:pt x="3209684" y="1768531"/>
                </a:lnTo>
                <a:lnTo>
                  <a:pt x="3210789" y="1762285"/>
                </a:lnTo>
                <a:lnTo>
                  <a:pt x="3216694" y="1758148"/>
                </a:lnTo>
                <a:lnTo>
                  <a:pt x="3222890" y="1759208"/>
                </a:lnTo>
                <a:lnTo>
                  <a:pt x="3229082" y="1760363"/>
                </a:lnTo>
                <a:lnTo>
                  <a:pt x="3233225" y="1766264"/>
                </a:lnTo>
                <a:lnTo>
                  <a:pt x="3232159" y="1772455"/>
                </a:lnTo>
                <a:lnTo>
                  <a:pt x="3231055" y="1778701"/>
                </a:lnTo>
                <a:lnTo>
                  <a:pt x="3225149" y="1782838"/>
                </a:lnTo>
                <a:lnTo>
                  <a:pt x="3216379" y="1781270"/>
                </a:lnTo>
                <a:lnTo>
                  <a:pt x="3214199" y="1780011"/>
                </a:lnTo>
                <a:close/>
              </a:path>
              <a:path w="5142230" h="2300604">
                <a:moveTo>
                  <a:pt x="2274610" y="858363"/>
                </a:moveTo>
                <a:lnTo>
                  <a:pt x="2270601" y="854072"/>
                </a:lnTo>
                <a:lnTo>
                  <a:pt x="2269466" y="850120"/>
                </a:lnTo>
                <a:lnTo>
                  <a:pt x="2272073" y="840106"/>
                </a:lnTo>
                <a:lnTo>
                  <a:pt x="2278157" y="836551"/>
                </a:lnTo>
                <a:lnTo>
                  <a:pt x="2278335" y="836448"/>
                </a:lnTo>
                <a:lnTo>
                  <a:pt x="2284415" y="837972"/>
                </a:lnTo>
                <a:lnTo>
                  <a:pt x="2290502" y="839600"/>
                </a:lnTo>
                <a:lnTo>
                  <a:pt x="2294160" y="845862"/>
                </a:lnTo>
                <a:lnTo>
                  <a:pt x="2292597" y="851716"/>
                </a:lnTo>
                <a:lnTo>
                  <a:pt x="2291007" y="858029"/>
                </a:lnTo>
                <a:lnTo>
                  <a:pt x="2284746" y="861687"/>
                </a:lnTo>
                <a:lnTo>
                  <a:pt x="2278781" y="860091"/>
                </a:lnTo>
                <a:lnTo>
                  <a:pt x="2276511" y="859518"/>
                </a:lnTo>
                <a:lnTo>
                  <a:pt x="2274610" y="858363"/>
                </a:lnTo>
                <a:close/>
              </a:path>
              <a:path w="5142230" h="2300604">
                <a:moveTo>
                  <a:pt x="2205859" y="840873"/>
                </a:moveTo>
                <a:lnTo>
                  <a:pt x="2201850" y="836582"/>
                </a:lnTo>
                <a:lnTo>
                  <a:pt x="2200662" y="832671"/>
                </a:lnTo>
                <a:lnTo>
                  <a:pt x="2203174" y="822653"/>
                </a:lnTo>
                <a:lnTo>
                  <a:pt x="2204816" y="821674"/>
                </a:lnTo>
                <a:lnTo>
                  <a:pt x="2209510" y="818977"/>
                </a:lnTo>
                <a:lnTo>
                  <a:pt x="2215476" y="820476"/>
                </a:lnTo>
                <a:lnTo>
                  <a:pt x="2221610" y="821959"/>
                </a:lnTo>
                <a:lnTo>
                  <a:pt x="2225316" y="828175"/>
                </a:lnTo>
                <a:lnTo>
                  <a:pt x="2223833" y="834309"/>
                </a:lnTo>
                <a:lnTo>
                  <a:pt x="2222304" y="840394"/>
                </a:lnTo>
                <a:lnTo>
                  <a:pt x="2216088" y="844101"/>
                </a:lnTo>
                <a:lnTo>
                  <a:pt x="2209954" y="842618"/>
                </a:lnTo>
                <a:lnTo>
                  <a:pt x="2207755" y="842024"/>
                </a:lnTo>
                <a:lnTo>
                  <a:pt x="2205859" y="840873"/>
                </a:lnTo>
                <a:close/>
              </a:path>
              <a:path w="5142230" h="2300604">
                <a:moveTo>
                  <a:pt x="2874965" y="1070847"/>
                </a:moveTo>
                <a:lnTo>
                  <a:pt x="2870870" y="1066463"/>
                </a:lnTo>
                <a:lnTo>
                  <a:pt x="2870061" y="1061101"/>
                </a:lnTo>
                <a:lnTo>
                  <a:pt x="2872475" y="1056746"/>
                </a:lnTo>
                <a:lnTo>
                  <a:pt x="2875497" y="1051183"/>
                </a:lnTo>
                <a:lnTo>
                  <a:pt x="2882459" y="1049154"/>
                </a:lnTo>
                <a:lnTo>
                  <a:pt x="2893489" y="1055195"/>
                </a:lnTo>
                <a:lnTo>
                  <a:pt x="2895567" y="1062111"/>
                </a:lnTo>
                <a:lnTo>
                  <a:pt x="2892500" y="1067625"/>
                </a:lnTo>
                <a:lnTo>
                  <a:pt x="2889478" y="1073187"/>
                </a:lnTo>
                <a:lnTo>
                  <a:pt x="2882512" y="1075211"/>
                </a:lnTo>
                <a:lnTo>
                  <a:pt x="2875936" y="1071593"/>
                </a:lnTo>
                <a:lnTo>
                  <a:pt x="2874965" y="1070847"/>
                </a:lnTo>
                <a:close/>
              </a:path>
              <a:path w="5142230" h="2300604">
                <a:moveTo>
                  <a:pt x="3199990" y="1849449"/>
                </a:moveTo>
                <a:lnTo>
                  <a:pt x="3195982" y="1845158"/>
                </a:lnTo>
                <a:lnTo>
                  <a:pt x="3194835" y="1841390"/>
                </a:lnTo>
                <a:lnTo>
                  <a:pt x="3197106" y="1831407"/>
                </a:lnTo>
                <a:lnTo>
                  <a:pt x="3203190" y="1827558"/>
                </a:lnTo>
                <a:lnTo>
                  <a:pt x="3215465" y="1830337"/>
                </a:lnTo>
                <a:lnTo>
                  <a:pt x="3219318" y="1836416"/>
                </a:lnTo>
                <a:lnTo>
                  <a:pt x="3217929" y="1842553"/>
                </a:lnTo>
                <a:lnTo>
                  <a:pt x="3216585" y="1848739"/>
                </a:lnTo>
                <a:lnTo>
                  <a:pt x="3210411" y="1852589"/>
                </a:lnTo>
                <a:lnTo>
                  <a:pt x="3201978" y="1850697"/>
                </a:lnTo>
                <a:lnTo>
                  <a:pt x="3199990" y="1849449"/>
                </a:lnTo>
                <a:close/>
              </a:path>
              <a:path w="5142230" h="2300604">
                <a:moveTo>
                  <a:pt x="3229799" y="1639437"/>
                </a:moveTo>
                <a:lnTo>
                  <a:pt x="3225836" y="1635195"/>
                </a:lnTo>
                <a:lnTo>
                  <a:pt x="3224617" y="1632228"/>
                </a:lnTo>
                <a:lnTo>
                  <a:pt x="3224767" y="1629163"/>
                </a:lnTo>
                <a:lnTo>
                  <a:pt x="3224982" y="1622844"/>
                </a:lnTo>
                <a:lnTo>
                  <a:pt x="3230293" y="1617972"/>
                </a:lnTo>
                <a:lnTo>
                  <a:pt x="3236468" y="1618131"/>
                </a:lnTo>
                <a:lnTo>
                  <a:pt x="3242881" y="1618350"/>
                </a:lnTo>
                <a:lnTo>
                  <a:pt x="3247755" y="1623567"/>
                </a:lnTo>
                <a:lnTo>
                  <a:pt x="3247330" y="1636209"/>
                </a:lnTo>
                <a:lnTo>
                  <a:pt x="3242063" y="1641129"/>
                </a:lnTo>
                <a:lnTo>
                  <a:pt x="3235790" y="1640963"/>
                </a:lnTo>
                <a:lnTo>
                  <a:pt x="3232632" y="1640808"/>
                </a:lnTo>
                <a:lnTo>
                  <a:pt x="3229799" y="1639437"/>
                </a:lnTo>
                <a:close/>
              </a:path>
              <a:path w="5142230" h="2300604">
                <a:moveTo>
                  <a:pt x="2936607" y="1107314"/>
                </a:moveTo>
                <a:lnTo>
                  <a:pt x="2931763" y="1102128"/>
                </a:lnTo>
                <a:lnTo>
                  <a:pt x="2931124" y="1096557"/>
                </a:lnTo>
                <a:lnTo>
                  <a:pt x="2937098" y="1087117"/>
                </a:lnTo>
                <a:lnTo>
                  <a:pt x="2937355" y="1086709"/>
                </a:lnTo>
                <a:lnTo>
                  <a:pt x="2944395" y="1085154"/>
                </a:lnTo>
                <a:lnTo>
                  <a:pt x="2949707" y="1088593"/>
                </a:lnTo>
                <a:lnTo>
                  <a:pt x="2955073" y="1091990"/>
                </a:lnTo>
                <a:lnTo>
                  <a:pt x="2956627" y="1099030"/>
                </a:lnTo>
                <a:lnTo>
                  <a:pt x="2953446" y="1103934"/>
                </a:lnTo>
                <a:lnTo>
                  <a:pt x="2950061" y="1109302"/>
                </a:lnTo>
                <a:lnTo>
                  <a:pt x="2949840" y="1109653"/>
                </a:lnTo>
                <a:lnTo>
                  <a:pt x="2942805" y="1111212"/>
                </a:lnTo>
                <a:lnTo>
                  <a:pt x="2937444" y="1107819"/>
                </a:lnTo>
                <a:lnTo>
                  <a:pt x="2936607" y="1107314"/>
                </a:lnTo>
                <a:close/>
              </a:path>
              <a:path w="5142230" h="2300604">
                <a:moveTo>
                  <a:pt x="2136895" y="823938"/>
                </a:moveTo>
                <a:lnTo>
                  <a:pt x="2132887" y="819647"/>
                </a:lnTo>
                <a:lnTo>
                  <a:pt x="2132506" y="818360"/>
                </a:lnTo>
                <a:lnTo>
                  <a:pt x="2131763" y="815707"/>
                </a:lnTo>
                <a:lnTo>
                  <a:pt x="2134162" y="805764"/>
                </a:lnTo>
                <a:lnTo>
                  <a:pt x="2140333" y="802008"/>
                </a:lnTo>
                <a:lnTo>
                  <a:pt x="2152601" y="804975"/>
                </a:lnTo>
                <a:lnTo>
                  <a:pt x="2156356" y="811146"/>
                </a:lnTo>
                <a:lnTo>
                  <a:pt x="2153385" y="823409"/>
                </a:lnTo>
                <a:lnTo>
                  <a:pt x="2147219" y="827169"/>
                </a:lnTo>
                <a:lnTo>
                  <a:pt x="2141035" y="825632"/>
                </a:lnTo>
                <a:lnTo>
                  <a:pt x="2138837" y="825137"/>
                </a:lnTo>
                <a:lnTo>
                  <a:pt x="2136895" y="823938"/>
                </a:lnTo>
                <a:close/>
              </a:path>
              <a:path w="5142230" h="2300604">
                <a:moveTo>
                  <a:pt x="2747167" y="1009992"/>
                </a:moveTo>
                <a:lnTo>
                  <a:pt x="2743109" y="1005647"/>
                </a:lnTo>
                <a:lnTo>
                  <a:pt x="2742138" y="1000893"/>
                </a:lnTo>
                <a:lnTo>
                  <a:pt x="2743889" y="996610"/>
                </a:lnTo>
                <a:lnTo>
                  <a:pt x="2746400" y="990794"/>
                </a:lnTo>
                <a:lnTo>
                  <a:pt x="2753056" y="988046"/>
                </a:lnTo>
                <a:lnTo>
                  <a:pt x="2759021" y="990619"/>
                </a:lnTo>
                <a:lnTo>
                  <a:pt x="2764695" y="992979"/>
                </a:lnTo>
                <a:lnTo>
                  <a:pt x="2767442" y="999635"/>
                </a:lnTo>
                <a:lnTo>
                  <a:pt x="2762514" y="1011269"/>
                </a:lnTo>
                <a:lnTo>
                  <a:pt x="2755854" y="1014012"/>
                </a:lnTo>
                <a:lnTo>
                  <a:pt x="2748500" y="1010929"/>
                </a:lnTo>
                <a:lnTo>
                  <a:pt x="2747167" y="1009992"/>
                </a:lnTo>
                <a:close/>
              </a:path>
              <a:path w="5142230" h="2300604">
                <a:moveTo>
                  <a:pt x="1723343" y="722571"/>
                </a:moveTo>
                <a:lnTo>
                  <a:pt x="1719335" y="718280"/>
                </a:lnTo>
                <a:lnTo>
                  <a:pt x="1718145" y="714269"/>
                </a:lnTo>
                <a:lnTo>
                  <a:pt x="1719182" y="710296"/>
                </a:lnTo>
                <a:lnTo>
                  <a:pt x="1720805" y="704214"/>
                </a:lnTo>
                <a:lnTo>
                  <a:pt x="1726825" y="700786"/>
                </a:lnTo>
                <a:lnTo>
                  <a:pt x="1727063" y="700651"/>
                </a:lnTo>
                <a:lnTo>
                  <a:pt x="1733145" y="702274"/>
                </a:lnTo>
                <a:lnTo>
                  <a:pt x="1739272" y="703847"/>
                </a:lnTo>
                <a:lnTo>
                  <a:pt x="1742840" y="710110"/>
                </a:lnTo>
                <a:lnTo>
                  <a:pt x="1741217" y="716192"/>
                </a:lnTo>
                <a:lnTo>
                  <a:pt x="1739642" y="722229"/>
                </a:lnTo>
                <a:lnTo>
                  <a:pt x="1733617" y="725749"/>
                </a:lnTo>
                <a:lnTo>
                  <a:pt x="1733380" y="725887"/>
                </a:lnTo>
                <a:lnTo>
                  <a:pt x="1727298" y="724263"/>
                </a:lnTo>
                <a:lnTo>
                  <a:pt x="1725141" y="723713"/>
                </a:lnTo>
                <a:lnTo>
                  <a:pt x="1723343" y="722571"/>
                </a:lnTo>
                <a:close/>
              </a:path>
              <a:path w="5142230" h="2300604">
                <a:moveTo>
                  <a:pt x="2811897" y="1038817"/>
                </a:moveTo>
                <a:lnTo>
                  <a:pt x="2807802" y="1034433"/>
                </a:lnTo>
                <a:lnTo>
                  <a:pt x="2806882" y="1029440"/>
                </a:lnTo>
                <a:lnTo>
                  <a:pt x="2808969" y="1025125"/>
                </a:lnTo>
                <a:lnTo>
                  <a:pt x="2811666" y="1019410"/>
                </a:lnTo>
                <a:lnTo>
                  <a:pt x="2818452" y="1016997"/>
                </a:lnTo>
                <a:lnTo>
                  <a:pt x="2829877" y="1022386"/>
                </a:lnTo>
                <a:lnTo>
                  <a:pt x="2832294" y="1029177"/>
                </a:lnTo>
                <a:lnTo>
                  <a:pt x="2829593" y="1034887"/>
                </a:lnTo>
                <a:lnTo>
                  <a:pt x="2826855" y="1040558"/>
                </a:lnTo>
                <a:lnTo>
                  <a:pt x="2820065" y="1042966"/>
                </a:lnTo>
                <a:lnTo>
                  <a:pt x="2813049" y="1039658"/>
                </a:lnTo>
                <a:lnTo>
                  <a:pt x="2811897" y="1038817"/>
                </a:lnTo>
                <a:close/>
              </a:path>
              <a:path w="5142230" h="2300604">
                <a:moveTo>
                  <a:pt x="1860945" y="757658"/>
                </a:moveTo>
                <a:lnTo>
                  <a:pt x="1856932" y="753362"/>
                </a:lnTo>
                <a:lnTo>
                  <a:pt x="1855842" y="749458"/>
                </a:lnTo>
                <a:lnTo>
                  <a:pt x="1858261" y="739438"/>
                </a:lnTo>
                <a:lnTo>
                  <a:pt x="1864477" y="735731"/>
                </a:lnTo>
                <a:lnTo>
                  <a:pt x="1870611" y="737214"/>
                </a:lnTo>
                <a:lnTo>
                  <a:pt x="1876696" y="738743"/>
                </a:lnTo>
                <a:lnTo>
                  <a:pt x="1880447" y="744909"/>
                </a:lnTo>
                <a:lnTo>
                  <a:pt x="1878923" y="750999"/>
                </a:lnTo>
                <a:lnTo>
                  <a:pt x="1877439" y="757133"/>
                </a:lnTo>
                <a:lnTo>
                  <a:pt x="1871264" y="760884"/>
                </a:lnTo>
                <a:lnTo>
                  <a:pt x="1862887" y="758857"/>
                </a:lnTo>
                <a:lnTo>
                  <a:pt x="1860945" y="757658"/>
                </a:lnTo>
                <a:close/>
              </a:path>
              <a:path w="5142230" h="2300604">
                <a:moveTo>
                  <a:pt x="3204200" y="1430225"/>
                </a:moveTo>
                <a:lnTo>
                  <a:pt x="3200191" y="1425934"/>
                </a:lnTo>
                <a:lnTo>
                  <a:pt x="3199345" y="1424441"/>
                </a:lnTo>
                <a:lnTo>
                  <a:pt x="3198838" y="1422824"/>
                </a:lnTo>
                <a:lnTo>
                  <a:pt x="3196871" y="1416808"/>
                </a:lnTo>
                <a:lnTo>
                  <a:pt x="3200201" y="1410402"/>
                </a:lnTo>
                <a:lnTo>
                  <a:pt x="3206172" y="1408486"/>
                </a:lnTo>
                <a:lnTo>
                  <a:pt x="3211907" y="1406610"/>
                </a:lnTo>
                <a:lnTo>
                  <a:pt x="3212187" y="1406519"/>
                </a:lnTo>
                <a:lnTo>
                  <a:pt x="3218589" y="1409852"/>
                </a:lnTo>
                <a:lnTo>
                  <a:pt x="3222477" y="1421834"/>
                </a:lnTo>
                <a:lnTo>
                  <a:pt x="3219189" y="1428285"/>
                </a:lnTo>
                <a:lnTo>
                  <a:pt x="3208828" y="1431562"/>
                </a:lnTo>
                <a:lnTo>
                  <a:pt x="3204200" y="1430225"/>
                </a:lnTo>
                <a:close/>
              </a:path>
              <a:path w="5142230" h="2300604">
                <a:moveTo>
                  <a:pt x="3220942" y="1498682"/>
                </a:moveTo>
                <a:lnTo>
                  <a:pt x="3216979" y="1494440"/>
                </a:lnTo>
                <a:lnTo>
                  <a:pt x="3215915" y="1492421"/>
                </a:lnTo>
                <a:lnTo>
                  <a:pt x="3215571" y="1490195"/>
                </a:lnTo>
                <a:lnTo>
                  <a:pt x="3214459" y="1484020"/>
                </a:lnTo>
                <a:lnTo>
                  <a:pt x="3218575" y="1478065"/>
                </a:lnTo>
                <a:lnTo>
                  <a:pt x="3230930" y="1475847"/>
                </a:lnTo>
                <a:lnTo>
                  <a:pt x="3236875" y="1479963"/>
                </a:lnTo>
                <a:lnTo>
                  <a:pt x="3239144" y="1492362"/>
                </a:lnTo>
                <a:lnTo>
                  <a:pt x="3234982" y="1498268"/>
                </a:lnTo>
                <a:lnTo>
                  <a:pt x="3228803" y="1499374"/>
                </a:lnTo>
                <a:lnTo>
                  <a:pt x="3224863" y="1500142"/>
                </a:lnTo>
                <a:lnTo>
                  <a:pt x="3220942" y="1498682"/>
                </a:lnTo>
                <a:close/>
              </a:path>
              <a:path w="5142230" h="2300604">
                <a:moveTo>
                  <a:pt x="1792086" y="740443"/>
                </a:moveTo>
                <a:lnTo>
                  <a:pt x="1788077" y="736152"/>
                </a:lnTo>
                <a:lnTo>
                  <a:pt x="1786933" y="732190"/>
                </a:lnTo>
                <a:lnTo>
                  <a:pt x="1789450" y="722177"/>
                </a:lnTo>
                <a:lnTo>
                  <a:pt x="1795666" y="718471"/>
                </a:lnTo>
                <a:lnTo>
                  <a:pt x="1807878" y="721572"/>
                </a:lnTo>
                <a:lnTo>
                  <a:pt x="1811584" y="727789"/>
                </a:lnTo>
                <a:lnTo>
                  <a:pt x="1810031" y="733848"/>
                </a:lnTo>
                <a:lnTo>
                  <a:pt x="1808482" y="740009"/>
                </a:lnTo>
                <a:lnTo>
                  <a:pt x="1802266" y="743716"/>
                </a:lnTo>
                <a:lnTo>
                  <a:pt x="1796296" y="742212"/>
                </a:lnTo>
                <a:lnTo>
                  <a:pt x="1793978" y="741588"/>
                </a:lnTo>
                <a:lnTo>
                  <a:pt x="1792086" y="740443"/>
                </a:lnTo>
                <a:close/>
              </a:path>
              <a:path w="5142230" h="2300604">
                <a:moveTo>
                  <a:pt x="3224516" y="1709925"/>
                </a:moveTo>
                <a:lnTo>
                  <a:pt x="3220553" y="1705683"/>
                </a:lnTo>
                <a:lnTo>
                  <a:pt x="3219346" y="1702436"/>
                </a:lnTo>
                <a:lnTo>
                  <a:pt x="3219699" y="1699002"/>
                </a:lnTo>
                <a:lnTo>
                  <a:pt x="3220431" y="1692748"/>
                </a:lnTo>
                <a:lnTo>
                  <a:pt x="3226062" y="1688219"/>
                </a:lnTo>
                <a:lnTo>
                  <a:pt x="3232311" y="1688946"/>
                </a:lnTo>
                <a:lnTo>
                  <a:pt x="3238568" y="1689584"/>
                </a:lnTo>
                <a:lnTo>
                  <a:pt x="3243098" y="1695214"/>
                </a:lnTo>
                <a:lnTo>
                  <a:pt x="3242411" y="1701517"/>
                </a:lnTo>
                <a:lnTo>
                  <a:pt x="3241683" y="1707776"/>
                </a:lnTo>
                <a:lnTo>
                  <a:pt x="3236053" y="1712305"/>
                </a:lnTo>
                <a:lnTo>
                  <a:pt x="3226976" y="1711288"/>
                </a:lnTo>
                <a:lnTo>
                  <a:pt x="3224516" y="1709925"/>
                </a:lnTo>
                <a:close/>
              </a:path>
              <a:path w="5142230" h="2300604">
                <a:moveTo>
                  <a:pt x="2994447" y="1147433"/>
                </a:moveTo>
                <a:lnTo>
                  <a:pt x="2989796" y="1142454"/>
                </a:lnTo>
                <a:lnTo>
                  <a:pt x="2989345" y="1136302"/>
                </a:lnTo>
                <a:lnTo>
                  <a:pt x="2992807" y="1131798"/>
                </a:lnTo>
                <a:lnTo>
                  <a:pt x="2996613" y="1126781"/>
                </a:lnTo>
                <a:lnTo>
                  <a:pt x="3003728" y="1125796"/>
                </a:lnTo>
                <a:lnTo>
                  <a:pt x="3013756" y="1133403"/>
                </a:lnTo>
                <a:lnTo>
                  <a:pt x="3014792" y="1140572"/>
                </a:lnTo>
                <a:lnTo>
                  <a:pt x="3007131" y="1150650"/>
                </a:lnTo>
                <a:lnTo>
                  <a:pt x="2999966" y="1151581"/>
                </a:lnTo>
                <a:lnTo>
                  <a:pt x="2994954" y="1147780"/>
                </a:lnTo>
                <a:lnTo>
                  <a:pt x="2994447" y="1147433"/>
                </a:lnTo>
                <a:close/>
              </a:path>
              <a:path w="5142230" h="2300604">
                <a:moveTo>
                  <a:pt x="3229088" y="1568787"/>
                </a:moveTo>
                <a:lnTo>
                  <a:pt x="3225075" y="1564491"/>
                </a:lnTo>
                <a:lnTo>
                  <a:pt x="3223930" y="1562092"/>
                </a:lnTo>
                <a:lnTo>
                  <a:pt x="3223793" y="1559306"/>
                </a:lnTo>
                <a:lnTo>
                  <a:pt x="3223394" y="1553014"/>
                </a:lnTo>
                <a:lnTo>
                  <a:pt x="3228155" y="1547653"/>
                </a:lnTo>
                <a:lnTo>
                  <a:pt x="3240736" y="1546849"/>
                </a:lnTo>
                <a:lnTo>
                  <a:pt x="3246143" y="1551659"/>
                </a:lnTo>
                <a:lnTo>
                  <a:pt x="3246896" y="1564195"/>
                </a:lnTo>
                <a:lnTo>
                  <a:pt x="3242185" y="1569610"/>
                </a:lnTo>
                <a:lnTo>
                  <a:pt x="3235842" y="1569956"/>
                </a:lnTo>
                <a:lnTo>
                  <a:pt x="3232340" y="1570215"/>
                </a:lnTo>
                <a:lnTo>
                  <a:pt x="3229088" y="1568787"/>
                </a:lnTo>
                <a:close/>
              </a:path>
              <a:path w="5142230" h="2300604">
                <a:moveTo>
                  <a:pt x="1384075" y="616367"/>
                </a:moveTo>
                <a:lnTo>
                  <a:pt x="1380066" y="612077"/>
                </a:lnTo>
                <a:lnTo>
                  <a:pt x="1378994" y="607508"/>
                </a:lnTo>
                <a:lnTo>
                  <a:pt x="1382785" y="597393"/>
                </a:lnTo>
                <a:lnTo>
                  <a:pt x="1389353" y="594453"/>
                </a:lnTo>
                <a:lnTo>
                  <a:pt x="1401146" y="598867"/>
                </a:lnTo>
                <a:lnTo>
                  <a:pt x="1404176" y="605433"/>
                </a:lnTo>
                <a:lnTo>
                  <a:pt x="1399717" y="617278"/>
                </a:lnTo>
                <a:lnTo>
                  <a:pt x="1393149" y="620217"/>
                </a:lnTo>
                <a:lnTo>
                  <a:pt x="1385551" y="617362"/>
                </a:lnTo>
                <a:lnTo>
                  <a:pt x="1384075" y="616367"/>
                </a:lnTo>
                <a:close/>
              </a:path>
              <a:path w="5142230" h="2300604">
                <a:moveTo>
                  <a:pt x="2343148" y="876700"/>
                </a:moveTo>
                <a:lnTo>
                  <a:pt x="2339144" y="872414"/>
                </a:lnTo>
                <a:lnTo>
                  <a:pt x="2338002" y="868358"/>
                </a:lnTo>
                <a:lnTo>
                  <a:pt x="2339134" y="864388"/>
                </a:lnTo>
                <a:lnTo>
                  <a:pt x="2340806" y="858261"/>
                </a:lnTo>
                <a:lnTo>
                  <a:pt x="2346685" y="854975"/>
                </a:lnTo>
                <a:lnTo>
                  <a:pt x="2347105" y="854741"/>
                </a:lnTo>
                <a:lnTo>
                  <a:pt x="2359271" y="858086"/>
                </a:lnTo>
                <a:lnTo>
                  <a:pt x="2362834" y="864345"/>
                </a:lnTo>
                <a:lnTo>
                  <a:pt x="2361117" y="870424"/>
                </a:lnTo>
                <a:lnTo>
                  <a:pt x="2359445" y="876551"/>
                </a:lnTo>
                <a:lnTo>
                  <a:pt x="2353603" y="879878"/>
                </a:lnTo>
                <a:lnTo>
                  <a:pt x="2353186" y="880115"/>
                </a:lnTo>
                <a:lnTo>
                  <a:pt x="2344998" y="877802"/>
                </a:lnTo>
                <a:lnTo>
                  <a:pt x="2343148" y="876700"/>
                </a:lnTo>
                <a:close/>
              </a:path>
              <a:path w="5142230" h="2300604">
                <a:moveTo>
                  <a:pt x="1252458" y="562176"/>
                </a:moveTo>
                <a:lnTo>
                  <a:pt x="1248404" y="557836"/>
                </a:lnTo>
                <a:lnTo>
                  <a:pt x="1247484" y="552942"/>
                </a:lnTo>
                <a:lnTo>
                  <a:pt x="1249427" y="548571"/>
                </a:lnTo>
                <a:lnTo>
                  <a:pt x="1252025" y="542848"/>
                </a:lnTo>
                <a:lnTo>
                  <a:pt x="1258773" y="540297"/>
                </a:lnTo>
                <a:lnTo>
                  <a:pt x="1264491" y="542899"/>
                </a:lnTo>
                <a:lnTo>
                  <a:pt x="1270258" y="545456"/>
                </a:lnTo>
                <a:lnTo>
                  <a:pt x="1272814" y="552199"/>
                </a:lnTo>
                <a:lnTo>
                  <a:pt x="1270257" y="557966"/>
                </a:lnTo>
                <a:lnTo>
                  <a:pt x="1267606" y="563730"/>
                </a:lnTo>
                <a:lnTo>
                  <a:pt x="1260863" y="566286"/>
                </a:lnTo>
                <a:lnTo>
                  <a:pt x="1253703" y="563021"/>
                </a:lnTo>
                <a:lnTo>
                  <a:pt x="1252458" y="562176"/>
                </a:lnTo>
                <a:close/>
              </a:path>
              <a:path w="5142230" h="2300604">
                <a:moveTo>
                  <a:pt x="2614564" y="959826"/>
                </a:moveTo>
                <a:lnTo>
                  <a:pt x="2610510" y="955487"/>
                </a:lnTo>
                <a:lnTo>
                  <a:pt x="2609431" y="951107"/>
                </a:lnTo>
                <a:lnTo>
                  <a:pt x="2610843" y="946948"/>
                </a:lnTo>
                <a:lnTo>
                  <a:pt x="2612890" y="941027"/>
                </a:lnTo>
                <a:lnTo>
                  <a:pt x="2619414" y="937845"/>
                </a:lnTo>
                <a:lnTo>
                  <a:pt x="2631312" y="941980"/>
                </a:lnTo>
                <a:lnTo>
                  <a:pt x="2634497" y="948419"/>
                </a:lnTo>
                <a:lnTo>
                  <a:pt x="2632405" y="954391"/>
                </a:lnTo>
                <a:lnTo>
                  <a:pt x="2630403" y="960361"/>
                </a:lnTo>
                <a:lnTo>
                  <a:pt x="2623879" y="963543"/>
                </a:lnTo>
                <a:lnTo>
                  <a:pt x="2617907" y="961451"/>
                </a:lnTo>
                <a:lnTo>
                  <a:pt x="2616086" y="960870"/>
                </a:lnTo>
                <a:lnTo>
                  <a:pt x="2614564" y="959826"/>
                </a:lnTo>
                <a:close/>
              </a:path>
              <a:path w="5142230" h="2300604">
                <a:moveTo>
                  <a:pt x="2547201" y="937469"/>
                </a:moveTo>
                <a:lnTo>
                  <a:pt x="2543193" y="933179"/>
                </a:lnTo>
                <a:lnTo>
                  <a:pt x="2542062" y="928938"/>
                </a:lnTo>
                <a:lnTo>
                  <a:pt x="2545328" y="918848"/>
                </a:lnTo>
                <a:lnTo>
                  <a:pt x="2551720" y="915524"/>
                </a:lnTo>
                <a:lnTo>
                  <a:pt x="2563726" y="919384"/>
                </a:lnTo>
                <a:lnTo>
                  <a:pt x="2567049" y="925776"/>
                </a:lnTo>
                <a:lnTo>
                  <a:pt x="2565098" y="931800"/>
                </a:lnTo>
                <a:lnTo>
                  <a:pt x="2563195" y="937778"/>
                </a:lnTo>
                <a:lnTo>
                  <a:pt x="2556803" y="941101"/>
                </a:lnTo>
                <a:lnTo>
                  <a:pt x="2550774" y="939144"/>
                </a:lnTo>
                <a:lnTo>
                  <a:pt x="2548863" y="938565"/>
                </a:lnTo>
                <a:lnTo>
                  <a:pt x="2547201" y="937469"/>
                </a:lnTo>
                <a:close/>
              </a:path>
              <a:path w="5142230" h="2300604">
                <a:moveTo>
                  <a:pt x="2681347" y="983811"/>
                </a:moveTo>
                <a:lnTo>
                  <a:pt x="2677297" y="979477"/>
                </a:lnTo>
                <a:lnTo>
                  <a:pt x="2676221" y="974903"/>
                </a:lnTo>
                <a:lnTo>
                  <a:pt x="2677825" y="970756"/>
                </a:lnTo>
                <a:lnTo>
                  <a:pt x="2680061" y="964841"/>
                </a:lnTo>
                <a:lnTo>
                  <a:pt x="2686579" y="961848"/>
                </a:lnTo>
                <a:lnTo>
                  <a:pt x="2698423" y="966316"/>
                </a:lnTo>
                <a:lnTo>
                  <a:pt x="2701362" y="972884"/>
                </a:lnTo>
                <a:lnTo>
                  <a:pt x="2699131" y="978803"/>
                </a:lnTo>
                <a:lnTo>
                  <a:pt x="2696948" y="984678"/>
                </a:lnTo>
                <a:lnTo>
                  <a:pt x="2690327" y="987658"/>
                </a:lnTo>
                <a:lnTo>
                  <a:pt x="2684453" y="985475"/>
                </a:lnTo>
                <a:lnTo>
                  <a:pt x="2682729" y="984803"/>
                </a:lnTo>
                <a:lnTo>
                  <a:pt x="2681347" y="983811"/>
                </a:lnTo>
                <a:close/>
              </a:path>
              <a:path w="5142230" h="2300604">
                <a:moveTo>
                  <a:pt x="3048517" y="1192607"/>
                </a:moveTo>
                <a:lnTo>
                  <a:pt x="3043917" y="1187682"/>
                </a:lnTo>
                <a:lnTo>
                  <a:pt x="3043816" y="1180928"/>
                </a:lnTo>
                <a:lnTo>
                  <a:pt x="3052204" y="1171823"/>
                </a:lnTo>
                <a:lnTo>
                  <a:pt x="3059436" y="1171550"/>
                </a:lnTo>
                <a:lnTo>
                  <a:pt x="3064006" y="1175855"/>
                </a:lnTo>
                <a:lnTo>
                  <a:pt x="3068633" y="1180125"/>
                </a:lnTo>
                <a:lnTo>
                  <a:pt x="3068907" y="1187357"/>
                </a:lnTo>
                <a:lnTo>
                  <a:pt x="3060377" y="1196603"/>
                </a:lnTo>
                <a:lnTo>
                  <a:pt x="3053145" y="1196876"/>
                </a:lnTo>
                <a:lnTo>
                  <a:pt x="3048517" y="1192607"/>
                </a:lnTo>
                <a:close/>
              </a:path>
              <a:path w="5142230" h="2300604">
                <a:moveTo>
                  <a:pt x="2411466" y="896073"/>
                </a:moveTo>
                <a:lnTo>
                  <a:pt x="2407453" y="891777"/>
                </a:lnTo>
                <a:lnTo>
                  <a:pt x="2406324" y="887636"/>
                </a:lnTo>
                <a:lnTo>
                  <a:pt x="2409263" y="877586"/>
                </a:lnTo>
                <a:lnTo>
                  <a:pt x="2415612" y="874120"/>
                </a:lnTo>
                <a:lnTo>
                  <a:pt x="2427668" y="877641"/>
                </a:lnTo>
                <a:lnTo>
                  <a:pt x="2431139" y="883996"/>
                </a:lnTo>
                <a:lnTo>
                  <a:pt x="2429376" y="890026"/>
                </a:lnTo>
                <a:lnTo>
                  <a:pt x="2427564" y="896102"/>
                </a:lnTo>
                <a:lnTo>
                  <a:pt x="2421214" y="899568"/>
                </a:lnTo>
                <a:lnTo>
                  <a:pt x="2413174" y="897217"/>
                </a:lnTo>
                <a:lnTo>
                  <a:pt x="2411466" y="896073"/>
                </a:lnTo>
                <a:close/>
              </a:path>
              <a:path w="5142230" h="2300604">
                <a:moveTo>
                  <a:pt x="1317829" y="590319"/>
                </a:moveTo>
                <a:lnTo>
                  <a:pt x="1313821" y="586028"/>
                </a:lnTo>
                <a:lnTo>
                  <a:pt x="1312801" y="581320"/>
                </a:lnTo>
                <a:lnTo>
                  <a:pt x="1316964" y="571212"/>
                </a:lnTo>
                <a:lnTo>
                  <a:pt x="1323579" y="568421"/>
                </a:lnTo>
                <a:lnTo>
                  <a:pt x="1329591" y="570849"/>
                </a:lnTo>
                <a:lnTo>
                  <a:pt x="1335265" y="573209"/>
                </a:lnTo>
                <a:lnTo>
                  <a:pt x="1338013" y="579864"/>
                </a:lnTo>
                <a:lnTo>
                  <a:pt x="1335686" y="585682"/>
                </a:lnTo>
                <a:lnTo>
                  <a:pt x="1333274" y="591506"/>
                </a:lnTo>
                <a:lnTo>
                  <a:pt x="1326569" y="594299"/>
                </a:lnTo>
                <a:lnTo>
                  <a:pt x="1320796" y="591931"/>
                </a:lnTo>
                <a:lnTo>
                  <a:pt x="1319212" y="591310"/>
                </a:lnTo>
                <a:lnTo>
                  <a:pt x="1317829" y="590319"/>
                </a:lnTo>
                <a:close/>
              </a:path>
              <a:path w="5142230" h="2300604">
                <a:moveTo>
                  <a:pt x="2479461" y="916369"/>
                </a:moveTo>
                <a:lnTo>
                  <a:pt x="2475457" y="912083"/>
                </a:lnTo>
                <a:lnTo>
                  <a:pt x="2474319" y="907933"/>
                </a:lnTo>
                <a:lnTo>
                  <a:pt x="2477400" y="897840"/>
                </a:lnTo>
                <a:lnTo>
                  <a:pt x="2483747" y="894468"/>
                </a:lnTo>
                <a:lnTo>
                  <a:pt x="2489781" y="896237"/>
                </a:lnTo>
                <a:lnTo>
                  <a:pt x="2495804" y="898089"/>
                </a:lnTo>
                <a:lnTo>
                  <a:pt x="2499221" y="904484"/>
                </a:lnTo>
                <a:lnTo>
                  <a:pt x="2495511" y="916543"/>
                </a:lnTo>
                <a:lnTo>
                  <a:pt x="2489160" y="919910"/>
                </a:lnTo>
                <a:lnTo>
                  <a:pt x="2483134" y="918152"/>
                </a:lnTo>
                <a:lnTo>
                  <a:pt x="2481168" y="917513"/>
                </a:lnTo>
                <a:lnTo>
                  <a:pt x="2479461" y="916369"/>
                </a:lnTo>
                <a:close/>
              </a:path>
              <a:path w="5142230" h="2300604">
                <a:moveTo>
                  <a:pt x="3351748" y="1389454"/>
                </a:moveTo>
                <a:lnTo>
                  <a:pt x="3347881" y="1385314"/>
                </a:lnTo>
                <a:lnTo>
                  <a:pt x="3346943" y="1383625"/>
                </a:lnTo>
                <a:lnTo>
                  <a:pt x="3346497" y="1381584"/>
                </a:lnTo>
                <a:lnTo>
                  <a:pt x="3345139" y="1375731"/>
                </a:lnTo>
                <a:lnTo>
                  <a:pt x="3348834" y="1369814"/>
                </a:lnTo>
                <a:lnTo>
                  <a:pt x="3354827" y="1368508"/>
                </a:lnTo>
                <a:lnTo>
                  <a:pt x="3360680" y="1367149"/>
                </a:lnTo>
                <a:lnTo>
                  <a:pt x="3366597" y="1370844"/>
                </a:lnTo>
                <a:lnTo>
                  <a:pt x="3369262" y="1382690"/>
                </a:lnTo>
                <a:lnTo>
                  <a:pt x="3365567" y="1388607"/>
                </a:lnTo>
                <a:lnTo>
                  <a:pt x="3355672" y="1390819"/>
                </a:lnTo>
                <a:lnTo>
                  <a:pt x="3351748" y="1389454"/>
                </a:lnTo>
                <a:close/>
              </a:path>
              <a:path w="5142230" h="2300604">
                <a:moveTo>
                  <a:pt x="2461083" y="779596"/>
                </a:moveTo>
                <a:lnTo>
                  <a:pt x="2457206" y="775447"/>
                </a:lnTo>
                <a:lnTo>
                  <a:pt x="2456162" y="771592"/>
                </a:lnTo>
                <a:lnTo>
                  <a:pt x="2457188" y="767803"/>
                </a:lnTo>
                <a:lnTo>
                  <a:pt x="2458706" y="761901"/>
                </a:lnTo>
                <a:lnTo>
                  <a:pt x="2464777" y="758430"/>
                </a:lnTo>
                <a:lnTo>
                  <a:pt x="2476473" y="761567"/>
                </a:lnTo>
                <a:lnTo>
                  <a:pt x="2479949" y="767633"/>
                </a:lnTo>
                <a:lnTo>
                  <a:pt x="2476812" y="779329"/>
                </a:lnTo>
                <a:lnTo>
                  <a:pt x="2471039" y="782630"/>
                </a:lnTo>
                <a:lnTo>
                  <a:pt x="2470741" y="782800"/>
                </a:lnTo>
                <a:lnTo>
                  <a:pt x="2462835" y="780690"/>
                </a:lnTo>
                <a:lnTo>
                  <a:pt x="2461083" y="779596"/>
                </a:lnTo>
                <a:close/>
              </a:path>
              <a:path w="5142230" h="2300604">
                <a:moveTo>
                  <a:pt x="3320309" y="1880501"/>
                </a:moveTo>
                <a:lnTo>
                  <a:pt x="3316483" y="1876405"/>
                </a:lnTo>
                <a:lnTo>
                  <a:pt x="3315326" y="1872821"/>
                </a:lnTo>
                <a:lnTo>
                  <a:pt x="3316067" y="1869215"/>
                </a:lnTo>
                <a:lnTo>
                  <a:pt x="3317212" y="1863306"/>
                </a:lnTo>
                <a:lnTo>
                  <a:pt x="3323009" y="1859443"/>
                </a:lnTo>
                <a:lnTo>
                  <a:pt x="3334919" y="1861831"/>
                </a:lnTo>
                <a:lnTo>
                  <a:pt x="3338777" y="1867623"/>
                </a:lnTo>
                <a:lnTo>
                  <a:pt x="3336393" y="1879538"/>
                </a:lnTo>
                <a:lnTo>
                  <a:pt x="3330645" y="1883355"/>
                </a:lnTo>
                <a:lnTo>
                  <a:pt x="3322346" y="1881704"/>
                </a:lnTo>
                <a:lnTo>
                  <a:pt x="3320309" y="1880501"/>
                </a:lnTo>
                <a:close/>
              </a:path>
              <a:path w="5142230" h="2300604">
                <a:moveTo>
                  <a:pt x="3277946" y="2300034"/>
                </a:moveTo>
                <a:lnTo>
                  <a:pt x="3277302" y="2299345"/>
                </a:lnTo>
                <a:lnTo>
                  <a:pt x="3276195" y="2297183"/>
                </a:lnTo>
                <a:lnTo>
                  <a:pt x="3275947" y="2294767"/>
                </a:lnTo>
                <a:lnTo>
                  <a:pt x="3275250" y="2288742"/>
                </a:lnTo>
                <a:lnTo>
                  <a:pt x="3279594" y="2283324"/>
                </a:lnTo>
                <a:lnTo>
                  <a:pt x="3291632" y="2281940"/>
                </a:lnTo>
                <a:lnTo>
                  <a:pt x="3297099" y="2286229"/>
                </a:lnTo>
                <a:lnTo>
                  <a:pt x="3298484" y="2298267"/>
                </a:lnTo>
                <a:lnTo>
                  <a:pt x="3297093" y="2300034"/>
                </a:lnTo>
                <a:lnTo>
                  <a:pt x="3277946" y="2300034"/>
                </a:lnTo>
                <a:close/>
              </a:path>
              <a:path w="5142230" h="2300604">
                <a:moveTo>
                  <a:pt x="1567199" y="549851"/>
                </a:moveTo>
                <a:lnTo>
                  <a:pt x="1563327" y="545706"/>
                </a:lnTo>
                <a:lnTo>
                  <a:pt x="1562285" y="541658"/>
                </a:lnTo>
                <a:lnTo>
                  <a:pt x="1563457" y="537732"/>
                </a:lnTo>
                <a:lnTo>
                  <a:pt x="1565259" y="531939"/>
                </a:lnTo>
                <a:lnTo>
                  <a:pt x="1571459" y="528704"/>
                </a:lnTo>
                <a:lnTo>
                  <a:pt x="1583040" y="532304"/>
                </a:lnTo>
                <a:lnTo>
                  <a:pt x="1586280" y="538509"/>
                </a:lnTo>
                <a:lnTo>
                  <a:pt x="1584432" y="544253"/>
                </a:lnTo>
                <a:lnTo>
                  <a:pt x="1582630" y="550045"/>
                </a:lnTo>
                <a:lnTo>
                  <a:pt x="1576524" y="553284"/>
                </a:lnTo>
                <a:lnTo>
                  <a:pt x="1568816" y="550897"/>
                </a:lnTo>
                <a:lnTo>
                  <a:pt x="1567199" y="549851"/>
                </a:lnTo>
                <a:close/>
              </a:path>
              <a:path w="5142230" h="2300604">
                <a:moveTo>
                  <a:pt x="3306602" y="1950184"/>
                </a:moveTo>
                <a:lnTo>
                  <a:pt x="3302776" y="1946088"/>
                </a:lnTo>
                <a:lnTo>
                  <a:pt x="3301620" y="1942602"/>
                </a:lnTo>
                <a:lnTo>
                  <a:pt x="3302357" y="1938992"/>
                </a:lnTo>
                <a:lnTo>
                  <a:pt x="3303461" y="1933039"/>
                </a:lnTo>
                <a:lnTo>
                  <a:pt x="3309208" y="1929122"/>
                </a:lnTo>
                <a:lnTo>
                  <a:pt x="3315170" y="1930227"/>
                </a:lnTo>
                <a:lnTo>
                  <a:pt x="3321125" y="1931421"/>
                </a:lnTo>
                <a:lnTo>
                  <a:pt x="3325032" y="1937167"/>
                </a:lnTo>
                <a:lnTo>
                  <a:pt x="3323932" y="1943125"/>
                </a:lnTo>
                <a:lnTo>
                  <a:pt x="3322743" y="1949085"/>
                </a:lnTo>
                <a:lnTo>
                  <a:pt x="3316987" y="1952992"/>
                </a:lnTo>
                <a:lnTo>
                  <a:pt x="3311034" y="1951897"/>
                </a:lnTo>
                <a:lnTo>
                  <a:pt x="3308639" y="1951386"/>
                </a:lnTo>
                <a:lnTo>
                  <a:pt x="3306602" y="1950184"/>
                </a:lnTo>
                <a:close/>
              </a:path>
              <a:path w="5142230" h="2300604">
                <a:moveTo>
                  <a:pt x="2529510" y="798401"/>
                </a:moveTo>
                <a:lnTo>
                  <a:pt x="2525638" y="794257"/>
                </a:lnTo>
                <a:lnTo>
                  <a:pt x="2524544" y="790348"/>
                </a:lnTo>
                <a:lnTo>
                  <a:pt x="2525614" y="786509"/>
                </a:lnTo>
                <a:lnTo>
                  <a:pt x="2527281" y="780669"/>
                </a:lnTo>
                <a:lnTo>
                  <a:pt x="2532818" y="777506"/>
                </a:lnTo>
                <a:lnTo>
                  <a:pt x="2533295" y="777234"/>
                </a:lnTo>
                <a:lnTo>
                  <a:pt x="2544988" y="780564"/>
                </a:lnTo>
                <a:lnTo>
                  <a:pt x="2548419" y="786582"/>
                </a:lnTo>
                <a:lnTo>
                  <a:pt x="2546752" y="792421"/>
                </a:lnTo>
                <a:lnTo>
                  <a:pt x="2545135" y="798315"/>
                </a:lnTo>
                <a:lnTo>
                  <a:pt x="2539071" y="801696"/>
                </a:lnTo>
                <a:lnTo>
                  <a:pt x="2531221" y="799451"/>
                </a:lnTo>
                <a:lnTo>
                  <a:pt x="2529510" y="798401"/>
                </a:lnTo>
                <a:close/>
              </a:path>
              <a:path w="5142230" h="2300604">
                <a:moveTo>
                  <a:pt x="1299661" y="454162"/>
                </a:moveTo>
                <a:lnTo>
                  <a:pt x="1295790" y="450017"/>
                </a:lnTo>
                <a:lnTo>
                  <a:pt x="1294808" y="445447"/>
                </a:lnTo>
                <a:lnTo>
                  <a:pt x="1296462" y="441353"/>
                </a:lnTo>
                <a:lnTo>
                  <a:pt x="1298778" y="435720"/>
                </a:lnTo>
                <a:lnTo>
                  <a:pt x="1305189" y="433101"/>
                </a:lnTo>
                <a:lnTo>
                  <a:pt x="1316415" y="437689"/>
                </a:lnTo>
                <a:lnTo>
                  <a:pt x="1319124" y="444108"/>
                </a:lnTo>
                <a:lnTo>
                  <a:pt x="1316807" y="449741"/>
                </a:lnTo>
                <a:lnTo>
                  <a:pt x="1314540" y="455329"/>
                </a:lnTo>
                <a:lnTo>
                  <a:pt x="1308072" y="457984"/>
                </a:lnTo>
                <a:lnTo>
                  <a:pt x="1302488" y="455721"/>
                </a:lnTo>
                <a:lnTo>
                  <a:pt x="1300953" y="455055"/>
                </a:lnTo>
                <a:lnTo>
                  <a:pt x="1299661" y="454162"/>
                </a:lnTo>
                <a:close/>
              </a:path>
              <a:path w="5142230" h="2300604">
                <a:moveTo>
                  <a:pt x="3277747" y="2161314"/>
                </a:moveTo>
                <a:lnTo>
                  <a:pt x="3273920" y="2157218"/>
                </a:lnTo>
                <a:lnTo>
                  <a:pt x="3272750" y="2154303"/>
                </a:lnTo>
                <a:lnTo>
                  <a:pt x="3272999" y="2151149"/>
                </a:lnTo>
                <a:lnTo>
                  <a:pt x="3273347" y="2145071"/>
                </a:lnTo>
                <a:lnTo>
                  <a:pt x="3278054" y="2140921"/>
                </a:lnTo>
                <a:lnTo>
                  <a:pt x="3278555" y="2140480"/>
                </a:lnTo>
                <a:lnTo>
                  <a:pt x="3284580" y="2140869"/>
                </a:lnTo>
                <a:lnTo>
                  <a:pt x="3290658" y="2141218"/>
                </a:lnTo>
                <a:lnTo>
                  <a:pt x="3295249" y="2146425"/>
                </a:lnTo>
                <a:lnTo>
                  <a:pt x="3294900" y="2152503"/>
                </a:lnTo>
                <a:lnTo>
                  <a:pt x="3294506" y="2158533"/>
                </a:lnTo>
                <a:lnTo>
                  <a:pt x="3289803" y="2162687"/>
                </a:lnTo>
                <a:lnTo>
                  <a:pt x="3289303" y="2163129"/>
                </a:lnTo>
                <a:lnTo>
                  <a:pt x="3280345" y="2162630"/>
                </a:lnTo>
                <a:lnTo>
                  <a:pt x="3277747" y="2161314"/>
                </a:lnTo>
                <a:close/>
              </a:path>
              <a:path w="5142230" h="2300604">
                <a:moveTo>
                  <a:pt x="1978629" y="660871"/>
                </a:moveTo>
                <a:lnTo>
                  <a:pt x="1974798" y="656770"/>
                </a:lnTo>
                <a:lnTo>
                  <a:pt x="1974433" y="655500"/>
                </a:lnTo>
                <a:lnTo>
                  <a:pt x="1973724" y="652884"/>
                </a:lnTo>
                <a:lnTo>
                  <a:pt x="1974633" y="649263"/>
                </a:lnTo>
                <a:lnTo>
                  <a:pt x="1976061" y="643363"/>
                </a:lnTo>
                <a:lnTo>
                  <a:pt x="1981991" y="639741"/>
                </a:lnTo>
                <a:lnTo>
                  <a:pt x="1993791" y="642598"/>
                </a:lnTo>
                <a:lnTo>
                  <a:pt x="1997364" y="648573"/>
                </a:lnTo>
                <a:lnTo>
                  <a:pt x="1995936" y="654473"/>
                </a:lnTo>
                <a:lnTo>
                  <a:pt x="1994557" y="660327"/>
                </a:lnTo>
                <a:lnTo>
                  <a:pt x="1988578" y="663995"/>
                </a:lnTo>
                <a:lnTo>
                  <a:pt x="1982727" y="662521"/>
                </a:lnTo>
                <a:lnTo>
                  <a:pt x="1980525" y="662021"/>
                </a:lnTo>
                <a:lnTo>
                  <a:pt x="1978629" y="660871"/>
                </a:lnTo>
                <a:close/>
              </a:path>
              <a:path w="5142230" h="2300604">
                <a:moveTo>
                  <a:pt x="3346914" y="1741053"/>
                </a:moveTo>
                <a:lnTo>
                  <a:pt x="3343038" y="1736903"/>
                </a:lnTo>
                <a:lnTo>
                  <a:pt x="3341878" y="1733512"/>
                </a:lnTo>
                <a:lnTo>
                  <a:pt x="3342522" y="1729998"/>
                </a:lnTo>
                <a:lnTo>
                  <a:pt x="3343527" y="1724036"/>
                </a:lnTo>
                <a:lnTo>
                  <a:pt x="3349142" y="1719979"/>
                </a:lnTo>
                <a:lnTo>
                  <a:pt x="3361106" y="1722033"/>
                </a:lnTo>
                <a:lnTo>
                  <a:pt x="3365163" y="1727648"/>
                </a:lnTo>
                <a:lnTo>
                  <a:pt x="3363154" y="1739670"/>
                </a:lnTo>
                <a:lnTo>
                  <a:pt x="3357489" y="1743674"/>
                </a:lnTo>
                <a:lnTo>
                  <a:pt x="3349044" y="1742258"/>
                </a:lnTo>
                <a:lnTo>
                  <a:pt x="3346914" y="1741053"/>
                </a:lnTo>
                <a:close/>
              </a:path>
              <a:path w="5142230" h="2300604">
                <a:moveTo>
                  <a:pt x="1234324" y="426251"/>
                </a:moveTo>
                <a:lnTo>
                  <a:pt x="1230412" y="422062"/>
                </a:lnTo>
                <a:lnTo>
                  <a:pt x="1229486" y="417357"/>
                </a:lnTo>
                <a:lnTo>
                  <a:pt x="1231369" y="413215"/>
                </a:lnTo>
                <a:lnTo>
                  <a:pt x="1233781" y="407684"/>
                </a:lnTo>
                <a:lnTo>
                  <a:pt x="1240287" y="405167"/>
                </a:lnTo>
                <a:lnTo>
                  <a:pt x="1245820" y="407669"/>
                </a:lnTo>
                <a:lnTo>
                  <a:pt x="1251401" y="410125"/>
                </a:lnTo>
                <a:lnTo>
                  <a:pt x="1253873" y="416582"/>
                </a:lnTo>
                <a:lnTo>
                  <a:pt x="1251417" y="422164"/>
                </a:lnTo>
                <a:lnTo>
                  <a:pt x="1249009" y="427700"/>
                </a:lnTo>
                <a:lnTo>
                  <a:pt x="1242499" y="430212"/>
                </a:lnTo>
                <a:lnTo>
                  <a:pt x="1235526" y="427146"/>
                </a:lnTo>
                <a:lnTo>
                  <a:pt x="1234324" y="426251"/>
                </a:lnTo>
                <a:close/>
              </a:path>
              <a:path w="5142230" h="2300604">
                <a:moveTo>
                  <a:pt x="1909711" y="643984"/>
                </a:moveTo>
                <a:lnTo>
                  <a:pt x="1905839" y="639840"/>
                </a:lnTo>
                <a:lnTo>
                  <a:pt x="1905441" y="638534"/>
                </a:lnTo>
                <a:lnTo>
                  <a:pt x="1904708" y="635990"/>
                </a:lnTo>
                <a:lnTo>
                  <a:pt x="1905684" y="632245"/>
                </a:lnTo>
                <a:lnTo>
                  <a:pt x="1907094" y="626423"/>
                </a:lnTo>
                <a:lnTo>
                  <a:pt x="1908677" y="625478"/>
                </a:lnTo>
                <a:lnTo>
                  <a:pt x="1913192" y="622883"/>
                </a:lnTo>
                <a:lnTo>
                  <a:pt x="1918974" y="624283"/>
                </a:lnTo>
                <a:lnTo>
                  <a:pt x="1924825" y="625757"/>
                </a:lnTo>
                <a:lnTo>
                  <a:pt x="1928447" y="631687"/>
                </a:lnTo>
                <a:lnTo>
                  <a:pt x="1926970" y="637632"/>
                </a:lnTo>
                <a:lnTo>
                  <a:pt x="1925491" y="643478"/>
                </a:lnTo>
                <a:lnTo>
                  <a:pt x="1919561" y="647100"/>
                </a:lnTo>
                <a:lnTo>
                  <a:pt x="1913665" y="645578"/>
                </a:lnTo>
                <a:lnTo>
                  <a:pt x="1911557" y="645081"/>
                </a:lnTo>
                <a:lnTo>
                  <a:pt x="1909711" y="643984"/>
                </a:lnTo>
                <a:close/>
              </a:path>
              <a:path w="5142230" h="2300604">
                <a:moveTo>
                  <a:pt x="3332247" y="1321757"/>
                </a:moveTo>
                <a:lnTo>
                  <a:pt x="3328329" y="1317563"/>
                </a:lnTo>
                <a:lnTo>
                  <a:pt x="3327571" y="1316263"/>
                </a:lnTo>
                <a:lnTo>
                  <a:pt x="3327053" y="1314829"/>
                </a:lnTo>
                <a:lnTo>
                  <a:pt x="3324929" y="1309134"/>
                </a:lnTo>
                <a:lnTo>
                  <a:pt x="3327928" y="1302863"/>
                </a:lnTo>
                <a:lnTo>
                  <a:pt x="3333668" y="1300797"/>
                </a:lnTo>
                <a:lnTo>
                  <a:pt x="3339305" y="1298718"/>
                </a:lnTo>
                <a:lnTo>
                  <a:pt x="3345629" y="1301676"/>
                </a:lnTo>
                <a:lnTo>
                  <a:pt x="3349774" y="1313053"/>
                </a:lnTo>
                <a:lnTo>
                  <a:pt x="3346821" y="1319373"/>
                </a:lnTo>
                <a:lnTo>
                  <a:pt x="3336832" y="1322952"/>
                </a:lnTo>
                <a:lnTo>
                  <a:pt x="3332247" y="1321757"/>
                </a:lnTo>
                <a:close/>
              </a:path>
              <a:path w="5142230" h="2300604">
                <a:moveTo>
                  <a:pt x="1703496" y="589992"/>
                </a:moveTo>
                <a:lnTo>
                  <a:pt x="1699670" y="585896"/>
                </a:lnTo>
                <a:lnTo>
                  <a:pt x="1698575" y="581987"/>
                </a:lnTo>
                <a:lnTo>
                  <a:pt x="1699650" y="578153"/>
                </a:lnTo>
                <a:lnTo>
                  <a:pt x="1701267" y="572259"/>
                </a:lnTo>
                <a:lnTo>
                  <a:pt x="1707330" y="568878"/>
                </a:lnTo>
                <a:lnTo>
                  <a:pt x="1719018" y="572104"/>
                </a:lnTo>
                <a:lnTo>
                  <a:pt x="1722404" y="578172"/>
                </a:lnTo>
                <a:lnTo>
                  <a:pt x="1720787" y="584065"/>
                </a:lnTo>
                <a:lnTo>
                  <a:pt x="1719169" y="589859"/>
                </a:lnTo>
                <a:lnTo>
                  <a:pt x="1713526" y="593007"/>
                </a:lnTo>
                <a:lnTo>
                  <a:pt x="1713106" y="593241"/>
                </a:lnTo>
                <a:lnTo>
                  <a:pt x="1707258" y="591673"/>
                </a:lnTo>
                <a:lnTo>
                  <a:pt x="1705252" y="591090"/>
                </a:lnTo>
                <a:lnTo>
                  <a:pt x="1703496" y="589992"/>
                </a:lnTo>
                <a:close/>
              </a:path>
              <a:path w="5142230" h="2300604">
                <a:moveTo>
                  <a:pt x="2732788" y="860882"/>
                </a:moveTo>
                <a:lnTo>
                  <a:pt x="2728962" y="856786"/>
                </a:lnTo>
                <a:lnTo>
                  <a:pt x="2727877" y="852594"/>
                </a:lnTo>
                <a:lnTo>
                  <a:pt x="2731188" y="842845"/>
                </a:lnTo>
                <a:lnTo>
                  <a:pt x="2737426" y="839748"/>
                </a:lnTo>
                <a:lnTo>
                  <a:pt x="2743117" y="841736"/>
                </a:lnTo>
                <a:lnTo>
                  <a:pt x="2748863" y="843683"/>
                </a:lnTo>
                <a:lnTo>
                  <a:pt x="2751955" y="849925"/>
                </a:lnTo>
                <a:lnTo>
                  <a:pt x="2748066" y="861402"/>
                </a:lnTo>
                <a:lnTo>
                  <a:pt x="2741828" y="864499"/>
                </a:lnTo>
                <a:lnTo>
                  <a:pt x="2736087" y="862557"/>
                </a:lnTo>
                <a:lnTo>
                  <a:pt x="2734315" y="861930"/>
                </a:lnTo>
                <a:lnTo>
                  <a:pt x="2732788" y="860882"/>
                </a:lnTo>
                <a:close/>
              </a:path>
              <a:path w="5142230" h="2300604">
                <a:moveTo>
                  <a:pt x="3267964" y="1196935"/>
                </a:moveTo>
                <a:lnTo>
                  <a:pt x="3263119" y="1191749"/>
                </a:lnTo>
                <a:lnTo>
                  <a:pt x="3259649" y="1186764"/>
                </a:lnTo>
                <a:lnTo>
                  <a:pt x="3260826" y="1179911"/>
                </a:lnTo>
                <a:lnTo>
                  <a:pt x="3270792" y="1172985"/>
                </a:lnTo>
                <a:lnTo>
                  <a:pt x="3277645" y="1174162"/>
                </a:lnTo>
                <a:lnTo>
                  <a:pt x="3284576" y="1184123"/>
                </a:lnTo>
                <a:lnTo>
                  <a:pt x="3283398" y="1190976"/>
                </a:lnTo>
                <a:lnTo>
                  <a:pt x="3278418" y="1194441"/>
                </a:lnTo>
                <a:lnTo>
                  <a:pt x="3273918" y="1197640"/>
                </a:lnTo>
                <a:lnTo>
                  <a:pt x="3267964" y="1196935"/>
                </a:lnTo>
                <a:close/>
              </a:path>
              <a:path w="5142230" h="2300604">
                <a:moveTo>
                  <a:pt x="2799687" y="884502"/>
                </a:moveTo>
                <a:lnTo>
                  <a:pt x="2795811" y="880353"/>
                </a:lnTo>
                <a:lnTo>
                  <a:pt x="2794778" y="876022"/>
                </a:lnTo>
                <a:lnTo>
                  <a:pt x="2796236" y="872011"/>
                </a:lnTo>
                <a:lnTo>
                  <a:pt x="2798372" y="866282"/>
                </a:lnTo>
                <a:lnTo>
                  <a:pt x="2804698" y="863377"/>
                </a:lnTo>
                <a:lnTo>
                  <a:pt x="2810391" y="865463"/>
                </a:lnTo>
                <a:lnTo>
                  <a:pt x="2816026" y="867586"/>
                </a:lnTo>
                <a:lnTo>
                  <a:pt x="2818980" y="873876"/>
                </a:lnTo>
                <a:lnTo>
                  <a:pt x="2816849" y="879610"/>
                </a:lnTo>
                <a:lnTo>
                  <a:pt x="2814767" y="885299"/>
                </a:lnTo>
                <a:lnTo>
                  <a:pt x="2808437" y="888199"/>
                </a:lnTo>
                <a:lnTo>
                  <a:pt x="2801070" y="885494"/>
                </a:lnTo>
                <a:lnTo>
                  <a:pt x="2799687" y="884502"/>
                </a:lnTo>
                <a:close/>
              </a:path>
              <a:path w="5142230" h="2300604">
                <a:moveTo>
                  <a:pt x="1635229" y="570479"/>
                </a:moveTo>
                <a:lnTo>
                  <a:pt x="1631362" y="566339"/>
                </a:lnTo>
                <a:lnTo>
                  <a:pt x="1630271" y="562336"/>
                </a:lnTo>
                <a:lnTo>
                  <a:pt x="1633102" y="552660"/>
                </a:lnTo>
                <a:lnTo>
                  <a:pt x="1639211" y="549328"/>
                </a:lnTo>
                <a:lnTo>
                  <a:pt x="1645056" y="550990"/>
                </a:lnTo>
                <a:lnTo>
                  <a:pt x="1650852" y="552698"/>
                </a:lnTo>
                <a:lnTo>
                  <a:pt x="1654185" y="558807"/>
                </a:lnTo>
                <a:lnTo>
                  <a:pt x="1650765" y="570493"/>
                </a:lnTo>
                <a:lnTo>
                  <a:pt x="1644656" y="573826"/>
                </a:lnTo>
                <a:lnTo>
                  <a:pt x="1636850" y="571530"/>
                </a:lnTo>
                <a:lnTo>
                  <a:pt x="1635229" y="570479"/>
                </a:lnTo>
                <a:close/>
              </a:path>
              <a:path w="5142230" h="2300604">
                <a:moveTo>
                  <a:pt x="3170185" y="1088355"/>
                </a:moveTo>
                <a:lnTo>
                  <a:pt x="3165624" y="1083473"/>
                </a:lnTo>
                <a:lnTo>
                  <a:pt x="3165467" y="1077147"/>
                </a:lnTo>
                <a:lnTo>
                  <a:pt x="3173279" y="1068306"/>
                </a:lnTo>
                <a:lnTo>
                  <a:pt x="3180227" y="1067924"/>
                </a:lnTo>
                <a:lnTo>
                  <a:pt x="3184770" y="1071908"/>
                </a:lnTo>
                <a:lnTo>
                  <a:pt x="3189305" y="1075981"/>
                </a:lnTo>
                <a:lnTo>
                  <a:pt x="3189731" y="1082888"/>
                </a:lnTo>
                <a:lnTo>
                  <a:pt x="3185704" y="1087472"/>
                </a:lnTo>
                <a:lnTo>
                  <a:pt x="3181680" y="1091961"/>
                </a:lnTo>
                <a:lnTo>
                  <a:pt x="3174679" y="1092384"/>
                </a:lnTo>
                <a:lnTo>
                  <a:pt x="3170185" y="1088355"/>
                </a:lnTo>
                <a:close/>
              </a:path>
              <a:path w="5142230" h="2300604">
                <a:moveTo>
                  <a:pt x="3304185" y="1257116"/>
                </a:moveTo>
                <a:lnTo>
                  <a:pt x="3300223" y="1252874"/>
                </a:lnTo>
                <a:lnTo>
                  <a:pt x="3299632" y="1252046"/>
                </a:lnTo>
                <a:lnTo>
                  <a:pt x="3296356" y="1245802"/>
                </a:lnTo>
                <a:lnTo>
                  <a:pt x="3298470" y="1239171"/>
                </a:lnTo>
                <a:lnTo>
                  <a:pt x="3303850" y="1236327"/>
                </a:lnTo>
                <a:lnTo>
                  <a:pt x="3309231" y="1233584"/>
                </a:lnTo>
                <a:lnTo>
                  <a:pt x="3315862" y="1235698"/>
                </a:lnTo>
                <a:lnTo>
                  <a:pt x="3321444" y="1246463"/>
                </a:lnTo>
                <a:lnTo>
                  <a:pt x="3319402" y="1252976"/>
                </a:lnTo>
                <a:lnTo>
                  <a:pt x="3309483" y="1258193"/>
                </a:lnTo>
                <a:lnTo>
                  <a:pt x="3304185" y="1257116"/>
                </a:lnTo>
                <a:close/>
              </a:path>
              <a:path w="5142230" h="2300604">
                <a:moveTo>
                  <a:pt x="3284126" y="2090533"/>
                </a:moveTo>
                <a:lnTo>
                  <a:pt x="3280254" y="2086388"/>
                </a:lnTo>
                <a:lnTo>
                  <a:pt x="3279134" y="2083234"/>
                </a:lnTo>
                <a:lnTo>
                  <a:pt x="3279533" y="2079849"/>
                </a:lnTo>
                <a:lnTo>
                  <a:pt x="3280304" y="2073832"/>
                </a:lnTo>
                <a:lnTo>
                  <a:pt x="3285785" y="2069534"/>
                </a:lnTo>
                <a:lnTo>
                  <a:pt x="3297817" y="2070977"/>
                </a:lnTo>
                <a:lnTo>
                  <a:pt x="3302115" y="2076458"/>
                </a:lnTo>
                <a:lnTo>
                  <a:pt x="3301344" y="2082475"/>
                </a:lnTo>
                <a:lnTo>
                  <a:pt x="3300618" y="2088540"/>
                </a:lnTo>
                <a:lnTo>
                  <a:pt x="3295186" y="2092793"/>
                </a:lnTo>
                <a:lnTo>
                  <a:pt x="3286445" y="2091745"/>
                </a:lnTo>
                <a:lnTo>
                  <a:pt x="3284126" y="2090533"/>
                </a:lnTo>
                <a:close/>
              </a:path>
              <a:path w="5142230" h="2300604">
                <a:moveTo>
                  <a:pt x="3363067" y="1459143"/>
                </a:moveTo>
                <a:lnTo>
                  <a:pt x="3359200" y="1455003"/>
                </a:lnTo>
                <a:lnTo>
                  <a:pt x="3358188" y="1452844"/>
                </a:lnTo>
                <a:lnTo>
                  <a:pt x="3357894" y="1450379"/>
                </a:lnTo>
                <a:lnTo>
                  <a:pt x="3357250" y="1444314"/>
                </a:lnTo>
                <a:lnTo>
                  <a:pt x="3361585" y="1438886"/>
                </a:lnTo>
                <a:lnTo>
                  <a:pt x="3367605" y="1438293"/>
                </a:lnTo>
                <a:lnTo>
                  <a:pt x="3373625" y="1437601"/>
                </a:lnTo>
                <a:lnTo>
                  <a:pt x="3379043" y="1441936"/>
                </a:lnTo>
                <a:lnTo>
                  <a:pt x="3379740" y="1447960"/>
                </a:lnTo>
                <a:lnTo>
                  <a:pt x="3380379" y="1454019"/>
                </a:lnTo>
                <a:lnTo>
                  <a:pt x="3376044" y="1459447"/>
                </a:lnTo>
                <a:lnTo>
                  <a:pt x="3370025" y="1460139"/>
                </a:lnTo>
                <a:lnTo>
                  <a:pt x="3366425" y="1460489"/>
                </a:lnTo>
                <a:lnTo>
                  <a:pt x="3363067" y="1459143"/>
                </a:lnTo>
                <a:close/>
              </a:path>
              <a:path w="5142230" h="2300604">
                <a:moveTo>
                  <a:pt x="1840809" y="626626"/>
                </a:moveTo>
                <a:lnTo>
                  <a:pt x="1836937" y="622482"/>
                </a:lnTo>
                <a:lnTo>
                  <a:pt x="1835840" y="618668"/>
                </a:lnTo>
                <a:lnTo>
                  <a:pt x="1838335" y="609023"/>
                </a:lnTo>
                <a:lnTo>
                  <a:pt x="1844315" y="605454"/>
                </a:lnTo>
                <a:lnTo>
                  <a:pt x="1856058" y="608446"/>
                </a:lnTo>
                <a:lnTo>
                  <a:pt x="1859583" y="614467"/>
                </a:lnTo>
                <a:lnTo>
                  <a:pt x="1856586" y="626215"/>
                </a:lnTo>
                <a:lnTo>
                  <a:pt x="1850615" y="629793"/>
                </a:lnTo>
                <a:lnTo>
                  <a:pt x="1844839" y="628301"/>
                </a:lnTo>
                <a:lnTo>
                  <a:pt x="1842611" y="627774"/>
                </a:lnTo>
                <a:lnTo>
                  <a:pt x="1840809" y="626626"/>
                </a:lnTo>
                <a:close/>
              </a:path>
              <a:path w="5142230" h="2300604">
                <a:moveTo>
                  <a:pt x="2665412" y="838902"/>
                </a:moveTo>
                <a:lnTo>
                  <a:pt x="2661545" y="834762"/>
                </a:lnTo>
                <a:lnTo>
                  <a:pt x="2660453" y="830660"/>
                </a:lnTo>
                <a:lnTo>
                  <a:pt x="2661724" y="826743"/>
                </a:lnTo>
                <a:lnTo>
                  <a:pt x="2663522" y="820945"/>
                </a:lnTo>
                <a:lnTo>
                  <a:pt x="2669678" y="817760"/>
                </a:lnTo>
                <a:lnTo>
                  <a:pt x="2681304" y="821409"/>
                </a:lnTo>
                <a:lnTo>
                  <a:pt x="2684494" y="827560"/>
                </a:lnTo>
                <a:lnTo>
                  <a:pt x="2682647" y="833403"/>
                </a:lnTo>
                <a:lnTo>
                  <a:pt x="2680845" y="839196"/>
                </a:lnTo>
                <a:lnTo>
                  <a:pt x="2674648" y="842337"/>
                </a:lnTo>
                <a:lnTo>
                  <a:pt x="2667034" y="839953"/>
                </a:lnTo>
                <a:lnTo>
                  <a:pt x="2665412" y="838902"/>
                </a:lnTo>
                <a:close/>
              </a:path>
              <a:path w="5142230" h="2300604">
                <a:moveTo>
                  <a:pt x="3294170" y="2020155"/>
                </a:moveTo>
                <a:lnTo>
                  <a:pt x="3290343" y="2016059"/>
                </a:lnTo>
                <a:lnTo>
                  <a:pt x="3289184" y="2012667"/>
                </a:lnTo>
                <a:lnTo>
                  <a:pt x="3289729" y="2009145"/>
                </a:lnTo>
                <a:lnTo>
                  <a:pt x="3290735" y="2003184"/>
                </a:lnTo>
                <a:lnTo>
                  <a:pt x="3296398" y="1999081"/>
                </a:lnTo>
                <a:lnTo>
                  <a:pt x="3308415" y="2001095"/>
                </a:lnTo>
                <a:lnTo>
                  <a:pt x="3312419" y="2006750"/>
                </a:lnTo>
                <a:lnTo>
                  <a:pt x="3311414" y="2012711"/>
                </a:lnTo>
                <a:lnTo>
                  <a:pt x="3310458" y="2018726"/>
                </a:lnTo>
                <a:lnTo>
                  <a:pt x="3304798" y="2022735"/>
                </a:lnTo>
                <a:lnTo>
                  <a:pt x="3296300" y="2021360"/>
                </a:lnTo>
                <a:lnTo>
                  <a:pt x="3294170" y="2020155"/>
                </a:lnTo>
                <a:close/>
              </a:path>
              <a:path w="5142230" h="2300604">
                <a:moveTo>
                  <a:pt x="3366945" y="1529664"/>
                </a:moveTo>
                <a:lnTo>
                  <a:pt x="3363124" y="1525573"/>
                </a:lnTo>
                <a:lnTo>
                  <a:pt x="3361980" y="1522980"/>
                </a:lnTo>
                <a:lnTo>
                  <a:pt x="3361986" y="1520153"/>
                </a:lnTo>
                <a:lnTo>
                  <a:pt x="3361958" y="1514062"/>
                </a:lnTo>
                <a:lnTo>
                  <a:pt x="3366801" y="1509081"/>
                </a:lnTo>
                <a:lnTo>
                  <a:pt x="3372842" y="1508998"/>
                </a:lnTo>
                <a:lnTo>
                  <a:pt x="3378933" y="1508969"/>
                </a:lnTo>
                <a:lnTo>
                  <a:pt x="3383914" y="1513813"/>
                </a:lnTo>
                <a:lnTo>
                  <a:pt x="3383943" y="1519904"/>
                </a:lnTo>
                <a:lnTo>
                  <a:pt x="3384020" y="1525949"/>
                </a:lnTo>
                <a:lnTo>
                  <a:pt x="3379181" y="1530935"/>
                </a:lnTo>
                <a:lnTo>
                  <a:pt x="3373090" y="1530964"/>
                </a:lnTo>
                <a:lnTo>
                  <a:pt x="3369877" y="1531043"/>
                </a:lnTo>
                <a:lnTo>
                  <a:pt x="3366945" y="1529664"/>
                </a:lnTo>
                <a:close/>
              </a:path>
              <a:path w="5142230" h="2300604">
                <a:moveTo>
                  <a:pt x="3115090" y="1044137"/>
                </a:moveTo>
                <a:lnTo>
                  <a:pt x="3110565" y="1039293"/>
                </a:lnTo>
                <a:lnTo>
                  <a:pt x="3110116" y="1033535"/>
                </a:lnTo>
                <a:lnTo>
                  <a:pt x="3116899" y="1024276"/>
                </a:lnTo>
                <a:lnTo>
                  <a:pt x="3123780" y="1023236"/>
                </a:lnTo>
                <a:lnTo>
                  <a:pt x="3133546" y="1030366"/>
                </a:lnTo>
                <a:lnTo>
                  <a:pt x="3134582" y="1037242"/>
                </a:lnTo>
                <a:lnTo>
                  <a:pt x="3131066" y="1042179"/>
                </a:lnTo>
                <a:lnTo>
                  <a:pt x="3127501" y="1047062"/>
                </a:lnTo>
                <a:lnTo>
                  <a:pt x="3120571" y="1048148"/>
                </a:lnTo>
                <a:lnTo>
                  <a:pt x="3115090" y="1044137"/>
                </a:lnTo>
                <a:close/>
              </a:path>
              <a:path w="5142230" h="2300604">
                <a:moveTo>
                  <a:pt x="2185794" y="710506"/>
                </a:moveTo>
                <a:lnTo>
                  <a:pt x="2181923" y="706361"/>
                </a:lnTo>
                <a:lnTo>
                  <a:pt x="2180822" y="702641"/>
                </a:lnTo>
                <a:lnTo>
                  <a:pt x="2181705" y="698894"/>
                </a:lnTo>
                <a:lnTo>
                  <a:pt x="2183133" y="692995"/>
                </a:lnTo>
                <a:lnTo>
                  <a:pt x="2189063" y="689372"/>
                </a:lnTo>
                <a:lnTo>
                  <a:pt x="2195007" y="690750"/>
                </a:lnTo>
                <a:lnTo>
                  <a:pt x="2200911" y="692183"/>
                </a:lnTo>
                <a:lnTo>
                  <a:pt x="2204534" y="698114"/>
                </a:lnTo>
                <a:lnTo>
                  <a:pt x="2201677" y="709913"/>
                </a:lnTo>
                <a:lnTo>
                  <a:pt x="2195747" y="713535"/>
                </a:lnTo>
                <a:lnTo>
                  <a:pt x="2189843" y="712102"/>
                </a:lnTo>
                <a:lnTo>
                  <a:pt x="2187645" y="711607"/>
                </a:lnTo>
                <a:lnTo>
                  <a:pt x="2185794" y="710506"/>
                </a:lnTo>
                <a:close/>
              </a:path>
              <a:path w="5142230" h="2300604">
                <a:moveTo>
                  <a:pt x="1106312" y="364775"/>
                </a:moveTo>
                <a:lnTo>
                  <a:pt x="1102390" y="360576"/>
                </a:lnTo>
                <a:lnTo>
                  <a:pt x="1101527" y="355548"/>
                </a:lnTo>
                <a:lnTo>
                  <a:pt x="1103795" y="351329"/>
                </a:lnTo>
                <a:lnTo>
                  <a:pt x="1106577" y="345900"/>
                </a:lnTo>
                <a:lnTo>
                  <a:pt x="1113205" y="343807"/>
                </a:lnTo>
                <a:lnTo>
                  <a:pt x="1118590" y="346639"/>
                </a:lnTo>
                <a:lnTo>
                  <a:pt x="1123969" y="349367"/>
                </a:lnTo>
                <a:lnTo>
                  <a:pt x="1126106" y="356054"/>
                </a:lnTo>
                <a:lnTo>
                  <a:pt x="1120453" y="366814"/>
                </a:lnTo>
                <a:lnTo>
                  <a:pt x="1114005" y="368905"/>
                </a:lnTo>
                <a:lnTo>
                  <a:pt x="1113865" y="368950"/>
                </a:lnTo>
                <a:lnTo>
                  <a:pt x="1107372" y="365519"/>
                </a:lnTo>
                <a:lnTo>
                  <a:pt x="1106312" y="364775"/>
                </a:lnTo>
                <a:close/>
              </a:path>
              <a:path w="5142230" h="2300604">
                <a:moveTo>
                  <a:pt x="2930754" y="938203"/>
                </a:moveTo>
                <a:lnTo>
                  <a:pt x="2926878" y="934054"/>
                </a:lnTo>
                <a:lnTo>
                  <a:pt x="2925907" y="929300"/>
                </a:lnTo>
                <a:lnTo>
                  <a:pt x="2930395" y="919638"/>
                </a:lnTo>
                <a:lnTo>
                  <a:pt x="2936898" y="917215"/>
                </a:lnTo>
                <a:lnTo>
                  <a:pt x="2942431" y="919717"/>
                </a:lnTo>
                <a:lnTo>
                  <a:pt x="2947915" y="922264"/>
                </a:lnTo>
                <a:lnTo>
                  <a:pt x="2950378" y="928811"/>
                </a:lnTo>
                <a:lnTo>
                  <a:pt x="2945235" y="939824"/>
                </a:lnTo>
                <a:lnTo>
                  <a:pt x="2938737" y="942252"/>
                </a:lnTo>
                <a:lnTo>
                  <a:pt x="2933253" y="939705"/>
                </a:lnTo>
                <a:lnTo>
                  <a:pt x="2931906" y="939045"/>
                </a:lnTo>
                <a:lnTo>
                  <a:pt x="2930754" y="938203"/>
                </a:lnTo>
                <a:close/>
              </a:path>
              <a:path w="5142230" h="2300604">
                <a:moveTo>
                  <a:pt x="3055778" y="1004398"/>
                </a:moveTo>
                <a:lnTo>
                  <a:pt x="3051861" y="1000205"/>
                </a:lnTo>
                <a:lnTo>
                  <a:pt x="3051195" y="994800"/>
                </a:lnTo>
                <a:lnTo>
                  <a:pt x="3053798" y="990451"/>
                </a:lnTo>
                <a:lnTo>
                  <a:pt x="3056991" y="985267"/>
                </a:lnTo>
                <a:lnTo>
                  <a:pt x="3063802" y="983663"/>
                </a:lnTo>
                <a:lnTo>
                  <a:pt x="3074113" y="990009"/>
                </a:lnTo>
                <a:lnTo>
                  <a:pt x="3075723" y="996815"/>
                </a:lnTo>
                <a:lnTo>
                  <a:pt x="3069372" y="1007122"/>
                </a:lnTo>
                <a:lnTo>
                  <a:pt x="3062570" y="1008736"/>
                </a:lnTo>
                <a:lnTo>
                  <a:pt x="3056555" y="1005033"/>
                </a:lnTo>
                <a:lnTo>
                  <a:pt x="3055778" y="1004398"/>
                </a:lnTo>
                <a:close/>
              </a:path>
              <a:path w="5142230" h="2300604">
                <a:moveTo>
                  <a:pt x="2392535" y="761542"/>
                </a:moveTo>
                <a:lnTo>
                  <a:pt x="2388663" y="757397"/>
                </a:lnTo>
                <a:lnTo>
                  <a:pt x="2387561" y="753578"/>
                </a:lnTo>
                <a:lnTo>
                  <a:pt x="2389967" y="743935"/>
                </a:lnTo>
                <a:lnTo>
                  <a:pt x="2395988" y="740410"/>
                </a:lnTo>
                <a:lnTo>
                  <a:pt x="2407740" y="743412"/>
                </a:lnTo>
                <a:lnTo>
                  <a:pt x="2411264" y="749433"/>
                </a:lnTo>
                <a:lnTo>
                  <a:pt x="2408268" y="761181"/>
                </a:lnTo>
                <a:lnTo>
                  <a:pt x="2402247" y="764705"/>
                </a:lnTo>
                <a:lnTo>
                  <a:pt x="2396391" y="763226"/>
                </a:lnTo>
                <a:lnTo>
                  <a:pt x="2394292" y="762640"/>
                </a:lnTo>
                <a:lnTo>
                  <a:pt x="2392535" y="761542"/>
                </a:lnTo>
                <a:close/>
              </a:path>
              <a:path w="5142230" h="2300604">
                <a:moveTo>
                  <a:pt x="2865760" y="910073"/>
                </a:moveTo>
                <a:lnTo>
                  <a:pt x="2861888" y="905928"/>
                </a:lnTo>
                <a:lnTo>
                  <a:pt x="2860857" y="901404"/>
                </a:lnTo>
                <a:lnTo>
                  <a:pt x="2862512" y="897310"/>
                </a:lnTo>
                <a:lnTo>
                  <a:pt x="2864874" y="891725"/>
                </a:lnTo>
                <a:lnTo>
                  <a:pt x="2871288" y="889012"/>
                </a:lnTo>
                <a:lnTo>
                  <a:pt x="2882514" y="893600"/>
                </a:lnTo>
                <a:lnTo>
                  <a:pt x="2885218" y="900014"/>
                </a:lnTo>
                <a:lnTo>
                  <a:pt x="2880590" y="911286"/>
                </a:lnTo>
                <a:lnTo>
                  <a:pt x="2874220" y="913949"/>
                </a:lnTo>
                <a:lnTo>
                  <a:pt x="2868582" y="911628"/>
                </a:lnTo>
                <a:lnTo>
                  <a:pt x="2867003" y="911012"/>
                </a:lnTo>
                <a:lnTo>
                  <a:pt x="2865760" y="910073"/>
                </a:lnTo>
                <a:close/>
              </a:path>
              <a:path w="5142230" h="2300604">
                <a:moveTo>
                  <a:pt x="3334151" y="1810866"/>
                </a:moveTo>
                <a:lnTo>
                  <a:pt x="3330275" y="1806717"/>
                </a:lnTo>
                <a:lnTo>
                  <a:pt x="3329119" y="1803231"/>
                </a:lnTo>
                <a:lnTo>
                  <a:pt x="3330960" y="1793668"/>
                </a:lnTo>
                <a:lnTo>
                  <a:pt x="3336757" y="1789805"/>
                </a:lnTo>
                <a:lnTo>
                  <a:pt x="3348670" y="1792099"/>
                </a:lnTo>
                <a:lnTo>
                  <a:pt x="3352581" y="1797850"/>
                </a:lnTo>
                <a:lnTo>
                  <a:pt x="3351387" y="1803805"/>
                </a:lnTo>
                <a:lnTo>
                  <a:pt x="3350237" y="1809709"/>
                </a:lnTo>
                <a:lnTo>
                  <a:pt x="3344486" y="1813621"/>
                </a:lnTo>
                <a:lnTo>
                  <a:pt x="3338533" y="1812526"/>
                </a:lnTo>
                <a:lnTo>
                  <a:pt x="3336188" y="1812069"/>
                </a:lnTo>
                <a:lnTo>
                  <a:pt x="3334151" y="1810866"/>
                </a:lnTo>
                <a:close/>
              </a:path>
              <a:path w="5142230" h="2300604">
                <a:moveTo>
                  <a:pt x="1772070" y="608660"/>
                </a:moveTo>
                <a:lnTo>
                  <a:pt x="1768198" y="604516"/>
                </a:lnTo>
                <a:lnTo>
                  <a:pt x="1767100" y="600702"/>
                </a:lnTo>
                <a:lnTo>
                  <a:pt x="1769694" y="591065"/>
                </a:lnTo>
                <a:lnTo>
                  <a:pt x="1775715" y="587540"/>
                </a:lnTo>
                <a:lnTo>
                  <a:pt x="1787411" y="590676"/>
                </a:lnTo>
                <a:lnTo>
                  <a:pt x="1790936" y="596698"/>
                </a:lnTo>
                <a:lnTo>
                  <a:pt x="1787799" y="608393"/>
                </a:lnTo>
                <a:lnTo>
                  <a:pt x="1781778" y="611918"/>
                </a:lnTo>
                <a:lnTo>
                  <a:pt x="1773872" y="609807"/>
                </a:lnTo>
                <a:lnTo>
                  <a:pt x="1772070" y="608660"/>
                </a:lnTo>
                <a:close/>
              </a:path>
              <a:path w="5142230" h="2300604">
                <a:moveTo>
                  <a:pt x="3364632" y="1600400"/>
                </a:moveTo>
                <a:lnTo>
                  <a:pt x="3360765" y="1596260"/>
                </a:lnTo>
                <a:lnTo>
                  <a:pt x="3359635" y="1593389"/>
                </a:lnTo>
                <a:lnTo>
                  <a:pt x="3360233" y="1584156"/>
                </a:lnTo>
                <a:lnTo>
                  <a:pt x="3364880" y="1580138"/>
                </a:lnTo>
                <a:lnTo>
                  <a:pt x="3365486" y="1579614"/>
                </a:lnTo>
                <a:lnTo>
                  <a:pt x="3371564" y="1579963"/>
                </a:lnTo>
                <a:lnTo>
                  <a:pt x="3377594" y="1580357"/>
                </a:lnTo>
                <a:lnTo>
                  <a:pt x="3382181" y="1585659"/>
                </a:lnTo>
                <a:lnTo>
                  <a:pt x="3381787" y="1591688"/>
                </a:lnTo>
                <a:lnTo>
                  <a:pt x="3381344" y="1597763"/>
                </a:lnTo>
                <a:lnTo>
                  <a:pt x="3376697" y="1601781"/>
                </a:lnTo>
                <a:lnTo>
                  <a:pt x="3376091" y="1602305"/>
                </a:lnTo>
                <a:lnTo>
                  <a:pt x="3367141" y="1601717"/>
                </a:lnTo>
                <a:lnTo>
                  <a:pt x="3364632" y="1600400"/>
                </a:lnTo>
                <a:close/>
              </a:path>
              <a:path w="5142230" h="2300604">
                <a:moveTo>
                  <a:pt x="2994274" y="969446"/>
                </a:moveTo>
                <a:lnTo>
                  <a:pt x="2990356" y="965253"/>
                </a:lnTo>
                <a:lnTo>
                  <a:pt x="2989583" y="960223"/>
                </a:lnTo>
                <a:lnTo>
                  <a:pt x="2991801" y="955950"/>
                </a:lnTo>
                <a:lnTo>
                  <a:pt x="2994633" y="950575"/>
                </a:lnTo>
                <a:lnTo>
                  <a:pt x="3001311" y="948536"/>
                </a:lnTo>
                <a:lnTo>
                  <a:pt x="3011977" y="954187"/>
                </a:lnTo>
                <a:lnTo>
                  <a:pt x="3014065" y="960820"/>
                </a:lnTo>
                <a:lnTo>
                  <a:pt x="3008411" y="971580"/>
                </a:lnTo>
                <a:lnTo>
                  <a:pt x="3001732" y="973619"/>
                </a:lnTo>
                <a:lnTo>
                  <a:pt x="2995281" y="970231"/>
                </a:lnTo>
                <a:lnTo>
                  <a:pt x="2994274" y="969446"/>
                </a:lnTo>
                <a:close/>
              </a:path>
              <a:path w="5142230" h="2300604">
                <a:moveTo>
                  <a:pt x="1499575" y="528094"/>
                </a:moveTo>
                <a:lnTo>
                  <a:pt x="1495708" y="523954"/>
                </a:lnTo>
                <a:lnTo>
                  <a:pt x="1494623" y="519763"/>
                </a:lnTo>
                <a:lnTo>
                  <a:pt x="1495938" y="515795"/>
                </a:lnTo>
                <a:lnTo>
                  <a:pt x="1497832" y="510197"/>
                </a:lnTo>
                <a:lnTo>
                  <a:pt x="1497881" y="510054"/>
                </a:lnTo>
                <a:lnTo>
                  <a:pt x="1504078" y="506913"/>
                </a:lnTo>
                <a:lnTo>
                  <a:pt x="1509818" y="508855"/>
                </a:lnTo>
                <a:lnTo>
                  <a:pt x="1515608" y="510752"/>
                </a:lnTo>
                <a:lnTo>
                  <a:pt x="1518700" y="516994"/>
                </a:lnTo>
                <a:lnTo>
                  <a:pt x="1516806" y="522689"/>
                </a:lnTo>
                <a:lnTo>
                  <a:pt x="1514957" y="528334"/>
                </a:lnTo>
                <a:lnTo>
                  <a:pt x="1514910" y="528479"/>
                </a:lnTo>
                <a:lnTo>
                  <a:pt x="1508667" y="531571"/>
                </a:lnTo>
                <a:lnTo>
                  <a:pt x="1502919" y="529718"/>
                </a:lnTo>
                <a:lnTo>
                  <a:pt x="1501146" y="529091"/>
                </a:lnTo>
                <a:lnTo>
                  <a:pt x="1499575" y="528094"/>
                </a:lnTo>
                <a:close/>
              </a:path>
              <a:path w="5142230" h="2300604">
                <a:moveTo>
                  <a:pt x="3276323" y="2232415"/>
                </a:moveTo>
                <a:lnTo>
                  <a:pt x="3272496" y="2228320"/>
                </a:lnTo>
                <a:lnTo>
                  <a:pt x="3271357" y="2225731"/>
                </a:lnTo>
                <a:lnTo>
                  <a:pt x="3271183" y="2216845"/>
                </a:lnTo>
                <a:lnTo>
                  <a:pt x="3276030" y="2211869"/>
                </a:lnTo>
                <a:lnTo>
                  <a:pt x="3282125" y="2211746"/>
                </a:lnTo>
                <a:lnTo>
                  <a:pt x="3288166" y="2211664"/>
                </a:lnTo>
                <a:lnTo>
                  <a:pt x="3293195" y="2216462"/>
                </a:lnTo>
                <a:lnTo>
                  <a:pt x="3293273" y="2222507"/>
                </a:lnTo>
                <a:lnTo>
                  <a:pt x="3293400" y="2228606"/>
                </a:lnTo>
                <a:lnTo>
                  <a:pt x="3288557" y="2233587"/>
                </a:lnTo>
                <a:lnTo>
                  <a:pt x="3282458" y="2233705"/>
                </a:lnTo>
                <a:lnTo>
                  <a:pt x="3279250" y="2233790"/>
                </a:lnTo>
                <a:lnTo>
                  <a:pt x="3276323" y="2232415"/>
                </a:lnTo>
                <a:close/>
              </a:path>
              <a:path w="5142230" h="2300604">
                <a:moveTo>
                  <a:pt x="3223933" y="1141884"/>
                </a:moveTo>
                <a:lnTo>
                  <a:pt x="3219742" y="1137398"/>
                </a:lnTo>
                <a:lnTo>
                  <a:pt x="3215695" y="1132869"/>
                </a:lnTo>
                <a:lnTo>
                  <a:pt x="3216022" y="1125889"/>
                </a:lnTo>
                <a:lnTo>
                  <a:pt x="3220257" y="1122114"/>
                </a:lnTo>
                <a:lnTo>
                  <a:pt x="3224989" y="1117795"/>
                </a:lnTo>
                <a:lnTo>
                  <a:pt x="3232006" y="1118171"/>
                </a:lnTo>
                <a:lnTo>
                  <a:pt x="3236012" y="1122656"/>
                </a:lnTo>
                <a:lnTo>
                  <a:pt x="3240113" y="1127045"/>
                </a:lnTo>
                <a:lnTo>
                  <a:pt x="3239772" y="1134109"/>
                </a:lnTo>
                <a:lnTo>
                  <a:pt x="3235248" y="1138162"/>
                </a:lnTo>
                <a:lnTo>
                  <a:pt x="3230814" y="1142212"/>
                </a:lnTo>
                <a:lnTo>
                  <a:pt x="3223933" y="1141884"/>
                </a:lnTo>
                <a:close/>
              </a:path>
              <a:path w="5142230" h="2300604">
                <a:moveTo>
                  <a:pt x="1365712" y="480392"/>
                </a:moveTo>
                <a:lnTo>
                  <a:pt x="1361795" y="476199"/>
                </a:lnTo>
                <a:lnTo>
                  <a:pt x="1360811" y="471822"/>
                </a:lnTo>
                <a:lnTo>
                  <a:pt x="1362318" y="467766"/>
                </a:lnTo>
                <a:lnTo>
                  <a:pt x="1364494" y="462081"/>
                </a:lnTo>
                <a:lnTo>
                  <a:pt x="1370865" y="459224"/>
                </a:lnTo>
                <a:lnTo>
                  <a:pt x="1382195" y="463533"/>
                </a:lnTo>
                <a:lnTo>
                  <a:pt x="1385047" y="469909"/>
                </a:lnTo>
                <a:lnTo>
                  <a:pt x="1380739" y="481230"/>
                </a:lnTo>
                <a:lnTo>
                  <a:pt x="1374367" y="484086"/>
                </a:lnTo>
                <a:lnTo>
                  <a:pt x="1368727" y="481959"/>
                </a:lnTo>
                <a:lnTo>
                  <a:pt x="1367098" y="481289"/>
                </a:lnTo>
                <a:lnTo>
                  <a:pt x="1365712" y="480392"/>
                </a:lnTo>
                <a:close/>
              </a:path>
              <a:path w="5142230" h="2300604">
                <a:moveTo>
                  <a:pt x="1169864" y="396444"/>
                </a:moveTo>
                <a:lnTo>
                  <a:pt x="1165947" y="392251"/>
                </a:lnTo>
                <a:lnTo>
                  <a:pt x="1165024" y="387451"/>
                </a:lnTo>
                <a:lnTo>
                  <a:pt x="1169692" y="377786"/>
                </a:lnTo>
                <a:lnTo>
                  <a:pt x="1176237" y="375506"/>
                </a:lnTo>
                <a:lnTo>
                  <a:pt x="1181726" y="378058"/>
                </a:lnTo>
                <a:lnTo>
                  <a:pt x="1187207" y="380700"/>
                </a:lnTo>
                <a:lnTo>
                  <a:pt x="1189531" y="387294"/>
                </a:lnTo>
                <a:lnTo>
                  <a:pt x="1184293" y="398205"/>
                </a:lnTo>
                <a:lnTo>
                  <a:pt x="1177703" y="400535"/>
                </a:lnTo>
                <a:lnTo>
                  <a:pt x="1172218" y="397888"/>
                </a:lnTo>
                <a:lnTo>
                  <a:pt x="1170967" y="397331"/>
                </a:lnTo>
                <a:lnTo>
                  <a:pt x="1169864" y="396444"/>
                </a:lnTo>
                <a:close/>
              </a:path>
              <a:path w="5142230" h="2300604">
                <a:moveTo>
                  <a:pt x="3357464" y="1670923"/>
                </a:moveTo>
                <a:lnTo>
                  <a:pt x="3353596" y="1666783"/>
                </a:lnTo>
                <a:lnTo>
                  <a:pt x="3352476" y="1663629"/>
                </a:lnTo>
                <a:lnTo>
                  <a:pt x="3353695" y="1654182"/>
                </a:lnTo>
                <a:lnTo>
                  <a:pt x="3359168" y="1649973"/>
                </a:lnTo>
                <a:lnTo>
                  <a:pt x="3365185" y="1650744"/>
                </a:lnTo>
                <a:lnTo>
                  <a:pt x="3371209" y="1651426"/>
                </a:lnTo>
                <a:lnTo>
                  <a:pt x="3375459" y="1656953"/>
                </a:lnTo>
                <a:lnTo>
                  <a:pt x="3373911" y="1668981"/>
                </a:lnTo>
                <a:lnTo>
                  <a:pt x="3368430" y="1673279"/>
                </a:lnTo>
                <a:lnTo>
                  <a:pt x="3362418" y="1672513"/>
                </a:lnTo>
                <a:lnTo>
                  <a:pt x="3359787" y="1672140"/>
                </a:lnTo>
                <a:lnTo>
                  <a:pt x="3357464" y="1670923"/>
                </a:lnTo>
                <a:close/>
              </a:path>
              <a:path w="5142230" h="2300604">
                <a:moveTo>
                  <a:pt x="1432386" y="504945"/>
                </a:moveTo>
                <a:lnTo>
                  <a:pt x="1428514" y="500800"/>
                </a:lnTo>
                <a:lnTo>
                  <a:pt x="1427433" y="496515"/>
                </a:lnTo>
                <a:lnTo>
                  <a:pt x="1428891" y="492504"/>
                </a:lnTo>
                <a:lnTo>
                  <a:pt x="1430879" y="486812"/>
                </a:lnTo>
                <a:lnTo>
                  <a:pt x="1437208" y="483813"/>
                </a:lnTo>
                <a:lnTo>
                  <a:pt x="1448593" y="487887"/>
                </a:lnTo>
                <a:lnTo>
                  <a:pt x="1451636" y="494175"/>
                </a:lnTo>
                <a:lnTo>
                  <a:pt x="1449550" y="499859"/>
                </a:lnTo>
                <a:lnTo>
                  <a:pt x="1447562" y="505551"/>
                </a:lnTo>
                <a:lnTo>
                  <a:pt x="1441279" y="508599"/>
                </a:lnTo>
                <a:lnTo>
                  <a:pt x="1435541" y="506563"/>
                </a:lnTo>
                <a:lnTo>
                  <a:pt x="1433863" y="505939"/>
                </a:lnTo>
                <a:lnTo>
                  <a:pt x="1432386" y="504945"/>
                </a:lnTo>
                <a:close/>
              </a:path>
              <a:path w="5142230" h="2300604">
                <a:moveTo>
                  <a:pt x="2047696" y="677526"/>
                </a:moveTo>
                <a:lnTo>
                  <a:pt x="2043824" y="673382"/>
                </a:lnTo>
                <a:lnTo>
                  <a:pt x="2042723" y="669662"/>
                </a:lnTo>
                <a:lnTo>
                  <a:pt x="2043602" y="665910"/>
                </a:lnTo>
                <a:lnTo>
                  <a:pt x="2045030" y="660010"/>
                </a:lnTo>
                <a:lnTo>
                  <a:pt x="2050960" y="656388"/>
                </a:lnTo>
                <a:lnTo>
                  <a:pt x="2062808" y="659199"/>
                </a:lnTo>
                <a:lnTo>
                  <a:pt x="2066430" y="665129"/>
                </a:lnTo>
                <a:lnTo>
                  <a:pt x="2063574" y="676929"/>
                </a:lnTo>
                <a:lnTo>
                  <a:pt x="2057644" y="680551"/>
                </a:lnTo>
                <a:lnTo>
                  <a:pt x="2051749" y="679128"/>
                </a:lnTo>
                <a:lnTo>
                  <a:pt x="2049542" y="678623"/>
                </a:lnTo>
                <a:lnTo>
                  <a:pt x="2047696" y="677526"/>
                </a:lnTo>
                <a:close/>
              </a:path>
              <a:path w="5142230" h="2300604">
                <a:moveTo>
                  <a:pt x="2254816" y="727112"/>
                </a:moveTo>
                <a:lnTo>
                  <a:pt x="2250990" y="723016"/>
                </a:lnTo>
                <a:lnTo>
                  <a:pt x="2249862" y="719170"/>
                </a:lnTo>
                <a:lnTo>
                  <a:pt x="2250726" y="715501"/>
                </a:lnTo>
                <a:lnTo>
                  <a:pt x="2252155" y="709601"/>
                </a:lnTo>
                <a:lnTo>
                  <a:pt x="2258130" y="706028"/>
                </a:lnTo>
                <a:lnTo>
                  <a:pt x="2269930" y="708884"/>
                </a:lnTo>
                <a:lnTo>
                  <a:pt x="2273552" y="714815"/>
                </a:lnTo>
                <a:lnTo>
                  <a:pt x="2270696" y="726614"/>
                </a:lnTo>
                <a:lnTo>
                  <a:pt x="2264671" y="730233"/>
                </a:lnTo>
                <a:lnTo>
                  <a:pt x="2258820" y="728759"/>
                </a:lnTo>
                <a:lnTo>
                  <a:pt x="2256664" y="728308"/>
                </a:lnTo>
                <a:lnTo>
                  <a:pt x="2254816" y="727112"/>
                </a:lnTo>
                <a:close/>
              </a:path>
              <a:path w="5142230" h="2300604">
                <a:moveTo>
                  <a:pt x="2323731" y="744093"/>
                </a:moveTo>
                <a:lnTo>
                  <a:pt x="2319859" y="739948"/>
                </a:lnTo>
                <a:lnTo>
                  <a:pt x="2318713" y="736180"/>
                </a:lnTo>
                <a:lnTo>
                  <a:pt x="2319709" y="732359"/>
                </a:lnTo>
                <a:lnTo>
                  <a:pt x="2321118" y="726536"/>
                </a:lnTo>
                <a:lnTo>
                  <a:pt x="2322699" y="725589"/>
                </a:lnTo>
                <a:lnTo>
                  <a:pt x="2327209" y="722989"/>
                </a:lnTo>
                <a:lnTo>
                  <a:pt x="2332986" y="724481"/>
                </a:lnTo>
                <a:lnTo>
                  <a:pt x="2338890" y="725914"/>
                </a:lnTo>
                <a:lnTo>
                  <a:pt x="2342463" y="731890"/>
                </a:lnTo>
                <a:lnTo>
                  <a:pt x="2340985" y="737736"/>
                </a:lnTo>
                <a:lnTo>
                  <a:pt x="2339557" y="743636"/>
                </a:lnTo>
                <a:lnTo>
                  <a:pt x="2333586" y="747214"/>
                </a:lnTo>
                <a:lnTo>
                  <a:pt x="2327681" y="745781"/>
                </a:lnTo>
                <a:lnTo>
                  <a:pt x="2325533" y="745240"/>
                </a:lnTo>
                <a:lnTo>
                  <a:pt x="2323731" y="744093"/>
                </a:lnTo>
                <a:close/>
              </a:path>
              <a:path w="5142230" h="2300604">
                <a:moveTo>
                  <a:pt x="2116770" y="693993"/>
                </a:moveTo>
                <a:lnTo>
                  <a:pt x="2112893" y="689844"/>
                </a:lnTo>
                <a:lnTo>
                  <a:pt x="2111797" y="686129"/>
                </a:lnTo>
                <a:lnTo>
                  <a:pt x="2112680" y="682382"/>
                </a:lnTo>
                <a:lnTo>
                  <a:pt x="2114108" y="676482"/>
                </a:lnTo>
                <a:lnTo>
                  <a:pt x="2120038" y="672860"/>
                </a:lnTo>
                <a:lnTo>
                  <a:pt x="2131792" y="675668"/>
                </a:lnTo>
                <a:lnTo>
                  <a:pt x="2135414" y="681598"/>
                </a:lnTo>
                <a:lnTo>
                  <a:pt x="2134080" y="687501"/>
                </a:lnTo>
                <a:lnTo>
                  <a:pt x="2132652" y="693401"/>
                </a:lnTo>
                <a:lnTo>
                  <a:pt x="2126722" y="697023"/>
                </a:lnTo>
                <a:lnTo>
                  <a:pt x="2120822" y="695595"/>
                </a:lnTo>
                <a:lnTo>
                  <a:pt x="2118666" y="695144"/>
                </a:lnTo>
                <a:lnTo>
                  <a:pt x="2116770" y="693993"/>
                </a:lnTo>
                <a:close/>
              </a:path>
              <a:path w="5142230" h="2300604">
                <a:moveTo>
                  <a:pt x="2597623" y="818140"/>
                </a:moveTo>
                <a:lnTo>
                  <a:pt x="2593751" y="813996"/>
                </a:lnTo>
                <a:lnTo>
                  <a:pt x="2592655" y="809988"/>
                </a:lnTo>
                <a:lnTo>
                  <a:pt x="2595540" y="800271"/>
                </a:lnTo>
                <a:lnTo>
                  <a:pt x="2601644" y="796934"/>
                </a:lnTo>
                <a:lnTo>
                  <a:pt x="2613327" y="800447"/>
                </a:lnTo>
                <a:lnTo>
                  <a:pt x="2616566" y="806553"/>
                </a:lnTo>
                <a:lnTo>
                  <a:pt x="2614858" y="812349"/>
                </a:lnTo>
                <a:lnTo>
                  <a:pt x="2613101" y="818190"/>
                </a:lnTo>
                <a:lnTo>
                  <a:pt x="2607045" y="821482"/>
                </a:lnTo>
                <a:lnTo>
                  <a:pt x="2601204" y="819726"/>
                </a:lnTo>
                <a:lnTo>
                  <a:pt x="2599239" y="819187"/>
                </a:lnTo>
                <a:lnTo>
                  <a:pt x="2597623" y="818140"/>
                </a:lnTo>
                <a:close/>
              </a:path>
              <a:path w="5142230" h="2300604">
                <a:moveTo>
                  <a:pt x="3449240" y="1659790"/>
                </a:moveTo>
                <a:lnTo>
                  <a:pt x="3445601" y="1655894"/>
                </a:lnTo>
                <a:lnTo>
                  <a:pt x="3444509" y="1653161"/>
                </a:lnTo>
                <a:lnTo>
                  <a:pt x="3444662" y="1650197"/>
                </a:lnTo>
                <a:lnTo>
                  <a:pt x="3444861" y="1644349"/>
                </a:lnTo>
                <a:lnTo>
                  <a:pt x="3449778" y="1639838"/>
                </a:lnTo>
                <a:lnTo>
                  <a:pt x="3461469" y="1640331"/>
                </a:lnTo>
                <a:lnTo>
                  <a:pt x="3465979" y="1645159"/>
                </a:lnTo>
                <a:lnTo>
                  <a:pt x="3465486" y="1656849"/>
                </a:lnTo>
                <a:lnTo>
                  <a:pt x="3460561" y="1661450"/>
                </a:lnTo>
                <a:lnTo>
                  <a:pt x="3454717" y="1661156"/>
                </a:lnTo>
                <a:lnTo>
                  <a:pt x="3451888" y="1661060"/>
                </a:lnTo>
                <a:lnTo>
                  <a:pt x="3449240" y="1659790"/>
                </a:lnTo>
                <a:close/>
              </a:path>
              <a:path w="5142230" h="2300604">
                <a:moveTo>
                  <a:pt x="3136969" y="917322"/>
                </a:moveTo>
                <a:lnTo>
                  <a:pt x="3132488" y="912525"/>
                </a:lnTo>
                <a:lnTo>
                  <a:pt x="3131873" y="907371"/>
                </a:lnTo>
                <a:lnTo>
                  <a:pt x="3134266" y="903578"/>
                </a:lnTo>
                <a:lnTo>
                  <a:pt x="3137449" y="898677"/>
                </a:lnTo>
                <a:lnTo>
                  <a:pt x="3137711" y="898274"/>
                </a:lnTo>
                <a:lnTo>
                  <a:pt x="3144228" y="896844"/>
                </a:lnTo>
                <a:lnTo>
                  <a:pt x="3149168" y="899981"/>
                </a:lnTo>
                <a:lnTo>
                  <a:pt x="3154068" y="903174"/>
                </a:lnTo>
                <a:lnTo>
                  <a:pt x="3155494" y="909686"/>
                </a:lnTo>
                <a:lnTo>
                  <a:pt x="3152573" y="914183"/>
                </a:lnTo>
                <a:lnTo>
                  <a:pt x="3149427" y="919124"/>
                </a:lnTo>
                <a:lnTo>
                  <a:pt x="3149168" y="919531"/>
                </a:lnTo>
                <a:lnTo>
                  <a:pt x="3142651" y="920961"/>
                </a:lnTo>
                <a:lnTo>
                  <a:pt x="3137751" y="917768"/>
                </a:lnTo>
                <a:lnTo>
                  <a:pt x="3136969" y="917322"/>
                </a:lnTo>
                <a:close/>
              </a:path>
              <a:path w="5142230" h="2300604">
                <a:moveTo>
                  <a:pt x="3300658" y="1058239"/>
                </a:moveTo>
                <a:lnTo>
                  <a:pt x="3296468" y="1053753"/>
                </a:lnTo>
                <a:lnTo>
                  <a:pt x="3292700" y="1049328"/>
                </a:lnTo>
                <a:lnTo>
                  <a:pt x="3293256" y="1042691"/>
                </a:lnTo>
                <a:lnTo>
                  <a:pt x="3301391" y="1035759"/>
                </a:lnTo>
                <a:lnTo>
                  <a:pt x="3302154" y="1035110"/>
                </a:lnTo>
                <a:lnTo>
                  <a:pt x="3308796" y="1035671"/>
                </a:lnTo>
                <a:lnTo>
                  <a:pt x="3316332" y="1044519"/>
                </a:lnTo>
                <a:lnTo>
                  <a:pt x="3315821" y="1051206"/>
                </a:lnTo>
                <a:lnTo>
                  <a:pt x="3307676" y="1058126"/>
                </a:lnTo>
                <a:lnTo>
                  <a:pt x="3307065" y="1058645"/>
                </a:lnTo>
                <a:lnTo>
                  <a:pt x="3300658" y="1058239"/>
                </a:lnTo>
                <a:close/>
              </a:path>
              <a:path w="5142230" h="2300604">
                <a:moveTo>
                  <a:pt x="3195068" y="958011"/>
                </a:moveTo>
                <a:lnTo>
                  <a:pt x="3190306" y="952914"/>
                </a:lnTo>
                <a:lnTo>
                  <a:pt x="3189954" y="947356"/>
                </a:lnTo>
                <a:lnTo>
                  <a:pt x="3193116" y="943215"/>
                </a:lnTo>
                <a:lnTo>
                  <a:pt x="3196721" y="938570"/>
                </a:lnTo>
                <a:lnTo>
                  <a:pt x="3203312" y="937708"/>
                </a:lnTo>
                <a:lnTo>
                  <a:pt x="3207953" y="941308"/>
                </a:lnTo>
                <a:lnTo>
                  <a:pt x="3212607" y="944823"/>
                </a:lnTo>
                <a:lnTo>
                  <a:pt x="3213415" y="951455"/>
                </a:lnTo>
                <a:lnTo>
                  <a:pt x="3209909" y="956109"/>
                </a:lnTo>
                <a:lnTo>
                  <a:pt x="3206349" y="960704"/>
                </a:lnTo>
                <a:lnTo>
                  <a:pt x="3199713" y="961615"/>
                </a:lnTo>
                <a:lnTo>
                  <a:pt x="3195068" y="958011"/>
                </a:lnTo>
                <a:close/>
              </a:path>
              <a:path w="5142230" h="2300604">
                <a:moveTo>
                  <a:pt x="3075327" y="880855"/>
                </a:moveTo>
                <a:lnTo>
                  <a:pt x="3071546" y="876808"/>
                </a:lnTo>
                <a:lnTo>
                  <a:pt x="3070770" y="871871"/>
                </a:lnTo>
                <a:lnTo>
                  <a:pt x="3075847" y="862645"/>
                </a:lnTo>
                <a:lnTo>
                  <a:pt x="3082290" y="860744"/>
                </a:lnTo>
                <a:lnTo>
                  <a:pt x="3087387" y="863562"/>
                </a:lnTo>
                <a:lnTo>
                  <a:pt x="3092533" y="866333"/>
                </a:lnTo>
                <a:lnTo>
                  <a:pt x="3094388" y="872718"/>
                </a:lnTo>
                <a:lnTo>
                  <a:pt x="3091621" y="877869"/>
                </a:lnTo>
                <a:lnTo>
                  <a:pt x="3088799" y="882961"/>
                </a:lnTo>
                <a:lnTo>
                  <a:pt x="3082366" y="884871"/>
                </a:lnTo>
                <a:lnTo>
                  <a:pt x="3077314" y="882103"/>
                </a:lnTo>
                <a:lnTo>
                  <a:pt x="3076247" y="881547"/>
                </a:lnTo>
                <a:lnTo>
                  <a:pt x="3075327" y="880855"/>
                </a:lnTo>
                <a:close/>
              </a:path>
              <a:path w="5142230" h="2300604">
                <a:moveTo>
                  <a:pt x="3452232" y="1517937"/>
                </a:moveTo>
                <a:lnTo>
                  <a:pt x="3448538" y="1513982"/>
                </a:lnTo>
                <a:lnTo>
                  <a:pt x="3447441" y="1511537"/>
                </a:lnTo>
                <a:lnTo>
                  <a:pt x="3447307" y="1502988"/>
                </a:lnTo>
                <a:lnTo>
                  <a:pt x="3451956" y="1498189"/>
                </a:lnTo>
                <a:lnTo>
                  <a:pt x="3457767" y="1498056"/>
                </a:lnTo>
                <a:lnTo>
                  <a:pt x="3463624" y="1497973"/>
                </a:lnTo>
                <a:lnTo>
                  <a:pt x="3468423" y="1502621"/>
                </a:lnTo>
                <a:lnTo>
                  <a:pt x="3468590" y="1514335"/>
                </a:lnTo>
                <a:lnTo>
                  <a:pt x="3463947" y="1519138"/>
                </a:lnTo>
                <a:lnTo>
                  <a:pt x="3458139" y="1519177"/>
                </a:lnTo>
                <a:lnTo>
                  <a:pt x="3455020" y="1519259"/>
                </a:lnTo>
                <a:lnTo>
                  <a:pt x="3452232" y="1517937"/>
                </a:lnTo>
                <a:close/>
              </a:path>
              <a:path w="5142230" h="2300604">
                <a:moveTo>
                  <a:pt x="3248381" y="1003254"/>
                </a:moveTo>
                <a:lnTo>
                  <a:pt x="3244095" y="998667"/>
                </a:lnTo>
                <a:lnTo>
                  <a:pt x="3244077" y="992391"/>
                </a:lnTo>
                <a:lnTo>
                  <a:pt x="3247896" y="988366"/>
                </a:lnTo>
                <a:lnTo>
                  <a:pt x="3251918" y="984070"/>
                </a:lnTo>
                <a:lnTo>
                  <a:pt x="3258581" y="983872"/>
                </a:lnTo>
                <a:lnTo>
                  <a:pt x="3262882" y="987890"/>
                </a:lnTo>
                <a:lnTo>
                  <a:pt x="3267089" y="991904"/>
                </a:lnTo>
                <a:lnTo>
                  <a:pt x="3267287" y="998567"/>
                </a:lnTo>
                <a:lnTo>
                  <a:pt x="3263318" y="1002823"/>
                </a:lnTo>
                <a:lnTo>
                  <a:pt x="3259299" y="1007025"/>
                </a:lnTo>
                <a:lnTo>
                  <a:pt x="3252587" y="1007268"/>
                </a:lnTo>
                <a:lnTo>
                  <a:pt x="3248381" y="1003254"/>
                </a:lnTo>
                <a:close/>
              </a:path>
              <a:path w="5142230" h="2300604">
                <a:moveTo>
                  <a:pt x="2947170" y="820691"/>
                </a:moveTo>
                <a:lnTo>
                  <a:pt x="2943431" y="816688"/>
                </a:lnTo>
                <a:lnTo>
                  <a:pt x="2942546" y="812319"/>
                </a:lnTo>
                <a:lnTo>
                  <a:pt x="2944139" y="808356"/>
                </a:lnTo>
                <a:lnTo>
                  <a:pt x="2946356" y="803007"/>
                </a:lnTo>
                <a:lnTo>
                  <a:pt x="2952534" y="800432"/>
                </a:lnTo>
                <a:lnTo>
                  <a:pt x="2963331" y="804854"/>
                </a:lnTo>
                <a:lnTo>
                  <a:pt x="2965911" y="811037"/>
                </a:lnTo>
                <a:lnTo>
                  <a:pt x="2963694" y="816386"/>
                </a:lnTo>
                <a:lnTo>
                  <a:pt x="2961478" y="821834"/>
                </a:lnTo>
                <a:lnTo>
                  <a:pt x="2955305" y="824414"/>
                </a:lnTo>
                <a:lnTo>
                  <a:pt x="2949906" y="822153"/>
                </a:lnTo>
                <a:lnTo>
                  <a:pt x="2948462" y="821584"/>
                </a:lnTo>
                <a:lnTo>
                  <a:pt x="2947170" y="820691"/>
                </a:lnTo>
                <a:close/>
              </a:path>
              <a:path w="5142230" h="2300604">
                <a:moveTo>
                  <a:pt x="3446212" y="1730737"/>
                </a:moveTo>
                <a:lnTo>
                  <a:pt x="3442527" y="1726792"/>
                </a:lnTo>
                <a:lnTo>
                  <a:pt x="3441391" y="1724110"/>
                </a:lnTo>
                <a:lnTo>
                  <a:pt x="3441539" y="1721141"/>
                </a:lnTo>
                <a:lnTo>
                  <a:pt x="3441728" y="1715577"/>
                </a:lnTo>
                <a:lnTo>
                  <a:pt x="3446749" y="1710786"/>
                </a:lnTo>
                <a:lnTo>
                  <a:pt x="3458351" y="1711280"/>
                </a:lnTo>
                <a:lnTo>
                  <a:pt x="3462860" y="1716107"/>
                </a:lnTo>
                <a:lnTo>
                  <a:pt x="3462658" y="1722049"/>
                </a:lnTo>
                <a:lnTo>
                  <a:pt x="3462360" y="1727888"/>
                </a:lnTo>
                <a:lnTo>
                  <a:pt x="3457438" y="1732394"/>
                </a:lnTo>
                <a:lnTo>
                  <a:pt x="3451640" y="1732149"/>
                </a:lnTo>
                <a:lnTo>
                  <a:pt x="3448770" y="1732009"/>
                </a:lnTo>
                <a:lnTo>
                  <a:pt x="3446212" y="1730737"/>
                </a:lnTo>
                <a:close/>
              </a:path>
              <a:path w="5142230" h="2300604">
                <a:moveTo>
                  <a:pt x="3012158" y="849010"/>
                </a:moveTo>
                <a:lnTo>
                  <a:pt x="3008373" y="844958"/>
                </a:lnTo>
                <a:lnTo>
                  <a:pt x="3007494" y="840400"/>
                </a:lnTo>
                <a:lnTo>
                  <a:pt x="3009379" y="836357"/>
                </a:lnTo>
                <a:lnTo>
                  <a:pt x="3011866" y="831103"/>
                </a:lnTo>
                <a:lnTo>
                  <a:pt x="3018133" y="828819"/>
                </a:lnTo>
                <a:lnTo>
                  <a:pt x="3023432" y="831265"/>
                </a:lnTo>
                <a:lnTo>
                  <a:pt x="3028682" y="833757"/>
                </a:lnTo>
                <a:lnTo>
                  <a:pt x="3030970" y="840019"/>
                </a:lnTo>
                <a:lnTo>
                  <a:pt x="3026073" y="850612"/>
                </a:lnTo>
                <a:lnTo>
                  <a:pt x="3019721" y="852902"/>
                </a:lnTo>
                <a:lnTo>
                  <a:pt x="3014467" y="850405"/>
                </a:lnTo>
                <a:lnTo>
                  <a:pt x="3013216" y="849848"/>
                </a:lnTo>
                <a:lnTo>
                  <a:pt x="3012158" y="849010"/>
                </a:lnTo>
                <a:close/>
              </a:path>
              <a:path w="5142230" h="2300604">
                <a:moveTo>
                  <a:pt x="3451659" y="1588873"/>
                </a:moveTo>
                <a:lnTo>
                  <a:pt x="3447965" y="1584919"/>
                </a:lnTo>
                <a:lnTo>
                  <a:pt x="3446880" y="1582194"/>
                </a:lnTo>
                <a:lnTo>
                  <a:pt x="3446925" y="1579407"/>
                </a:lnTo>
                <a:lnTo>
                  <a:pt x="3447124" y="1573560"/>
                </a:lnTo>
                <a:lnTo>
                  <a:pt x="3451954" y="1568956"/>
                </a:lnTo>
                <a:lnTo>
                  <a:pt x="3457761" y="1569111"/>
                </a:lnTo>
                <a:lnTo>
                  <a:pt x="3463699" y="1569213"/>
                </a:lnTo>
                <a:lnTo>
                  <a:pt x="3468210" y="1574042"/>
                </a:lnTo>
                <a:lnTo>
                  <a:pt x="3468060" y="1579843"/>
                </a:lnTo>
                <a:lnTo>
                  <a:pt x="3467955" y="1585694"/>
                </a:lnTo>
                <a:lnTo>
                  <a:pt x="3463129" y="1590303"/>
                </a:lnTo>
                <a:lnTo>
                  <a:pt x="3454307" y="1590144"/>
                </a:lnTo>
                <a:lnTo>
                  <a:pt x="3451659" y="1588873"/>
                </a:lnTo>
                <a:close/>
              </a:path>
              <a:path w="5142230" h="2300604">
                <a:moveTo>
                  <a:pt x="3449020" y="1447249"/>
                </a:moveTo>
                <a:lnTo>
                  <a:pt x="3445331" y="1443300"/>
                </a:lnTo>
                <a:lnTo>
                  <a:pt x="3444268" y="1441087"/>
                </a:lnTo>
                <a:lnTo>
                  <a:pt x="3443564" y="1432806"/>
                </a:lnTo>
                <a:lnTo>
                  <a:pt x="3447939" y="1427715"/>
                </a:lnTo>
                <a:lnTo>
                  <a:pt x="3453714" y="1427250"/>
                </a:lnTo>
                <a:lnTo>
                  <a:pt x="3459538" y="1426741"/>
                </a:lnTo>
                <a:lnTo>
                  <a:pt x="3464678" y="1431070"/>
                </a:lnTo>
                <a:lnTo>
                  <a:pt x="3465089" y="1436886"/>
                </a:lnTo>
                <a:lnTo>
                  <a:pt x="3465604" y="1442715"/>
                </a:lnTo>
                <a:lnTo>
                  <a:pt x="3461229" y="1447806"/>
                </a:lnTo>
                <a:lnTo>
                  <a:pt x="3455453" y="1448271"/>
                </a:lnTo>
                <a:lnTo>
                  <a:pt x="3452086" y="1448576"/>
                </a:lnTo>
                <a:lnTo>
                  <a:pt x="3449020" y="1447249"/>
                </a:lnTo>
                <a:close/>
              </a:path>
              <a:path w="5142230" h="2300604">
                <a:moveTo>
                  <a:pt x="2679934" y="725715"/>
                </a:moveTo>
                <a:lnTo>
                  <a:pt x="2676204" y="721722"/>
                </a:lnTo>
                <a:lnTo>
                  <a:pt x="2675204" y="717817"/>
                </a:lnTo>
                <a:lnTo>
                  <a:pt x="2676370" y="714080"/>
                </a:lnTo>
                <a:lnTo>
                  <a:pt x="2678067" y="708468"/>
                </a:lnTo>
                <a:lnTo>
                  <a:pt x="2684031" y="705371"/>
                </a:lnTo>
                <a:lnTo>
                  <a:pt x="2695143" y="708860"/>
                </a:lnTo>
                <a:lnTo>
                  <a:pt x="2698250" y="714824"/>
                </a:lnTo>
                <a:lnTo>
                  <a:pt x="2696502" y="720383"/>
                </a:lnTo>
                <a:lnTo>
                  <a:pt x="2694800" y="725891"/>
                </a:lnTo>
                <a:lnTo>
                  <a:pt x="2688845" y="728998"/>
                </a:lnTo>
                <a:lnTo>
                  <a:pt x="2683286" y="727250"/>
                </a:lnTo>
                <a:lnTo>
                  <a:pt x="2681510" y="726718"/>
                </a:lnTo>
                <a:lnTo>
                  <a:pt x="2679934" y="725715"/>
                </a:lnTo>
                <a:close/>
              </a:path>
              <a:path w="5142230" h="2300604">
                <a:moveTo>
                  <a:pt x="2747459" y="747464"/>
                </a:moveTo>
                <a:lnTo>
                  <a:pt x="2743729" y="743471"/>
                </a:lnTo>
                <a:lnTo>
                  <a:pt x="2742732" y="739471"/>
                </a:lnTo>
                <a:lnTo>
                  <a:pt x="2745789" y="730232"/>
                </a:lnTo>
                <a:lnTo>
                  <a:pt x="2745837" y="730088"/>
                </a:lnTo>
                <a:lnTo>
                  <a:pt x="2751788" y="727075"/>
                </a:lnTo>
                <a:lnTo>
                  <a:pt x="2762899" y="730758"/>
                </a:lnTo>
                <a:lnTo>
                  <a:pt x="2765858" y="736760"/>
                </a:lnTo>
                <a:lnTo>
                  <a:pt x="2764016" y="742315"/>
                </a:lnTo>
                <a:lnTo>
                  <a:pt x="2762271" y="747680"/>
                </a:lnTo>
                <a:lnTo>
                  <a:pt x="2762224" y="747825"/>
                </a:lnTo>
                <a:lnTo>
                  <a:pt x="2756222" y="750784"/>
                </a:lnTo>
                <a:lnTo>
                  <a:pt x="2750663" y="749037"/>
                </a:lnTo>
                <a:lnTo>
                  <a:pt x="2748936" y="748459"/>
                </a:lnTo>
                <a:lnTo>
                  <a:pt x="2747459" y="747464"/>
                </a:lnTo>
                <a:close/>
              </a:path>
              <a:path w="5142230" h="2300604">
                <a:moveTo>
                  <a:pt x="3406119" y="1240238"/>
                </a:moveTo>
                <a:lnTo>
                  <a:pt x="3402384" y="1236240"/>
                </a:lnTo>
                <a:lnTo>
                  <a:pt x="3401622" y="1235034"/>
                </a:lnTo>
                <a:lnTo>
                  <a:pt x="3401097" y="1233689"/>
                </a:lnTo>
                <a:lnTo>
                  <a:pt x="3399070" y="1228196"/>
                </a:lnTo>
                <a:lnTo>
                  <a:pt x="3401874" y="1222107"/>
                </a:lnTo>
                <a:lnTo>
                  <a:pt x="3407372" y="1220075"/>
                </a:lnTo>
                <a:lnTo>
                  <a:pt x="3412821" y="1218089"/>
                </a:lnTo>
                <a:lnTo>
                  <a:pt x="3418906" y="1220888"/>
                </a:lnTo>
                <a:lnTo>
                  <a:pt x="3422928" y="1231840"/>
                </a:lnTo>
                <a:lnTo>
                  <a:pt x="3420124" y="1237930"/>
                </a:lnTo>
                <a:lnTo>
                  <a:pt x="3410516" y="1241426"/>
                </a:lnTo>
                <a:lnTo>
                  <a:pt x="3406119" y="1240238"/>
                </a:lnTo>
                <a:close/>
              </a:path>
              <a:path w="5142230" h="2300604">
                <a:moveTo>
                  <a:pt x="1443827" y="403220"/>
                </a:moveTo>
                <a:lnTo>
                  <a:pt x="1440092" y="399222"/>
                </a:lnTo>
                <a:lnTo>
                  <a:pt x="1439136" y="395266"/>
                </a:lnTo>
                <a:lnTo>
                  <a:pt x="1442164" y="385898"/>
                </a:lnTo>
                <a:lnTo>
                  <a:pt x="1448107" y="382877"/>
                </a:lnTo>
                <a:lnTo>
                  <a:pt x="1459172" y="386511"/>
                </a:lnTo>
                <a:lnTo>
                  <a:pt x="1462229" y="392421"/>
                </a:lnTo>
                <a:lnTo>
                  <a:pt x="1458640" y="403535"/>
                </a:lnTo>
                <a:lnTo>
                  <a:pt x="1452684" y="406543"/>
                </a:lnTo>
                <a:lnTo>
                  <a:pt x="1447125" y="404796"/>
                </a:lnTo>
                <a:lnTo>
                  <a:pt x="1445398" y="404218"/>
                </a:lnTo>
                <a:lnTo>
                  <a:pt x="1443827" y="403220"/>
                </a:lnTo>
                <a:close/>
              </a:path>
              <a:path w="5142230" h="2300604">
                <a:moveTo>
                  <a:pt x="1579698" y="444763"/>
                </a:moveTo>
                <a:lnTo>
                  <a:pt x="1575959" y="440759"/>
                </a:lnTo>
                <a:lnTo>
                  <a:pt x="1574955" y="436948"/>
                </a:lnTo>
                <a:lnTo>
                  <a:pt x="1577634" y="427598"/>
                </a:lnTo>
                <a:lnTo>
                  <a:pt x="1583503" y="424398"/>
                </a:lnTo>
                <a:lnTo>
                  <a:pt x="1589113" y="426006"/>
                </a:lnTo>
                <a:lnTo>
                  <a:pt x="1594675" y="427658"/>
                </a:lnTo>
                <a:lnTo>
                  <a:pt x="1597928" y="433486"/>
                </a:lnTo>
                <a:lnTo>
                  <a:pt x="1594713" y="444707"/>
                </a:lnTo>
                <a:lnTo>
                  <a:pt x="1588845" y="447907"/>
                </a:lnTo>
                <a:lnTo>
                  <a:pt x="1581364" y="445764"/>
                </a:lnTo>
                <a:lnTo>
                  <a:pt x="1579698" y="444763"/>
                </a:lnTo>
                <a:close/>
              </a:path>
              <a:path w="5142230" h="2300604">
                <a:moveTo>
                  <a:pt x="1511602" y="424552"/>
                </a:moveTo>
                <a:lnTo>
                  <a:pt x="1507867" y="420554"/>
                </a:lnTo>
                <a:lnTo>
                  <a:pt x="1506862" y="416644"/>
                </a:lnTo>
                <a:lnTo>
                  <a:pt x="1508028" y="412907"/>
                </a:lnTo>
                <a:lnTo>
                  <a:pt x="1509685" y="407350"/>
                </a:lnTo>
                <a:lnTo>
                  <a:pt x="1515599" y="404199"/>
                </a:lnTo>
                <a:lnTo>
                  <a:pt x="1526768" y="407554"/>
                </a:lnTo>
                <a:lnTo>
                  <a:pt x="1529919" y="413468"/>
                </a:lnTo>
                <a:lnTo>
                  <a:pt x="1526516" y="424682"/>
                </a:lnTo>
                <a:lnTo>
                  <a:pt x="1520602" y="427833"/>
                </a:lnTo>
                <a:lnTo>
                  <a:pt x="1515043" y="426086"/>
                </a:lnTo>
                <a:lnTo>
                  <a:pt x="1513173" y="425550"/>
                </a:lnTo>
                <a:lnTo>
                  <a:pt x="1511602" y="424552"/>
                </a:lnTo>
                <a:close/>
              </a:path>
              <a:path w="5142230" h="2300604">
                <a:moveTo>
                  <a:pt x="2814565" y="770426"/>
                </a:moveTo>
                <a:lnTo>
                  <a:pt x="2810835" y="766433"/>
                </a:lnTo>
                <a:lnTo>
                  <a:pt x="2809836" y="762334"/>
                </a:lnTo>
                <a:lnTo>
                  <a:pt x="2811199" y="758514"/>
                </a:lnTo>
                <a:lnTo>
                  <a:pt x="2813134" y="752962"/>
                </a:lnTo>
                <a:lnTo>
                  <a:pt x="2819223" y="750096"/>
                </a:lnTo>
                <a:lnTo>
                  <a:pt x="2830188" y="754014"/>
                </a:lnTo>
                <a:lnTo>
                  <a:pt x="2833048" y="760008"/>
                </a:lnTo>
                <a:lnTo>
                  <a:pt x="2829185" y="771023"/>
                </a:lnTo>
                <a:lnTo>
                  <a:pt x="2823137" y="773933"/>
                </a:lnTo>
                <a:lnTo>
                  <a:pt x="2815996" y="771372"/>
                </a:lnTo>
                <a:lnTo>
                  <a:pt x="2814565" y="770426"/>
                </a:lnTo>
                <a:close/>
              </a:path>
              <a:path w="5142230" h="2300604">
                <a:moveTo>
                  <a:pt x="1854403" y="517138"/>
                </a:moveTo>
                <a:lnTo>
                  <a:pt x="1850668" y="513140"/>
                </a:lnTo>
                <a:lnTo>
                  <a:pt x="1850286" y="511852"/>
                </a:lnTo>
                <a:lnTo>
                  <a:pt x="1849628" y="509485"/>
                </a:lnTo>
                <a:lnTo>
                  <a:pt x="1850489" y="505910"/>
                </a:lnTo>
                <a:lnTo>
                  <a:pt x="1851903" y="500289"/>
                </a:lnTo>
                <a:lnTo>
                  <a:pt x="1857597" y="496805"/>
                </a:lnTo>
                <a:lnTo>
                  <a:pt x="1868928" y="499551"/>
                </a:lnTo>
                <a:lnTo>
                  <a:pt x="1872368" y="505286"/>
                </a:lnTo>
                <a:lnTo>
                  <a:pt x="1869622" y="516617"/>
                </a:lnTo>
                <a:lnTo>
                  <a:pt x="1863932" y="520106"/>
                </a:lnTo>
                <a:lnTo>
                  <a:pt x="1858267" y="518733"/>
                </a:lnTo>
                <a:lnTo>
                  <a:pt x="1856208" y="518191"/>
                </a:lnTo>
                <a:lnTo>
                  <a:pt x="1854403" y="517138"/>
                </a:lnTo>
                <a:close/>
              </a:path>
              <a:path w="5142230" h="2300604">
                <a:moveTo>
                  <a:pt x="2881156" y="794792"/>
                </a:moveTo>
                <a:lnTo>
                  <a:pt x="2877416" y="790788"/>
                </a:lnTo>
                <a:lnTo>
                  <a:pt x="2876479" y="786560"/>
                </a:lnTo>
                <a:lnTo>
                  <a:pt x="2877975" y="782687"/>
                </a:lnTo>
                <a:lnTo>
                  <a:pt x="2880007" y="777238"/>
                </a:lnTo>
                <a:lnTo>
                  <a:pt x="2886096" y="774471"/>
                </a:lnTo>
                <a:lnTo>
                  <a:pt x="2896998" y="778614"/>
                </a:lnTo>
                <a:lnTo>
                  <a:pt x="2899769" y="784709"/>
                </a:lnTo>
                <a:lnTo>
                  <a:pt x="2895621" y="795615"/>
                </a:lnTo>
                <a:lnTo>
                  <a:pt x="2889531" y="798381"/>
                </a:lnTo>
                <a:lnTo>
                  <a:pt x="2884072" y="796350"/>
                </a:lnTo>
                <a:lnTo>
                  <a:pt x="2882493" y="795734"/>
                </a:lnTo>
                <a:lnTo>
                  <a:pt x="2881156" y="794792"/>
                </a:lnTo>
                <a:close/>
              </a:path>
              <a:path w="5142230" h="2300604">
                <a:moveTo>
                  <a:pt x="1376471" y="380674"/>
                </a:moveTo>
                <a:lnTo>
                  <a:pt x="1372781" y="376725"/>
                </a:lnTo>
                <a:lnTo>
                  <a:pt x="1371788" y="372631"/>
                </a:lnTo>
                <a:lnTo>
                  <a:pt x="1373051" y="368803"/>
                </a:lnTo>
                <a:lnTo>
                  <a:pt x="1374987" y="363251"/>
                </a:lnTo>
                <a:lnTo>
                  <a:pt x="1380981" y="360381"/>
                </a:lnTo>
                <a:lnTo>
                  <a:pt x="1391994" y="364155"/>
                </a:lnTo>
                <a:lnTo>
                  <a:pt x="1394953" y="370157"/>
                </a:lnTo>
                <a:lnTo>
                  <a:pt x="1391134" y="381221"/>
                </a:lnTo>
                <a:lnTo>
                  <a:pt x="1385132" y="384179"/>
                </a:lnTo>
                <a:lnTo>
                  <a:pt x="1377943" y="381664"/>
                </a:lnTo>
                <a:lnTo>
                  <a:pt x="1376471" y="380674"/>
                </a:lnTo>
                <a:close/>
              </a:path>
              <a:path w="5142230" h="2300604">
                <a:moveTo>
                  <a:pt x="2130810" y="582343"/>
                </a:moveTo>
                <a:lnTo>
                  <a:pt x="2127120" y="578394"/>
                </a:lnTo>
                <a:lnTo>
                  <a:pt x="2126013" y="574863"/>
                </a:lnTo>
                <a:lnTo>
                  <a:pt x="2126848" y="571261"/>
                </a:lnTo>
                <a:lnTo>
                  <a:pt x="2128221" y="565595"/>
                </a:lnTo>
                <a:lnTo>
                  <a:pt x="2133865" y="562058"/>
                </a:lnTo>
                <a:lnTo>
                  <a:pt x="2139531" y="563431"/>
                </a:lnTo>
                <a:lnTo>
                  <a:pt x="2145200" y="564710"/>
                </a:lnTo>
                <a:lnTo>
                  <a:pt x="2148734" y="570448"/>
                </a:lnTo>
                <a:lnTo>
                  <a:pt x="2146078" y="581777"/>
                </a:lnTo>
                <a:lnTo>
                  <a:pt x="2140438" y="585320"/>
                </a:lnTo>
                <a:lnTo>
                  <a:pt x="2132616" y="583496"/>
                </a:lnTo>
                <a:lnTo>
                  <a:pt x="2130810" y="582343"/>
                </a:lnTo>
                <a:close/>
              </a:path>
              <a:path w="5142230" h="2300604">
                <a:moveTo>
                  <a:pt x="1785491" y="500063"/>
                </a:moveTo>
                <a:lnTo>
                  <a:pt x="1781756" y="496065"/>
                </a:lnTo>
                <a:lnTo>
                  <a:pt x="1780701" y="492394"/>
                </a:lnTo>
                <a:lnTo>
                  <a:pt x="1781626" y="488790"/>
                </a:lnTo>
                <a:lnTo>
                  <a:pt x="1782999" y="483124"/>
                </a:lnTo>
                <a:lnTo>
                  <a:pt x="1788775" y="479728"/>
                </a:lnTo>
                <a:lnTo>
                  <a:pt x="1794441" y="481101"/>
                </a:lnTo>
                <a:lnTo>
                  <a:pt x="1800108" y="482574"/>
                </a:lnTo>
                <a:lnTo>
                  <a:pt x="1803498" y="488255"/>
                </a:lnTo>
                <a:lnTo>
                  <a:pt x="1800662" y="499588"/>
                </a:lnTo>
                <a:lnTo>
                  <a:pt x="1794927" y="503028"/>
                </a:lnTo>
                <a:lnTo>
                  <a:pt x="1789379" y="501683"/>
                </a:lnTo>
                <a:lnTo>
                  <a:pt x="1787202" y="501113"/>
                </a:lnTo>
                <a:lnTo>
                  <a:pt x="1785491" y="500063"/>
                </a:lnTo>
                <a:close/>
              </a:path>
              <a:path w="5142230" h="2300604">
                <a:moveTo>
                  <a:pt x="2337892" y="631791"/>
                </a:moveTo>
                <a:lnTo>
                  <a:pt x="2334203" y="627842"/>
                </a:lnTo>
                <a:lnTo>
                  <a:pt x="2333147" y="624171"/>
                </a:lnTo>
                <a:lnTo>
                  <a:pt x="2335441" y="614896"/>
                </a:lnTo>
                <a:lnTo>
                  <a:pt x="2336963" y="613984"/>
                </a:lnTo>
                <a:lnTo>
                  <a:pt x="2341296" y="611487"/>
                </a:lnTo>
                <a:lnTo>
                  <a:pt x="2346793" y="612875"/>
                </a:lnTo>
                <a:lnTo>
                  <a:pt x="2352463" y="614253"/>
                </a:lnTo>
                <a:lnTo>
                  <a:pt x="2355949" y="620037"/>
                </a:lnTo>
                <a:lnTo>
                  <a:pt x="2354530" y="625654"/>
                </a:lnTo>
                <a:lnTo>
                  <a:pt x="2353157" y="631319"/>
                </a:lnTo>
                <a:lnTo>
                  <a:pt x="2347422" y="634759"/>
                </a:lnTo>
                <a:lnTo>
                  <a:pt x="2341756" y="633386"/>
                </a:lnTo>
                <a:lnTo>
                  <a:pt x="2339698" y="632844"/>
                </a:lnTo>
                <a:lnTo>
                  <a:pt x="2337892" y="631791"/>
                </a:lnTo>
                <a:close/>
              </a:path>
              <a:path w="5142230" h="2300604">
                <a:moveTo>
                  <a:pt x="2406748" y="649100"/>
                </a:moveTo>
                <a:lnTo>
                  <a:pt x="2403013" y="645102"/>
                </a:lnTo>
                <a:lnTo>
                  <a:pt x="2401953" y="641426"/>
                </a:lnTo>
                <a:lnTo>
                  <a:pt x="2404346" y="632160"/>
                </a:lnTo>
                <a:lnTo>
                  <a:pt x="2410086" y="628725"/>
                </a:lnTo>
                <a:lnTo>
                  <a:pt x="2421411" y="631660"/>
                </a:lnTo>
                <a:lnTo>
                  <a:pt x="2424805" y="637346"/>
                </a:lnTo>
                <a:lnTo>
                  <a:pt x="2423402" y="642980"/>
                </a:lnTo>
                <a:lnTo>
                  <a:pt x="2421916" y="648720"/>
                </a:lnTo>
                <a:lnTo>
                  <a:pt x="2416135" y="652111"/>
                </a:lnTo>
                <a:lnTo>
                  <a:pt x="2410638" y="650722"/>
                </a:lnTo>
                <a:lnTo>
                  <a:pt x="2408459" y="650150"/>
                </a:lnTo>
                <a:lnTo>
                  <a:pt x="2406748" y="649100"/>
                </a:lnTo>
                <a:close/>
              </a:path>
              <a:path w="5142230" h="2300604">
                <a:moveTo>
                  <a:pt x="2199943" y="598581"/>
                </a:moveTo>
                <a:lnTo>
                  <a:pt x="2196254" y="594631"/>
                </a:lnTo>
                <a:lnTo>
                  <a:pt x="2195101" y="591051"/>
                </a:lnTo>
                <a:lnTo>
                  <a:pt x="2195973" y="587489"/>
                </a:lnTo>
                <a:lnTo>
                  <a:pt x="2197305" y="581779"/>
                </a:lnTo>
                <a:lnTo>
                  <a:pt x="2202990" y="578285"/>
                </a:lnTo>
                <a:lnTo>
                  <a:pt x="2214329" y="580942"/>
                </a:lnTo>
                <a:lnTo>
                  <a:pt x="2217912" y="586635"/>
                </a:lnTo>
                <a:lnTo>
                  <a:pt x="2216539" y="592300"/>
                </a:lnTo>
                <a:lnTo>
                  <a:pt x="2215211" y="598015"/>
                </a:lnTo>
                <a:lnTo>
                  <a:pt x="2209522" y="601504"/>
                </a:lnTo>
                <a:lnTo>
                  <a:pt x="2201700" y="599679"/>
                </a:lnTo>
                <a:lnTo>
                  <a:pt x="2199943" y="598581"/>
                </a:lnTo>
                <a:close/>
              </a:path>
              <a:path w="5142230" h="2300604">
                <a:moveTo>
                  <a:pt x="3443422" y="1801745"/>
                </a:moveTo>
                <a:lnTo>
                  <a:pt x="3439732" y="1797795"/>
                </a:lnTo>
                <a:lnTo>
                  <a:pt x="3438690" y="1795116"/>
                </a:lnTo>
                <a:lnTo>
                  <a:pt x="3438988" y="1786344"/>
                </a:lnTo>
                <a:lnTo>
                  <a:pt x="3443860" y="1781785"/>
                </a:lnTo>
                <a:lnTo>
                  <a:pt x="3455555" y="1782183"/>
                </a:lnTo>
                <a:lnTo>
                  <a:pt x="3460064" y="1787010"/>
                </a:lnTo>
                <a:lnTo>
                  <a:pt x="3459671" y="1798710"/>
                </a:lnTo>
                <a:lnTo>
                  <a:pt x="3454795" y="1803265"/>
                </a:lnTo>
                <a:lnTo>
                  <a:pt x="3446069" y="1803015"/>
                </a:lnTo>
                <a:lnTo>
                  <a:pt x="3443422" y="1801745"/>
                </a:lnTo>
                <a:close/>
              </a:path>
              <a:path w="5142230" h="2300604">
                <a:moveTo>
                  <a:pt x="2612044" y="705139"/>
                </a:moveTo>
                <a:lnTo>
                  <a:pt x="2608354" y="701190"/>
                </a:lnTo>
                <a:lnTo>
                  <a:pt x="2607306" y="697330"/>
                </a:lnTo>
                <a:lnTo>
                  <a:pt x="2608373" y="693585"/>
                </a:lnTo>
                <a:lnTo>
                  <a:pt x="2610030" y="688028"/>
                </a:lnTo>
                <a:lnTo>
                  <a:pt x="2615898" y="684829"/>
                </a:lnTo>
                <a:lnTo>
                  <a:pt x="2627116" y="688137"/>
                </a:lnTo>
                <a:lnTo>
                  <a:pt x="2630315" y="694006"/>
                </a:lnTo>
                <a:lnTo>
                  <a:pt x="2628658" y="699563"/>
                </a:lnTo>
                <a:lnTo>
                  <a:pt x="2626956" y="705170"/>
                </a:lnTo>
                <a:lnTo>
                  <a:pt x="2621088" y="708369"/>
                </a:lnTo>
                <a:lnTo>
                  <a:pt x="2615526" y="706716"/>
                </a:lnTo>
                <a:lnTo>
                  <a:pt x="2613656" y="706181"/>
                </a:lnTo>
                <a:lnTo>
                  <a:pt x="2612044" y="705139"/>
                </a:lnTo>
                <a:close/>
              </a:path>
              <a:path w="5142230" h="2300604">
                <a:moveTo>
                  <a:pt x="3426767" y="1307695"/>
                </a:moveTo>
                <a:lnTo>
                  <a:pt x="3423073" y="1303741"/>
                </a:lnTo>
                <a:lnTo>
                  <a:pt x="3422140" y="1302156"/>
                </a:lnTo>
                <a:lnTo>
                  <a:pt x="3420267" y="1294775"/>
                </a:lnTo>
                <a:lnTo>
                  <a:pt x="3423721" y="1288991"/>
                </a:lnTo>
                <a:lnTo>
                  <a:pt x="3429340" y="1287577"/>
                </a:lnTo>
                <a:lnTo>
                  <a:pt x="3435003" y="1286113"/>
                </a:lnTo>
                <a:lnTo>
                  <a:pt x="3440741" y="1289519"/>
                </a:lnTo>
                <a:lnTo>
                  <a:pt x="3443660" y="1300854"/>
                </a:lnTo>
                <a:lnTo>
                  <a:pt x="3440165" y="1306594"/>
                </a:lnTo>
                <a:lnTo>
                  <a:pt x="3430640" y="1309007"/>
                </a:lnTo>
                <a:lnTo>
                  <a:pt x="3426767" y="1307695"/>
                </a:lnTo>
                <a:close/>
              </a:path>
              <a:path w="5142230" h="2300604">
                <a:moveTo>
                  <a:pt x="3440786" y="1376952"/>
                </a:moveTo>
                <a:lnTo>
                  <a:pt x="3437101" y="1373008"/>
                </a:lnTo>
                <a:lnTo>
                  <a:pt x="3436124" y="1371081"/>
                </a:lnTo>
                <a:lnTo>
                  <a:pt x="3434881" y="1363202"/>
                </a:lnTo>
                <a:lnTo>
                  <a:pt x="3438753" y="1357768"/>
                </a:lnTo>
                <a:lnTo>
                  <a:pt x="3444491" y="1356873"/>
                </a:lnTo>
                <a:lnTo>
                  <a:pt x="3450283" y="1355937"/>
                </a:lnTo>
                <a:lnTo>
                  <a:pt x="3455723" y="1359903"/>
                </a:lnTo>
                <a:lnTo>
                  <a:pt x="3457504" y="1371389"/>
                </a:lnTo>
                <a:lnTo>
                  <a:pt x="3453632" y="1376823"/>
                </a:lnTo>
                <a:lnTo>
                  <a:pt x="3444234" y="1378297"/>
                </a:lnTo>
                <a:lnTo>
                  <a:pt x="3440786" y="1376952"/>
                </a:lnTo>
                <a:close/>
              </a:path>
              <a:path w="5142230" h="2300604">
                <a:moveTo>
                  <a:pt x="2061679" y="566304"/>
                </a:moveTo>
                <a:lnTo>
                  <a:pt x="2057944" y="562306"/>
                </a:lnTo>
                <a:lnTo>
                  <a:pt x="2056885" y="558729"/>
                </a:lnTo>
                <a:lnTo>
                  <a:pt x="2059041" y="549502"/>
                </a:lnTo>
                <a:lnTo>
                  <a:pt x="2064680" y="545960"/>
                </a:lnTo>
                <a:lnTo>
                  <a:pt x="2076109" y="548615"/>
                </a:lnTo>
                <a:lnTo>
                  <a:pt x="2079597" y="554305"/>
                </a:lnTo>
                <a:lnTo>
                  <a:pt x="2078323" y="559978"/>
                </a:lnTo>
                <a:lnTo>
                  <a:pt x="2076950" y="565644"/>
                </a:lnTo>
                <a:lnTo>
                  <a:pt x="2071306" y="569181"/>
                </a:lnTo>
                <a:lnTo>
                  <a:pt x="2063484" y="567357"/>
                </a:lnTo>
                <a:lnTo>
                  <a:pt x="2061679" y="566304"/>
                </a:lnTo>
                <a:close/>
              </a:path>
              <a:path w="5142230" h="2300604">
                <a:moveTo>
                  <a:pt x="2268967" y="614994"/>
                </a:moveTo>
                <a:lnTo>
                  <a:pt x="2265282" y="611050"/>
                </a:lnTo>
                <a:lnTo>
                  <a:pt x="2264928" y="609889"/>
                </a:lnTo>
                <a:lnTo>
                  <a:pt x="2264197" y="607346"/>
                </a:lnTo>
                <a:lnTo>
                  <a:pt x="2266427" y="598200"/>
                </a:lnTo>
                <a:lnTo>
                  <a:pt x="2272117" y="594712"/>
                </a:lnTo>
                <a:lnTo>
                  <a:pt x="2283443" y="597453"/>
                </a:lnTo>
                <a:lnTo>
                  <a:pt x="2286932" y="603142"/>
                </a:lnTo>
                <a:lnTo>
                  <a:pt x="2284186" y="614474"/>
                </a:lnTo>
                <a:lnTo>
                  <a:pt x="2278501" y="617967"/>
                </a:lnTo>
                <a:lnTo>
                  <a:pt x="2272835" y="616594"/>
                </a:lnTo>
                <a:lnTo>
                  <a:pt x="2270769" y="616141"/>
                </a:lnTo>
                <a:lnTo>
                  <a:pt x="2268967" y="614994"/>
                </a:lnTo>
                <a:close/>
              </a:path>
              <a:path w="5142230" h="2300604">
                <a:moveTo>
                  <a:pt x="2475392" y="666964"/>
                </a:moveTo>
                <a:lnTo>
                  <a:pt x="2471703" y="663015"/>
                </a:lnTo>
                <a:lnTo>
                  <a:pt x="2470602" y="659295"/>
                </a:lnTo>
                <a:lnTo>
                  <a:pt x="2473096" y="649942"/>
                </a:lnTo>
                <a:lnTo>
                  <a:pt x="2478636" y="646782"/>
                </a:lnTo>
                <a:lnTo>
                  <a:pt x="2478874" y="646646"/>
                </a:lnTo>
                <a:lnTo>
                  <a:pt x="2484536" y="648113"/>
                </a:lnTo>
                <a:lnTo>
                  <a:pt x="2490150" y="649626"/>
                </a:lnTo>
                <a:lnTo>
                  <a:pt x="2493541" y="655407"/>
                </a:lnTo>
                <a:lnTo>
                  <a:pt x="2492025" y="661115"/>
                </a:lnTo>
                <a:lnTo>
                  <a:pt x="2490507" y="666723"/>
                </a:lnTo>
                <a:lnTo>
                  <a:pt x="2484730" y="670020"/>
                </a:lnTo>
                <a:lnTo>
                  <a:pt x="2479072" y="668558"/>
                </a:lnTo>
                <a:lnTo>
                  <a:pt x="2477103" y="668014"/>
                </a:lnTo>
                <a:lnTo>
                  <a:pt x="2475392" y="666964"/>
                </a:lnTo>
                <a:close/>
              </a:path>
              <a:path w="5142230" h="2300604">
                <a:moveTo>
                  <a:pt x="2543876" y="685634"/>
                </a:moveTo>
                <a:lnTo>
                  <a:pt x="2540137" y="681631"/>
                </a:lnTo>
                <a:lnTo>
                  <a:pt x="2539085" y="677866"/>
                </a:lnTo>
                <a:lnTo>
                  <a:pt x="2540112" y="674176"/>
                </a:lnTo>
                <a:lnTo>
                  <a:pt x="2541715" y="668561"/>
                </a:lnTo>
                <a:lnTo>
                  <a:pt x="2547075" y="665502"/>
                </a:lnTo>
                <a:lnTo>
                  <a:pt x="2547492" y="665264"/>
                </a:lnTo>
                <a:lnTo>
                  <a:pt x="2553151" y="666826"/>
                </a:lnTo>
                <a:lnTo>
                  <a:pt x="2558762" y="668433"/>
                </a:lnTo>
                <a:lnTo>
                  <a:pt x="2562014" y="674261"/>
                </a:lnTo>
                <a:lnTo>
                  <a:pt x="2560501" y="679874"/>
                </a:lnTo>
                <a:lnTo>
                  <a:pt x="2558894" y="685485"/>
                </a:lnTo>
                <a:lnTo>
                  <a:pt x="2553491" y="688498"/>
                </a:lnTo>
                <a:lnTo>
                  <a:pt x="2553071" y="688733"/>
                </a:lnTo>
                <a:lnTo>
                  <a:pt x="2545493" y="686681"/>
                </a:lnTo>
                <a:lnTo>
                  <a:pt x="2543876" y="685634"/>
                </a:lnTo>
                <a:close/>
              </a:path>
              <a:path w="5142230" h="2300604">
                <a:moveTo>
                  <a:pt x="3458416" y="2085229"/>
                </a:moveTo>
                <a:lnTo>
                  <a:pt x="3454726" y="2081280"/>
                </a:lnTo>
                <a:lnTo>
                  <a:pt x="3453745" y="2079448"/>
                </a:lnTo>
                <a:lnTo>
                  <a:pt x="3452360" y="2071611"/>
                </a:lnTo>
                <a:lnTo>
                  <a:pt x="3456182" y="2066123"/>
                </a:lnTo>
                <a:lnTo>
                  <a:pt x="3467677" y="2064060"/>
                </a:lnTo>
                <a:lnTo>
                  <a:pt x="3473169" y="2067886"/>
                </a:lnTo>
                <a:lnTo>
                  <a:pt x="3475233" y="2079381"/>
                </a:lnTo>
                <a:lnTo>
                  <a:pt x="3471411" y="2084869"/>
                </a:lnTo>
                <a:lnTo>
                  <a:pt x="3465660" y="2085849"/>
                </a:lnTo>
                <a:lnTo>
                  <a:pt x="3462002" y="2086527"/>
                </a:lnTo>
                <a:lnTo>
                  <a:pt x="3458416" y="2085229"/>
                </a:lnTo>
                <a:close/>
              </a:path>
              <a:path w="5142230" h="2300604">
                <a:moveTo>
                  <a:pt x="3474512" y="2154656"/>
                </a:moveTo>
                <a:lnTo>
                  <a:pt x="3470772" y="2150653"/>
                </a:lnTo>
                <a:lnTo>
                  <a:pt x="3469877" y="2149206"/>
                </a:lnTo>
                <a:lnTo>
                  <a:pt x="3467865" y="2141872"/>
                </a:lnTo>
                <a:lnTo>
                  <a:pt x="3471131" y="2136082"/>
                </a:lnTo>
                <a:lnTo>
                  <a:pt x="3482382" y="2132877"/>
                </a:lnTo>
                <a:lnTo>
                  <a:pt x="3488213" y="2136187"/>
                </a:lnTo>
                <a:lnTo>
                  <a:pt x="3491323" y="2147434"/>
                </a:lnTo>
                <a:lnTo>
                  <a:pt x="3488062" y="2153229"/>
                </a:lnTo>
                <a:lnTo>
                  <a:pt x="3482437" y="2154832"/>
                </a:lnTo>
                <a:lnTo>
                  <a:pt x="3478524" y="2155921"/>
                </a:lnTo>
                <a:lnTo>
                  <a:pt x="3474512" y="2154656"/>
                </a:lnTo>
                <a:close/>
              </a:path>
              <a:path w="5142230" h="2300604">
                <a:moveTo>
                  <a:pt x="3343188" y="1114517"/>
                </a:moveTo>
                <a:lnTo>
                  <a:pt x="3338435" y="1109430"/>
                </a:lnTo>
                <a:lnTo>
                  <a:pt x="3335204" y="1104504"/>
                </a:lnTo>
                <a:lnTo>
                  <a:pt x="3336511" y="1097987"/>
                </a:lnTo>
                <a:lnTo>
                  <a:pt x="3341338" y="1094747"/>
                </a:lnTo>
                <a:lnTo>
                  <a:pt x="3346268" y="1091521"/>
                </a:lnTo>
                <a:lnTo>
                  <a:pt x="3352781" y="1092823"/>
                </a:lnTo>
                <a:lnTo>
                  <a:pt x="3359252" y="1102585"/>
                </a:lnTo>
                <a:lnTo>
                  <a:pt x="3357944" y="1109102"/>
                </a:lnTo>
                <a:lnTo>
                  <a:pt x="3353060" y="1112378"/>
                </a:lnTo>
                <a:lnTo>
                  <a:pt x="3348713" y="1115251"/>
                </a:lnTo>
                <a:lnTo>
                  <a:pt x="3343188" y="1114517"/>
                </a:lnTo>
                <a:close/>
              </a:path>
              <a:path w="5142230" h="2300604">
                <a:moveTo>
                  <a:pt x="1923420" y="533740"/>
                </a:moveTo>
                <a:lnTo>
                  <a:pt x="1919735" y="529795"/>
                </a:lnTo>
                <a:lnTo>
                  <a:pt x="1918676" y="526218"/>
                </a:lnTo>
                <a:lnTo>
                  <a:pt x="1919507" y="522611"/>
                </a:lnTo>
                <a:lnTo>
                  <a:pt x="1920880" y="516946"/>
                </a:lnTo>
                <a:lnTo>
                  <a:pt x="1926570" y="513457"/>
                </a:lnTo>
                <a:lnTo>
                  <a:pt x="1937897" y="516198"/>
                </a:lnTo>
                <a:lnTo>
                  <a:pt x="1941385" y="521888"/>
                </a:lnTo>
                <a:lnTo>
                  <a:pt x="1940061" y="527508"/>
                </a:lnTo>
                <a:lnTo>
                  <a:pt x="1938688" y="533174"/>
                </a:lnTo>
                <a:lnTo>
                  <a:pt x="1932995" y="536757"/>
                </a:lnTo>
                <a:lnTo>
                  <a:pt x="1925222" y="534887"/>
                </a:lnTo>
                <a:lnTo>
                  <a:pt x="1923420" y="533740"/>
                </a:lnTo>
                <a:close/>
              </a:path>
              <a:path w="5142230" h="2300604">
                <a:moveTo>
                  <a:pt x="3442185" y="1872753"/>
                </a:moveTo>
                <a:lnTo>
                  <a:pt x="3438491" y="1868799"/>
                </a:lnTo>
                <a:lnTo>
                  <a:pt x="3437402" y="1866264"/>
                </a:lnTo>
                <a:lnTo>
                  <a:pt x="3437414" y="1857578"/>
                </a:lnTo>
                <a:lnTo>
                  <a:pt x="3442149" y="1852872"/>
                </a:lnTo>
                <a:lnTo>
                  <a:pt x="3447958" y="1852933"/>
                </a:lnTo>
                <a:lnTo>
                  <a:pt x="3453807" y="1852938"/>
                </a:lnTo>
                <a:lnTo>
                  <a:pt x="3458554" y="1857726"/>
                </a:lnTo>
                <a:lnTo>
                  <a:pt x="3458503" y="1863536"/>
                </a:lnTo>
                <a:lnTo>
                  <a:pt x="3458492" y="1869390"/>
                </a:lnTo>
                <a:lnTo>
                  <a:pt x="3453753" y="1874091"/>
                </a:lnTo>
                <a:lnTo>
                  <a:pt x="3444878" y="1874072"/>
                </a:lnTo>
                <a:lnTo>
                  <a:pt x="3442185" y="1872753"/>
                </a:lnTo>
                <a:close/>
              </a:path>
              <a:path w="5142230" h="2300604">
                <a:moveTo>
                  <a:pt x="3378204" y="1175461"/>
                </a:moveTo>
                <a:lnTo>
                  <a:pt x="3374424" y="1171413"/>
                </a:lnTo>
                <a:lnTo>
                  <a:pt x="3373882" y="1170541"/>
                </a:lnTo>
                <a:lnTo>
                  <a:pt x="3373398" y="1169632"/>
                </a:lnTo>
                <a:lnTo>
                  <a:pt x="3370791" y="1164397"/>
                </a:lnTo>
                <a:lnTo>
                  <a:pt x="3372896" y="1158048"/>
                </a:lnTo>
                <a:lnTo>
                  <a:pt x="3377769" y="1155641"/>
                </a:lnTo>
                <a:lnTo>
                  <a:pt x="3383271" y="1152831"/>
                </a:lnTo>
                <a:lnTo>
                  <a:pt x="3389619" y="1154935"/>
                </a:lnTo>
                <a:lnTo>
                  <a:pt x="3392275" y="1160124"/>
                </a:lnTo>
                <a:lnTo>
                  <a:pt x="3394774" y="1165145"/>
                </a:lnTo>
                <a:lnTo>
                  <a:pt x="3394902" y="1165282"/>
                </a:lnTo>
                <a:lnTo>
                  <a:pt x="3392778" y="1171708"/>
                </a:lnTo>
                <a:lnTo>
                  <a:pt x="3387960" y="1174174"/>
                </a:lnTo>
                <a:lnTo>
                  <a:pt x="3383268" y="1176483"/>
                </a:lnTo>
                <a:lnTo>
                  <a:pt x="3378204" y="1175461"/>
                </a:lnTo>
                <a:close/>
              </a:path>
              <a:path w="5142230" h="2300604">
                <a:moveTo>
                  <a:pt x="3443449" y="1943799"/>
                </a:moveTo>
                <a:lnTo>
                  <a:pt x="3439759" y="1939850"/>
                </a:lnTo>
                <a:lnTo>
                  <a:pt x="3438655" y="1937494"/>
                </a:lnTo>
                <a:lnTo>
                  <a:pt x="3438329" y="1929032"/>
                </a:lnTo>
                <a:lnTo>
                  <a:pt x="3442886" y="1924136"/>
                </a:lnTo>
                <a:lnTo>
                  <a:pt x="3454520" y="1923687"/>
                </a:lnTo>
                <a:lnTo>
                  <a:pt x="3459465" y="1928199"/>
                </a:lnTo>
                <a:lnTo>
                  <a:pt x="3459919" y="1939828"/>
                </a:lnTo>
                <a:lnTo>
                  <a:pt x="3455403" y="1944768"/>
                </a:lnTo>
                <a:lnTo>
                  <a:pt x="3449544" y="1945045"/>
                </a:lnTo>
                <a:lnTo>
                  <a:pt x="3446331" y="1945125"/>
                </a:lnTo>
                <a:lnTo>
                  <a:pt x="3443449" y="1943799"/>
                </a:lnTo>
                <a:close/>
              </a:path>
              <a:path w="5142230" h="2300604">
                <a:moveTo>
                  <a:pt x="1716697" y="482331"/>
                </a:moveTo>
                <a:lnTo>
                  <a:pt x="1713007" y="478381"/>
                </a:lnTo>
                <a:lnTo>
                  <a:pt x="1711906" y="474662"/>
                </a:lnTo>
                <a:lnTo>
                  <a:pt x="1712792" y="471211"/>
                </a:lnTo>
                <a:lnTo>
                  <a:pt x="1714344" y="465444"/>
                </a:lnTo>
                <a:lnTo>
                  <a:pt x="1719948" y="462157"/>
                </a:lnTo>
                <a:lnTo>
                  <a:pt x="1720125" y="462053"/>
                </a:lnTo>
                <a:lnTo>
                  <a:pt x="1731404" y="464939"/>
                </a:lnTo>
                <a:lnTo>
                  <a:pt x="1734796" y="470720"/>
                </a:lnTo>
                <a:lnTo>
                  <a:pt x="1733336" y="476195"/>
                </a:lnTo>
                <a:lnTo>
                  <a:pt x="1731861" y="482045"/>
                </a:lnTo>
                <a:lnTo>
                  <a:pt x="1726153" y="485319"/>
                </a:lnTo>
                <a:lnTo>
                  <a:pt x="1720418" y="483968"/>
                </a:lnTo>
                <a:lnTo>
                  <a:pt x="1718408" y="483381"/>
                </a:lnTo>
                <a:lnTo>
                  <a:pt x="1716697" y="482331"/>
                </a:lnTo>
                <a:close/>
              </a:path>
              <a:path w="5142230" h="2300604">
                <a:moveTo>
                  <a:pt x="3448487" y="2014780"/>
                </a:moveTo>
                <a:lnTo>
                  <a:pt x="3444757" y="2010787"/>
                </a:lnTo>
                <a:lnTo>
                  <a:pt x="3443741" y="2008722"/>
                </a:lnTo>
                <a:lnTo>
                  <a:pt x="3442884" y="2000474"/>
                </a:lnTo>
                <a:lnTo>
                  <a:pt x="3447173" y="1995290"/>
                </a:lnTo>
                <a:lnTo>
                  <a:pt x="3452951" y="1994731"/>
                </a:lnTo>
                <a:lnTo>
                  <a:pt x="3458774" y="1994122"/>
                </a:lnTo>
                <a:lnTo>
                  <a:pt x="3463917" y="1998357"/>
                </a:lnTo>
                <a:lnTo>
                  <a:pt x="3465130" y="2010017"/>
                </a:lnTo>
                <a:lnTo>
                  <a:pt x="3460895" y="2015160"/>
                </a:lnTo>
                <a:lnTo>
                  <a:pt x="3451657" y="2016121"/>
                </a:lnTo>
                <a:lnTo>
                  <a:pt x="3448487" y="2014780"/>
                </a:lnTo>
                <a:close/>
              </a:path>
              <a:path w="5142230" h="2300604">
                <a:moveTo>
                  <a:pt x="1992501" y="550117"/>
                </a:moveTo>
                <a:lnTo>
                  <a:pt x="1988812" y="546168"/>
                </a:lnTo>
                <a:lnTo>
                  <a:pt x="1987753" y="542591"/>
                </a:lnTo>
                <a:lnTo>
                  <a:pt x="1989908" y="533364"/>
                </a:lnTo>
                <a:lnTo>
                  <a:pt x="1995601" y="529781"/>
                </a:lnTo>
                <a:lnTo>
                  <a:pt x="2001267" y="531154"/>
                </a:lnTo>
                <a:lnTo>
                  <a:pt x="2006981" y="532482"/>
                </a:lnTo>
                <a:lnTo>
                  <a:pt x="2010470" y="538171"/>
                </a:lnTo>
                <a:lnTo>
                  <a:pt x="2009191" y="543840"/>
                </a:lnTo>
                <a:lnTo>
                  <a:pt x="2007818" y="549506"/>
                </a:lnTo>
                <a:lnTo>
                  <a:pt x="2002174" y="553043"/>
                </a:lnTo>
                <a:lnTo>
                  <a:pt x="1994352" y="551219"/>
                </a:lnTo>
                <a:lnTo>
                  <a:pt x="1992501" y="550117"/>
                </a:lnTo>
                <a:close/>
              </a:path>
              <a:path w="5142230" h="2300604">
                <a:moveTo>
                  <a:pt x="1648064" y="463991"/>
                </a:moveTo>
                <a:lnTo>
                  <a:pt x="1644329" y="459992"/>
                </a:lnTo>
                <a:lnTo>
                  <a:pt x="1643277" y="456227"/>
                </a:lnTo>
                <a:lnTo>
                  <a:pt x="1644341" y="452576"/>
                </a:lnTo>
                <a:lnTo>
                  <a:pt x="1645858" y="446967"/>
                </a:lnTo>
                <a:lnTo>
                  <a:pt x="1651328" y="443830"/>
                </a:lnTo>
                <a:lnTo>
                  <a:pt x="1651685" y="443625"/>
                </a:lnTo>
                <a:lnTo>
                  <a:pt x="1662957" y="446700"/>
                </a:lnTo>
                <a:lnTo>
                  <a:pt x="1666201" y="452518"/>
                </a:lnTo>
                <a:lnTo>
                  <a:pt x="1664688" y="458131"/>
                </a:lnTo>
                <a:lnTo>
                  <a:pt x="1663131" y="463795"/>
                </a:lnTo>
                <a:lnTo>
                  <a:pt x="1657707" y="466884"/>
                </a:lnTo>
                <a:lnTo>
                  <a:pt x="1657349" y="467087"/>
                </a:lnTo>
                <a:lnTo>
                  <a:pt x="1651690" y="465526"/>
                </a:lnTo>
                <a:lnTo>
                  <a:pt x="1649771" y="465036"/>
                </a:lnTo>
                <a:lnTo>
                  <a:pt x="1648064" y="463991"/>
                </a:lnTo>
                <a:close/>
              </a:path>
              <a:path w="5142230" h="2300604">
                <a:moveTo>
                  <a:pt x="1309631" y="356824"/>
                </a:moveTo>
                <a:lnTo>
                  <a:pt x="1305896" y="352826"/>
                </a:lnTo>
                <a:lnTo>
                  <a:pt x="1304906" y="348638"/>
                </a:lnTo>
                <a:lnTo>
                  <a:pt x="1306312" y="344767"/>
                </a:lnTo>
                <a:lnTo>
                  <a:pt x="1308339" y="339313"/>
                </a:lnTo>
                <a:lnTo>
                  <a:pt x="1314383" y="336497"/>
                </a:lnTo>
                <a:lnTo>
                  <a:pt x="1319838" y="338524"/>
                </a:lnTo>
                <a:lnTo>
                  <a:pt x="1325341" y="340505"/>
                </a:lnTo>
                <a:lnTo>
                  <a:pt x="1328153" y="346644"/>
                </a:lnTo>
                <a:lnTo>
                  <a:pt x="1324100" y="357553"/>
                </a:lnTo>
                <a:lnTo>
                  <a:pt x="1318056" y="360369"/>
                </a:lnTo>
                <a:lnTo>
                  <a:pt x="1312601" y="358342"/>
                </a:lnTo>
                <a:lnTo>
                  <a:pt x="1310968" y="357767"/>
                </a:lnTo>
                <a:lnTo>
                  <a:pt x="1309631" y="356824"/>
                </a:lnTo>
                <a:close/>
              </a:path>
              <a:path w="5142230" h="2300604">
                <a:moveTo>
                  <a:pt x="3527799" y="2286769"/>
                </a:moveTo>
                <a:lnTo>
                  <a:pt x="3524014" y="2282717"/>
                </a:lnTo>
                <a:lnTo>
                  <a:pt x="3523478" y="2281948"/>
                </a:lnTo>
                <a:lnTo>
                  <a:pt x="3523081" y="2281132"/>
                </a:lnTo>
                <a:lnTo>
                  <a:pt x="3520278" y="2275980"/>
                </a:lnTo>
                <a:lnTo>
                  <a:pt x="3522194" y="2269625"/>
                </a:lnTo>
                <a:lnTo>
                  <a:pt x="3532443" y="2264077"/>
                </a:lnTo>
                <a:lnTo>
                  <a:pt x="3538842" y="2265943"/>
                </a:lnTo>
                <a:lnTo>
                  <a:pt x="3544440" y="2276236"/>
                </a:lnTo>
                <a:lnTo>
                  <a:pt x="3542476" y="2282637"/>
                </a:lnTo>
                <a:lnTo>
                  <a:pt x="3537334" y="2285441"/>
                </a:lnTo>
                <a:lnTo>
                  <a:pt x="3533002" y="2287743"/>
                </a:lnTo>
                <a:lnTo>
                  <a:pt x="3527799" y="2286769"/>
                </a:lnTo>
                <a:close/>
              </a:path>
              <a:path w="5142230" h="2300604">
                <a:moveTo>
                  <a:pt x="3497517" y="2222194"/>
                </a:moveTo>
                <a:lnTo>
                  <a:pt x="3493736" y="2218147"/>
                </a:lnTo>
                <a:lnTo>
                  <a:pt x="3493017" y="2217083"/>
                </a:lnTo>
                <a:lnTo>
                  <a:pt x="3492493" y="2215838"/>
                </a:lnTo>
                <a:lnTo>
                  <a:pt x="3490314" y="2210377"/>
                </a:lnTo>
                <a:lnTo>
                  <a:pt x="3492982" y="2204241"/>
                </a:lnTo>
                <a:lnTo>
                  <a:pt x="3498385" y="2202107"/>
                </a:lnTo>
                <a:lnTo>
                  <a:pt x="3503800" y="2199889"/>
                </a:lnTo>
                <a:lnTo>
                  <a:pt x="3509941" y="2202552"/>
                </a:lnTo>
                <a:lnTo>
                  <a:pt x="3512164" y="2207963"/>
                </a:lnTo>
                <a:lnTo>
                  <a:pt x="3514294" y="2213370"/>
                </a:lnTo>
                <a:lnTo>
                  <a:pt x="3511630" y="2219511"/>
                </a:lnTo>
                <a:lnTo>
                  <a:pt x="3506263" y="2221684"/>
                </a:lnTo>
                <a:lnTo>
                  <a:pt x="3502320" y="2223230"/>
                </a:lnTo>
                <a:lnTo>
                  <a:pt x="3502053" y="2223335"/>
                </a:lnTo>
                <a:lnTo>
                  <a:pt x="3497517" y="2222194"/>
                </a:lnTo>
                <a:close/>
              </a:path>
              <a:path w="5142230" h="2300604">
                <a:moveTo>
                  <a:pt x="3828977" y="2245751"/>
                </a:moveTo>
                <a:lnTo>
                  <a:pt x="3825055" y="2241552"/>
                </a:lnTo>
                <a:lnTo>
                  <a:pt x="3825079" y="2235421"/>
                </a:lnTo>
                <a:lnTo>
                  <a:pt x="3828847" y="2231536"/>
                </a:lnTo>
                <a:lnTo>
                  <a:pt x="3832715" y="2227466"/>
                </a:lnTo>
                <a:lnTo>
                  <a:pt x="3839087" y="2227348"/>
                </a:lnTo>
                <a:lnTo>
                  <a:pt x="3843157" y="2231216"/>
                </a:lnTo>
                <a:lnTo>
                  <a:pt x="3847183" y="2235134"/>
                </a:lnTo>
                <a:lnTo>
                  <a:pt x="3847342" y="2241560"/>
                </a:lnTo>
                <a:lnTo>
                  <a:pt x="3843429" y="2245581"/>
                </a:lnTo>
                <a:lnTo>
                  <a:pt x="3839609" y="2249606"/>
                </a:lnTo>
                <a:lnTo>
                  <a:pt x="3833133" y="2249711"/>
                </a:lnTo>
                <a:lnTo>
                  <a:pt x="3828977" y="2245751"/>
                </a:lnTo>
                <a:close/>
              </a:path>
              <a:path w="5142230" h="2300604">
                <a:moveTo>
                  <a:pt x="3661108" y="2023434"/>
                </a:moveTo>
                <a:lnTo>
                  <a:pt x="3657423" y="2019489"/>
                </a:lnTo>
                <a:lnTo>
                  <a:pt x="3656929" y="2018764"/>
                </a:lnTo>
                <a:lnTo>
                  <a:pt x="3656531" y="2017948"/>
                </a:lnTo>
                <a:lnTo>
                  <a:pt x="3653910" y="2012992"/>
                </a:lnTo>
                <a:lnTo>
                  <a:pt x="3655775" y="2006875"/>
                </a:lnTo>
                <a:lnTo>
                  <a:pt x="3665674" y="2001637"/>
                </a:lnTo>
                <a:lnTo>
                  <a:pt x="3671795" y="2003498"/>
                </a:lnTo>
                <a:lnTo>
                  <a:pt x="3677074" y="2013450"/>
                </a:lnTo>
                <a:lnTo>
                  <a:pt x="3675173" y="2019527"/>
                </a:lnTo>
                <a:lnTo>
                  <a:pt x="3670217" y="2022139"/>
                </a:lnTo>
                <a:lnTo>
                  <a:pt x="3666086" y="2024364"/>
                </a:lnTo>
                <a:lnTo>
                  <a:pt x="3661108" y="2023434"/>
                </a:lnTo>
                <a:close/>
              </a:path>
              <a:path w="5142230" h="2300604">
                <a:moveTo>
                  <a:pt x="3480131" y="1266976"/>
                </a:moveTo>
                <a:lnTo>
                  <a:pt x="3476578" y="1263173"/>
                </a:lnTo>
                <a:lnTo>
                  <a:pt x="3475731" y="1261680"/>
                </a:lnTo>
                <a:lnTo>
                  <a:pt x="3475264" y="1260007"/>
                </a:lnTo>
                <a:lnTo>
                  <a:pt x="3473849" y="1254582"/>
                </a:lnTo>
                <a:lnTo>
                  <a:pt x="3477100" y="1249070"/>
                </a:lnTo>
                <a:lnTo>
                  <a:pt x="3482489" y="1247606"/>
                </a:lnTo>
                <a:lnTo>
                  <a:pt x="3487915" y="1246181"/>
                </a:lnTo>
                <a:lnTo>
                  <a:pt x="3493471" y="1249391"/>
                </a:lnTo>
                <a:lnTo>
                  <a:pt x="3496316" y="1260257"/>
                </a:lnTo>
                <a:lnTo>
                  <a:pt x="3493101" y="1265808"/>
                </a:lnTo>
                <a:lnTo>
                  <a:pt x="3487675" y="1267233"/>
                </a:lnTo>
                <a:lnTo>
                  <a:pt x="3483954" y="1268234"/>
                </a:lnTo>
                <a:lnTo>
                  <a:pt x="3480131" y="1266976"/>
                </a:lnTo>
                <a:close/>
              </a:path>
              <a:path w="5142230" h="2300604">
                <a:moveTo>
                  <a:pt x="3737854" y="2143514"/>
                </a:moveTo>
                <a:lnTo>
                  <a:pt x="3733567" y="2138925"/>
                </a:lnTo>
                <a:lnTo>
                  <a:pt x="3730225" y="2134468"/>
                </a:lnTo>
                <a:lnTo>
                  <a:pt x="3731050" y="2128118"/>
                </a:lnTo>
                <a:lnTo>
                  <a:pt x="3735556" y="2124731"/>
                </a:lnTo>
                <a:lnTo>
                  <a:pt x="3739968" y="2121340"/>
                </a:lnTo>
                <a:lnTo>
                  <a:pt x="3746358" y="2122219"/>
                </a:lnTo>
                <a:lnTo>
                  <a:pt x="3749749" y="2126630"/>
                </a:lnTo>
                <a:lnTo>
                  <a:pt x="3753136" y="2131136"/>
                </a:lnTo>
                <a:lnTo>
                  <a:pt x="3752217" y="2137483"/>
                </a:lnTo>
                <a:lnTo>
                  <a:pt x="3747805" y="2140873"/>
                </a:lnTo>
                <a:lnTo>
                  <a:pt x="3743637" y="2144036"/>
                </a:lnTo>
                <a:lnTo>
                  <a:pt x="3737854" y="2143514"/>
                </a:lnTo>
                <a:close/>
              </a:path>
              <a:path w="5142230" h="2300604">
                <a:moveTo>
                  <a:pt x="3697075" y="2085004"/>
                </a:moveTo>
                <a:lnTo>
                  <a:pt x="3692923" y="2080560"/>
                </a:lnTo>
                <a:lnTo>
                  <a:pt x="3692606" y="2080025"/>
                </a:lnTo>
                <a:lnTo>
                  <a:pt x="3689557" y="2075294"/>
                </a:lnTo>
                <a:lnTo>
                  <a:pt x="3690949" y="2069063"/>
                </a:lnTo>
                <a:lnTo>
                  <a:pt x="3700366" y="2063015"/>
                </a:lnTo>
                <a:lnTo>
                  <a:pt x="3706692" y="2064410"/>
                </a:lnTo>
                <a:lnTo>
                  <a:pt x="3709647" y="2069138"/>
                </a:lnTo>
                <a:lnTo>
                  <a:pt x="3712646" y="2073814"/>
                </a:lnTo>
                <a:lnTo>
                  <a:pt x="3711299" y="2080094"/>
                </a:lnTo>
                <a:lnTo>
                  <a:pt x="3706573" y="2083149"/>
                </a:lnTo>
                <a:lnTo>
                  <a:pt x="3702371" y="2085786"/>
                </a:lnTo>
                <a:lnTo>
                  <a:pt x="3697075" y="2085004"/>
                </a:lnTo>
                <a:close/>
              </a:path>
              <a:path w="5142230" h="2300604">
                <a:moveTo>
                  <a:pt x="3783182" y="2198488"/>
                </a:moveTo>
                <a:lnTo>
                  <a:pt x="3779265" y="2194295"/>
                </a:lnTo>
                <a:lnTo>
                  <a:pt x="3775536" y="2190108"/>
                </a:lnTo>
                <a:lnTo>
                  <a:pt x="3775898" y="2183652"/>
                </a:lnTo>
                <a:lnTo>
                  <a:pt x="3783924" y="2176507"/>
                </a:lnTo>
                <a:lnTo>
                  <a:pt x="3784223" y="2176241"/>
                </a:lnTo>
                <a:lnTo>
                  <a:pt x="3790637" y="2176558"/>
                </a:lnTo>
                <a:lnTo>
                  <a:pt x="3798094" y="2184932"/>
                </a:lnTo>
                <a:lnTo>
                  <a:pt x="3797777" y="2191337"/>
                </a:lnTo>
                <a:lnTo>
                  <a:pt x="3789752" y="2198483"/>
                </a:lnTo>
                <a:lnTo>
                  <a:pt x="3789452" y="2198749"/>
                </a:lnTo>
                <a:lnTo>
                  <a:pt x="3783182" y="2198488"/>
                </a:lnTo>
                <a:close/>
              </a:path>
              <a:path w="5142230" h="2300604">
                <a:moveTo>
                  <a:pt x="3460016" y="1199112"/>
                </a:moveTo>
                <a:lnTo>
                  <a:pt x="3456418" y="1195260"/>
                </a:lnTo>
                <a:lnTo>
                  <a:pt x="3455656" y="1194054"/>
                </a:lnTo>
                <a:lnTo>
                  <a:pt x="3453383" y="1187320"/>
                </a:lnTo>
                <a:lnTo>
                  <a:pt x="3456218" y="1181558"/>
                </a:lnTo>
                <a:lnTo>
                  <a:pt x="3466867" y="1178002"/>
                </a:lnTo>
                <a:lnTo>
                  <a:pt x="3472629" y="1180846"/>
                </a:lnTo>
                <a:lnTo>
                  <a:pt x="3476185" y="1191495"/>
                </a:lnTo>
                <a:lnTo>
                  <a:pt x="3473295" y="1197199"/>
                </a:lnTo>
                <a:lnTo>
                  <a:pt x="3468041" y="1199003"/>
                </a:lnTo>
                <a:lnTo>
                  <a:pt x="3464130" y="1200291"/>
                </a:lnTo>
                <a:lnTo>
                  <a:pt x="3460016" y="1199112"/>
                </a:lnTo>
                <a:close/>
              </a:path>
              <a:path w="5142230" h="2300604">
                <a:moveTo>
                  <a:pt x="3538526" y="1616568"/>
                </a:moveTo>
                <a:lnTo>
                  <a:pt x="3534969" y="1612760"/>
                </a:lnTo>
                <a:lnTo>
                  <a:pt x="3533997" y="1610938"/>
                </a:lnTo>
                <a:lnTo>
                  <a:pt x="3532834" y="1603340"/>
                </a:lnTo>
                <a:lnTo>
                  <a:pt x="3536651" y="1598140"/>
                </a:lnTo>
                <a:lnTo>
                  <a:pt x="3542152" y="1597284"/>
                </a:lnTo>
                <a:lnTo>
                  <a:pt x="3547706" y="1596387"/>
                </a:lnTo>
                <a:lnTo>
                  <a:pt x="3552862" y="1600245"/>
                </a:lnTo>
                <a:lnTo>
                  <a:pt x="3554615" y="1611309"/>
                </a:lnTo>
                <a:lnTo>
                  <a:pt x="3550757" y="1616465"/>
                </a:lnTo>
                <a:lnTo>
                  <a:pt x="3541829" y="1617856"/>
                </a:lnTo>
                <a:lnTo>
                  <a:pt x="3538526" y="1616568"/>
                </a:lnTo>
                <a:close/>
              </a:path>
              <a:path w="5142230" h="2300604">
                <a:moveTo>
                  <a:pt x="3630251" y="1959123"/>
                </a:moveTo>
                <a:lnTo>
                  <a:pt x="3626657" y="1955276"/>
                </a:lnTo>
                <a:lnTo>
                  <a:pt x="3625975" y="1954351"/>
                </a:lnTo>
                <a:lnTo>
                  <a:pt x="3623234" y="1947897"/>
                </a:lnTo>
                <a:lnTo>
                  <a:pt x="3625688" y="1942118"/>
                </a:lnTo>
                <a:lnTo>
                  <a:pt x="3635943" y="1937652"/>
                </a:lnTo>
                <a:lnTo>
                  <a:pt x="3641905" y="1940027"/>
                </a:lnTo>
                <a:lnTo>
                  <a:pt x="3646371" y="1950282"/>
                </a:lnTo>
                <a:lnTo>
                  <a:pt x="3643948" y="1956289"/>
                </a:lnTo>
                <a:lnTo>
                  <a:pt x="3638869" y="1958477"/>
                </a:lnTo>
                <a:lnTo>
                  <a:pt x="3634795" y="1960274"/>
                </a:lnTo>
                <a:lnTo>
                  <a:pt x="3630251" y="1959123"/>
                </a:lnTo>
                <a:close/>
              </a:path>
              <a:path w="5142230" h="2300604">
                <a:moveTo>
                  <a:pt x="3564930" y="1756263"/>
                </a:moveTo>
                <a:lnTo>
                  <a:pt x="3561331" y="1752411"/>
                </a:lnTo>
                <a:lnTo>
                  <a:pt x="3560439" y="1750870"/>
                </a:lnTo>
                <a:lnTo>
                  <a:pt x="3558797" y="1743638"/>
                </a:lnTo>
                <a:lnTo>
                  <a:pt x="3561937" y="1738594"/>
                </a:lnTo>
                <a:lnTo>
                  <a:pt x="3562193" y="1738183"/>
                </a:lnTo>
                <a:lnTo>
                  <a:pt x="3567666" y="1736906"/>
                </a:lnTo>
                <a:lnTo>
                  <a:pt x="3573089" y="1735674"/>
                </a:lnTo>
                <a:lnTo>
                  <a:pt x="3578540" y="1739065"/>
                </a:lnTo>
                <a:lnTo>
                  <a:pt x="3581053" y="1749967"/>
                </a:lnTo>
                <a:lnTo>
                  <a:pt x="3577913" y="1755011"/>
                </a:lnTo>
                <a:lnTo>
                  <a:pt x="3577658" y="1755422"/>
                </a:lnTo>
                <a:lnTo>
                  <a:pt x="3572185" y="1756699"/>
                </a:lnTo>
                <a:lnTo>
                  <a:pt x="3568565" y="1757515"/>
                </a:lnTo>
                <a:lnTo>
                  <a:pt x="3564930" y="1756263"/>
                </a:lnTo>
                <a:close/>
              </a:path>
              <a:path w="5142230" h="2300604">
                <a:moveTo>
                  <a:pt x="3582648" y="1825179"/>
                </a:moveTo>
                <a:lnTo>
                  <a:pt x="3579049" y="1821327"/>
                </a:lnTo>
                <a:lnTo>
                  <a:pt x="3578249" y="1819883"/>
                </a:lnTo>
                <a:lnTo>
                  <a:pt x="3576220" y="1812921"/>
                </a:lnTo>
                <a:lnTo>
                  <a:pt x="3579385" y="1807317"/>
                </a:lnTo>
                <a:lnTo>
                  <a:pt x="3584773" y="1805753"/>
                </a:lnTo>
                <a:lnTo>
                  <a:pt x="3590157" y="1804284"/>
                </a:lnTo>
                <a:lnTo>
                  <a:pt x="3595765" y="1807355"/>
                </a:lnTo>
                <a:lnTo>
                  <a:pt x="3598797" y="1818128"/>
                </a:lnTo>
                <a:lnTo>
                  <a:pt x="3595727" y="1823735"/>
                </a:lnTo>
                <a:lnTo>
                  <a:pt x="3586520" y="1826392"/>
                </a:lnTo>
                <a:lnTo>
                  <a:pt x="3582648" y="1825179"/>
                </a:lnTo>
                <a:close/>
              </a:path>
              <a:path w="5142230" h="2300604">
                <a:moveTo>
                  <a:pt x="3604278" y="1892905"/>
                </a:moveTo>
                <a:lnTo>
                  <a:pt x="3600679" y="1889053"/>
                </a:lnTo>
                <a:lnTo>
                  <a:pt x="3599918" y="1887847"/>
                </a:lnTo>
                <a:lnTo>
                  <a:pt x="3599397" y="1886508"/>
                </a:lnTo>
                <a:lnTo>
                  <a:pt x="3597543" y="1881199"/>
                </a:lnTo>
                <a:lnTo>
                  <a:pt x="3600342" y="1875398"/>
                </a:lnTo>
                <a:lnTo>
                  <a:pt x="3610895" y="1871740"/>
                </a:lnTo>
                <a:lnTo>
                  <a:pt x="3616660" y="1874490"/>
                </a:lnTo>
                <a:lnTo>
                  <a:pt x="3618554" y="1879743"/>
                </a:lnTo>
                <a:lnTo>
                  <a:pt x="3620408" y="1885051"/>
                </a:lnTo>
                <a:lnTo>
                  <a:pt x="3617613" y="1890857"/>
                </a:lnTo>
                <a:lnTo>
                  <a:pt x="3612359" y="1892661"/>
                </a:lnTo>
                <a:lnTo>
                  <a:pt x="3608392" y="1894084"/>
                </a:lnTo>
                <a:lnTo>
                  <a:pt x="3604278" y="1892905"/>
                </a:lnTo>
                <a:close/>
              </a:path>
              <a:path w="5142230" h="2300604">
                <a:moveTo>
                  <a:pt x="3509209" y="1405624"/>
                </a:moveTo>
                <a:lnTo>
                  <a:pt x="3505660" y="1401826"/>
                </a:lnTo>
                <a:lnTo>
                  <a:pt x="3504684" y="1399999"/>
                </a:lnTo>
                <a:lnTo>
                  <a:pt x="3503477" y="1392451"/>
                </a:lnTo>
                <a:lnTo>
                  <a:pt x="3507191" y="1387238"/>
                </a:lnTo>
                <a:lnTo>
                  <a:pt x="3518208" y="1385347"/>
                </a:lnTo>
                <a:lnTo>
                  <a:pt x="3523466" y="1389119"/>
                </a:lnTo>
                <a:lnTo>
                  <a:pt x="3524363" y="1394673"/>
                </a:lnTo>
                <a:lnTo>
                  <a:pt x="3525308" y="1400181"/>
                </a:lnTo>
                <a:lnTo>
                  <a:pt x="3521586" y="1405385"/>
                </a:lnTo>
                <a:lnTo>
                  <a:pt x="3516036" y="1406286"/>
                </a:lnTo>
                <a:lnTo>
                  <a:pt x="3512570" y="1406876"/>
                </a:lnTo>
                <a:lnTo>
                  <a:pt x="3509209" y="1405624"/>
                </a:lnTo>
                <a:close/>
              </a:path>
              <a:path w="5142230" h="2300604">
                <a:moveTo>
                  <a:pt x="3550393" y="1686649"/>
                </a:moveTo>
                <a:lnTo>
                  <a:pt x="3546845" y="1682850"/>
                </a:lnTo>
                <a:lnTo>
                  <a:pt x="3545960" y="1681121"/>
                </a:lnTo>
                <a:lnTo>
                  <a:pt x="3545532" y="1679002"/>
                </a:lnTo>
                <a:lnTo>
                  <a:pt x="3544555" y="1673556"/>
                </a:lnTo>
                <a:lnTo>
                  <a:pt x="3548188" y="1668355"/>
                </a:lnTo>
                <a:lnTo>
                  <a:pt x="3559207" y="1666271"/>
                </a:lnTo>
                <a:lnTo>
                  <a:pt x="3564468" y="1669948"/>
                </a:lnTo>
                <a:lnTo>
                  <a:pt x="3566503" y="1680923"/>
                </a:lnTo>
                <a:lnTo>
                  <a:pt x="3562876" y="1686229"/>
                </a:lnTo>
                <a:lnTo>
                  <a:pt x="3557364" y="1687268"/>
                </a:lnTo>
                <a:lnTo>
                  <a:pt x="3553849" y="1687904"/>
                </a:lnTo>
                <a:lnTo>
                  <a:pt x="3550393" y="1686649"/>
                </a:lnTo>
                <a:close/>
              </a:path>
              <a:path w="5142230" h="2300604">
                <a:moveTo>
                  <a:pt x="3496238" y="1335926"/>
                </a:moveTo>
                <a:lnTo>
                  <a:pt x="3492690" y="1332128"/>
                </a:lnTo>
                <a:lnTo>
                  <a:pt x="3491796" y="1330488"/>
                </a:lnTo>
                <a:lnTo>
                  <a:pt x="3491389" y="1328585"/>
                </a:lnTo>
                <a:lnTo>
                  <a:pt x="3490300" y="1323119"/>
                </a:lnTo>
                <a:lnTo>
                  <a:pt x="3493792" y="1317766"/>
                </a:lnTo>
                <a:lnTo>
                  <a:pt x="3499261" y="1316584"/>
                </a:lnTo>
                <a:lnTo>
                  <a:pt x="3504776" y="1315449"/>
                </a:lnTo>
                <a:lnTo>
                  <a:pt x="3510134" y="1318936"/>
                </a:lnTo>
                <a:lnTo>
                  <a:pt x="3512398" y="1329961"/>
                </a:lnTo>
                <a:lnTo>
                  <a:pt x="3508915" y="1335324"/>
                </a:lnTo>
                <a:lnTo>
                  <a:pt x="3499783" y="1337180"/>
                </a:lnTo>
                <a:lnTo>
                  <a:pt x="3496238" y="1335926"/>
                </a:lnTo>
                <a:close/>
              </a:path>
              <a:path w="5142230" h="2300604">
                <a:moveTo>
                  <a:pt x="3528599" y="1546218"/>
                </a:moveTo>
                <a:lnTo>
                  <a:pt x="3525046" y="1542415"/>
                </a:lnTo>
                <a:lnTo>
                  <a:pt x="3524117" y="1540443"/>
                </a:lnTo>
                <a:lnTo>
                  <a:pt x="3523818" y="1538266"/>
                </a:lnTo>
                <a:lnTo>
                  <a:pt x="3523110" y="1532718"/>
                </a:lnTo>
                <a:lnTo>
                  <a:pt x="3527059" y="1527660"/>
                </a:lnTo>
                <a:lnTo>
                  <a:pt x="3538154" y="1526243"/>
                </a:lnTo>
                <a:lnTo>
                  <a:pt x="3543257" y="1530142"/>
                </a:lnTo>
                <a:lnTo>
                  <a:pt x="3544678" y="1541242"/>
                </a:lnTo>
                <a:lnTo>
                  <a:pt x="3540775" y="1546350"/>
                </a:lnTo>
                <a:lnTo>
                  <a:pt x="3535133" y="1547054"/>
                </a:lnTo>
                <a:lnTo>
                  <a:pt x="3531813" y="1547508"/>
                </a:lnTo>
                <a:lnTo>
                  <a:pt x="3528599" y="1546218"/>
                </a:lnTo>
                <a:close/>
              </a:path>
              <a:path w="5142230" h="2300604">
                <a:moveTo>
                  <a:pt x="3519662" y="1475756"/>
                </a:moveTo>
                <a:lnTo>
                  <a:pt x="3516114" y="1471958"/>
                </a:lnTo>
                <a:lnTo>
                  <a:pt x="3515186" y="1470085"/>
                </a:lnTo>
                <a:lnTo>
                  <a:pt x="3514126" y="1462401"/>
                </a:lnTo>
                <a:lnTo>
                  <a:pt x="3517984" y="1457245"/>
                </a:lnTo>
                <a:lnTo>
                  <a:pt x="3523576" y="1456486"/>
                </a:lnTo>
                <a:lnTo>
                  <a:pt x="3529123" y="1455778"/>
                </a:lnTo>
                <a:lnTo>
                  <a:pt x="3534190" y="1459637"/>
                </a:lnTo>
                <a:lnTo>
                  <a:pt x="3534988" y="1465183"/>
                </a:lnTo>
                <a:lnTo>
                  <a:pt x="3535700" y="1470736"/>
                </a:lnTo>
                <a:lnTo>
                  <a:pt x="3531843" y="1475892"/>
                </a:lnTo>
                <a:lnTo>
                  <a:pt x="3522881" y="1477050"/>
                </a:lnTo>
                <a:lnTo>
                  <a:pt x="3519662" y="1475756"/>
                </a:lnTo>
                <a:close/>
              </a:path>
              <a:path w="5142230" h="2300604">
                <a:moveTo>
                  <a:pt x="1733628" y="396844"/>
                </a:moveTo>
                <a:lnTo>
                  <a:pt x="1730070" y="393036"/>
                </a:lnTo>
                <a:lnTo>
                  <a:pt x="1729059" y="389607"/>
                </a:lnTo>
                <a:lnTo>
                  <a:pt x="1729789" y="386186"/>
                </a:lnTo>
                <a:lnTo>
                  <a:pt x="1731107" y="380754"/>
                </a:lnTo>
                <a:lnTo>
                  <a:pt x="1736554" y="377300"/>
                </a:lnTo>
                <a:lnTo>
                  <a:pt x="1741990" y="378623"/>
                </a:lnTo>
                <a:lnTo>
                  <a:pt x="1747471" y="379895"/>
                </a:lnTo>
                <a:lnTo>
                  <a:pt x="1750826" y="385344"/>
                </a:lnTo>
                <a:lnTo>
                  <a:pt x="1749598" y="390774"/>
                </a:lnTo>
                <a:lnTo>
                  <a:pt x="1748330" y="396259"/>
                </a:lnTo>
                <a:lnTo>
                  <a:pt x="1742881" y="399614"/>
                </a:lnTo>
                <a:lnTo>
                  <a:pt x="1737401" y="398342"/>
                </a:lnTo>
                <a:lnTo>
                  <a:pt x="1735339" y="397894"/>
                </a:lnTo>
                <a:lnTo>
                  <a:pt x="1733628" y="396844"/>
                </a:lnTo>
                <a:close/>
              </a:path>
              <a:path w="5142230" h="2300604">
                <a:moveTo>
                  <a:pt x="3271601" y="899574"/>
                </a:moveTo>
                <a:lnTo>
                  <a:pt x="3267452" y="895132"/>
                </a:lnTo>
                <a:lnTo>
                  <a:pt x="3267369" y="889182"/>
                </a:lnTo>
                <a:lnTo>
                  <a:pt x="3274685" y="881078"/>
                </a:lnTo>
                <a:lnTo>
                  <a:pt x="3281069" y="880776"/>
                </a:lnTo>
                <a:lnTo>
                  <a:pt x="3289398" y="888327"/>
                </a:lnTo>
                <a:lnTo>
                  <a:pt x="3289706" y="894714"/>
                </a:lnTo>
                <a:lnTo>
                  <a:pt x="3282151" y="903049"/>
                </a:lnTo>
                <a:lnTo>
                  <a:pt x="3275722" y="903303"/>
                </a:lnTo>
                <a:lnTo>
                  <a:pt x="3271601" y="899574"/>
                </a:lnTo>
                <a:close/>
              </a:path>
              <a:path w="5142230" h="2300604">
                <a:moveTo>
                  <a:pt x="3157021" y="816409"/>
                </a:moveTo>
                <a:lnTo>
                  <a:pt x="3153377" y="812508"/>
                </a:lnTo>
                <a:lnTo>
                  <a:pt x="3152688" y="807665"/>
                </a:lnTo>
                <a:lnTo>
                  <a:pt x="3157807" y="798874"/>
                </a:lnTo>
                <a:lnTo>
                  <a:pt x="3164001" y="797196"/>
                </a:lnTo>
                <a:lnTo>
                  <a:pt x="3173718" y="802811"/>
                </a:lnTo>
                <a:lnTo>
                  <a:pt x="3175402" y="809009"/>
                </a:lnTo>
                <a:lnTo>
                  <a:pt x="3169732" y="818679"/>
                </a:lnTo>
                <a:lnTo>
                  <a:pt x="3163539" y="820355"/>
                </a:lnTo>
                <a:lnTo>
                  <a:pt x="3158724" y="817549"/>
                </a:lnTo>
                <a:lnTo>
                  <a:pt x="3157803" y="817049"/>
                </a:lnTo>
                <a:lnTo>
                  <a:pt x="3157021" y="816409"/>
                </a:lnTo>
                <a:close/>
              </a:path>
              <a:path w="5142230" h="2300604">
                <a:moveTo>
                  <a:pt x="3216885" y="855176"/>
                </a:moveTo>
                <a:lnTo>
                  <a:pt x="3212680" y="850675"/>
                </a:lnTo>
                <a:lnTo>
                  <a:pt x="3212212" y="845388"/>
                </a:lnTo>
                <a:lnTo>
                  <a:pt x="3218405" y="836863"/>
                </a:lnTo>
                <a:lnTo>
                  <a:pt x="3224760" y="835848"/>
                </a:lnTo>
                <a:lnTo>
                  <a:pt x="3233842" y="842440"/>
                </a:lnTo>
                <a:lnTo>
                  <a:pt x="3234808" y="848752"/>
                </a:lnTo>
                <a:lnTo>
                  <a:pt x="3231537" y="853268"/>
                </a:lnTo>
                <a:lnTo>
                  <a:pt x="3228266" y="857876"/>
                </a:lnTo>
                <a:lnTo>
                  <a:pt x="3221954" y="858842"/>
                </a:lnTo>
                <a:lnTo>
                  <a:pt x="3216885" y="855176"/>
                </a:lnTo>
                <a:close/>
              </a:path>
              <a:path w="5142230" h="2300604">
                <a:moveTo>
                  <a:pt x="3324430" y="953587"/>
                </a:moveTo>
                <a:lnTo>
                  <a:pt x="3320467" y="949345"/>
                </a:lnTo>
                <a:lnTo>
                  <a:pt x="3316786" y="945113"/>
                </a:lnTo>
                <a:lnTo>
                  <a:pt x="3317194" y="938706"/>
                </a:lnTo>
                <a:lnTo>
                  <a:pt x="3325101" y="931825"/>
                </a:lnTo>
                <a:lnTo>
                  <a:pt x="3325605" y="931387"/>
                </a:lnTo>
                <a:lnTo>
                  <a:pt x="3332018" y="931798"/>
                </a:lnTo>
                <a:lnTo>
                  <a:pt x="3335692" y="936027"/>
                </a:lnTo>
                <a:lnTo>
                  <a:pt x="3339423" y="940212"/>
                </a:lnTo>
                <a:lnTo>
                  <a:pt x="3338965" y="946666"/>
                </a:lnTo>
                <a:lnTo>
                  <a:pt x="3331056" y="953544"/>
                </a:lnTo>
                <a:lnTo>
                  <a:pt x="3330604" y="953938"/>
                </a:lnTo>
                <a:lnTo>
                  <a:pt x="3324430" y="953587"/>
                </a:lnTo>
                <a:close/>
              </a:path>
              <a:path w="5142230" h="2300604">
                <a:moveTo>
                  <a:pt x="3367779" y="1009279"/>
                </a:moveTo>
                <a:lnTo>
                  <a:pt x="3363297" y="1004481"/>
                </a:lnTo>
                <a:lnTo>
                  <a:pt x="3360057" y="999838"/>
                </a:lnTo>
                <a:lnTo>
                  <a:pt x="3361215" y="993551"/>
                </a:lnTo>
                <a:lnTo>
                  <a:pt x="3365809" y="990355"/>
                </a:lnTo>
                <a:lnTo>
                  <a:pt x="3370449" y="987208"/>
                </a:lnTo>
                <a:lnTo>
                  <a:pt x="3376780" y="988316"/>
                </a:lnTo>
                <a:lnTo>
                  <a:pt x="3379975" y="992910"/>
                </a:lnTo>
                <a:lnTo>
                  <a:pt x="3383122" y="997549"/>
                </a:lnTo>
                <a:lnTo>
                  <a:pt x="3381969" y="1003840"/>
                </a:lnTo>
                <a:lnTo>
                  <a:pt x="3373162" y="1009958"/>
                </a:lnTo>
                <a:lnTo>
                  <a:pt x="3367779" y="1009279"/>
                </a:lnTo>
                <a:close/>
              </a:path>
              <a:path w="5142230" h="2300604">
                <a:moveTo>
                  <a:pt x="2768082" y="646576"/>
                </a:moveTo>
                <a:lnTo>
                  <a:pt x="2764484" y="642724"/>
                </a:lnTo>
                <a:lnTo>
                  <a:pt x="2763525" y="638862"/>
                </a:lnTo>
                <a:lnTo>
                  <a:pt x="2764741" y="635179"/>
                </a:lnTo>
                <a:lnTo>
                  <a:pt x="2766568" y="629902"/>
                </a:lnTo>
                <a:lnTo>
                  <a:pt x="2772288" y="627033"/>
                </a:lnTo>
                <a:lnTo>
                  <a:pt x="2782926" y="630600"/>
                </a:lnTo>
                <a:lnTo>
                  <a:pt x="2785751" y="636361"/>
                </a:lnTo>
                <a:lnTo>
                  <a:pt x="2782179" y="647004"/>
                </a:lnTo>
                <a:lnTo>
                  <a:pt x="2776422" y="649834"/>
                </a:lnTo>
                <a:lnTo>
                  <a:pt x="2771101" y="648048"/>
                </a:lnTo>
                <a:lnTo>
                  <a:pt x="2769464" y="647468"/>
                </a:lnTo>
                <a:lnTo>
                  <a:pt x="2768082" y="646576"/>
                </a:lnTo>
                <a:close/>
              </a:path>
              <a:path w="5142230" h="2300604">
                <a:moveTo>
                  <a:pt x="1458433" y="325019"/>
                </a:moveTo>
                <a:lnTo>
                  <a:pt x="1454875" y="321210"/>
                </a:lnTo>
                <a:lnTo>
                  <a:pt x="1453825" y="317544"/>
                </a:lnTo>
                <a:lnTo>
                  <a:pt x="1456491" y="308571"/>
                </a:lnTo>
                <a:lnTo>
                  <a:pt x="1462114" y="305500"/>
                </a:lnTo>
                <a:lnTo>
                  <a:pt x="1467495" y="307057"/>
                </a:lnTo>
                <a:lnTo>
                  <a:pt x="1472868" y="308703"/>
                </a:lnTo>
                <a:lnTo>
                  <a:pt x="1475934" y="314331"/>
                </a:lnTo>
                <a:lnTo>
                  <a:pt x="1474382" y="319707"/>
                </a:lnTo>
                <a:lnTo>
                  <a:pt x="1472731" y="325076"/>
                </a:lnTo>
                <a:lnTo>
                  <a:pt x="1467107" y="328146"/>
                </a:lnTo>
                <a:lnTo>
                  <a:pt x="1461780" y="326549"/>
                </a:lnTo>
                <a:lnTo>
                  <a:pt x="1459910" y="326013"/>
                </a:lnTo>
                <a:lnTo>
                  <a:pt x="1458433" y="325019"/>
                </a:lnTo>
                <a:close/>
              </a:path>
              <a:path w="5142230" h="2300604">
                <a:moveTo>
                  <a:pt x="3031149" y="751555"/>
                </a:moveTo>
                <a:lnTo>
                  <a:pt x="3027551" y="747702"/>
                </a:lnTo>
                <a:lnTo>
                  <a:pt x="3026664" y="743235"/>
                </a:lnTo>
                <a:lnTo>
                  <a:pt x="3028538" y="739375"/>
                </a:lnTo>
                <a:lnTo>
                  <a:pt x="3030933" y="734316"/>
                </a:lnTo>
                <a:lnTo>
                  <a:pt x="3036955" y="732160"/>
                </a:lnTo>
                <a:lnTo>
                  <a:pt x="3047079" y="736938"/>
                </a:lnTo>
                <a:lnTo>
                  <a:pt x="3049235" y="742960"/>
                </a:lnTo>
                <a:lnTo>
                  <a:pt x="3044452" y="753088"/>
                </a:lnTo>
                <a:lnTo>
                  <a:pt x="3038431" y="755244"/>
                </a:lnTo>
                <a:lnTo>
                  <a:pt x="3033366" y="752853"/>
                </a:lnTo>
                <a:lnTo>
                  <a:pt x="3032161" y="752344"/>
                </a:lnTo>
                <a:lnTo>
                  <a:pt x="3031149" y="751555"/>
                </a:lnTo>
                <a:close/>
              </a:path>
              <a:path w="5142230" h="2300604">
                <a:moveTo>
                  <a:pt x="2966563" y="722395"/>
                </a:moveTo>
                <a:lnTo>
                  <a:pt x="2962964" y="718543"/>
                </a:lnTo>
                <a:lnTo>
                  <a:pt x="2962076" y="714268"/>
                </a:lnTo>
                <a:lnTo>
                  <a:pt x="2963717" y="710453"/>
                </a:lnTo>
                <a:lnTo>
                  <a:pt x="2965968" y="705336"/>
                </a:lnTo>
                <a:lnTo>
                  <a:pt x="2971946" y="702939"/>
                </a:lnTo>
                <a:lnTo>
                  <a:pt x="2977067" y="705195"/>
                </a:lnTo>
                <a:lnTo>
                  <a:pt x="2982228" y="707396"/>
                </a:lnTo>
                <a:lnTo>
                  <a:pt x="2984512" y="713165"/>
                </a:lnTo>
                <a:lnTo>
                  <a:pt x="2980168" y="723665"/>
                </a:lnTo>
                <a:lnTo>
                  <a:pt x="2974135" y="726004"/>
                </a:lnTo>
                <a:lnTo>
                  <a:pt x="2969023" y="723758"/>
                </a:lnTo>
                <a:lnTo>
                  <a:pt x="2967714" y="723236"/>
                </a:lnTo>
                <a:lnTo>
                  <a:pt x="2966563" y="722395"/>
                </a:lnTo>
                <a:close/>
              </a:path>
              <a:path w="5142230" h="2300604">
                <a:moveTo>
                  <a:pt x="2901107" y="695334"/>
                </a:moveTo>
                <a:lnTo>
                  <a:pt x="2897513" y="691487"/>
                </a:lnTo>
                <a:lnTo>
                  <a:pt x="2896613" y="687297"/>
                </a:lnTo>
                <a:lnTo>
                  <a:pt x="2898115" y="683529"/>
                </a:lnTo>
                <a:lnTo>
                  <a:pt x="2900127" y="678353"/>
                </a:lnTo>
                <a:lnTo>
                  <a:pt x="2906068" y="675817"/>
                </a:lnTo>
                <a:lnTo>
                  <a:pt x="2916506" y="679954"/>
                </a:lnTo>
                <a:lnTo>
                  <a:pt x="2918992" y="685840"/>
                </a:lnTo>
                <a:lnTo>
                  <a:pt x="2914865" y="696280"/>
                </a:lnTo>
                <a:lnTo>
                  <a:pt x="2909019" y="698819"/>
                </a:lnTo>
                <a:lnTo>
                  <a:pt x="2902358" y="696184"/>
                </a:lnTo>
                <a:lnTo>
                  <a:pt x="2901107" y="695334"/>
                </a:lnTo>
                <a:close/>
              </a:path>
              <a:path w="5142230" h="2300604">
                <a:moveTo>
                  <a:pt x="2834935" y="670048"/>
                </a:moveTo>
                <a:lnTo>
                  <a:pt x="2831336" y="666196"/>
                </a:lnTo>
                <a:lnTo>
                  <a:pt x="2830385" y="662246"/>
                </a:lnTo>
                <a:lnTo>
                  <a:pt x="2833661" y="653241"/>
                </a:lnTo>
                <a:lnTo>
                  <a:pt x="2839513" y="650513"/>
                </a:lnTo>
                <a:lnTo>
                  <a:pt x="2844734" y="652485"/>
                </a:lnTo>
                <a:lnTo>
                  <a:pt x="2850003" y="654411"/>
                </a:lnTo>
                <a:lnTo>
                  <a:pt x="2852685" y="660215"/>
                </a:lnTo>
                <a:lnTo>
                  <a:pt x="2848838" y="670758"/>
                </a:lnTo>
                <a:lnTo>
                  <a:pt x="2843029" y="673435"/>
                </a:lnTo>
                <a:lnTo>
                  <a:pt x="2836226" y="670942"/>
                </a:lnTo>
                <a:lnTo>
                  <a:pt x="2834935" y="670048"/>
                </a:lnTo>
                <a:close/>
              </a:path>
              <a:path w="5142230" h="2300604">
                <a:moveTo>
                  <a:pt x="1526740" y="344575"/>
                </a:moveTo>
                <a:lnTo>
                  <a:pt x="1523187" y="340772"/>
                </a:lnTo>
                <a:lnTo>
                  <a:pt x="1522129" y="337195"/>
                </a:lnTo>
                <a:lnTo>
                  <a:pt x="1524606" y="328215"/>
                </a:lnTo>
                <a:lnTo>
                  <a:pt x="1529828" y="325301"/>
                </a:lnTo>
                <a:lnTo>
                  <a:pt x="1530189" y="325101"/>
                </a:lnTo>
                <a:lnTo>
                  <a:pt x="1540993" y="328065"/>
                </a:lnTo>
                <a:lnTo>
                  <a:pt x="1544157" y="333602"/>
                </a:lnTo>
                <a:lnTo>
                  <a:pt x="1542650" y="339027"/>
                </a:lnTo>
                <a:lnTo>
                  <a:pt x="1541192" y="344406"/>
                </a:lnTo>
                <a:lnTo>
                  <a:pt x="1535607" y="347615"/>
                </a:lnTo>
                <a:lnTo>
                  <a:pt x="1528312" y="345573"/>
                </a:lnTo>
                <a:lnTo>
                  <a:pt x="1526740" y="344575"/>
                </a:lnTo>
                <a:close/>
              </a:path>
              <a:path w="5142230" h="2300604">
                <a:moveTo>
                  <a:pt x="3880751" y="2294722"/>
                </a:moveTo>
                <a:lnTo>
                  <a:pt x="3876692" y="2290378"/>
                </a:lnTo>
                <a:lnTo>
                  <a:pt x="3876615" y="2284332"/>
                </a:lnTo>
                <a:lnTo>
                  <a:pt x="3880341" y="2280404"/>
                </a:lnTo>
                <a:lnTo>
                  <a:pt x="3884164" y="2276285"/>
                </a:lnTo>
                <a:lnTo>
                  <a:pt x="3890590" y="2276126"/>
                </a:lnTo>
                <a:lnTo>
                  <a:pt x="3894660" y="2279994"/>
                </a:lnTo>
                <a:lnTo>
                  <a:pt x="3898733" y="2283768"/>
                </a:lnTo>
                <a:lnTo>
                  <a:pt x="3898887" y="2290189"/>
                </a:lnTo>
                <a:lnTo>
                  <a:pt x="3895069" y="2294313"/>
                </a:lnTo>
                <a:lnTo>
                  <a:pt x="3891250" y="2298337"/>
                </a:lnTo>
                <a:lnTo>
                  <a:pt x="3884821" y="2298591"/>
                </a:lnTo>
                <a:lnTo>
                  <a:pt x="3880751" y="2294722"/>
                </a:lnTo>
                <a:close/>
              </a:path>
              <a:path w="5142230" h="2300604">
                <a:moveTo>
                  <a:pt x="3404377" y="1069370"/>
                </a:moveTo>
                <a:lnTo>
                  <a:pt x="3400737" y="1065474"/>
                </a:lnTo>
                <a:lnTo>
                  <a:pt x="3400243" y="1064749"/>
                </a:lnTo>
                <a:lnTo>
                  <a:pt x="3399796" y="1063979"/>
                </a:lnTo>
                <a:lnTo>
                  <a:pt x="3397125" y="1059069"/>
                </a:lnTo>
                <a:lnTo>
                  <a:pt x="3398945" y="1052903"/>
                </a:lnTo>
                <a:lnTo>
                  <a:pt x="3408806" y="1047527"/>
                </a:lnTo>
                <a:lnTo>
                  <a:pt x="3414927" y="1049388"/>
                </a:lnTo>
                <a:lnTo>
                  <a:pt x="3420304" y="1059248"/>
                </a:lnTo>
                <a:lnTo>
                  <a:pt x="3418439" y="1065365"/>
                </a:lnTo>
                <a:lnTo>
                  <a:pt x="3413532" y="1068031"/>
                </a:lnTo>
                <a:lnTo>
                  <a:pt x="3409443" y="1070298"/>
                </a:lnTo>
                <a:lnTo>
                  <a:pt x="3404377" y="1069370"/>
                </a:lnTo>
                <a:close/>
              </a:path>
              <a:path w="5142230" h="2300604">
                <a:moveTo>
                  <a:pt x="3435027" y="1132970"/>
                </a:moveTo>
                <a:lnTo>
                  <a:pt x="3431429" y="1129118"/>
                </a:lnTo>
                <a:lnTo>
                  <a:pt x="3430751" y="1128099"/>
                </a:lnTo>
                <a:lnTo>
                  <a:pt x="3427956" y="1121686"/>
                </a:lnTo>
                <a:lnTo>
                  <a:pt x="3430415" y="1115912"/>
                </a:lnTo>
                <a:lnTo>
                  <a:pt x="3440756" y="1111539"/>
                </a:lnTo>
                <a:lnTo>
                  <a:pt x="3446719" y="1113913"/>
                </a:lnTo>
                <a:lnTo>
                  <a:pt x="3448951" y="1119042"/>
                </a:lnTo>
                <a:lnTo>
                  <a:pt x="3451134" y="1124215"/>
                </a:lnTo>
                <a:lnTo>
                  <a:pt x="3448718" y="1130134"/>
                </a:lnTo>
                <a:lnTo>
                  <a:pt x="3443588" y="1132360"/>
                </a:lnTo>
                <a:lnTo>
                  <a:pt x="3439522" y="1134068"/>
                </a:lnTo>
                <a:lnTo>
                  <a:pt x="3435027" y="1132970"/>
                </a:lnTo>
                <a:close/>
              </a:path>
              <a:path w="5142230" h="2300604">
                <a:moveTo>
                  <a:pt x="1802913" y="412657"/>
                </a:moveTo>
                <a:lnTo>
                  <a:pt x="1799360" y="408854"/>
                </a:lnTo>
                <a:lnTo>
                  <a:pt x="1798389" y="405469"/>
                </a:lnTo>
                <a:lnTo>
                  <a:pt x="1799165" y="402096"/>
                </a:lnTo>
                <a:lnTo>
                  <a:pt x="1800343" y="396613"/>
                </a:lnTo>
                <a:lnTo>
                  <a:pt x="1805795" y="393163"/>
                </a:lnTo>
                <a:lnTo>
                  <a:pt x="1816664" y="395610"/>
                </a:lnTo>
                <a:lnTo>
                  <a:pt x="1820163" y="401017"/>
                </a:lnTo>
                <a:lnTo>
                  <a:pt x="1818890" y="406497"/>
                </a:lnTo>
                <a:lnTo>
                  <a:pt x="1817712" y="411981"/>
                </a:lnTo>
                <a:lnTo>
                  <a:pt x="1812260" y="415430"/>
                </a:lnTo>
                <a:lnTo>
                  <a:pt x="1804718" y="413710"/>
                </a:lnTo>
                <a:lnTo>
                  <a:pt x="1802913" y="412657"/>
                </a:lnTo>
                <a:close/>
              </a:path>
              <a:path w="5142230" h="2300604">
                <a:moveTo>
                  <a:pt x="2358300" y="532921"/>
                </a:moveTo>
                <a:lnTo>
                  <a:pt x="2354747" y="529117"/>
                </a:lnTo>
                <a:lnTo>
                  <a:pt x="2353731" y="525684"/>
                </a:lnTo>
                <a:lnTo>
                  <a:pt x="2354510" y="522217"/>
                </a:lnTo>
                <a:lnTo>
                  <a:pt x="2355779" y="516831"/>
                </a:lnTo>
                <a:lnTo>
                  <a:pt x="2361227" y="513376"/>
                </a:lnTo>
                <a:lnTo>
                  <a:pt x="2366712" y="514654"/>
                </a:lnTo>
                <a:lnTo>
                  <a:pt x="2372143" y="515972"/>
                </a:lnTo>
                <a:lnTo>
                  <a:pt x="2375547" y="521375"/>
                </a:lnTo>
                <a:lnTo>
                  <a:pt x="2373002" y="532335"/>
                </a:lnTo>
                <a:lnTo>
                  <a:pt x="2367554" y="535691"/>
                </a:lnTo>
                <a:lnTo>
                  <a:pt x="2362073" y="534418"/>
                </a:lnTo>
                <a:lnTo>
                  <a:pt x="2360060" y="533925"/>
                </a:lnTo>
                <a:lnTo>
                  <a:pt x="2358300" y="532921"/>
                </a:lnTo>
                <a:close/>
              </a:path>
              <a:path w="5142230" h="2300604">
                <a:moveTo>
                  <a:pt x="2219806" y="501864"/>
                </a:moveTo>
                <a:lnTo>
                  <a:pt x="2216253" y="498060"/>
                </a:lnTo>
                <a:lnTo>
                  <a:pt x="2215188" y="494672"/>
                </a:lnTo>
                <a:lnTo>
                  <a:pt x="2215964" y="491300"/>
                </a:lnTo>
                <a:lnTo>
                  <a:pt x="2217142" y="485816"/>
                </a:lnTo>
                <a:lnTo>
                  <a:pt x="2222548" y="482318"/>
                </a:lnTo>
                <a:lnTo>
                  <a:pt x="2227983" y="483541"/>
                </a:lnTo>
                <a:lnTo>
                  <a:pt x="2233466" y="484719"/>
                </a:lnTo>
                <a:lnTo>
                  <a:pt x="2236965" y="490126"/>
                </a:lnTo>
                <a:lnTo>
                  <a:pt x="2234609" y="501093"/>
                </a:lnTo>
                <a:lnTo>
                  <a:pt x="2229157" y="504542"/>
                </a:lnTo>
                <a:lnTo>
                  <a:pt x="2221611" y="502916"/>
                </a:lnTo>
                <a:lnTo>
                  <a:pt x="2219806" y="501864"/>
                </a:lnTo>
                <a:close/>
              </a:path>
              <a:path w="5142230" h="2300604">
                <a:moveTo>
                  <a:pt x="2289110" y="517111"/>
                </a:moveTo>
                <a:lnTo>
                  <a:pt x="2285552" y="513303"/>
                </a:lnTo>
                <a:lnTo>
                  <a:pt x="2284538" y="509968"/>
                </a:lnTo>
                <a:lnTo>
                  <a:pt x="2285263" y="506542"/>
                </a:lnTo>
                <a:lnTo>
                  <a:pt x="2286540" y="501067"/>
                </a:lnTo>
                <a:lnTo>
                  <a:pt x="2291939" y="497658"/>
                </a:lnTo>
                <a:lnTo>
                  <a:pt x="2297427" y="498841"/>
                </a:lnTo>
                <a:lnTo>
                  <a:pt x="2302862" y="500064"/>
                </a:lnTo>
                <a:lnTo>
                  <a:pt x="2306311" y="505516"/>
                </a:lnTo>
                <a:lnTo>
                  <a:pt x="2305088" y="510951"/>
                </a:lnTo>
                <a:lnTo>
                  <a:pt x="2303909" y="516434"/>
                </a:lnTo>
                <a:lnTo>
                  <a:pt x="2298457" y="519884"/>
                </a:lnTo>
                <a:lnTo>
                  <a:pt x="2292977" y="518612"/>
                </a:lnTo>
                <a:lnTo>
                  <a:pt x="2290915" y="518164"/>
                </a:lnTo>
                <a:lnTo>
                  <a:pt x="2289110" y="517111"/>
                </a:lnTo>
                <a:close/>
              </a:path>
              <a:path w="5142230" h="2300604">
                <a:moveTo>
                  <a:pt x="2150398" y="486896"/>
                </a:moveTo>
                <a:lnTo>
                  <a:pt x="2146840" y="483088"/>
                </a:lnTo>
                <a:lnTo>
                  <a:pt x="2145777" y="479799"/>
                </a:lnTo>
                <a:lnTo>
                  <a:pt x="2146552" y="476426"/>
                </a:lnTo>
                <a:lnTo>
                  <a:pt x="2147680" y="470889"/>
                </a:lnTo>
                <a:lnTo>
                  <a:pt x="2153038" y="467436"/>
                </a:lnTo>
                <a:lnTo>
                  <a:pt x="2158526" y="468619"/>
                </a:lnTo>
                <a:lnTo>
                  <a:pt x="2164058" y="469752"/>
                </a:lnTo>
                <a:lnTo>
                  <a:pt x="2167552" y="475154"/>
                </a:lnTo>
                <a:lnTo>
                  <a:pt x="2165196" y="486120"/>
                </a:lnTo>
                <a:lnTo>
                  <a:pt x="2159794" y="489624"/>
                </a:lnTo>
                <a:lnTo>
                  <a:pt x="2152249" y="487998"/>
                </a:lnTo>
                <a:lnTo>
                  <a:pt x="2150398" y="486896"/>
                </a:lnTo>
                <a:close/>
              </a:path>
              <a:path w="5142230" h="2300604">
                <a:moveTo>
                  <a:pt x="2632858" y="604064"/>
                </a:moveTo>
                <a:lnTo>
                  <a:pt x="2629300" y="600255"/>
                </a:lnTo>
                <a:lnTo>
                  <a:pt x="2628298" y="596544"/>
                </a:lnTo>
                <a:lnTo>
                  <a:pt x="2629363" y="592992"/>
                </a:lnTo>
                <a:lnTo>
                  <a:pt x="2630915" y="587616"/>
                </a:lnTo>
                <a:lnTo>
                  <a:pt x="2636539" y="584545"/>
                </a:lnTo>
                <a:lnTo>
                  <a:pt x="2647296" y="587654"/>
                </a:lnTo>
                <a:lnTo>
                  <a:pt x="2650407" y="593331"/>
                </a:lnTo>
                <a:lnTo>
                  <a:pt x="2647204" y="604075"/>
                </a:lnTo>
                <a:lnTo>
                  <a:pt x="2641581" y="607146"/>
                </a:lnTo>
                <a:lnTo>
                  <a:pt x="2634429" y="605061"/>
                </a:lnTo>
                <a:lnTo>
                  <a:pt x="2632858" y="604064"/>
                </a:lnTo>
                <a:close/>
              </a:path>
              <a:path w="5142230" h="2300604">
                <a:moveTo>
                  <a:pt x="2564635" y="584793"/>
                </a:moveTo>
                <a:lnTo>
                  <a:pt x="2561082" y="580990"/>
                </a:lnTo>
                <a:lnTo>
                  <a:pt x="2560072" y="577368"/>
                </a:lnTo>
                <a:lnTo>
                  <a:pt x="2562501" y="568433"/>
                </a:lnTo>
                <a:lnTo>
                  <a:pt x="2567730" y="565429"/>
                </a:lnTo>
                <a:lnTo>
                  <a:pt x="2568086" y="565224"/>
                </a:lnTo>
                <a:lnTo>
                  <a:pt x="2578886" y="568184"/>
                </a:lnTo>
                <a:lnTo>
                  <a:pt x="2582095" y="573769"/>
                </a:lnTo>
                <a:lnTo>
                  <a:pt x="2580593" y="579199"/>
                </a:lnTo>
                <a:lnTo>
                  <a:pt x="2579135" y="584579"/>
                </a:lnTo>
                <a:lnTo>
                  <a:pt x="2573906" y="587583"/>
                </a:lnTo>
                <a:lnTo>
                  <a:pt x="2573550" y="587788"/>
                </a:lnTo>
                <a:lnTo>
                  <a:pt x="2566255" y="585745"/>
                </a:lnTo>
                <a:lnTo>
                  <a:pt x="2564635" y="584793"/>
                </a:lnTo>
                <a:close/>
              </a:path>
              <a:path w="5142230" h="2300604">
                <a:moveTo>
                  <a:pt x="2496139" y="566599"/>
                </a:moveTo>
                <a:lnTo>
                  <a:pt x="2492541" y="562747"/>
                </a:lnTo>
                <a:lnTo>
                  <a:pt x="2491528" y="559219"/>
                </a:lnTo>
                <a:lnTo>
                  <a:pt x="2492401" y="555755"/>
                </a:lnTo>
                <a:lnTo>
                  <a:pt x="2493813" y="550327"/>
                </a:lnTo>
                <a:lnTo>
                  <a:pt x="2499353" y="547069"/>
                </a:lnTo>
                <a:lnTo>
                  <a:pt x="2510210" y="549894"/>
                </a:lnTo>
                <a:lnTo>
                  <a:pt x="2513417" y="555380"/>
                </a:lnTo>
                <a:lnTo>
                  <a:pt x="2512123" y="560739"/>
                </a:lnTo>
                <a:lnTo>
                  <a:pt x="2510692" y="566245"/>
                </a:lnTo>
                <a:lnTo>
                  <a:pt x="2505211" y="569468"/>
                </a:lnTo>
                <a:lnTo>
                  <a:pt x="2499852" y="568130"/>
                </a:lnTo>
                <a:lnTo>
                  <a:pt x="2497805" y="567600"/>
                </a:lnTo>
                <a:lnTo>
                  <a:pt x="2496139" y="566599"/>
                </a:lnTo>
                <a:close/>
              </a:path>
              <a:path w="5142230" h="2300604">
                <a:moveTo>
                  <a:pt x="2427328" y="549339"/>
                </a:moveTo>
                <a:lnTo>
                  <a:pt x="2423771" y="545531"/>
                </a:lnTo>
                <a:lnTo>
                  <a:pt x="2422714" y="542053"/>
                </a:lnTo>
                <a:lnTo>
                  <a:pt x="2423587" y="538589"/>
                </a:lnTo>
                <a:lnTo>
                  <a:pt x="2424905" y="533158"/>
                </a:lnTo>
                <a:lnTo>
                  <a:pt x="2430399" y="529851"/>
                </a:lnTo>
                <a:lnTo>
                  <a:pt x="2441262" y="532487"/>
                </a:lnTo>
                <a:lnTo>
                  <a:pt x="2444618" y="537936"/>
                </a:lnTo>
                <a:lnTo>
                  <a:pt x="2443251" y="543413"/>
                </a:lnTo>
                <a:lnTo>
                  <a:pt x="2441933" y="548845"/>
                </a:lnTo>
                <a:lnTo>
                  <a:pt x="2436484" y="552200"/>
                </a:lnTo>
                <a:lnTo>
                  <a:pt x="2429039" y="550388"/>
                </a:lnTo>
                <a:lnTo>
                  <a:pt x="2427328" y="549339"/>
                </a:lnTo>
                <a:close/>
              </a:path>
              <a:path w="5142230" h="2300604">
                <a:moveTo>
                  <a:pt x="2700707" y="624596"/>
                </a:moveTo>
                <a:lnTo>
                  <a:pt x="2697154" y="620793"/>
                </a:lnTo>
                <a:lnTo>
                  <a:pt x="2696151" y="616982"/>
                </a:lnTo>
                <a:lnTo>
                  <a:pt x="2697265" y="613385"/>
                </a:lnTo>
                <a:lnTo>
                  <a:pt x="2698952" y="608055"/>
                </a:lnTo>
                <a:lnTo>
                  <a:pt x="2704676" y="605092"/>
                </a:lnTo>
                <a:lnTo>
                  <a:pt x="2710000" y="606784"/>
                </a:lnTo>
                <a:lnTo>
                  <a:pt x="2715373" y="608430"/>
                </a:lnTo>
                <a:lnTo>
                  <a:pt x="2718296" y="614100"/>
                </a:lnTo>
                <a:lnTo>
                  <a:pt x="2716645" y="619469"/>
                </a:lnTo>
                <a:lnTo>
                  <a:pt x="2714958" y="624798"/>
                </a:lnTo>
                <a:lnTo>
                  <a:pt x="2709239" y="627766"/>
                </a:lnTo>
                <a:lnTo>
                  <a:pt x="2703914" y="626074"/>
                </a:lnTo>
                <a:lnTo>
                  <a:pt x="2702179" y="625586"/>
                </a:lnTo>
                <a:lnTo>
                  <a:pt x="2700707" y="624596"/>
                </a:lnTo>
                <a:close/>
              </a:path>
              <a:path w="5142230" h="2300604">
                <a:moveTo>
                  <a:pt x="1664414" y="380325"/>
                </a:moveTo>
                <a:lnTo>
                  <a:pt x="1660861" y="376522"/>
                </a:lnTo>
                <a:lnTo>
                  <a:pt x="1659894" y="373043"/>
                </a:lnTo>
                <a:lnTo>
                  <a:pt x="1660673" y="369576"/>
                </a:lnTo>
                <a:lnTo>
                  <a:pt x="1661991" y="364144"/>
                </a:lnTo>
                <a:lnTo>
                  <a:pt x="1667534" y="360792"/>
                </a:lnTo>
                <a:lnTo>
                  <a:pt x="1678438" y="363472"/>
                </a:lnTo>
                <a:lnTo>
                  <a:pt x="1681744" y="368966"/>
                </a:lnTo>
                <a:lnTo>
                  <a:pt x="1680431" y="374403"/>
                </a:lnTo>
                <a:lnTo>
                  <a:pt x="1679064" y="379880"/>
                </a:lnTo>
                <a:lnTo>
                  <a:pt x="1673570" y="383186"/>
                </a:lnTo>
                <a:lnTo>
                  <a:pt x="1666125" y="381375"/>
                </a:lnTo>
                <a:lnTo>
                  <a:pt x="1664414" y="380325"/>
                </a:lnTo>
                <a:close/>
              </a:path>
              <a:path w="5142230" h="2300604">
                <a:moveTo>
                  <a:pt x="2080931" y="472257"/>
                </a:moveTo>
                <a:lnTo>
                  <a:pt x="2077378" y="468454"/>
                </a:lnTo>
                <a:lnTo>
                  <a:pt x="2076314" y="465066"/>
                </a:lnTo>
                <a:lnTo>
                  <a:pt x="2078219" y="456255"/>
                </a:lnTo>
                <a:lnTo>
                  <a:pt x="2083580" y="452708"/>
                </a:lnTo>
                <a:lnTo>
                  <a:pt x="2094546" y="455064"/>
                </a:lnTo>
                <a:lnTo>
                  <a:pt x="2097999" y="460422"/>
                </a:lnTo>
                <a:lnTo>
                  <a:pt x="2096915" y="465909"/>
                </a:lnTo>
                <a:lnTo>
                  <a:pt x="2095737" y="471392"/>
                </a:lnTo>
                <a:lnTo>
                  <a:pt x="2090331" y="474890"/>
                </a:lnTo>
                <a:lnTo>
                  <a:pt x="2082737" y="473310"/>
                </a:lnTo>
                <a:lnTo>
                  <a:pt x="2080931" y="472257"/>
                </a:lnTo>
                <a:close/>
              </a:path>
              <a:path w="5142230" h="2300604">
                <a:moveTo>
                  <a:pt x="1595418" y="362964"/>
                </a:moveTo>
                <a:lnTo>
                  <a:pt x="1591865" y="359161"/>
                </a:lnTo>
                <a:lnTo>
                  <a:pt x="1590852" y="355633"/>
                </a:lnTo>
                <a:lnTo>
                  <a:pt x="1593182" y="346690"/>
                </a:lnTo>
                <a:lnTo>
                  <a:pt x="1598609" y="343507"/>
                </a:lnTo>
                <a:lnTo>
                  <a:pt x="1609583" y="346262"/>
                </a:lnTo>
                <a:lnTo>
                  <a:pt x="1612841" y="351802"/>
                </a:lnTo>
                <a:lnTo>
                  <a:pt x="1611424" y="357030"/>
                </a:lnTo>
                <a:lnTo>
                  <a:pt x="1609971" y="362610"/>
                </a:lnTo>
                <a:lnTo>
                  <a:pt x="1604476" y="365916"/>
                </a:lnTo>
                <a:lnTo>
                  <a:pt x="1599169" y="364535"/>
                </a:lnTo>
                <a:lnTo>
                  <a:pt x="1597079" y="363960"/>
                </a:lnTo>
                <a:lnTo>
                  <a:pt x="1595418" y="362964"/>
                </a:lnTo>
                <a:close/>
              </a:path>
              <a:path w="5142230" h="2300604">
                <a:moveTo>
                  <a:pt x="2011419" y="457569"/>
                </a:moveTo>
                <a:lnTo>
                  <a:pt x="2007867" y="453766"/>
                </a:lnTo>
                <a:lnTo>
                  <a:pt x="2006798" y="450472"/>
                </a:lnTo>
                <a:lnTo>
                  <a:pt x="2007480" y="447096"/>
                </a:lnTo>
                <a:lnTo>
                  <a:pt x="2008658" y="441613"/>
                </a:lnTo>
                <a:lnTo>
                  <a:pt x="2014064" y="438115"/>
                </a:lnTo>
                <a:lnTo>
                  <a:pt x="2019498" y="439239"/>
                </a:lnTo>
                <a:lnTo>
                  <a:pt x="2024986" y="440422"/>
                </a:lnTo>
                <a:lnTo>
                  <a:pt x="2028533" y="445783"/>
                </a:lnTo>
                <a:lnTo>
                  <a:pt x="2026177" y="456750"/>
                </a:lnTo>
                <a:lnTo>
                  <a:pt x="2020816" y="460297"/>
                </a:lnTo>
                <a:lnTo>
                  <a:pt x="2015328" y="459114"/>
                </a:lnTo>
                <a:lnTo>
                  <a:pt x="2013225" y="458622"/>
                </a:lnTo>
                <a:lnTo>
                  <a:pt x="2011419" y="457569"/>
                </a:lnTo>
                <a:close/>
              </a:path>
              <a:path w="5142230" h="2300604">
                <a:moveTo>
                  <a:pt x="1872356" y="427956"/>
                </a:moveTo>
                <a:lnTo>
                  <a:pt x="1868804" y="424153"/>
                </a:lnTo>
                <a:lnTo>
                  <a:pt x="1867784" y="420814"/>
                </a:lnTo>
                <a:lnTo>
                  <a:pt x="1868560" y="417441"/>
                </a:lnTo>
                <a:lnTo>
                  <a:pt x="1869738" y="411958"/>
                </a:lnTo>
                <a:lnTo>
                  <a:pt x="1875145" y="408459"/>
                </a:lnTo>
                <a:lnTo>
                  <a:pt x="1880579" y="409683"/>
                </a:lnTo>
                <a:lnTo>
                  <a:pt x="1886063" y="410861"/>
                </a:lnTo>
                <a:lnTo>
                  <a:pt x="1889561" y="416267"/>
                </a:lnTo>
                <a:lnTo>
                  <a:pt x="1888337" y="421702"/>
                </a:lnTo>
                <a:lnTo>
                  <a:pt x="1887159" y="427186"/>
                </a:lnTo>
                <a:lnTo>
                  <a:pt x="1881753" y="430684"/>
                </a:lnTo>
                <a:lnTo>
                  <a:pt x="1874203" y="429053"/>
                </a:lnTo>
                <a:lnTo>
                  <a:pt x="1872356" y="427956"/>
                </a:lnTo>
                <a:close/>
              </a:path>
              <a:path w="5142230" h="2300604">
                <a:moveTo>
                  <a:pt x="1941908" y="442882"/>
                </a:moveTo>
                <a:lnTo>
                  <a:pt x="1938355" y="439078"/>
                </a:lnTo>
                <a:lnTo>
                  <a:pt x="1937287" y="435784"/>
                </a:lnTo>
                <a:lnTo>
                  <a:pt x="1939146" y="426925"/>
                </a:lnTo>
                <a:lnTo>
                  <a:pt x="1944553" y="423427"/>
                </a:lnTo>
                <a:lnTo>
                  <a:pt x="1955474" y="425734"/>
                </a:lnTo>
                <a:lnTo>
                  <a:pt x="1959021" y="431095"/>
                </a:lnTo>
                <a:lnTo>
                  <a:pt x="1956665" y="442062"/>
                </a:lnTo>
                <a:lnTo>
                  <a:pt x="1951258" y="445560"/>
                </a:lnTo>
                <a:lnTo>
                  <a:pt x="1945820" y="444431"/>
                </a:lnTo>
                <a:lnTo>
                  <a:pt x="1943713" y="443934"/>
                </a:lnTo>
                <a:lnTo>
                  <a:pt x="1941908" y="442882"/>
                </a:lnTo>
                <a:close/>
              </a:path>
              <a:path w="5142230" h="2300604">
                <a:moveTo>
                  <a:pt x="3094668" y="782798"/>
                </a:moveTo>
                <a:lnTo>
                  <a:pt x="3091070" y="778946"/>
                </a:lnTo>
                <a:lnTo>
                  <a:pt x="3090330" y="774341"/>
                </a:lnTo>
                <a:lnTo>
                  <a:pt x="3092301" y="770391"/>
                </a:lnTo>
                <a:lnTo>
                  <a:pt x="3094877" y="765427"/>
                </a:lnTo>
                <a:lnTo>
                  <a:pt x="3100987" y="763463"/>
                </a:lnTo>
                <a:lnTo>
                  <a:pt x="3105951" y="766040"/>
                </a:lnTo>
                <a:lnTo>
                  <a:pt x="3110961" y="768573"/>
                </a:lnTo>
                <a:lnTo>
                  <a:pt x="3112927" y="774681"/>
                </a:lnTo>
                <a:lnTo>
                  <a:pt x="3110400" y="779698"/>
                </a:lnTo>
                <a:lnTo>
                  <a:pt x="3107775" y="784707"/>
                </a:lnTo>
                <a:lnTo>
                  <a:pt x="3101784" y="786603"/>
                </a:lnTo>
                <a:lnTo>
                  <a:pt x="3095635" y="783539"/>
                </a:lnTo>
                <a:lnTo>
                  <a:pt x="3094668" y="782798"/>
                </a:lnTo>
                <a:close/>
              </a:path>
              <a:path w="5142230" h="2300604">
                <a:moveTo>
                  <a:pt x="1700059" y="319269"/>
                </a:moveTo>
                <a:lnTo>
                  <a:pt x="1696642" y="315612"/>
                </a:lnTo>
                <a:lnTo>
                  <a:pt x="1695668" y="312321"/>
                </a:lnTo>
                <a:lnTo>
                  <a:pt x="1697658" y="303797"/>
                </a:lnTo>
                <a:lnTo>
                  <a:pt x="1702866" y="300575"/>
                </a:lnTo>
                <a:lnTo>
                  <a:pt x="1713359" y="303010"/>
                </a:lnTo>
                <a:lnTo>
                  <a:pt x="1716580" y="308218"/>
                </a:lnTo>
                <a:lnTo>
                  <a:pt x="1714141" y="318705"/>
                </a:lnTo>
                <a:lnTo>
                  <a:pt x="1708889" y="321977"/>
                </a:lnTo>
                <a:lnTo>
                  <a:pt x="1703692" y="320715"/>
                </a:lnTo>
                <a:lnTo>
                  <a:pt x="1701724" y="320270"/>
                </a:lnTo>
                <a:lnTo>
                  <a:pt x="1700059" y="319269"/>
                </a:lnTo>
                <a:close/>
              </a:path>
              <a:path w="5142230" h="2300604">
                <a:moveTo>
                  <a:pt x="1838480" y="350933"/>
                </a:moveTo>
                <a:lnTo>
                  <a:pt x="1835064" y="347276"/>
                </a:lnTo>
                <a:lnTo>
                  <a:pt x="1834046" y="344035"/>
                </a:lnTo>
                <a:lnTo>
                  <a:pt x="1834819" y="340757"/>
                </a:lnTo>
                <a:lnTo>
                  <a:pt x="1835987" y="335557"/>
                </a:lnTo>
                <a:lnTo>
                  <a:pt x="1841194" y="332236"/>
                </a:lnTo>
                <a:lnTo>
                  <a:pt x="1851645" y="334626"/>
                </a:lnTo>
                <a:lnTo>
                  <a:pt x="1854911" y="339784"/>
                </a:lnTo>
                <a:lnTo>
                  <a:pt x="1853793" y="345038"/>
                </a:lnTo>
                <a:lnTo>
                  <a:pt x="1852624" y="350239"/>
                </a:lnTo>
                <a:lnTo>
                  <a:pt x="1847413" y="353555"/>
                </a:lnTo>
                <a:lnTo>
                  <a:pt x="1840199" y="351893"/>
                </a:lnTo>
                <a:lnTo>
                  <a:pt x="1838480" y="350933"/>
                </a:lnTo>
                <a:close/>
              </a:path>
              <a:path w="5142230" h="2300604">
                <a:moveTo>
                  <a:pt x="3518738" y="1206257"/>
                </a:moveTo>
                <a:lnTo>
                  <a:pt x="3515276" y="1202551"/>
                </a:lnTo>
                <a:lnTo>
                  <a:pt x="3514605" y="1201442"/>
                </a:lnTo>
                <a:lnTo>
                  <a:pt x="3514124" y="1200148"/>
                </a:lnTo>
                <a:lnTo>
                  <a:pt x="3512367" y="1195041"/>
                </a:lnTo>
                <a:lnTo>
                  <a:pt x="3515014" y="1189464"/>
                </a:lnTo>
                <a:lnTo>
                  <a:pt x="3525252" y="1185959"/>
                </a:lnTo>
                <a:lnTo>
                  <a:pt x="3530713" y="1188678"/>
                </a:lnTo>
                <a:lnTo>
                  <a:pt x="3534235" y="1198801"/>
                </a:lnTo>
                <a:lnTo>
                  <a:pt x="3531543" y="1204329"/>
                </a:lnTo>
                <a:lnTo>
                  <a:pt x="3522757" y="1207433"/>
                </a:lnTo>
                <a:lnTo>
                  <a:pt x="3518738" y="1206257"/>
                </a:lnTo>
                <a:close/>
              </a:path>
              <a:path w="5142230" h="2300604">
                <a:moveTo>
                  <a:pt x="3541184" y="1273586"/>
                </a:moveTo>
                <a:lnTo>
                  <a:pt x="3537722" y="1269880"/>
                </a:lnTo>
                <a:lnTo>
                  <a:pt x="3536960" y="1268674"/>
                </a:lnTo>
                <a:lnTo>
                  <a:pt x="3536537" y="1267244"/>
                </a:lnTo>
                <a:lnTo>
                  <a:pt x="3534865" y="1262131"/>
                </a:lnTo>
                <a:lnTo>
                  <a:pt x="3537700" y="1256661"/>
                </a:lnTo>
                <a:lnTo>
                  <a:pt x="3547632" y="1253413"/>
                </a:lnTo>
                <a:lnTo>
                  <a:pt x="3547912" y="1253322"/>
                </a:lnTo>
                <a:lnTo>
                  <a:pt x="3553431" y="1256200"/>
                </a:lnTo>
                <a:lnTo>
                  <a:pt x="3555009" y="1261310"/>
                </a:lnTo>
                <a:lnTo>
                  <a:pt x="3556672" y="1266414"/>
                </a:lnTo>
                <a:lnTo>
                  <a:pt x="3553846" y="1271893"/>
                </a:lnTo>
                <a:lnTo>
                  <a:pt x="3548734" y="1273555"/>
                </a:lnTo>
                <a:lnTo>
                  <a:pt x="3545059" y="1274705"/>
                </a:lnTo>
                <a:lnTo>
                  <a:pt x="3541184" y="1273586"/>
                </a:lnTo>
                <a:close/>
              </a:path>
              <a:path w="5142230" h="2300604">
                <a:moveTo>
                  <a:pt x="1977187" y="381435"/>
                </a:moveTo>
                <a:lnTo>
                  <a:pt x="1973771" y="377778"/>
                </a:lnTo>
                <a:lnTo>
                  <a:pt x="1972749" y="374533"/>
                </a:lnTo>
                <a:lnTo>
                  <a:pt x="1973472" y="371300"/>
                </a:lnTo>
                <a:lnTo>
                  <a:pt x="1974595" y="366051"/>
                </a:lnTo>
                <a:lnTo>
                  <a:pt x="1979802" y="362730"/>
                </a:lnTo>
                <a:lnTo>
                  <a:pt x="1985007" y="363903"/>
                </a:lnTo>
                <a:lnTo>
                  <a:pt x="1990257" y="365026"/>
                </a:lnTo>
                <a:lnTo>
                  <a:pt x="1993617" y="370187"/>
                </a:lnTo>
                <a:lnTo>
                  <a:pt x="1992494" y="375437"/>
                </a:lnTo>
                <a:lnTo>
                  <a:pt x="1991327" y="380736"/>
                </a:lnTo>
                <a:lnTo>
                  <a:pt x="1986160" y="384002"/>
                </a:lnTo>
                <a:lnTo>
                  <a:pt x="1980915" y="382884"/>
                </a:lnTo>
                <a:lnTo>
                  <a:pt x="1978898" y="382485"/>
                </a:lnTo>
                <a:lnTo>
                  <a:pt x="1977187" y="381435"/>
                </a:lnTo>
                <a:close/>
              </a:path>
              <a:path w="5142230" h="2300604">
                <a:moveTo>
                  <a:pt x="1769243" y="335268"/>
                </a:moveTo>
                <a:lnTo>
                  <a:pt x="1765826" y="331611"/>
                </a:lnTo>
                <a:lnTo>
                  <a:pt x="1764804" y="328365"/>
                </a:lnTo>
                <a:lnTo>
                  <a:pt x="1766793" y="319841"/>
                </a:lnTo>
                <a:lnTo>
                  <a:pt x="1771997" y="316614"/>
                </a:lnTo>
                <a:lnTo>
                  <a:pt x="1782444" y="319000"/>
                </a:lnTo>
                <a:lnTo>
                  <a:pt x="1785719" y="324168"/>
                </a:lnTo>
                <a:lnTo>
                  <a:pt x="1784502" y="329414"/>
                </a:lnTo>
                <a:lnTo>
                  <a:pt x="1783330" y="334708"/>
                </a:lnTo>
                <a:lnTo>
                  <a:pt x="1778122" y="337930"/>
                </a:lnTo>
                <a:lnTo>
                  <a:pt x="1770903" y="336264"/>
                </a:lnTo>
                <a:lnTo>
                  <a:pt x="1769243" y="335268"/>
                </a:lnTo>
                <a:close/>
              </a:path>
              <a:path w="5142230" h="2300604">
                <a:moveTo>
                  <a:pt x="1907781" y="366274"/>
                </a:moveTo>
                <a:lnTo>
                  <a:pt x="1904365" y="362617"/>
                </a:lnTo>
                <a:lnTo>
                  <a:pt x="1903393" y="359426"/>
                </a:lnTo>
                <a:lnTo>
                  <a:pt x="1905288" y="350898"/>
                </a:lnTo>
                <a:lnTo>
                  <a:pt x="1910446" y="347623"/>
                </a:lnTo>
                <a:lnTo>
                  <a:pt x="1920949" y="349873"/>
                </a:lnTo>
                <a:lnTo>
                  <a:pt x="1924261" y="355080"/>
                </a:lnTo>
                <a:lnTo>
                  <a:pt x="1921925" y="365580"/>
                </a:lnTo>
                <a:lnTo>
                  <a:pt x="1916763" y="368851"/>
                </a:lnTo>
                <a:lnTo>
                  <a:pt x="1911513" y="367728"/>
                </a:lnTo>
                <a:lnTo>
                  <a:pt x="1909546" y="367283"/>
                </a:lnTo>
                <a:lnTo>
                  <a:pt x="1907781" y="366274"/>
                </a:lnTo>
                <a:close/>
              </a:path>
              <a:path w="5142230" h="2300604">
                <a:moveTo>
                  <a:pt x="4267840" y="2283113"/>
                </a:moveTo>
                <a:lnTo>
                  <a:pt x="4263911" y="2278907"/>
                </a:lnTo>
                <a:lnTo>
                  <a:pt x="4263675" y="2273572"/>
                </a:lnTo>
                <a:lnTo>
                  <a:pt x="4266738" y="2269715"/>
                </a:lnTo>
                <a:lnTo>
                  <a:pt x="4270138" y="2265535"/>
                </a:lnTo>
                <a:lnTo>
                  <a:pt x="4276244" y="2264936"/>
                </a:lnTo>
                <a:lnTo>
                  <a:pt x="4284564" y="2271691"/>
                </a:lnTo>
                <a:lnTo>
                  <a:pt x="4285248" y="2277800"/>
                </a:lnTo>
                <a:lnTo>
                  <a:pt x="4278502" y="2286120"/>
                </a:lnTo>
                <a:lnTo>
                  <a:pt x="4272384" y="2286804"/>
                </a:lnTo>
                <a:lnTo>
                  <a:pt x="4267840" y="2283113"/>
                </a:lnTo>
                <a:close/>
              </a:path>
              <a:path w="5142230" h="2300604">
                <a:moveTo>
                  <a:pt x="3562436" y="1341300"/>
                </a:moveTo>
                <a:lnTo>
                  <a:pt x="3558975" y="1337594"/>
                </a:lnTo>
                <a:lnTo>
                  <a:pt x="3558262" y="1336343"/>
                </a:lnTo>
                <a:lnTo>
                  <a:pt x="3556215" y="1329753"/>
                </a:lnTo>
                <a:lnTo>
                  <a:pt x="3559091" y="1324328"/>
                </a:lnTo>
                <a:lnTo>
                  <a:pt x="3564201" y="1322760"/>
                </a:lnTo>
                <a:lnTo>
                  <a:pt x="3569354" y="1321141"/>
                </a:lnTo>
                <a:lnTo>
                  <a:pt x="3574780" y="1324017"/>
                </a:lnTo>
                <a:lnTo>
                  <a:pt x="3577926" y="1334227"/>
                </a:lnTo>
                <a:lnTo>
                  <a:pt x="3575096" y="1339701"/>
                </a:lnTo>
                <a:lnTo>
                  <a:pt x="3566268" y="1342469"/>
                </a:lnTo>
                <a:lnTo>
                  <a:pt x="3562436" y="1341300"/>
                </a:lnTo>
                <a:close/>
              </a:path>
              <a:path w="5142230" h="2300604">
                <a:moveTo>
                  <a:pt x="3193834" y="752791"/>
                </a:moveTo>
                <a:lnTo>
                  <a:pt x="3189722" y="748389"/>
                </a:lnTo>
                <a:lnTo>
                  <a:pt x="3189193" y="743622"/>
                </a:lnTo>
                <a:lnTo>
                  <a:pt x="3194259" y="735653"/>
                </a:lnTo>
                <a:lnTo>
                  <a:pt x="3194481" y="735304"/>
                </a:lnTo>
                <a:lnTo>
                  <a:pt x="3200517" y="733947"/>
                </a:lnTo>
                <a:lnTo>
                  <a:pt x="3205001" y="736890"/>
                </a:lnTo>
                <a:lnTo>
                  <a:pt x="3209530" y="739782"/>
                </a:lnTo>
                <a:lnTo>
                  <a:pt x="3210881" y="745824"/>
                </a:lnTo>
                <a:lnTo>
                  <a:pt x="3208166" y="749953"/>
                </a:lnTo>
                <a:lnTo>
                  <a:pt x="3205048" y="754825"/>
                </a:lnTo>
                <a:lnTo>
                  <a:pt x="3199060" y="756136"/>
                </a:lnTo>
                <a:lnTo>
                  <a:pt x="3193834" y="752791"/>
                </a:lnTo>
                <a:close/>
              </a:path>
              <a:path w="5142230" h="2300604">
                <a:moveTo>
                  <a:pt x="3252032" y="793489"/>
                </a:moveTo>
                <a:lnTo>
                  <a:pt x="3247591" y="788735"/>
                </a:lnTo>
                <a:lnTo>
                  <a:pt x="3247314" y="783651"/>
                </a:lnTo>
                <a:lnTo>
                  <a:pt x="3250229" y="779833"/>
                </a:lnTo>
                <a:lnTo>
                  <a:pt x="3253440" y="775546"/>
                </a:lnTo>
                <a:lnTo>
                  <a:pt x="3259556" y="774763"/>
                </a:lnTo>
                <a:lnTo>
                  <a:pt x="3263788" y="778023"/>
                </a:lnTo>
                <a:lnTo>
                  <a:pt x="3268070" y="781237"/>
                </a:lnTo>
                <a:lnTo>
                  <a:pt x="3268903" y="787307"/>
                </a:lnTo>
                <a:lnTo>
                  <a:pt x="3262428" y="795921"/>
                </a:lnTo>
                <a:lnTo>
                  <a:pt x="3256311" y="796705"/>
                </a:lnTo>
                <a:lnTo>
                  <a:pt x="3252032" y="793489"/>
                </a:lnTo>
                <a:close/>
              </a:path>
              <a:path w="5142230" h="2300604">
                <a:moveTo>
                  <a:pt x="3305058" y="838917"/>
                </a:moveTo>
                <a:lnTo>
                  <a:pt x="3301182" y="834767"/>
                </a:lnTo>
                <a:lnTo>
                  <a:pt x="3301198" y="828918"/>
                </a:lnTo>
                <a:lnTo>
                  <a:pt x="3304820" y="825169"/>
                </a:lnTo>
                <a:lnTo>
                  <a:pt x="3308492" y="821282"/>
                </a:lnTo>
                <a:lnTo>
                  <a:pt x="3314680" y="821163"/>
                </a:lnTo>
                <a:lnTo>
                  <a:pt x="3322400" y="828643"/>
                </a:lnTo>
                <a:lnTo>
                  <a:pt x="3322478" y="834788"/>
                </a:lnTo>
                <a:lnTo>
                  <a:pt x="3318806" y="838675"/>
                </a:lnTo>
                <a:lnTo>
                  <a:pt x="3315086" y="842516"/>
                </a:lnTo>
                <a:lnTo>
                  <a:pt x="3308898" y="842635"/>
                </a:lnTo>
                <a:lnTo>
                  <a:pt x="3305058" y="838917"/>
                </a:lnTo>
                <a:close/>
              </a:path>
              <a:path w="5142230" h="2300604">
                <a:moveTo>
                  <a:pt x="2871628" y="605912"/>
                </a:moveTo>
                <a:lnTo>
                  <a:pt x="2868212" y="602255"/>
                </a:lnTo>
                <a:lnTo>
                  <a:pt x="2867300" y="598542"/>
                </a:lnTo>
                <a:lnTo>
                  <a:pt x="2870089" y="590091"/>
                </a:lnTo>
                <a:lnTo>
                  <a:pt x="2870137" y="589947"/>
                </a:lnTo>
                <a:lnTo>
                  <a:pt x="2875711" y="587214"/>
                </a:lnTo>
                <a:lnTo>
                  <a:pt x="2885839" y="590628"/>
                </a:lnTo>
                <a:lnTo>
                  <a:pt x="2888580" y="596103"/>
                </a:lnTo>
                <a:lnTo>
                  <a:pt x="2885255" y="606131"/>
                </a:lnTo>
                <a:lnTo>
                  <a:pt x="2885207" y="606275"/>
                </a:lnTo>
                <a:lnTo>
                  <a:pt x="2879684" y="609061"/>
                </a:lnTo>
                <a:lnTo>
                  <a:pt x="2873014" y="606809"/>
                </a:lnTo>
                <a:lnTo>
                  <a:pt x="2871628" y="605912"/>
                </a:lnTo>
                <a:close/>
              </a:path>
              <a:path w="5142230" h="2300604">
                <a:moveTo>
                  <a:pt x="2804051" y="584303"/>
                </a:moveTo>
                <a:lnTo>
                  <a:pt x="2800635" y="580646"/>
                </a:lnTo>
                <a:lnTo>
                  <a:pt x="2799720" y="577027"/>
                </a:lnTo>
                <a:lnTo>
                  <a:pt x="2802324" y="568476"/>
                </a:lnTo>
                <a:lnTo>
                  <a:pt x="2807806" y="565547"/>
                </a:lnTo>
                <a:lnTo>
                  <a:pt x="2818083" y="568730"/>
                </a:lnTo>
                <a:lnTo>
                  <a:pt x="2820914" y="574203"/>
                </a:lnTo>
                <a:lnTo>
                  <a:pt x="2819376" y="579301"/>
                </a:lnTo>
                <a:lnTo>
                  <a:pt x="2817780" y="584435"/>
                </a:lnTo>
                <a:lnTo>
                  <a:pt x="2812352" y="587324"/>
                </a:lnTo>
                <a:lnTo>
                  <a:pt x="2805531" y="585203"/>
                </a:lnTo>
                <a:lnTo>
                  <a:pt x="2804051" y="584303"/>
                </a:lnTo>
                <a:close/>
              </a:path>
              <a:path w="5142230" h="2300604">
                <a:moveTo>
                  <a:pt x="3069282" y="683974"/>
                </a:moveTo>
                <a:lnTo>
                  <a:pt x="3065815" y="680263"/>
                </a:lnTo>
                <a:lnTo>
                  <a:pt x="3065063" y="676035"/>
                </a:lnTo>
                <a:lnTo>
                  <a:pt x="3069088" y="667444"/>
                </a:lnTo>
                <a:lnTo>
                  <a:pt x="3074914" y="665371"/>
                </a:lnTo>
                <a:lnTo>
                  <a:pt x="3079745" y="667707"/>
                </a:lnTo>
                <a:lnTo>
                  <a:pt x="3084623" y="669999"/>
                </a:lnTo>
                <a:lnTo>
                  <a:pt x="3086694" y="675834"/>
                </a:lnTo>
                <a:lnTo>
                  <a:pt x="3082022" y="685495"/>
                </a:lnTo>
                <a:lnTo>
                  <a:pt x="3076283" y="687560"/>
                </a:lnTo>
                <a:lnTo>
                  <a:pt x="3070247" y="684716"/>
                </a:lnTo>
                <a:lnTo>
                  <a:pt x="3069282" y="683974"/>
                </a:lnTo>
                <a:close/>
              </a:path>
              <a:path w="5142230" h="2300604">
                <a:moveTo>
                  <a:pt x="3943192" y="2006745"/>
                </a:moveTo>
                <a:lnTo>
                  <a:pt x="3939452" y="2002741"/>
                </a:lnTo>
                <a:lnTo>
                  <a:pt x="3939422" y="1996844"/>
                </a:lnTo>
                <a:lnTo>
                  <a:pt x="3943088" y="1993145"/>
                </a:lnTo>
                <a:lnTo>
                  <a:pt x="3946856" y="1989260"/>
                </a:lnTo>
                <a:lnTo>
                  <a:pt x="3952996" y="1989186"/>
                </a:lnTo>
                <a:lnTo>
                  <a:pt x="3960669" y="1996618"/>
                </a:lnTo>
                <a:lnTo>
                  <a:pt x="3960793" y="2002812"/>
                </a:lnTo>
                <a:lnTo>
                  <a:pt x="3957026" y="2006696"/>
                </a:lnTo>
                <a:lnTo>
                  <a:pt x="3953262" y="2010487"/>
                </a:lnTo>
                <a:lnTo>
                  <a:pt x="3947122" y="2010561"/>
                </a:lnTo>
                <a:lnTo>
                  <a:pt x="3943192" y="2006745"/>
                </a:lnTo>
                <a:close/>
              </a:path>
              <a:path w="5142230" h="2300604">
                <a:moveTo>
                  <a:pt x="3848804" y="1907366"/>
                </a:moveTo>
                <a:lnTo>
                  <a:pt x="3845018" y="1903314"/>
                </a:lnTo>
                <a:lnTo>
                  <a:pt x="3841480" y="1899233"/>
                </a:lnTo>
                <a:lnTo>
                  <a:pt x="3841877" y="1893109"/>
                </a:lnTo>
                <a:lnTo>
                  <a:pt x="3849445" y="1886548"/>
                </a:lnTo>
                <a:lnTo>
                  <a:pt x="3850001" y="1886068"/>
                </a:lnTo>
                <a:lnTo>
                  <a:pt x="3856165" y="1886509"/>
                </a:lnTo>
                <a:lnTo>
                  <a:pt x="3863211" y="1894638"/>
                </a:lnTo>
                <a:lnTo>
                  <a:pt x="3862719" y="1900758"/>
                </a:lnTo>
                <a:lnTo>
                  <a:pt x="3859233" y="1903771"/>
                </a:lnTo>
                <a:lnTo>
                  <a:pt x="3858677" y="1904251"/>
                </a:lnTo>
                <a:lnTo>
                  <a:pt x="3854739" y="1907757"/>
                </a:lnTo>
                <a:lnTo>
                  <a:pt x="3848804" y="1907366"/>
                </a:lnTo>
                <a:close/>
              </a:path>
              <a:path w="5142230" h="2300604">
                <a:moveTo>
                  <a:pt x="2392878" y="473948"/>
                </a:moveTo>
                <a:lnTo>
                  <a:pt x="2389461" y="470291"/>
                </a:lnTo>
                <a:lnTo>
                  <a:pt x="2389123" y="469146"/>
                </a:lnTo>
                <a:lnTo>
                  <a:pt x="2388506" y="466923"/>
                </a:lnTo>
                <a:lnTo>
                  <a:pt x="2390527" y="458529"/>
                </a:lnTo>
                <a:lnTo>
                  <a:pt x="2395731" y="455303"/>
                </a:lnTo>
                <a:lnTo>
                  <a:pt x="2400982" y="456525"/>
                </a:lnTo>
                <a:lnTo>
                  <a:pt x="2406179" y="457788"/>
                </a:lnTo>
                <a:lnTo>
                  <a:pt x="2409401" y="462996"/>
                </a:lnTo>
                <a:lnTo>
                  <a:pt x="2408184" y="468242"/>
                </a:lnTo>
                <a:lnTo>
                  <a:pt x="2406921" y="473439"/>
                </a:lnTo>
                <a:lnTo>
                  <a:pt x="2401713" y="476661"/>
                </a:lnTo>
                <a:lnTo>
                  <a:pt x="2396466" y="475444"/>
                </a:lnTo>
                <a:lnTo>
                  <a:pt x="2394548" y="474954"/>
                </a:lnTo>
                <a:lnTo>
                  <a:pt x="2392878" y="473948"/>
                </a:lnTo>
                <a:close/>
              </a:path>
              <a:path w="5142230" h="2300604">
                <a:moveTo>
                  <a:pt x="2667787" y="544588"/>
                </a:moveTo>
                <a:lnTo>
                  <a:pt x="2664371" y="540931"/>
                </a:lnTo>
                <a:lnTo>
                  <a:pt x="2663452" y="537406"/>
                </a:lnTo>
                <a:lnTo>
                  <a:pt x="2664367" y="533987"/>
                </a:lnTo>
                <a:lnTo>
                  <a:pt x="2665819" y="528895"/>
                </a:lnTo>
                <a:lnTo>
                  <a:pt x="2670790" y="526103"/>
                </a:lnTo>
                <a:lnTo>
                  <a:pt x="2671210" y="525868"/>
                </a:lnTo>
                <a:lnTo>
                  <a:pt x="2681546" y="528722"/>
                </a:lnTo>
                <a:lnTo>
                  <a:pt x="2684573" y="534112"/>
                </a:lnTo>
                <a:lnTo>
                  <a:pt x="2683076" y="539255"/>
                </a:lnTo>
                <a:lnTo>
                  <a:pt x="2681624" y="544445"/>
                </a:lnTo>
                <a:lnTo>
                  <a:pt x="2676229" y="547467"/>
                </a:lnTo>
                <a:lnTo>
                  <a:pt x="2671137" y="546024"/>
                </a:lnTo>
                <a:lnTo>
                  <a:pt x="2669313" y="545537"/>
                </a:lnTo>
                <a:lnTo>
                  <a:pt x="2667787" y="544588"/>
                </a:lnTo>
                <a:close/>
              </a:path>
              <a:path w="5142230" h="2300604">
                <a:moveTo>
                  <a:pt x="2530710" y="507815"/>
                </a:moveTo>
                <a:lnTo>
                  <a:pt x="2527344" y="504212"/>
                </a:lnTo>
                <a:lnTo>
                  <a:pt x="2526328" y="500778"/>
                </a:lnTo>
                <a:lnTo>
                  <a:pt x="2527194" y="497503"/>
                </a:lnTo>
                <a:lnTo>
                  <a:pt x="2528506" y="492260"/>
                </a:lnTo>
                <a:lnTo>
                  <a:pt x="2533801" y="489131"/>
                </a:lnTo>
                <a:lnTo>
                  <a:pt x="2538999" y="490493"/>
                </a:lnTo>
                <a:lnTo>
                  <a:pt x="2544242" y="491804"/>
                </a:lnTo>
                <a:lnTo>
                  <a:pt x="2547367" y="497104"/>
                </a:lnTo>
                <a:lnTo>
                  <a:pt x="2544652" y="507492"/>
                </a:lnTo>
                <a:lnTo>
                  <a:pt x="2539457" y="510630"/>
                </a:lnTo>
                <a:lnTo>
                  <a:pt x="2534321" y="509335"/>
                </a:lnTo>
                <a:lnTo>
                  <a:pt x="2532331" y="508866"/>
                </a:lnTo>
                <a:lnTo>
                  <a:pt x="2530710" y="507815"/>
                </a:lnTo>
                <a:close/>
              </a:path>
              <a:path w="5142230" h="2300604">
                <a:moveTo>
                  <a:pt x="2599360" y="525783"/>
                </a:moveTo>
                <a:lnTo>
                  <a:pt x="2595943" y="522126"/>
                </a:lnTo>
                <a:lnTo>
                  <a:pt x="2594968" y="518736"/>
                </a:lnTo>
                <a:lnTo>
                  <a:pt x="2597294" y="510181"/>
                </a:lnTo>
                <a:lnTo>
                  <a:pt x="2602402" y="507242"/>
                </a:lnTo>
                <a:lnTo>
                  <a:pt x="2602639" y="507105"/>
                </a:lnTo>
                <a:lnTo>
                  <a:pt x="2607780" y="508503"/>
                </a:lnTo>
                <a:lnTo>
                  <a:pt x="2612978" y="509865"/>
                </a:lnTo>
                <a:lnTo>
                  <a:pt x="2616049" y="515205"/>
                </a:lnTo>
                <a:lnTo>
                  <a:pt x="2614647" y="520350"/>
                </a:lnTo>
                <a:lnTo>
                  <a:pt x="2613294" y="525549"/>
                </a:lnTo>
                <a:lnTo>
                  <a:pt x="2607949" y="528625"/>
                </a:lnTo>
                <a:lnTo>
                  <a:pt x="2600931" y="526781"/>
                </a:lnTo>
                <a:lnTo>
                  <a:pt x="2599360" y="525783"/>
                </a:lnTo>
                <a:close/>
              </a:path>
              <a:path w="5142230" h="2300604">
                <a:moveTo>
                  <a:pt x="3896718" y="1960026"/>
                </a:moveTo>
                <a:lnTo>
                  <a:pt x="3889385" y="1952175"/>
                </a:lnTo>
                <a:lnTo>
                  <a:pt x="3889549" y="1946096"/>
                </a:lnTo>
                <a:lnTo>
                  <a:pt x="3893404" y="1942403"/>
                </a:lnTo>
                <a:lnTo>
                  <a:pt x="3897255" y="1938705"/>
                </a:lnTo>
                <a:lnTo>
                  <a:pt x="3903626" y="1938878"/>
                </a:lnTo>
                <a:lnTo>
                  <a:pt x="3910870" y="1946632"/>
                </a:lnTo>
                <a:lnTo>
                  <a:pt x="3910702" y="1952806"/>
                </a:lnTo>
                <a:lnTo>
                  <a:pt x="3902902" y="1960194"/>
                </a:lnTo>
                <a:lnTo>
                  <a:pt x="3896718" y="1960026"/>
                </a:lnTo>
                <a:close/>
              </a:path>
              <a:path w="5142230" h="2300604">
                <a:moveTo>
                  <a:pt x="3132392" y="716147"/>
                </a:moveTo>
                <a:lnTo>
                  <a:pt x="3128885" y="712392"/>
                </a:lnTo>
                <a:lnTo>
                  <a:pt x="3128141" y="707882"/>
                </a:lnTo>
                <a:lnTo>
                  <a:pt x="3130253" y="704083"/>
                </a:lnTo>
                <a:lnTo>
                  <a:pt x="3132819" y="699403"/>
                </a:lnTo>
                <a:lnTo>
                  <a:pt x="3138775" y="697665"/>
                </a:lnTo>
                <a:lnTo>
                  <a:pt x="3148187" y="702853"/>
                </a:lnTo>
                <a:lnTo>
                  <a:pt x="3149874" y="708764"/>
                </a:lnTo>
                <a:lnTo>
                  <a:pt x="3144690" y="718172"/>
                </a:lnTo>
                <a:lnTo>
                  <a:pt x="3138775" y="719854"/>
                </a:lnTo>
                <a:lnTo>
                  <a:pt x="3133170" y="716789"/>
                </a:lnTo>
                <a:lnTo>
                  <a:pt x="3132392" y="716147"/>
                </a:lnTo>
                <a:close/>
              </a:path>
              <a:path w="5142230" h="2300604">
                <a:moveTo>
                  <a:pt x="2461855" y="490605"/>
                </a:moveTo>
                <a:lnTo>
                  <a:pt x="2458439" y="486948"/>
                </a:lnTo>
                <a:lnTo>
                  <a:pt x="2457514" y="483612"/>
                </a:lnTo>
                <a:lnTo>
                  <a:pt x="2458286" y="480333"/>
                </a:lnTo>
                <a:lnTo>
                  <a:pt x="2459598" y="475091"/>
                </a:lnTo>
                <a:lnTo>
                  <a:pt x="2464852" y="471918"/>
                </a:lnTo>
                <a:lnTo>
                  <a:pt x="2470044" y="473175"/>
                </a:lnTo>
                <a:lnTo>
                  <a:pt x="2475292" y="474492"/>
                </a:lnTo>
                <a:lnTo>
                  <a:pt x="2478465" y="479746"/>
                </a:lnTo>
                <a:lnTo>
                  <a:pt x="2477198" y="484938"/>
                </a:lnTo>
                <a:lnTo>
                  <a:pt x="2475886" y="490181"/>
                </a:lnTo>
                <a:lnTo>
                  <a:pt x="2470632" y="493354"/>
                </a:lnTo>
                <a:lnTo>
                  <a:pt x="2465439" y="492096"/>
                </a:lnTo>
                <a:lnTo>
                  <a:pt x="2463521" y="491606"/>
                </a:lnTo>
                <a:lnTo>
                  <a:pt x="2461855" y="490605"/>
                </a:lnTo>
                <a:close/>
              </a:path>
              <a:path w="5142230" h="2300604">
                <a:moveTo>
                  <a:pt x="2736052" y="564002"/>
                </a:moveTo>
                <a:lnTo>
                  <a:pt x="2732636" y="560345"/>
                </a:lnTo>
                <a:lnTo>
                  <a:pt x="2731669" y="556865"/>
                </a:lnTo>
                <a:lnTo>
                  <a:pt x="2732636" y="553405"/>
                </a:lnTo>
                <a:lnTo>
                  <a:pt x="2734133" y="548263"/>
                </a:lnTo>
                <a:lnTo>
                  <a:pt x="2739569" y="545285"/>
                </a:lnTo>
                <a:lnTo>
                  <a:pt x="2749854" y="548279"/>
                </a:lnTo>
                <a:lnTo>
                  <a:pt x="2752827" y="553710"/>
                </a:lnTo>
                <a:lnTo>
                  <a:pt x="2749838" y="563999"/>
                </a:lnTo>
                <a:lnTo>
                  <a:pt x="2744450" y="566931"/>
                </a:lnTo>
                <a:lnTo>
                  <a:pt x="2739308" y="565434"/>
                </a:lnTo>
                <a:lnTo>
                  <a:pt x="2737578" y="564951"/>
                </a:lnTo>
                <a:lnTo>
                  <a:pt x="2736052" y="564002"/>
                </a:lnTo>
                <a:close/>
              </a:path>
              <a:path w="5142230" h="2300604">
                <a:moveTo>
                  <a:pt x="2115898" y="411551"/>
                </a:moveTo>
                <a:lnTo>
                  <a:pt x="2112482" y="407894"/>
                </a:lnTo>
                <a:lnTo>
                  <a:pt x="2111509" y="404702"/>
                </a:lnTo>
                <a:lnTo>
                  <a:pt x="2112233" y="401470"/>
                </a:lnTo>
                <a:lnTo>
                  <a:pt x="2113356" y="396220"/>
                </a:lnTo>
                <a:lnTo>
                  <a:pt x="2118563" y="392899"/>
                </a:lnTo>
                <a:lnTo>
                  <a:pt x="2123817" y="394027"/>
                </a:lnTo>
                <a:lnTo>
                  <a:pt x="2129017" y="395195"/>
                </a:lnTo>
                <a:lnTo>
                  <a:pt x="2132378" y="400357"/>
                </a:lnTo>
                <a:lnTo>
                  <a:pt x="2131255" y="405606"/>
                </a:lnTo>
                <a:lnTo>
                  <a:pt x="2130042" y="410857"/>
                </a:lnTo>
                <a:lnTo>
                  <a:pt x="2124879" y="414127"/>
                </a:lnTo>
                <a:lnTo>
                  <a:pt x="2119630" y="413004"/>
                </a:lnTo>
                <a:lnTo>
                  <a:pt x="2117662" y="412560"/>
                </a:lnTo>
                <a:lnTo>
                  <a:pt x="2115898" y="411551"/>
                </a:lnTo>
                <a:close/>
              </a:path>
              <a:path w="5142230" h="2300604">
                <a:moveTo>
                  <a:pt x="3494184" y="1139800"/>
                </a:moveTo>
                <a:lnTo>
                  <a:pt x="3490722" y="1136094"/>
                </a:lnTo>
                <a:lnTo>
                  <a:pt x="3490093" y="1135029"/>
                </a:lnTo>
                <a:lnTo>
                  <a:pt x="3489659" y="1133883"/>
                </a:lnTo>
                <a:lnTo>
                  <a:pt x="3487657" y="1128904"/>
                </a:lnTo>
                <a:lnTo>
                  <a:pt x="3490117" y="1123228"/>
                </a:lnTo>
                <a:lnTo>
                  <a:pt x="3495045" y="1121273"/>
                </a:lnTo>
                <a:lnTo>
                  <a:pt x="3500073" y="1119324"/>
                </a:lnTo>
                <a:lnTo>
                  <a:pt x="3505704" y="1121734"/>
                </a:lnTo>
                <a:lnTo>
                  <a:pt x="3507706" y="1126712"/>
                </a:lnTo>
                <a:lnTo>
                  <a:pt x="3509660" y="1131735"/>
                </a:lnTo>
                <a:lnTo>
                  <a:pt x="3507200" y="1137411"/>
                </a:lnTo>
                <a:lnTo>
                  <a:pt x="3502222" y="1139313"/>
                </a:lnTo>
                <a:lnTo>
                  <a:pt x="3498725" y="1140752"/>
                </a:lnTo>
                <a:lnTo>
                  <a:pt x="3498396" y="1140887"/>
                </a:lnTo>
                <a:lnTo>
                  <a:pt x="3494184" y="1139800"/>
                </a:lnTo>
                <a:close/>
              </a:path>
              <a:path w="5142230" h="2300604">
                <a:moveTo>
                  <a:pt x="2046542" y="396443"/>
                </a:moveTo>
                <a:lnTo>
                  <a:pt x="2043176" y="392840"/>
                </a:lnTo>
                <a:lnTo>
                  <a:pt x="2042105" y="389641"/>
                </a:lnTo>
                <a:lnTo>
                  <a:pt x="2044000" y="381113"/>
                </a:lnTo>
                <a:lnTo>
                  <a:pt x="2049158" y="377837"/>
                </a:lnTo>
                <a:lnTo>
                  <a:pt x="2059661" y="380088"/>
                </a:lnTo>
                <a:lnTo>
                  <a:pt x="2062973" y="385295"/>
                </a:lnTo>
                <a:lnTo>
                  <a:pt x="2061809" y="390500"/>
                </a:lnTo>
                <a:lnTo>
                  <a:pt x="2060686" y="395749"/>
                </a:lnTo>
                <a:lnTo>
                  <a:pt x="2055516" y="399109"/>
                </a:lnTo>
                <a:lnTo>
                  <a:pt x="2048258" y="397498"/>
                </a:lnTo>
                <a:lnTo>
                  <a:pt x="2046542" y="396443"/>
                </a:lnTo>
                <a:close/>
              </a:path>
              <a:path w="5142230" h="2300604">
                <a:moveTo>
                  <a:pt x="3605179" y="1476689"/>
                </a:moveTo>
                <a:lnTo>
                  <a:pt x="3601763" y="1473032"/>
                </a:lnTo>
                <a:lnTo>
                  <a:pt x="3601001" y="1471826"/>
                </a:lnTo>
                <a:lnTo>
                  <a:pt x="3598862" y="1465332"/>
                </a:lnTo>
                <a:lnTo>
                  <a:pt x="3601643" y="1459903"/>
                </a:lnTo>
                <a:lnTo>
                  <a:pt x="3606706" y="1458187"/>
                </a:lnTo>
                <a:lnTo>
                  <a:pt x="3611858" y="1456470"/>
                </a:lnTo>
                <a:lnTo>
                  <a:pt x="3617341" y="1459210"/>
                </a:lnTo>
                <a:lnTo>
                  <a:pt x="3620675" y="1469427"/>
                </a:lnTo>
                <a:lnTo>
                  <a:pt x="3617939" y="1474904"/>
                </a:lnTo>
                <a:lnTo>
                  <a:pt x="3612877" y="1476620"/>
                </a:lnTo>
                <a:lnTo>
                  <a:pt x="3609105" y="1477861"/>
                </a:lnTo>
                <a:lnTo>
                  <a:pt x="3605179" y="1476689"/>
                </a:lnTo>
                <a:close/>
              </a:path>
              <a:path w="5142230" h="2300604">
                <a:moveTo>
                  <a:pt x="2185255" y="426757"/>
                </a:moveTo>
                <a:lnTo>
                  <a:pt x="2181839" y="423100"/>
                </a:lnTo>
                <a:lnTo>
                  <a:pt x="2180862" y="419904"/>
                </a:lnTo>
                <a:lnTo>
                  <a:pt x="2181540" y="416622"/>
                </a:lnTo>
                <a:lnTo>
                  <a:pt x="2182709" y="411422"/>
                </a:lnTo>
                <a:lnTo>
                  <a:pt x="2187920" y="408106"/>
                </a:lnTo>
                <a:lnTo>
                  <a:pt x="2198419" y="410352"/>
                </a:lnTo>
                <a:lnTo>
                  <a:pt x="2201735" y="415563"/>
                </a:lnTo>
                <a:lnTo>
                  <a:pt x="2200513" y="420804"/>
                </a:lnTo>
                <a:lnTo>
                  <a:pt x="2199395" y="426058"/>
                </a:lnTo>
                <a:lnTo>
                  <a:pt x="2194179" y="429370"/>
                </a:lnTo>
                <a:lnTo>
                  <a:pt x="2188983" y="428206"/>
                </a:lnTo>
                <a:lnTo>
                  <a:pt x="2186967" y="427807"/>
                </a:lnTo>
                <a:lnTo>
                  <a:pt x="2185255" y="426757"/>
                </a:lnTo>
                <a:close/>
              </a:path>
              <a:path w="5142230" h="2300604">
                <a:moveTo>
                  <a:pt x="2323796" y="457863"/>
                </a:moveTo>
                <a:lnTo>
                  <a:pt x="2320379" y="454206"/>
                </a:lnTo>
                <a:lnTo>
                  <a:pt x="2319357" y="450961"/>
                </a:lnTo>
                <a:lnTo>
                  <a:pt x="2321346" y="442437"/>
                </a:lnTo>
                <a:lnTo>
                  <a:pt x="2326509" y="439166"/>
                </a:lnTo>
                <a:lnTo>
                  <a:pt x="2337001" y="441600"/>
                </a:lnTo>
                <a:lnTo>
                  <a:pt x="2340272" y="446763"/>
                </a:lnTo>
                <a:lnTo>
                  <a:pt x="2337833" y="457250"/>
                </a:lnTo>
                <a:lnTo>
                  <a:pt x="2332675" y="460526"/>
                </a:lnTo>
                <a:lnTo>
                  <a:pt x="2325461" y="458864"/>
                </a:lnTo>
                <a:lnTo>
                  <a:pt x="2323796" y="457863"/>
                </a:lnTo>
                <a:close/>
              </a:path>
              <a:path w="5142230" h="2300604">
                <a:moveTo>
                  <a:pt x="2254553" y="442193"/>
                </a:moveTo>
                <a:lnTo>
                  <a:pt x="2251137" y="438536"/>
                </a:lnTo>
                <a:lnTo>
                  <a:pt x="2250163" y="435246"/>
                </a:lnTo>
                <a:lnTo>
                  <a:pt x="2252058" y="426718"/>
                </a:lnTo>
                <a:lnTo>
                  <a:pt x="2257267" y="423496"/>
                </a:lnTo>
                <a:lnTo>
                  <a:pt x="2267762" y="425836"/>
                </a:lnTo>
                <a:lnTo>
                  <a:pt x="2271028" y="430994"/>
                </a:lnTo>
                <a:lnTo>
                  <a:pt x="2269815" y="436245"/>
                </a:lnTo>
                <a:lnTo>
                  <a:pt x="2268693" y="441494"/>
                </a:lnTo>
                <a:lnTo>
                  <a:pt x="2263481" y="444810"/>
                </a:lnTo>
                <a:lnTo>
                  <a:pt x="2256267" y="443148"/>
                </a:lnTo>
                <a:lnTo>
                  <a:pt x="2254553" y="442193"/>
                </a:lnTo>
                <a:close/>
              </a:path>
              <a:path w="5142230" h="2300604">
                <a:moveTo>
                  <a:pt x="3803607" y="1852434"/>
                </a:moveTo>
                <a:lnTo>
                  <a:pt x="3799547" y="1848089"/>
                </a:lnTo>
                <a:lnTo>
                  <a:pt x="3796244" y="1843869"/>
                </a:lnTo>
                <a:lnTo>
                  <a:pt x="3797023" y="1837763"/>
                </a:lnTo>
                <a:lnTo>
                  <a:pt x="3805458" y="1831153"/>
                </a:lnTo>
                <a:lnTo>
                  <a:pt x="3811569" y="1831927"/>
                </a:lnTo>
                <a:lnTo>
                  <a:pt x="3818224" y="1840420"/>
                </a:lnTo>
                <a:lnTo>
                  <a:pt x="3817445" y="1846526"/>
                </a:lnTo>
                <a:lnTo>
                  <a:pt x="3813180" y="1849780"/>
                </a:lnTo>
                <a:lnTo>
                  <a:pt x="3810356" y="1852036"/>
                </a:lnTo>
                <a:lnTo>
                  <a:pt x="3809206" y="1852954"/>
                </a:lnTo>
                <a:lnTo>
                  <a:pt x="3803607" y="1852434"/>
                </a:lnTo>
                <a:close/>
              </a:path>
              <a:path w="5142230" h="2300604">
                <a:moveTo>
                  <a:pt x="3656268" y="1609477"/>
                </a:moveTo>
                <a:lnTo>
                  <a:pt x="3652765" y="1605727"/>
                </a:lnTo>
                <a:lnTo>
                  <a:pt x="3652133" y="1604856"/>
                </a:lnTo>
                <a:lnTo>
                  <a:pt x="3651738" y="1603846"/>
                </a:lnTo>
                <a:lnTo>
                  <a:pt x="3649544" y="1598956"/>
                </a:lnTo>
                <a:lnTo>
                  <a:pt x="3651675" y="1593222"/>
                </a:lnTo>
                <a:lnTo>
                  <a:pt x="3656570" y="1591033"/>
                </a:lnTo>
                <a:lnTo>
                  <a:pt x="3661508" y="1588793"/>
                </a:lnTo>
                <a:lnTo>
                  <a:pt x="3667239" y="1591018"/>
                </a:lnTo>
                <a:lnTo>
                  <a:pt x="3671623" y="1600794"/>
                </a:lnTo>
                <a:lnTo>
                  <a:pt x="3669451" y="1606484"/>
                </a:lnTo>
                <a:lnTo>
                  <a:pt x="3664607" y="1608727"/>
                </a:lnTo>
                <a:lnTo>
                  <a:pt x="3660676" y="1610481"/>
                </a:lnTo>
                <a:lnTo>
                  <a:pt x="3656268" y="1609477"/>
                </a:lnTo>
                <a:close/>
              </a:path>
              <a:path w="5142230" h="2300604">
                <a:moveTo>
                  <a:pt x="4048544" y="2102904"/>
                </a:moveTo>
                <a:lnTo>
                  <a:pt x="4044442" y="2098513"/>
                </a:lnTo>
                <a:lnTo>
                  <a:pt x="4044258" y="2093038"/>
                </a:lnTo>
                <a:lnTo>
                  <a:pt x="4047550" y="2089231"/>
                </a:lnTo>
                <a:lnTo>
                  <a:pt x="4051082" y="2085192"/>
                </a:lnTo>
                <a:lnTo>
                  <a:pt x="4057239" y="2084746"/>
                </a:lnTo>
                <a:lnTo>
                  <a:pt x="4061269" y="2088277"/>
                </a:lnTo>
                <a:lnTo>
                  <a:pt x="4065352" y="2091768"/>
                </a:lnTo>
                <a:lnTo>
                  <a:pt x="4065758" y="2097872"/>
                </a:lnTo>
                <a:lnTo>
                  <a:pt x="4062271" y="2101960"/>
                </a:lnTo>
                <a:lnTo>
                  <a:pt x="4058735" y="2105994"/>
                </a:lnTo>
                <a:lnTo>
                  <a:pt x="4052582" y="2106445"/>
                </a:lnTo>
                <a:lnTo>
                  <a:pt x="4048544" y="2102904"/>
                </a:lnTo>
                <a:close/>
              </a:path>
              <a:path w="5142230" h="2300604">
                <a:moveTo>
                  <a:pt x="4157850" y="2194109"/>
                </a:moveTo>
                <a:lnTo>
                  <a:pt x="4153600" y="2189559"/>
                </a:lnTo>
                <a:lnTo>
                  <a:pt x="4153272" y="2184223"/>
                </a:lnTo>
                <a:lnTo>
                  <a:pt x="4159776" y="2176230"/>
                </a:lnTo>
                <a:lnTo>
                  <a:pt x="4165890" y="2175640"/>
                </a:lnTo>
                <a:lnTo>
                  <a:pt x="4170074" y="2178946"/>
                </a:lnTo>
                <a:lnTo>
                  <a:pt x="4174254" y="2182345"/>
                </a:lnTo>
                <a:lnTo>
                  <a:pt x="4174844" y="2188451"/>
                </a:lnTo>
                <a:lnTo>
                  <a:pt x="4171539" y="2192634"/>
                </a:lnTo>
                <a:lnTo>
                  <a:pt x="4168144" y="2196820"/>
                </a:lnTo>
                <a:lnTo>
                  <a:pt x="4161980" y="2197455"/>
                </a:lnTo>
                <a:lnTo>
                  <a:pt x="4157850" y="2194109"/>
                </a:lnTo>
                <a:close/>
              </a:path>
              <a:path w="5142230" h="2300604">
                <a:moveTo>
                  <a:pt x="3761427" y="1795064"/>
                </a:moveTo>
                <a:lnTo>
                  <a:pt x="3757181" y="1790519"/>
                </a:lnTo>
                <a:lnTo>
                  <a:pt x="3754168" y="1786121"/>
                </a:lnTo>
                <a:lnTo>
                  <a:pt x="3755225" y="1780019"/>
                </a:lnTo>
                <a:lnTo>
                  <a:pt x="3764067" y="1773942"/>
                </a:lnTo>
                <a:lnTo>
                  <a:pt x="3770124" y="1775050"/>
                </a:lnTo>
                <a:lnTo>
                  <a:pt x="3773137" y="1779449"/>
                </a:lnTo>
                <a:lnTo>
                  <a:pt x="3776240" y="1783846"/>
                </a:lnTo>
                <a:lnTo>
                  <a:pt x="3775137" y="1789898"/>
                </a:lnTo>
                <a:lnTo>
                  <a:pt x="3770695" y="1792962"/>
                </a:lnTo>
                <a:lnTo>
                  <a:pt x="3766724" y="1795749"/>
                </a:lnTo>
                <a:lnTo>
                  <a:pt x="3761427" y="1795064"/>
                </a:lnTo>
                <a:close/>
              </a:path>
              <a:path w="5142230" h="2300604">
                <a:moveTo>
                  <a:pt x="3628856" y="1543772"/>
                </a:moveTo>
                <a:lnTo>
                  <a:pt x="3625395" y="1540066"/>
                </a:lnTo>
                <a:lnTo>
                  <a:pt x="3624774" y="1539011"/>
                </a:lnTo>
                <a:lnTo>
                  <a:pt x="3624246" y="1537761"/>
                </a:lnTo>
                <a:lnTo>
                  <a:pt x="3622386" y="1532741"/>
                </a:lnTo>
                <a:lnTo>
                  <a:pt x="3624896" y="1527119"/>
                </a:lnTo>
                <a:lnTo>
                  <a:pt x="3629912" y="1525255"/>
                </a:lnTo>
                <a:lnTo>
                  <a:pt x="3634935" y="1523301"/>
                </a:lnTo>
                <a:lnTo>
                  <a:pt x="3640518" y="1525857"/>
                </a:lnTo>
                <a:lnTo>
                  <a:pt x="3644379" y="1535855"/>
                </a:lnTo>
                <a:lnTo>
                  <a:pt x="3641870" y="1541477"/>
                </a:lnTo>
                <a:lnTo>
                  <a:pt x="3633023" y="1544811"/>
                </a:lnTo>
                <a:lnTo>
                  <a:pt x="3628856" y="1543772"/>
                </a:lnTo>
                <a:close/>
              </a:path>
              <a:path w="5142230" h="2300604">
                <a:moveTo>
                  <a:pt x="3434917" y="1011356"/>
                </a:moveTo>
                <a:lnTo>
                  <a:pt x="3431405" y="1007596"/>
                </a:lnTo>
                <a:lnTo>
                  <a:pt x="3430956" y="1006920"/>
                </a:lnTo>
                <a:lnTo>
                  <a:pt x="3427983" y="1001489"/>
                </a:lnTo>
                <a:lnTo>
                  <a:pt x="3429644" y="995545"/>
                </a:lnTo>
                <a:lnTo>
                  <a:pt x="3439077" y="990394"/>
                </a:lnTo>
                <a:lnTo>
                  <a:pt x="3445014" y="992153"/>
                </a:lnTo>
                <a:lnTo>
                  <a:pt x="3450117" y="1001530"/>
                </a:lnTo>
                <a:lnTo>
                  <a:pt x="3448456" y="1007474"/>
                </a:lnTo>
                <a:lnTo>
                  <a:pt x="3439750" y="1012229"/>
                </a:lnTo>
                <a:lnTo>
                  <a:pt x="3434917" y="1011356"/>
                </a:lnTo>
                <a:close/>
              </a:path>
              <a:path w="5142230" h="2300604">
                <a:moveTo>
                  <a:pt x="3004544" y="655238"/>
                </a:moveTo>
                <a:lnTo>
                  <a:pt x="3001128" y="651581"/>
                </a:lnTo>
                <a:lnTo>
                  <a:pt x="3000269" y="647535"/>
                </a:lnTo>
                <a:lnTo>
                  <a:pt x="3001763" y="643856"/>
                </a:lnTo>
                <a:lnTo>
                  <a:pt x="3003819" y="638922"/>
                </a:lnTo>
                <a:lnTo>
                  <a:pt x="3009515" y="636614"/>
                </a:lnTo>
                <a:lnTo>
                  <a:pt x="3014598" y="638733"/>
                </a:lnTo>
                <a:lnTo>
                  <a:pt x="3019432" y="640682"/>
                </a:lnTo>
                <a:lnTo>
                  <a:pt x="3021785" y="646428"/>
                </a:lnTo>
                <a:lnTo>
                  <a:pt x="3017630" y="656345"/>
                </a:lnTo>
                <a:lnTo>
                  <a:pt x="3011929" y="658648"/>
                </a:lnTo>
                <a:lnTo>
                  <a:pt x="3006999" y="656597"/>
                </a:lnTo>
                <a:lnTo>
                  <a:pt x="3005693" y="656082"/>
                </a:lnTo>
                <a:lnTo>
                  <a:pt x="3004544" y="655238"/>
                </a:lnTo>
                <a:close/>
              </a:path>
              <a:path w="5142230" h="2300604">
                <a:moveTo>
                  <a:pt x="3687426" y="1673425"/>
                </a:moveTo>
                <a:lnTo>
                  <a:pt x="3683964" y="1669720"/>
                </a:lnTo>
                <a:lnTo>
                  <a:pt x="3683469" y="1668995"/>
                </a:lnTo>
                <a:lnTo>
                  <a:pt x="3683019" y="1668219"/>
                </a:lnTo>
                <a:lnTo>
                  <a:pt x="3680543" y="1663419"/>
                </a:lnTo>
                <a:lnTo>
                  <a:pt x="3682394" y="1657581"/>
                </a:lnTo>
                <a:lnTo>
                  <a:pt x="3691865" y="1652568"/>
                </a:lnTo>
                <a:lnTo>
                  <a:pt x="3697747" y="1654369"/>
                </a:lnTo>
                <a:lnTo>
                  <a:pt x="3700232" y="1659179"/>
                </a:lnTo>
                <a:lnTo>
                  <a:pt x="3702761" y="1663939"/>
                </a:lnTo>
                <a:lnTo>
                  <a:pt x="3700906" y="1669772"/>
                </a:lnTo>
                <a:lnTo>
                  <a:pt x="3696146" y="1672301"/>
                </a:lnTo>
                <a:lnTo>
                  <a:pt x="3692210" y="1674344"/>
                </a:lnTo>
                <a:lnTo>
                  <a:pt x="3687426" y="1673425"/>
                </a:lnTo>
                <a:close/>
              </a:path>
              <a:path w="5142230" h="2300604">
                <a:moveTo>
                  <a:pt x="4102828" y="2148992"/>
                </a:moveTo>
                <a:lnTo>
                  <a:pt x="4098631" y="2144499"/>
                </a:lnTo>
                <a:lnTo>
                  <a:pt x="4098439" y="2139113"/>
                </a:lnTo>
                <a:lnTo>
                  <a:pt x="4101596" y="2135259"/>
                </a:lnTo>
                <a:lnTo>
                  <a:pt x="4105037" y="2131123"/>
                </a:lnTo>
                <a:lnTo>
                  <a:pt x="4111149" y="2130627"/>
                </a:lnTo>
                <a:lnTo>
                  <a:pt x="4119362" y="2137464"/>
                </a:lnTo>
                <a:lnTo>
                  <a:pt x="4119961" y="2143579"/>
                </a:lnTo>
                <a:lnTo>
                  <a:pt x="4113066" y="2151838"/>
                </a:lnTo>
                <a:lnTo>
                  <a:pt x="4107009" y="2152392"/>
                </a:lnTo>
                <a:lnTo>
                  <a:pt x="4102828" y="2148992"/>
                </a:lnTo>
                <a:close/>
              </a:path>
              <a:path w="5142230" h="2300604">
                <a:moveTo>
                  <a:pt x="3995249" y="2055726"/>
                </a:moveTo>
                <a:lnTo>
                  <a:pt x="3991286" y="2051484"/>
                </a:lnTo>
                <a:lnTo>
                  <a:pt x="3991195" y="2045717"/>
                </a:lnTo>
                <a:lnTo>
                  <a:pt x="3994632" y="2041967"/>
                </a:lnTo>
                <a:lnTo>
                  <a:pt x="3998209" y="2037977"/>
                </a:lnTo>
                <a:lnTo>
                  <a:pt x="4004360" y="2037719"/>
                </a:lnTo>
                <a:lnTo>
                  <a:pt x="4008345" y="2041301"/>
                </a:lnTo>
                <a:lnTo>
                  <a:pt x="4012282" y="2044928"/>
                </a:lnTo>
                <a:lnTo>
                  <a:pt x="4012594" y="2051029"/>
                </a:lnTo>
                <a:lnTo>
                  <a:pt x="4005376" y="2059040"/>
                </a:lnTo>
                <a:lnTo>
                  <a:pt x="3999235" y="2059308"/>
                </a:lnTo>
                <a:lnTo>
                  <a:pt x="3995249" y="2055726"/>
                </a:lnTo>
                <a:close/>
              </a:path>
              <a:path w="5142230" h="2300604">
                <a:moveTo>
                  <a:pt x="3722673" y="1735398"/>
                </a:moveTo>
                <a:lnTo>
                  <a:pt x="3718646" y="1731088"/>
                </a:lnTo>
                <a:lnTo>
                  <a:pt x="3715475" y="1725933"/>
                </a:lnTo>
                <a:lnTo>
                  <a:pt x="3716906" y="1719939"/>
                </a:lnTo>
                <a:lnTo>
                  <a:pt x="3721533" y="1717169"/>
                </a:lnTo>
                <a:lnTo>
                  <a:pt x="3726109" y="1714346"/>
                </a:lnTo>
                <a:lnTo>
                  <a:pt x="3732059" y="1715828"/>
                </a:lnTo>
                <a:lnTo>
                  <a:pt x="3734877" y="1720409"/>
                </a:lnTo>
                <a:lnTo>
                  <a:pt x="3737647" y="1725035"/>
                </a:lnTo>
                <a:lnTo>
                  <a:pt x="3736170" y="1730981"/>
                </a:lnTo>
                <a:lnTo>
                  <a:pt x="3727635" y="1736214"/>
                </a:lnTo>
                <a:lnTo>
                  <a:pt x="3722673" y="1735398"/>
                </a:lnTo>
                <a:close/>
              </a:path>
              <a:path w="5142230" h="2300604">
                <a:moveTo>
                  <a:pt x="3356374" y="894335"/>
                </a:moveTo>
                <a:lnTo>
                  <a:pt x="3352506" y="890196"/>
                </a:lnTo>
                <a:lnTo>
                  <a:pt x="3349060" y="886019"/>
                </a:lnTo>
                <a:lnTo>
                  <a:pt x="3349645" y="879902"/>
                </a:lnTo>
                <a:lnTo>
                  <a:pt x="3357020" y="873817"/>
                </a:lnTo>
                <a:lnTo>
                  <a:pt x="3357948" y="873050"/>
                </a:lnTo>
                <a:lnTo>
                  <a:pt x="3364070" y="873641"/>
                </a:lnTo>
                <a:lnTo>
                  <a:pt x="3370865" y="881894"/>
                </a:lnTo>
                <a:lnTo>
                  <a:pt x="3370284" y="888016"/>
                </a:lnTo>
                <a:lnTo>
                  <a:pt x="3367069" y="890731"/>
                </a:lnTo>
                <a:lnTo>
                  <a:pt x="3366202" y="891464"/>
                </a:lnTo>
                <a:lnTo>
                  <a:pt x="3362941" y="894136"/>
                </a:lnTo>
                <a:lnTo>
                  <a:pt x="3362219" y="894727"/>
                </a:lnTo>
                <a:lnTo>
                  <a:pt x="3356374" y="894335"/>
                </a:lnTo>
                <a:close/>
              </a:path>
              <a:path w="5142230" h="2300604">
                <a:moveTo>
                  <a:pt x="3466568" y="1074561"/>
                </a:moveTo>
                <a:lnTo>
                  <a:pt x="3463101" y="1070850"/>
                </a:lnTo>
                <a:lnTo>
                  <a:pt x="3462475" y="1069984"/>
                </a:lnTo>
                <a:lnTo>
                  <a:pt x="3459842" y="1064134"/>
                </a:lnTo>
                <a:lnTo>
                  <a:pt x="3461926" y="1058352"/>
                </a:lnTo>
                <a:lnTo>
                  <a:pt x="3466817" y="1056157"/>
                </a:lnTo>
                <a:lnTo>
                  <a:pt x="3471710" y="1053869"/>
                </a:lnTo>
                <a:lnTo>
                  <a:pt x="3477489" y="1056050"/>
                </a:lnTo>
                <a:lnTo>
                  <a:pt x="3479731" y="1060894"/>
                </a:lnTo>
                <a:lnTo>
                  <a:pt x="3481922" y="1065778"/>
                </a:lnTo>
                <a:lnTo>
                  <a:pt x="3479838" y="1071561"/>
                </a:lnTo>
                <a:lnTo>
                  <a:pt x="3474951" y="1073760"/>
                </a:lnTo>
                <a:lnTo>
                  <a:pt x="3471012" y="1075605"/>
                </a:lnTo>
                <a:lnTo>
                  <a:pt x="3466568" y="1074561"/>
                </a:lnTo>
                <a:close/>
              </a:path>
              <a:path w="5142230" h="2300604">
                <a:moveTo>
                  <a:pt x="2938570" y="629383"/>
                </a:moveTo>
                <a:lnTo>
                  <a:pt x="2935154" y="625726"/>
                </a:lnTo>
                <a:lnTo>
                  <a:pt x="2934204" y="621875"/>
                </a:lnTo>
                <a:lnTo>
                  <a:pt x="2935552" y="618332"/>
                </a:lnTo>
                <a:lnTo>
                  <a:pt x="2937423" y="613298"/>
                </a:lnTo>
                <a:lnTo>
                  <a:pt x="2943035" y="610703"/>
                </a:lnTo>
                <a:lnTo>
                  <a:pt x="2953105" y="614445"/>
                </a:lnTo>
                <a:lnTo>
                  <a:pt x="2955649" y="620003"/>
                </a:lnTo>
                <a:lnTo>
                  <a:pt x="2951912" y="630078"/>
                </a:lnTo>
                <a:lnTo>
                  <a:pt x="2946300" y="632672"/>
                </a:lnTo>
                <a:lnTo>
                  <a:pt x="2941260" y="630797"/>
                </a:lnTo>
                <a:lnTo>
                  <a:pt x="2939816" y="630228"/>
                </a:lnTo>
                <a:lnTo>
                  <a:pt x="2938570" y="629383"/>
                </a:lnTo>
                <a:close/>
              </a:path>
              <a:path w="5142230" h="2300604">
                <a:moveTo>
                  <a:pt x="4212977" y="2238752"/>
                </a:moveTo>
                <a:lnTo>
                  <a:pt x="4208778" y="2234257"/>
                </a:lnTo>
                <a:lnTo>
                  <a:pt x="4208498" y="2228875"/>
                </a:lnTo>
                <a:lnTo>
                  <a:pt x="4214953" y="2220927"/>
                </a:lnTo>
                <a:lnTo>
                  <a:pt x="4221066" y="2220238"/>
                </a:lnTo>
                <a:lnTo>
                  <a:pt x="4229432" y="2227043"/>
                </a:lnTo>
                <a:lnTo>
                  <a:pt x="4230022" y="2233148"/>
                </a:lnTo>
                <a:lnTo>
                  <a:pt x="4226675" y="2237288"/>
                </a:lnTo>
                <a:lnTo>
                  <a:pt x="4223321" y="2241517"/>
                </a:lnTo>
                <a:lnTo>
                  <a:pt x="4217206" y="2242107"/>
                </a:lnTo>
                <a:lnTo>
                  <a:pt x="4212977" y="2238752"/>
                </a:lnTo>
                <a:close/>
              </a:path>
              <a:path w="5142230" h="2300604">
                <a:moveTo>
                  <a:pt x="3398509" y="950876"/>
                </a:moveTo>
                <a:lnTo>
                  <a:pt x="3394219" y="946284"/>
                </a:lnTo>
                <a:lnTo>
                  <a:pt x="3391256" y="941747"/>
                </a:lnTo>
                <a:lnTo>
                  <a:pt x="3392406" y="935742"/>
                </a:lnTo>
                <a:lnTo>
                  <a:pt x="3401342" y="929768"/>
                </a:lnTo>
                <a:lnTo>
                  <a:pt x="3407392" y="930965"/>
                </a:lnTo>
                <a:lnTo>
                  <a:pt x="3413368" y="939901"/>
                </a:lnTo>
                <a:lnTo>
                  <a:pt x="3412170" y="945950"/>
                </a:lnTo>
                <a:lnTo>
                  <a:pt x="3403667" y="951611"/>
                </a:lnTo>
                <a:lnTo>
                  <a:pt x="3398509" y="950876"/>
                </a:lnTo>
                <a:close/>
              </a:path>
              <a:path w="5142230" h="2300604">
                <a:moveTo>
                  <a:pt x="3583403" y="1409099"/>
                </a:moveTo>
                <a:lnTo>
                  <a:pt x="3579987" y="1405442"/>
                </a:lnTo>
                <a:lnTo>
                  <a:pt x="3579274" y="1404190"/>
                </a:lnTo>
                <a:lnTo>
                  <a:pt x="3577227" y="1397601"/>
                </a:lnTo>
                <a:lnTo>
                  <a:pt x="3580062" y="1392131"/>
                </a:lnTo>
                <a:lnTo>
                  <a:pt x="3590321" y="1388940"/>
                </a:lnTo>
                <a:lnTo>
                  <a:pt x="3595746" y="1391815"/>
                </a:lnTo>
                <a:lnTo>
                  <a:pt x="3597319" y="1396920"/>
                </a:lnTo>
                <a:lnTo>
                  <a:pt x="3598982" y="1402023"/>
                </a:lnTo>
                <a:lnTo>
                  <a:pt x="3596111" y="1407454"/>
                </a:lnTo>
                <a:lnTo>
                  <a:pt x="3590998" y="1409116"/>
                </a:lnTo>
                <a:lnTo>
                  <a:pt x="3587279" y="1410217"/>
                </a:lnTo>
                <a:lnTo>
                  <a:pt x="3583403" y="1409099"/>
                </a:lnTo>
                <a:close/>
              </a:path>
              <a:path w="5142230" h="2300604">
                <a:moveTo>
                  <a:pt x="2327615" y="380333"/>
                </a:moveTo>
                <a:lnTo>
                  <a:pt x="2324335" y="376823"/>
                </a:lnTo>
                <a:lnTo>
                  <a:pt x="2323397" y="373864"/>
                </a:lnTo>
                <a:lnTo>
                  <a:pt x="2323972" y="370862"/>
                </a:lnTo>
                <a:lnTo>
                  <a:pt x="2324899" y="365795"/>
                </a:lnTo>
                <a:lnTo>
                  <a:pt x="2329729" y="362461"/>
                </a:lnTo>
                <a:lnTo>
                  <a:pt x="2334801" y="363394"/>
                </a:lnTo>
                <a:lnTo>
                  <a:pt x="2339819" y="364367"/>
                </a:lnTo>
                <a:lnTo>
                  <a:pt x="2343148" y="369201"/>
                </a:lnTo>
                <a:lnTo>
                  <a:pt x="2341292" y="379335"/>
                </a:lnTo>
                <a:lnTo>
                  <a:pt x="2336413" y="382616"/>
                </a:lnTo>
                <a:lnTo>
                  <a:pt x="2331391" y="381737"/>
                </a:lnTo>
                <a:lnTo>
                  <a:pt x="2329375" y="381337"/>
                </a:lnTo>
                <a:lnTo>
                  <a:pt x="2327615" y="380333"/>
                </a:lnTo>
                <a:close/>
              </a:path>
              <a:path w="5142230" h="2300604">
                <a:moveTo>
                  <a:pt x="3545176" y="1120880"/>
                </a:moveTo>
                <a:lnTo>
                  <a:pt x="3541187" y="1116610"/>
                </a:lnTo>
                <a:lnTo>
                  <a:pt x="3538491" y="1111185"/>
                </a:lnTo>
                <a:lnTo>
                  <a:pt x="3540287" y="1105581"/>
                </a:lnTo>
                <a:lnTo>
                  <a:pt x="3544606" y="1103360"/>
                </a:lnTo>
                <a:lnTo>
                  <a:pt x="3549462" y="1100936"/>
                </a:lnTo>
                <a:lnTo>
                  <a:pt x="3555024" y="1102780"/>
                </a:lnTo>
                <a:lnTo>
                  <a:pt x="3559711" y="1111907"/>
                </a:lnTo>
                <a:lnTo>
                  <a:pt x="3557872" y="1117560"/>
                </a:lnTo>
                <a:lnTo>
                  <a:pt x="3553510" y="1119735"/>
                </a:lnTo>
                <a:lnTo>
                  <a:pt x="3549507" y="1121804"/>
                </a:lnTo>
                <a:lnTo>
                  <a:pt x="3545176" y="1120880"/>
                </a:lnTo>
                <a:close/>
              </a:path>
              <a:path w="5142230" h="2300604">
                <a:moveTo>
                  <a:pt x="4606170" y="2225368"/>
                </a:moveTo>
                <a:lnTo>
                  <a:pt x="4601863" y="2220757"/>
                </a:lnTo>
                <a:lnTo>
                  <a:pt x="4601437" y="2216001"/>
                </a:lnTo>
                <a:lnTo>
                  <a:pt x="4607090" y="2208173"/>
                </a:lnTo>
                <a:lnTo>
                  <a:pt x="4612877" y="2207232"/>
                </a:lnTo>
                <a:lnTo>
                  <a:pt x="4621266" y="2213283"/>
                </a:lnTo>
                <a:lnTo>
                  <a:pt x="4622149" y="2219115"/>
                </a:lnTo>
                <a:lnTo>
                  <a:pt x="4619180" y="2223268"/>
                </a:lnTo>
                <a:lnTo>
                  <a:pt x="4616109" y="2227406"/>
                </a:lnTo>
                <a:lnTo>
                  <a:pt x="4610317" y="2228342"/>
                </a:lnTo>
                <a:lnTo>
                  <a:pt x="4606170" y="2225368"/>
                </a:lnTo>
                <a:close/>
              </a:path>
              <a:path w="5142230" h="2300604">
                <a:moveTo>
                  <a:pt x="3007689" y="575133"/>
                </a:moveTo>
                <a:lnTo>
                  <a:pt x="3004368" y="571579"/>
                </a:lnTo>
                <a:lnTo>
                  <a:pt x="3003654" y="567488"/>
                </a:lnTo>
                <a:lnTo>
                  <a:pt x="3005290" y="563960"/>
                </a:lnTo>
                <a:lnTo>
                  <a:pt x="3007520" y="559312"/>
                </a:lnTo>
                <a:lnTo>
                  <a:pt x="3013068" y="557333"/>
                </a:lnTo>
                <a:lnTo>
                  <a:pt x="3017669" y="559519"/>
                </a:lnTo>
                <a:lnTo>
                  <a:pt x="3022317" y="561660"/>
                </a:lnTo>
                <a:lnTo>
                  <a:pt x="3024341" y="567248"/>
                </a:lnTo>
                <a:lnTo>
                  <a:pt x="3022105" y="571894"/>
                </a:lnTo>
                <a:lnTo>
                  <a:pt x="3019968" y="576546"/>
                </a:lnTo>
                <a:lnTo>
                  <a:pt x="3014424" y="578529"/>
                </a:lnTo>
                <a:lnTo>
                  <a:pt x="3009726" y="576335"/>
                </a:lnTo>
                <a:lnTo>
                  <a:pt x="3008659" y="575780"/>
                </a:lnTo>
                <a:lnTo>
                  <a:pt x="3007689" y="575133"/>
                </a:lnTo>
                <a:close/>
              </a:path>
              <a:path w="5142230" h="2300604">
                <a:moveTo>
                  <a:pt x="4033879" y="1804328"/>
                </a:moveTo>
                <a:lnTo>
                  <a:pt x="4029909" y="1800078"/>
                </a:lnTo>
                <a:lnTo>
                  <a:pt x="4029716" y="1794886"/>
                </a:lnTo>
                <a:lnTo>
                  <a:pt x="4032714" y="1791254"/>
                </a:lnTo>
                <a:lnTo>
                  <a:pt x="4036059" y="1787308"/>
                </a:lnTo>
                <a:lnTo>
                  <a:pt x="4041883" y="1786798"/>
                </a:lnTo>
                <a:lnTo>
                  <a:pt x="4045832" y="1790048"/>
                </a:lnTo>
                <a:lnTo>
                  <a:pt x="4049783" y="1793397"/>
                </a:lnTo>
                <a:lnTo>
                  <a:pt x="4050293" y="1799222"/>
                </a:lnTo>
                <a:lnTo>
                  <a:pt x="4046994" y="1803216"/>
                </a:lnTo>
                <a:lnTo>
                  <a:pt x="4043698" y="1807117"/>
                </a:lnTo>
                <a:lnTo>
                  <a:pt x="4037869" y="1807622"/>
                </a:lnTo>
                <a:lnTo>
                  <a:pt x="4033879" y="1804328"/>
                </a:lnTo>
                <a:close/>
              </a:path>
              <a:path w="5142230" h="2300604">
                <a:moveTo>
                  <a:pt x="2257753" y="367616"/>
                </a:moveTo>
                <a:lnTo>
                  <a:pt x="2254468" y="364101"/>
                </a:lnTo>
                <a:lnTo>
                  <a:pt x="2253486" y="361192"/>
                </a:lnTo>
                <a:lnTo>
                  <a:pt x="2254061" y="358190"/>
                </a:lnTo>
                <a:lnTo>
                  <a:pt x="2254988" y="353123"/>
                </a:lnTo>
                <a:lnTo>
                  <a:pt x="2259818" y="349790"/>
                </a:lnTo>
                <a:lnTo>
                  <a:pt x="2269907" y="351596"/>
                </a:lnTo>
                <a:lnTo>
                  <a:pt x="2273240" y="356436"/>
                </a:lnTo>
                <a:lnTo>
                  <a:pt x="2272361" y="361457"/>
                </a:lnTo>
                <a:lnTo>
                  <a:pt x="2271429" y="366519"/>
                </a:lnTo>
                <a:lnTo>
                  <a:pt x="2266599" y="369853"/>
                </a:lnTo>
                <a:lnTo>
                  <a:pt x="2259512" y="368621"/>
                </a:lnTo>
                <a:lnTo>
                  <a:pt x="2257753" y="367616"/>
                </a:lnTo>
                <a:close/>
              </a:path>
              <a:path w="5142230" h="2300604">
                <a:moveTo>
                  <a:pt x="4201973" y="1935104"/>
                </a:moveTo>
                <a:lnTo>
                  <a:pt x="4198193" y="1931057"/>
                </a:lnTo>
                <a:lnTo>
                  <a:pt x="4197752" y="1926090"/>
                </a:lnTo>
                <a:lnTo>
                  <a:pt x="4203541" y="1918308"/>
                </a:lnTo>
                <a:lnTo>
                  <a:pt x="4209283" y="1917419"/>
                </a:lnTo>
                <a:lnTo>
                  <a:pt x="4213478" y="1920440"/>
                </a:lnTo>
                <a:lnTo>
                  <a:pt x="4217621" y="1923509"/>
                </a:lnTo>
                <a:lnTo>
                  <a:pt x="4218458" y="1929292"/>
                </a:lnTo>
                <a:lnTo>
                  <a:pt x="4215489" y="1933445"/>
                </a:lnTo>
                <a:lnTo>
                  <a:pt x="4212417" y="1937584"/>
                </a:lnTo>
                <a:lnTo>
                  <a:pt x="4206580" y="1938471"/>
                </a:lnTo>
                <a:lnTo>
                  <a:pt x="4202481" y="1935452"/>
                </a:lnTo>
                <a:lnTo>
                  <a:pt x="4201973" y="1935104"/>
                </a:lnTo>
                <a:close/>
              </a:path>
              <a:path w="5142230" h="2300604">
                <a:moveTo>
                  <a:pt x="3788806" y="1553712"/>
                </a:moveTo>
                <a:lnTo>
                  <a:pt x="3784882" y="1549513"/>
                </a:lnTo>
                <a:lnTo>
                  <a:pt x="3781757" y="1545483"/>
                </a:lnTo>
                <a:lnTo>
                  <a:pt x="3782527" y="1539660"/>
                </a:lnTo>
                <a:lnTo>
                  <a:pt x="3786600" y="1536494"/>
                </a:lnTo>
                <a:lnTo>
                  <a:pt x="3790715" y="1533372"/>
                </a:lnTo>
                <a:lnTo>
                  <a:pt x="3796547" y="1534142"/>
                </a:lnTo>
                <a:lnTo>
                  <a:pt x="3799660" y="1538256"/>
                </a:lnTo>
                <a:lnTo>
                  <a:pt x="3802780" y="1542280"/>
                </a:lnTo>
                <a:lnTo>
                  <a:pt x="3801971" y="1548159"/>
                </a:lnTo>
                <a:lnTo>
                  <a:pt x="3794117" y="1554218"/>
                </a:lnTo>
                <a:lnTo>
                  <a:pt x="3788806" y="1553712"/>
                </a:lnTo>
                <a:close/>
              </a:path>
              <a:path w="5142230" h="2300604">
                <a:moveTo>
                  <a:pt x="2187779" y="355269"/>
                </a:moveTo>
                <a:lnTo>
                  <a:pt x="2184504" y="351763"/>
                </a:lnTo>
                <a:lnTo>
                  <a:pt x="2183517" y="348849"/>
                </a:lnTo>
                <a:lnTo>
                  <a:pt x="2184091" y="345848"/>
                </a:lnTo>
                <a:lnTo>
                  <a:pt x="2184970" y="340826"/>
                </a:lnTo>
                <a:lnTo>
                  <a:pt x="2189803" y="337398"/>
                </a:lnTo>
                <a:lnTo>
                  <a:pt x="2194875" y="338331"/>
                </a:lnTo>
                <a:lnTo>
                  <a:pt x="2199892" y="339205"/>
                </a:lnTo>
                <a:lnTo>
                  <a:pt x="2203274" y="343998"/>
                </a:lnTo>
                <a:lnTo>
                  <a:pt x="2202440" y="349069"/>
                </a:lnTo>
                <a:lnTo>
                  <a:pt x="2201513" y="354136"/>
                </a:lnTo>
                <a:lnTo>
                  <a:pt x="2196724" y="357513"/>
                </a:lnTo>
                <a:lnTo>
                  <a:pt x="2191604" y="356626"/>
                </a:lnTo>
                <a:lnTo>
                  <a:pt x="2189587" y="356227"/>
                </a:lnTo>
                <a:lnTo>
                  <a:pt x="2187779" y="355269"/>
                </a:lnTo>
                <a:close/>
              </a:path>
              <a:path w="5142230" h="2300604">
                <a:moveTo>
                  <a:pt x="4663216" y="2266594"/>
                </a:moveTo>
                <a:lnTo>
                  <a:pt x="4659375" y="2262482"/>
                </a:lnTo>
                <a:lnTo>
                  <a:pt x="4658943" y="2257619"/>
                </a:lnTo>
                <a:lnTo>
                  <a:pt x="4661618" y="2253934"/>
                </a:lnTo>
                <a:lnTo>
                  <a:pt x="4664591" y="2249786"/>
                </a:lnTo>
                <a:lnTo>
                  <a:pt x="4670428" y="2248899"/>
                </a:lnTo>
                <a:lnTo>
                  <a:pt x="4678764" y="2254891"/>
                </a:lnTo>
                <a:lnTo>
                  <a:pt x="4679705" y="2260687"/>
                </a:lnTo>
                <a:lnTo>
                  <a:pt x="4676677" y="2264876"/>
                </a:lnTo>
                <a:lnTo>
                  <a:pt x="4673708" y="2269028"/>
                </a:lnTo>
                <a:lnTo>
                  <a:pt x="4667871" y="2269916"/>
                </a:lnTo>
                <a:lnTo>
                  <a:pt x="4663216" y="2266594"/>
                </a:lnTo>
                <a:close/>
              </a:path>
              <a:path w="5142230" h="2300604">
                <a:moveTo>
                  <a:pt x="3980044" y="1757646"/>
                </a:moveTo>
                <a:lnTo>
                  <a:pt x="3976167" y="1753496"/>
                </a:lnTo>
                <a:lnTo>
                  <a:pt x="3976072" y="1748116"/>
                </a:lnTo>
                <a:lnTo>
                  <a:pt x="3979260" y="1744491"/>
                </a:lnTo>
                <a:lnTo>
                  <a:pt x="3982745" y="1740696"/>
                </a:lnTo>
                <a:lnTo>
                  <a:pt x="3988558" y="1740369"/>
                </a:lnTo>
                <a:lnTo>
                  <a:pt x="3996215" y="1747197"/>
                </a:lnTo>
                <a:lnTo>
                  <a:pt x="3996528" y="1753104"/>
                </a:lnTo>
                <a:lnTo>
                  <a:pt x="3989710" y="1760761"/>
                </a:lnTo>
                <a:lnTo>
                  <a:pt x="3983798" y="1761079"/>
                </a:lnTo>
                <a:lnTo>
                  <a:pt x="3980044" y="1757646"/>
                </a:lnTo>
                <a:close/>
              </a:path>
              <a:path w="5142230" h="2300604">
                <a:moveTo>
                  <a:pt x="2536438" y="422749"/>
                </a:moveTo>
                <a:lnTo>
                  <a:pt x="2533163" y="419244"/>
                </a:lnTo>
                <a:lnTo>
                  <a:pt x="2532183" y="416142"/>
                </a:lnTo>
                <a:lnTo>
                  <a:pt x="2534017" y="408037"/>
                </a:lnTo>
                <a:lnTo>
                  <a:pt x="2538987" y="404854"/>
                </a:lnTo>
                <a:lnTo>
                  <a:pt x="2549011" y="407178"/>
                </a:lnTo>
                <a:lnTo>
                  <a:pt x="2552144" y="412095"/>
                </a:lnTo>
                <a:lnTo>
                  <a:pt x="2549919" y="422127"/>
                </a:lnTo>
                <a:lnTo>
                  <a:pt x="2544902" y="425261"/>
                </a:lnTo>
                <a:lnTo>
                  <a:pt x="2539936" y="424148"/>
                </a:lnTo>
                <a:lnTo>
                  <a:pt x="2538062" y="423706"/>
                </a:lnTo>
                <a:lnTo>
                  <a:pt x="2536438" y="422749"/>
                </a:lnTo>
                <a:close/>
              </a:path>
              <a:path w="5142230" h="2300604">
                <a:moveTo>
                  <a:pt x="3708878" y="1435993"/>
                </a:moveTo>
                <a:lnTo>
                  <a:pt x="3704996" y="1431838"/>
                </a:lnTo>
                <a:lnTo>
                  <a:pt x="3702002" y="1426874"/>
                </a:lnTo>
                <a:lnTo>
                  <a:pt x="3703420" y="1421158"/>
                </a:lnTo>
                <a:lnTo>
                  <a:pt x="3712194" y="1415892"/>
                </a:lnTo>
                <a:lnTo>
                  <a:pt x="3717905" y="1417313"/>
                </a:lnTo>
                <a:lnTo>
                  <a:pt x="3723179" y="1426084"/>
                </a:lnTo>
                <a:lnTo>
                  <a:pt x="3721753" y="1431790"/>
                </a:lnTo>
                <a:lnTo>
                  <a:pt x="3717367" y="1434426"/>
                </a:lnTo>
                <a:lnTo>
                  <a:pt x="3713557" y="1436798"/>
                </a:lnTo>
                <a:lnTo>
                  <a:pt x="3708878" y="1435993"/>
                </a:lnTo>
                <a:close/>
              </a:path>
              <a:path w="5142230" h="2300604">
                <a:moveTo>
                  <a:pt x="2742400" y="475983"/>
                </a:moveTo>
                <a:lnTo>
                  <a:pt x="2739121" y="472472"/>
                </a:lnTo>
                <a:lnTo>
                  <a:pt x="2738196" y="469136"/>
                </a:lnTo>
                <a:lnTo>
                  <a:pt x="2739152" y="465859"/>
                </a:lnTo>
                <a:lnTo>
                  <a:pt x="2740647" y="460911"/>
                </a:lnTo>
                <a:lnTo>
                  <a:pt x="2745789" y="458107"/>
                </a:lnTo>
                <a:lnTo>
                  <a:pt x="2755655" y="461044"/>
                </a:lnTo>
                <a:lnTo>
                  <a:pt x="2758454" y="466191"/>
                </a:lnTo>
                <a:lnTo>
                  <a:pt x="2756964" y="471144"/>
                </a:lnTo>
                <a:lnTo>
                  <a:pt x="2755518" y="476047"/>
                </a:lnTo>
                <a:lnTo>
                  <a:pt x="2750327" y="478897"/>
                </a:lnTo>
                <a:lnTo>
                  <a:pt x="2745422" y="477361"/>
                </a:lnTo>
                <a:lnTo>
                  <a:pt x="2743786" y="476880"/>
                </a:lnTo>
                <a:lnTo>
                  <a:pt x="2742400" y="475983"/>
                </a:lnTo>
                <a:close/>
              </a:path>
              <a:path w="5142230" h="2300604">
                <a:moveTo>
                  <a:pt x="4375315" y="2059079"/>
                </a:moveTo>
                <a:lnTo>
                  <a:pt x="4371425" y="2054915"/>
                </a:lnTo>
                <a:lnTo>
                  <a:pt x="4371035" y="2050102"/>
                </a:lnTo>
                <a:lnTo>
                  <a:pt x="4373661" y="2046461"/>
                </a:lnTo>
                <a:lnTo>
                  <a:pt x="4376594" y="2042270"/>
                </a:lnTo>
                <a:lnTo>
                  <a:pt x="4382429" y="2041284"/>
                </a:lnTo>
                <a:lnTo>
                  <a:pt x="4386578" y="2044256"/>
                </a:lnTo>
                <a:lnTo>
                  <a:pt x="4390773" y="2047186"/>
                </a:lnTo>
                <a:lnTo>
                  <a:pt x="4391760" y="2053030"/>
                </a:lnTo>
                <a:lnTo>
                  <a:pt x="4388787" y="2057178"/>
                </a:lnTo>
                <a:lnTo>
                  <a:pt x="4385804" y="2061416"/>
                </a:lnTo>
                <a:lnTo>
                  <a:pt x="4380017" y="2062356"/>
                </a:lnTo>
                <a:lnTo>
                  <a:pt x="4375315" y="2059079"/>
                </a:lnTo>
                <a:close/>
              </a:path>
              <a:path w="5142230" h="2300604">
                <a:moveTo>
                  <a:pt x="2117806" y="343020"/>
                </a:moveTo>
                <a:lnTo>
                  <a:pt x="2114531" y="339514"/>
                </a:lnTo>
                <a:lnTo>
                  <a:pt x="2113639" y="336604"/>
                </a:lnTo>
                <a:lnTo>
                  <a:pt x="2114118" y="333599"/>
                </a:lnTo>
                <a:lnTo>
                  <a:pt x="2114998" y="328578"/>
                </a:lnTo>
                <a:lnTo>
                  <a:pt x="2119830" y="325149"/>
                </a:lnTo>
                <a:lnTo>
                  <a:pt x="2124902" y="326082"/>
                </a:lnTo>
                <a:lnTo>
                  <a:pt x="2129919" y="326956"/>
                </a:lnTo>
                <a:lnTo>
                  <a:pt x="2133347" y="331799"/>
                </a:lnTo>
                <a:lnTo>
                  <a:pt x="2132468" y="336820"/>
                </a:lnTo>
                <a:lnTo>
                  <a:pt x="2131540" y="341887"/>
                </a:lnTo>
                <a:lnTo>
                  <a:pt x="2126751" y="345265"/>
                </a:lnTo>
                <a:lnTo>
                  <a:pt x="2121730" y="344386"/>
                </a:lnTo>
                <a:lnTo>
                  <a:pt x="2119614" y="343979"/>
                </a:lnTo>
                <a:lnTo>
                  <a:pt x="2117806" y="343020"/>
                </a:lnTo>
                <a:close/>
              </a:path>
              <a:path w="5142230" h="2300604">
                <a:moveTo>
                  <a:pt x="2674177" y="456713"/>
                </a:moveTo>
                <a:lnTo>
                  <a:pt x="2670898" y="453202"/>
                </a:lnTo>
                <a:lnTo>
                  <a:pt x="2669973" y="449866"/>
                </a:lnTo>
                <a:lnTo>
                  <a:pt x="2670836" y="446685"/>
                </a:lnTo>
                <a:lnTo>
                  <a:pt x="2672233" y="441728"/>
                </a:lnTo>
                <a:lnTo>
                  <a:pt x="2677332" y="438781"/>
                </a:lnTo>
                <a:lnTo>
                  <a:pt x="2682248" y="440133"/>
                </a:lnTo>
                <a:lnTo>
                  <a:pt x="2687208" y="441435"/>
                </a:lnTo>
                <a:lnTo>
                  <a:pt x="2690150" y="446540"/>
                </a:lnTo>
                <a:lnTo>
                  <a:pt x="2687452" y="456456"/>
                </a:lnTo>
                <a:lnTo>
                  <a:pt x="2682581" y="459257"/>
                </a:lnTo>
                <a:lnTo>
                  <a:pt x="2682343" y="459393"/>
                </a:lnTo>
                <a:lnTo>
                  <a:pt x="2677383" y="458092"/>
                </a:lnTo>
                <a:lnTo>
                  <a:pt x="2675657" y="457613"/>
                </a:lnTo>
                <a:lnTo>
                  <a:pt x="2674177" y="456713"/>
                </a:lnTo>
                <a:close/>
              </a:path>
              <a:path w="5142230" h="2300604">
                <a:moveTo>
                  <a:pt x="4088773" y="1849016"/>
                </a:moveTo>
                <a:lnTo>
                  <a:pt x="4084980" y="1844955"/>
                </a:lnTo>
                <a:lnTo>
                  <a:pt x="4084740" y="1839909"/>
                </a:lnTo>
                <a:lnTo>
                  <a:pt x="4087649" y="1836278"/>
                </a:lnTo>
                <a:lnTo>
                  <a:pt x="4090808" y="1832231"/>
                </a:lnTo>
                <a:lnTo>
                  <a:pt x="4096634" y="1831528"/>
                </a:lnTo>
                <a:lnTo>
                  <a:pt x="4100683" y="1834786"/>
                </a:lnTo>
                <a:lnTo>
                  <a:pt x="4104729" y="1837945"/>
                </a:lnTo>
                <a:lnTo>
                  <a:pt x="4105379" y="1843821"/>
                </a:lnTo>
                <a:lnTo>
                  <a:pt x="4098965" y="1851813"/>
                </a:lnTo>
                <a:lnTo>
                  <a:pt x="4093139" y="1852516"/>
                </a:lnTo>
                <a:lnTo>
                  <a:pt x="4088773" y="1849016"/>
                </a:lnTo>
                <a:close/>
              </a:path>
              <a:path w="5142230" h="2300604">
                <a:moveTo>
                  <a:pt x="3673336" y="1374294"/>
                </a:moveTo>
                <a:lnTo>
                  <a:pt x="3670016" y="1370739"/>
                </a:lnTo>
                <a:lnTo>
                  <a:pt x="3669566" y="1370063"/>
                </a:lnTo>
                <a:lnTo>
                  <a:pt x="3666723" y="1364867"/>
                </a:lnTo>
                <a:lnTo>
                  <a:pt x="3668373" y="1359207"/>
                </a:lnTo>
                <a:lnTo>
                  <a:pt x="3672853" y="1356766"/>
                </a:lnTo>
                <a:lnTo>
                  <a:pt x="3677370" y="1354272"/>
                </a:lnTo>
                <a:lnTo>
                  <a:pt x="3683030" y="1355934"/>
                </a:lnTo>
                <a:lnTo>
                  <a:pt x="3687960" y="1364925"/>
                </a:lnTo>
                <a:lnTo>
                  <a:pt x="3686304" y="1370580"/>
                </a:lnTo>
                <a:lnTo>
                  <a:pt x="3677984" y="1375165"/>
                </a:lnTo>
                <a:lnTo>
                  <a:pt x="3673336" y="1374294"/>
                </a:lnTo>
                <a:close/>
              </a:path>
              <a:path w="5142230" h="2300604">
                <a:moveTo>
                  <a:pt x="2397364" y="393613"/>
                </a:moveTo>
                <a:lnTo>
                  <a:pt x="2394084" y="390102"/>
                </a:lnTo>
                <a:lnTo>
                  <a:pt x="2393141" y="387138"/>
                </a:lnTo>
                <a:lnTo>
                  <a:pt x="2394692" y="379024"/>
                </a:lnTo>
                <a:lnTo>
                  <a:pt x="2399577" y="375749"/>
                </a:lnTo>
                <a:lnTo>
                  <a:pt x="2409659" y="377744"/>
                </a:lnTo>
                <a:lnTo>
                  <a:pt x="2412939" y="382624"/>
                </a:lnTo>
                <a:lnTo>
                  <a:pt x="2410992" y="392661"/>
                </a:lnTo>
                <a:lnTo>
                  <a:pt x="2406108" y="395936"/>
                </a:lnTo>
                <a:lnTo>
                  <a:pt x="2401045" y="395013"/>
                </a:lnTo>
                <a:lnTo>
                  <a:pt x="2399078" y="394568"/>
                </a:lnTo>
                <a:lnTo>
                  <a:pt x="2397364" y="393613"/>
                </a:lnTo>
                <a:close/>
              </a:path>
              <a:path w="5142230" h="2300604">
                <a:moveTo>
                  <a:pt x="4259524" y="1976771"/>
                </a:moveTo>
                <a:lnTo>
                  <a:pt x="4255688" y="1972664"/>
                </a:lnTo>
                <a:lnTo>
                  <a:pt x="4255297" y="1967845"/>
                </a:lnTo>
                <a:lnTo>
                  <a:pt x="4257922" y="1964207"/>
                </a:lnTo>
                <a:lnTo>
                  <a:pt x="4260895" y="1959959"/>
                </a:lnTo>
                <a:lnTo>
                  <a:pt x="4266691" y="1959028"/>
                </a:lnTo>
                <a:lnTo>
                  <a:pt x="4275026" y="1965020"/>
                </a:lnTo>
                <a:lnTo>
                  <a:pt x="4276014" y="1970864"/>
                </a:lnTo>
                <a:lnTo>
                  <a:pt x="4270016" y="1979206"/>
                </a:lnTo>
                <a:lnTo>
                  <a:pt x="4264220" y="1980137"/>
                </a:lnTo>
                <a:lnTo>
                  <a:pt x="4260032" y="1977119"/>
                </a:lnTo>
                <a:lnTo>
                  <a:pt x="4259524" y="1976771"/>
                </a:lnTo>
                <a:close/>
              </a:path>
              <a:path w="5142230" h="2300604">
                <a:moveTo>
                  <a:pt x="4317412" y="2018015"/>
                </a:moveTo>
                <a:lnTo>
                  <a:pt x="4313526" y="2013855"/>
                </a:lnTo>
                <a:lnTo>
                  <a:pt x="4313089" y="2009087"/>
                </a:lnTo>
                <a:lnTo>
                  <a:pt x="4315674" y="2005402"/>
                </a:lnTo>
                <a:lnTo>
                  <a:pt x="4318691" y="2001205"/>
                </a:lnTo>
                <a:lnTo>
                  <a:pt x="4324483" y="2000269"/>
                </a:lnTo>
                <a:lnTo>
                  <a:pt x="4328680" y="2003197"/>
                </a:lnTo>
                <a:lnTo>
                  <a:pt x="4332827" y="2006171"/>
                </a:lnTo>
                <a:lnTo>
                  <a:pt x="4333862" y="2011970"/>
                </a:lnTo>
                <a:lnTo>
                  <a:pt x="4330841" y="2016162"/>
                </a:lnTo>
                <a:lnTo>
                  <a:pt x="4327908" y="2020354"/>
                </a:lnTo>
                <a:lnTo>
                  <a:pt x="4322071" y="2021341"/>
                </a:lnTo>
                <a:lnTo>
                  <a:pt x="4317412" y="2018015"/>
                </a:lnTo>
                <a:close/>
              </a:path>
              <a:path w="5142230" h="2300604">
                <a:moveTo>
                  <a:pt x="2466992" y="407644"/>
                </a:moveTo>
                <a:lnTo>
                  <a:pt x="2463758" y="404182"/>
                </a:lnTo>
                <a:lnTo>
                  <a:pt x="2462775" y="401174"/>
                </a:lnTo>
                <a:lnTo>
                  <a:pt x="2463447" y="398081"/>
                </a:lnTo>
                <a:lnTo>
                  <a:pt x="2464469" y="393017"/>
                </a:lnTo>
                <a:lnTo>
                  <a:pt x="2469440" y="389835"/>
                </a:lnTo>
                <a:lnTo>
                  <a:pt x="2479470" y="391970"/>
                </a:lnTo>
                <a:lnTo>
                  <a:pt x="2482656" y="396847"/>
                </a:lnTo>
                <a:lnTo>
                  <a:pt x="2481634" y="401910"/>
                </a:lnTo>
                <a:lnTo>
                  <a:pt x="2480566" y="406926"/>
                </a:lnTo>
                <a:lnTo>
                  <a:pt x="2475640" y="410157"/>
                </a:lnTo>
                <a:lnTo>
                  <a:pt x="2470625" y="409089"/>
                </a:lnTo>
                <a:lnTo>
                  <a:pt x="2468658" y="408645"/>
                </a:lnTo>
                <a:lnTo>
                  <a:pt x="2466992" y="407644"/>
                </a:lnTo>
                <a:close/>
              </a:path>
              <a:path w="5142230" h="2300604">
                <a:moveTo>
                  <a:pt x="3071058" y="606800"/>
                </a:moveTo>
                <a:lnTo>
                  <a:pt x="3067733" y="603241"/>
                </a:lnTo>
                <a:lnTo>
                  <a:pt x="3067077" y="598922"/>
                </a:lnTo>
                <a:lnTo>
                  <a:pt x="3068995" y="595304"/>
                </a:lnTo>
                <a:lnTo>
                  <a:pt x="3071411" y="590856"/>
                </a:lnTo>
                <a:lnTo>
                  <a:pt x="3077040" y="589058"/>
                </a:lnTo>
                <a:lnTo>
                  <a:pt x="3081539" y="591530"/>
                </a:lnTo>
                <a:lnTo>
                  <a:pt x="3086078" y="593946"/>
                </a:lnTo>
                <a:lnTo>
                  <a:pt x="3087774" y="599576"/>
                </a:lnTo>
                <a:lnTo>
                  <a:pt x="3082983" y="608617"/>
                </a:lnTo>
                <a:lnTo>
                  <a:pt x="3077309" y="610366"/>
                </a:lnTo>
                <a:lnTo>
                  <a:pt x="3071889" y="607393"/>
                </a:lnTo>
                <a:lnTo>
                  <a:pt x="3071058" y="606800"/>
                </a:lnTo>
                <a:close/>
              </a:path>
              <a:path w="5142230" h="2300604">
                <a:moveTo>
                  <a:pt x="3747211" y="1495990"/>
                </a:moveTo>
                <a:lnTo>
                  <a:pt x="3743041" y="1491527"/>
                </a:lnTo>
                <a:lnTo>
                  <a:pt x="3740164" y="1487274"/>
                </a:lnTo>
                <a:lnTo>
                  <a:pt x="3741262" y="1481510"/>
                </a:lnTo>
                <a:lnTo>
                  <a:pt x="3749762" y="1475751"/>
                </a:lnTo>
                <a:lnTo>
                  <a:pt x="3755532" y="1476845"/>
                </a:lnTo>
                <a:lnTo>
                  <a:pt x="3761290" y="1485354"/>
                </a:lnTo>
                <a:lnTo>
                  <a:pt x="3760192" y="1491119"/>
                </a:lnTo>
                <a:lnTo>
                  <a:pt x="3755944" y="1494001"/>
                </a:lnTo>
                <a:lnTo>
                  <a:pt x="3752120" y="1496651"/>
                </a:lnTo>
                <a:lnTo>
                  <a:pt x="3747211" y="1495990"/>
                </a:lnTo>
                <a:close/>
              </a:path>
              <a:path w="5142230" h="2300604">
                <a:moveTo>
                  <a:pt x="3133244" y="642384"/>
                </a:moveTo>
                <a:lnTo>
                  <a:pt x="3129269" y="638129"/>
                </a:lnTo>
                <a:lnTo>
                  <a:pt x="3128678" y="633683"/>
                </a:lnTo>
                <a:lnTo>
                  <a:pt x="3130928" y="630029"/>
                </a:lnTo>
                <a:lnTo>
                  <a:pt x="3133582" y="625641"/>
                </a:lnTo>
                <a:lnTo>
                  <a:pt x="3139095" y="624306"/>
                </a:lnTo>
                <a:lnTo>
                  <a:pt x="3139244" y="624270"/>
                </a:lnTo>
                <a:lnTo>
                  <a:pt x="3148078" y="629622"/>
                </a:lnTo>
                <a:lnTo>
                  <a:pt x="3149395" y="635332"/>
                </a:lnTo>
                <a:lnTo>
                  <a:pt x="3144092" y="644121"/>
                </a:lnTo>
                <a:lnTo>
                  <a:pt x="3138337" y="645488"/>
                </a:lnTo>
                <a:lnTo>
                  <a:pt x="3133986" y="642787"/>
                </a:lnTo>
                <a:lnTo>
                  <a:pt x="3133244" y="642384"/>
                </a:lnTo>
                <a:close/>
              </a:path>
              <a:path w="5142230" h="2300604">
                <a:moveTo>
                  <a:pt x="3640115" y="1311460"/>
                </a:moveTo>
                <a:lnTo>
                  <a:pt x="3636794" y="1307906"/>
                </a:lnTo>
                <a:lnTo>
                  <a:pt x="3636300" y="1307181"/>
                </a:lnTo>
                <a:lnTo>
                  <a:pt x="3635855" y="1306409"/>
                </a:lnTo>
                <a:lnTo>
                  <a:pt x="3633556" y="1301800"/>
                </a:lnTo>
                <a:lnTo>
                  <a:pt x="3635304" y="1296240"/>
                </a:lnTo>
                <a:lnTo>
                  <a:pt x="3644481" y="1291502"/>
                </a:lnTo>
                <a:lnTo>
                  <a:pt x="3650031" y="1293339"/>
                </a:lnTo>
                <a:lnTo>
                  <a:pt x="3654730" y="1302473"/>
                </a:lnTo>
                <a:lnTo>
                  <a:pt x="3652981" y="1307932"/>
                </a:lnTo>
                <a:lnTo>
                  <a:pt x="3652934" y="1308077"/>
                </a:lnTo>
                <a:lnTo>
                  <a:pt x="3644620" y="1312374"/>
                </a:lnTo>
                <a:lnTo>
                  <a:pt x="3640115" y="1311460"/>
                </a:lnTo>
                <a:close/>
              </a:path>
              <a:path w="5142230" h="2300604">
                <a:moveTo>
                  <a:pt x="3833509" y="1608995"/>
                </a:moveTo>
                <a:lnTo>
                  <a:pt x="3829869" y="1605099"/>
                </a:lnTo>
                <a:lnTo>
                  <a:pt x="3826508" y="1601208"/>
                </a:lnTo>
                <a:lnTo>
                  <a:pt x="3826989" y="1595271"/>
                </a:lnTo>
                <a:lnTo>
                  <a:pt x="3830263" y="1592520"/>
                </a:lnTo>
                <a:lnTo>
                  <a:pt x="3834166" y="1589171"/>
                </a:lnTo>
                <a:lnTo>
                  <a:pt x="3834773" y="1588648"/>
                </a:lnTo>
                <a:lnTo>
                  <a:pt x="3840655" y="1589080"/>
                </a:lnTo>
                <a:lnTo>
                  <a:pt x="3843971" y="1593021"/>
                </a:lnTo>
                <a:lnTo>
                  <a:pt x="3847328" y="1596908"/>
                </a:lnTo>
                <a:lnTo>
                  <a:pt x="3846896" y="1602799"/>
                </a:lnTo>
                <a:lnTo>
                  <a:pt x="3843573" y="1605595"/>
                </a:lnTo>
                <a:lnTo>
                  <a:pt x="3839718" y="1608897"/>
                </a:lnTo>
                <a:lnTo>
                  <a:pt x="3839161" y="1609376"/>
                </a:lnTo>
                <a:lnTo>
                  <a:pt x="3833509" y="1608995"/>
                </a:lnTo>
                <a:close/>
              </a:path>
              <a:path w="5142230" h="2300604">
                <a:moveTo>
                  <a:pt x="3440137" y="936203"/>
                </a:moveTo>
                <a:lnTo>
                  <a:pt x="3435930" y="931699"/>
                </a:lnTo>
                <a:lnTo>
                  <a:pt x="3433101" y="927402"/>
                </a:lnTo>
                <a:lnTo>
                  <a:pt x="3434283" y="921632"/>
                </a:lnTo>
                <a:lnTo>
                  <a:pt x="3442836" y="916025"/>
                </a:lnTo>
                <a:lnTo>
                  <a:pt x="3448556" y="917165"/>
                </a:lnTo>
                <a:lnTo>
                  <a:pt x="3451475" y="921460"/>
                </a:lnTo>
                <a:lnTo>
                  <a:pt x="3454256" y="925710"/>
                </a:lnTo>
                <a:lnTo>
                  <a:pt x="3453119" y="931530"/>
                </a:lnTo>
                <a:lnTo>
                  <a:pt x="3448821" y="934358"/>
                </a:lnTo>
                <a:lnTo>
                  <a:pt x="3444960" y="936869"/>
                </a:lnTo>
                <a:lnTo>
                  <a:pt x="3440137" y="936203"/>
                </a:lnTo>
                <a:close/>
              </a:path>
              <a:path w="5142230" h="2300604">
                <a:moveTo>
                  <a:pt x="3608191" y="1247962"/>
                </a:moveTo>
                <a:lnTo>
                  <a:pt x="3604870" y="1244408"/>
                </a:lnTo>
                <a:lnTo>
                  <a:pt x="3604371" y="1243678"/>
                </a:lnTo>
                <a:lnTo>
                  <a:pt x="3601682" y="1238255"/>
                </a:lnTo>
                <a:lnTo>
                  <a:pt x="3603523" y="1232700"/>
                </a:lnTo>
                <a:lnTo>
                  <a:pt x="3612555" y="1228198"/>
                </a:lnTo>
                <a:lnTo>
                  <a:pt x="3612744" y="1228104"/>
                </a:lnTo>
                <a:lnTo>
                  <a:pt x="3618294" y="1230041"/>
                </a:lnTo>
                <a:lnTo>
                  <a:pt x="3622845" y="1239213"/>
                </a:lnTo>
                <a:lnTo>
                  <a:pt x="3620999" y="1244763"/>
                </a:lnTo>
                <a:lnTo>
                  <a:pt x="3612648" y="1248921"/>
                </a:lnTo>
                <a:lnTo>
                  <a:pt x="3608191" y="1247962"/>
                </a:lnTo>
                <a:close/>
              </a:path>
              <a:path w="5142230" h="2300604">
                <a:moveTo>
                  <a:pt x="3927834" y="1708990"/>
                </a:moveTo>
                <a:lnTo>
                  <a:pt x="3924092" y="1704984"/>
                </a:lnTo>
                <a:lnTo>
                  <a:pt x="3924145" y="1699470"/>
                </a:lnTo>
                <a:lnTo>
                  <a:pt x="3931192" y="1692156"/>
                </a:lnTo>
                <a:lnTo>
                  <a:pt x="3937049" y="1692072"/>
                </a:lnTo>
                <a:lnTo>
                  <a:pt x="3944454" y="1699217"/>
                </a:lnTo>
                <a:lnTo>
                  <a:pt x="3944484" y="1705114"/>
                </a:lnTo>
                <a:lnTo>
                  <a:pt x="3937389" y="1712474"/>
                </a:lnTo>
                <a:lnTo>
                  <a:pt x="3931483" y="1712603"/>
                </a:lnTo>
                <a:lnTo>
                  <a:pt x="3927834" y="1708990"/>
                </a:lnTo>
                <a:close/>
              </a:path>
              <a:path w="5142230" h="2300604">
                <a:moveTo>
                  <a:pt x="2876889" y="520644"/>
                </a:moveTo>
                <a:lnTo>
                  <a:pt x="2873610" y="517133"/>
                </a:lnTo>
                <a:lnTo>
                  <a:pt x="2872744" y="513467"/>
                </a:lnTo>
                <a:lnTo>
                  <a:pt x="2873993" y="510017"/>
                </a:lnTo>
                <a:lnTo>
                  <a:pt x="2875807" y="505209"/>
                </a:lnTo>
                <a:lnTo>
                  <a:pt x="2881182" y="502754"/>
                </a:lnTo>
                <a:lnTo>
                  <a:pt x="2890739" y="506336"/>
                </a:lnTo>
                <a:lnTo>
                  <a:pt x="2893244" y="511657"/>
                </a:lnTo>
                <a:lnTo>
                  <a:pt x="2891430" y="516465"/>
                </a:lnTo>
                <a:lnTo>
                  <a:pt x="2889661" y="521314"/>
                </a:lnTo>
                <a:lnTo>
                  <a:pt x="2884286" y="523769"/>
                </a:lnTo>
                <a:lnTo>
                  <a:pt x="2878091" y="521438"/>
                </a:lnTo>
                <a:lnTo>
                  <a:pt x="2876889" y="520644"/>
                </a:lnTo>
                <a:close/>
              </a:path>
              <a:path w="5142230" h="2300604">
                <a:moveTo>
                  <a:pt x="3477503" y="996244"/>
                </a:moveTo>
                <a:lnTo>
                  <a:pt x="3473664" y="992134"/>
                </a:lnTo>
                <a:lnTo>
                  <a:pt x="3473265" y="991512"/>
                </a:lnTo>
                <a:lnTo>
                  <a:pt x="3470678" y="987080"/>
                </a:lnTo>
                <a:lnTo>
                  <a:pt x="3472142" y="981412"/>
                </a:lnTo>
                <a:lnTo>
                  <a:pt x="3476578" y="978830"/>
                </a:lnTo>
                <a:lnTo>
                  <a:pt x="3480959" y="976189"/>
                </a:lnTo>
                <a:lnTo>
                  <a:pt x="3486670" y="977610"/>
                </a:lnTo>
                <a:lnTo>
                  <a:pt x="3491939" y="986477"/>
                </a:lnTo>
                <a:lnTo>
                  <a:pt x="3490427" y="992190"/>
                </a:lnTo>
                <a:lnTo>
                  <a:pt x="3486041" y="994826"/>
                </a:lnTo>
                <a:lnTo>
                  <a:pt x="3482185" y="997050"/>
                </a:lnTo>
                <a:lnTo>
                  <a:pt x="3477503" y="996244"/>
                </a:lnTo>
                <a:close/>
              </a:path>
              <a:path w="5142230" h="2300604">
                <a:moveTo>
                  <a:pt x="3399071" y="878464"/>
                </a:moveTo>
                <a:lnTo>
                  <a:pt x="3395245" y="874368"/>
                </a:lnTo>
                <a:lnTo>
                  <a:pt x="3392133" y="870253"/>
                </a:lnTo>
                <a:lnTo>
                  <a:pt x="3392894" y="864420"/>
                </a:lnTo>
                <a:lnTo>
                  <a:pt x="3401082" y="858232"/>
                </a:lnTo>
                <a:lnTo>
                  <a:pt x="3406915" y="859001"/>
                </a:lnTo>
                <a:lnTo>
                  <a:pt x="3410031" y="863121"/>
                </a:lnTo>
                <a:lnTo>
                  <a:pt x="3413148" y="867139"/>
                </a:lnTo>
                <a:lnTo>
                  <a:pt x="3412339" y="873018"/>
                </a:lnTo>
                <a:lnTo>
                  <a:pt x="3408268" y="876090"/>
                </a:lnTo>
                <a:lnTo>
                  <a:pt x="3404435" y="879022"/>
                </a:lnTo>
                <a:lnTo>
                  <a:pt x="3399071" y="878464"/>
                </a:lnTo>
                <a:close/>
              </a:path>
              <a:path w="5142230" h="2300604">
                <a:moveTo>
                  <a:pt x="3301747" y="769784"/>
                </a:moveTo>
                <a:lnTo>
                  <a:pt x="3298004" y="765777"/>
                </a:lnTo>
                <a:lnTo>
                  <a:pt x="3297963" y="760260"/>
                </a:lnTo>
                <a:lnTo>
                  <a:pt x="3301390" y="756694"/>
                </a:lnTo>
                <a:lnTo>
                  <a:pt x="3304913" y="752937"/>
                </a:lnTo>
                <a:lnTo>
                  <a:pt x="3310771" y="752761"/>
                </a:lnTo>
                <a:lnTo>
                  <a:pt x="3318274" y="759814"/>
                </a:lnTo>
                <a:lnTo>
                  <a:pt x="3318409" y="765723"/>
                </a:lnTo>
                <a:lnTo>
                  <a:pt x="3311398" y="773177"/>
                </a:lnTo>
                <a:lnTo>
                  <a:pt x="3305444" y="773351"/>
                </a:lnTo>
                <a:lnTo>
                  <a:pt x="3301747" y="769784"/>
                </a:lnTo>
                <a:close/>
              </a:path>
              <a:path w="5142230" h="2300604">
                <a:moveTo>
                  <a:pt x="3354194" y="823971"/>
                </a:moveTo>
                <a:lnTo>
                  <a:pt x="3350637" y="820162"/>
                </a:lnTo>
                <a:lnTo>
                  <a:pt x="3347231" y="816322"/>
                </a:lnTo>
                <a:lnTo>
                  <a:pt x="3347569" y="810427"/>
                </a:lnTo>
                <a:lnTo>
                  <a:pt x="3351369" y="806968"/>
                </a:lnTo>
                <a:lnTo>
                  <a:pt x="3354868" y="803874"/>
                </a:lnTo>
                <a:lnTo>
                  <a:pt x="3355220" y="803563"/>
                </a:lnTo>
                <a:lnTo>
                  <a:pt x="3361104" y="803901"/>
                </a:lnTo>
                <a:lnTo>
                  <a:pt x="3367924" y="811592"/>
                </a:lnTo>
                <a:lnTo>
                  <a:pt x="3367585" y="817488"/>
                </a:lnTo>
                <a:lnTo>
                  <a:pt x="3360243" y="823993"/>
                </a:lnTo>
                <a:lnTo>
                  <a:pt x="3359992" y="824216"/>
                </a:lnTo>
                <a:lnTo>
                  <a:pt x="3354194" y="823971"/>
                </a:lnTo>
                <a:close/>
              </a:path>
              <a:path w="5142230" h="2300604">
                <a:moveTo>
                  <a:pt x="2942859" y="546493"/>
                </a:moveTo>
                <a:lnTo>
                  <a:pt x="2939574" y="542978"/>
                </a:lnTo>
                <a:lnTo>
                  <a:pt x="2938763" y="539079"/>
                </a:lnTo>
                <a:lnTo>
                  <a:pt x="2940208" y="535638"/>
                </a:lnTo>
                <a:lnTo>
                  <a:pt x="2942162" y="530891"/>
                </a:lnTo>
                <a:lnTo>
                  <a:pt x="2947617" y="528616"/>
                </a:lnTo>
                <a:lnTo>
                  <a:pt x="2957111" y="532622"/>
                </a:lnTo>
                <a:lnTo>
                  <a:pt x="2959339" y="538038"/>
                </a:lnTo>
                <a:lnTo>
                  <a:pt x="2955424" y="547530"/>
                </a:lnTo>
                <a:lnTo>
                  <a:pt x="2949969" y="549805"/>
                </a:lnTo>
                <a:lnTo>
                  <a:pt x="2945225" y="547752"/>
                </a:lnTo>
                <a:lnTo>
                  <a:pt x="2943965" y="547286"/>
                </a:lnTo>
                <a:lnTo>
                  <a:pt x="2942859" y="546493"/>
                </a:lnTo>
                <a:close/>
              </a:path>
              <a:path w="5142230" h="2300604">
                <a:moveTo>
                  <a:pt x="2605477" y="438984"/>
                </a:moveTo>
                <a:lnTo>
                  <a:pt x="2602243" y="435522"/>
                </a:lnTo>
                <a:lnTo>
                  <a:pt x="2601285" y="432248"/>
                </a:lnTo>
                <a:lnTo>
                  <a:pt x="2602035" y="429141"/>
                </a:lnTo>
                <a:lnTo>
                  <a:pt x="2603292" y="424133"/>
                </a:lnTo>
                <a:lnTo>
                  <a:pt x="2604645" y="423333"/>
                </a:lnTo>
                <a:lnTo>
                  <a:pt x="2608469" y="421171"/>
                </a:lnTo>
                <a:lnTo>
                  <a:pt x="2618272" y="423552"/>
                </a:lnTo>
                <a:lnTo>
                  <a:pt x="2621362" y="428619"/>
                </a:lnTo>
                <a:lnTo>
                  <a:pt x="2620101" y="433623"/>
                </a:lnTo>
                <a:lnTo>
                  <a:pt x="2618893" y="438586"/>
                </a:lnTo>
                <a:lnTo>
                  <a:pt x="2613885" y="441630"/>
                </a:lnTo>
                <a:lnTo>
                  <a:pt x="2608876" y="440374"/>
                </a:lnTo>
                <a:lnTo>
                  <a:pt x="2607048" y="439981"/>
                </a:lnTo>
                <a:lnTo>
                  <a:pt x="2605477" y="438984"/>
                </a:lnTo>
                <a:close/>
              </a:path>
              <a:path w="5142230" h="2300604">
                <a:moveTo>
                  <a:pt x="3192366" y="680940"/>
                </a:moveTo>
                <a:lnTo>
                  <a:pt x="3188479" y="676780"/>
                </a:lnTo>
                <a:lnTo>
                  <a:pt x="3188043" y="672012"/>
                </a:lnTo>
                <a:lnTo>
                  <a:pt x="3193545" y="664124"/>
                </a:lnTo>
                <a:lnTo>
                  <a:pt x="3199387" y="663141"/>
                </a:lnTo>
                <a:lnTo>
                  <a:pt x="3207779" y="668998"/>
                </a:lnTo>
                <a:lnTo>
                  <a:pt x="3208814" y="674798"/>
                </a:lnTo>
                <a:lnTo>
                  <a:pt x="3202909" y="683235"/>
                </a:lnTo>
                <a:lnTo>
                  <a:pt x="3197109" y="684261"/>
                </a:lnTo>
                <a:lnTo>
                  <a:pt x="3192366" y="680940"/>
                </a:lnTo>
                <a:close/>
              </a:path>
              <a:path w="5142230" h="2300604">
                <a:moveTo>
                  <a:pt x="3248611" y="723261"/>
                </a:moveTo>
                <a:lnTo>
                  <a:pt x="3244871" y="719257"/>
                </a:lnTo>
                <a:lnTo>
                  <a:pt x="3244627" y="714108"/>
                </a:lnTo>
                <a:lnTo>
                  <a:pt x="3247629" y="710482"/>
                </a:lnTo>
                <a:lnTo>
                  <a:pt x="3250834" y="706483"/>
                </a:lnTo>
                <a:lnTo>
                  <a:pt x="3256660" y="705880"/>
                </a:lnTo>
                <a:lnTo>
                  <a:pt x="3260708" y="709139"/>
                </a:lnTo>
                <a:lnTo>
                  <a:pt x="3264658" y="712389"/>
                </a:lnTo>
                <a:lnTo>
                  <a:pt x="3265263" y="718215"/>
                </a:lnTo>
                <a:lnTo>
                  <a:pt x="3262053" y="722210"/>
                </a:lnTo>
                <a:lnTo>
                  <a:pt x="3258808" y="726163"/>
                </a:lnTo>
                <a:lnTo>
                  <a:pt x="3252932" y="726813"/>
                </a:lnTo>
                <a:lnTo>
                  <a:pt x="3248611" y="723261"/>
                </a:lnTo>
                <a:close/>
              </a:path>
              <a:path w="5142230" h="2300604">
                <a:moveTo>
                  <a:pt x="4716557" y="2300034"/>
                </a:moveTo>
                <a:lnTo>
                  <a:pt x="4716488" y="2299183"/>
                </a:lnTo>
                <a:lnTo>
                  <a:pt x="4722140" y="2291355"/>
                </a:lnTo>
                <a:lnTo>
                  <a:pt x="4727977" y="2290468"/>
                </a:lnTo>
                <a:lnTo>
                  <a:pt x="4736320" y="2296463"/>
                </a:lnTo>
                <a:lnTo>
                  <a:pt x="4736850" y="2299965"/>
                </a:lnTo>
                <a:lnTo>
                  <a:pt x="4730248" y="2300034"/>
                </a:lnTo>
                <a:lnTo>
                  <a:pt x="4716557" y="2300034"/>
                </a:lnTo>
                <a:close/>
              </a:path>
              <a:path w="5142230" h="2300604">
                <a:moveTo>
                  <a:pt x="4491117" y="2142188"/>
                </a:moveTo>
                <a:lnTo>
                  <a:pt x="4486770" y="2137535"/>
                </a:lnTo>
                <a:lnTo>
                  <a:pt x="4486384" y="2132821"/>
                </a:lnTo>
                <a:lnTo>
                  <a:pt x="4492033" y="2124989"/>
                </a:lnTo>
                <a:lnTo>
                  <a:pt x="4497826" y="2124050"/>
                </a:lnTo>
                <a:lnTo>
                  <a:pt x="4506166" y="2130048"/>
                </a:lnTo>
                <a:lnTo>
                  <a:pt x="4507099" y="2135933"/>
                </a:lnTo>
                <a:lnTo>
                  <a:pt x="4504130" y="2140086"/>
                </a:lnTo>
                <a:lnTo>
                  <a:pt x="4501056" y="2144227"/>
                </a:lnTo>
                <a:lnTo>
                  <a:pt x="4495264" y="2145163"/>
                </a:lnTo>
                <a:lnTo>
                  <a:pt x="4491117" y="2142188"/>
                </a:lnTo>
                <a:close/>
              </a:path>
              <a:path w="5142230" h="2300604">
                <a:moveTo>
                  <a:pt x="1908191" y="304448"/>
                </a:moveTo>
                <a:lnTo>
                  <a:pt x="1904911" y="300938"/>
                </a:lnTo>
                <a:lnTo>
                  <a:pt x="1903977" y="297884"/>
                </a:lnTo>
                <a:lnTo>
                  <a:pt x="1904600" y="294837"/>
                </a:lnTo>
                <a:lnTo>
                  <a:pt x="1905573" y="289819"/>
                </a:lnTo>
                <a:lnTo>
                  <a:pt x="1910498" y="286587"/>
                </a:lnTo>
                <a:lnTo>
                  <a:pt x="1915512" y="287556"/>
                </a:lnTo>
                <a:lnTo>
                  <a:pt x="1920581" y="288583"/>
                </a:lnTo>
                <a:lnTo>
                  <a:pt x="1923856" y="293458"/>
                </a:lnTo>
                <a:lnTo>
                  <a:pt x="1921817" y="303590"/>
                </a:lnTo>
                <a:lnTo>
                  <a:pt x="1916887" y="306817"/>
                </a:lnTo>
                <a:lnTo>
                  <a:pt x="1911873" y="305848"/>
                </a:lnTo>
                <a:lnTo>
                  <a:pt x="1909905" y="305404"/>
                </a:lnTo>
                <a:lnTo>
                  <a:pt x="1908191" y="304448"/>
                </a:lnTo>
                <a:close/>
              </a:path>
              <a:path w="5142230" h="2300604">
                <a:moveTo>
                  <a:pt x="3576794" y="1184347"/>
                </a:moveTo>
                <a:lnTo>
                  <a:pt x="3573464" y="1180782"/>
                </a:lnTo>
                <a:lnTo>
                  <a:pt x="3572929" y="1180013"/>
                </a:lnTo>
                <a:lnTo>
                  <a:pt x="3570235" y="1174586"/>
                </a:lnTo>
                <a:lnTo>
                  <a:pt x="3572124" y="1168986"/>
                </a:lnTo>
                <a:lnTo>
                  <a:pt x="3581108" y="1164528"/>
                </a:lnTo>
                <a:lnTo>
                  <a:pt x="3581297" y="1164434"/>
                </a:lnTo>
                <a:lnTo>
                  <a:pt x="3586893" y="1166320"/>
                </a:lnTo>
                <a:lnTo>
                  <a:pt x="3589197" y="1170934"/>
                </a:lnTo>
                <a:lnTo>
                  <a:pt x="3591444" y="1175592"/>
                </a:lnTo>
                <a:lnTo>
                  <a:pt x="3589559" y="1181096"/>
                </a:lnTo>
                <a:lnTo>
                  <a:pt x="3581202" y="1185251"/>
                </a:lnTo>
                <a:lnTo>
                  <a:pt x="3576794" y="1184347"/>
                </a:lnTo>
                <a:close/>
              </a:path>
              <a:path w="5142230" h="2300604">
                <a:moveTo>
                  <a:pt x="3881135" y="1661933"/>
                </a:moveTo>
                <a:lnTo>
                  <a:pt x="3874075" y="1654375"/>
                </a:lnTo>
                <a:lnTo>
                  <a:pt x="3874276" y="1648627"/>
                </a:lnTo>
                <a:lnTo>
                  <a:pt x="3881735" y="1641559"/>
                </a:lnTo>
                <a:lnTo>
                  <a:pt x="3887724" y="1641715"/>
                </a:lnTo>
                <a:lnTo>
                  <a:pt x="3894694" y="1649176"/>
                </a:lnTo>
                <a:lnTo>
                  <a:pt x="3894541" y="1655072"/>
                </a:lnTo>
                <a:lnTo>
                  <a:pt x="3887031" y="1662086"/>
                </a:lnTo>
                <a:lnTo>
                  <a:pt x="3881135" y="1661933"/>
                </a:lnTo>
                <a:close/>
              </a:path>
              <a:path w="5142230" h="2300604">
                <a:moveTo>
                  <a:pt x="4548166" y="2183412"/>
                </a:moveTo>
                <a:lnTo>
                  <a:pt x="4544281" y="2179253"/>
                </a:lnTo>
                <a:lnTo>
                  <a:pt x="4543890" y="2174440"/>
                </a:lnTo>
                <a:lnTo>
                  <a:pt x="4546565" y="2170754"/>
                </a:lnTo>
                <a:lnTo>
                  <a:pt x="4549539" y="2166606"/>
                </a:lnTo>
                <a:lnTo>
                  <a:pt x="4555380" y="2165624"/>
                </a:lnTo>
                <a:lnTo>
                  <a:pt x="4559525" y="2168692"/>
                </a:lnTo>
                <a:lnTo>
                  <a:pt x="4563713" y="2171710"/>
                </a:lnTo>
                <a:lnTo>
                  <a:pt x="4564652" y="2177507"/>
                </a:lnTo>
                <a:lnTo>
                  <a:pt x="4561626" y="2181694"/>
                </a:lnTo>
                <a:lnTo>
                  <a:pt x="4558612" y="2185798"/>
                </a:lnTo>
                <a:lnTo>
                  <a:pt x="4552820" y="2186734"/>
                </a:lnTo>
                <a:lnTo>
                  <a:pt x="4548166" y="2183412"/>
                </a:lnTo>
                <a:close/>
              </a:path>
              <a:path w="5142230" h="2300604">
                <a:moveTo>
                  <a:pt x="3512285" y="1058008"/>
                </a:moveTo>
                <a:lnTo>
                  <a:pt x="3508348" y="1053794"/>
                </a:lnTo>
                <a:lnTo>
                  <a:pt x="3507996" y="1053026"/>
                </a:lnTo>
                <a:lnTo>
                  <a:pt x="3505552" y="1048553"/>
                </a:lnTo>
                <a:lnTo>
                  <a:pt x="3507202" y="1042893"/>
                </a:lnTo>
                <a:lnTo>
                  <a:pt x="3511775" y="1040457"/>
                </a:lnTo>
                <a:lnTo>
                  <a:pt x="3516250" y="1038011"/>
                </a:lnTo>
                <a:lnTo>
                  <a:pt x="3521904" y="1039669"/>
                </a:lnTo>
                <a:lnTo>
                  <a:pt x="3526791" y="1048709"/>
                </a:lnTo>
                <a:lnTo>
                  <a:pt x="3525130" y="1054361"/>
                </a:lnTo>
                <a:lnTo>
                  <a:pt x="3520566" y="1056807"/>
                </a:lnTo>
                <a:lnTo>
                  <a:pt x="3516766" y="1058896"/>
                </a:lnTo>
                <a:lnTo>
                  <a:pt x="3512285" y="1058008"/>
                </a:lnTo>
                <a:close/>
              </a:path>
              <a:path w="5142230" h="2300604">
                <a:moveTo>
                  <a:pt x="4144928" y="1892608"/>
                </a:moveTo>
                <a:lnTo>
                  <a:pt x="4141197" y="1888615"/>
                </a:lnTo>
                <a:lnTo>
                  <a:pt x="4140850" y="1883552"/>
                </a:lnTo>
                <a:lnTo>
                  <a:pt x="4143616" y="1879964"/>
                </a:lnTo>
                <a:lnTo>
                  <a:pt x="4146684" y="1875819"/>
                </a:lnTo>
                <a:lnTo>
                  <a:pt x="4152517" y="1875027"/>
                </a:lnTo>
                <a:lnTo>
                  <a:pt x="4156612" y="1878142"/>
                </a:lnTo>
                <a:lnTo>
                  <a:pt x="4160753" y="1881204"/>
                </a:lnTo>
                <a:lnTo>
                  <a:pt x="4161551" y="1887042"/>
                </a:lnTo>
                <a:lnTo>
                  <a:pt x="4155324" y="1895233"/>
                </a:lnTo>
                <a:lnTo>
                  <a:pt x="4149490" y="1896026"/>
                </a:lnTo>
                <a:lnTo>
                  <a:pt x="4145390" y="1892907"/>
                </a:lnTo>
                <a:lnTo>
                  <a:pt x="4144928" y="1892608"/>
                </a:lnTo>
                <a:close/>
              </a:path>
              <a:path w="5142230" h="2300604">
                <a:moveTo>
                  <a:pt x="1977933" y="317916"/>
                </a:moveTo>
                <a:lnTo>
                  <a:pt x="1974695" y="314450"/>
                </a:lnTo>
                <a:lnTo>
                  <a:pt x="1973757" y="311491"/>
                </a:lnTo>
                <a:lnTo>
                  <a:pt x="1974290" y="308445"/>
                </a:lnTo>
                <a:lnTo>
                  <a:pt x="1975218" y="303378"/>
                </a:lnTo>
                <a:lnTo>
                  <a:pt x="1980098" y="300098"/>
                </a:lnTo>
                <a:lnTo>
                  <a:pt x="1990232" y="301953"/>
                </a:lnTo>
                <a:lnTo>
                  <a:pt x="1993561" y="306788"/>
                </a:lnTo>
                <a:lnTo>
                  <a:pt x="1991606" y="316914"/>
                </a:lnTo>
                <a:lnTo>
                  <a:pt x="1986776" y="320247"/>
                </a:lnTo>
                <a:lnTo>
                  <a:pt x="1981754" y="319269"/>
                </a:lnTo>
                <a:lnTo>
                  <a:pt x="1979688" y="318916"/>
                </a:lnTo>
                <a:lnTo>
                  <a:pt x="1977933" y="317916"/>
                </a:lnTo>
                <a:close/>
              </a:path>
              <a:path w="5142230" h="2300604">
                <a:moveTo>
                  <a:pt x="2809941" y="497260"/>
                </a:moveTo>
                <a:lnTo>
                  <a:pt x="2806657" y="493745"/>
                </a:lnTo>
                <a:lnTo>
                  <a:pt x="2805787" y="490174"/>
                </a:lnTo>
                <a:lnTo>
                  <a:pt x="2808478" y="482107"/>
                </a:lnTo>
                <a:lnTo>
                  <a:pt x="2808526" y="481963"/>
                </a:lnTo>
                <a:lnTo>
                  <a:pt x="2813761" y="479356"/>
                </a:lnTo>
                <a:lnTo>
                  <a:pt x="2823514" y="482563"/>
                </a:lnTo>
                <a:lnTo>
                  <a:pt x="2826167" y="487847"/>
                </a:lnTo>
                <a:lnTo>
                  <a:pt x="2822957" y="497411"/>
                </a:lnTo>
                <a:lnTo>
                  <a:pt x="2822909" y="497555"/>
                </a:lnTo>
                <a:lnTo>
                  <a:pt x="2817626" y="500208"/>
                </a:lnTo>
                <a:lnTo>
                  <a:pt x="2812774" y="498631"/>
                </a:lnTo>
                <a:lnTo>
                  <a:pt x="2811281" y="498108"/>
                </a:lnTo>
                <a:lnTo>
                  <a:pt x="2809941" y="497260"/>
                </a:lnTo>
                <a:close/>
              </a:path>
              <a:path w="5142230" h="2300604">
                <a:moveTo>
                  <a:pt x="4433113" y="2100232"/>
                </a:moveTo>
                <a:lnTo>
                  <a:pt x="4429226" y="2096071"/>
                </a:lnTo>
                <a:lnTo>
                  <a:pt x="4428840" y="2091258"/>
                </a:lnTo>
                <a:lnTo>
                  <a:pt x="4434441" y="2083469"/>
                </a:lnTo>
                <a:lnTo>
                  <a:pt x="4440280" y="2082489"/>
                </a:lnTo>
                <a:lnTo>
                  <a:pt x="4448622" y="2088484"/>
                </a:lnTo>
                <a:lnTo>
                  <a:pt x="4449552" y="2094271"/>
                </a:lnTo>
                <a:lnTo>
                  <a:pt x="4443562" y="2102616"/>
                </a:lnTo>
                <a:lnTo>
                  <a:pt x="4437768" y="2103554"/>
                </a:lnTo>
                <a:lnTo>
                  <a:pt x="4433113" y="2100232"/>
                </a:lnTo>
                <a:close/>
              </a:path>
              <a:path w="5142230" h="2300604">
                <a:moveTo>
                  <a:pt x="2047841" y="330682"/>
                </a:moveTo>
                <a:lnTo>
                  <a:pt x="2044607" y="327220"/>
                </a:lnTo>
                <a:lnTo>
                  <a:pt x="2043669" y="324261"/>
                </a:lnTo>
                <a:lnTo>
                  <a:pt x="2044149" y="321256"/>
                </a:lnTo>
                <a:lnTo>
                  <a:pt x="2045077" y="316189"/>
                </a:lnTo>
                <a:lnTo>
                  <a:pt x="2049907" y="312855"/>
                </a:lnTo>
                <a:lnTo>
                  <a:pt x="2059995" y="314662"/>
                </a:lnTo>
                <a:lnTo>
                  <a:pt x="2063377" y="319456"/>
                </a:lnTo>
                <a:lnTo>
                  <a:pt x="2062445" y="324518"/>
                </a:lnTo>
                <a:lnTo>
                  <a:pt x="2061566" y="329539"/>
                </a:lnTo>
                <a:lnTo>
                  <a:pt x="2056733" y="332968"/>
                </a:lnTo>
                <a:lnTo>
                  <a:pt x="2051666" y="332040"/>
                </a:lnTo>
                <a:lnTo>
                  <a:pt x="2049601" y="331686"/>
                </a:lnTo>
                <a:lnTo>
                  <a:pt x="2047841" y="330682"/>
                </a:lnTo>
                <a:close/>
              </a:path>
              <a:path w="5142230" h="2300604">
                <a:moveTo>
                  <a:pt x="2688005" y="412476"/>
                </a:moveTo>
                <a:lnTo>
                  <a:pt x="2684907" y="409160"/>
                </a:lnTo>
                <a:lnTo>
                  <a:pt x="2683976" y="406012"/>
                </a:lnTo>
                <a:lnTo>
                  <a:pt x="2686129" y="398249"/>
                </a:lnTo>
                <a:lnTo>
                  <a:pt x="2690992" y="395440"/>
                </a:lnTo>
                <a:lnTo>
                  <a:pt x="2700441" y="398028"/>
                </a:lnTo>
                <a:lnTo>
                  <a:pt x="2703249" y="402892"/>
                </a:lnTo>
                <a:lnTo>
                  <a:pt x="2700662" y="412340"/>
                </a:lnTo>
                <a:lnTo>
                  <a:pt x="2695798" y="415149"/>
                </a:lnTo>
                <a:lnTo>
                  <a:pt x="2689436" y="413421"/>
                </a:lnTo>
                <a:lnTo>
                  <a:pt x="2688005" y="412476"/>
                </a:lnTo>
                <a:close/>
              </a:path>
              <a:path w="5142230" h="2300604">
                <a:moveTo>
                  <a:pt x="4947476" y="2166413"/>
                </a:moveTo>
                <a:lnTo>
                  <a:pt x="4943726" y="2162399"/>
                </a:lnTo>
                <a:lnTo>
                  <a:pt x="4943224" y="2158049"/>
                </a:lnTo>
                <a:lnTo>
                  <a:pt x="4945256" y="2154946"/>
                </a:lnTo>
                <a:lnTo>
                  <a:pt x="4947897" y="2150833"/>
                </a:lnTo>
                <a:lnTo>
                  <a:pt x="4948156" y="2150428"/>
                </a:lnTo>
                <a:lnTo>
                  <a:pt x="4953631" y="2149249"/>
                </a:lnTo>
                <a:lnTo>
                  <a:pt x="4961854" y="2154533"/>
                </a:lnTo>
                <a:lnTo>
                  <a:pt x="4963077" y="2160048"/>
                </a:lnTo>
                <a:lnTo>
                  <a:pt x="4960649" y="2163800"/>
                </a:lnTo>
                <a:lnTo>
                  <a:pt x="4957969" y="2167871"/>
                </a:lnTo>
                <a:lnTo>
                  <a:pt x="4957705" y="2168271"/>
                </a:lnTo>
                <a:lnTo>
                  <a:pt x="4952230" y="2169450"/>
                </a:lnTo>
                <a:lnTo>
                  <a:pt x="4948120" y="2166807"/>
                </a:lnTo>
                <a:lnTo>
                  <a:pt x="4947476" y="2166413"/>
                </a:lnTo>
                <a:close/>
              </a:path>
              <a:path w="5142230" h="2300604">
                <a:moveTo>
                  <a:pt x="4827703" y="2088829"/>
                </a:moveTo>
                <a:lnTo>
                  <a:pt x="4824515" y="2085416"/>
                </a:lnTo>
                <a:lnTo>
                  <a:pt x="4824052" y="2080917"/>
                </a:lnTo>
                <a:lnTo>
                  <a:pt x="4828677" y="2073744"/>
                </a:lnTo>
                <a:lnTo>
                  <a:pt x="4828937" y="2073341"/>
                </a:lnTo>
                <a:lnTo>
                  <a:pt x="4834403" y="2072152"/>
                </a:lnTo>
                <a:lnTo>
                  <a:pt x="4842626" y="2077437"/>
                </a:lnTo>
                <a:lnTo>
                  <a:pt x="4843858" y="2082961"/>
                </a:lnTo>
                <a:lnTo>
                  <a:pt x="4841430" y="2086713"/>
                </a:lnTo>
                <a:lnTo>
                  <a:pt x="4838477" y="2091175"/>
                </a:lnTo>
                <a:lnTo>
                  <a:pt x="4833011" y="2092363"/>
                </a:lnTo>
                <a:lnTo>
                  <a:pt x="4828898" y="2089722"/>
                </a:lnTo>
                <a:lnTo>
                  <a:pt x="4827703" y="2088829"/>
                </a:lnTo>
                <a:close/>
              </a:path>
              <a:path w="5142230" h="2300604">
                <a:moveTo>
                  <a:pt x="4170867" y="1668680"/>
                </a:moveTo>
                <a:lnTo>
                  <a:pt x="4166695" y="1664213"/>
                </a:lnTo>
                <a:lnTo>
                  <a:pt x="4166266" y="1659746"/>
                </a:lnTo>
                <a:lnTo>
                  <a:pt x="4168791" y="1656292"/>
                </a:lnTo>
                <a:lnTo>
                  <a:pt x="4171613" y="1652277"/>
                </a:lnTo>
                <a:lnTo>
                  <a:pt x="4177122" y="1651331"/>
                </a:lnTo>
                <a:lnTo>
                  <a:pt x="4185148" y="1656992"/>
                </a:lnTo>
                <a:lnTo>
                  <a:pt x="4186094" y="1662500"/>
                </a:lnTo>
                <a:lnTo>
                  <a:pt x="4180439" y="1670522"/>
                </a:lnTo>
                <a:lnTo>
                  <a:pt x="4174882" y="1671512"/>
                </a:lnTo>
                <a:lnTo>
                  <a:pt x="4170867" y="1668680"/>
                </a:lnTo>
                <a:close/>
              </a:path>
              <a:path w="5142230" h="2300604">
                <a:moveTo>
                  <a:pt x="4887888" y="2127845"/>
                </a:moveTo>
                <a:lnTo>
                  <a:pt x="4884133" y="2123826"/>
                </a:lnTo>
                <a:lnTo>
                  <a:pt x="4883636" y="2119481"/>
                </a:lnTo>
                <a:lnTo>
                  <a:pt x="4888312" y="2112267"/>
                </a:lnTo>
                <a:lnTo>
                  <a:pt x="4888573" y="2111865"/>
                </a:lnTo>
                <a:lnTo>
                  <a:pt x="4894043" y="2110681"/>
                </a:lnTo>
                <a:lnTo>
                  <a:pt x="4902266" y="2115965"/>
                </a:lnTo>
                <a:lnTo>
                  <a:pt x="4903442" y="2121524"/>
                </a:lnTo>
                <a:lnTo>
                  <a:pt x="4901063" y="2125236"/>
                </a:lnTo>
                <a:lnTo>
                  <a:pt x="4898117" y="2129703"/>
                </a:lnTo>
                <a:lnTo>
                  <a:pt x="4892599" y="2130931"/>
                </a:lnTo>
                <a:lnTo>
                  <a:pt x="4888532" y="2128238"/>
                </a:lnTo>
                <a:lnTo>
                  <a:pt x="4887888" y="2127845"/>
                </a:lnTo>
                <a:close/>
              </a:path>
              <a:path w="5142230" h="2300604">
                <a:moveTo>
                  <a:pt x="4648835" y="1974774"/>
                </a:moveTo>
                <a:lnTo>
                  <a:pt x="4645039" y="1970711"/>
                </a:lnTo>
                <a:lnTo>
                  <a:pt x="4644536" y="1966455"/>
                </a:lnTo>
                <a:lnTo>
                  <a:pt x="4646611" y="1963105"/>
                </a:lnTo>
                <a:lnTo>
                  <a:pt x="4649166" y="1958902"/>
                </a:lnTo>
                <a:lnTo>
                  <a:pt x="4654757" y="1957555"/>
                </a:lnTo>
                <a:lnTo>
                  <a:pt x="4663077" y="1962749"/>
                </a:lnTo>
                <a:lnTo>
                  <a:pt x="4664305" y="1968167"/>
                </a:lnTo>
                <a:lnTo>
                  <a:pt x="4661830" y="1972263"/>
                </a:lnTo>
                <a:lnTo>
                  <a:pt x="4659187" y="1976372"/>
                </a:lnTo>
                <a:lnTo>
                  <a:pt x="4653640" y="1977765"/>
                </a:lnTo>
                <a:lnTo>
                  <a:pt x="4648835" y="1974774"/>
                </a:lnTo>
                <a:close/>
              </a:path>
              <a:path w="5142230" h="2300604">
                <a:moveTo>
                  <a:pt x="2956107" y="503885"/>
                </a:moveTo>
                <a:lnTo>
                  <a:pt x="2952968" y="500525"/>
                </a:lnTo>
                <a:lnTo>
                  <a:pt x="2952242" y="496812"/>
                </a:lnTo>
                <a:lnTo>
                  <a:pt x="2953682" y="493466"/>
                </a:lnTo>
                <a:lnTo>
                  <a:pt x="2955582" y="488952"/>
                </a:lnTo>
                <a:lnTo>
                  <a:pt x="2960751" y="486863"/>
                </a:lnTo>
                <a:lnTo>
                  <a:pt x="2969822" y="490707"/>
                </a:lnTo>
                <a:lnTo>
                  <a:pt x="2971800" y="495756"/>
                </a:lnTo>
                <a:lnTo>
                  <a:pt x="2969963" y="500437"/>
                </a:lnTo>
                <a:lnTo>
                  <a:pt x="2968017" y="504903"/>
                </a:lnTo>
                <a:lnTo>
                  <a:pt x="2962851" y="506999"/>
                </a:lnTo>
                <a:lnTo>
                  <a:pt x="2958337" y="505097"/>
                </a:lnTo>
                <a:lnTo>
                  <a:pt x="2957172" y="504633"/>
                </a:lnTo>
                <a:lnTo>
                  <a:pt x="2956107" y="503885"/>
                </a:lnTo>
                <a:close/>
              </a:path>
              <a:path w="5142230" h="2300604">
                <a:moveTo>
                  <a:pt x="3083755" y="565262"/>
                </a:moveTo>
                <a:lnTo>
                  <a:pt x="3080562" y="561844"/>
                </a:lnTo>
                <a:lnTo>
                  <a:pt x="3079905" y="557719"/>
                </a:lnTo>
                <a:lnTo>
                  <a:pt x="3084180" y="549981"/>
                </a:lnTo>
                <a:lnTo>
                  <a:pt x="3089523" y="548369"/>
                </a:lnTo>
                <a:lnTo>
                  <a:pt x="3098138" y="553096"/>
                </a:lnTo>
                <a:lnTo>
                  <a:pt x="3099750" y="558438"/>
                </a:lnTo>
                <a:lnTo>
                  <a:pt x="3095019" y="567058"/>
                </a:lnTo>
                <a:lnTo>
                  <a:pt x="3089631" y="568622"/>
                </a:lnTo>
                <a:lnTo>
                  <a:pt x="3085371" y="566309"/>
                </a:lnTo>
                <a:lnTo>
                  <a:pt x="3084486" y="565849"/>
                </a:lnTo>
                <a:lnTo>
                  <a:pt x="3083755" y="565262"/>
                </a:lnTo>
                <a:close/>
              </a:path>
              <a:path w="5142230" h="2300604">
                <a:moveTo>
                  <a:pt x="4228795" y="1708798"/>
                </a:moveTo>
                <a:lnTo>
                  <a:pt x="4225098" y="1704840"/>
                </a:lnTo>
                <a:lnTo>
                  <a:pt x="4224651" y="1700352"/>
                </a:lnTo>
                <a:lnTo>
                  <a:pt x="4227032" y="1696840"/>
                </a:lnTo>
                <a:lnTo>
                  <a:pt x="4229767" y="1692733"/>
                </a:lnTo>
                <a:lnTo>
                  <a:pt x="4235327" y="1691739"/>
                </a:lnTo>
                <a:lnTo>
                  <a:pt x="4243404" y="1697260"/>
                </a:lnTo>
                <a:lnTo>
                  <a:pt x="4244443" y="1702773"/>
                </a:lnTo>
                <a:lnTo>
                  <a:pt x="4238925" y="1710841"/>
                </a:lnTo>
                <a:lnTo>
                  <a:pt x="4233463" y="1711934"/>
                </a:lnTo>
                <a:lnTo>
                  <a:pt x="4229403" y="1709153"/>
                </a:lnTo>
                <a:lnTo>
                  <a:pt x="4228795" y="1708798"/>
                </a:lnTo>
                <a:close/>
              </a:path>
              <a:path w="5142230" h="2300604">
                <a:moveTo>
                  <a:pt x="4768660" y="2050748"/>
                </a:moveTo>
                <a:lnTo>
                  <a:pt x="4764869" y="2046690"/>
                </a:lnTo>
                <a:lnTo>
                  <a:pt x="4764372" y="2042345"/>
                </a:lnTo>
                <a:lnTo>
                  <a:pt x="4766396" y="2039233"/>
                </a:lnTo>
                <a:lnTo>
                  <a:pt x="4769081" y="2035167"/>
                </a:lnTo>
                <a:lnTo>
                  <a:pt x="4769345" y="2034768"/>
                </a:lnTo>
                <a:lnTo>
                  <a:pt x="4774815" y="2033584"/>
                </a:lnTo>
                <a:lnTo>
                  <a:pt x="4783043" y="2038873"/>
                </a:lnTo>
                <a:lnTo>
                  <a:pt x="4784222" y="2044437"/>
                </a:lnTo>
                <a:lnTo>
                  <a:pt x="4781795" y="2048096"/>
                </a:lnTo>
                <a:lnTo>
                  <a:pt x="4779149" y="2052202"/>
                </a:lnTo>
                <a:lnTo>
                  <a:pt x="4778889" y="2052607"/>
                </a:lnTo>
                <a:lnTo>
                  <a:pt x="4773418" y="2053790"/>
                </a:lnTo>
                <a:lnTo>
                  <a:pt x="4769308" y="2051147"/>
                </a:lnTo>
                <a:lnTo>
                  <a:pt x="4768660" y="2050748"/>
                </a:lnTo>
                <a:close/>
              </a:path>
              <a:path w="5142230" h="2300604">
                <a:moveTo>
                  <a:pt x="5006515" y="2204489"/>
                </a:moveTo>
                <a:lnTo>
                  <a:pt x="5003327" y="2201076"/>
                </a:lnTo>
                <a:lnTo>
                  <a:pt x="5002864" y="2196577"/>
                </a:lnTo>
                <a:lnTo>
                  <a:pt x="5007525" y="2189348"/>
                </a:lnTo>
                <a:lnTo>
                  <a:pt x="5007749" y="2189001"/>
                </a:lnTo>
                <a:lnTo>
                  <a:pt x="5013263" y="2187767"/>
                </a:lnTo>
                <a:lnTo>
                  <a:pt x="5017325" y="2190456"/>
                </a:lnTo>
                <a:lnTo>
                  <a:pt x="5021438" y="2193097"/>
                </a:lnTo>
                <a:lnTo>
                  <a:pt x="5022670" y="2198621"/>
                </a:lnTo>
                <a:lnTo>
                  <a:pt x="5020247" y="2202380"/>
                </a:lnTo>
                <a:lnTo>
                  <a:pt x="5017336" y="2206790"/>
                </a:lnTo>
                <a:lnTo>
                  <a:pt x="5011822" y="2208023"/>
                </a:lnTo>
                <a:lnTo>
                  <a:pt x="5007710" y="2205382"/>
                </a:lnTo>
                <a:lnTo>
                  <a:pt x="5006515" y="2204489"/>
                </a:lnTo>
                <a:close/>
              </a:path>
              <a:path w="5142230" h="2300604">
                <a:moveTo>
                  <a:pt x="2890391" y="477524"/>
                </a:moveTo>
                <a:lnTo>
                  <a:pt x="2887248" y="474159"/>
                </a:lnTo>
                <a:lnTo>
                  <a:pt x="2886429" y="470642"/>
                </a:lnTo>
                <a:lnTo>
                  <a:pt x="2887674" y="467379"/>
                </a:lnTo>
                <a:lnTo>
                  <a:pt x="2889388" y="462765"/>
                </a:lnTo>
                <a:lnTo>
                  <a:pt x="2894520" y="460436"/>
                </a:lnTo>
                <a:lnTo>
                  <a:pt x="2899081" y="462192"/>
                </a:lnTo>
                <a:lnTo>
                  <a:pt x="2903701" y="463912"/>
                </a:lnTo>
                <a:lnTo>
                  <a:pt x="2906028" y="469043"/>
                </a:lnTo>
                <a:lnTo>
                  <a:pt x="2904308" y="473654"/>
                </a:lnTo>
                <a:lnTo>
                  <a:pt x="2902554" y="478224"/>
                </a:lnTo>
                <a:lnTo>
                  <a:pt x="2897421" y="480553"/>
                </a:lnTo>
                <a:lnTo>
                  <a:pt x="2892856" y="478791"/>
                </a:lnTo>
                <a:lnTo>
                  <a:pt x="2891502" y="478321"/>
                </a:lnTo>
                <a:lnTo>
                  <a:pt x="2890391" y="477524"/>
                </a:lnTo>
                <a:close/>
              </a:path>
              <a:path w="5142230" h="2300604">
                <a:moveTo>
                  <a:pt x="4287885" y="1748298"/>
                </a:moveTo>
                <a:lnTo>
                  <a:pt x="4284136" y="1744285"/>
                </a:lnTo>
                <a:lnTo>
                  <a:pt x="4283685" y="1739894"/>
                </a:lnTo>
                <a:lnTo>
                  <a:pt x="4285978" y="1736382"/>
                </a:lnTo>
                <a:lnTo>
                  <a:pt x="4288666" y="1732319"/>
                </a:lnTo>
                <a:lnTo>
                  <a:pt x="4294179" y="1731186"/>
                </a:lnTo>
                <a:lnTo>
                  <a:pt x="4302352" y="1736609"/>
                </a:lnTo>
                <a:lnTo>
                  <a:pt x="4303489" y="1742030"/>
                </a:lnTo>
                <a:lnTo>
                  <a:pt x="4300792" y="1746183"/>
                </a:lnTo>
                <a:lnTo>
                  <a:pt x="4298105" y="1750246"/>
                </a:lnTo>
                <a:lnTo>
                  <a:pt x="4292596" y="1751384"/>
                </a:lnTo>
                <a:lnTo>
                  <a:pt x="4288533" y="1748696"/>
                </a:lnTo>
                <a:lnTo>
                  <a:pt x="4287885" y="1748298"/>
                </a:lnTo>
                <a:close/>
              </a:path>
              <a:path w="5142230" h="2300604">
                <a:moveTo>
                  <a:pt x="3020695" y="533043"/>
                </a:moveTo>
                <a:lnTo>
                  <a:pt x="3017552" y="529678"/>
                </a:lnTo>
                <a:lnTo>
                  <a:pt x="3016788" y="525735"/>
                </a:lnTo>
                <a:lnTo>
                  <a:pt x="3018461" y="522346"/>
                </a:lnTo>
                <a:lnTo>
                  <a:pt x="3020543" y="517926"/>
                </a:lnTo>
                <a:lnTo>
                  <a:pt x="3025851" y="516082"/>
                </a:lnTo>
                <a:lnTo>
                  <a:pt x="3034719" y="520297"/>
                </a:lnTo>
                <a:lnTo>
                  <a:pt x="3036574" y="525605"/>
                </a:lnTo>
                <a:lnTo>
                  <a:pt x="3032308" y="534430"/>
                </a:lnTo>
                <a:lnTo>
                  <a:pt x="3027004" y="536280"/>
                </a:lnTo>
                <a:lnTo>
                  <a:pt x="3022586" y="534189"/>
                </a:lnTo>
                <a:lnTo>
                  <a:pt x="3021564" y="533682"/>
                </a:lnTo>
                <a:lnTo>
                  <a:pt x="3020695" y="533043"/>
                </a:lnTo>
                <a:close/>
              </a:path>
              <a:path w="5142230" h="2300604">
                <a:moveTo>
                  <a:pt x="4113181" y="1626965"/>
                </a:moveTo>
                <a:lnTo>
                  <a:pt x="4109105" y="1622601"/>
                </a:lnTo>
                <a:lnTo>
                  <a:pt x="4108767" y="1618040"/>
                </a:lnTo>
                <a:lnTo>
                  <a:pt x="4111342" y="1614539"/>
                </a:lnTo>
                <a:lnTo>
                  <a:pt x="4114214" y="1610578"/>
                </a:lnTo>
                <a:lnTo>
                  <a:pt x="4119762" y="1609769"/>
                </a:lnTo>
                <a:lnTo>
                  <a:pt x="4123723" y="1612643"/>
                </a:lnTo>
                <a:lnTo>
                  <a:pt x="4127688" y="1615613"/>
                </a:lnTo>
                <a:lnTo>
                  <a:pt x="4128491" y="1621164"/>
                </a:lnTo>
                <a:lnTo>
                  <a:pt x="4125571" y="1625079"/>
                </a:lnTo>
                <a:lnTo>
                  <a:pt x="4122697" y="1629042"/>
                </a:lnTo>
                <a:lnTo>
                  <a:pt x="4117094" y="1629884"/>
                </a:lnTo>
                <a:lnTo>
                  <a:pt x="4113181" y="1626965"/>
                </a:lnTo>
                <a:close/>
              </a:path>
              <a:path w="5142230" h="2300604">
                <a:moveTo>
                  <a:pt x="2756116" y="432115"/>
                </a:moveTo>
                <a:lnTo>
                  <a:pt x="2753023" y="428804"/>
                </a:lnTo>
                <a:lnTo>
                  <a:pt x="2752144" y="425517"/>
                </a:lnTo>
                <a:lnTo>
                  <a:pt x="2753102" y="422339"/>
                </a:lnTo>
                <a:lnTo>
                  <a:pt x="2754534" y="417714"/>
                </a:lnTo>
                <a:lnTo>
                  <a:pt x="2759489" y="415003"/>
                </a:lnTo>
                <a:lnTo>
                  <a:pt x="2764159" y="416484"/>
                </a:lnTo>
                <a:lnTo>
                  <a:pt x="2768833" y="417871"/>
                </a:lnTo>
                <a:lnTo>
                  <a:pt x="2771495" y="422871"/>
                </a:lnTo>
                <a:lnTo>
                  <a:pt x="2770109" y="427545"/>
                </a:lnTo>
                <a:lnTo>
                  <a:pt x="2768623" y="432211"/>
                </a:lnTo>
                <a:lnTo>
                  <a:pt x="2763722" y="434881"/>
                </a:lnTo>
                <a:lnTo>
                  <a:pt x="2757456" y="432963"/>
                </a:lnTo>
                <a:lnTo>
                  <a:pt x="2756116" y="432115"/>
                </a:lnTo>
                <a:close/>
              </a:path>
              <a:path w="5142230" h="2300604">
                <a:moveTo>
                  <a:pt x="2823645" y="453677"/>
                </a:moveTo>
                <a:lnTo>
                  <a:pt x="2820553" y="450366"/>
                </a:lnTo>
                <a:lnTo>
                  <a:pt x="2819676" y="446985"/>
                </a:lnTo>
                <a:lnTo>
                  <a:pt x="2822353" y="439097"/>
                </a:lnTo>
                <a:lnTo>
                  <a:pt x="2827348" y="436622"/>
                </a:lnTo>
                <a:lnTo>
                  <a:pt x="2836682" y="439774"/>
                </a:lnTo>
                <a:lnTo>
                  <a:pt x="2839157" y="444766"/>
                </a:lnTo>
                <a:lnTo>
                  <a:pt x="2836005" y="454102"/>
                </a:lnTo>
                <a:lnTo>
                  <a:pt x="2831012" y="456575"/>
                </a:lnTo>
                <a:lnTo>
                  <a:pt x="2826340" y="454996"/>
                </a:lnTo>
                <a:lnTo>
                  <a:pt x="2824897" y="454526"/>
                </a:lnTo>
                <a:lnTo>
                  <a:pt x="2823645" y="453677"/>
                </a:lnTo>
                <a:close/>
              </a:path>
              <a:path w="5142230" h="2300604">
                <a:moveTo>
                  <a:pt x="4708920" y="2012504"/>
                </a:moveTo>
                <a:lnTo>
                  <a:pt x="4705124" y="2008441"/>
                </a:lnTo>
                <a:lnTo>
                  <a:pt x="4704582" y="2004147"/>
                </a:lnTo>
                <a:lnTo>
                  <a:pt x="4706675" y="2000914"/>
                </a:lnTo>
                <a:lnTo>
                  <a:pt x="4709270" y="1996752"/>
                </a:lnTo>
                <a:lnTo>
                  <a:pt x="4709416" y="1996518"/>
                </a:lnTo>
                <a:lnTo>
                  <a:pt x="4714939" y="1995294"/>
                </a:lnTo>
                <a:lnTo>
                  <a:pt x="4719052" y="1997935"/>
                </a:lnTo>
                <a:lnTo>
                  <a:pt x="4723212" y="2000532"/>
                </a:lnTo>
                <a:lnTo>
                  <a:pt x="4724435" y="2006046"/>
                </a:lnTo>
                <a:lnTo>
                  <a:pt x="4721946" y="2009931"/>
                </a:lnTo>
                <a:lnTo>
                  <a:pt x="4719343" y="2014083"/>
                </a:lnTo>
                <a:lnTo>
                  <a:pt x="4719196" y="2014318"/>
                </a:lnTo>
                <a:lnTo>
                  <a:pt x="4713733" y="2015505"/>
                </a:lnTo>
                <a:lnTo>
                  <a:pt x="4708920" y="2012504"/>
                </a:lnTo>
                <a:close/>
              </a:path>
              <a:path w="5142230" h="2300604">
                <a:moveTo>
                  <a:pt x="3544145" y="1003751"/>
                </a:moveTo>
                <a:lnTo>
                  <a:pt x="3540311" y="999646"/>
                </a:lnTo>
                <a:lnTo>
                  <a:pt x="3537419" y="995672"/>
                </a:lnTo>
                <a:lnTo>
                  <a:pt x="3538367" y="990139"/>
                </a:lnTo>
                <a:lnTo>
                  <a:pt x="3546301" y="984362"/>
                </a:lnTo>
                <a:lnTo>
                  <a:pt x="3551841" y="985305"/>
                </a:lnTo>
                <a:lnTo>
                  <a:pt x="3557567" y="993196"/>
                </a:lnTo>
                <a:lnTo>
                  <a:pt x="3556674" y="998787"/>
                </a:lnTo>
                <a:lnTo>
                  <a:pt x="3552752" y="1001629"/>
                </a:lnTo>
                <a:lnTo>
                  <a:pt x="3549024" y="1004281"/>
                </a:lnTo>
                <a:lnTo>
                  <a:pt x="3544145" y="1003751"/>
                </a:lnTo>
                <a:close/>
              </a:path>
              <a:path w="5142230" h="2300604">
                <a:moveTo>
                  <a:pt x="4000883" y="1539303"/>
                </a:moveTo>
                <a:lnTo>
                  <a:pt x="3997044" y="1535193"/>
                </a:lnTo>
                <a:lnTo>
                  <a:pt x="3996842" y="1530285"/>
                </a:lnTo>
                <a:lnTo>
                  <a:pt x="3999649" y="1526842"/>
                </a:lnTo>
                <a:lnTo>
                  <a:pt x="4002798" y="1523078"/>
                </a:lnTo>
                <a:lnTo>
                  <a:pt x="4008390" y="1522511"/>
                </a:lnTo>
                <a:lnTo>
                  <a:pt x="4012206" y="1525622"/>
                </a:lnTo>
                <a:lnTo>
                  <a:pt x="4015967" y="1528765"/>
                </a:lnTo>
                <a:lnTo>
                  <a:pt x="4016437" y="1534352"/>
                </a:lnTo>
                <a:lnTo>
                  <a:pt x="4013386" y="1538125"/>
                </a:lnTo>
                <a:lnTo>
                  <a:pt x="4010236" y="1541889"/>
                </a:lnTo>
                <a:lnTo>
                  <a:pt x="4004646" y="1542453"/>
                </a:lnTo>
                <a:lnTo>
                  <a:pt x="4000883" y="1539303"/>
                </a:lnTo>
                <a:close/>
              </a:path>
              <a:path w="5142230" h="2300604">
                <a:moveTo>
                  <a:pt x="3946009" y="1492488"/>
                </a:moveTo>
                <a:lnTo>
                  <a:pt x="3942916" y="1489177"/>
                </a:lnTo>
                <a:lnTo>
                  <a:pt x="3942809" y="1483980"/>
                </a:lnTo>
                <a:lnTo>
                  <a:pt x="3945850" y="1480492"/>
                </a:lnTo>
                <a:lnTo>
                  <a:pt x="3949095" y="1476830"/>
                </a:lnTo>
                <a:lnTo>
                  <a:pt x="3954724" y="1476503"/>
                </a:lnTo>
                <a:lnTo>
                  <a:pt x="3962057" y="1482984"/>
                </a:lnTo>
                <a:lnTo>
                  <a:pt x="3962380" y="1488608"/>
                </a:lnTo>
                <a:lnTo>
                  <a:pt x="3955904" y="1495946"/>
                </a:lnTo>
                <a:lnTo>
                  <a:pt x="3950321" y="1496322"/>
                </a:lnTo>
                <a:lnTo>
                  <a:pt x="3946009" y="1492488"/>
                </a:lnTo>
                <a:close/>
              </a:path>
              <a:path w="5142230" h="2300604">
                <a:moveTo>
                  <a:pt x="4347509" y="1787005"/>
                </a:moveTo>
                <a:lnTo>
                  <a:pt x="4343764" y="1782997"/>
                </a:lnTo>
                <a:lnTo>
                  <a:pt x="4343267" y="1778650"/>
                </a:lnTo>
                <a:lnTo>
                  <a:pt x="4345244" y="1775488"/>
                </a:lnTo>
                <a:lnTo>
                  <a:pt x="4348106" y="1771025"/>
                </a:lnTo>
                <a:lnTo>
                  <a:pt x="4353624" y="1769797"/>
                </a:lnTo>
                <a:lnTo>
                  <a:pt x="4361847" y="1775081"/>
                </a:lnTo>
                <a:lnTo>
                  <a:pt x="4363077" y="1780598"/>
                </a:lnTo>
                <a:lnTo>
                  <a:pt x="4357963" y="1788516"/>
                </a:lnTo>
                <a:lnTo>
                  <a:pt x="4357739" y="1788863"/>
                </a:lnTo>
                <a:lnTo>
                  <a:pt x="4352275" y="1790050"/>
                </a:lnTo>
                <a:lnTo>
                  <a:pt x="4347509" y="1787005"/>
                </a:lnTo>
                <a:close/>
              </a:path>
              <a:path w="5142230" h="2300604">
                <a:moveTo>
                  <a:pt x="4056441" y="1583919"/>
                </a:moveTo>
                <a:lnTo>
                  <a:pt x="4052507" y="1579707"/>
                </a:lnTo>
                <a:lnTo>
                  <a:pt x="4052166" y="1574947"/>
                </a:lnTo>
                <a:lnTo>
                  <a:pt x="4054925" y="1571447"/>
                </a:lnTo>
                <a:lnTo>
                  <a:pt x="4057890" y="1567581"/>
                </a:lnTo>
                <a:lnTo>
                  <a:pt x="4063482" y="1566923"/>
                </a:lnTo>
                <a:lnTo>
                  <a:pt x="4067352" y="1569892"/>
                </a:lnTo>
                <a:lnTo>
                  <a:pt x="4071208" y="1572946"/>
                </a:lnTo>
                <a:lnTo>
                  <a:pt x="4071917" y="1578492"/>
                </a:lnTo>
                <a:lnTo>
                  <a:pt x="4068907" y="1582309"/>
                </a:lnTo>
                <a:lnTo>
                  <a:pt x="4065898" y="1586225"/>
                </a:lnTo>
                <a:lnTo>
                  <a:pt x="4060304" y="1586885"/>
                </a:lnTo>
                <a:lnTo>
                  <a:pt x="4056441" y="1583919"/>
                </a:lnTo>
                <a:close/>
              </a:path>
              <a:path w="5142230" h="2300604">
                <a:moveTo>
                  <a:pt x="3502127" y="946553"/>
                </a:moveTo>
                <a:lnTo>
                  <a:pt x="3498396" y="942559"/>
                </a:lnTo>
                <a:lnTo>
                  <a:pt x="3495505" y="938586"/>
                </a:lnTo>
                <a:lnTo>
                  <a:pt x="3496264" y="933046"/>
                </a:lnTo>
                <a:lnTo>
                  <a:pt x="3504107" y="927171"/>
                </a:lnTo>
                <a:lnTo>
                  <a:pt x="3509699" y="927974"/>
                </a:lnTo>
                <a:lnTo>
                  <a:pt x="3515568" y="935823"/>
                </a:lnTo>
                <a:lnTo>
                  <a:pt x="3514768" y="941419"/>
                </a:lnTo>
                <a:lnTo>
                  <a:pt x="3510844" y="944354"/>
                </a:lnTo>
                <a:lnTo>
                  <a:pt x="3507161" y="947055"/>
                </a:lnTo>
                <a:lnTo>
                  <a:pt x="3502127" y="946553"/>
                </a:lnTo>
                <a:close/>
              </a:path>
              <a:path w="5142230" h="2300604">
                <a:moveTo>
                  <a:pt x="3314468" y="728954"/>
                </a:moveTo>
                <a:lnTo>
                  <a:pt x="3310819" y="725048"/>
                </a:lnTo>
                <a:lnTo>
                  <a:pt x="3310811" y="719861"/>
                </a:lnTo>
                <a:lnTo>
                  <a:pt x="3313997" y="716428"/>
                </a:lnTo>
                <a:lnTo>
                  <a:pt x="3317279" y="712805"/>
                </a:lnTo>
                <a:lnTo>
                  <a:pt x="3322905" y="712571"/>
                </a:lnTo>
                <a:lnTo>
                  <a:pt x="3330091" y="719290"/>
                </a:lnTo>
                <a:lnTo>
                  <a:pt x="3330326" y="724915"/>
                </a:lnTo>
                <a:lnTo>
                  <a:pt x="3323658" y="732048"/>
                </a:lnTo>
                <a:lnTo>
                  <a:pt x="3318031" y="732282"/>
                </a:lnTo>
                <a:lnTo>
                  <a:pt x="3314468" y="728954"/>
                </a:lnTo>
                <a:close/>
              </a:path>
              <a:path w="5142230" h="2300604">
                <a:moveTo>
                  <a:pt x="3367657" y="782083"/>
                </a:moveTo>
                <a:lnTo>
                  <a:pt x="3360918" y="774869"/>
                </a:lnTo>
                <a:lnTo>
                  <a:pt x="3361152" y="769350"/>
                </a:lnTo>
                <a:lnTo>
                  <a:pt x="3368269" y="762601"/>
                </a:lnTo>
                <a:lnTo>
                  <a:pt x="3373932" y="762798"/>
                </a:lnTo>
                <a:lnTo>
                  <a:pt x="3380628" y="769966"/>
                </a:lnTo>
                <a:lnTo>
                  <a:pt x="3380430" y="775620"/>
                </a:lnTo>
                <a:lnTo>
                  <a:pt x="3373264" y="782315"/>
                </a:lnTo>
                <a:lnTo>
                  <a:pt x="3367657" y="782083"/>
                </a:lnTo>
                <a:close/>
              </a:path>
              <a:path w="5142230" h="2300604">
                <a:moveTo>
                  <a:pt x="3894051" y="1444883"/>
                </a:moveTo>
                <a:lnTo>
                  <a:pt x="3890449" y="1441026"/>
                </a:lnTo>
                <a:lnTo>
                  <a:pt x="3890444" y="1435743"/>
                </a:lnTo>
                <a:lnTo>
                  <a:pt x="3893769" y="1432363"/>
                </a:lnTo>
                <a:lnTo>
                  <a:pt x="3897147" y="1428843"/>
                </a:lnTo>
                <a:lnTo>
                  <a:pt x="3902764" y="1428699"/>
                </a:lnTo>
                <a:lnTo>
                  <a:pt x="3909805" y="1435453"/>
                </a:lnTo>
                <a:lnTo>
                  <a:pt x="3909948" y="1441081"/>
                </a:lnTo>
                <a:lnTo>
                  <a:pt x="3903144" y="1448168"/>
                </a:lnTo>
                <a:lnTo>
                  <a:pt x="3897572" y="1448260"/>
                </a:lnTo>
                <a:lnTo>
                  <a:pt x="3894051" y="1444883"/>
                </a:lnTo>
                <a:close/>
              </a:path>
              <a:path w="5142230" h="2300604">
                <a:moveTo>
                  <a:pt x="3459011" y="890232"/>
                </a:moveTo>
                <a:lnTo>
                  <a:pt x="3455412" y="886380"/>
                </a:lnTo>
                <a:lnTo>
                  <a:pt x="3452382" y="882454"/>
                </a:lnTo>
                <a:lnTo>
                  <a:pt x="3453044" y="876905"/>
                </a:lnTo>
                <a:lnTo>
                  <a:pt x="3455717" y="874784"/>
                </a:lnTo>
                <a:lnTo>
                  <a:pt x="3456872" y="873868"/>
                </a:lnTo>
                <a:lnTo>
                  <a:pt x="3460802" y="870844"/>
                </a:lnTo>
                <a:lnTo>
                  <a:pt x="3466346" y="871500"/>
                </a:lnTo>
                <a:lnTo>
                  <a:pt x="3469336" y="875382"/>
                </a:lnTo>
                <a:lnTo>
                  <a:pt x="3472363" y="879211"/>
                </a:lnTo>
                <a:lnTo>
                  <a:pt x="3471752" y="884813"/>
                </a:lnTo>
                <a:lnTo>
                  <a:pt x="3467874" y="887797"/>
                </a:lnTo>
                <a:lnTo>
                  <a:pt x="3465185" y="889902"/>
                </a:lnTo>
                <a:lnTo>
                  <a:pt x="3464184" y="890687"/>
                </a:lnTo>
                <a:lnTo>
                  <a:pt x="3459011" y="890232"/>
                </a:lnTo>
                <a:close/>
              </a:path>
              <a:path w="5142230" h="2300604">
                <a:moveTo>
                  <a:pt x="3414376" y="835221"/>
                </a:moveTo>
                <a:lnTo>
                  <a:pt x="3410873" y="831471"/>
                </a:lnTo>
                <a:lnTo>
                  <a:pt x="3407738" y="827725"/>
                </a:lnTo>
                <a:lnTo>
                  <a:pt x="3408218" y="822081"/>
                </a:lnTo>
                <a:lnTo>
                  <a:pt x="3414985" y="816420"/>
                </a:lnTo>
                <a:lnTo>
                  <a:pt x="3415701" y="815821"/>
                </a:lnTo>
                <a:lnTo>
                  <a:pt x="3421306" y="816246"/>
                </a:lnTo>
                <a:lnTo>
                  <a:pt x="3427612" y="823779"/>
                </a:lnTo>
                <a:lnTo>
                  <a:pt x="3427132" y="829422"/>
                </a:lnTo>
                <a:lnTo>
                  <a:pt x="3420364" y="835083"/>
                </a:lnTo>
                <a:lnTo>
                  <a:pt x="3419751" y="835596"/>
                </a:lnTo>
                <a:lnTo>
                  <a:pt x="3414376" y="835221"/>
                </a:lnTo>
                <a:close/>
              </a:path>
              <a:path w="5142230" h="2300604">
                <a:moveTo>
                  <a:pt x="3799496" y="1344737"/>
                </a:moveTo>
                <a:lnTo>
                  <a:pt x="3796039" y="1341037"/>
                </a:lnTo>
                <a:lnTo>
                  <a:pt x="3792809" y="1337288"/>
                </a:lnTo>
                <a:lnTo>
                  <a:pt x="3793241" y="1331689"/>
                </a:lnTo>
                <a:lnTo>
                  <a:pt x="3800125" y="1325765"/>
                </a:lnTo>
                <a:lnTo>
                  <a:pt x="3800681" y="1325287"/>
                </a:lnTo>
                <a:lnTo>
                  <a:pt x="3806285" y="1325712"/>
                </a:lnTo>
                <a:lnTo>
                  <a:pt x="3812684" y="1333148"/>
                </a:lnTo>
                <a:lnTo>
                  <a:pt x="3812261" y="1338757"/>
                </a:lnTo>
                <a:lnTo>
                  <a:pt x="3805370" y="1344673"/>
                </a:lnTo>
                <a:lnTo>
                  <a:pt x="3804912" y="1345065"/>
                </a:lnTo>
                <a:lnTo>
                  <a:pt x="3799496" y="1344737"/>
                </a:lnTo>
                <a:close/>
              </a:path>
              <a:path w="5142230" h="2300604">
                <a:moveTo>
                  <a:pt x="3710456" y="1233982"/>
                </a:moveTo>
                <a:lnTo>
                  <a:pt x="3706720" y="1229983"/>
                </a:lnTo>
                <a:lnTo>
                  <a:pt x="3703780" y="1226054"/>
                </a:lnTo>
                <a:lnTo>
                  <a:pt x="3704540" y="1220514"/>
                </a:lnTo>
                <a:lnTo>
                  <a:pt x="3708413" y="1217525"/>
                </a:lnTo>
                <a:lnTo>
                  <a:pt x="3712337" y="1214590"/>
                </a:lnTo>
                <a:lnTo>
                  <a:pt x="3717888" y="1215349"/>
                </a:lnTo>
                <a:lnTo>
                  <a:pt x="3720869" y="1219222"/>
                </a:lnTo>
                <a:lnTo>
                  <a:pt x="3723808" y="1223151"/>
                </a:lnTo>
                <a:lnTo>
                  <a:pt x="3723048" y="1228691"/>
                </a:lnTo>
                <a:lnTo>
                  <a:pt x="3719172" y="1231682"/>
                </a:lnTo>
                <a:lnTo>
                  <a:pt x="3715485" y="1234478"/>
                </a:lnTo>
                <a:lnTo>
                  <a:pt x="3710456" y="1233982"/>
                </a:lnTo>
                <a:close/>
              </a:path>
              <a:path w="5142230" h="2300604">
                <a:moveTo>
                  <a:pt x="4588501" y="1937360"/>
                </a:moveTo>
                <a:lnTo>
                  <a:pt x="4584698" y="1933288"/>
                </a:lnTo>
                <a:lnTo>
                  <a:pt x="4584204" y="1929047"/>
                </a:lnTo>
                <a:lnTo>
                  <a:pt x="4586354" y="1925578"/>
                </a:lnTo>
                <a:lnTo>
                  <a:pt x="4588905" y="1921369"/>
                </a:lnTo>
                <a:lnTo>
                  <a:pt x="4594146" y="1920140"/>
                </a:lnTo>
                <a:lnTo>
                  <a:pt x="4594372" y="1920087"/>
                </a:lnTo>
                <a:lnTo>
                  <a:pt x="4598533" y="1922683"/>
                </a:lnTo>
                <a:lnTo>
                  <a:pt x="4602741" y="1925236"/>
                </a:lnTo>
                <a:lnTo>
                  <a:pt x="4604023" y="1930713"/>
                </a:lnTo>
                <a:lnTo>
                  <a:pt x="4598868" y="1938973"/>
                </a:lnTo>
                <a:lnTo>
                  <a:pt x="4593403" y="1940359"/>
                </a:lnTo>
                <a:lnTo>
                  <a:pt x="4589243" y="1937763"/>
                </a:lnTo>
                <a:lnTo>
                  <a:pt x="4588501" y="1937360"/>
                </a:lnTo>
                <a:close/>
              </a:path>
              <a:path w="5142230" h="2300604">
                <a:moveTo>
                  <a:pt x="4406900" y="1824580"/>
                </a:moveTo>
                <a:lnTo>
                  <a:pt x="4403712" y="1821166"/>
                </a:lnTo>
                <a:lnTo>
                  <a:pt x="4403202" y="1816712"/>
                </a:lnTo>
                <a:lnTo>
                  <a:pt x="4407837" y="1809260"/>
                </a:lnTo>
                <a:lnTo>
                  <a:pt x="4407948" y="1809082"/>
                </a:lnTo>
                <a:lnTo>
                  <a:pt x="4413466" y="1807854"/>
                </a:lnTo>
                <a:lnTo>
                  <a:pt x="4421786" y="1813048"/>
                </a:lnTo>
                <a:lnTo>
                  <a:pt x="4423014" y="1818566"/>
                </a:lnTo>
                <a:lnTo>
                  <a:pt x="4420485" y="1822503"/>
                </a:lnTo>
                <a:lnTo>
                  <a:pt x="4417882" y="1826656"/>
                </a:lnTo>
                <a:lnTo>
                  <a:pt x="4417771" y="1826834"/>
                </a:lnTo>
                <a:lnTo>
                  <a:pt x="4412298" y="1828111"/>
                </a:lnTo>
                <a:lnTo>
                  <a:pt x="4408189" y="1825467"/>
                </a:lnTo>
                <a:lnTo>
                  <a:pt x="4407544" y="1825074"/>
                </a:lnTo>
                <a:lnTo>
                  <a:pt x="4406900" y="1824580"/>
                </a:lnTo>
                <a:close/>
              </a:path>
              <a:path w="5142230" h="2300604">
                <a:moveTo>
                  <a:pt x="3585570" y="1061487"/>
                </a:moveTo>
                <a:lnTo>
                  <a:pt x="3581640" y="1057280"/>
                </a:lnTo>
                <a:lnTo>
                  <a:pt x="3578748" y="1053307"/>
                </a:lnTo>
                <a:lnTo>
                  <a:pt x="3579696" y="1047773"/>
                </a:lnTo>
                <a:lnTo>
                  <a:pt x="3587726" y="1042098"/>
                </a:lnTo>
                <a:lnTo>
                  <a:pt x="3593220" y="1042992"/>
                </a:lnTo>
                <a:lnTo>
                  <a:pt x="3598895" y="1051023"/>
                </a:lnTo>
                <a:lnTo>
                  <a:pt x="3598001" y="1056515"/>
                </a:lnTo>
                <a:lnTo>
                  <a:pt x="3594031" y="1059401"/>
                </a:lnTo>
                <a:lnTo>
                  <a:pt x="3590303" y="1061962"/>
                </a:lnTo>
                <a:lnTo>
                  <a:pt x="3585570" y="1061487"/>
                </a:lnTo>
                <a:close/>
              </a:path>
              <a:path w="5142230" h="2300604">
                <a:moveTo>
                  <a:pt x="3626705" y="1119306"/>
                </a:moveTo>
                <a:lnTo>
                  <a:pt x="3622819" y="1115145"/>
                </a:lnTo>
                <a:lnTo>
                  <a:pt x="3619930" y="1111169"/>
                </a:lnTo>
                <a:lnTo>
                  <a:pt x="3620873" y="1105631"/>
                </a:lnTo>
                <a:lnTo>
                  <a:pt x="3624843" y="1102745"/>
                </a:lnTo>
                <a:lnTo>
                  <a:pt x="3628862" y="1099912"/>
                </a:lnTo>
                <a:lnTo>
                  <a:pt x="3634399" y="1100857"/>
                </a:lnTo>
                <a:lnTo>
                  <a:pt x="3637232" y="1104868"/>
                </a:lnTo>
                <a:lnTo>
                  <a:pt x="3640078" y="1108793"/>
                </a:lnTo>
                <a:lnTo>
                  <a:pt x="3639135" y="1114331"/>
                </a:lnTo>
                <a:lnTo>
                  <a:pt x="3635165" y="1117217"/>
                </a:lnTo>
                <a:lnTo>
                  <a:pt x="3631489" y="1119830"/>
                </a:lnTo>
                <a:lnTo>
                  <a:pt x="3626705" y="1119306"/>
                </a:lnTo>
                <a:close/>
              </a:path>
              <a:path w="5142230" h="2300604">
                <a:moveTo>
                  <a:pt x="3668119" y="1176930"/>
                </a:moveTo>
                <a:lnTo>
                  <a:pt x="3664285" y="1172825"/>
                </a:lnTo>
                <a:lnTo>
                  <a:pt x="3661402" y="1168861"/>
                </a:lnTo>
                <a:lnTo>
                  <a:pt x="3662295" y="1163270"/>
                </a:lnTo>
                <a:lnTo>
                  <a:pt x="3670191" y="1157547"/>
                </a:lnTo>
                <a:lnTo>
                  <a:pt x="3675779" y="1158444"/>
                </a:lnTo>
                <a:lnTo>
                  <a:pt x="3681505" y="1166335"/>
                </a:lnTo>
                <a:lnTo>
                  <a:pt x="3680657" y="1171876"/>
                </a:lnTo>
                <a:lnTo>
                  <a:pt x="3676728" y="1174806"/>
                </a:lnTo>
                <a:lnTo>
                  <a:pt x="3673054" y="1177426"/>
                </a:lnTo>
                <a:lnTo>
                  <a:pt x="3668119" y="1176930"/>
                </a:lnTo>
                <a:close/>
              </a:path>
              <a:path w="5142230" h="2300604">
                <a:moveTo>
                  <a:pt x="4467130" y="1862174"/>
                </a:moveTo>
                <a:lnTo>
                  <a:pt x="4463946" y="1858765"/>
                </a:lnTo>
                <a:lnTo>
                  <a:pt x="4463388" y="1854355"/>
                </a:lnTo>
                <a:lnTo>
                  <a:pt x="4468127" y="1846723"/>
                </a:lnTo>
                <a:lnTo>
                  <a:pt x="4473377" y="1845498"/>
                </a:lnTo>
                <a:lnTo>
                  <a:pt x="4473600" y="1845446"/>
                </a:lnTo>
                <a:lnTo>
                  <a:pt x="4477760" y="1848043"/>
                </a:lnTo>
                <a:lnTo>
                  <a:pt x="4481970" y="1850593"/>
                </a:lnTo>
                <a:lnTo>
                  <a:pt x="4483253" y="1856070"/>
                </a:lnTo>
                <a:lnTo>
                  <a:pt x="4478055" y="1864386"/>
                </a:lnTo>
                <a:lnTo>
                  <a:pt x="4472628" y="1865712"/>
                </a:lnTo>
                <a:lnTo>
                  <a:pt x="4467774" y="1862668"/>
                </a:lnTo>
                <a:lnTo>
                  <a:pt x="4467130" y="1862174"/>
                </a:lnTo>
                <a:close/>
              </a:path>
              <a:path w="5142230" h="2300604">
                <a:moveTo>
                  <a:pt x="3754057" y="1290039"/>
                </a:moveTo>
                <a:lnTo>
                  <a:pt x="3750458" y="1286187"/>
                </a:lnTo>
                <a:lnTo>
                  <a:pt x="3747422" y="1282349"/>
                </a:lnTo>
                <a:lnTo>
                  <a:pt x="3748038" y="1276752"/>
                </a:lnTo>
                <a:lnTo>
                  <a:pt x="3750786" y="1274515"/>
                </a:lnTo>
                <a:lnTo>
                  <a:pt x="3751825" y="1273670"/>
                </a:lnTo>
                <a:lnTo>
                  <a:pt x="3754610" y="1271473"/>
                </a:lnTo>
                <a:lnTo>
                  <a:pt x="3755662" y="1270643"/>
                </a:lnTo>
                <a:lnTo>
                  <a:pt x="3761254" y="1271254"/>
                </a:lnTo>
                <a:lnTo>
                  <a:pt x="3764341" y="1275045"/>
                </a:lnTo>
                <a:lnTo>
                  <a:pt x="3767368" y="1278874"/>
                </a:lnTo>
                <a:lnTo>
                  <a:pt x="3766752" y="1284471"/>
                </a:lnTo>
                <a:lnTo>
                  <a:pt x="3764004" y="1286707"/>
                </a:lnTo>
                <a:lnTo>
                  <a:pt x="3762965" y="1287552"/>
                </a:lnTo>
                <a:lnTo>
                  <a:pt x="3760178" y="1289748"/>
                </a:lnTo>
                <a:lnTo>
                  <a:pt x="3759285" y="1290452"/>
                </a:lnTo>
                <a:lnTo>
                  <a:pt x="3754057" y="1290039"/>
                </a:lnTo>
                <a:close/>
              </a:path>
              <a:path w="5142230" h="2300604">
                <a:moveTo>
                  <a:pt x="3847122" y="1397676"/>
                </a:moveTo>
                <a:lnTo>
                  <a:pt x="3840431" y="1390514"/>
                </a:lnTo>
                <a:lnTo>
                  <a:pt x="3840624" y="1384854"/>
                </a:lnTo>
                <a:lnTo>
                  <a:pt x="3847834" y="1378207"/>
                </a:lnTo>
                <a:lnTo>
                  <a:pt x="3853356" y="1378348"/>
                </a:lnTo>
                <a:lnTo>
                  <a:pt x="3860052" y="1385516"/>
                </a:lnTo>
                <a:lnTo>
                  <a:pt x="3859856" y="1391077"/>
                </a:lnTo>
                <a:lnTo>
                  <a:pt x="3852735" y="1397820"/>
                </a:lnTo>
                <a:lnTo>
                  <a:pt x="3847122" y="1397676"/>
                </a:lnTo>
                <a:close/>
              </a:path>
              <a:path w="5142230" h="2300604">
                <a:moveTo>
                  <a:pt x="4527518" y="1899547"/>
                </a:moveTo>
                <a:lnTo>
                  <a:pt x="4524325" y="1896129"/>
                </a:lnTo>
                <a:lnTo>
                  <a:pt x="4523768" y="1891718"/>
                </a:lnTo>
                <a:lnTo>
                  <a:pt x="4528516" y="1884096"/>
                </a:lnTo>
                <a:lnTo>
                  <a:pt x="4533766" y="1882871"/>
                </a:lnTo>
                <a:lnTo>
                  <a:pt x="4533988" y="1882819"/>
                </a:lnTo>
                <a:lnTo>
                  <a:pt x="4538149" y="1885416"/>
                </a:lnTo>
                <a:lnTo>
                  <a:pt x="4542359" y="1887966"/>
                </a:lnTo>
                <a:lnTo>
                  <a:pt x="4543632" y="1893433"/>
                </a:lnTo>
                <a:lnTo>
                  <a:pt x="4538444" y="1901759"/>
                </a:lnTo>
                <a:lnTo>
                  <a:pt x="4532972" y="1903036"/>
                </a:lnTo>
                <a:lnTo>
                  <a:pt x="4528854" y="1900490"/>
                </a:lnTo>
                <a:lnTo>
                  <a:pt x="4528162" y="1900041"/>
                </a:lnTo>
                <a:lnTo>
                  <a:pt x="4527518" y="1899547"/>
                </a:lnTo>
                <a:close/>
              </a:path>
              <a:path w="5142230" h="2300604">
                <a:moveTo>
                  <a:pt x="3260903" y="682659"/>
                </a:moveTo>
                <a:lnTo>
                  <a:pt x="3257295" y="678796"/>
                </a:lnTo>
                <a:lnTo>
                  <a:pt x="3257040" y="673932"/>
                </a:lnTo>
                <a:lnTo>
                  <a:pt x="3259901" y="670447"/>
                </a:lnTo>
                <a:lnTo>
                  <a:pt x="3262907" y="666625"/>
                </a:lnTo>
                <a:lnTo>
                  <a:pt x="3268549" y="666020"/>
                </a:lnTo>
                <a:lnTo>
                  <a:pt x="3276175" y="672227"/>
                </a:lnTo>
                <a:lnTo>
                  <a:pt x="3276789" y="677772"/>
                </a:lnTo>
                <a:lnTo>
                  <a:pt x="3270582" y="685397"/>
                </a:lnTo>
                <a:lnTo>
                  <a:pt x="3265037" y="686011"/>
                </a:lnTo>
                <a:lnTo>
                  <a:pt x="3260903" y="682659"/>
                </a:lnTo>
                <a:close/>
              </a:path>
              <a:path w="5142230" h="2300604">
                <a:moveTo>
                  <a:pt x="2271908" y="322069"/>
                </a:moveTo>
                <a:lnTo>
                  <a:pt x="2268765" y="318704"/>
                </a:lnTo>
                <a:lnTo>
                  <a:pt x="2267869" y="315889"/>
                </a:lnTo>
                <a:lnTo>
                  <a:pt x="2269264" y="308194"/>
                </a:lnTo>
                <a:lnTo>
                  <a:pt x="2273899" y="305042"/>
                </a:lnTo>
                <a:lnTo>
                  <a:pt x="2283569" y="306792"/>
                </a:lnTo>
                <a:lnTo>
                  <a:pt x="2286716" y="311431"/>
                </a:lnTo>
                <a:lnTo>
                  <a:pt x="2284971" y="321097"/>
                </a:lnTo>
                <a:lnTo>
                  <a:pt x="2280332" y="324244"/>
                </a:lnTo>
                <a:lnTo>
                  <a:pt x="2273528" y="323021"/>
                </a:lnTo>
                <a:lnTo>
                  <a:pt x="2271908" y="322069"/>
                </a:lnTo>
                <a:close/>
              </a:path>
              <a:path w="5142230" h="2300604">
                <a:moveTo>
                  <a:pt x="2411402" y="348722"/>
                </a:moveTo>
                <a:lnTo>
                  <a:pt x="2408300" y="345402"/>
                </a:lnTo>
                <a:lnTo>
                  <a:pt x="2407412" y="342496"/>
                </a:lnTo>
                <a:lnTo>
                  <a:pt x="2408902" y="334805"/>
                </a:lnTo>
                <a:lnTo>
                  <a:pt x="2413631" y="331656"/>
                </a:lnTo>
                <a:lnTo>
                  <a:pt x="2423200" y="333592"/>
                </a:lnTo>
                <a:lnTo>
                  <a:pt x="2426342" y="338226"/>
                </a:lnTo>
                <a:lnTo>
                  <a:pt x="2424413" y="347891"/>
                </a:lnTo>
                <a:lnTo>
                  <a:pt x="2419728" y="350989"/>
                </a:lnTo>
                <a:lnTo>
                  <a:pt x="2414899" y="350022"/>
                </a:lnTo>
                <a:lnTo>
                  <a:pt x="2413022" y="349674"/>
                </a:lnTo>
                <a:lnTo>
                  <a:pt x="2411402" y="348722"/>
                </a:lnTo>
                <a:close/>
              </a:path>
              <a:path w="5142230" h="2300604">
                <a:moveTo>
                  <a:pt x="2480976" y="362987"/>
                </a:moveTo>
                <a:lnTo>
                  <a:pt x="2477878" y="359672"/>
                </a:lnTo>
                <a:lnTo>
                  <a:pt x="2476940" y="356713"/>
                </a:lnTo>
                <a:lnTo>
                  <a:pt x="2477606" y="353808"/>
                </a:lnTo>
                <a:lnTo>
                  <a:pt x="2478568" y="348974"/>
                </a:lnTo>
                <a:lnTo>
                  <a:pt x="2483303" y="345929"/>
                </a:lnTo>
                <a:lnTo>
                  <a:pt x="2492865" y="347954"/>
                </a:lnTo>
                <a:lnTo>
                  <a:pt x="2495963" y="352639"/>
                </a:lnTo>
                <a:lnTo>
                  <a:pt x="2494902" y="357466"/>
                </a:lnTo>
                <a:lnTo>
                  <a:pt x="2493935" y="362295"/>
                </a:lnTo>
                <a:lnTo>
                  <a:pt x="2489204" y="365345"/>
                </a:lnTo>
                <a:lnTo>
                  <a:pt x="2484423" y="364332"/>
                </a:lnTo>
                <a:lnTo>
                  <a:pt x="2482550" y="363891"/>
                </a:lnTo>
                <a:lnTo>
                  <a:pt x="2480976" y="362987"/>
                </a:lnTo>
                <a:close/>
              </a:path>
              <a:path w="5142230" h="2300604">
                <a:moveTo>
                  <a:pt x="2550328" y="378189"/>
                </a:moveTo>
                <a:lnTo>
                  <a:pt x="2547231" y="374873"/>
                </a:lnTo>
                <a:lnTo>
                  <a:pt x="2546289" y="371909"/>
                </a:lnTo>
                <a:lnTo>
                  <a:pt x="2548069" y="364138"/>
                </a:lnTo>
                <a:lnTo>
                  <a:pt x="2552844" y="361138"/>
                </a:lnTo>
                <a:lnTo>
                  <a:pt x="2557622" y="362244"/>
                </a:lnTo>
                <a:lnTo>
                  <a:pt x="2562354" y="363302"/>
                </a:lnTo>
                <a:lnTo>
                  <a:pt x="2565355" y="368078"/>
                </a:lnTo>
                <a:lnTo>
                  <a:pt x="2564248" y="372856"/>
                </a:lnTo>
                <a:lnTo>
                  <a:pt x="2563190" y="377588"/>
                </a:lnTo>
                <a:lnTo>
                  <a:pt x="2558414" y="380589"/>
                </a:lnTo>
                <a:lnTo>
                  <a:pt x="2551854" y="379138"/>
                </a:lnTo>
                <a:lnTo>
                  <a:pt x="2550328" y="378189"/>
                </a:lnTo>
                <a:close/>
              </a:path>
              <a:path w="5142230" h="2300604">
                <a:moveTo>
                  <a:pt x="3204512" y="640182"/>
                </a:moveTo>
                <a:lnTo>
                  <a:pt x="3200810" y="636219"/>
                </a:lnTo>
                <a:lnTo>
                  <a:pt x="3200463" y="631647"/>
                </a:lnTo>
                <a:lnTo>
                  <a:pt x="3202849" y="628140"/>
                </a:lnTo>
                <a:lnTo>
                  <a:pt x="3205718" y="624172"/>
                </a:lnTo>
                <a:lnTo>
                  <a:pt x="3211275" y="623181"/>
                </a:lnTo>
                <a:lnTo>
                  <a:pt x="3219301" y="628842"/>
                </a:lnTo>
                <a:lnTo>
                  <a:pt x="3220199" y="634395"/>
                </a:lnTo>
                <a:lnTo>
                  <a:pt x="3217366" y="638402"/>
                </a:lnTo>
                <a:lnTo>
                  <a:pt x="3214592" y="642372"/>
                </a:lnTo>
                <a:lnTo>
                  <a:pt x="3209035" y="643363"/>
                </a:lnTo>
                <a:lnTo>
                  <a:pt x="3204512" y="640182"/>
                </a:lnTo>
                <a:close/>
              </a:path>
              <a:path w="5142230" h="2300604">
                <a:moveTo>
                  <a:pt x="2619357" y="394607"/>
                </a:moveTo>
                <a:lnTo>
                  <a:pt x="2616259" y="391291"/>
                </a:lnTo>
                <a:lnTo>
                  <a:pt x="2615324" y="388238"/>
                </a:lnTo>
                <a:lnTo>
                  <a:pt x="2617288" y="380468"/>
                </a:lnTo>
                <a:lnTo>
                  <a:pt x="2618569" y="379688"/>
                </a:lnTo>
                <a:lnTo>
                  <a:pt x="2622181" y="377592"/>
                </a:lnTo>
                <a:lnTo>
                  <a:pt x="2631610" y="379964"/>
                </a:lnTo>
                <a:lnTo>
                  <a:pt x="2634516" y="384737"/>
                </a:lnTo>
                <a:lnTo>
                  <a:pt x="2633315" y="389511"/>
                </a:lnTo>
                <a:lnTo>
                  <a:pt x="2632158" y="394236"/>
                </a:lnTo>
                <a:lnTo>
                  <a:pt x="2627296" y="397143"/>
                </a:lnTo>
                <a:lnTo>
                  <a:pt x="2622567" y="395991"/>
                </a:lnTo>
                <a:lnTo>
                  <a:pt x="2620837" y="395507"/>
                </a:lnTo>
                <a:lnTo>
                  <a:pt x="2619357" y="394607"/>
                </a:lnTo>
                <a:close/>
              </a:path>
              <a:path w="5142230" h="2300604">
                <a:moveTo>
                  <a:pt x="5125739" y="2281581"/>
                </a:moveTo>
                <a:lnTo>
                  <a:pt x="5122545" y="2278163"/>
                </a:lnTo>
                <a:lnTo>
                  <a:pt x="5122083" y="2273664"/>
                </a:lnTo>
                <a:lnTo>
                  <a:pt x="5126745" y="2266436"/>
                </a:lnTo>
                <a:lnTo>
                  <a:pt x="5126968" y="2266088"/>
                </a:lnTo>
                <a:lnTo>
                  <a:pt x="5132491" y="2264864"/>
                </a:lnTo>
                <a:lnTo>
                  <a:pt x="5136553" y="2267552"/>
                </a:lnTo>
                <a:lnTo>
                  <a:pt x="5140711" y="2270242"/>
                </a:lnTo>
                <a:lnTo>
                  <a:pt x="5131041" y="2285110"/>
                </a:lnTo>
                <a:lnTo>
                  <a:pt x="5126931" y="2282467"/>
                </a:lnTo>
                <a:lnTo>
                  <a:pt x="5125739" y="2281581"/>
                </a:lnTo>
                <a:close/>
              </a:path>
              <a:path w="5142230" h="2300604">
                <a:moveTo>
                  <a:pt x="3144957" y="600771"/>
                </a:moveTo>
                <a:lnTo>
                  <a:pt x="3141769" y="597357"/>
                </a:lnTo>
                <a:lnTo>
                  <a:pt x="3141211" y="592947"/>
                </a:lnTo>
                <a:lnTo>
                  <a:pt x="3146000" y="585268"/>
                </a:lnTo>
                <a:lnTo>
                  <a:pt x="3151477" y="583997"/>
                </a:lnTo>
                <a:lnTo>
                  <a:pt x="3159797" y="589190"/>
                </a:lnTo>
                <a:lnTo>
                  <a:pt x="3161071" y="594657"/>
                </a:lnTo>
                <a:lnTo>
                  <a:pt x="3155878" y="602978"/>
                </a:lnTo>
                <a:lnTo>
                  <a:pt x="3150406" y="604255"/>
                </a:lnTo>
                <a:lnTo>
                  <a:pt x="3145601" y="601265"/>
                </a:lnTo>
                <a:lnTo>
                  <a:pt x="3144957" y="600771"/>
                </a:lnTo>
                <a:close/>
              </a:path>
              <a:path w="5142230" h="2300604">
                <a:moveTo>
                  <a:pt x="5066699" y="2243505"/>
                </a:moveTo>
                <a:lnTo>
                  <a:pt x="5062945" y="2239486"/>
                </a:lnTo>
                <a:lnTo>
                  <a:pt x="5062448" y="2235141"/>
                </a:lnTo>
                <a:lnTo>
                  <a:pt x="5064480" y="2232038"/>
                </a:lnTo>
                <a:lnTo>
                  <a:pt x="5067125" y="2227929"/>
                </a:lnTo>
                <a:lnTo>
                  <a:pt x="5067384" y="2227525"/>
                </a:lnTo>
                <a:lnTo>
                  <a:pt x="5072855" y="2226341"/>
                </a:lnTo>
                <a:lnTo>
                  <a:pt x="5081119" y="2231669"/>
                </a:lnTo>
                <a:lnTo>
                  <a:pt x="5082303" y="2237137"/>
                </a:lnTo>
                <a:lnTo>
                  <a:pt x="5079876" y="2240897"/>
                </a:lnTo>
                <a:lnTo>
                  <a:pt x="5077193" y="2244963"/>
                </a:lnTo>
                <a:lnTo>
                  <a:pt x="5076928" y="2245363"/>
                </a:lnTo>
                <a:lnTo>
                  <a:pt x="5071458" y="2246547"/>
                </a:lnTo>
                <a:lnTo>
                  <a:pt x="5067348" y="2243904"/>
                </a:lnTo>
                <a:lnTo>
                  <a:pt x="5066699" y="2243505"/>
                </a:lnTo>
                <a:close/>
              </a:path>
              <a:path w="5142230" h="2300604">
                <a:moveTo>
                  <a:pt x="2341658" y="335155"/>
                </a:moveTo>
                <a:lnTo>
                  <a:pt x="2338566" y="331844"/>
                </a:lnTo>
                <a:lnTo>
                  <a:pt x="2337624" y="328980"/>
                </a:lnTo>
                <a:lnTo>
                  <a:pt x="2339114" y="321288"/>
                </a:lnTo>
                <a:lnTo>
                  <a:pt x="2343753" y="318141"/>
                </a:lnTo>
                <a:lnTo>
                  <a:pt x="2348581" y="319009"/>
                </a:lnTo>
                <a:lnTo>
                  <a:pt x="2353370" y="319932"/>
                </a:lnTo>
                <a:lnTo>
                  <a:pt x="2356562" y="324620"/>
                </a:lnTo>
                <a:lnTo>
                  <a:pt x="2354721" y="334183"/>
                </a:lnTo>
                <a:lnTo>
                  <a:pt x="2350038" y="337380"/>
                </a:lnTo>
                <a:lnTo>
                  <a:pt x="2345254" y="336462"/>
                </a:lnTo>
                <a:lnTo>
                  <a:pt x="2343327" y="336062"/>
                </a:lnTo>
                <a:lnTo>
                  <a:pt x="2341658" y="335155"/>
                </a:lnTo>
                <a:close/>
              </a:path>
              <a:path w="5142230" h="2300604">
                <a:moveTo>
                  <a:pt x="2132245" y="296212"/>
                </a:moveTo>
                <a:lnTo>
                  <a:pt x="2129148" y="292897"/>
                </a:lnTo>
                <a:lnTo>
                  <a:pt x="2128158" y="290078"/>
                </a:lnTo>
                <a:lnTo>
                  <a:pt x="2129647" y="282386"/>
                </a:lnTo>
                <a:lnTo>
                  <a:pt x="2134241" y="279190"/>
                </a:lnTo>
                <a:lnTo>
                  <a:pt x="2143903" y="281030"/>
                </a:lnTo>
                <a:lnTo>
                  <a:pt x="2147099" y="285624"/>
                </a:lnTo>
                <a:lnTo>
                  <a:pt x="2145259" y="295286"/>
                </a:lnTo>
                <a:lnTo>
                  <a:pt x="2140620" y="298433"/>
                </a:lnTo>
                <a:lnTo>
                  <a:pt x="2133910" y="297213"/>
                </a:lnTo>
                <a:lnTo>
                  <a:pt x="2132245" y="296212"/>
                </a:lnTo>
                <a:close/>
              </a:path>
              <a:path w="5142230" h="2300604">
                <a:moveTo>
                  <a:pt x="2202052" y="309163"/>
                </a:moveTo>
                <a:lnTo>
                  <a:pt x="2198950" y="305843"/>
                </a:lnTo>
                <a:lnTo>
                  <a:pt x="2198059" y="303032"/>
                </a:lnTo>
                <a:lnTo>
                  <a:pt x="2199454" y="295337"/>
                </a:lnTo>
                <a:lnTo>
                  <a:pt x="2204043" y="292137"/>
                </a:lnTo>
                <a:lnTo>
                  <a:pt x="2208881" y="293014"/>
                </a:lnTo>
                <a:lnTo>
                  <a:pt x="2213665" y="293932"/>
                </a:lnTo>
                <a:lnTo>
                  <a:pt x="2216901" y="298570"/>
                </a:lnTo>
                <a:lnTo>
                  <a:pt x="2215988" y="303359"/>
                </a:lnTo>
                <a:lnTo>
                  <a:pt x="2215115" y="308192"/>
                </a:lnTo>
                <a:lnTo>
                  <a:pt x="2210517" y="311382"/>
                </a:lnTo>
                <a:lnTo>
                  <a:pt x="2203717" y="310164"/>
                </a:lnTo>
                <a:lnTo>
                  <a:pt x="2202052" y="309163"/>
                </a:lnTo>
                <a:close/>
              </a:path>
            </a:pathLst>
          </a:custGeom>
          <a:solidFill>
            <a:srgbClr val="FABE04"/>
          </a:solidFill>
        </p:spPr>
        <p:txBody>
          <a:bodyPr wrap="square" lIns="0" tIns="0" rIns="0" bIns="0" rtlCol="0"/>
          <a:lstStyle/>
          <a:p>
            <a:endParaRPr/>
          </a:p>
        </p:txBody>
      </p:sp>
      <p:pic>
        <p:nvPicPr>
          <p:cNvPr id="921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48600" y="3471597"/>
            <a:ext cx="9213510" cy="46056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1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6823" y="2275627"/>
            <a:ext cx="4739553" cy="6980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object 16"/>
          <p:cNvSpPr txBox="1"/>
          <p:nvPr/>
        </p:nvSpPr>
        <p:spPr>
          <a:xfrm>
            <a:off x="6679445" y="445411"/>
            <a:ext cx="10287000" cy="505267"/>
          </a:xfrm>
          <a:prstGeom prst="rect">
            <a:avLst/>
          </a:prstGeom>
        </p:spPr>
        <p:txBody>
          <a:bodyPr vert="horz" wrap="square" lIns="0" tIns="12700" rIns="0" bIns="0" rtlCol="0">
            <a:spAutoFit/>
          </a:bodyPr>
          <a:lstStyle/>
          <a:p>
            <a:pPr marL="12700">
              <a:lnSpc>
                <a:spcPct val="100000"/>
              </a:lnSpc>
              <a:spcBef>
                <a:spcPts val="100"/>
              </a:spcBef>
            </a:pPr>
            <a:r>
              <a:rPr lang="en-IN" sz="3200" dirty="0" smtClean="0">
                <a:solidFill>
                  <a:schemeClr val="tx2">
                    <a:lumMod val="50000"/>
                  </a:schemeClr>
                </a:solidFill>
                <a:latin typeface="Stencil" pitchFamily="82" charset="0"/>
                <a:cs typeface="Trebuchet MS"/>
              </a:rPr>
              <a:t>E-Commerce Database Management System</a:t>
            </a:r>
            <a:endParaRPr sz="3200" dirty="0">
              <a:solidFill>
                <a:schemeClr val="tx2">
                  <a:lumMod val="50000"/>
                </a:schemeClr>
              </a:solidFill>
              <a:latin typeface="Stencil" pitchFamily="82" charset="0"/>
              <a:cs typeface="Trebuchet MS"/>
            </a:endParaRPr>
          </a:p>
        </p:txBody>
      </p:sp>
    </p:spTree>
    <p:extLst>
      <p:ext uri="{BB962C8B-B14F-4D97-AF65-F5344CB8AC3E}">
        <p14:creationId xmlns:p14="http://schemas.microsoft.com/office/powerpoint/2010/main" val="24934793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object 4"/>
          <p:cNvPicPr/>
          <p:nvPr/>
        </p:nvPicPr>
        <p:blipFill>
          <a:blip r:embed="rId2" cstate="print"/>
          <a:stretch>
            <a:fillRect/>
          </a:stretch>
        </p:blipFill>
        <p:spPr>
          <a:xfrm>
            <a:off x="7630450" y="7668172"/>
            <a:ext cx="5775146" cy="2616199"/>
          </a:xfrm>
          <a:prstGeom prst="rect">
            <a:avLst/>
          </a:prstGeom>
        </p:spPr>
      </p:pic>
      <p:sp>
        <p:nvSpPr>
          <p:cNvPr id="8" name="object 8"/>
          <p:cNvSpPr/>
          <p:nvPr/>
        </p:nvSpPr>
        <p:spPr>
          <a:xfrm>
            <a:off x="11686191" y="1156447"/>
            <a:ext cx="909955" cy="1419225"/>
          </a:xfrm>
          <a:custGeom>
            <a:avLst/>
            <a:gdLst/>
            <a:ahLst/>
            <a:cxnLst/>
            <a:rect l="l" t="t" r="r" b="b"/>
            <a:pathLst>
              <a:path w="909954" h="1419225">
                <a:moveTo>
                  <a:pt x="171446" y="123270"/>
                </a:moveTo>
                <a:lnTo>
                  <a:pt x="145419" y="97242"/>
                </a:lnTo>
                <a:lnTo>
                  <a:pt x="171446" y="71214"/>
                </a:lnTo>
                <a:lnTo>
                  <a:pt x="197474" y="97242"/>
                </a:lnTo>
                <a:lnTo>
                  <a:pt x="171446" y="123270"/>
                </a:lnTo>
                <a:close/>
              </a:path>
              <a:path w="909954" h="1419225">
                <a:moveTo>
                  <a:pt x="171446" y="267868"/>
                </a:moveTo>
                <a:lnTo>
                  <a:pt x="145419" y="241841"/>
                </a:lnTo>
                <a:lnTo>
                  <a:pt x="171446" y="215813"/>
                </a:lnTo>
                <a:lnTo>
                  <a:pt x="197474" y="241841"/>
                </a:lnTo>
                <a:lnTo>
                  <a:pt x="171446" y="267868"/>
                </a:lnTo>
                <a:close/>
              </a:path>
              <a:path w="909954" h="1419225">
                <a:moveTo>
                  <a:pt x="171446" y="195569"/>
                </a:moveTo>
                <a:lnTo>
                  <a:pt x="145419" y="169540"/>
                </a:lnTo>
                <a:lnTo>
                  <a:pt x="171446" y="143514"/>
                </a:lnTo>
                <a:lnTo>
                  <a:pt x="197474" y="169540"/>
                </a:lnTo>
                <a:lnTo>
                  <a:pt x="171446" y="195569"/>
                </a:lnTo>
                <a:close/>
              </a:path>
              <a:path w="909954" h="1419225">
                <a:moveTo>
                  <a:pt x="247329" y="480098"/>
                </a:moveTo>
                <a:lnTo>
                  <a:pt x="222379" y="455160"/>
                </a:lnTo>
                <a:lnTo>
                  <a:pt x="243745" y="433795"/>
                </a:lnTo>
                <a:lnTo>
                  <a:pt x="268690" y="458738"/>
                </a:lnTo>
                <a:lnTo>
                  <a:pt x="247329" y="480098"/>
                </a:lnTo>
                <a:close/>
              </a:path>
              <a:path w="909954" h="1419225">
                <a:moveTo>
                  <a:pt x="243745" y="411382"/>
                </a:moveTo>
                <a:lnTo>
                  <a:pt x="218803" y="386439"/>
                </a:lnTo>
                <a:lnTo>
                  <a:pt x="243745" y="361496"/>
                </a:lnTo>
                <a:lnTo>
                  <a:pt x="268690" y="386439"/>
                </a:lnTo>
                <a:lnTo>
                  <a:pt x="243745" y="411382"/>
                </a:lnTo>
                <a:close/>
              </a:path>
              <a:path w="909954" h="1419225">
                <a:moveTo>
                  <a:pt x="171446" y="340167"/>
                </a:moveTo>
                <a:lnTo>
                  <a:pt x="145419" y="314140"/>
                </a:lnTo>
                <a:lnTo>
                  <a:pt x="171446" y="288112"/>
                </a:lnTo>
                <a:lnTo>
                  <a:pt x="197474" y="314140"/>
                </a:lnTo>
                <a:lnTo>
                  <a:pt x="171446" y="340167"/>
                </a:lnTo>
                <a:close/>
              </a:path>
              <a:path w="909954" h="1419225">
                <a:moveTo>
                  <a:pt x="99147" y="268953"/>
                </a:moveTo>
                <a:lnTo>
                  <a:pt x="72035" y="241841"/>
                </a:lnTo>
                <a:lnTo>
                  <a:pt x="99147" y="214728"/>
                </a:lnTo>
                <a:lnTo>
                  <a:pt x="126259" y="241841"/>
                </a:lnTo>
                <a:lnTo>
                  <a:pt x="99147" y="268953"/>
                </a:lnTo>
                <a:close/>
              </a:path>
              <a:path w="909954" h="1419225">
                <a:moveTo>
                  <a:pt x="175559" y="408354"/>
                </a:moveTo>
                <a:lnTo>
                  <a:pt x="149527" y="382330"/>
                </a:lnTo>
                <a:lnTo>
                  <a:pt x="171446" y="360411"/>
                </a:lnTo>
                <a:lnTo>
                  <a:pt x="197474" y="386439"/>
                </a:lnTo>
                <a:lnTo>
                  <a:pt x="175559" y="408354"/>
                </a:lnTo>
                <a:close/>
              </a:path>
              <a:path w="909954" h="1419225">
                <a:moveTo>
                  <a:pt x="319112" y="551830"/>
                </a:moveTo>
                <a:lnTo>
                  <a:pt x="295244" y="527979"/>
                </a:lnTo>
                <a:lnTo>
                  <a:pt x="316044" y="507179"/>
                </a:lnTo>
                <a:lnTo>
                  <a:pt x="339904" y="531038"/>
                </a:lnTo>
                <a:lnTo>
                  <a:pt x="319112" y="551830"/>
                </a:lnTo>
                <a:close/>
              </a:path>
              <a:path w="909954" h="1419225">
                <a:moveTo>
                  <a:pt x="243745" y="122185"/>
                </a:moveTo>
                <a:lnTo>
                  <a:pt x="218803" y="97242"/>
                </a:lnTo>
                <a:lnTo>
                  <a:pt x="243745" y="72299"/>
                </a:lnTo>
                <a:lnTo>
                  <a:pt x="268690" y="97242"/>
                </a:lnTo>
                <a:lnTo>
                  <a:pt x="243745" y="122185"/>
                </a:lnTo>
                <a:close/>
              </a:path>
              <a:path w="909954" h="1419225">
                <a:moveTo>
                  <a:pt x="99147" y="196654"/>
                </a:moveTo>
                <a:lnTo>
                  <a:pt x="72035" y="169540"/>
                </a:lnTo>
                <a:lnTo>
                  <a:pt x="99147" y="142429"/>
                </a:lnTo>
                <a:lnTo>
                  <a:pt x="126259" y="169540"/>
                </a:lnTo>
                <a:lnTo>
                  <a:pt x="99147" y="196654"/>
                </a:lnTo>
                <a:close/>
              </a:path>
              <a:path w="909954" h="1419225">
                <a:moveTo>
                  <a:pt x="316044" y="482597"/>
                </a:moveTo>
                <a:lnTo>
                  <a:pt x="292186" y="458738"/>
                </a:lnTo>
                <a:lnTo>
                  <a:pt x="316044" y="434880"/>
                </a:lnTo>
                <a:lnTo>
                  <a:pt x="339904" y="458738"/>
                </a:lnTo>
                <a:lnTo>
                  <a:pt x="316044" y="482597"/>
                </a:lnTo>
                <a:close/>
              </a:path>
              <a:path w="909954" h="1419225">
                <a:moveTo>
                  <a:pt x="316044" y="410298"/>
                </a:moveTo>
                <a:lnTo>
                  <a:pt x="292186" y="386439"/>
                </a:lnTo>
                <a:lnTo>
                  <a:pt x="316044" y="362580"/>
                </a:lnTo>
                <a:lnTo>
                  <a:pt x="339904" y="386439"/>
                </a:lnTo>
                <a:lnTo>
                  <a:pt x="316044" y="410298"/>
                </a:lnTo>
                <a:close/>
              </a:path>
              <a:path w="909954" h="1419225">
                <a:moveTo>
                  <a:pt x="243745" y="266784"/>
                </a:moveTo>
                <a:lnTo>
                  <a:pt x="218803" y="241841"/>
                </a:lnTo>
                <a:lnTo>
                  <a:pt x="243745" y="216898"/>
                </a:lnTo>
                <a:lnTo>
                  <a:pt x="268690" y="241841"/>
                </a:lnTo>
                <a:lnTo>
                  <a:pt x="243745" y="266784"/>
                </a:lnTo>
                <a:close/>
              </a:path>
              <a:path w="909954" h="1419225">
                <a:moveTo>
                  <a:pt x="243745" y="49886"/>
                </a:moveTo>
                <a:lnTo>
                  <a:pt x="218803" y="24943"/>
                </a:lnTo>
                <a:lnTo>
                  <a:pt x="243745" y="0"/>
                </a:lnTo>
                <a:lnTo>
                  <a:pt x="268690" y="24943"/>
                </a:lnTo>
                <a:lnTo>
                  <a:pt x="243745" y="49886"/>
                </a:lnTo>
                <a:close/>
              </a:path>
              <a:path w="909954" h="1419225">
                <a:moveTo>
                  <a:pt x="243745" y="339083"/>
                </a:moveTo>
                <a:lnTo>
                  <a:pt x="218803" y="314140"/>
                </a:lnTo>
                <a:lnTo>
                  <a:pt x="243745" y="289197"/>
                </a:lnTo>
                <a:lnTo>
                  <a:pt x="268690" y="314140"/>
                </a:lnTo>
                <a:lnTo>
                  <a:pt x="243745" y="339083"/>
                </a:lnTo>
                <a:close/>
              </a:path>
              <a:path w="909954" h="1419225">
                <a:moveTo>
                  <a:pt x="243745" y="194485"/>
                </a:moveTo>
                <a:lnTo>
                  <a:pt x="218803" y="169540"/>
                </a:lnTo>
                <a:lnTo>
                  <a:pt x="243745" y="144598"/>
                </a:lnTo>
                <a:lnTo>
                  <a:pt x="268690" y="169540"/>
                </a:lnTo>
                <a:lnTo>
                  <a:pt x="243745" y="194485"/>
                </a:lnTo>
                <a:close/>
              </a:path>
              <a:path w="909954" h="1419225">
                <a:moveTo>
                  <a:pt x="171446" y="1352354"/>
                </a:moveTo>
                <a:lnTo>
                  <a:pt x="145419" y="1326334"/>
                </a:lnTo>
                <a:lnTo>
                  <a:pt x="171446" y="1300301"/>
                </a:lnTo>
                <a:lnTo>
                  <a:pt x="197474" y="1326334"/>
                </a:lnTo>
                <a:lnTo>
                  <a:pt x="171446" y="1352354"/>
                </a:lnTo>
                <a:close/>
              </a:path>
              <a:path w="909954" h="1419225">
                <a:moveTo>
                  <a:pt x="460644" y="986523"/>
                </a:moveTo>
                <a:lnTo>
                  <a:pt x="438954" y="964834"/>
                </a:lnTo>
                <a:lnTo>
                  <a:pt x="460644" y="943144"/>
                </a:lnTo>
                <a:lnTo>
                  <a:pt x="482334" y="964834"/>
                </a:lnTo>
                <a:lnTo>
                  <a:pt x="460644" y="986523"/>
                </a:lnTo>
                <a:close/>
              </a:path>
              <a:path w="909954" h="1419225">
                <a:moveTo>
                  <a:pt x="460644" y="841924"/>
                </a:moveTo>
                <a:lnTo>
                  <a:pt x="438954" y="820234"/>
                </a:lnTo>
                <a:lnTo>
                  <a:pt x="460644" y="798545"/>
                </a:lnTo>
                <a:lnTo>
                  <a:pt x="482334" y="820234"/>
                </a:lnTo>
                <a:lnTo>
                  <a:pt x="460644" y="841924"/>
                </a:lnTo>
                <a:close/>
              </a:path>
              <a:path w="909954" h="1419225">
                <a:moveTo>
                  <a:pt x="103793" y="336606"/>
                </a:moveTo>
                <a:lnTo>
                  <a:pt x="76677" y="309497"/>
                </a:lnTo>
                <a:lnTo>
                  <a:pt x="99147" y="287027"/>
                </a:lnTo>
                <a:lnTo>
                  <a:pt x="126259" y="314140"/>
                </a:lnTo>
                <a:lnTo>
                  <a:pt x="103793" y="336606"/>
                </a:lnTo>
                <a:close/>
              </a:path>
              <a:path w="909954" h="1419225">
                <a:moveTo>
                  <a:pt x="460644" y="1058823"/>
                </a:moveTo>
                <a:lnTo>
                  <a:pt x="438954" y="1037133"/>
                </a:lnTo>
                <a:lnTo>
                  <a:pt x="460644" y="1015443"/>
                </a:lnTo>
                <a:lnTo>
                  <a:pt x="482334" y="1037133"/>
                </a:lnTo>
                <a:lnTo>
                  <a:pt x="460644" y="1058823"/>
                </a:lnTo>
                <a:close/>
              </a:path>
              <a:path w="909954" h="1419225">
                <a:moveTo>
                  <a:pt x="462720" y="695250"/>
                </a:moveTo>
                <a:lnTo>
                  <a:pt x="441013" y="673576"/>
                </a:lnTo>
                <a:lnTo>
                  <a:pt x="460644" y="653947"/>
                </a:lnTo>
                <a:lnTo>
                  <a:pt x="482334" y="675636"/>
                </a:lnTo>
                <a:lnTo>
                  <a:pt x="462720" y="695250"/>
                </a:lnTo>
                <a:close/>
              </a:path>
              <a:path w="909954" h="1419225">
                <a:moveTo>
                  <a:pt x="460644" y="769625"/>
                </a:moveTo>
                <a:lnTo>
                  <a:pt x="438954" y="747935"/>
                </a:lnTo>
                <a:lnTo>
                  <a:pt x="460644" y="726246"/>
                </a:lnTo>
                <a:lnTo>
                  <a:pt x="482334" y="747935"/>
                </a:lnTo>
                <a:lnTo>
                  <a:pt x="460644" y="769625"/>
                </a:lnTo>
                <a:close/>
              </a:path>
              <a:path w="909954" h="1419225">
                <a:moveTo>
                  <a:pt x="460644" y="552727"/>
                </a:moveTo>
                <a:lnTo>
                  <a:pt x="438954" y="531038"/>
                </a:lnTo>
                <a:lnTo>
                  <a:pt x="460644" y="509347"/>
                </a:lnTo>
                <a:lnTo>
                  <a:pt x="482334" y="531038"/>
                </a:lnTo>
                <a:lnTo>
                  <a:pt x="460644" y="552727"/>
                </a:lnTo>
                <a:close/>
              </a:path>
              <a:path w="909954" h="1419225">
                <a:moveTo>
                  <a:pt x="460644" y="625027"/>
                </a:moveTo>
                <a:lnTo>
                  <a:pt x="438954" y="603337"/>
                </a:lnTo>
                <a:lnTo>
                  <a:pt x="460644" y="581648"/>
                </a:lnTo>
                <a:lnTo>
                  <a:pt x="482334" y="603337"/>
                </a:lnTo>
                <a:lnTo>
                  <a:pt x="460644" y="625027"/>
                </a:lnTo>
                <a:close/>
              </a:path>
              <a:path w="909954" h="1419225">
                <a:moveTo>
                  <a:pt x="460644" y="1203421"/>
                </a:moveTo>
                <a:lnTo>
                  <a:pt x="438954" y="1181731"/>
                </a:lnTo>
                <a:lnTo>
                  <a:pt x="460644" y="1160041"/>
                </a:lnTo>
                <a:lnTo>
                  <a:pt x="482334" y="1181731"/>
                </a:lnTo>
                <a:lnTo>
                  <a:pt x="460644" y="1203421"/>
                </a:lnTo>
                <a:close/>
              </a:path>
              <a:path w="909954" h="1419225">
                <a:moveTo>
                  <a:pt x="460644" y="914224"/>
                </a:moveTo>
                <a:lnTo>
                  <a:pt x="438954" y="892533"/>
                </a:lnTo>
                <a:lnTo>
                  <a:pt x="460644" y="870844"/>
                </a:lnTo>
                <a:lnTo>
                  <a:pt x="482334" y="892533"/>
                </a:lnTo>
                <a:lnTo>
                  <a:pt x="460644" y="914224"/>
                </a:lnTo>
                <a:close/>
              </a:path>
              <a:path w="909954" h="1419225">
                <a:moveTo>
                  <a:pt x="460644" y="1131122"/>
                </a:moveTo>
                <a:lnTo>
                  <a:pt x="438954" y="1109432"/>
                </a:lnTo>
                <a:lnTo>
                  <a:pt x="460644" y="1087742"/>
                </a:lnTo>
                <a:lnTo>
                  <a:pt x="482334" y="1109432"/>
                </a:lnTo>
                <a:lnTo>
                  <a:pt x="460644" y="1131122"/>
                </a:lnTo>
                <a:close/>
              </a:path>
              <a:path w="909954" h="1419225">
                <a:moveTo>
                  <a:pt x="171446" y="1280058"/>
                </a:moveTo>
                <a:lnTo>
                  <a:pt x="145419" y="1254030"/>
                </a:lnTo>
                <a:lnTo>
                  <a:pt x="171446" y="1228002"/>
                </a:lnTo>
                <a:lnTo>
                  <a:pt x="197474" y="1254030"/>
                </a:lnTo>
                <a:lnTo>
                  <a:pt x="171446" y="1280058"/>
                </a:lnTo>
                <a:close/>
              </a:path>
              <a:path w="909954" h="1419225">
                <a:moveTo>
                  <a:pt x="99147" y="1208843"/>
                </a:moveTo>
                <a:lnTo>
                  <a:pt x="72035" y="1181731"/>
                </a:lnTo>
                <a:lnTo>
                  <a:pt x="99147" y="1154618"/>
                </a:lnTo>
                <a:lnTo>
                  <a:pt x="126259" y="1181731"/>
                </a:lnTo>
                <a:lnTo>
                  <a:pt x="99147" y="1208843"/>
                </a:lnTo>
                <a:close/>
              </a:path>
              <a:path w="909954" h="1419225">
                <a:moveTo>
                  <a:pt x="32027" y="264859"/>
                </a:moveTo>
                <a:lnTo>
                  <a:pt x="3826" y="236666"/>
                </a:lnTo>
                <a:lnTo>
                  <a:pt x="26848" y="213643"/>
                </a:lnTo>
                <a:lnTo>
                  <a:pt x="55044" y="241841"/>
                </a:lnTo>
                <a:lnTo>
                  <a:pt x="32027" y="264859"/>
                </a:lnTo>
                <a:close/>
              </a:path>
              <a:path w="909954" h="1419225">
                <a:moveTo>
                  <a:pt x="99147" y="1281142"/>
                </a:moveTo>
                <a:lnTo>
                  <a:pt x="72035" y="1254030"/>
                </a:lnTo>
                <a:lnTo>
                  <a:pt x="99147" y="1226917"/>
                </a:lnTo>
                <a:lnTo>
                  <a:pt x="126259" y="1254030"/>
                </a:lnTo>
                <a:lnTo>
                  <a:pt x="99147" y="1281142"/>
                </a:lnTo>
                <a:close/>
              </a:path>
              <a:path w="909954" h="1419225">
                <a:moveTo>
                  <a:pt x="171446" y="1135460"/>
                </a:moveTo>
                <a:lnTo>
                  <a:pt x="145419" y="1109432"/>
                </a:lnTo>
                <a:lnTo>
                  <a:pt x="171446" y="1083404"/>
                </a:lnTo>
                <a:lnTo>
                  <a:pt x="197474" y="1109432"/>
                </a:lnTo>
                <a:lnTo>
                  <a:pt x="171446" y="1135460"/>
                </a:lnTo>
                <a:close/>
              </a:path>
              <a:path w="909954" h="1419225">
                <a:moveTo>
                  <a:pt x="171446" y="1207759"/>
                </a:moveTo>
                <a:lnTo>
                  <a:pt x="145419" y="1181731"/>
                </a:lnTo>
                <a:lnTo>
                  <a:pt x="171446" y="1155703"/>
                </a:lnTo>
                <a:lnTo>
                  <a:pt x="197474" y="1181731"/>
                </a:lnTo>
                <a:lnTo>
                  <a:pt x="171446" y="1207759"/>
                </a:lnTo>
                <a:close/>
              </a:path>
              <a:path w="909954" h="1419225">
                <a:moveTo>
                  <a:pt x="316044" y="337998"/>
                </a:moveTo>
                <a:lnTo>
                  <a:pt x="292186" y="314140"/>
                </a:lnTo>
                <a:lnTo>
                  <a:pt x="316044" y="290280"/>
                </a:lnTo>
                <a:lnTo>
                  <a:pt x="339904" y="314140"/>
                </a:lnTo>
                <a:lnTo>
                  <a:pt x="316044" y="337998"/>
                </a:lnTo>
                <a:close/>
              </a:path>
              <a:path w="909954" h="1419225">
                <a:moveTo>
                  <a:pt x="171446" y="1063160"/>
                </a:moveTo>
                <a:lnTo>
                  <a:pt x="145694" y="1037408"/>
                </a:lnTo>
                <a:lnTo>
                  <a:pt x="171725" y="1011383"/>
                </a:lnTo>
                <a:lnTo>
                  <a:pt x="197474" y="1037133"/>
                </a:lnTo>
                <a:lnTo>
                  <a:pt x="171446" y="1063160"/>
                </a:lnTo>
                <a:close/>
              </a:path>
              <a:path w="909954" h="1419225">
                <a:moveTo>
                  <a:pt x="316044" y="1205590"/>
                </a:moveTo>
                <a:lnTo>
                  <a:pt x="292186" y="1181731"/>
                </a:lnTo>
                <a:lnTo>
                  <a:pt x="316044" y="1157872"/>
                </a:lnTo>
                <a:lnTo>
                  <a:pt x="339904" y="1181731"/>
                </a:lnTo>
                <a:lnTo>
                  <a:pt x="316044" y="1205590"/>
                </a:lnTo>
                <a:close/>
              </a:path>
              <a:path w="909954" h="1419225">
                <a:moveTo>
                  <a:pt x="316044" y="265699"/>
                </a:moveTo>
                <a:lnTo>
                  <a:pt x="292186" y="241841"/>
                </a:lnTo>
                <a:lnTo>
                  <a:pt x="316044" y="217981"/>
                </a:lnTo>
                <a:lnTo>
                  <a:pt x="339904" y="241841"/>
                </a:lnTo>
                <a:lnTo>
                  <a:pt x="316044" y="265699"/>
                </a:lnTo>
                <a:close/>
              </a:path>
              <a:path w="909954" h="1419225">
                <a:moveTo>
                  <a:pt x="316044" y="1350192"/>
                </a:moveTo>
                <a:lnTo>
                  <a:pt x="292186" y="1326334"/>
                </a:lnTo>
                <a:lnTo>
                  <a:pt x="316044" y="1302471"/>
                </a:lnTo>
                <a:lnTo>
                  <a:pt x="339904" y="1326334"/>
                </a:lnTo>
                <a:lnTo>
                  <a:pt x="316044" y="1350192"/>
                </a:lnTo>
                <a:close/>
              </a:path>
              <a:path w="909954" h="1419225">
                <a:moveTo>
                  <a:pt x="316044" y="1060991"/>
                </a:moveTo>
                <a:lnTo>
                  <a:pt x="292186" y="1037133"/>
                </a:lnTo>
                <a:lnTo>
                  <a:pt x="316044" y="1013273"/>
                </a:lnTo>
                <a:lnTo>
                  <a:pt x="339904" y="1037133"/>
                </a:lnTo>
                <a:lnTo>
                  <a:pt x="316044" y="1060991"/>
                </a:lnTo>
                <a:close/>
              </a:path>
              <a:path w="909954" h="1419225">
                <a:moveTo>
                  <a:pt x="316044" y="1277889"/>
                </a:moveTo>
                <a:lnTo>
                  <a:pt x="292186" y="1254030"/>
                </a:lnTo>
                <a:lnTo>
                  <a:pt x="316044" y="1230172"/>
                </a:lnTo>
                <a:lnTo>
                  <a:pt x="339904" y="1254030"/>
                </a:lnTo>
                <a:lnTo>
                  <a:pt x="316044" y="1277889"/>
                </a:lnTo>
                <a:close/>
              </a:path>
              <a:path w="909954" h="1419225">
                <a:moveTo>
                  <a:pt x="243745" y="1351273"/>
                </a:moveTo>
                <a:lnTo>
                  <a:pt x="218803" y="1326334"/>
                </a:lnTo>
                <a:lnTo>
                  <a:pt x="243745" y="1301386"/>
                </a:lnTo>
                <a:lnTo>
                  <a:pt x="268690" y="1326334"/>
                </a:lnTo>
                <a:lnTo>
                  <a:pt x="243745" y="1351273"/>
                </a:lnTo>
                <a:close/>
              </a:path>
              <a:path w="909954" h="1419225">
                <a:moveTo>
                  <a:pt x="316044" y="916393"/>
                </a:moveTo>
                <a:lnTo>
                  <a:pt x="292186" y="892533"/>
                </a:lnTo>
                <a:lnTo>
                  <a:pt x="316044" y="868675"/>
                </a:lnTo>
                <a:lnTo>
                  <a:pt x="339904" y="892533"/>
                </a:lnTo>
                <a:lnTo>
                  <a:pt x="316044" y="916393"/>
                </a:lnTo>
                <a:close/>
              </a:path>
              <a:path w="909954" h="1419225">
                <a:moveTo>
                  <a:pt x="316044" y="988692"/>
                </a:moveTo>
                <a:lnTo>
                  <a:pt x="292186" y="964834"/>
                </a:lnTo>
                <a:lnTo>
                  <a:pt x="316044" y="940974"/>
                </a:lnTo>
                <a:lnTo>
                  <a:pt x="339904" y="964834"/>
                </a:lnTo>
                <a:lnTo>
                  <a:pt x="316044" y="988692"/>
                </a:lnTo>
                <a:close/>
              </a:path>
              <a:path w="909954" h="1419225">
                <a:moveTo>
                  <a:pt x="388345" y="1204505"/>
                </a:moveTo>
                <a:lnTo>
                  <a:pt x="365570" y="1181731"/>
                </a:lnTo>
                <a:lnTo>
                  <a:pt x="388345" y="1158956"/>
                </a:lnTo>
                <a:lnTo>
                  <a:pt x="411118" y="1181731"/>
                </a:lnTo>
                <a:lnTo>
                  <a:pt x="388345" y="1204505"/>
                </a:lnTo>
                <a:close/>
              </a:path>
              <a:path w="909954" h="1419225">
                <a:moveTo>
                  <a:pt x="388345" y="843009"/>
                </a:moveTo>
                <a:lnTo>
                  <a:pt x="365570" y="820234"/>
                </a:lnTo>
                <a:lnTo>
                  <a:pt x="388345" y="797460"/>
                </a:lnTo>
                <a:lnTo>
                  <a:pt x="411118" y="820234"/>
                </a:lnTo>
                <a:lnTo>
                  <a:pt x="388345" y="843009"/>
                </a:lnTo>
                <a:close/>
              </a:path>
              <a:path w="909954" h="1419225">
                <a:moveTo>
                  <a:pt x="248216" y="1419102"/>
                </a:moveTo>
                <a:lnTo>
                  <a:pt x="239275" y="1419102"/>
                </a:lnTo>
                <a:lnTo>
                  <a:pt x="218803" y="1398633"/>
                </a:lnTo>
                <a:lnTo>
                  <a:pt x="243745" y="1373681"/>
                </a:lnTo>
                <a:lnTo>
                  <a:pt x="268690" y="1398633"/>
                </a:lnTo>
                <a:lnTo>
                  <a:pt x="248216" y="1419102"/>
                </a:lnTo>
                <a:close/>
              </a:path>
              <a:path w="909954" h="1419225">
                <a:moveTo>
                  <a:pt x="388345" y="1132206"/>
                </a:moveTo>
                <a:lnTo>
                  <a:pt x="365570" y="1109432"/>
                </a:lnTo>
                <a:lnTo>
                  <a:pt x="388345" y="1086657"/>
                </a:lnTo>
                <a:lnTo>
                  <a:pt x="411118" y="1109432"/>
                </a:lnTo>
                <a:lnTo>
                  <a:pt x="388345" y="1132206"/>
                </a:lnTo>
                <a:close/>
              </a:path>
              <a:path w="909954" h="1419225">
                <a:moveTo>
                  <a:pt x="388345" y="1276804"/>
                </a:moveTo>
                <a:lnTo>
                  <a:pt x="365570" y="1254030"/>
                </a:lnTo>
                <a:lnTo>
                  <a:pt x="388345" y="1231257"/>
                </a:lnTo>
                <a:lnTo>
                  <a:pt x="411118" y="1254030"/>
                </a:lnTo>
                <a:lnTo>
                  <a:pt x="388345" y="1276804"/>
                </a:lnTo>
                <a:close/>
              </a:path>
              <a:path w="909954" h="1419225">
                <a:moveTo>
                  <a:pt x="388345" y="1059906"/>
                </a:moveTo>
                <a:lnTo>
                  <a:pt x="365570" y="1037133"/>
                </a:lnTo>
                <a:lnTo>
                  <a:pt x="388345" y="1014358"/>
                </a:lnTo>
                <a:lnTo>
                  <a:pt x="411118" y="1037133"/>
                </a:lnTo>
                <a:lnTo>
                  <a:pt x="388345" y="1059906"/>
                </a:lnTo>
                <a:close/>
              </a:path>
              <a:path w="909954" h="1419225">
                <a:moveTo>
                  <a:pt x="388345" y="915308"/>
                </a:moveTo>
                <a:lnTo>
                  <a:pt x="365570" y="892533"/>
                </a:lnTo>
                <a:lnTo>
                  <a:pt x="388345" y="869759"/>
                </a:lnTo>
                <a:lnTo>
                  <a:pt x="411118" y="892533"/>
                </a:lnTo>
                <a:lnTo>
                  <a:pt x="388345" y="915308"/>
                </a:lnTo>
                <a:close/>
              </a:path>
              <a:path w="909954" h="1419225">
                <a:moveTo>
                  <a:pt x="388345" y="987607"/>
                </a:moveTo>
                <a:lnTo>
                  <a:pt x="365570" y="964834"/>
                </a:lnTo>
                <a:lnTo>
                  <a:pt x="388345" y="942059"/>
                </a:lnTo>
                <a:lnTo>
                  <a:pt x="411118" y="964834"/>
                </a:lnTo>
                <a:lnTo>
                  <a:pt x="388345" y="987607"/>
                </a:lnTo>
                <a:close/>
              </a:path>
              <a:path w="909954" h="1419225">
                <a:moveTo>
                  <a:pt x="316044" y="1133291"/>
                </a:moveTo>
                <a:lnTo>
                  <a:pt x="292186" y="1109432"/>
                </a:lnTo>
                <a:lnTo>
                  <a:pt x="316044" y="1085573"/>
                </a:lnTo>
                <a:lnTo>
                  <a:pt x="339904" y="1109432"/>
                </a:lnTo>
                <a:lnTo>
                  <a:pt x="316044" y="1133291"/>
                </a:lnTo>
                <a:close/>
              </a:path>
              <a:path w="909954" h="1419225">
                <a:moveTo>
                  <a:pt x="388345" y="553811"/>
                </a:moveTo>
                <a:lnTo>
                  <a:pt x="365570" y="531038"/>
                </a:lnTo>
                <a:lnTo>
                  <a:pt x="388345" y="508264"/>
                </a:lnTo>
                <a:lnTo>
                  <a:pt x="411118" y="531038"/>
                </a:lnTo>
                <a:lnTo>
                  <a:pt x="388345" y="553811"/>
                </a:lnTo>
                <a:close/>
              </a:path>
              <a:path w="909954" h="1419225">
                <a:moveTo>
                  <a:pt x="388345" y="481512"/>
                </a:moveTo>
                <a:lnTo>
                  <a:pt x="365570" y="458738"/>
                </a:lnTo>
                <a:lnTo>
                  <a:pt x="388345" y="435965"/>
                </a:lnTo>
                <a:lnTo>
                  <a:pt x="411118" y="458738"/>
                </a:lnTo>
                <a:lnTo>
                  <a:pt x="388345" y="481512"/>
                </a:lnTo>
                <a:close/>
              </a:path>
              <a:path w="909954" h="1419225">
                <a:moveTo>
                  <a:pt x="388345" y="409213"/>
                </a:moveTo>
                <a:lnTo>
                  <a:pt x="365570" y="386439"/>
                </a:lnTo>
                <a:lnTo>
                  <a:pt x="388345" y="363664"/>
                </a:lnTo>
                <a:lnTo>
                  <a:pt x="411118" y="386439"/>
                </a:lnTo>
                <a:lnTo>
                  <a:pt x="388345" y="409213"/>
                </a:lnTo>
                <a:close/>
              </a:path>
              <a:path w="909954" h="1419225">
                <a:moveTo>
                  <a:pt x="243745" y="1278974"/>
                </a:moveTo>
                <a:lnTo>
                  <a:pt x="218803" y="1254030"/>
                </a:lnTo>
                <a:lnTo>
                  <a:pt x="243745" y="1229087"/>
                </a:lnTo>
                <a:lnTo>
                  <a:pt x="268690" y="1254030"/>
                </a:lnTo>
                <a:lnTo>
                  <a:pt x="243745" y="1278974"/>
                </a:lnTo>
                <a:close/>
              </a:path>
              <a:path w="909954" h="1419225">
                <a:moveTo>
                  <a:pt x="390910" y="623547"/>
                </a:moveTo>
                <a:lnTo>
                  <a:pt x="368118" y="600788"/>
                </a:lnTo>
                <a:lnTo>
                  <a:pt x="388345" y="580563"/>
                </a:lnTo>
                <a:lnTo>
                  <a:pt x="411118" y="603337"/>
                </a:lnTo>
                <a:lnTo>
                  <a:pt x="390910" y="623547"/>
                </a:lnTo>
                <a:close/>
              </a:path>
              <a:path w="909954" h="1419225">
                <a:moveTo>
                  <a:pt x="316044" y="121101"/>
                </a:moveTo>
                <a:lnTo>
                  <a:pt x="292186" y="97242"/>
                </a:lnTo>
                <a:lnTo>
                  <a:pt x="316044" y="73383"/>
                </a:lnTo>
                <a:lnTo>
                  <a:pt x="339904" y="97242"/>
                </a:lnTo>
                <a:lnTo>
                  <a:pt x="316044" y="121101"/>
                </a:lnTo>
                <a:close/>
              </a:path>
              <a:path w="909954" h="1419225">
                <a:moveTo>
                  <a:pt x="388345" y="192315"/>
                </a:moveTo>
                <a:lnTo>
                  <a:pt x="365570" y="169540"/>
                </a:lnTo>
                <a:lnTo>
                  <a:pt x="388345" y="146767"/>
                </a:lnTo>
                <a:lnTo>
                  <a:pt x="411118" y="169540"/>
                </a:lnTo>
                <a:lnTo>
                  <a:pt x="388345" y="192315"/>
                </a:lnTo>
                <a:close/>
              </a:path>
              <a:path w="909954" h="1419225">
                <a:moveTo>
                  <a:pt x="316044" y="193400"/>
                </a:moveTo>
                <a:lnTo>
                  <a:pt x="292186" y="169540"/>
                </a:lnTo>
                <a:lnTo>
                  <a:pt x="316044" y="145682"/>
                </a:lnTo>
                <a:lnTo>
                  <a:pt x="339904" y="169540"/>
                </a:lnTo>
                <a:lnTo>
                  <a:pt x="316044" y="193400"/>
                </a:lnTo>
                <a:close/>
              </a:path>
              <a:path w="909954" h="1419225">
                <a:moveTo>
                  <a:pt x="388345" y="336914"/>
                </a:moveTo>
                <a:lnTo>
                  <a:pt x="365570" y="314140"/>
                </a:lnTo>
                <a:lnTo>
                  <a:pt x="388345" y="291365"/>
                </a:lnTo>
                <a:lnTo>
                  <a:pt x="411118" y="314140"/>
                </a:lnTo>
                <a:lnTo>
                  <a:pt x="388345" y="336914"/>
                </a:lnTo>
                <a:close/>
              </a:path>
              <a:path w="909954" h="1419225">
                <a:moveTo>
                  <a:pt x="388345" y="264615"/>
                </a:moveTo>
                <a:lnTo>
                  <a:pt x="365570" y="241841"/>
                </a:lnTo>
                <a:lnTo>
                  <a:pt x="388345" y="219066"/>
                </a:lnTo>
                <a:lnTo>
                  <a:pt x="411118" y="241841"/>
                </a:lnTo>
                <a:lnTo>
                  <a:pt x="388345" y="264615"/>
                </a:lnTo>
                <a:close/>
              </a:path>
              <a:path w="909954" h="1419225">
                <a:moveTo>
                  <a:pt x="243745" y="1062076"/>
                </a:moveTo>
                <a:lnTo>
                  <a:pt x="218803" y="1037133"/>
                </a:lnTo>
                <a:lnTo>
                  <a:pt x="243745" y="1012189"/>
                </a:lnTo>
                <a:lnTo>
                  <a:pt x="268690" y="1037133"/>
                </a:lnTo>
                <a:lnTo>
                  <a:pt x="243745" y="1062076"/>
                </a:lnTo>
                <a:close/>
              </a:path>
              <a:path w="909954" h="1419225">
                <a:moveTo>
                  <a:pt x="243745" y="989777"/>
                </a:moveTo>
                <a:lnTo>
                  <a:pt x="218803" y="964834"/>
                </a:lnTo>
                <a:lnTo>
                  <a:pt x="243745" y="939890"/>
                </a:lnTo>
                <a:lnTo>
                  <a:pt x="268690" y="964834"/>
                </a:lnTo>
                <a:lnTo>
                  <a:pt x="243745" y="989777"/>
                </a:lnTo>
                <a:close/>
              </a:path>
              <a:path w="909954" h="1419225">
                <a:moveTo>
                  <a:pt x="243745" y="1206674"/>
                </a:moveTo>
                <a:lnTo>
                  <a:pt x="218803" y="1181731"/>
                </a:lnTo>
                <a:lnTo>
                  <a:pt x="243745" y="1156788"/>
                </a:lnTo>
                <a:lnTo>
                  <a:pt x="268690" y="1181731"/>
                </a:lnTo>
                <a:lnTo>
                  <a:pt x="243745" y="1206674"/>
                </a:lnTo>
                <a:close/>
              </a:path>
              <a:path w="909954" h="1419225">
                <a:moveTo>
                  <a:pt x="243745" y="1134375"/>
                </a:moveTo>
                <a:lnTo>
                  <a:pt x="218803" y="1109432"/>
                </a:lnTo>
                <a:lnTo>
                  <a:pt x="243745" y="1084489"/>
                </a:lnTo>
                <a:lnTo>
                  <a:pt x="268690" y="1109432"/>
                </a:lnTo>
                <a:lnTo>
                  <a:pt x="243745" y="1134375"/>
                </a:lnTo>
                <a:close/>
              </a:path>
              <a:path w="909954" h="1419225">
                <a:moveTo>
                  <a:pt x="26848" y="1209928"/>
                </a:moveTo>
                <a:lnTo>
                  <a:pt x="0" y="1183079"/>
                </a:lnTo>
                <a:lnTo>
                  <a:pt x="28199" y="1154885"/>
                </a:lnTo>
                <a:lnTo>
                  <a:pt x="55044" y="1181731"/>
                </a:lnTo>
                <a:lnTo>
                  <a:pt x="26848" y="1209928"/>
                </a:lnTo>
                <a:close/>
              </a:path>
              <a:path w="909954" h="1419225">
                <a:moveTo>
                  <a:pt x="460644" y="480428"/>
                </a:moveTo>
                <a:lnTo>
                  <a:pt x="438954" y="458738"/>
                </a:lnTo>
                <a:lnTo>
                  <a:pt x="460644" y="437048"/>
                </a:lnTo>
                <a:lnTo>
                  <a:pt x="482334" y="458738"/>
                </a:lnTo>
                <a:lnTo>
                  <a:pt x="460644" y="480428"/>
                </a:lnTo>
                <a:close/>
              </a:path>
              <a:path w="909954" h="1419225">
                <a:moveTo>
                  <a:pt x="99147" y="1136544"/>
                </a:moveTo>
                <a:lnTo>
                  <a:pt x="72847" y="1110244"/>
                </a:lnTo>
                <a:lnTo>
                  <a:pt x="99961" y="1083133"/>
                </a:lnTo>
                <a:lnTo>
                  <a:pt x="126259" y="1109432"/>
                </a:lnTo>
                <a:lnTo>
                  <a:pt x="99147" y="1136544"/>
                </a:lnTo>
                <a:close/>
              </a:path>
              <a:path w="909954" h="1419225">
                <a:moveTo>
                  <a:pt x="677541" y="621773"/>
                </a:moveTo>
                <a:lnTo>
                  <a:pt x="659106" y="603337"/>
                </a:lnTo>
                <a:lnTo>
                  <a:pt x="677541" y="584901"/>
                </a:lnTo>
                <a:lnTo>
                  <a:pt x="695978" y="603337"/>
                </a:lnTo>
                <a:lnTo>
                  <a:pt x="677541" y="621773"/>
                </a:lnTo>
                <a:close/>
              </a:path>
              <a:path w="909954" h="1419225">
                <a:moveTo>
                  <a:pt x="605242" y="550558"/>
                </a:moveTo>
                <a:lnTo>
                  <a:pt x="585722" y="531038"/>
                </a:lnTo>
                <a:lnTo>
                  <a:pt x="605242" y="511517"/>
                </a:lnTo>
                <a:lnTo>
                  <a:pt x="624763" y="531038"/>
                </a:lnTo>
                <a:lnTo>
                  <a:pt x="605242" y="550558"/>
                </a:lnTo>
                <a:close/>
              </a:path>
              <a:path w="909954" h="1419225">
                <a:moveTo>
                  <a:pt x="605242" y="405960"/>
                </a:moveTo>
                <a:lnTo>
                  <a:pt x="585722" y="386439"/>
                </a:lnTo>
                <a:lnTo>
                  <a:pt x="605242" y="366919"/>
                </a:lnTo>
                <a:lnTo>
                  <a:pt x="624763" y="386439"/>
                </a:lnTo>
                <a:lnTo>
                  <a:pt x="605242" y="405960"/>
                </a:lnTo>
                <a:close/>
              </a:path>
              <a:path w="909954" h="1419225">
                <a:moveTo>
                  <a:pt x="605242" y="695156"/>
                </a:moveTo>
                <a:lnTo>
                  <a:pt x="585722" y="675636"/>
                </a:lnTo>
                <a:lnTo>
                  <a:pt x="605242" y="656115"/>
                </a:lnTo>
                <a:lnTo>
                  <a:pt x="624763" y="675636"/>
                </a:lnTo>
                <a:lnTo>
                  <a:pt x="605242" y="695156"/>
                </a:lnTo>
                <a:close/>
              </a:path>
              <a:path w="909954" h="1419225">
                <a:moveTo>
                  <a:pt x="605242" y="622857"/>
                </a:moveTo>
                <a:lnTo>
                  <a:pt x="585722" y="603337"/>
                </a:lnTo>
                <a:lnTo>
                  <a:pt x="605242" y="583816"/>
                </a:lnTo>
                <a:lnTo>
                  <a:pt x="624763" y="603337"/>
                </a:lnTo>
                <a:lnTo>
                  <a:pt x="605242" y="622857"/>
                </a:lnTo>
                <a:close/>
              </a:path>
              <a:path w="909954" h="1419225">
                <a:moveTo>
                  <a:pt x="532943" y="985439"/>
                </a:moveTo>
                <a:lnTo>
                  <a:pt x="512338" y="964834"/>
                </a:lnTo>
                <a:lnTo>
                  <a:pt x="532943" y="944228"/>
                </a:lnTo>
                <a:lnTo>
                  <a:pt x="553548" y="964834"/>
                </a:lnTo>
                <a:lnTo>
                  <a:pt x="532943" y="985439"/>
                </a:lnTo>
                <a:close/>
              </a:path>
              <a:path w="909954" h="1419225">
                <a:moveTo>
                  <a:pt x="532943" y="1130037"/>
                </a:moveTo>
                <a:lnTo>
                  <a:pt x="512338" y="1109432"/>
                </a:lnTo>
                <a:lnTo>
                  <a:pt x="532943" y="1088827"/>
                </a:lnTo>
                <a:lnTo>
                  <a:pt x="553548" y="1109432"/>
                </a:lnTo>
                <a:lnTo>
                  <a:pt x="532943" y="1130037"/>
                </a:lnTo>
                <a:close/>
              </a:path>
              <a:path w="909954" h="1419225">
                <a:moveTo>
                  <a:pt x="532943" y="1057738"/>
                </a:moveTo>
                <a:lnTo>
                  <a:pt x="512338" y="1037133"/>
                </a:lnTo>
                <a:lnTo>
                  <a:pt x="532943" y="1016527"/>
                </a:lnTo>
                <a:lnTo>
                  <a:pt x="553548" y="1037133"/>
                </a:lnTo>
                <a:lnTo>
                  <a:pt x="532943" y="1057738"/>
                </a:lnTo>
                <a:close/>
              </a:path>
              <a:path w="909954" h="1419225">
                <a:moveTo>
                  <a:pt x="605242" y="478259"/>
                </a:moveTo>
                <a:lnTo>
                  <a:pt x="585722" y="458738"/>
                </a:lnTo>
                <a:lnTo>
                  <a:pt x="605242" y="439218"/>
                </a:lnTo>
                <a:lnTo>
                  <a:pt x="624763" y="458738"/>
                </a:lnTo>
                <a:lnTo>
                  <a:pt x="605242" y="478259"/>
                </a:lnTo>
                <a:close/>
              </a:path>
              <a:path w="909954" h="1419225">
                <a:moveTo>
                  <a:pt x="605242" y="767457"/>
                </a:moveTo>
                <a:lnTo>
                  <a:pt x="585722" y="747935"/>
                </a:lnTo>
                <a:lnTo>
                  <a:pt x="605242" y="728414"/>
                </a:lnTo>
                <a:lnTo>
                  <a:pt x="624763" y="747935"/>
                </a:lnTo>
                <a:lnTo>
                  <a:pt x="605242" y="767457"/>
                </a:lnTo>
                <a:close/>
              </a:path>
              <a:path w="909954" h="1419225">
                <a:moveTo>
                  <a:pt x="605242" y="984354"/>
                </a:moveTo>
                <a:lnTo>
                  <a:pt x="585722" y="964834"/>
                </a:lnTo>
                <a:lnTo>
                  <a:pt x="605242" y="945312"/>
                </a:lnTo>
                <a:lnTo>
                  <a:pt x="624763" y="964834"/>
                </a:lnTo>
                <a:lnTo>
                  <a:pt x="605242" y="984354"/>
                </a:lnTo>
                <a:close/>
              </a:path>
              <a:path w="909954" h="1419225">
                <a:moveTo>
                  <a:pt x="677541" y="477174"/>
                </a:moveTo>
                <a:lnTo>
                  <a:pt x="659106" y="458738"/>
                </a:lnTo>
                <a:lnTo>
                  <a:pt x="677541" y="440301"/>
                </a:lnTo>
                <a:lnTo>
                  <a:pt x="695978" y="458738"/>
                </a:lnTo>
                <a:lnTo>
                  <a:pt x="677541" y="477174"/>
                </a:lnTo>
                <a:close/>
              </a:path>
              <a:path w="909954" h="1419225">
                <a:moveTo>
                  <a:pt x="677541" y="549474"/>
                </a:moveTo>
                <a:lnTo>
                  <a:pt x="659106" y="531038"/>
                </a:lnTo>
                <a:lnTo>
                  <a:pt x="677541" y="512602"/>
                </a:lnTo>
                <a:lnTo>
                  <a:pt x="695978" y="531038"/>
                </a:lnTo>
                <a:lnTo>
                  <a:pt x="677541" y="549474"/>
                </a:lnTo>
                <a:close/>
              </a:path>
              <a:path w="909954" h="1419225">
                <a:moveTo>
                  <a:pt x="677541" y="694073"/>
                </a:moveTo>
                <a:lnTo>
                  <a:pt x="659106" y="675636"/>
                </a:lnTo>
                <a:lnTo>
                  <a:pt x="677541" y="657200"/>
                </a:lnTo>
                <a:lnTo>
                  <a:pt x="695978" y="675636"/>
                </a:lnTo>
                <a:lnTo>
                  <a:pt x="677541" y="694073"/>
                </a:lnTo>
                <a:close/>
              </a:path>
              <a:path w="909954" h="1419225">
                <a:moveTo>
                  <a:pt x="605242" y="1056653"/>
                </a:moveTo>
                <a:lnTo>
                  <a:pt x="585722" y="1037133"/>
                </a:lnTo>
                <a:lnTo>
                  <a:pt x="605242" y="1017611"/>
                </a:lnTo>
                <a:lnTo>
                  <a:pt x="624763" y="1037133"/>
                </a:lnTo>
                <a:lnTo>
                  <a:pt x="605242" y="1056653"/>
                </a:lnTo>
                <a:close/>
              </a:path>
              <a:path w="909954" h="1419225">
                <a:moveTo>
                  <a:pt x="605242" y="839756"/>
                </a:moveTo>
                <a:lnTo>
                  <a:pt x="585722" y="820234"/>
                </a:lnTo>
                <a:lnTo>
                  <a:pt x="605242" y="800714"/>
                </a:lnTo>
                <a:lnTo>
                  <a:pt x="624763" y="820234"/>
                </a:lnTo>
                <a:lnTo>
                  <a:pt x="605242" y="839756"/>
                </a:lnTo>
                <a:close/>
              </a:path>
              <a:path w="909954" h="1419225">
                <a:moveTo>
                  <a:pt x="605242" y="912055"/>
                </a:moveTo>
                <a:lnTo>
                  <a:pt x="585722" y="892533"/>
                </a:lnTo>
                <a:lnTo>
                  <a:pt x="605242" y="873013"/>
                </a:lnTo>
                <a:lnTo>
                  <a:pt x="624763" y="892533"/>
                </a:lnTo>
                <a:lnTo>
                  <a:pt x="605242" y="912055"/>
                </a:lnTo>
                <a:close/>
              </a:path>
              <a:path w="909954" h="1419225">
                <a:moveTo>
                  <a:pt x="532943" y="913140"/>
                </a:moveTo>
                <a:lnTo>
                  <a:pt x="512338" y="892533"/>
                </a:lnTo>
                <a:lnTo>
                  <a:pt x="532943" y="871929"/>
                </a:lnTo>
                <a:lnTo>
                  <a:pt x="553548" y="892533"/>
                </a:lnTo>
                <a:lnTo>
                  <a:pt x="532943" y="913140"/>
                </a:lnTo>
                <a:close/>
              </a:path>
              <a:path w="909954" h="1419225">
                <a:moveTo>
                  <a:pt x="532943" y="696241"/>
                </a:moveTo>
                <a:lnTo>
                  <a:pt x="512338" y="675636"/>
                </a:lnTo>
                <a:lnTo>
                  <a:pt x="532943" y="655031"/>
                </a:lnTo>
                <a:lnTo>
                  <a:pt x="553548" y="675636"/>
                </a:lnTo>
                <a:lnTo>
                  <a:pt x="532943" y="696241"/>
                </a:lnTo>
                <a:close/>
              </a:path>
              <a:path w="909954" h="1419225">
                <a:moveTo>
                  <a:pt x="532943" y="623942"/>
                </a:moveTo>
                <a:lnTo>
                  <a:pt x="512338" y="603337"/>
                </a:lnTo>
                <a:lnTo>
                  <a:pt x="532943" y="582731"/>
                </a:lnTo>
                <a:lnTo>
                  <a:pt x="553548" y="603337"/>
                </a:lnTo>
                <a:lnTo>
                  <a:pt x="532943" y="623942"/>
                </a:lnTo>
                <a:close/>
              </a:path>
              <a:path w="909954" h="1419225">
                <a:moveTo>
                  <a:pt x="532943" y="768540"/>
                </a:moveTo>
                <a:lnTo>
                  <a:pt x="512338" y="747935"/>
                </a:lnTo>
                <a:lnTo>
                  <a:pt x="532943" y="727330"/>
                </a:lnTo>
                <a:lnTo>
                  <a:pt x="553548" y="747935"/>
                </a:lnTo>
                <a:lnTo>
                  <a:pt x="532943" y="768540"/>
                </a:lnTo>
                <a:close/>
              </a:path>
              <a:path w="909954" h="1419225">
                <a:moveTo>
                  <a:pt x="460644" y="408129"/>
                </a:moveTo>
                <a:lnTo>
                  <a:pt x="438954" y="386439"/>
                </a:lnTo>
                <a:lnTo>
                  <a:pt x="460644" y="364749"/>
                </a:lnTo>
                <a:lnTo>
                  <a:pt x="482334" y="386439"/>
                </a:lnTo>
                <a:lnTo>
                  <a:pt x="460644" y="408129"/>
                </a:lnTo>
                <a:close/>
              </a:path>
              <a:path w="909954" h="1419225">
                <a:moveTo>
                  <a:pt x="532943" y="840841"/>
                </a:moveTo>
                <a:lnTo>
                  <a:pt x="512338" y="820234"/>
                </a:lnTo>
                <a:lnTo>
                  <a:pt x="532943" y="799629"/>
                </a:lnTo>
                <a:lnTo>
                  <a:pt x="553548" y="820234"/>
                </a:lnTo>
                <a:lnTo>
                  <a:pt x="532943" y="840841"/>
                </a:lnTo>
                <a:close/>
              </a:path>
              <a:path w="909954" h="1419225">
                <a:moveTo>
                  <a:pt x="532943" y="551643"/>
                </a:moveTo>
                <a:lnTo>
                  <a:pt x="512338" y="531038"/>
                </a:lnTo>
                <a:lnTo>
                  <a:pt x="532943" y="510432"/>
                </a:lnTo>
                <a:lnTo>
                  <a:pt x="553548" y="531038"/>
                </a:lnTo>
                <a:lnTo>
                  <a:pt x="532943" y="551643"/>
                </a:lnTo>
                <a:close/>
              </a:path>
              <a:path w="909954" h="1419225">
                <a:moveTo>
                  <a:pt x="532943" y="407045"/>
                </a:moveTo>
                <a:lnTo>
                  <a:pt x="512338" y="386439"/>
                </a:lnTo>
                <a:lnTo>
                  <a:pt x="532943" y="365834"/>
                </a:lnTo>
                <a:lnTo>
                  <a:pt x="553548" y="386439"/>
                </a:lnTo>
                <a:lnTo>
                  <a:pt x="532943" y="407045"/>
                </a:lnTo>
                <a:close/>
              </a:path>
              <a:path w="909954" h="1419225">
                <a:moveTo>
                  <a:pt x="532943" y="479344"/>
                </a:moveTo>
                <a:lnTo>
                  <a:pt x="512338" y="458738"/>
                </a:lnTo>
                <a:lnTo>
                  <a:pt x="532943" y="438133"/>
                </a:lnTo>
                <a:lnTo>
                  <a:pt x="553548" y="458738"/>
                </a:lnTo>
                <a:lnTo>
                  <a:pt x="532943" y="479344"/>
                </a:lnTo>
                <a:close/>
              </a:path>
              <a:path w="909954" h="1419225">
                <a:moveTo>
                  <a:pt x="532943" y="334745"/>
                </a:moveTo>
                <a:lnTo>
                  <a:pt x="512338" y="314140"/>
                </a:lnTo>
                <a:lnTo>
                  <a:pt x="532943" y="293535"/>
                </a:lnTo>
                <a:lnTo>
                  <a:pt x="553548" y="314140"/>
                </a:lnTo>
                <a:lnTo>
                  <a:pt x="532943" y="334745"/>
                </a:lnTo>
                <a:close/>
              </a:path>
              <a:path w="909954" h="1419225">
                <a:moveTo>
                  <a:pt x="460644" y="263530"/>
                </a:moveTo>
                <a:lnTo>
                  <a:pt x="438954" y="241841"/>
                </a:lnTo>
                <a:lnTo>
                  <a:pt x="460644" y="220151"/>
                </a:lnTo>
                <a:lnTo>
                  <a:pt x="482334" y="241841"/>
                </a:lnTo>
                <a:lnTo>
                  <a:pt x="460644" y="263530"/>
                </a:lnTo>
                <a:close/>
              </a:path>
              <a:path w="909954" h="1419225">
                <a:moveTo>
                  <a:pt x="894439" y="690818"/>
                </a:moveTo>
                <a:lnTo>
                  <a:pt x="879257" y="675636"/>
                </a:lnTo>
                <a:lnTo>
                  <a:pt x="894439" y="660453"/>
                </a:lnTo>
                <a:lnTo>
                  <a:pt x="909622" y="675636"/>
                </a:lnTo>
                <a:lnTo>
                  <a:pt x="894439" y="690818"/>
                </a:lnTo>
                <a:close/>
              </a:path>
              <a:path w="909954" h="1419225">
                <a:moveTo>
                  <a:pt x="460644" y="335830"/>
                </a:moveTo>
                <a:lnTo>
                  <a:pt x="438954" y="314140"/>
                </a:lnTo>
                <a:lnTo>
                  <a:pt x="460644" y="292450"/>
                </a:lnTo>
                <a:lnTo>
                  <a:pt x="482334" y="314140"/>
                </a:lnTo>
                <a:lnTo>
                  <a:pt x="460644" y="335830"/>
                </a:lnTo>
                <a:close/>
              </a:path>
              <a:path w="909954" h="1419225">
                <a:moveTo>
                  <a:pt x="749840" y="909885"/>
                </a:moveTo>
                <a:lnTo>
                  <a:pt x="732488" y="892533"/>
                </a:lnTo>
                <a:lnTo>
                  <a:pt x="749840" y="875182"/>
                </a:lnTo>
                <a:lnTo>
                  <a:pt x="767193" y="892533"/>
                </a:lnTo>
                <a:lnTo>
                  <a:pt x="749840" y="909885"/>
                </a:lnTo>
                <a:close/>
              </a:path>
              <a:path w="909954" h="1419225">
                <a:moveTo>
                  <a:pt x="749840" y="620689"/>
                </a:moveTo>
                <a:lnTo>
                  <a:pt x="732488" y="603337"/>
                </a:lnTo>
                <a:lnTo>
                  <a:pt x="749840" y="585986"/>
                </a:lnTo>
                <a:lnTo>
                  <a:pt x="767193" y="603337"/>
                </a:lnTo>
                <a:lnTo>
                  <a:pt x="749840" y="620689"/>
                </a:lnTo>
                <a:close/>
              </a:path>
              <a:path w="909954" h="1419225">
                <a:moveTo>
                  <a:pt x="894439" y="763117"/>
                </a:moveTo>
                <a:lnTo>
                  <a:pt x="879257" y="747935"/>
                </a:lnTo>
                <a:lnTo>
                  <a:pt x="894439" y="732753"/>
                </a:lnTo>
                <a:lnTo>
                  <a:pt x="909622" y="747935"/>
                </a:lnTo>
                <a:lnTo>
                  <a:pt x="894439" y="763117"/>
                </a:lnTo>
                <a:close/>
              </a:path>
              <a:path w="909954" h="1419225">
                <a:moveTo>
                  <a:pt x="749840" y="692988"/>
                </a:moveTo>
                <a:lnTo>
                  <a:pt x="732488" y="675636"/>
                </a:lnTo>
                <a:lnTo>
                  <a:pt x="749840" y="658285"/>
                </a:lnTo>
                <a:lnTo>
                  <a:pt x="767193" y="675636"/>
                </a:lnTo>
                <a:lnTo>
                  <a:pt x="749840" y="692988"/>
                </a:lnTo>
                <a:close/>
              </a:path>
              <a:path w="909954" h="1419225">
                <a:moveTo>
                  <a:pt x="677541" y="910970"/>
                </a:moveTo>
                <a:lnTo>
                  <a:pt x="659106" y="892533"/>
                </a:lnTo>
                <a:lnTo>
                  <a:pt x="677541" y="874098"/>
                </a:lnTo>
                <a:lnTo>
                  <a:pt x="695978" y="892533"/>
                </a:lnTo>
                <a:lnTo>
                  <a:pt x="677541" y="910970"/>
                </a:lnTo>
                <a:close/>
              </a:path>
              <a:path w="909954" h="1419225">
                <a:moveTo>
                  <a:pt x="677541" y="838671"/>
                </a:moveTo>
                <a:lnTo>
                  <a:pt x="659106" y="820234"/>
                </a:lnTo>
                <a:lnTo>
                  <a:pt x="677541" y="801798"/>
                </a:lnTo>
                <a:lnTo>
                  <a:pt x="695978" y="820234"/>
                </a:lnTo>
                <a:lnTo>
                  <a:pt x="677541" y="838671"/>
                </a:lnTo>
                <a:close/>
              </a:path>
              <a:path w="909954" h="1419225">
                <a:moveTo>
                  <a:pt x="677541" y="983270"/>
                </a:moveTo>
                <a:lnTo>
                  <a:pt x="659106" y="964834"/>
                </a:lnTo>
                <a:lnTo>
                  <a:pt x="677541" y="946397"/>
                </a:lnTo>
                <a:lnTo>
                  <a:pt x="695978" y="964834"/>
                </a:lnTo>
                <a:lnTo>
                  <a:pt x="677541" y="983270"/>
                </a:lnTo>
                <a:close/>
              </a:path>
              <a:path w="909954" h="1419225">
                <a:moveTo>
                  <a:pt x="749840" y="765287"/>
                </a:moveTo>
                <a:lnTo>
                  <a:pt x="732488" y="747935"/>
                </a:lnTo>
                <a:lnTo>
                  <a:pt x="749840" y="730584"/>
                </a:lnTo>
                <a:lnTo>
                  <a:pt x="767193" y="747935"/>
                </a:lnTo>
                <a:lnTo>
                  <a:pt x="749840" y="765287"/>
                </a:lnTo>
                <a:close/>
              </a:path>
              <a:path w="909954" h="1419225">
                <a:moveTo>
                  <a:pt x="749840" y="548390"/>
                </a:moveTo>
                <a:lnTo>
                  <a:pt x="732488" y="531038"/>
                </a:lnTo>
                <a:lnTo>
                  <a:pt x="749840" y="513686"/>
                </a:lnTo>
                <a:lnTo>
                  <a:pt x="767193" y="531038"/>
                </a:lnTo>
                <a:lnTo>
                  <a:pt x="749840" y="548390"/>
                </a:lnTo>
                <a:close/>
              </a:path>
              <a:path w="909954" h="1419225">
                <a:moveTo>
                  <a:pt x="822140" y="764202"/>
                </a:moveTo>
                <a:lnTo>
                  <a:pt x="805872" y="747935"/>
                </a:lnTo>
                <a:lnTo>
                  <a:pt x="822140" y="731668"/>
                </a:lnTo>
                <a:lnTo>
                  <a:pt x="838407" y="747935"/>
                </a:lnTo>
                <a:lnTo>
                  <a:pt x="822140" y="764202"/>
                </a:lnTo>
                <a:close/>
              </a:path>
              <a:path w="909954" h="1419225">
                <a:moveTo>
                  <a:pt x="822140" y="836503"/>
                </a:moveTo>
                <a:lnTo>
                  <a:pt x="805872" y="820234"/>
                </a:lnTo>
                <a:lnTo>
                  <a:pt x="822140" y="803967"/>
                </a:lnTo>
                <a:lnTo>
                  <a:pt x="838407" y="820234"/>
                </a:lnTo>
                <a:lnTo>
                  <a:pt x="822140" y="836503"/>
                </a:lnTo>
                <a:close/>
              </a:path>
              <a:path w="909954" h="1419225">
                <a:moveTo>
                  <a:pt x="822140" y="691903"/>
                </a:moveTo>
                <a:lnTo>
                  <a:pt x="805872" y="675636"/>
                </a:lnTo>
                <a:lnTo>
                  <a:pt x="822140" y="659368"/>
                </a:lnTo>
                <a:lnTo>
                  <a:pt x="838407" y="675636"/>
                </a:lnTo>
                <a:lnTo>
                  <a:pt x="822140" y="691903"/>
                </a:lnTo>
                <a:close/>
              </a:path>
              <a:path w="909954" h="1419225">
                <a:moveTo>
                  <a:pt x="677541" y="766372"/>
                </a:moveTo>
                <a:lnTo>
                  <a:pt x="659106" y="747935"/>
                </a:lnTo>
                <a:lnTo>
                  <a:pt x="677541" y="729499"/>
                </a:lnTo>
                <a:lnTo>
                  <a:pt x="695978" y="747935"/>
                </a:lnTo>
                <a:lnTo>
                  <a:pt x="677541" y="766372"/>
                </a:lnTo>
                <a:close/>
              </a:path>
              <a:path w="909954" h="1419225">
                <a:moveTo>
                  <a:pt x="822140" y="619604"/>
                </a:moveTo>
                <a:lnTo>
                  <a:pt x="805872" y="603337"/>
                </a:lnTo>
                <a:lnTo>
                  <a:pt x="822140" y="587069"/>
                </a:lnTo>
                <a:lnTo>
                  <a:pt x="838407" y="603337"/>
                </a:lnTo>
                <a:lnTo>
                  <a:pt x="822140" y="619604"/>
                </a:lnTo>
                <a:close/>
              </a:path>
              <a:path w="909954" h="1419225">
                <a:moveTo>
                  <a:pt x="749840" y="837586"/>
                </a:moveTo>
                <a:lnTo>
                  <a:pt x="732488" y="820234"/>
                </a:lnTo>
                <a:lnTo>
                  <a:pt x="749840" y="802883"/>
                </a:lnTo>
                <a:lnTo>
                  <a:pt x="767193" y="820234"/>
                </a:lnTo>
                <a:lnTo>
                  <a:pt x="749840" y="837586"/>
                </a:lnTo>
                <a:close/>
              </a:path>
            </a:pathLst>
          </a:custGeom>
          <a:solidFill>
            <a:srgbClr val="FABE04"/>
          </a:solidFill>
        </p:spPr>
        <p:txBody>
          <a:bodyPr wrap="square" lIns="0" tIns="0" rIns="0" bIns="0" rtlCol="0"/>
          <a:lstStyle/>
          <a:p>
            <a:endParaRPr/>
          </a:p>
        </p:txBody>
      </p:sp>
      <p:sp>
        <p:nvSpPr>
          <p:cNvPr id="13" name="object 13"/>
          <p:cNvSpPr txBox="1"/>
          <p:nvPr/>
        </p:nvSpPr>
        <p:spPr>
          <a:xfrm>
            <a:off x="5181600" y="1181100"/>
            <a:ext cx="6144260" cy="1242648"/>
          </a:xfrm>
          <a:prstGeom prst="rect">
            <a:avLst/>
          </a:prstGeom>
          <a:solidFill>
            <a:srgbClr val="FABE04"/>
          </a:solidFill>
        </p:spPr>
        <p:txBody>
          <a:bodyPr vert="horz" wrap="square" lIns="0" tIns="125730" rIns="0" bIns="0" rtlCol="0">
            <a:spAutoFit/>
          </a:bodyPr>
          <a:lstStyle/>
          <a:p>
            <a:pPr marL="516890">
              <a:lnSpc>
                <a:spcPct val="100000"/>
              </a:lnSpc>
              <a:spcBef>
                <a:spcPts val="990"/>
              </a:spcBef>
            </a:pPr>
            <a:r>
              <a:rPr lang="en-IN" sz="7250" b="1" spc="520" dirty="0" smtClean="0">
                <a:latin typeface="Trebuchet MS"/>
                <a:cs typeface="Trebuchet MS"/>
              </a:rPr>
              <a:t>Conclusion</a:t>
            </a:r>
            <a:endParaRPr sz="7250" dirty="0">
              <a:latin typeface="Trebuchet MS"/>
              <a:cs typeface="Trebuchet MS"/>
            </a:endParaRPr>
          </a:p>
        </p:txBody>
      </p:sp>
      <p:sp>
        <p:nvSpPr>
          <p:cNvPr id="14" name="object 14"/>
          <p:cNvSpPr txBox="1"/>
          <p:nvPr/>
        </p:nvSpPr>
        <p:spPr>
          <a:xfrm>
            <a:off x="2286000" y="3639669"/>
            <a:ext cx="13944600" cy="3901966"/>
          </a:xfrm>
          <a:prstGeom prst="rect">
            <a:avLst/>
          </a:prstGeom>
        </p:spPr>
        <p:txBody>
          <a:bodyPr vert="horz" wrap="square" lIns="0" tIns="12700" rIns="0" bIns="0" rtlCol="0">
            <a:spAutoFit/>
          </a:bodyPr>
          <a:lstStyle/>
          <a:p>
            <a:pPr marL="12700" marR="5080">
              <a:lnSpc>
                <a:spcPct val="116500"/>
              </a:lnSpc>
              <a:spcBef>
                <a:spcPts val="100"/>
              </a:spcBef>
            </a:pPr>
            <a:r>
              <a:rPr lang="en-US" sz="3600" dirty="0" smtClean="0"/>
              <a:t>The E-Commerce Database Management System project helps manage e-commerce data efficiently using SQL. It maintains customer, product, order, shipping, and payment details with accuracy and consistency. This project shows how relational databases support smooth data handling and analysis in online shopping platforms.</a:t>
            </a:r>
            <a:endParaRPr sz="3500" dirty="0">
              <a:latin typeface="Lucida Sans Unicode"/>
              <a:cs typeface="Lucida Sans Unicode"/>
            </a:endParaRPr>
          </a:p>
        </p:txBody>
      </p:sp>
      <p:sp>
        <p:nvSpPr>
          <p:cNvPr id="15" name="object 15"/>
          <p:cNvSpPr/>
          <p:nvPr/>
        </p:nvSpPr>
        <p:spPr>
          <a:xfrm>
            <a:off x="12587181" y="1181100"/>
            <a:ext cx="909955" cy="1419225"/>
          </a:xfrm>
          <a:custGeom>
            <a:avLst/>
            <a:gdLst/>
            <a:ahLst/>
            <a:cxnLst/>
            <a:rect l="l" t="t" r="r" b="b"/>
            <a:pathLst>
              <a:path w="909955" h="1419225">
                <a:moveTo>
                  <a:pt x="171446" y="123270"/>
                </a:moveTo>
                <a:lnTo>
                  <a:pt x="145419" y="97242"/>
                </a:lnTo>
                <a:lnTo>
                  <a:pt x="171446" y="71214"/>
                </a:lnTo>
                <a:lnTo>
                  <a:pt x="197474" y="97242"/>
                </a:lnTo>
                <a:lnTo>
                  <a:pt x="171446" y="123270"/>
                </a:lnTo>
                <a:close/>
              </a:path>
              <a:path w="909955" h="1419225">
                <a:moveTo>
                  <a:pt x="171446" y="267868"/>
                </a:moveTo>
                <a:lnTo>
                  <a:pt x="145419" y="241841"/>
                </a:lnTo>
                <a:lnTo>
                  <a:pt x="171446" y="215813"/>
                </a:lnTo>
                <a:lnTo>
                  <a:pt x="197474" y="241841"/>
                </a:lnTo>
                <a:lnTo>
                  <a:pt x="171446" y="267868"/>
                </a:lnTo>
                <a:close/>
              </a:path>
              <a:path w="909955" h="1419225">
                <a:moveTo>
                  <a:pt x="171446" y="195569"/>
                </a:moveTo>
                <a:lnTo>
                  <a:pt x="145419" y="169540"/>
                </a:lnTo>
                <a:lnTo>
                  <a:pt x="171446" y="143514"/>
                </a:lnTo>
                <a:lnTo>
                  <a:pt x="197474" y="169540"/>
                </a:lnTo>
                <a:lnTo>
                  <a:pt x="171446" y="195569"/>
                </a:lnTo>
                <a:close/>
              </a:path>
              <a:path w="909955" h="1419225">
                <a:moveTo>
                  <a:pt x="247329" y="480098"/>
                </a:moveTo>
                <a:lnTo>
                  <a:pt x="222379" y="455160"/>
                </a:lnTo>
                <a:lnTo>
                  <a:pt x="243745" y="433795"/>
                </a:lnTo>
                <a:lnTo>
                  <a:pt x="268690" y="458738"/>
                </a:lnTo>
                <a:lnTo>
                  <a:pt x="247329" y="480098"/>
                </a:lnTo>
                <a:close/>
              </a:path>
              <a:path w="909955" h="1419225">
                <a:moveTo>
                  <a:pt x="243745" y="411382"/>
                </a:moveTo>
                <a:lnTo>
                  <a:pt x="218803" y="386439"/>
                </a:lnTo>
                <a:lnTo>
                  <a:pt x="243745" y="361496"/>
                </a:lnTo>
                <a:lnTo>
                  <a:pt x="268690" y="386439"/>
                </a:lnTo>
                <a:lnTo>
                  <a:pt x="243745" y="411382"/>
                </a:lnTo>
                <a:close/>
              </a:path>
              <a:path w="909955" h="1419225">
                <a:moveTo>
                  <a:pt x="171446" y="340167"/>
                </a:moveTo>
                <a:lnTo>
                  <a:pt x="145419" y="314140"/>
                </a:lnTo>
                <a:lnTo>
                  <a:pt x="171446" y="288112"/>
                </a:lnTo>
                <a:lnTo>
                  <a:pt x="197474" y="314140"/>
                </a:lnTo>
                <a:lnTo>
                  <a:pt x="171446" y="340167"/>
                </a:lnTo>
                <a:close/>
              </a:path>
              <a:path w="909955" h="1419225">
                <a:moveTo>
                  <a:pt x="99147" y="268953"/>
                </a:moveTo>
                <a:lnTo>
                  <a:pt x="72035" y="241841"/>
                </a:lnTo>
                <a:lnTo>
                  <a:pt x="99147" y="214728"/>
                </a:lnTo>
                <a:lnTo>
                  <a:pt x="126259" y="241841"/>
                </a:lnTo>
                <a:lnTo>
                  <a:pt x="99147" y="268953"/>
                </a:lnTo>
                <a:close/>
              </a:path>
              <a:path w="909955" h="1419225">
                <a:moveTo>
                  <a:pt x="175559" y="408354"/>
                </a:moveTo>
                <a:lnTo>
                  <a:pt x="149527" y="382330"/>
                </a:lnTo>
                <a:lnTo>
                  <a:pt x="171446" y="360411"/>
                </a:lnTo>
                <a:lnTo>
                  <a:pt x="197474" y="386439"/>
                </a:lnTo>
                <a:lnTo>
                  <a:pt x="175559" y="408354"/>
                </a:lnTo>
                <a:close/>
              </a:path>
              <a:path w="909955" h="1419225">
                <a:moveTo>
                  <a:pt x="319112" y="551830"/>
                </a:moveTo>
                <a:lnTo>
                  <a:pt x="295244" y="527979"/>
                </a:lnTo>
                <a:lnTo>
                  <a:pt x="316044" y="507179"/>
                </a:lnTo>
                <a:lnTo>
                  <a:pt x="339904" y="531038"/>
                </a:lnTo>
                <a:lnTo>
                  <a:pt x="319112" y="551830"/>
                </a:lnTo>
                <a:close/>
              </a:path>
              <a:path w="909955" h="1419225">
                <a:moveTo>
                  <a:pt x="243745" y="122185"/>
                </a:moveTo>
                <a:lnTo>
                  <a:pt x="218803" y="97242"/>
                </a:lnTo>
                <a:lnTo>
                  <a:pt x="243745" y="72299"/>
                </a:lnTo>
                <a:lnTo>
                  <a:pt x="268690" y="97242"/>
                </a:lnTo>
                <a:lnTo>
                  <a:pt x="243745" y="122185"/>
                </a:lnTo>
                <a:close/>
              </a:path>
              <a:path w="909955" h="1419225">
                <a:moveTo>
                  <a:pt x="99147" y="196654"/>
                </a:moveTo>
                <a:lnTo>
                  <a:pt x="72035" y="169540"/>
                </a:lnTo>
                <a:lnTo>
                  <a:pt x="99147" y="142429"/>
                </a:lnTo>
                <a:lnTo>
                  <a:pt x="126259" y="169540"/>
                </a:lnTo>
                <a:lnTo>
                  <a:pt x="99147" y="196654"/>
                </a:lnTo>
                <a:close/>
              </a:path>
              <a:path w="909955" h="1419225">
                <a:moveTo>
                  <a:pt x="316044" y="482597"/>
                </a:moveTo>
                <a:lnTo>
                  <a:pt x="292186" y="458738"/>
                </a:lnTo>
                <a:lnTo>
                  <a:pt x="316044" y="434880"/>
                </a:lnTo>
                <a:lnTo>
                  <a:pt x="339904" y="458738"/>
                </a:lnTo>
                <a:lnTo>
                  <a:pt x="316044" y="482597"/>
                </a:lnTo>
                <a:close/>
              </a:path>
              <a:path w="909955" h="1419225">
                <a:moveTo>
                  <a:pt x="316044" y="410298"/>
                </a:moveTo>
                <a:lnTo>
                  <a:pt x="292186" y="386439"/>
                </a:lnTo>
                <a:lnTo>
                  <a:pt x="316044" y="362580"/>
                </a:lnTo>
                <a:lnTo>
                  <a:pt x="339904" y="386439"/>
                </a:lnTo>
                <a:lnTo>
                  <a:pt x="316044" y="410298"/>
                </a:lnTo>
                <a:close/>
              </a:path>
              <a:path w="909955" h="1419225">
                <a:moveTo>
                  <a:pt x="243745" y="266784"/>
                </a:moveTo>
                <a:lnTo>
                  <a:pt x="218803" y="241841"/>
                </a:lnTo>
                <a:lnTo>
                  <a:pt x="243745" y="216898"/>
                </a:lnTo>
                <a:lnTo>
                  <a:pt x="268690" y="241841"/>
                </a:lnTo>
                <a:lnTo>
                  <a:pt x="243745" y="266784"/>
                </a:lnTo>
                <a:close/>
              </a:path>
              <a:path w="909955" h="1419225">
                <a:moveTo>
                  <a:pt x="243745" y="49886"/>
                </a:moveTo>
                <a:lnTo>
                  <a:pt x="218803" y="24943"/>
                </a:lnTo>
                <a:lnTo>
                  <a:pt x="243745" y="0"/>
                </a:lnTo>
                <a:lnTo>
                  <a:pt x="268690" y="24943"/>
                </a:lnTo>
                <a:lnTo>
                  <a:pt x="243745" y="49886"/>
                </a:lnTo>
                <a:close/>
              </a:path>
              <a:path w="909955" h="1419225">
                <a:moveTo>
                  <a:pt x="243745" y="339083"/>
                </a:moveTo>
                <a:lnTo>
                  <a:pt x="218803" y="314140"/>
                </a:lnTo>
                <a:lnTo>
                  <a:pt x="243745" y="289197"/>
                </a:lnTo>
                <a:lnTo>
                  <a:pt x="268690" y="314140"/>
                </a:lnTo>
                <a:lnTo>
                  <a:pt x="243745" y="339083"/>
                </a:lnTo>
                <a:close/>
              </a:path>
              <a:path w="909955" h="1419225">
                <a:moveTo>
                  <a:pt x="243745" y="194485"/>
                </a:moveTo>
                <a:lnTo>
                  <a:pt x="218803" y="169540"/>
                </a:lnTo>
                <a:lnTo>
                  <a:pt x="243745" y="144598"/>
                </a:lnTo>
                <a:lnTo>
                  <a:pt x="268690" y="169540"/>
                </a:lnTo>
                <a:lnTo>
                  <a:pt x="243745" y="194485"/>
                </a:lnTo>
                <a:close/>
              </a:path>
              <a:path w="909955" h="1419225">
                <a:moveTo>
                  <a:pt x="171446" y="1352354"/>
                </a:moveTo>
                <a:lnTo>
                  <a:pt x="145419" y="1326334"/>
                </a:lnTo>
                <a:lnTo>
                  <a:pt x="171446" y="1300301"/>
                </a:lnTo>
                <a:lnTo>
                  <a:pt x="197474" y="1326334"/>
                </a:lnTo>
                <a:lnTo>
                  <a:pt x="171446" y="1352354"/>
                </a:lnTo>
                <a:close/>
              </a:path>
              <a:path w="909955" h="1419225">
                <a:moveTo>
                  <a:pt x="460644" y="986523"/>
                </a:moveTo>
                <a:lnTo>
                  <a:pt x="438954" y="964834"/>
                </a:lnTo>
                <a:lnTo>
                  <a:pt x="460644" y="943144"/>
                </a:lnTo>
                <a:lnTo>
                  <a:pt x="482334" y="964834"/>
                </a:lnTo>
                <a:lnTo>
                  <a:pt x="460644" y="986523"/>
                </a:lnTo>
                <a:close/>
              </a:path>
              <a:path w="909955" h="1419225">
                <a:moveTo>
                  <a:pt x="460644" y="841924"/>
                </a:moveTo>
                <a:lnTo>
                  <a:pt x="438954" y="820234"/>
                </a:lnTo>
                <a:lnTo>
                  <a:pt x="460644" y="798545"/>
                </a:lnTo>
                <a:lnTo>
                  <a:pt x="482334" y="820234"/>
                </a:lnTo>
                <a:lnTo>
                  <a:pt x="460644" y="841924"/>
                </a:lnTo>
                <a:close/>
              </a:path>
              <a:path w="909955" h="1419225">
                <a:moveTo>
                  <a:pt x="103793" y="336606"/>
                </a:moveTo>
                <a:lnTo>
                  <a:pt x="76677" y="309497"/>
                </a:lnTo>
                <a:lnTo>
                  <a:pt x="99147" y="287027"/>
                </a:lnTo>
                <a:lnTo>
                  <a:pt x="126259" y="314140"/>
                </a:lnTo>
                <a:lnTo>
                  <a:pt x="103793" y="336606"/>
                </a:lnTo>
                <a:close/>
              </a:path>
              <a:path w="909955" h="1419225">
                <a:moveTo>
                  <a:pt x="460644" y="1058823"/>
                </a:moveTo>
                <a:lnTo>
                  <a:pt x="438954" y="1037133"/>
                </a:lnTo>
                <a:lnTo>
                  <a:pt x="460644" y="1015443"/>
                </a:lnTo>
                <a:lnTo>
                  <a:pt x="482334" y="1037133"/>
                </a:lnTo>
                <a:lnTo>
                  <a:pt x="460644" y="1058823"/>
                </a:lnTo>
                <a:close/>
              </a:path>
              <a:path w="909955" h="1419225">
                <a:moveTo>
                  <a:pt x="462720" y="695250"/>
                </a:moveTo>
                <a:lnTo>
                  <a:pt x="441013" y="673576"/>
                </a:lnTo>
                <a:lnTo>
                  <a:pt x="460644" y="653947"/>
                </a:lnTo>
                <a:lnTo>
                  <a:pt x="482334" y="675636"/>
                </a:lnTo>
                <a:lnTo>
                  <a:pt x="462720" y="695250"/>
                </a:lnTo>
                <a:close/>
              </a:path>
              <a:path w="909955" h="1419225">
                <a:moveTo>
                  <a:pt x="460644" y="769625"/>
                </a:moveTo>
                <a:lnTo>
                  <a:pt x="438954" y="747935"/>
                </a:lnTo>
                <a:lnTo>
                  <a:pt x="460644" y="726246"/>
                </a:lnTo>
                <a:lnTo>
                  <a:pt x="482334" y="747935"/>
                </a:lnTo>
                <a:lnTo>
                  <a:pt x="460644" y="769625"/>
                </a:lnTo>
                <a:close/>
              </a:path>
              <a:path w="909955" h="1419225">
                <a:moveTo>
                  <a:pt x="460644" y="552727"/>
                </a:moveTo>
                <a:lnTo>
                  <a:pt x="438954" y="531038"/>
                </a:lnTo>
                <a:lnTo>
                  <a:pt x="460644" y="509347"/>
                </a:lnTo>
                <a:lnTo>
                  <a:pt x="482334" y="531038"/>
                </a:lnTo>
                <a:lnTo>
                  <a:pt x="460644" y="552727"/>
                </a:lnTo>
                <a:close/>
              </a:path>
              <a:path w="909955" h="1419225">
                <a:moveTo>
                  <a:pt x="460644" y="625027"/>
                </a:moveTo>
                <a:lnTo>
                  <a:pt x="438954" y="603337"/>
                </a:lnTo>
                <a:lnTo>
                  <a:pt x="460644" y="581648"/>
                </a:lnTo>
                <a:lnTo>
                  <a:pt x="482334" y="603337"/>
                </a:lnTo>
                <a:lnTo>
                  <a:pt x="460644" y="625027"/>
                </a:lnTo>
                <a:close/>
              </a:path>
              <a:path w="909955" h="1419225">
                <a:moveTo>
                  <a:pt x="460644" y="1203421"/>
                </a:moveTo>
                <a:lnTo>
                  <a:pt x="438954" y="1181731"/>
                </a:lnTo>
                <a:lnTo>
                  <a:pt x="460644" y="1160041"/>
                </a:lnTo>
                <a:lnTo>
                  <a:pt x="482334" y="1181731"/>
                </a:lnTo>
                <a:lnTo>
                  <a:pt x="460644" y="1203421"/>
                </a:lnTo>
                <a:close/>
              </a:path>
              <a:path w="909955" h="1419225">
                <a:moveTo>
                  <a:pt x="460644" y="914224"/>
                </a:moveTo>
                <a:lnTo>
                  <a:pt x="438954" y="892533"/>
                </a:lnTo>
                <a:lnTo>
                  <a:pt x="460644" y="870844"/>
                </a:lnTo>
                <a:lnTo>
                  <a:pt x="482334" y="892533"/>
                </a:lnTo>
                <a:lnTo>
                  <a:pt x="460644" y="914224"/>
                </a:lnTo>
                <a:close/>
              </a:path>
              <a:path w="909955" h="1419225">
                <a:moveTo>
                  <a:pt x="460644" y="1131122"/>
                </a:moveTo>
                <a:lnTo>
                  <a:pt x="438954" y="1109432"/>
                </a:lnTo>
                <a:lnTo>
                  <a:pt x="460644" y="1087742"/>
                </a:lnTo>
                <a:lnTo>
                  <a:pt x="482334" y="1109432"/>
                </a:lnTo>
                <a:lnTo>
                  <a:pt x="460644" y="1131122"/>
                </a:lnTo>
                <a:close/>
              </a:path>
              <a:path w="909955" h="1419225">
                <a:moveTo>
                  <a:pt x="171446" y="1280058"/>
                </a:moveTo>
                <a:lnTo>
                  <a:pt x="145419" y="1254030"/>
                </a:lnTo>
                <a:lnTo>
                  <a:pt x="171446" y="1228002"/>
                </a:lnTo>
                <a:lnTo>
                  <a:pt x="197474" y="1254030"/>
                </a:lnTo>
                <a:lnTo>
                  <a:pt x="171446" y="1280058"/>
                </a:lnTo>
                <a:close/>
              </a:path>
              <a:path w="909955" h="1419225">
                <a:moveTo>
                  <a:pt x="99147" y="1208843"/>
                </a:moveTo>
                <a:lnTo>
                  <a:pt x="72035" y="1181731"/>
                </a:lnTo>
                <a:lnTo>
                  <a:pt x="99147" y="1154618"/>
                </a:lnTo>
                <a:lnTo>
                  <a:pt x="126259" y="1181731"/>
                </a:lnTo>
                <a:lnTo>
                  <a:pt x="99147" y="1208843"/>
                </a:lnTo>
                <a:close/>
              </a:path>
              <a:path w="909955" h="1419225">
                <a:moveTo>
                  <a:pt x="32027" y="264859"/>
                </a:moveTo>
                <a:lnTo>
                  <a:pt x="3826" y="236666"/>
                </a:lnTo>
                <a:lnTo>
                  <a:pt x="26848" y="213643"/>
                </a:lnTo>
                <a:lnTo>
                  <a:pt x="55044" y="241841"/>
                </a:lnTo>
                <a:lnTo>
                  <a:pt x="32027" y="264859"/>
                </a:lnTo>
                <a:close/>
              </a:path>
              <a:path w="909955" h="1419225">
                <a:moveTo>
                  <a:pt x="99147" y="1281142"/>
                </a:moveTo>
                <a:lnTo>
                  <a:pt x="72035" y="1254030"/>
                </a:lnTo>
                <a:lnTo>
                  <a:pt x="99147" y="1226917"/>
                </a:lnTo>
                <a:lnTo>
                  <a:pt x="126259" y="1254030"/>
                </a:lnTo>
                <a:lnTo>
                  <a:pt x="99147" y="1281142"/>
                </a:lnTo>
                <a:close/>
              </a:path>
              <a:path w="909955" h="1419225">
                <a:moveTo>
                  <a:pt x="171446" y="1135460"/>
                </a:moveTo>
                <a:lnTo>
                  <a:pt x="145419" y="1109432"/>
                </a:lnTo>
                <a:lnTo>
                  <a:pt x="171446" y="1083404"/>
                </a:lnTo>
                <a:lnTo>
                  <a:pt x="197474" y="1109432"/>
                </a:lnTo>
                <a:lnTo>
                  <a:pt x="171446" y="1135460"/>
                </a:lnTo>
                <a:close/>
              </a:path>
              <a:path w="909955" h="1419225">
                <a:moveTo>
                  <a:pt x="171446" y="1207759"/>
                </a:moveTo>
                <a:lnTo>
                  <a:pt x="145419" y="1181731"/>
                </a:lnTo>
                <a:lnTo>
                  <a:pt x="171446" y="1155703"/>
                </a:lnTo>
                <a:lnTo>
                  <a:pt x="197474" y="1181731"/>
                </a:lnTo>
                <a:lnTo>
                  <a:pt x="171446" y="1207759"/>
                </a:lnTo>
                <a:close/>
              </a:path>
              <a:path w="909955" h="1419225">
                <a:moveTo>
                  <a:pt x="316044" y="337998"/>
                </a:moveTo>
                <a:lnTo>
                  <a:pt x="292186" y="314140"/>
                </a:lnTo>
                <a:lnTo>
                  <a:pt x="316044" y="290280"/>
                </a:lnTo>
                <a:lnTo>
                  <a:pt x="339904" y="314140"/>
                </a:lnTo>
                <a:lnTo>
                  <a:pt x="316044" y="337998"/>
                </a:lnTo>
                <a:close/>
              </a:path>
              <a:path w="909955" h="1419225">
                <a:moveTo>
                  <a:pt x="171446" y="1063160"/>
                </a:moveTo>
                <a:lnTo>
                  <a:pt x="145694" y="1037408"/>
                </a:lnTo>
                <a:lnTo>
                  <a:pt x="171725" y="1011383"/>
                </a:lnTo>
                <a:lnTo>
                  <a:pt x="197474" y="1037133"/>
                </a:lnTo>
                <a:lnTo>
                  <a:pt x="171446" y="1063160"/>
                </a:lnTo>
                <a:close/>
              </a:path>
              <a:path w="909955" h="1419225">
                <a:moveTo>
                  <a:pt x="316044" y="1205590"/>
                </a:moveTo>
                <a:lnTo>
                  <a:pt x="292186" y="1181731"/>
                </a:lnTo>
                <a:lnTo>
                  <a:pt x="316044" y="1157872"/>
                </a:lnTo>
                <a:lnTo>
                  <a:pt x="339904" y="1181731"/>
                </a:lnTo>
                <a:lnTo>
                  <a:pt x="316044" y="1205590"/>
                </a:lnTo>
                <a:close/>
              </a:path>
              <a:path w="909955" h="1419225">
                <a:moveTo>
                  <a:pt x="316044" y="265699"/>
                </a:moveTo>
                <a:lnTo>
                  <a:pt x="292186" y="241841"/>
                </a:lnTo>
                <a:lnTo>
                  <a:pt x="316044" y="217981"/>
                </a:lnTo>
                <a:lnTo>
                  <a:pt x="339904" y="241841"/>
                </a:lnTo>
                <a:lnTo>
                  <a:pt x="316044" y="265699"/>
                </a:lnTo>
                <a:close/>
              </a:path>
              <a:path w="909955" h="1419225">
                <a:moveTo>
                  <a:pt x="316044" y="1350192"/>
                </a:moveTo>
                <a:lnTo>
                  <a:pt x="292186" y="1326334"/>
                </a:lnTo>
                <a:lnTo>
                  <a:pt x="316044" y="1302471"/>
                </a:lnTo>
                <a:lnTo>
                  <a:pt x="339904" y="1326334"/>
                </a:lnTo>
                <a:lnTo>
                  <a:pt x="316044" y="1350192"/>
                </a:lnTo>
                <a:close/>
              </a:path>
              <a:path w="909955" h="1419225">
                <a:moveTo>
                  <a:pt x="316044" y="1060991"/>
                </a:moveTo>
                <a:lnTo>
                  <a:pt x="292186" y="1037133"/>
                </a:lnTo>
                <a:lnTo>
                  <a:pt x="316044" y="1013273"/>
                </a:lnTo>
                <a:lnTo>
                  <a:pt x="339904" y="1037133"/>
                </a:lnTo>
                <a:lnTo>
                  <a:pt x="316044" y="1060991"/>
                </a:lnTo>
                <a:close/>
              </a:path>
              <a:path w="909955" h="1419225">
                <a:moveTo>
                  <a:pt x="316044" y="1277889"/>
                </a:moveTo>
                <a:lnTo>
                  <a:pt x="292186" y="1254030"/>
                </a:lnTo>
                <a:lnTo>
                  <a:pt x="316044" y="1230172"/>
                </a:lnTo>
                <a:lnTo>
                  <a:pt x="339904" y="1254030"/>
                </a:lnTo>
                <a:lnTo>
                  <a:pt x="316044" y="1277889"/>
                </a:lnTo>
                <a:close/>
              </a:path>
              <a:path w="909955" h="1419225">
                <a:moveTo>
                  <a:pt x="243745" y="1351273"/>
                </a:moveTo>
                <a:lnTo>
                  <a:pt x="218803" y="1326334"/>
                </a:lnTo>
                <a:lnTo>
                  <a:pt x="243745" y="1301386"/>
                </a:lnTo>
                <a:lnTo>
                  <a:pt x="268690" y="1326334"/>
                </a:lnTo>
                <a:lnTo>
                  <a:pt x="243745" y="1351273"/>
                </a:lnTo>
                <a:close/>
              </a:path>
              <a:path w="909955" h="1419225">
                <a:moveTo>
                  <a:pt x="316044" y="916393"/>
                </a:moveTo>
                <a:lnTo>
                  <a:pt x="292186" y="892533"/>
                </a:lnTo>
                <a:lnTo>
                  <a:pt x="316044" y="868675"/>
                </a:lnTo>
                <a:lnTo>
                  <a:pt x="339904" y="892533"/>
                </a:lnTo>
                <a:lnTo>
                  <a:pt x="316044" y="916393"/>
                </a:lnTo>
                <a:close/>
              </a:path>
              <a:path w="909955" h="1419225">
                <a:moveTo>
                  <a:pt x="316044" y="988692"/>
                </a:moveTo>
                <a:lnTo>
                  <a:pt x="292186" y="964834"/>
                </a:lnTo>
                <a:lnTo>
                  <a:pt x="316044" y="940974"/>
                </a:lnTo>
                <a:lnTo>
                  <a:pt x="339904" y="964834"/>
                </a:lnTo>
                <a:lnTo>
                  <a:pt x="316044" y="988692"/>
                </a:lnTo>
                <a:close/>
              </a:path>
              <a:path w="909955" h="1419225">
                <a:moveTo>
                  <a:pt x="388345" y="1204505"/>
                </a:moveTo>
                <a:lnTo>
                  <a:pt x="365570" y="1181731"/>
                </a:lnTo>
                <a:lnTo>
                  <a:pt x="388345" y="1158956"/>
                </a:lnTo>
                <a:lnTo>
                  <a:pt x="411118" y="1181731"/>
                </a:lnTo>
                <a:lnTo>
                  <a:pt x="388345" y="1204505"/>
                </a:lnTo>
                <a:close/>
              </a:path>
              <a:path w="909955" h="1419225">
                <a:moveTo>
                  <a:pt x="388345" y="843009"/>
                </a:moveTo>
                <a:lnTo>
                  <a:pt x="365570" y="820234"/>
                </a:lnTo>
                <a:lnTo>
                  <a:pt x="388345" y="797460"/>
                </a:lnTo>
                <a:lnTo>
                  <a:pt x="411118" y="820234"/>
                </a:lnTo>
                <a:lnTo>
                  <a:pt x="388345" y="843009"/>
                </a:lnTo>
                <a:close/>
              </a:path>
              <a:path w="909955" h="1419225">
                <a:moveTo>
                  <a:pt x="248216" y="1419102"/>
                </a:moveTo>
                <a:lnTo>
                  <a:pt x="239275" y="1419102"/>
                </a:lnTo>
                <a:lnTo>
                  <a:pt x="218803" y="1398633"/>
                </a:lnTo>
                <a:lnTo>
                  <a:pt x="243745" y="1373681"/>
                </a:lnTo>
                <a:lnTo>
                  <a:pt x="268690" y="1398633"/>
                </a:lnTo>
                <a:lnTo>
                  <a:pt x="248216" y="1419102"/>
                </a:lnTo>
                <a:close/>
              </a:path>
              <a:path w="909955" h="1419225">
                <a:moveTo>
                  <a:pt x="388345" y="1132206"/>
                </a:moveTo>
                <a:lnTo>
                  <a:pt x="365570" y="1109432"/>
                </a:lnTo>
                <a:lnTo>
                  <a:pt x="388345" y="1086657"/>
                </a:lnTo>
                <a:lnTo>
                  <a:pt x="411118" y="1109432"/>
                </a:lnTo>
                <a:lnTo>
                  <a:pt x="388345" y="1132206"/>
                </a:lnTo>
                <a:close/>
              </a:path>
              <a:path w="909955" h="1419225">
                <a:moveTo>
                  <a:pt x="388345" y="1276804"/>
                </a:moveTo>
                <a:lnTo>
                  <a:pt x="365570" y="1254030"/>
                </a:lnTo>
                <a:lnTo>
                  <a:pt x="388345" y="1231257"/>
                </a:lnTo>
                <a:lnTo>
                  <a:pt x="411118" y="1254030"/>
                </a:lnTo>
                <a:lnTo>
                  <a:pt x="388345" y="1276804"/>
                </a:lnTo>
                <a:close/>
              </a:path>
              <a:path w="909955" h="1419225">
                <a:moveTo>
                  <a:pt x="388345" y="1059906"/>
                </a:moveTo>
                <a:lnTo>
                  <a:pt x="365570" y="1037133"/>
                </a:lnTo>
                <a:lnTo>
                  <a:pt x="388345" y="1014358"/>
                </a:lnTo>
                <a:lnTo>
                  <a:pt x="411118" y="1037133"/>
                </a:lnTo>
                <a:lnTo>
                  <a:pt x="388345" y="1059906"/>
                </a:lnTo>
                <a:close/>
              </a:path>
              <a:path w="909955" h="1419225">
                <a:moveTo>
                  <a:pt x="388345" y="915308"/>
                </a:moveTo>
                <a:lnTo>
                  <a:pt x="365570" y="892533"/>
                </a:lnTo>
                <a:lnTo>
                  <a:pt x="388345" y="869759"/>
                </a:lnTo>
                <a:lnTo>
                  <a:pt x="411118" y="892533"/>
                </a:lnTo>
                <a:lnTo>
                  <a:pt x="388345" y="915308"/>
                </a:lnTo>
                <a:close/>
              </a:path>
              <a:path w="909955" h="1419225">
                <a:moveTo>
                  <a:pt x="388345" y="987607"/>
                </a:moveTo>
                <a:lnTo>
                  <a:pt x="365570" y="964834"/>
                </a:lnTo>
                <a:lnTo>
                  <a:pt x="388345" y="942059"/>
                </a:lnTo>
                <a:lnTo>
                  <a:pt x="411118" y="964834"/>
                </a:lnTo>
                <a:lnTo>
                  <a:pt x="388345" y="987607"/>
                </a:lnTo>
                <a:close/>
              </a:path>
              <a:path w="909955" h="1419225">
                <a:moveTo>
                  <a:pt x="316044" y="1133291"/>
                </a:moveTo>
                <a:lnTo>
                  <a:pt x="292186" y="1109432"/>
                </a:lnTo>
                <a:lnTo>
                  <a:pt x="316044" y="1085573"/>
                </a:lnTo>
                <a:lnTo>
                  <a:pt x="339904" y="1109432"/>
                </a:lnTo>
                <a:lnTo>
                  <a:pt x="316044" y="1133291"/>
                </a:lnTo>
                <a:close/>
              </a:path>
              <a:path w="909955" h="1419225">
                <a:moveTo>
                  <a:pt x="388345" y="553811"/>
                </a:moveTo>
                <a:lnTo>
                  <a:pt x="365570" y="531038"/>
                </a:lnTo>
                <a:lnTo>
                  <a:pt x="388345" y="508264"/>
                </a:lnTo>
                <a:lnTo>
                  <a:pt x="411118" y="531038"/>
                </a:lnTo>
                <a:lnTo>
                  <a:pt x="388345" y="553811"/>
                </a:lnTo>
                <a:close/>
              </a:path>
              <a:path w="909955" h="1419225">
                <a:moveTo>
                  <a:pt x="388345" y="481512"/>
                </a:moveTo>
                <a:lnTo>
                  <a:pt x="365570" y="458738"/>
                </a:lnTo>
                <a:lnTo>
                  <a:pt x="388345" y="435965"/>
                </a:lnTo>
                <a:lnTo>
                  <a:pt x="411118" y="458738"/>
                </a:lnTo>
                <a:lnTo>
                  <a:pt x="388345" y="481512"/>
                </a:lnTo>
                <a:close/>
              </a:path>
              <a:path w="909955" h="1419225">
                <a:moveTo>
                  <a:pt x="388345" y="409213"/>
                </a:moveTo>
                <a:lnTo>
                  <a:pt x="365570" y="386439"/>
                </a:lnTo>
                <a:lnTo>
                  <a:pt x="388345" y="363664"/>
                </a:lnTo>
                <a:lnTo>
                  <a:pt x="411118" y="386439"/>
                </a:lnTo>
                <a:lnTo>
                  <a:pt x="388345" y="409213"/>
                </a:lnTo>
                <a:close/>
              </a:path>
              <a:path w="909955" h="1419225">
                <a:moveTo>
                  <a:pt x="243745" y="1278974"/>
                </a:moveTo>
                <a:lnTo>
                  <a:pt x="218803" y="1254030"/>
                </a:lnTo>
                <a:lnTo>
                  <a:pt x="243745" y="1229087"/>
                </a:lnTo>
                <a:lnTo>
                  <a:pt x="268690" y="1254030"/>
                </a:lnTo>
                <a:lnTo>
                  <a:pt x="243745" y="1278974"/>
                </a:lnTo>
                <a:close/>
              </a:path>
              <a:path w="909955" h="1419225">
                <a:moveTo>
                  <a:pt x="390910" y="623547"/>
                </a:moveTo>
                <a:lnTo>
                  <a:pt x="368118" y="600788"/>
                </a:lnTo>
                <a:lnTo>
                  <a:pt x="388345" y="580563"/>
                </a:lnTo>
                <a:lnTo>
                  <a:pt x="411118" y="603337"/>
                </a:lnTo>
                <a:lnTo>
                  <a:pt x="390910" y="623547"/>
                </a:lnTo>
                <a:close/>
              </a:path>
              <a:path w="909955" h="1419225">
                <a:moveTo>
                  <a:pt x="316044" y="121101"/>
                </a:moveTo>
                <a:lnTo>
                  <a:pt x="292186" y="97242"/>
                </a:lnTo>
                <a:lnTo>
                  <a:pt x="316044" y="73383"/>
                </a:lnTo>
                <a:lnTo>
                  <a:pt x="339904" y="97242"/>
                </a:lnTo>
                <a:lnTo>
                  <a:pt x="316044" y="121101"/>
                </a:lnTo>
                <a:close/>
              </a:path>
              <a:path w="909955" h="1419225">
                <a:moveTo>
                  <a:pt x="388345" y="192315"/>
                </a:moveTo>
                <a:lnTo>
                  <a:pt x="365570" y="169540"/>
                </a:lnTo>
                <a:lnTo>
                  <a:pt x="388345" y="146767"/>
                </a:lnTo>
                <a:lnTo>
                  <a:pt x="411118" y="169540"/>
                </a:lnTo>
                <a:lnTo>
                  <a:pt x="388345" y="192315"/>
                </a:lnTo>
                <a:close/>
              </a:path>
              <a:path w="909955" h="1419225">
                <a:moveTo>
                  <a:pt x="316044" y="193400"/>
                </a:moveTo>
                <a:lnTo>
                  <a:pt x="292186" y="169540"/>
                </a:lnTo>
                <a:lnTo>
                  <a:pt x="316044" y="145682"/>
                </a:lnTo>
                <a:lnTo>
                  <a:pt x="339904" y="169540"/>
                </a:lnTo>
                <a:lnTo>
                  <a:pt x="316044" y="193400"/>
                </a:lnTo>
                <a:close/>
              </a:path>
              <a:path w="909955" h="1419225">
                <a:moveTo>
                  <a:pt x="388345" y="336914"/>
                </a:moveTo>
                <a:lnTo>
                  <a:pt x="365570" y="314140"/>
                </a:lnTo>
                <a:lnTo>
                  <a:pt x="388345" y="291365"/>
                </a:lnTo>
                <a:lnTo>
                  <a:pt x="411118" y="314140"/>
                </a:lnTo>
                <a:lnTo>
                  <a:pt x="388345" y="336914"/>
                </a:lnTo>
                <a:close/>
              </a:path>
              <a:path w="909955" h="1419225">
                <a:moveTo>
                  <a:pt x="388345" y="264615"/>
                </a:moveTo>
                <a:lnTo>
                  <a:pt x="365570" y="241841"/>
                </a:lnTo>
                <a:lnTo>
                  <a:pt x="388345" y="219066"/>
                </a:lnTo>
                <a:lnTo>
                  <a:pt x="411118" y="241841"/>
                </a:lnTo>
                <a:lnTo>
                  <a:pt x="388345" y="264615"/>
                </a:lnTo>
                <a:close/>
              </a:path>
              <a:path w="909955" h="1419225">
                <a:moveTo>
                  <a:pt x="243745" y="1062076"/>
                </a:moveTo>
                <a:lnTo>
                  <a:pt x="218803" y="1037133"/>
                </a:lnTo>
                <a:lnTo>
                  <a:pt x="243745" y="1012189"/>
                </a:lnTo>
                <a:lnTo>
                  <a:pt x="268690" y="1037133"/>
                </a:lnTo>
                <a:lnTo>
                  <a:pt x="243745" y="1062076"/>
                </a:lnTo>
                <a:close/>
              </a:path>
              <a:path w="909955" h="1419225">
                <a:moveTo>
                  <a:pt x="243745" y="989777"/>
                </a:moveTo>
                <a:lnTo>
                  <a:pt x="218803" y="964834"/>
                </a:lnTo>
                <a:lnTo>
                  <a:pt x="243745" y="939890"/>
                </a:lnTo>
                <a:lnTo>
                  <a:pt x="268690" y="964834"/>
                </a:lnTo>
                <a:lnTo>
                  <a:pt x="243745" y="989777"/>
                </a:lnTo>
                <a:close/>
              </a:path>
              <a:path w="909955" h="1419225">
                <a:moveTo>
                  <a:pt x="243745" y="1206674"/>
                </a:moveTo>
                <a:lnTo>
                  <a:pt x="218803" y="1181731"/>
                </a:lnTo>
                <a:lnTo>
                  <a:pt x="243745" y="1156788"/>
                </a:lnTo>
                <a:lnTo>
                  <a:pt x="268690" y="1181731"/>
                </a:lnTo>
                <a:lnTo>
                  <a:pt x="243745" y="1206674"/>
                </a:lnTo>
                <a:close/>
              </a:path>
              <a:path w="909955" h="1419225">
                <a:moveTo>
                  <a:pt x="243745" y="1134375"/>
                </a:moveTo>
                <a:lnTo>
                  <a:pt x="218803" y="1109432"/>
                </a:lnTo>
                <a:lnTo>
                  <a:pt x="243745" y="1084489"/>
                </a:lnTo>
                <a:lnTo>
                  <a:pt x="268690" y="1109432"/>
                </a:lnTo>
                <a:lnTo>
                  <a:pt x="243745" y="1134375"/>
                </a:lnTo>
                <a:close/>
              </a:path>
              <a:path w="909955" h="1419225">
                <a:moveTo>
                  <a:pt x="26848" y="1209928"/>
                </a:moveTo>
                <a:lnTo>
                  <a:pt x="0" y="1183079"/>
                </a:lnTo>
                <a:lnTo>
                  <a:pt x="28199" y="1154885"/>
                </a:lnTo>
                <a:lnTo>
                  <a:pt x="55044" y="1181731"/>
                </a:lnTo>
                <a:lnTo>
                  <a:pt x="26848" y="1209928"/>
                </a:lnTo>
                <a:close/>
              </a:path>
              <a:path w="909955" h="1419225">
                <a:moveTo>
                  <a:pt x="460644" y="480428"/>
                </a:moveTo>
                <a:lnTo>
                  <a:pt x="438954" y="458738"/>
                </a:lnTo>
                <a:lnTo>
                  <a:pt x="460644" y="437048"/>
                </a:lnTo>
                <a:lnTo>
                  <a:pt x="482334" y="458738"/>
                </a:lnTo>
                <a:lnTo>
                  <a:pt x="460644" y="480428"/>
                </a:lnTo>
                <a:close/>
              </a:path>
              <a:path w="909955" h="1419225">
                <a:moveTo>
                  <a:pt x="99147" y="1136544"/>
                </a:moveTo>
                <a:lnTo>
                  <a:pt x="72847" y="1110244"/>
                </a:lnTo>
                <a:lnTo>
                  <a:pt x="99961" y="1083133"/>
                </a:lnTo>
                <a:lnTo>
                  <a:pt x="126259" y="1109432"/>
                </a:lnTo>
                <a:lnTo>
                  <a:pt x="99147" y="1136544"/>
                </a:lnTo>
                <a:close/>
              </a:path>
              <a:path w="909955" h="1419225">
                <a:moveTo>
                  <a:pt x="677541" y="621773"/>
                </a:moveTo>
                <a:lnTo>
                  <a:pt x="659106" y="603337"/>
                </a:lnTo>
                <a:lnTo>
                  <a:pt x="677541" y="584901"/>
                </a:lnTo>
                <a:lnTo>
                  <a:pt x="695978" y="603337"/>
                </a:lnTo>
                <a:lnTo>
                  <a:pt x="677541" y="621773"/>
                </a:lnTo>
                <a:close/>
              </a:path>
              <a:path w="909955" h="1419225">
                <a:moveTo>
                  <a:pt x="605242" y="550558"/>
                </a:moveTo>
                <a:lnTo>
                  <a:pt x="585722" y="531038"/>
                </a:lnTo>
                <a:lnTo>
                  <a:pt x="605242" y="511517"/>
                </a:lnTo>
                <a:lnTo>
                  <a:pt x="624763" y="531038"/>
                </a:lnTo>
                <a:lnTo>
                  <a:pt x="605242" y="550558"/>
                </a:lnTo>
                <a:close/>
              </a:path>
              <a:path w="909955" h="1419225">
                <a:moveTo>
                  <a:pt x="605242" y="405960"/>
                </a:moveTo>
                <a:lnTo>
                  <a:pt x="585722" y="386439"/>
                </a:lnTo>
                <a:lnTo>
                  <a:pt x="605242" y="366919"/>
                </a:lnTo>
                <a:lnTo>
                  <a:pt x="624763" y="386439"/>
                </a:lnTo>
                <a:lnTo>
                  <a:pt x="605242" y="405960"/>
                </a:lnTo>
                <a:close/>
              </a:path>
              <a:path w="909955" h="1419225">
                <a:moveTo>
                  <a:pt x="605242" y="695156"/>
                </a:moveTo>
                <a:lnTo>
                  <a:pt x="585722" y="675636"/>
                </a:lnTo>
                <a:lnTo>
                  <a:pt x="605242" y="656115"/>
                </a:lnTo>
                <a:lnTo>
                  <a:pt x="624763" y="675636"/>
                </a:lnTo>
                <a:lnTo>
                  <a:pt x="605242" y="695156"/>
                </a:lnTo>
                <a:close/>
              </a:path>
              <a:path w="909955" h="1419225">
                <a:moveTo>
                  <a:pt x="605242" y="622857"/>
                </a:moveTo>
                <a:lnTo>
                  <a:pt x="585722" y="603337"/>
                </a:lnTo>
                <a:lnTo>
                  <a:pt x="605242" y="583816"/>
                </a:lnTo>
                <a:lnTo>
                  <a:pt x="624763" y="603337"/>
                </a:lnTo>
                <a:lnTo>
                  <a:pt x="605242" y="622857"/>
                </a:lnTo>
                <a:close/>
              </a:path>
              <a:path w="909955" h="1419225">
                <a:moveTo>
                  <a:pt x="532943" y="985439"/>
                </a:moveTo>
                <a:lnTo>
                  <a:pt x="512338" y="964834"/>
                </a:lnTo>
                <a:lnTo>
                  <a:pt x="532943" y="944228"/>
                </a:lnTo>
                <a:lnTo>
                  <a:pt x="553548" y="964834"/>
                </a:lnTo>
                <a:lnTo>
                  <a:pt x="532943" y="985439"/>
                </a:lnTo>
                <a:close/>
              </a:path>
              <a:path w="909955" h="1419225">
                <a:moveTo>
                  <a:pt x="532943" y="1130037"/>
                </a:moveTo>
                <a:lnTo>
                  <a:pt x="512338" y="1109432"/>
                </a:lnTo>
                <a:lnTo>
                  <a:pt x="532943" y="1088827"/>
                </a:lnTo>
                <a:lnTo>
                  <a:pt x="553548" y="1109432"/>
                </a:lnTo>
                <a:lnTo>
                  <a:pt x="532943" y="1130037"/>
                </a:lnTo>
                <a:close/>
              </a:path>
              <a:path w="909955" h="1419225">
                <a:moveTo>
                  <a:pt x="532943" y="1057738"/>
                </a:moveTo>
                <a:lnTo>
                  <a:pt x="512338" y="1037133"/>
                </a:lnTo>
                <a:lnTo>
                  <a:pt x="532943" y="1016527"/>
                </a:lnTo>
                <a:lnTo>
                  <a:pt x="553548" y="1037133"/>
                </a:lnTo>
                <a:lnTo>
                  <a:pt x="532943" y="1057738"/>
                </a:lnTo>
                <a:close/>
              </a:path>
              <a:path w="909955" h="1419225">
                <a:moveTo>
                  <a:pt x="605242" y="478259"/>
                </a:moveTo>
                <a:lnTo>
                  <a:pt x="585722" y="458738"/>
                </a:lnTo>
                <a:lnTo>
                  <a:pt x="605242" y="439218"/>
                </a:lnTo>
                <a:lnTo>
                  <a:pt x="624763" y="458738"/>
                </a:lnTo>
                <a:lnTo>
                  <a:pt x="605242" y="478259"/>
                </a:lnTo>
                <a:close/>
              </a:path>
              <a:path w="909955" h="1419225">
                <a:moveTo>
                  <a:pt x="605242" y="767457"/>
                </a:moveTo>
                <a:lnTo>
                  <a:pt x="585722" y="747935"/>
                </a:lnTo>
                <a:lnTo>
                  <a:pt x="605242" y="728414"/>
                </a:lnTo>
                <a:lnTo>
                  <a:pt x="624763" y="747935"/>
                </a:lnTo>
                <a:lnTo>
                  <a:pt x="605242" y="767457"/>
                </a:lnTo>
                <a:close/>
              </a:path>
              <a:path w="909955" h="1419225">
                <a:moveTo>
                  <a:pt x="605242" y="984354"/>
                </a:moveTo>
                <a:lnTo>
                  <a:pt x="585722" y="964834"/>
                </a:lnTo>
                <a:lnTo>
                  <a:pt x="605242" y="945312"/>
                </a:lnTo>
                <a:lnTo>
                  <a:pt x="624763" y="964834"/>
                </a:lnTo>
                <a:lnTo>
                  <a:pt x="605242" y="984354"/>
                </a:lnTo>
                <a:close/>
              </a:path>
              <a:path w="909955" h="1419225">
                <a:moveTo>
                  <a:pt x="677541" y="477174"/>
                </a:moveTo>
                <a:lnTo>
                  <a:pt x="659106" y="458738"/>
                </a:lnTo>
                <a:lnTo>
                  <a:pt x="677541" y="440301"/>
                </a:lnTo>
                <a:lnTo>
                  <a:pt x="695978" y="458738"/>
                </a:lnTo>
                <a:lnTo>
                  <a:pt x="677541" y="477174"/>
                </a:lnTo>
                <a:close/>
              </a:path>
              <a:path w="909955" h="1419225">
                <a:moveTo>
                  <a:pt x="677541" y="549474"/>
                </a:moveTo>
                <a:lnTo>
                  <a:pt x="659106" y="531038"/>
                </a:lnTo>
                <a:lnTo>
                  <a:pt x="677541" y="512602"/>
                </a:lnTo>
                <a:lnTo>
                  <a:pt x="695978" y="531038"/>
                </a:lnTo>
                <a:lnTo>
                  <a:pt x="677541" y="549474"/>
                </a:lnTo>
                <a:close/>
              </a:path>
              <a:path w="909955" h="1419225">
                <a:moveTo>
                  <a:pt x="677541" y="694073"/>
                </a:moveTo>
                <a:lnTo>
                  <a:pt x="659106" y="675636"/>
                </a:lnTo>
                <a:lnTo>
                  <a:pt x="677541" y="657200"/>
                </a:lnTo>
                <a:lnTo>
                  <a:pt x="695978" y="675636"/>
                </a:lnTo>
                <a:lnTo>
                  <a:pt x="677541" y="694073"/>
                </a:lnTo>
                <a:close/>
              </a:path>
              <a:path w="909955" h="1419225">
                <a:moveTo>
                  <a:pt x="605242" y="1056653"/>
                </a:moveTo>
                <a:lnTo>
                  <a:pt x="585722" y="1037133"/>
                </a:lnTo>
                <a:lnTo>
                  <a:pt x="605242" y="1017611"/>
                </a:lnTo>
                <a:lnTo>
                  <a:pt x="624763" y="1037133"/>
                </a:lnTo>
                <a:lnTo>
                  <a:pt x="605242" y="1056653"/>
                </a:lnTo>
                <a:close/>
              </a:path>
              <a:path w="909955" h="1419225">
                <a:moveTo>
                  <a:pt x="605242" y="839756"/>
                </a:moveTo>
                <a:lnTo>
                  <a:pt x="585722" y="820234"/>
                </a:lnTo>
                <a:lnTo>
                  <a:pt x="605242" y="800714"/>
                </a:lnTo>
                <a:lnTo>
                  <a:pt x="624763" y="820234"/>
                </a:lnTo>
                <a:lnTo>
                  <a:pt x="605242" y="839756"/>
                </a:lnTo>
                <a:close/>
              </a:path>
              <a:path w="909955" h="1419225">
                <a:moveTo>
                  <a:pt x="605242" y="912055"/>
                </a:moveTo>
                <a:lnTo>
                  <a:pt x="585722" y="892533"/>
                </a:lnTo>
                <a:lnTo>
                  <a:pt x="605242" y="873013"/>
                </a:lnTo>
                <a:lnTo>
                  <a:pt x="624763" y="892533"/>
                </a:lnTo>
                <a:lnTo>
                  <a:pt x="605242" y="912055"/>
                </a:lnTo>
                <a:close/>
              </a:path>
              <a:path w="909955" h="1419225">
                <a:moveTo>
                  <a:pt x="532943" y="913140"/>
                </a:moveTo>
                <a:lnTo>
                  <a:pt x="512338" y="892533"/>
                </a:lnTo>
                <a:lnTo>
                  <a:pt x="532943" y="871929"/>
                </a:lnTo>
                <a:lnTo>
                  <a:pt x="553548" y="892533"/>
                </a:lnTo>
                <a:lnTo>
                  <a:pt x="532943" y="913140"/>
                </a:lnTo>
                <a:close/>
              </a:path>
              <a:path w="909955" h="1419225">
                <a:moveTo>
                  <a:pt x="532943" y="696241"/>
                </a:moveTo>
                <a:lnTo>
                  <a:pt x="512338" y="675636"/>
                </a:lnTo>
                <a:lnTo>
                  <a:pt x="532943" y="655031"/>
                </a:lnTo>
                <a:lnTo>
                  <a:pt x="553548" y="675636"/>
                </a:lnTo>
                <a:lnTo>
                  <a:pt x="532943" y="696241"/>
                </a:lnTo>
                <a:close/>
              </a:path>
              <a:path w="909955" h="1419225">
                <a:moveTo>
                  <a:pt x="532943" y="623942"/>
                </a:moveTo>
                <a:lnTo>
                  <a:pt x="512338" y="603337"/>
                </a:lnTo>
                <a:lnTo>
                  <a:pt x="532943" y="582731"/>
                </a:lnTo>
                <a:lnTo>
                  <a:pt x="553548" y="603337"/>
                </a:lnTo>
                <a:lnTo>
                  <a:pt x="532943" y="623942"/>
                </a:lnTo>
                <a:close/>
              </a:path>
              <a:path w="909955" h="1419225">
                <a:moveTo>
                  <a:pt x="532943" y="768540"/>
                </a:moveTo>
                <a:lnTo>
                  <a:pt x="512338" y="747935"/>
                </a:lnTo>
                <a:lnTo>
                  <a:pt x="532943" y="727330"/>
                </a:lnTo>
                <a:lnTo>
                  <a:pt x="553548" y="747935"/>
                </a:lnTo>
                <a:lnTo>
                  <a:pt x="532943" y="768540"/>
                </a:lnTo>
                <a:close/>
              </a:path>
              <a:path w="909955" h="1419225">
                <a:moveTo>
                  <a:pt x="460644" y="408129"/>
                </a:moveTo>
                <a:lnTo>
                  <a:pt x="438954" y="386439"/>
                </a:lnTo>
                <a:lnTo>
                  <a:pt x="460644" y="364749"/>
                </a:lnTo>
                <a:lnTo>
                  <a:pt x="482334" y="386439"/>
                </a:lnTo>
                <a:lnTo>
                  <a:pt x="460644" y="408129"/>
                </a:lnTo>
                <a:close/>
              </a:path>
              <a:path w="909955" h="1419225">
                <a:moveTo>
                  <a:pt x="532943" y="840841"/>
                </a:moveTo>
                <a:lnTo>
                  <a:pt x="512338" y="820234"/>
                </a:lnTo>
                <a:lnTo>
                  <a:pt x="532943" y="799629"/>
                </a:lnTo>
                <a:lnTo>
                  <a:pt x="553548" y="820234"/>
                </a:lnTo>
                <a:lnTo>
                  <a:pt x="532943" y="840841"/>
                </a:lnTo>
                <a:close/>
              </a:path>
              <a:path w="909955" h="1419225">
                <a:moveTo>
                  <a:pt x="532943" y="551643"/>
                </a:moveTo>
                <a:lnTo>
                  <a:pt x="512338" y="531038"/>
                </a:lnTo>
                <a:lnTo>
                  <a:pt x="532943" y="510432"/>
                </a:lnTo>
                <a:lnTo>
                  <a:pt x="553548" y="531038"/>
                </a:lnTo>
                <a:lnTo>
                  <a:pt x="532943" y="551643"/>
                </a:lnTo>
                <a:close/>
              </a:path>
              <a:path w="909955" h="1419225">
                <a:moveTo>
                  <a:pt x="532943" y="407045"/>
                </a:moveTo>
                <a:lnTo>
                  <a:pt x="512338" y="386439"/>
                </a:lnTo>
                <a:lnTo>
                  <a:pt x="532943" y="365834"/>
                </a:lnTo>
                <a:lnTo>
                  <a:pt x="553548" y="386439"/>
                </a:lnTo>
                <a:lnTo>
                  <a:pt x="532943" y="407045"/>
                </a:lnTo>
                <a:close/>
              </a:path>
              <a:path w="909955" h="1419225">
                <a:moveTo>
                  <a:pt x="532943" y="479344"/>
                </a:moveTo>
                <a:lnTo>
                  <a:pt x="512338" y="458738"/>
                </a:lnTo>
                <a:lnTo>
                  <a:pt x="532943" y="438133"/>
                </a:lnTo>
                <a:lnTo>
                  <a:pt x="553548" y="458738"/>
                </a:lnTo>
                <a:lnTo>
                  <a:pt x="532943" y="479344"/>
                </a:lnTo>
                <a:close/>
              </a:path>
              <a:path w="909955" h="1419225">
                <a:moveTo>
                  <a:pt x="532943" y="334745"/>
                </a:moveTo>
                <a:lnTo>
                  <a:pt x="512338" y="314140"/>
                </a:lnTo>
                <a:lnTo>
                  <a:pt x="532943" y="293535"/>
                </a:lnTo>
                <a:lnTo>
                  <a:pt x="553548" y="314140"/>
                </a:lnTo>
                <a:lnTo>
                  <a:pt x="532943" y="334745"/>
                </a:lnTo>
                <a:close/>
              </a:path>
              <a:path w="909955" h="1419225">
                <a:moveTo>
                  <a:pt x="460644" y="263530"/>
                </a:moveTo>
                <a:lnTo>
                  <a:pt x="438954" y="241841"/>
                </a:lnTo>
                <a:lnTo>
                  <a:pt x="460644" y="220151"/>
                </a:lnTo>
                <a:lnTo>
                  <a:pt x="482334" y="241841"/>
                </a:lnTo>
                <a:lnTo>
                  <a:pt x="460644" y="263530"/>
                </a:lnTo>
                <a:close/>
              </a:path>
              <a:path w="909955" h="1419225">
                <a:moveTo>
                  <a:pt x="894439" y="690818"/>
                </a:moveTo>
                <a:lnTo>
                  <a:pt x="879257" y="675636"/>
                </a:lnTo>
                <a:lnTo>
                  <a:pt x="894439" y="660453"/>
                </a:lnTo>
                <a:lnTo>
                  <a:pt x="909622" y="675636"/>
                </a:lnTo>
                <a:lnTo>
                  <a:pt x="894439" y="690818"/>
                </a:lnTo>
                <a:close/>
              </a:path>
              <a:path w="909955" h="1419225">
                <a:moveTo>
                  <a:pt x="460644" y="335830"/>
                </a:moveTo>
                <a:lnTo>
                  <a:pt x="438954" y="314140"/>
                </a:lnTo>
                <a:lnTo>
                  <a:pt x="460644" y="292450"/>
                </a:lnTo>
                <a:lnTo>
                  <a:pt x="482334" y="314140"/>
                </a:lnTo>
                <a:lnTo>
                  <a:pt x="460644" y="335830"/>
                </a:lnTo>
                <a:close/>
              </a:path>
              <a:path w="909955" h="1419225">
                <a:moveTo>
                  <a:pt x="749840" y="909885"/>
                </a:moveTo>
                <a:lnTo>
                  <a:pt x="732488" y="892533"/>
                </a:lnTo>
                <a:lnTo>
                  <a:pt x="749840" y="875182"/>
                </a:lnTo>
                <a:lnTo>
                  <a:pt x="767193" y="892533"/>
                </a:lnTo>
                <a:lnTo>
                  <a:pt x="749840" y="909885"/>
                </a:lnTo>
                <a:close/>
              </a:path>
              <a:path w="909955" h="1419225">
                <a:moveTo>
                  <a:pt x="749840" y="620689"/>
                </a:moveTo>
                <a:lnTo>
                  <a:pt x="732488" y="603337"/>
                </a:lnTo>
                <a:lnTo>
                  <a:pt x="749840" y="585986"/>
                </a:lnTo>
                <a:lnTo>
                  <a:pt x="767193" y="603337"/>
                </a:lnTo>
                <a:lnTo>
                  <a:pt x="749840" y="620689"/>
                </a:lnTo>
                <a:close/>
              </a:path>
              <a:path w="909955" h="1419225">
                <a:moveTo>
                  <a:pt x="894439" y="763117"/>
                </a:moveTo>
                <a:lnTo>
                  <a:pt x="879257" y="747935"/>
                </a:lnTo>
                <a:lnTo>
                  <a:pt x="894439" y="732753"/>
                </a:lnTo>
                <a:lnTo>
                  <a:pt x="909622" y="747935"/>
                </a:lnTo>
                <a:lnTo>
                  <a:pt x="894439" y="763117"/>
                </a:lnTo>
                <a:close/>
              </a:path>
              <a:path w="909955" h="1419225">
                <a:moveTo>
                  <a:pt x="749840" y="692988"/>
                </a:moveTo>
                <a:lnTo>
                  <a:pt x="732488" y="675636"/>
                </a:lnTo>
                <a:lnTo>
                  <a:pt x="749840" y="658285"/>
                </a:lnTo>
                <a:lnTo>
                  <a:pt x="767193" y="675636"/>
                </a:lnTo>
                <a:lnTo>
                  <a:pt x="749840" y="692988"/>
                </a:lnTo>
                <a:close/>
              </a:path>
              <a:path w="909955" h="1419225">
                <a:moveTo>
                  <a:pt x="677541" y="910970"/>
                </a:moveTo>
                <a:lnTo>
                  <a:pt x="659106" y="892533"/>
                </a:lnTo>
                <a:lnTo>
                  <a:pt x="677541" y="874098"/>
                </a:lnTo>
                <a:lnTo>
                  <a:pt x="695978" y="892533"/>
                </a:lnTo>
                <a:lnTo>
                  <a:pt x="677541" y="910970"/>
                </a:lnTo>
                <a:close/>
              </a:path>
              <a:path w="909955" h="1419225">
                <a:moveTo>
                  <a:pt x="677541" y="838671"/>
                </a:moveTo>
                <a:lnTo>
                  <a:pt x="659106" y="820234"/>
                </a:lnTo>
                <a:lnTo>
                  <a:pt x="677541" y="801798"/>
                </a:lnTo>
                <a:lnTo>
                  <a:pt x="695978" y="820234"/>
                </a:lnTo>
                <a:lnTo>
                  <a:pt x="677541" y="838671"/>
                </a:lnTo>
                <a:close/>
              </a:path>
              <a:path w="909955" h="1419225">
                <a:moveTo>
                  <a:pt x="677541" y="983270"/>
                </a:moveTo>
                <a:lnTo>
                  <a:pt x="659106" y="964834"/>
                </a:lnTo>
                <a:lnTo>
                  <a:pt x="677541" y="946397"/>
                </a:lnTo>
                <a:lnTo>
                  <a:pt x="695978" y="964834"/>
                </a:lnTo>
                <a:lnTo>
                  <a:pt x="677541" y="983270"/>
                </a:lnTo>
                <a:close/>
              </a:path>
              <a:path w="909955" h="1419225">
                <a:moveTo>
                  <a:pt x="749840" y="765287"/>
                </a:moveTo>
                <a:lnTo>
                  <a:pt x="732488" y="747935"/>
                </a:lnTo>
                <a:lnTo>
                  <a:pt x="749840" y="730584"/>
                </a:lnTo>
                <a:lnTo>
                  <a:pt x="767193" y="747935"/>
                </a:lnTo>
                <a:lnTo>
                  <a:pt x="749840" y="765287"/>
                </a:lnTo>
                <a:close/>
              </a:path>
              <a:path w="909955" h="1419225">
                <a:moveTo>
                  <a:pt x="749840" y="548390"/>
                </a:moveTo>
                <a:lnTo>
                  <a:pt x="732488" y="531038"/>
                </a:lnTo>
                <a:lnTo>
                  <a:pt x="749840" y="513686"/>
                </a:lnTo>
                <a:lnTo>
                  <a:pt x="767193" y="531038"/>
                </a:lnTo>
                <a:lnTo>
                  <a:pt x="749840" y="548390"/>
                </a:lnTo>
                <a:close/>
              </a:path>
              <a:path w="909955" h="1419225">
                <a:moveTo>
                  <a:pt x="822140" y="764202"/>
                </a:moveTo>
                <a:lnTo>
                  <a:pt x="805872" y="747935"/>
                </a:lnTo>
                <a:lnTo>
                  <a:pt x="822140" y="731668"/>
                </a:lnTo>
                <a:lnTo>
                  <a:pt x="838407" y="747935"/>
                </a:lnTo>
                <a:lnTo>
                  <a:pt x="822140" y="764202"/>
                </a:lnTo>
                <a:close/>
              </a:path>
              <a:path w="909955" h="1419225">
                <a:moveTo>
                  <a:pt x="822140" y="836503"/>
                </a:moveTo>
                <a:lnTo>
                  <a:pt x="805872" y="820234"/>
                </a:lnTo>
                <a:lnTo>
                  <a:pt x="822140" y="803967"/>
                </a:lnTo>
                <a:lnTo>
                  <a:pt x="838407" y="820234"/>
                </a:lnTo>
                <a:lnTo>
                  <a:pt x="822140" y="836503"/>
                </a:lnTo>
                <a:close/>
              </a:path>
              <a:path w="909955" h="1419225">
                <a:moveTo>
                  <a:pt x="822140" y="691903"/>
                </a:moveTo>
                <a:lnTo>
                  <a:pt x="805872" y="675636"/>
                </a:lnTo>
                <a:lnTo>
                  <a:pt x="822140" y="659368"/>
                </a:lnTo>
                <a:lnTo>
                  <a:pt x="838407" y="675636"/>
                </a:lnTo>
                <a:lnTo>
                  <a:pt x="822140" y="691903"/>
                </a:lnTo>
                <a:close/>
              </a:path>
              <a:path w="909955" h="1419225">
                <a:moveTo>
                  <a:pt x="677541" y="766372"/>
                </a:moveTo>
                <a:lnTo>
                  <a:pt x="659106" y="747935"/>
                </a:lnTo>
                <a:lnTo>
                  <a:pt x="677541" y="729499"/>
                </a:lnTo>
                <a:lnTo>
                  <a:pt x="695978" y="747935"/>
                </a:lnTo>
                <a:lnTo>
                  <a:pt x="677541" y="766372"/>
                </a:lnTo>
                <a:close/>
              </a:path>
              <a:path w="909955" h="1419225">
                <a:moveTo>
                  <a:pt x="822140" y="619604"/>
                </a:moveTo>
                <a:lnTo>
                  <a:pt x="805872" y="603337"/>
                </a:lnTo>
                <a:lnTo>
                  <a:pt x="822140" y="587069"/>
                </a:lnTo>
                <a:lnTo>
                  <a:pt x="838407" y="603337"/>
                </a:lnTo>
                <a:lnTo>
                  <a:pt x="822140" y="619604"/>
                </a:lnTo>
                <a:close/>
              </a:path>
              <a:path w="909955" h="1419225">
                <a:moveTo>
                  <a:pt x="749840" y="837586"/>
                </a:moveTo>
                <a:lnTo>
                  <a:pt x="732488" y="820234"/>
                </a:lnTo>
                <a:lnTo>
                  <a:pt x="749840" y="802883"/>
                </a:lnTo>
                <a:lnTo>
                  <a:pt x="767193" y="820234"/>
                </a:lnTo>
                <a:lnTo>
                  <a:pt x="749840" y="837586"/>
                </a:lnTo>
                <a:close/>
              </a:path>
            </a:pathLst>
          </a:custGeom>
          <a:solidFill>
            <a:srgbClr val="FABE04"/>
          </a:solidFill>
        </p:spPr>
        <p:txBody>
          <a:bodyPr wrap="square" lIns="0" tIns="0" rIns="0" bIns="0" rtlCol="0"/>
          <a:lstStyle/>
          <a:p>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416</TotalTime>
  <Words>501</Words>
  <Application>Microsoft Office PowerPoint</Application>
  <PresentationFormat>Custom</PresentationFormat>
  <Paragraphs>60</Paragraphs>
  <Slides>14</Slides>
  <Notes>0</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Orange and Yellow Geometric Modern Customer Journey Marketing Presentation</dc:title>
  <dc:creator>EVANA DURGA BHAVANI</dc:creator>
  <cp:keywords>DAG3DrSgCyw,BAGqWBNEmgQ,0</cp:keywords>
  <cp:lastModifiedBy>USER</cp:lastModifiedBy>
  <cp:revision>22</cp:revision>
  <dcterms:created xsi:type="dcterms:W3CDTF">2025-10-29T09:45:26Z</dcterms:created>
  <dcterms:modified xsi:type="dcterms:W3CDTF">2025-10-30T06:45:52Z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2025-10-28T00:00:00Z</vt:filetime>
  </property>
  <property fmtid="{D5CDD505-2E9C-101B-9397-08002B2CF9AE}" pid="3" name="Creator">
    <vt:lpwstr>Canva</vt:lpwstr>
  </property>
  <property fmtid="{D5CDD505-2E9C-101B-9397-08002B2CF9AE}" pid="4" name="LastSaved">
    <vt:filetime>2025-10-29T00:00:00Z</vt:filetime>
  </property>
  <property fmtid="{D5CDD505-2E9C-101B-9397-08002B2CF9AE}" pid="5" name="Producer">
    <vt:lpwstr>iLovePDF</vt:lpwstr>
  </property>
</Properties>
</file>